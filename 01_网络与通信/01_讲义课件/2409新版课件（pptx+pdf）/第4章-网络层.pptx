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60" r:id="rId1"/>
  </p:sldMasterIdLst>
  <p:notesMasterIdLst>
    <p:notesMasterId r:id="rId229"/>
  </p:notesMasterIdLst>
  <p:handoutMasterIdLst>
    <p:handoutMasterId r:id="rId230"/>
  </p:handoutMasterIdLst>
  <p:sldIdLst>
    <p:sldId id="282" r:id="rId2"/>
    <p:sldId id="283" r:id="rId3"/>
    <p:sldId id="286" r:id="rId4"/>
    <p:sldId id="703" r:id="rId5"/>
    <p:sldId id="704" r:id="rId6"/>
    <p:sldId id="705" r:id="rId7"/>
    <p:sldId id="706" r:id="rId8"/>
    <p:sldId id="707" r:id="rId9"/>
    <p:sldId id="708" r:id="rId10"/>
    <p:sldId id="709" r:id="rId11"/>
    <p:sldId id="710" r:id="rId12"/>
    <p:sldId id="711" r:id="rId13"/>
    <p:sldId id="720" r:id="rId14"/>
    <p:sldId id="721" r:id="rId15"/>
    <p:sldId id="301" r:id="rId16"/>
    <p:sldId id="419" r:id="rId17"/>
    <p:sldId id="420" r:id="rId18"/>
    <p:sldId id="816" r:id="rId19"/>
    <p:sldId id="817" r:id="rId20"/>
    <p:sldId id="818" r:id="rId21"/>
    <p:sldId id="819" r:id="rId22"/>
    <p:sldId id="820" r:id="rId23"/>
    <p:sldId id="422" r:id="rId24"/>
    <p:sldId id="421" r:id="rId25"/>
    <p:sldId id="722" r:id="rId26"/>
    <p:sldId id="723" r:id="rId27"/>
    <p:sldId id="302" r:id="rId28"/>
    <p:sldId id="304" r:id="rId29"/>
    <p:sldId id="305" r:id="rId30"/>
    <p:sldId id="495" r:id="rId31"/>
    <p:sldId id="307" r:id="rId32"/>
    <p:sldId id="496" r:id="rId33"/>
    <p:sldId id="497" r:id="rId34"/>
    <p:sldId id="499" r:id="rId35"/>
    <p:sldId id="500" r:id="rId36"/>
    <p:sldId id="498" r:id="rId37"/>
    <p:sldId id="501" r:id="rId38"/>
    <p:sldId id="502" r:id="rId39"/>
    <p:sldId id="313" r:id="rId40"/>
    <p:sldId id="314" r:id="rId41"/>
    <p:sldId id="503" r:id="rId42"/>
    <p:sldId id="315" r:id="rId43"/>
    <p:sldId id="504" r:id="rId44"/>
    <p:sldId id="322" r:id="rId45"/>
    <p:sldId id="505" r:id="rId46"/>
    <p:sldId id="506" r:id="rId47"/>
    <p:sldId id="507" r:id="rId48"/>
    <p:sldId id="508" r:id="rId49"/>
    <p:sldId id="509" r:id="rId50"/>
    <p:sldId id="511" r:id="rId51"/>
    <p:sldId id="510" r:id="rId52"/>
    <p:sldId id="807" r:id="rId53"/>
    <p:sldId id="323" r:id="rId54"/>
    <p:sldId id="512" r:id="rId55"/>
    <p:sldId id="325" r:id="rId56"/>
    <p:sldId id="513" r:id="rId57"/>
    <p:sldId id="515" r:id="rId58"/>
    <p:sldId id="514" r:id="rId59"/>
    <p:sldId id="516" r:id="rId60"/>
    <p:sldId id="518" r:id="rId61"/>
    <p:sldId id="517" r:id="rId62"/>
    <p:sldId id="445" r:id="rId63"/>
    <p:sldId id="724" r:id="rId64"/>
    <p:sldId id="324" r:id="rId65"/>
    <p:sldId id="326" r:id="rId66"/>
    <p:sldId id="329" r:id="rId67"/>
    <p:sldId id="519" r:id="rId68"/>
    <p:sldId id="444" r:id="rId69"/>
    <p:sldId id="343" r:id="rId70"/>
    <p:sldId id="447" r:id="rId71"/>
    <p:sldId id="520" r:id="rId72"/>
    <p:sldId id="522" r:id="rId73"/>
    <p:sldId id="521" r:id="rId74"/>
    <p:sldId id="524" r:id="rId75"/>
    <p:sldId id="525" r:id="rId76"/>
    <p:sldId id="523" r:id="rId77"/>
    <p:sldId id="526" r:id="rId78"/>
    <p:sldId id="749" r:id="rId79"/>
    <p:sldId id="528" r:id="rId80"/>
    <p:sldId id="529" r:id="rId81"/>
    <p:sldId id="530" r:id="rId82"/>
    <p:sldId id="531" r:id="rId83"/>
    <p:sldId id="532" r:id="rId84"/>
    <p:sldId id="533" r:id="rId85"/>
    <p:sldId id="535" r:id="rId86"/>
    <p:sldId id="534" r:id="rId87"/>
    <p:sldId id="354" r:id="rId88"/>
    <p:sldId id="454" r:id="rId89"/>
    <p:sldId id="536" r:id="rId90"/>
    <p:sldId id="726" r:id="rId91"/>
    <p:sldId id="459" r:id="rId92"/>
    <p:sldId id="727" r:id="rId93"/>
    <p:sldId id="728" r:id="rId94"/>
    <p:sldId id="461" r:id="rId95"/>
    <p:sldId id="460" r:id="rId96"/>
    <p:sldId id="537" r:id="rId97"/>
    <p:sldId id="538" r:id="rId98"/>
    <p:sldId id="539" r:id="rId99"/>
    <p:sldId id="540" r:id="rId100"/>
    <p:sldId id="541" r:id="rId101"/>
    <p:sldId id="542" r:id="rId102"/>
    <p:sldId id="543" r:id="rId103"/>
    <p:sldId id="544" r:id="rId104"/>
    <p:sldId id="545" r:id="rId105"/>
    <p:sldId id="546" r:id="rId106"/>
    <p:sldId id="547" r:id="rId107"/>
    <p:sldId id="729" r:id="rId108"/>
    <p:sldId id="730" r:id="rId109"/>
    <p:sldId id="731" r:id="rId110"/>
    <p:sldId id="548" r:id="rId111"/>
    <p:sldId id="555" r:id="rId112"/>
    <p:sldId id="549" r:id="rId113"/>
    <p:sldId id="550" r:id="rId114"/>
    <p:sldId id="551" r:id="rId115"/>
    <p:sldId id="552" r:id="rId116"/>
    <p:sldId id="553" r:id="rId117"/>
    <p:sldId id="554" r:id="rId118"/>
    <p:sldId id="801" r:id="rId119"/>
    <p:sldId id="802" r:id="rId120"/>
    <p:sldId id="803" r:id="rId121"/>
    <p:sldId id="804" r:id="rId122"/>
    <p:sldId id="805" r:id="rId123"/>
    <p:sldId id="806" r:id="rId124"/>
    <p:sldId id="556" r:id="rId125"/>
    <p:sldId id="557" r:id="rId126"/>
    <p:sldId id="558" r:id="rId127"/>
    <p:sldId id="559" r:id="rId128"/>
    <p:sldId id="808" r:id="rId129"/>
    <p:sldId id="809" r:id="rId130"/>
    <p:sldId id="810" r:id="rId131"/>
    <p:sldId id="811" r:id="rId132"/>
    <p:sldId id="812" r:id="rId133"/>
    <p:sldId id="813" r:id="rId134"/>
    <p:sldId id="814" r:id="rId135"/>
    <p:sldId id="815" r:id="rId136"/>
    <p:sldId id="566" r:id="rId137"/>
    <p:sldId id="567" r:id="rId138"/>
    <p:sldId id="568" r:id="rId139"/>
    <p:sldId id="569" r:id="rId140"/>
    <p:sldId id="570" r:id="rId141"/>
    <p:sldId id="571" r:id="rId142"/>
    <p:sldId id="573" r:id="rId143"/>
    <p:sldId id="574" r:id="rId144"/>
    <p:sldId id="575" r:id="rId145"/>
    <p:sldId id="576" r:id="rId146"/>
    <p:sldId id="581" r:id="rId147"/>
    <p:sldId id="583" r:id="rId148"/>
    <p:sldId id="584" r:id="rId149"/>
    <p:sldId id="585" r:id="rId150"/>
    <p:sldId id="586" r:id="rId151"/>
    <p:sldId id="587" r:id="rId152"/>
    <p:sldId id="588" r:id="rId153"/>
    <p:sldId id="590" r:id="rId154"/>
    <p:sldId id="591" r:id="rId155"/>
    <p:sldId id="592" r:id="rId156"/>
    <p:sldId id="593" r:id="rId157"/>
    <p:sldId id="594" r:id="rId158"/>
    <p:sldId id="595" r:id="rId159"/>
    <p:sldId id="596" r:id="rId160"/>
    <p:sldId id="597" r:id="rId161"/>
    <p:sldId id="752" r:id="rId162"/>
    <p:sldId id="606" r:id="rId163"/>
    <p:sldId id="607" r:id="rId164"/>
    <p:sldId id="608" r:id="rId165"/>
    <p:sldId id="823" r:id="rId166"/>
    <p:sldId id="753" r:id="rId167"/>
    <p:sldId id="615" r:id="rId168"/>
    <p:sldId id="616" r:id="rId169"/>
    <p:sldId id="617" r:id="rId170"/>
    <p:sldId id="754" r:id="rId171"/>
    <p:sldId id="755" r:id="rId172"/>
    <p:sldId id="756" r:id="rId173"/>
    <p:sldId id="757" r:id="rId174"/>
    <p:sldId id="758" r:id="rId175"/>
    <p:sldId id="759" r:id="rId176"/>
    <p:sldId id="760" r:id="rId177"/>
    <p:sldId id="761" r:id="rId178"/>
    <p:sldId id="762" r:id="rId179"/>
    <p:sldId id="618" r:id="rId180"/>
    <p:sldId id="634" r:id="rId181"/>
    <p:sldId id="635" r:id="rId182"/>
    <p:sldId id="636" r:id="rId183"/>
    <p:sldId id="637" r:id="rId184"/>
    <p:sldId id="638" r:id="rId185"/>
    <p:sldId id="741" r:id="rId186"/>
    <p:sldId id="742" r:id="rId187"/>
    <p:sldId id="657" r:id="rId188"/>
    <p:sldId id="658" r:id="rId189"/>
    <p:sldId id="659" r:id="rId190"/>
    <p:sldId id="660" r:id="rId191"/>
    <p:sldId id="661" r:id="rId192"/>
    <p:sldId id="748" r:id="rId193"/>
    <p:sldId id="763" r:id="rId194"/>
    <p:sldId id="764" r:id="rId195"/>
    <p:sldId id="765" r:id="rId196"/>
    <p:sldId id="766" r:id="rId197"/>
    <p:sldId id="767" r:id="rId198"/>
    <p:sldId id="768" r:id="rId199"/>
    <p:sldId id="769" r:id="rId200"/>
    <p:sldId id="770" r:id="rId201"/>
    <p:sldId id="771" r:id="rId202"/>
    <p:sldId id="772" r:id="rId203"/>
    <p:sldId id="773" r:id="rId204"/>
    <p:sldId id="774" r:id="rId205"/>
    <p:sldId id="775" r:id="rId206"/>
    <p:sldId id="776" r:id="rId207"/>
    <p:sldId id="777" r:id="rId208"/>
    <p:sldId id="778" r:id="rId209"/>
    <p:sldId id="779" r:id="rId210"/>
    <p:sldId id="780" r:id="rId211"/>
    <p:sldId id="781" r:id="rId212"/>
    <p:sldId id="782" r:id="rId213"/>
    <p:sldId id="783" r:id="rId214"/>
    <p:sldId id="784" r:id="rId215"/>
    <p:sldId id="785" r:id="rId216"/>
    <p:sldId id="786" r:id="rId217"/>
    <p:sldId id="787" r:id="rId218"/>
    <p:sldId id="789" r:id="rId219"/>
    <p:sldId id="790" r:id="rId220"/>
    <p:sldId id="791" r:id="rId221"/>
    <p:sldId id="796" r:id="rId222"/>
    <p:sldId id="797" r:id="rId223"/>
    <p:sldId id="798" r:id="rId224"/>
    <p:sldId id="799" r:id="rId225"/>
    <p:sldId id="800" r:id="rId226"/>
    <p:sldId id="750" r:id="rId227"/>
    <p:sldId id="821" r:id="rId228"/>
  </p:sldIdLst>
  <p:sldSz cx="9144000" cy="5143500" type="screen16x9"/>
  <p:notesSz cx="6797675" cy="9928225"/>
  <p:embeddedFontLst>
    <p:embeddedFont>
      <p:font typeface="宋体" panose="02010600030101010101" pitchFamily="2" charset="-122"/>
      <p:regular r:id="rId231"/>
    </p:embeddedFont>
    <p:embeddedFont>
      <p:font typeface="微软雅黑" panose="020B0503020204020204" pitchFamily="34" charset="-122"/>
      <p:regular r:id="rId232"/>
      <p:bold r:id="rId233"/>
    </p:embeddedFont>
    <p:embeddedFont>
      <p:font typeface="微软雅黑" panose="020B0503020204020204" pitchFamily="34" charset="-122"/>
      <p:regular r:id="rId232"/>
      <p:bold r:id="rId233"/>
    </p:embeddedFont>
    <p:embeddedFont>
      <p:font typeface="Arial Black" panose="020B0604020202020204" pitchFamily="34" charset="0"/>
      <p:bold r:id="rId234"/>
    </p:embeddedFont>
    <p:embeddedFont>
      <p:font typeface="Calibri" panose="020F0502020204030204" pitchFamily="34" charset="0"/>
      <p:regular r:id="rId235"/>
      <p:bold r:id="rId236"/>
      <p:italic r:id="rId237"/>
      <p:boldItalic r:id="rId238"/>
    </p:embeddedFont>
    <p:embeddedFont>
      <p:font typeface="Calibri Light" panose="020F0302020204030204" pitchFamily="34" charset="0"/>
      <p:regular r:id="rId239"/>
      <p:italic r:id="rId240"/>
    </p:embeddedFont>
    <p:embeddedFont>
      <p:font typeface="Consolas" panose="020B0609020204030204" pitchFamily="49" charset="0"/>
      <p:regular r:id="rId241"/>
      <p:bold r:id="rId242"/>
      <p:italic r:id="rId243"/>
      <p:boldItalic r:id="rId244"/>
    </p:embeddedFont>
    <p:embeddedFont>
      <p:font typeface="Monotype Sorts" pitchFamily="2" charset="2"/>
      <p:regular r:id="rId245"/>
    </p:embeddedFont>
    <p:embeddedFont>
      <p:font typeface="Tahoma" panose="020B0604030504040204" pitchFamily="34" charset="0"/>
      <p:regular r:id="rId246"/>
      <p:bold r:id="rId247"/>
    </p:embeddedFont>
  </p:embeddedFontLst>
  <p:defaultTex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342900" indent="1143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685800" indent="228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028700" indent="3429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371600" indent="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60">
          <p15:clr>
            <a:srgbClr val="A4A3A4"/>
          </p15:clr>
        </p15:guide>
        <p15:guide id="2" orient="horz" pos="2964">
          <p15:clr>
            <a:srgbClr val="A4A3A4"/>
          </p15:clr>
        </p15:guide>
        <p15:guide id="3" orient="horz" pos="1620">
          <p15:clr>
            <a:srgbClr val="A4A3A4"/>
          </p15:clr>
        </p15:guide>
        <p15:guide id="4" orient="horz" pos="1875">
          <p15:clr>
            <a:srgbClr val="A4A3A4"/>
          </p15:clr>
        </p15:guide>
        <p15:guide id="5" orient="horz" pos="599">
          <p15:clr>
            <a:srgbClr val="A4A3A4"/>
          </p15:clr>
        </p15:guide>
        <p15:guide id="6" pos="2863">
          <p15:clr>
            <a:srgbClr val="A4A3A4"/>
          </p15:clr>
        </p15:guide>
        <p15:guide id="7" pos="5261">
          <p15:clr>
            <a:srgbClr val="A4A3A4"/>
          </p15:clr>
        </p15:guide>
        <p15:guide id="8" pos="482">
          <p15:clr>
            <a:srgbClr val="A4A3A4"/>
          </p15:clr>
        </p15:guide>
        <p15:guide id="9" pos="2046">
          <p15:clr>
            <a:srgbClr val="A4A3A4"/>
          </p15:clr>
        </p15:guide>
        <p15:guide id="10" pos="366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CCFF"/>
    <a:srgbClr val="003366"/>
    <a:srgbClr val="9966FF"/>
    <a:srgbClr val="3ABADA"/>
    <a:srgbClr val="6600CC"/>
    <a:srgbClr val="6600FF"/>
    <a:srgbClr val="E7F2D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度样式 2 - 强调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C7853C-536D-4A76-A0AE-DD22124D55A5}" styleName="主题样式 1 - 强调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D7AC3CCA-C797-4891-BE02-D94E43425B78}" styleName="中度样式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090" autoAdjust="0"/>
    <p:restoredTop sz="82962" autoAdjust="0"/>
  </p:normalViewPr>
  <p:slideViewPr>
    <p:cSldViewPr snapToGrid="0">
      <p:cViewPr varScale="1">
        <p:scale>
          <a:sx n="118" d="100"/>
          <a:sy n="118" d="100"/>
        </p:scale>
        <p:origin x="808" y="192"/>
      </p:cViewPr>
      <p:guideLst>
        <p:guide orient="horz" pos="260"/>
        <p:guide orient="horz" pos="2964"/>
        <p:guide orient="horz" pos="1620"/>
        <p:guide orient="horz" pos="1875"/>
        <p:guide orient="horz" pos="599"/>
        <p:guide pos="2863"/>
        <p:guide pos="5261"/>
        <p:guide pos="482"/>
        <p:guide pos="2046"/>
        <p:guide pos="3662"/>
      </p:guideLst>
    </p:cSldViewPr>
  </p:slideViewPr>
  <p:outlineViewPr>
    <p:cViewPr>
      <p:scale>
        <a:sx n="33" d="100"/>
        <a:sy n="33" d="100"/>
      </p:scale>
      <p:origin x="0" y="-12870"/>
    </p:cViewPr>
    <p:sldLst>
      <p:sld r:id="rId1" collapse="1"/>
      <p:sld r:id="rId2" collapse="1"/>
      <p:sld r:id="rId3" collapse="1"/>
      <p:sld r:id="rId4" collapse="1"/>
      <p:sld r:id="rId5" collapse="1"/>
      <p:sld r:id="rId6" collapse="1"/>
      <p:sld r:id="rId7" collapse="1"/>
      <p:sld r:id="rId8" collapse="1"/>
      <p:sld r:id="rId9" collapse="1"/>
      <p:sld r:id="rId10" collapse="1"/>
      <p:sld r:id="rId11" collapse="1"/>
    </p:sldLst>
  </p:outlineViewPr>
  <p:notesTextViewPr>
    <p:cViewPr>
      <p:scale>
        <a:sx n="1" d="1"/>
        <a:sy n="1" d="1"/>
      </p:scale>
      <p:origin x="0" y="0"/>
    </p:cViewPr>
  </p:notesTextViewPr>
  <p:sorterViewPr>
    <p:cViewPr>
      <p:scale>
        <a:sx n="200" d="100"/>
        <a:sy n="200" d="100"/>
      </p:scale>
      <p:origin x="0" y="0"/>
    </p:cViewPr>
  </p:sorterViewPr>
  <p:gridSpacing cx="72006" cy="72006"/>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font" Target="fonts/font17.fntdata"/><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font" Target="fonts/font7.fntdata"/><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presProps" Target="presProps.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font" Target="fonts/font8.fntdata"/><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viewProps" Target="viewProps.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font" Target="fonts/font9.fntdata"/><Relationship Id="rId250" Type="http://schemas.openxmlformats.org/officeDocument/2006/relationships/theme" Target="theme/theme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notesMaster" Target="notesMasters/notesMaster1.xml"/><Relationship Id="rId240" Type="http://schemas.openxmlformats.org/officeDocument/2006/relationships/font" Target="fonts/font10.fntdata"/><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handoutMaster" Target="handoutMasters/handoutMaster1.xml"/><Relationship Id="rId251" Type="http://schemas.openxmlformats.org/officeDocument/2006/relationships/tableStyles" Target="tableStyles.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font" Target="fonts/font11.fntdata"/><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font" Target="fonts/font6.fntdata"/><Relationship Id="rId26" Type="http://schemas.openxmlformats.org/officeDocument/2006/relationships/slide" Target="slides/slide25.xml"/><Relationship Id="rId231" Type="http://schemas.openxmlformats.org/officeDocument/2006/relationships/font" Target="fonts/font1.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font" Target="fonts/font12.fntdata"/><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font" Target="fonts/font2.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font" Target="fonts/font13.fntdata"/><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font" Target="fonts/font3.fntdata"/><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font" Target="fonts/font14.fntdata"/><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font" Target="fonts/font4.fntdata"/><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font" Target="fonts/font15.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font" Target="fonts/font5.fntdata"/><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font" Target="fonts/font16.fntdata"/><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s>
</file>

<file path=ppt/_rels/viewProps.xml.rels><?xml version="1.0" encoding="UTF-8" standalone="yes"?>
<Relationships xmlns="http://schemas.openxmlformats.org/package/2006/relationships"><Relationship Id="rId8" Type="http://schemas.openxmlformats.org/officeDocument/2006/relationships/slide" Target="slides/slide161.xml"/><Relationship Id="rId3" Type="http://schemas.openxmlformats.org/officeDocument/2006/relationships/slide" Target="slides/slide121.xml"/><Relationship Id="rId7" Type="http://schemas.openxmlformats.org/officeDocument/2006/relationships/slide" Target="slides/slide135.xml"/><Relationship Id="rId2" Type="http://schemas.openxmlformats.org/officeDocument/2006/relationships/slide" Target="slides/slide120.xml"/><Relationship Id="rId1" Type="http://schemas.openxmlformats.org/officeDocument/2006/relationships/slide" Target="slides/slide52.xml"/><Relationship Id="rId6" Type="http://schemas.openxmlformats.org/officeDocument/2006/relationships/slide" Target="slides/slide134.xml"/><Relationship Id="rId11" Type="http://schemas.openxmlformats.org/officeDocument/2006/relationships/slide" Target="slides/slide195.xml"/><Relationship Id="rId5" Type="http://schemas.openxmlformats.org/officeDocument/2006/relationships/slide" Target="slides/slide123.xml"/><Relationship Id="rId10" Type="http://schemas.openxmlformats.org/officeDocument/2006/relationships/slide" Target="slides/slide170.xml"/><Relationship Id="rId4" Type="http://schemas.openxmlformats.org/officeDocument/2006/relationships/slide" Target="slides/slide122.xml"/><Relationship Id="rId9" Type="http://schemas.openxmlformats.org/officeDocument/2006/relationships/slide" Target="slides/slide16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2DF5F26-E09A-44A6-997C-705EA78EEABD}"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solidFill>
          <a:schemeClr val="accent1">
            <a:hueOff val="0"/>
            <a:satOff val="0"/>
            <a:lumOff val="0"/>
          </a:schemeClr>
        </a:solidFill>
      </dgm:spPr>
      <dgm:t>
        <a:bodyPr/>
        <a:lstStyle/>
        <a:p>
          <a:r>
            <a:rPr lang="en-US" altLang="zh-CN" sz="1400" b="1" dirty="0">
              <a:solidFill>
                <a:srgbClr val="7030A0"/>
              </a:solidFill>
            </a:rPr>
            <a:t>128.208.0.0</a:t>
          </a:r>
        </a:p>
        <a:p>
          <a:r>
            <a:rPr lang="en-US" altLang="zh-CN" sz="1400" b="1" dirty="0">
              <a:solidFill>
                <a:srgbClr val="7030A0"/>
              </a:solidFill>
            </a:rPr>
            <a:t>/16</a:t>
          </a:r>
          <a:endParaRPr lang="zh-CN" altLang="en-US" sz="1400" b="1" dirty="0">
            <a:solidFill>
              <a:srgbClr val="7030A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solidFill>
          <a:srgbClr val="CC99FF"/>
        </a:solidFill>
      </dgm:spPr>
      <dgm:t>
        <a:bodyPr/>
        <a:lstStyle/>
        <a:p>
          <a:r>
            <a:rPr lang="en-US" altLang="zh-CN" sz="1200" b="1" dirty="0">
              <a:solidFill>
                <a:srgbClr val="7030A0"/>
              </a:solidFill>
            </a:rPr>
            <a:t>128.208.0.0</a:t>
          </a:r>
        </a:p>
        <a:p>
          <a:r>
            <a:rPr lang="en-US" altLang="zh-CN" sz="1200" b="1" dirty="0">
              <a:solidFill>
                <a:srgbClr val="7030A0"/>
              </a:solidFill>
            </a:rPr>
            <a:t>/17</a:t>
          </a:r>
          <a:endParaRPr lang="zh-CN" altLang="en-US" sz="1200" b="1" dirty="0">
            <a:solidFill>
              <a:srgbClr val="7030A0"/>
            </a:solidFill>
          </a:endParaRPr>
        </a:p>
      </dgm:t>
    </dgm:pt>
    <dgm:pt modelId="{95A05EC8-27CA-40BC-B61F-9F5E0BDA8E72}" type="parTrans" cxnId="{EBA164A4-E420-4F14-90D9-DD7E170C9288}">
      <dgm:prSet/>
      <dgm:spPr/>
      <dgm:t>
        <a:bodyPr/>
        <a:lstStyle/>
        <a:p>
          <a:endParaRPr lang="zh-CN" altLang="en-US"/>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solidFill>
          <a:srgbClr val="CC99FF"/>
        </a:solidFill>
      </dgm:spPr>
      <dgm:t>
        <a:bodyPr/>
        <a:lstStyle/>
        <a:p>
          <a:r>
            <a:rPr lang="en-US" altLang="zh-CN" sz="1200" b="1" dirty="0">
              <a:solidFill>
                <a:srgbClr val="C00000"/>
              </a:solidFill>
            </a:rPr>
            <a:t>128.208.128.0</a:t>
          </a:r>
          <a:br>
            <a:rPr lang="en-US" altLang="zh-CN" sz="1200" b="1" dirty="0">
              <a:solidFill>
                <a:srgbClr val="C00000"/>
              </a:solidFill>
            </a:rPr>
          </a:br>
          <a:r>
            <a:rPr lang="en-US" altLang="zh-CN" sz="1200" b="1" dirty="0">
              <a:solidFill>
                <a:srgbClr val="C00000"/>
              </a:solidFill>
            </a:rPr>
            <a:t>/17</a:t>
          </a:r>
          <a:endParaRPr lang="zh-CN" altLang="en-US" sz="1200" b="1" dirty="0">
            <a:solidFill>
              <a:srgbClr val="C00000"/>
            </a:solidFill>
          </a:endParaRPr>
        </a:p>
      </dgm:t>
    </dgm:pt>
    <dgm:pt modelId="{F2371777-4194-4B24-925A-F4EE861BE127}" type="parTrans" cxnId="{F3B30043-3A43-40BA-A8C2-F82D3D8C650B}">
      <dgm:prSet/>
      <dgm:spPr/>
      <dgm:t>
        <a:bodyPr/>
        <a:lstStyle/>
        <a:p>
          <a:endParaRPr lang="zh-CN" altLang="en-US"/>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solidFill>
          <a:srgbClr val="FFFF00"/>
        </a:solidFill>
        <a:ln>
          <a:solidFill>
            <a:srgbClr val="333399"/>
          </a:solidFill>
        </a:ln>
      </dgm:spPr>
      <dgm:t>
        <a:bodyPr/>
        <a:lstStyle/>
        <a:p>
          <a:r>
            <a:rPr lang="en-US" altLang="zh-CN" sz="1100" b="1" dirty="0">
              <a:solidFill>
                <a:srgbClr val="C00000"/>
              </a:solidFill>
            </a:rPr>
            <a:t>128.208.0.0</a:t>
          </a:r>
        </a:p>
        <a:p>
          <a:r>
            <a:rPr lang="en-US" altLang="zh-CN" sz="1100" b="1" dirty="0">
              <a:solidFill>
                <a:srgbClr val="C00000"/>
              </a:solidFill>
            </a:rPr>
            <a:t>/18</a:t>
          </a:r>
          <a:endParaRPr lang="zh-CN" altLang="en-US" sz="1100" b="1" dirty="0">
            <a:solidFill>
              <a:srgbClr val="C00000"/>
            </a:solidFill>
          </a:endParaRPr>
        </a:p>
      </dgm:t>
    </dgm:pt>
    <dgm:pt modelId="{14466BFE-00D5-46F1-A5C4-8476882CD4FB}" type="parTrans" cxnId="{7C04DD4B-BA33-4317-AF6F-246111483CDE}">
      <dgm:prSet/>
      <dgm:spPr/>
      <dgm:t>
        <a:bodyPr/>
        <a:lstStyle/>
        <a:p>
          <a:endParaRPr lang="zh-CN" altLang="en-US"/>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solidFill>
          <a:srgbClr val="FFFF00"/>
        </a:solidFill>
        <a:ln>
          <a:solidFill>
            <a:srgbClr val="333399"/>
          </a:solidFill>
        </a:ln>
      </dgm:spPr>
      <dgm:t>
        <a:bodyPr/>
        <a:lstStyle/>
        <a:p>
          <a:r>
            <a:rPr lang="en-US" altLang="zh-CN" sz="1100" b="1" dirty="0">
              <a:solidFill>
                <a:srgbClr val="7030A0"/>
              </a:solidFill>
            </a:rPr>
            <a:t>128.208.128.0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984B008A-84C3-461C-9E68-7ED63B02E02D}" type="parTrans" cxnId="{6F9B9727-4E50-45D4-8F7F-4CE6B427A4A6}">
      <dgm:prSet/>
      <dgm:spPr/>
      <dgm:t>
        <a:bodyPr/>
        <a:lstStyle/>
        <a:p>
          <a:endParaRPr lang="zh-CN" altLang="en-US"/>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rgbClr val="FFFF00"/>
        </a:solidFill>
        <a:ln>
          <a:solidFill>
            <a:schemeClr val="bg2"/>
          </a:solidFill>
        </a:ln>
      </dgm:spPr>
      <dgm:t>
        <a:bodyPr/>
        <a:lstStyle/>
        <a:p>
          <a:r>
            <a:rPr lang="en-US" altLang="zh-CN" sz="1100" b="1" dirty="0">
              <a:solidFill>
                <a:srgbClr val="7030A0"/>
              </a:solidFill>
            </a:rPr>
            <a:t>128.208.64.0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1141E833-3DDD-44DC-8737-F43C0844EDF0}" type="parTrans" cxnId="{8C33F11C-19DC-4756-8D62-C765EE9CBA75}">
      <dgm:prSet/>
      <dgm:spPr/>
      <dgm:t>
        <a:bodyPr/>
        <a:lstStyle/>
        <a:p>
          <a:endParaRPr lang="zh-CN" altLang="en-US"/>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solidFill>
          <a:srgbClr val="FFFF00"/>
        </a:solidFill>
        <a:ln>
          <a:solidFill>
            <a:srgbClr val="333399"/>
          </a:solidFill>
        </a:ln>
      </dgm:spPr>
      <dgm:t>
        <a:bodyPr/>
        <a:lstStyle/>
        <a:p>
          <a:r>
            <a:rPr lang="en-US" altLang="zh-CN" sz="1100" b="1" dirty="0">
              <a:solidFill>
                <a:srgbClr val="7030A0"/>
              </a:solidFill>
            </a:rPr>
            <a:t>128.208.192.0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81D3B39E-F56E-40F3-A32F-6F559C668447}" type="parTrans" cxnId="{612C2AF2-7FAA-45B7-9932-6970ACA0F52D}">
      <dgm:prSet/>
      <dgm:spPr/>
      <dgm:t>
        <a:bodyPr/>
        <a:lstStyle/>
        <a:p>
          <a:endParaRPr lang="zh-CN" altLang="en-US"/>
        </a:p>
      </dgm:t>
    </dgm:pt>
    <dgm:pt modelId="{94957FF1-240E-4E29-8107-AD8AD596D549}" type="sibTrans" cxnId="{612C2AF2-7FAA-45B7-9932-6970ACA0F52D}">
      <dgm:prSet/>
      <dgm:spPr/>
      <dgm:t>
        <a:bodyPr/>
        <a:lstStyle/>
        <a:p>
          <a:endParaRPr lang="zh-CN" altLang="en-US"/>
        </a:p>
      </dgm:t>
    </dgm:pt>
    <dgm:pt modelId="{00C86825-1AD1-41C6-B2E2-B092349C4162}">
      <dgm:prSet phldrT="[文本]" custT="1"/>
      <dgm:spPr>
        <a:solidFill>
          <a:srgbClr val="3652E4"/>
        </a:solidFill>
      </dgm:spPr>
      <dgm:t>
        <a:bodyPr/>
        <a:lstStyle/>
        <a:p>
          <a:r>
            <a:rPr lang="en-US" altLang="zh-CN" sz="1050" b="1" dirty="0">
              <a:solidFill>
                <a:schemeClr val="bg1"/>
              </a:solidFill>
            </a:rPr>
            <a:t>128.208.64.0</a:t>
          </a:r>
          <a:br>
            <a:rPr lang="en-US" altLang="zh-CN" sz="1050" b="1" dirty="0">
              <a:solidFill>
                <a:schemeClr val="bg1"/>
              </a:solidFill>
            </a:rPr>
          </a:br>
          <a:r>
            <a:rPr lang="en-US" altLang="zh-CN" sz="1050" b="1" dirty="0">
              <a:solidFill>
                <a:schemeClr val="bg1"/>
              </a:solidFill>
            </a:rPr>
            <a:t>/19</a:t>
          </a:r>
          <a:endParaRPr lang="zh-CN" altLang="en-US" sz="1050" b="1" dirty="0">
            <a:solidFill>
              <a:schemeClr val="bg1"/>
            </a:solidFill>
          </a:endParaRPr>
        </a:p>
      </dgm:t>
    </dgm:pt>
    <dgm:pt modelId="{2C14A9BB-D01B-404E-A0F1-8383E486BBB3}" type="parTrans" cxnId="{52478674-9522-40AE-9470-B9792AC9782A}">
      <dgm:prSet/>
      <dgm:spPr/>
      <dgm:t>
        <a:bodyPr/>
        <a:lstStyle/>
        <a:p>
          <a:endParaRPr lang="zh-CN" altLang="en-US"/>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rgbClr val="3652E4"/>
        </a:solidFill>
      </dgm:spPr>
      <dgm:t>
        <a:bodyPr/>
        <a:lstStyle/>
        <a:p>
          <a:r>
            <a:rPr lang="en-US" altLang="zh-CN" sz="1100" b="1" dirty="0">
              <a:solidFill>
                <a:srgbClr val="FF0000"/>
              </a:solidFill>
            </a:rPr>
            <a:t>128.208.96.0</a:t>
          </a:r>
          <a:br>
            <a:rPr lang="en-US" altLang="zh-CN" sz="1100" b="1" dirty="0">
              <a:solidFill>
                <a:srgbClr val="FF0000"/>
              </a:solidFill>
            </a:rPr>
          </a:br>
          <a:r>
            <a:rPr lang="en-US" altLang="zh-CN" sz="1100" b="1" dirty="0">
              <a:solidFill>
                <a:srgbClr val="FF0000"/>
              </a:solidFill>
            </a:rPr>
            <a:t>/19</a:t>
          </a:r>
          <a:endParaRPr lang="zh-CN" altLang="en-US" sz="1100" b="1" dirty="0">
            <a:solidFill>
              <a:srgbClr val="FF0000"/>
            </a:solidFill>
          </a:endParaRPr>
        </a:p>
      </dgm:t>
    </dgm:pt>
    <dgm:pt modelId="{F56F6C5D-E554-4205-8BD0-8B2560F2F867}" type="parTrans" cxnId="{7F42EC4E-B244-4A5A-8128-6CD23E490BA6}">
      <dgm:prSet/>
      <dgm:spPr/>
      <dgm:t>
        <a:bodyPr/>
        <a:lstStyle/>
        <a:p>
          <a:endParaRPr lang="zh-CN" altLang="en-US"/>
        </a:p>
      </dgm:t>
    </dgm:pt>
    <dgm:pt modelId="{6FB37DF1-1FEB-4E8A-AF55-66811C54D82C}" type="sibTrans" cxnId="{7F42EC4E-B244-4A5A-8128-6CD23E490BA6}">
      <dgm:prSet/>
      <dgm:spPr/>
      <dgm:t>
        <a:bodyPr/>
        <a:lstStyle/>
        <a:p>
          <a:endParaRPr lang="zh-CN" altLang="en-US"/>
        </a:p>
      </dgm:t>
    </dgm:pt>
    <dgm:pt modelId="{84836D3E-7B93-4880-81AF-9056A56337F7}">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.128.0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575C0B2B-FEB8-43C5-B0EC-589422D4DB11}" type="parTrans" cxnId="{5D4BD2F9-20CA-438E-9449-DF0FEF697D6B}">
      <dgm:prSet/>
      <dgm:spPr/>
      <dgm:t>
        <a:bodyPr/>
        <a:lstStyle/>
        <a:p>
          <a:endParaRPr lang="zh-CN" altLang="en-US"/>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160.0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8F2B58F3-2EA1-46DA-BDCF-5184003EB337}" type="parTrans" cxnId="{13B7905B-AF86-40E9-9707-6E0FAD45449E}">
      <dgm:prSet/>
      <dgm:spPr/>
      <dgm:t>
        <a:bodyPr/>
        <a:lstStyle/>
        <a:p>
          <a:endParaRPr lang="zh-CN" altLang="en-US"/>
        </a:p>
      </dgm:t>
    </dgm:pt>
    <dgm:pt modelId="{20D507BB-F1AA-41B2-891E-E3515BCE0F1B}" type="sibTrans" cxnId="{13B7905B-AF86-40E9-9707-6E0FAD45449E}">
      <dgm:prSet/>
      <dgm:spPr/>
      <dgm:t>
        <a:bodyPr/>
        <a:lstStyle/>
        <a:p>
          <a:endParaRPr lang="zh-CN" altLang="en-US"/>
        </a:p>
      </dgm:t>
    </dgm:pt>
    <dgm:pt modelId="{27941122-111D-44CF-B21D-6B36FAEDD1FD}">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.192.0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004429D4-F73B-46E7-BA80-37CABC14F847}" type="parTrans" cxnId="{61589D14-E9ED-4640-85E1-E41326E54C61}">
      <dgm:prSet/>
      <dgm:spPr/>
      <dgm:t>
        <a:bodyPr/>
        <a:lstStyle/>
        <a:p>
          <a:endParaRPr lang="zh-CN" altLang="en-US"/>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.224.0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7BC1C88B-17A1-4A5E-8477-82000C38B2C2}" type="parTrans" cxnId="{331F2A10-C204-45CF-A9E3-09AF13C528B9}">
      <dgm:prSet/>
      <dgm:spPr/>
      <dgm:t>
        <a:bodyPr/>
        <a:lstStyle/>
        <a:p>
          <a:endParaRPr lang="zh-CN" altLang="en-US"/>
        </a:p>
      </dgm:t>
    </dgm:pt>
    <dgm:pt modelId="{DBE35587-9CC5-4884-B003-8E3005F05C2B}" type="sibTrans" cxnId="{331F2A10-C204-45CF-A9E3-09AF13C528B9}">
      <dgm:prSet/>
      <dgm:spPr/>
      <dgm:t>
        <a:bodyPr/>
        <a:lstStyle/>
        <a:p>
          <a:endParaRPr lang="zh-CN" altLang="en-US"/>
        </a:p>
      </dgm:t>
    </dgm:pt>
    <dgm:pt modelId="{8523A239-10C6-4F4E-B569-2FF0B9DEC3A7}">
      <dgm:prSet custT="1"/>
      <dgm:spPr>
        <a:solidFill>
          <a:srgbClr val="3652E4"/>
        </a:solidFill>
      </dgm:spPr>
      <dgm:t>
        <a:bodyPr/>
        <a:lstStyle/>
        <a:p>
          <a:r>
            <a:rPr lang="en-US" altLang="zh-CN" sz="1050" dirty="0"/>
            <a:t>128.208.0.0</a:t>
          </a:r>
          <a:endParaRPr lang="zh-CN" altLang="en-US" sz="1050" dirty="0"/>
        </a:p>
        <a:p>
          <a:r>
            <a:rPr lang="en-US" altLang="zh-CN" sz="1050" dirty="0"/>
            <a:t>/19</a:t>
          </a:r>
          <a:endParaRPr lang="zh-CN" altLang="en-US" sz="1050" dirty="0"/>
        </a:p>
      </dgm:t>
    </dgm:pt>
    <dgm:pt modelId="{85CF4601-0004-B540-88A9-644B26C8AAEE}" type="parTrans" cxnId="{6EFEBFC7-5D8E-7740-8A3A-65285CA5C4C0}">
      <dgm:prSet/>
      <dgm:spPr/>
      <dgm:t>
        <a:bodyPr/>
        <a:lstStyle/>
        <a:p>
          <a:endParaRPr lang="zh-CN" altLang="en-US"/>
        </a:p>
      </dgm:t>
    </dgm:pt>
    <dgm:pt modelId="{B36A4BB7-7457-E34C-BAE3-59526539F968}" type="sibTrans" cxnId="{6EFEBFC7-5D8E-7740-8A3A-65285CA5C4C0}">
      <dgm:prSet/>
      <dgm:spPr/>
      <dgm:t>
        <a:bodyPr/>
        <a:lstStyle/>
        <a:p>
          <a:endParaRPr lang="zh-CN" altLang="en-US"/>
        </a:p>
      </dgm:t>
    </dgm:pt>
    <dgm:pt modelId="{6D8638A4-81F7-684F-A1C6-9993AE330543}">
      <dgm:prSet custT="1"/>
      <dgm:spPr>
        <a:solidFill>
          <a:srgbClr val="3652E4"/>
        </a:solidFill>
      </dgm:spPr>
      <dgm:t>
        <a:bodyPr/>
        <a:lstStyle/>
        <a:p>
          <a:r>
            <a:rPr lang="en-US" altLang="zh-CN" sz="1050" dirty="0"/>
            <a:t>128.208.32.0</a:t>
          </a:r>
          <a:endParaRPr lang="zh-CN" altLang="en-US" sz="1050" dirty="0"/>
        </a:p>
        <a:p>
          <a:r>
            <a:rPr lang="en-US" altLang="zh-CN" sz="1050" dirty="0"/>
            <a:t>/19</a:t>
          </a:r>
          <a:endParaRPr lang="zh-CN" altLang="en-US" sz="1050" dirty="0"/>
        </a:p>
      </dgm:t>
    </dgm:pt>
    <dgm:pt modelId="{C93CB381-2AF1-C248-ABDB-9442C826EF42}" type="parTrans" cxnId="{949D35F9-1DC1-9D44-9412-440E7DED1F1E}">
      <dgm:prSet/>
      <dgm:spPr/>
      <dgm:t>
        <a:bodyPr/>
        <a:lstStyle/>
        <a:p>
          <a:endParaRPr lang="zh-CN" altLang="en-US"/>
        </a:p>
      </dgm:t>
    </dgm:pt>
    <dgm:pt modelId="{B86FDF41-43DE-4147-89F9-F5CE7FD06490}" type="sibTrans" cxnId="{949D35F9-1DC1-9D44-9412-440E7DED1F1E}">
      <dgm:prSet/>
      <dgm:spPr/>
      <dgm:t>
        <a:bodyPr/>
        <a:lstStyle/>
        <a:p>
          <a:endParaRPr lang="zh-CN" altLang="en-US"/>
        </a:p>
      </dgm:t>
    </dgm:pt>
    <dgm:pt modelId="{E443A13A-5DEB-4553-9CEA-A601F36AB0B8}" type="pres">
      <dgm:prSet presAssocID="{B2DF5F26-E09A-44A6-997C-705EA78EEABD}" presName="hierChild1" presStyleCnt="0">
        <dgm:presLayoutVars>
          <dgm:orgChart val="1"/>
          <dgm:chPref val="1"/>
          <dgm:dir/>
          <dgm:animOne val="branch"/>
          <dgm:animLvl val="lvl"/>
          <dgm:resizeHandles/>
        </dgm:presLayoutVars>
      </dgm:prSet>
      <dgm:spPr/>
    </dgm:pt>
    <dgm:pt modelId="{27FB2290-4178-4D2E-B720-90DB5361BFBB}" type="pres">
      <dgm:prSet presAssocID="{94C1FF2D-4353-4064-9072-7D71F2F43F9E}" presName="hierRoot1" presStyleCnt="0">
        <dgm:presLayoutVars>
          <dgm:hierBranch val="init"/>
        </dgm:presLayoutVars>
      </dgm:prSet>
      <dgm:spPr/>
    </dgm:pt>
    <dgm:pt modelId="{86839836-5F42-4D26-B68A-D2EE6184069F}" type="pres">
      <dgm:prSet presAssocID="{94C1FF2D-4353-4064-9072-7D71F2F43F9E}" presName="rootComposite1" presStyleCnt="0"/>
      <dgm:spPr/>
    </dgm:pt>
    <dgm:pt modelId="{7E0996A0-0378-4E26-9FF4-7FE49368DC91}" type="pres">
      <dgm:prSet presAssocID="{94C1FF2D-4353-4064-9072-7D71F2F43F9E}" presName="rootText1" presStyleLbl="node0" presStyleIdx="0" presStyleCnt="1" custScaleX="129611" custScaleY="100624" custLinFactNeighborX="-236" custLinFactNeighborY="-24667">
        <dgm:presLayoutVars>
          <dgm:chPref val="3"/>
        </dgm:presLayoutVars>
      </dgm:prSet>
      <dgm:spPr/>
    </dgm:pt>
    <dgm:pt modelId="{41A7927E-4527-4348-852D-E81A491930E0}" type="pres">
      <dgm:prSet presAssocID="{94C1FF2D-4353-4064-9072-7D71F2F43F9E}" presName="rootConnector1" presStyleLbl="node1" presStyleIdx="0" presStyleCnt="0"/>
      <dgm:spPr/>
    </dgm:pt>
    <dgm:pt modelId="{5E9D923F-8521-4AD2-BAAB-4FC7468C6E8C}" type="pres">
      <dgm:prSet presAssocID="{94C1FF2D-4353-4064-9072-7D71F2F43F9E}" presName="hierChild2" presStyleCnt="0"/>
      <dgm:spPr/>
    </dgm:pt>
    <dgm:pt modelId="{CE66CA23-05B7-4F59-9E5F-7C6D4B8AC726}" type="pres">
      <dgm:prSet presAssocID="{95A05EC8-27CA-40BC-B61F-9F5E0BDA8E72}" presName="Name37" presStyleLbl="parChTrans1D2" presStyleIdx="0" presStyleCnt="2"/>
      <dgm:spPr/>
    </dgm:pt>
    <dgm:pt modelId="{4DBABFEA-55D6-4EC6-B776-58729A637F99}" type="pres">
      <dgm:prSet presAssocID="{639AD7FF-E078-47CD-BA52-6E359C6C2BC9}" presName="hierRoot2" presStyleCnt="0">
        <dgm:presLayoutVars>
          <dgm:hierBranch/>
        </dgm:presLayoutVars>
      </dgm:prSet>
      <dgm:spPr/>
    </dgm:pt>
    <dgm:pt modelId="{6AFC907F-6AD2-4F32-B551-12933E1842A0}" type="pres">
      <dgm:prSet presAssocID="{639AD7FF-E078-47CD-BA52-6E359C6C2BC9}" presName="rootComposite" presStyleCnt="0"/>
      <dgm:spPr/>
    </dgm:pt>
    <dgm:pt modelId="{C9C57BD3-C69E-4A15-89BF-B1BB546075DD}" type="pres">
      <dgm:prSet presAssocID="{639AD7FF-E078-47CD-BA52-6E359C6C2BC9}" presName="rootText" presStyleLbl="node2" presStyleIdx="0" presStyleCnt="2" custScaleX="113327" custScaleY="81565" custLinFactNeighborX="11687" custLinFactNeighborY="-20324">
        <dgm:presLayoutVars>
          <dgm:chPref val="3"/>
        </dgm:presLayoutVars>
      </dgm:prSet>
      <dgm:spPr/>
    </dgm:pt>
    <dgm:pt modelId="{518241FC-CA43-4F3E-A130-8D3D92C5E1D7}" type="pres">
      <dgm:prSet presAssocID="{639AD7FF-E078-47CD-BA52-6E359C6C2BC9}" presName="rootConnector" presStyleLbl="node2" presStyleIdx="0" presStyleCnt="2"/>
      <dgm:spPr/>
    </dgm:pt>
    <dgm:pt modelId="{CAD8F528-EA52-4073-9FA0-8C5BD3AFD4D1}" type="pres">
      <dgm:prSet presAssocID="{639AD7FF-E078-47CD-BA52-6E359C6C2BC9}" presName="hierChild4" presStyleCnt="0"/>
      <dgm:spPr/>
    </dgm:pt>
    <dgm:pt modelId="{55DAD366-86FC-471A-AE23-7E5DDB26FDDF}" type="pres">
      <dgm:prSet presAssocID="{14466BFE-00D5-46F1-A5C4-8476882CD4FB}" presName="Name35" presStyleLbl="parChTrans1D3" presStyleIdx="0" presStyleCnt="4"/>
      <dgm:spPr/>
    </dgm:pt>
    <dgm:pt modelId="{EDB6F8BA-BEF7-4322-8ECE-D56B5CB37E6D}" type="pres">
      <dgm:prSet presAssocID="{CD6AFED7-F7B8-4742-9E9A-F0F22C9BFD4D}" presName="hierRoot2" presStyleCnt="0">
        <dgm:presLayoutVars>
          <dgm:hierBranch/>
        </dgm:presLayoutVars>
      </dgm:prSet>
      <dgm:spPr/>
    </dgm:pt>
    <dgm:pt modelId="{32924ECF-0C5C-4343-9BA3-C011560A0A20}" type="pres">
      <dgm:prSet presAssocID="{CD6AFED7-F7B8-4742-9E9A-F0F22C9BFD4D}" presName="rootComposite" presStyleCnt="0"/>
      <dgm:spPr/>
    </dgm:pt>
    <dgm:pt modelId="{790233F9-F640-4D60-85EF-39A820CE420E}" type="pres">
      <dgm:prSet presAssocID="{CD6AFED7-F7B8-4742-9E9A-F0F22C9BFD4D}" presName="rootText" presStyleLbl="node3" presStyleIdx="0" presStyleCnt="4" custScaleX="89720" custScaleY="81565" custLinFactNeighborX="8375" custLinFactNeighborY="-7955">
        <dgm:presLayoutVars>
          <dgm:chPref val="3"/>
        </dgm:presLayoutVars>
      </dgm:prSet>
      <dgm:spPr/>
    </dgm:pt>
    <dgm:pt modelId="{160C75B9-ECD7-413D-8285-D961BEDB646B}" type="pres">
      <dgm:prSet presAssocID="{CD6AFED7-F7B8-4742-9E9A-F0F22C9BFD4D}" presName="rootConnector" presStyleLbl="node3" presStyleIdx="0" presStyleCnt="4"/>
      <dgm:spPr/>
    </dgm:pt>
    <dgm:pt modelId="{79859737-1A64-4CE8-8A88-10B2F52ED757}" type="pres">
      <dgm:prSet presAssocID="{CD6AFED7-F7B8-4742-9E9A-F0F22C9BFD4D}" presName="hierChild4" presStyleCnt="0"/>
      <dgm:spPr/>
    </dgm:pt>
    <dgm:pt modelId="{1F8824DE-2158-034D-B611-F074DC4B8EEE}" type="pres">
      <dgm:prSet presAssocID="{85CF4601-0004-B540-88A9-644B26C8AAEE}" presName="Name35" presStyleLbl="parChTrans1D4" presStyleIdx="0" presStyleCnt="8"/>
      <dgm:spPr/>
    </dgm:pt>
    <dgm:pt modelId="{6764CBC7-E26E-744A-8261-4A685EBB4CBF}" type="pres">
      <dgm:prSet presAssocID="{8523A239-10C6-4F4E-B569-2FF0B9DEC3A7}" presName="hierRoot2" presStyleCnt="0">
        <dgm:presLayoutVars>
          <dgm:hierBranch val="init"/>
        </dgm:presLayoutVars>
      </dgm:prSet>
      <dgm:spPr/>
    </dgm:pt>
    <dgm:pt modelId="{ABE2839A-D2EB-C44D-826F-0B84533F436A}" type="pres">
      <dgm:prSet presAssocID="{8523A239-10C6-4F4E-B569-2FF0B9DEC3A7}" presName="rootComposite" presStyleCnt="0"/>
      <dgm:spPr/>
    </dgm:pt>
    <dgm:pt modelId="{EB1B3236-0CB0-2740-B310-B6007BEECF27}" type="pres">
      <dgm:prSet presAssocID="{8523A239-10C6-4F4E-B569-2FF0B9DEC3A7}" presName="rootText" presStyleLbl="node4" presStyleIdx="0" presStyleCnt="8" custScaleX="93490" custScaleY="74909" custLinFactNeighborX="10050" custLinFactNeighborY="13847">
        <dgm:presLayoutVars>
          <dgm:chPref val="3"/>
        </dgm:presLayoutVars>
      </dgm:prSet>
      <dgm:spPr/>
    </dgm:pt>
    <dgm:pt modelId="{3AAE0957-0287-A04F-8481-36BBFA26768D}" type="pres">
      <dgm:prSet presAssocID="{8523A239-10C6-4F4E-B569-2FF0B9DEC3A7}" presName="rootConnector" presStyleLbl="node4" presStyleIdx="0" presStyleCnt="8"/>
      <dgm:spPr/>
    </dgm:pt>
    <dgm:pt modelId="{CEB08B8A-0DC3-7248-AC9B-C9AD6D38A36E}" type="pres">
      <dgm:prSet presAssocID="{8523A239-10C6-4F4E-B569-2FF0B9DEC3A7}" presName="hierChild4" presStyleCnt="0"/>
      <dgm:spPr/>
    </dgm:pt>
    <dgm:pt modelId="{D4319AA0-DA55-4242-9432-38056FD7917A}" type="pres">
      <dgm:prSet presAssocID="{8523A239-10C6-4F4E-B569-2FF0B9DEC3A7}" presName="hierChild5" presStyleCnt="0"/>
      <dgm:spPr/>
    </dgm:pt>
    <dgm:pt modelId="{8CB0A13F-D6E3-7445-ABF9-26FA5708E8F6}" type="pres">
      <dgm:prSet presAssocID="{C93CB381-2AF1-C248-ABDB-9442C826EF42}" presName="Name35" presStyleLbl="parChTrans1D4" presStyleIdx="1" presStyleCnt="8"/>
      <dgm:spPr/>
    </dgm:pt>
    <dgm:pt modelId="{251999EB-3EAD-F444-AB36-86D12831A792}" type="pres">
      <dgm:prSet presAssocID="{6D8638A4-81F7-684F-A1C6-9993AE330543}" presName="hierRoot2" presStyleCnt="0">
        <dgm:presLayoutVars>
          <dgm:hierBranch val="init"/>
        </dgm:presLayoutVars>
      </dgm:prSet>
      <dgm:spPr/>
    </dgm:pt>
    <dgm:pt modelId="{201C4A95-2BB5-0449-9D72-EB525265B307}" type="pres">
      <dgm:prSet presAssocID="{6D8638A4-81F7-684F-A1C6-9993AE330543}" presName="rootComposite" presStyleCnt="0"/>
      <dgm:spPr/>
    </dgm:pt>
    <dgm:pt modelId="{EE747275-D077-2E4C-81E1-268F8FA1C897}" type="pres">
      <dgm:prSet presAssocID="{6D8638A4-81F7-684F-A1C6-9993AE330543}" presName="rootText" presStyleLbl="node4" presStyleIdx="1" presStyleCnt="8" custScaleX="113496" custScaleY="74909" custLinFactNeighborY="13847">
        <dgm:presLayoutVars>
          <dgm:chPref val="3"/>
        </dgm:presLayoutVars>
      </dgm:prSet>
      <dgm:spPr/>
    </dgm:pt>
    <dgm:pt modelId="{1E5F7A50-1F8B-B740-878F-1D8FB7CC23F9}" type="pres">
      <dgm:prSet presAssocID="{6D8638A4-81F7-684F-A1C6-9993AE330543}" presName="rootConnector" presStyleLbl="node4" presStyleIdx="1" presStyleCnt="8"/>
      <dgm:spPr/>
    </dgm:pt>
    <dgm:pt modelId="{4D91B47E-FCB4-414D-B8BC-43B35108D8E4}" type="pres">
      <dgm:prSet presAssocID="{6D8638A4-81F7-684F-A1C6-9993AE330543}" presName="hierChild4" presStyleCnt="0"/>
      <dgm:spPr/>
    </dgm:pt>
    <dgm:pt modelId="{C78594CF-7E39-A644-8236-423E7BBC7BB1}" type="pres">
      <dgm:prSet presAssocID="{6D8638A4-81F7-684F-A1C6-9993AE330543}" presName="hierChild5" presStyleCnt="0"/>
      <dgm:spPr/>
    </dgm:pt>
    <dgm:pt modelId="{83B8ED0F-AEBD-47A4-B146-9BD745787964}" type="pres">
      <dgm:prSet presAssocID="{CD6AFED7-F7B8-4742-9E9A-F0F22C9BFD4D}" presName="hierChild5" presStyleCnt="0"/>
      <dgm:spPr/>
    </dgm:pt>
    <dgm:pt modelId="{460F6114-039C-4FF6-B510-7851E3824B81}" type="pres">
      <dgm:prSet presAssocID="{1141E833-3DDD-44DC-8737-F43C0844EDF0}" presName="Name35" presStyleLbl="parChTrans1D3" presStyleIdx="1" presStyleCnt="4"/>
      <dgm:spPr/>
    </dgm:pt>
    <dgm:pt modelId="{0FF0B9CB-6E5A-4706-8BA3-A49F6DD8F210}" type="pres">
      <dgm:prSet presAssocID="{AB5D0D44-2FE7-469E-96B7-4BE017DF99D1}" presName="hierRoot2" presStyleCnt="0">
        <dgm:presLayoutVars>
          <dgm:hierBranch/>
        </dgm:presLayoutVars>
      </dgm:prSet>
      <dgm:spPr/>
    </dgm:pt>
    <dgm:pt modelId="{F38EE295-EB35-4453-8AEA-6A144A25439F}" type="pres">
      <dgm:prSet presAssocID="{AB5D0D44-2FE7-469E-96B7-4BE017DF99D1}" presName="rootComposite" presStyleCnt="0"/>
      <dgm:spPr/>
    </dgm:pt>
    <dgm:pt modelId="{C883432D-F1A6-4C7C-BFCB-A24FB5184031}" type="pres">
      <dgm:prSet presAssocID="{AB5D0D44-2FE7-469E-96B7-4BE017DF99D1}" presName="rootText" presStyleLbl="node3" presStyleIdx="1" presStyleCnt="4" custScaleX="96109" custScaleY="81563" custLinFactNeighborX="3703" custLinFactNeighborY="-7955">
        <dgm:presLayoutVars>
          <dgm:chPref val="3"/>
        </dgm:presLayoutVars>
      </dgm:prSet>
      <dgm:spPr/>
    </dgm:pt>
    <dgm:pt modelId="{4E1BA5E3-A426-4914-9B91-5EE21EF6147E}" type="pres">
      <dgm:prSet presAssocID="{AB5D0D44-2FE7-469E-96B7-4BE017DF99D1}" presName="rootConnector" presStyleLbl="node3" presStyleIdx="1" presStyleCnt="4"/>
      <dgm:spPr/>
    </dgm:pt>
    <dgm:pt modelId="{03765E58-85BB-4B13-BD0D-0F8ECAF07249}" type="pres">
      <dgm:prSet presAssocID="{AB5D0D44-2FE7-469E-96B7-4BE017DF99D1}" presName="hierChild4" presStyleCnt="0"/>
      <dgm:spPr/>
    </dgm:pt>
    <dgm:pt modelId="{FCAD7ED4-9CE9-44B5-A06F-83640A97E000}" type="pres">
      <dgm:prSet presAssocID="{2C14A9BB-D01B-404E-A0F1-8383E486BBB3}" presName="Name35" presStyleLbl="parChTrans1D4" presStyleIdx="2" presStyleCnt="8"/>
      <dgm:spPr/>
    </dgm:pt>
    <dgm:pt modelId="{B49B3D56-5DFD-4952-BA13-D3AD20F4016F}" type="pres">
      <dgm:prSet presAssocID="{00C86825-1AD1-41C6-B2E2-B092349C4162}" presName="hierRoot2" presStyleCnt="0">
        <dgm:presLayoutVars>
          <dgm:hierBranch val="init"/>
        </dgm:presLayoutVars>
      </dgm:prSet>
      <dgm:spPr/>
    </dgm:pt>
    <dgm:pt modelId="{575E527F-8F04-4285-BD92-F2A6E2FCF194}" type="pres">
      <dgm:prSet presAssocID="{00C86825-1AD1-41C6-B2E2-B092349C4162}" presName="rootComposite" presStyleCnt="0"/>
      <dgm:spPr/>
    </dgm:pt>
    <dgm:pt modelId="{1FC4F5C3-6EC1-491E-839F-22E805B01F0E}" type="pres">
      <dgm:prSet presAssocID="{00C86825-1AD1-41C6-B2E2-B092349C4162}" presName="rootText" presStyleLbl="node4" presStyleIdx="2" presStyleCnt="8" custScaleX="100155" custScaleY="75324" custLinFactNeighborX="5036" custLinFactNeighborY="13847">
        <dgm:presLayoutVars>
          <dgm:chPref val="3"/>
        </dgm:presLayoutVars>
      </dgm:prSet>
      <dgm:spPr/>
    </dgm:pt>
    <dgm:pt modelId="{883D9C72-244B-465F-AB48-DDA7A9A086AE}" type="pres">
      <dgm:prSet presAssocID="{00C86825-1AD1-41C6-B2E2-B092349C4162}" presName="rootConnector" presStyleLbl="node4" presStyleIdx="2" presStyleCnt="8"/>
      <dgm:spPr/>
    </dgm:pt>
    <dgm:pt modelId="{38720ED0-2051-4C26-A2A4-3AE8A22BDCFF}" type="pres">
      <dgm:prSet presAssocID="{00C86825-1AD1-41C6-B2E2-B092349C4162}" presName="hierChild4" presStyleCnt="0"/>
      <dgm:spPr/>
    </dgm:pt>
    <dgm:pt modelId="{C7E677E6-44C8-4BE7-9E5E-31C6B50AA01E}" type="pres">
      <dgm:prSet presAssocID="{00C86825-1AD1-41C6-B2E2-B092349C4162}" presName="hierChild5" presStyleCnt="0"/>
      <dgm:spPr/>
    </dgm:pt>
    <dgm:pt modelId="{DEC83C07-997F-411C-83D0-4AF509B8D726}" type="pres">
      <dgm:prSet presAssocID="{F56F6C5D-E554-4205-8BD0-8B2560F2F867}" presName="Name35" presStyleLbl="parChTrans1D4" presStyleIdx="3" presStyleCnt="8"/>
      <dgm:spPr/>
    </dgm:pt>
    <dgm:pt modelId="{BB64D369-10DB-4EA7-BFCC-4EF64C443771}" type="pres">
      <dgm:prSet presAssocID="{1337439B-29A1-4BB4-91F7-6365576343C7}" presName="hierRoot2" presStyleCnt="0">
        <dgm:presLayoutVars>
          <dgm:hierBranch val="r"/>
        </dgm:presLayoutVars>
      </dgm:prSet>
      <dgm:spPr/>
    </dgm:pt>
    <dgm:pt modelId="{31D84ED1-0A97-499A-8B1B-719918E0A6B6}" type="pres">
      <dgm:prSet presAssocID="{1337439B-29A1-4BB4-91F7-6365576343C7}" presName="rootComposite" presStyleCnt="0"/>
      <dgm:spPr/>
    </dgm:pt>
    <dgm:pt modelId="{EEF9BD34-5B6F-429A-84F4-9560BCA1B675}" type="pres">
      <dgm:prSet presAssocID="{1337439B-29A1-4BB4-91F7-6365576343C7}" presName="rootText" presStyleLbl="node4" presStyleIdx="3" presStyleCnt="8" custScaleX="93797" custScaleY="76168" custLinFactNeighborX="2132" custLinFactNeighborY="13847">
        <dgm:presLayoutVars>
          <dgm:chPref val="3"/>
        </dgm:presLayoutVars>
      </dgm:prSet>
      <dgm:spPr/>
    </dgm:pt>
    <dgm:pt modelId="{72EFAA13-485E-44B4-AC55-F2616513A365}" type="pres">
      <dgm:prSet presAssocID="{1337439B-29A1-4BB4-91F7-6365576343C7}" presName="rootConnector" presStyleLbl="node4" presStyleIdx="3" presStyleCnt="8"/>
      <dgm:spPr/>
    </dgm:pt>
    <dgm:pt modelId="{B323B768-85FB-4C57-A81C-EB9CC42832CA}" type="pres">
      <dgm:prSet presAssocID="{1337439B-29A1-4BB4-91F7-6365576343C7}" presName="hierChild4" presStyleCnt="0"/>
      <dgm:spPr/>
    </dgm:pt>
    <dgm:pt modelId="{4539DCF8-9161-461B-8544-6B8445B443F4}" type="pres">
      <dgm:prSet presAssocID="{1337439B-29A1-4BB4-91F7-6365576343C7}" presName="hierChild5" presStyleCnt="0"/>
      <dgm:spPr/>
    </dgm:pt>
    <dgm:pt modelId="{AFAAD685-DB58-4F20-A6CA-62ECE0A6A6D2}" type="pres">
      <dgm:prSet presAssocID="{AB5D0D44-2FE7-469E-96B7-4BE017DF99D1}" presName="hierChild5" presStyleCnt="0"/>
      <dgm:spPr/>
    </dgm:pt>
    <dgm:pt modelId="{53E22E66-34D0-4CC4-A085-0D2DE3A777B1}" type="pres">
      <dgm:prSet presAssocID="{639AD7FF-E078-47CD-BA52-6E359C6C2BC9}" presName="hierChild5" presStyleCnt="0"/>
      <dgm:spPr/>
    </dgm:pt>
    <dgm:pt modelId="{99A4293A-CCDF-4605-9375-0E23224393D2}" type="pres">
      <dgm:prSet presAssocID="{F2371777-4194-4B24-925A-F4EE861BE127}" presName="Name37" presStyleLbl="parChTrans1D2" presStyleIdx="1" presStyleCnt="2"/>
      <dgm:spPr/>
    </dgm:pt>
    <dgm:pt modelId="{FA05961B-8858-4666-B46B-4365F06B026B}" type="pres">
      <dgm:prSet presAssocID="{B2A34A91-A457-4DA8-AFC5-4CA895B3C40D}" presName="hierRoot2" presStyleCnt="0">
        <dgm:presLayoutVars>
          <dgm:hierBranch/>
        </dgm:presLayoutVars>
      </dgm:prSet>
      <dgm:spPr/>
    </dgm:pt>
    <dgm:pt modelId="{00E72228-886C-4467-9358-C2E5EDC57EFA}" type="pres">
      <dgm:prSet presAssocID="{B2A34A91-A457-4DA8-AFC5-4CA895B3C40D}" presName="rootComposite" presStyleCnt="0"/>
      <dgm:spPr/>
    </dgm:pt>
    <dgm:pt modelId="{1F428A18-CE33-405D-A2A0-CCEDD85C745D}" type="pres">
      <dgm:prSet presAssocID="{B2A34A91-A457-4DA8-AFC5-4CA895B3C40D}" presName="rootText" presStyleLbl="node2" presStyleIdx="1" presStyleCnt="2" custScaleX="125754" custScaleY="81564" custLinFactNeighborX="12052" custLinFactNeighborY="-19729">
        <dgm:presLayoutVars>
          <dgm:chPref val="3"/>
        </dgm:presLayoutVars>
      </dgm:prSet>
      <dgm:spPr/>
    </dgm:pt>
    <dgm:pt modelId="{1801EA5C-5FD9-4C49-BB26-860516DDE616}" type="pres">
      <dgm:prSet presAssocID="{B2A34A91-A457-4DA8-AFC5-4CA895B3C40D}" presName="rootConnector" presStyleLbl="node2" presStyleIdx="1" presStyleCnt="2"/>
      <dgm:spPr/>
    </dgm:pt>
    <dgm:pt modelId="{1FBCA08B-6B22-4D27-84DC-54719C6BABB6}" type="pres">
      <dgm:prSet presAssocID="{B2A34A91-A457-4DA8-AFC5-4CA895B3C40D}" presName="hierChild4" presStyleCnt="0"/>
      <dgm:spPr/>
    </dgm:pt>
    <dgm:pt modelId="{54F2F6F5-2F10-40B6-AA4F-89374DC7DDA4}" type="pres">
      <dgm:prSet presAssocID="{984B008A-84C3-461C-9E68-7ED63B02E02D}" presName="Name35" presStyleLbl="parChTrans1D3" presStyleIdx="2" presStyleCnt="4"/>
      <dgm:spPr/>
    </dgm:pt>
    <dgm:pt modelId="{534EAB2C-B3F1-49DE-B948-ECFD16B00FA4}" type="pres">
      <dgm:prSet presAssocID="{2207C40F-7670-4A51-8CE2-EB6BED66567F}" presName="hierRoot2" presStyleCnt="0">
        <dgm:presLayoutVars>
          <dgm:hierBranch/>
        </dgm:presLayoutVars>
      </dgm:prSet>
      <dgm:spPr/>
    </dgm:pt>
    <dgm:pt modelId="{203249C0-F14F-42D3-AA55-02CECA3A7319}" type="pres">
      <dgm:prSet presAssocID="{2207C40F-7670-4A51-8CE2-EB6BED66567F}" presName="rootComposite" presStyleCnt="0"/>
      <dgm:spPr/>
    </dgm:pt>
    <dgm:pt modelId="{1E69C55F-803A-49DE-83D1-50AAE6439979}" type="pres">
      <dgm:prSet presAssocID="{2207C40F-7670-4A51-8CE2-EB6BED66567F}" presName="rootText" presStyleLbl="node3" presStyleIdx="2" presStyleCnt="4" custScaleX="108650" custScaleY="81565" custLinFactNeighborX="4387" custLinFactNeighborY="-8469">
        <dgm:presLayoutVars>
          <dgm:chPref val="3"/>
        </dgm:presLayoutVars>
      </dgm:prSet>
      <dgm:spPr/>
    </dgm:pt>
    <dgm:pt modelId="{D2B14D03-094E-410B-BFDB-5643404F5EB7}" type="pres">
      <dgm:prSet presAssocID="{2207C40F-7670-4A51-8CE2-EB6BED66567F}" presName="rootConnector" presStyleLbl="node3" presStyleIdx="2" presStyleCnt="4"/>
      <dgm:spPr/>
    </dgm:pt>
    <dgm:pt modelId="{C919F26E-17C1-4548-957B-2FFBB6483A52}" type="pres">
      <dgm:prSet presAssocID="{2207C40F-7670-4A51-8CE2-EB6BED66567F}" presName="hierChild4" presStyleCnt="0"/>
      <dgm:spPr/>
    </dgm:pt>
    <dgm:pt modelId="{22C6A11B-9B70-40D9-8C8D-572C9BD7AE4E}" type="pres">
      <dgm:prSet presAssocID="{575C0B2B-FEB8-43C5-B0EC-589422D4DB11}" presName="Name35" presStyleLbl="parChTrans1D4" presStyleIdx="4" presStyleCnt="8"/>
      <dgm:spPr/>
    </dgm:pt>
    <dgm:pt modelId="{1E12E6A3-0BCD-4407-8D1F-A7D9401BC21E}" type="pres">
      <dgm:prSet presAssocID="{84836D3E-7B93-4880-81AF-9056A56337F7}" presName="hierRoot2" presStyleCnt="0">
        <dgm:presLayoutVars>
          <dgm:hierBranch val="init"/>
        </dgm:presLayoutVars>
      </dgm:prSet>
      <dgm:spPr/>
    </dgm:pt>
    <dgm:pt modelId="{CE040479-1B20-4A10-88A4-8A2FE095992E}" type="pres">
      <dgm:prSet presAssocID="{84836D3E-7B93-4880-81AF-9056A56337F7}" presName="rootComposite" presStyleCnt="0"/>
      <dgm:spPr/>
    </dgm:pt>
    <dgm:pt modelId="{0602FB54-DDF6-4A6B-9A19-495BCD9DF535}" type="pres">
      <dgm:prSet presAssocID="{84836D3E-7B93-4880-81AF-9056A56337F7}" presName="rootText" presStyleLbl="node4" presStyleIdx="4" presStyleCnt="8" custScaleX="99802" custScaleY="76598" custLinFactNeighborX="5199" custLinFactNeighborY="10744">
        <dgm:presLayoutVars>
          <dgm:chPref val="3"/>
        </dgm:presLayoutVars>
      </dgm:prSet>
      <dgm:spPr/>
    </dgm:pt>
    <dgm:pt modelId="{AF869E9B-570F-4B02-9C56-3B4532297DCF}" type="pres">
      <dgm:prSet presAssocID="{84836D3E-7B93-4880-81AF-9056A56337F7}" presName="rootConnector" presStyleLbl="node4" presStyleIdx="4" presStyleCnt="8"/>
      <dgm:spPr/>
    </dgm:pt>
    <dgm:pt modelId="{1CDF94F6-F6A7-4AE9-8138-2D2FD69DD042}" type="pres">
      <dgm:prSet presAssocID="{84836D3E-7B93-4880-81AF-9056A56337F7}" presName="hierChild4" presStyleCnt="0"/>
      <dgm:spPr/>
    </dgm:pt>
    <dgm:pt modelId="{9FD488E6-5E97-4BF7-A034-8E837F10EDA9}" type="pres">
      <dgm:prSet presAssocID="{84836D3E-7B93-4880-81AF-9056A56337F7}" presName="hierChild5" presStyleCnt="0"/>
      <dgm:spPr/>
    </dgm:pt>
    <dgm:pt modelId="{19AEFEBF-77CA-4AE7-B3B6-C286DEA1224F}" type="pres">
      <dgm:prSet presAssocID="{8F2B58F3-2EA1-46DA-BDCF-5184003EB337}" presName="Name35" presStyleLbl="parChTrans1D4" presStyleIdx="5" presStyleCnt="8"/>
      <dgm:spPr/>
    </dgm:pt>
    <dgm:pt modelId="{454AE5E1-21BA-43B6-9BD9-9E67E2E5F7A6}" type="pres">
      <dgm:prSet presAssocID="{244B0D95-E51F-414E-95C2-FCCEDEB402DC}" presName="hierRoot2" presStyleCnt="0">
        <dgm:presLayoutVars>
          <dgm:hierBranch val="init"/>
        </dgm:presLayoutVars>
      </dgm:prSet>
      <dgm:spPr/>
    </dgm:pt>
    <dgm:pt modelId="{93646469-71B9-4200-8C7F-D62D5217A00E}" type="pres">
      <dgm:prSet presAssocID="{244B0D95-E51F-414E-95C2-FCCEDEB402DC}" presName="rootComposite" presStyleCnt="0"/>
      <dgm:spPr/>
    </dgm:pt>
    <dgm:pt modelId="{BDF24745-6116-4FCD-B7F0-ACFD1C0C7F47}" type="pres">
      <dgm:prSet presAssocID="{244B0D95-E51F-414E-95C2-FCCEDEB402DC}" presName="rootText" presStyleLbl="node4" presStyleIdx="5" presStyleCnt="8" custScaleX="115633" custScaleY="77649" custLinFactNeighborX="-1663" custLinFactNeighborY="10744">
        <dgm:presLayoutVars>
          <dgm:chPref val="3"/>
        </dgm:presLayoutVars>
      </dgm:prSet>
      <dgm:spPr/>
    </dgm:pt>
    <dgm:pt modelId="{AB766849-9817-475D-8B11-8398DFC0C6AD}" type="pres">
      <dgm:prSet presAssocID="{244B0D95-E51F-414E-95C2-FCCEDEB402DC}" presName="rootConnector" presStyleLbl="node4" presStyleIdx="5" presStyleCnt="8"/>
      <dgm:spPr/>
    </dgm:pt>
    <dgm:pt modelId="{F3B286A8-B9D8-437C-A524-C7380E6869F5}" type="pres">
      <dgm:prSet presAssocID="{244B0D95-E51F-414E-95C2-FCCEDEB402DC}" presName="hierChild4" presStyleCnt="0"/>
      <dgm:spPr/>
    </dgm:pt>
    <dgm:pt modelId="{0D9D027F-000A-4A78-A347-12E6ED4E4329}" type="pres">
      <dgm:prSet presAssocID="{244B0D95-E51F-414E-95C2-FCCEDEB402DC}" presName="hierChild5" presStyleCnt="0"/>
      <dgm:spPr/>
    </dgm:pt>
    <dgm:pt modelId="{D3FA142A-90DA-40E7-9547-F49EB0D22100}" type="pres">
      <dgm:prSet presAssocID="{2207C40F-7670-4A51-8CE2-EB6BED66567F}" presName="hierChild5" presStyleCnt="0"/>
      <dgm:spPr/>
    </dgm:pt>
    <dgm:pt modelId="{06FFA1FC-456A-4E80-B303-F8183D1DFB06}" type="pres">
      <dgm:prSet presAssocID="{81D3B39E-F56E-40F3-A32F-6F559C668447}" presName="Name35" presStyleLbl="parChTrans1D3" presStyleIdx="3" presStyleCnt="4"/>
      <dgm:spPr/>
    </dgm:pt>
    <dgm:pt modelId="{25CF98A9-B2B0-46EC-8268-A9150EA687DE}" type="pres">
      <dgm:prSet presAssocID="{498D760D-13DE-4332-AAC3-B9A236D99AC4}" presName="hierRoot2" presStyleCnt="0">
        <dgm:presLayoutVars>
          <dgm:hierBranch/>
        </dgm:presLayoutVars>
      </dgm:prSet>
      <dgm:spPr/>
    </dgm:pt>
    <dgm:pt modelId="{F6D401E0-5010-4AD0-BF70-2F8380CFC09A}" type="pres">
      <dgm:prSet presAssocID="{498D760D-13DE-4332-AAC3-B9A236D99AC4}" presName="rootComposite" presStyleCnt="0"/>
      <dgm:spPr/>
    </dgm:pt>
    <dgm:pt modelId="{10ED3A20-C88B-480A-99FD-42F65F0A4E2C}" type="pres">
      <dgm:prSet presAssocID="{498D760D-13DE-4332-AAC3-B9A236D99AC4}" presName="rootText" presStyleLbl="node3" presStyleIdx="3" presStyleCnt="4" custScaleX="108943" custScaleY="81563" custLinFactNeighborX="-10738" custLinFactNeighborY="-8469">
        <dgm:presLayoutVars>
          <dgm:chPref val="3"/>
        </dgm:presLayoutVars>
      </dgm:prSet>
      <dgm:spPr/>
    </dgm:pt>
    <dgm:pt modelId="{98015538-90CC-4A55-A011-5C8830BE7B6B}" type="pres">
      <dgm:prSet presAssocID="{498D760D-13DE-4332-AAC3-B9A236D99AC4}" presName="rootConnector" presStyleLbl="node3" presStyleIdx="3" presStyleCnt="4"/>
      <dgm:spPr/>
    </dgm:pt>
    <dgm:pt modelId="{E0EEF946-6FE3-4247-8765-AFCCBE47BCAA}" type="pres">
      <dgm:prSet presAssocID="{498D760D-13DE-4332-AAC3-B9A236D99AC4}" presName="hierChild4" presStyleCnt="0"/>
      <dgm:spPr/>
    </dgm:pt>
    <dgm:pt modelId="{373F9FF7-8B4C-47E2-9D7B-CE1912E838C8}" type="pres">
      <dgm:prSet presAssocID="{004429D4-F73B-46E7-BA80-37CABC14F847}" presName="Name35" presStyleLbl="parChTrans1D4" presStyleIdx="6" presStyleCnt="8"/>
      <dgm:spPr/>
    </dgm:pt>
    <dgm:pt modelId="{FF16B898-139F-4146-ADAD-E055996F3851}" type="pres">
      <dgm:prSet presAssocID="{27941122-111D-44CF-B21D-6B36FAEDD1FD}" presName="hierRoot2" presStyleCnt="0">
        <dgm:presLayoutVars>
          <dgm:hierBranch val="init"/>
        </dgm:presLayoutVars>
      </dgm:prSet>
      <dgm:spPr/>
    </dgm:pt>
    <dgm:pt modelId="{D7C7CDC3-86CA-4B05-B7A2-3502EDCD403A}" type="pres">
      <dgm:prSet presAssocID="{27941122-111D-44CF-B21D-6B36FAEDD1FD}" presName="rootComposite" presStyleCnt="0"/>
      <dgm:spPr/>
    </dgm:pt>
    <dgm:pt modelId="{3A517E6B-876C-4806-84DC-F1040FD277AA}" type="pres">
      <dgm:prSet presAssocID="{27941122-111D-44CF-B21D-6B36FAEDD1FD}" presName="rootText" presStyleLbl="node4" presStyleIdx="6" presStyleCnt="8" custScaleX="101438" custScaleY="79104" custLinFactNeighborX="-10836" custLinFactNeighborY="15303">
        <dgm:presLayoutVars>
          <dgm:chPref val="3"/>
        </dgm:presLayoutVars>
      </dgm:prSet>
      <dgm:spPr/>
    </dgm:pt>
    <dgm:pt modelId="{E237060A-CF35-4FDA-9FAF-702DC3FFF16F}" type="pres">
      <dgm:prSet presAssocID="{27941122-111D-44CF-B21D-6B36FAEDD1FD}" presName="rootConnector" presStyleLbl="node4" presStyleIdx="6" presStyleCnt="8"/>
      <dgm:spPr/>
    </dgm:pt>
    <dgm:pt modelId="{9B891F62-5F5E-450B-95BB-C25F1A495024}" type="pres">
      <dgm:prSet presAssocID="{27941122-111D-44CF-B21D-6B36FAEDD1FD}" presName="hierChild4" presStyleCnt="0"/>
      <dgm:spPr/>
    </dgm:pt>
    <dgm:pt modelId="{F2560DD6-8D8A-48CE-89F9-1E7526AF3A2F}" type="pres">
      <dgm:prSet presAssocID="{27941122-111D-44CF-B21D-6B36FAEDD1FD}" presName="hierChild5" presStyleCnt="0"/>
      <dgm:spPr/>
    </dgm:pt>
    <dgm:pt modelId="{45BA3CB7-AF9B-47A7-A739-DB791DAF4FFB}" type="pres">
      <dgm:prSet presAssocID="{7BC1C88B-17A1-4A5E-8477-82000C38B2C2}" presName="Name35" presStyleLbl="parChTrans1D4" presStyleIdx="7" presStyleCnt="8"/>
      <dgm:spPr/>
    </dgm:pt>
    <dgm:pt modelId="{49FA6DB7-4F25-407D-8474-00DE0149D4E0}" type="pres">
      <dgm:prSet presAssocID="{94ACC785-C4C9-4928-91B4-B2432E3E67C4}" presName="hierRoot2" presStyleCnt="0">
        <dgm:presLayoutVars>
          <dgm:hierBranch val="init"/>
        </dgm:presLayoutVars>
      </dgm:prSet>
      <dgm:spPr/>
    </dgm:pt>
    <dgm:pt modelId="{4BC0D298-D94D-4005-B3A0-8A17FE762C50}" type="pres">
      <dgm:prSet presAssocID="{94ACC785-C4C9-4928-91B4-B2432E3E67C4}" presName="rootComposite" presStyleCnt="0"/>
      <dgm:spPr/>
    </dgm:pt>
    <dgm:pt modelId="{EB88273D-F0FD-44ED-8C77-DF80D8EA9BA9}" type="pres">
      <dgm:prSet presAssocID="{94ACC785-C4C9-4928-91B4-B2432E3E67C4}" presName="rootText" presStyleLbl="node4" presStyleIdx="7" presStyleCnt="8" custScaleX="104673" custScaleY="80692" custLinFactNeighborX="-9568" custLinFactNeighborY="15303">
        <dgm:presLayoutVars>
          <dgm:chPref val="3"/>
        </dgm:presLayoutVars>
      </dgm:prSet>
      <dgm:spPr/>
    </dgm:pt>
    <dgm:pt modelId="{9A3CE48F-AA79-4FA5-B3FF-457653D4ECD4}" type="pres">
      <dgm:prSet presAssocID="{94ACC785-C4C9-4928-91B4-B2432E3E67C4}" presName="rootConnector" presStyleLbl="node4" presStyleIdx="7" presStyleCnt="8"/>
      <dgm:spPr/>
    </dgm:pt>
    <dgm:pt modelId="{71B64EB9-51B2-4E37-98BF-18029AF7A919}" type="pres">
      <dgm:prSet presAssocID="{94ACC785-C4C9-4928-91B4-B2432E3E67C4}" presName="hierChild4" presStyleCnt="0"/>
      <dgm:spPr/>
    </dgm:pt>
    <dgm:pt modelId="{ECBF623D-3A19-4B6B-84E0-AFC611C70210}" type="pres">
      <dgm:prSet presAssocID="{94ACC785-C4C9-4928-91B4-B2432E3E67C4}" presName="hierChild5" presStyleCnt="0"/>
      <dgm:spPr/>
    </dgm:pt>
    <dgm:pt modelId="{F3C22946-875B-403B-B688-9BF43680A47D}" type="pres">
      <dgm:prSet presAssocID="{498D760D-13DE-4332-AAC3-B9A236D99AC4}" presName="hierChild5" presStyleCnt="0"/>
      <dgm:spPr/>
    </dgm:pt>
    <dgm:pt modelId="{61C73053-7CD1-4AFF-B30D-5AF0CCB3971A}" type="pres">
      <dgm:prSet presAssocID="{B2A34A91-A457-4DA8-AFC5-4CA895B3C40D}" presName="hierChild5" presStyleCnt="0"/>
      <dgm:spPr/>
    </dgm:pt>
    <dgm:pt modelId="{F5D56608-40C9-45F0-944A-8EFC5DB59F0E}" type="pres">
      <dgm:prSet presAssocID="{94C1FF2D-4353-4064-9072-7D71F2F43F9E}" presName="hierChild3" presStyleCnt="0"/>
      <dgm:spPr/>
    </dgm:pt>
  </dgm:ptLst>
  <dgm:cxnLst>
    <dgm:cxn modelId="{EA5FCD01-597D-DA49-A7CD-ACB4465DDAD8}" type="presOf" srcId="{84836D3E-7B93-4880-81AF-9056A56337F7}" destId="{AF869E9B-570F-4B02-9C56-3B4532297DCF}" srcOrd="1" destOrd="0" presId="urn:microsoft.com/office/officeart/2005/8/layout/orgChart1"/>
    <dgm:cxn modelId="{9267FB07-2F1B-3F4D-B472-DC9C80815683}" type="presOf" srcId="{8523A239-10C6-4F4E-B569-2FF0B9DEC3A7}" destId="{3AAE0957-0287-A04F-8481-36BBFA26768D}" srcOrd="1" destOrd="0" presId="urn:microsoft.com/office/officeart/2005/8/layout/orgChart1"/>
    <dgm:cxn modelId="{331F2A10-C204-45CF-A9E3-09AF13C528B9}" srcId="{498D760D-13DE-4332-AAC3-B9A236D99AC4}" destId="{94ACC785-C4C9-4928-91B4-B2432E3E67C4}" srcOrd="1" destOrd="0" parTransId="{7BC1C88B-17A1-4A5E-8477-82000C38B2C2}" sibTransId="{DBE35587-9CC5-4884-B003-8E3005F05C2B}"/>
    <dgm:cxn modelId="{FA1D9710-28E2-6B4B-B50A-1587F53A27BA}" type="presOf" srcId="{F2371777-4194-4B24-925A-F4EE861BE127}" destId="{99A4293A-CCDF-4605-9375-0E23224393D2}" srcOrd="0" destOrd="0" presId="urn:microsoft.com/office/officeart/2005/8/layout/orgChart1"/>
    <dgm:cxn modelId="{DF2B7C11-D1ED-6143-AC08-A84040874EF4}" type="presOf" srcId="{94ACC785-C4C9-4928-91B4-B2432E3E67C4}" destId="{EB88273D-F0FD-44ED-8C77-DF80D8EA9BA9}" srcOrd="0" destOrd="0" presId="urn:microsoft.com/office/officeart/2005/8/layout/orgChart1"/>
    <dgm:cxn modelId="{F5369214-0077-374D-9C67-D671448211EB}" type="presOf" srcId="{498D760D-13DE-4332-AAC3-B9A236D99AC4}" destId="{10ED3A20-C88B-480A-99FD-42F65F0A4E2C}" srcOrd="0" destOrd="0" presId="urn:microsoft.com/office/officeart/2005/8/layout/orgChart1"/>
    <dgm:cxn modelId="{61589D14-E9ED-4640-85E1-E41326E54C61}" srcId="{498D760D-13DE-4332-AAC3-B9A236D99AC4}" destId="{27941122-111D-44CF-B21D-6B36FAEDD1FD}" srcOrd="0" destOrd="0" parTransId="{004429D4-F73B-46E7-BA80-37CABC14F847}" sibTransId="{B5B7F857-31B8-4167-8E40-BA1699C5DE7C}"/>
    <dgm:cxn modelId="{41BB6917-E0C9-5744-B42A-770B4EADACE6}" type="presOf" srcId="{94C1FF2D-4353-4064-9072-7D71F2F43F9E}" destId="{7E0996A0-0378-4E26-9FF4-7FE49368DC91}" srcOrd="0" destOrd="0" presId="urn:microsoft.com/office/officeart/2005/8/layout/orgChart1"/>
    <dgm:cxn modelId="{8C33F11C-19DC-4756-8D62-C765EE9CBA75}" srcId="{639AD7FF-E078-47CD-BA52-6E359C6C2BC9}" destId="{AB5D0D44-2FE7-469E-96B7-4BE017DF99D1}" srcOrd="1" destOrd="0" parTransId="{1141E833-3DDD-44DC-8737-F43C0844EDF0}" sibTransId="{FCD21F9B-AA30-4F6E-809E-8DE669F6DC01}"/>
    <dgm:cxn modelId="{C21F981D-B3B9-D04C-AFD7-AA6977500D2C}" type="presOf" srcId="{B2DF5F26-E09A-44A6-997C-705EA78EEABD}" destId="{E443A13A-5DEB-4553-9CEA-A601F36AB0B8}" srcOrd="0" destOrd="0" presId="urn:microsoft.com/office/officeart/2005/8/layout/orgChart1"/>
    <dgm:cxn modelId="{7314161E-5BDF-C641-AE81-F6B81C12151D}" type="presOf" srcId="{2207C40F-7670-4A51-8CE2-EB6BED66567F}" destId="{D2B14D03-094E-410B-BFDB-5643404F5EB7}" srcOrd="1" destOrd="0" presId="urn:microsoft.com/office/officeart/2005/8/layout/orgChart1"/>
    <dgm:cxn modelId="{B0E80320-F017-3441-86D2-095210C21981}" type="presOf" srcId="{F56F6C5D-E554-4205-8BD0-8B2560F2F867}" destId="{DEC83C07-997F-411C-83D0-4AF509B8D726}" srcOrd="0" destOrd="0" presId="urn:microsoft.com/office/officeart/2005/8/layout/orgChart1"/>
    <dgm:cxn modelId="{582FAC21-7722-0447-869E-809BC86A4024}" type="presOf" srcId="{CD6AFED7-F7B8-4742-9E9A-F0F22C9BFD4D}" destId="{790233F9-F640-4D60-85EF-39A820CE420E}" srcOrd="0" destOrd="0" presId="urn:microsoft.com/office/officeart/2005/8/layout/orgChart1"/>
    <dgm:cxn modelId="{6F9B9727-4E50-45D4-8F7F-4CE6B427A4A6}" srcId="{B2A34A91-A457-4DA8-AFC5-4CA895B3C40D}" destId="{2207C40F-7670-4A51-8CE2-EB6BED66567F}" srcOrd="0" destOrd="0" parTransId="{984B008A-84C3-461C-9E68-7ED63B02E02D}" sibTransId="{96B8F538-8CD1-417E-9C35-F9E3900E0120}"/>
    <dgm:cxn modelId="{79139C27-F61C-AB40-9C29-0628A2463153}" type="presOf" srcId="{7BC1C88B-17A1-4A5E-8477-82000C38B2C2}" destId="{45BA3CB7-AF9B-47A7-A739-DB791DAF4FFB}" srcOrd="0" destOrd="0" presId="urn:microsoft.com/office/officeart/2005/8/layout/orgChart1"/>
    <dgm:cxn modelId="{002E582B-9747-4F46-A991-CE57B314B43F}" type="presOf" srcId="{85CF4601-0004-B540-88A9-644B26C8AAEE}" destId="{1F8824DE-2158-034D-B611-F074DC4B8EEE}" srcOrd="0" destOrd="0" presId="urn:microsoft.com/office/officeart/2005/8/layout/orgChart1"/>
    <dgm:cxn modelId="{5F9B7A2F-9836-E546-8C8E-A0D64B14706D}" type="presOf" srcId="{00C86825-1AD1-41C6-B2E2-B092349C4162}" destId="{883D9C72-244B-465F-AB48-DDA7A9A086AE}" srcOrd="1" destOrd="0" presId="urn:microsoft.com/office/officeart/2005/8/layout/orgChart1"/>
    <dgm:cxn modelId="{7400DF30-25D2-AB4D-A334-B47FC1C296B7}" type="presOf" srcId="{2207C40F-7670-4A51-8CE2-EB6BED66567F}" destId="{1E69C55F-803A-49DE-83D1-50AAE6439979}" srcOrd="0" destOrd="0" presId="urn:microsoft.com/office/officeart/2005/8/layout/orgChart1"/>
    <dgm:cxn modelId="{624B4835-8E78-2240-AB23-B0E135BE913E}" type="presOf" srcId="{1337439B-29A1-4BB4-91F7-6365576343C7}" destId="{72EFAA13-485E-44B4-AC55-F2616513A365}" srcOrd="1" destOrd="0" presId="urn:microsoft.com/office/officeart/2005/8/layout/orgChart1"/>
    <dgm:cxn modelId="{FF612438-204B-5043-B178-C9A3B945E5F8}" type="presOf" srcId="{95A05EC8-27CA-40BC-B61F-9F5E0BDA8E72}" destId="{CE66CA23-05B7-4F59-9E5F-7C6D4B8AC726}" srcOrd="0" destOrd="0" presId="urn:microsoft.com/office/officeart/2005/8/layout/orgChart1"/>
    <dgm:cxn modelId="{350C6338-A919-AE4F-8EA8-9A6A40F658AD}" type="presOf" srcId="{94ACC785-C4C9-4928-91B4-B2432E3E67C4}" destId="{9A3CE48F-AA79-4FA5-B3FF-457653D4ECD4}" srcOrd="1" destOrd="0" presId="urn:microsoft.com/office/officeart/2005/8/layout/orgChart1"/>
    <dgm:cxn modelId="{F3B30043-3A43-40BA-A8C2-F82D3D8C650B}" srcId="{94C1FF2D-4353-4064-9072-7D71F2F43F9E}" destId="{B2A34A91-A457-4DA8-AFC5-4CA895B3C40D}" srcOrd="1" destOrd="0" parTransId="{F2371777-4194-4B24-925A-F4EE861BE127}" sibTransId="{7107F817-8D42-4472-A7B7-17D25678B992}"/>
    <dgm:cxn modelId="{7C04DD4B-BA33-4317-AF6F-246111483CDE}" srcId="{639AD7FF-E078-47CD-BA52-6E359C6C2BC9}" destId="{CD6AFED7-F7B8-4742-9E9A-F0F22C9BFD4D}" srcOrd="0" destOrd="0" parTransId="{14466BFE-00D5-46F1-A5C4-8476882CD4FB}" sibTransId="{E6A033C1-BE5F-429B-9A96-702DB44EDC90}"/>
    <dgm:cxn modelId="{7F42EC4E-B244-4A5A-8128-6CD23E490BA6}" srcId="{AB5D0D44-2FE7-469E-96B7-4BE017DF99D1}" destId="{1337439B-29A1-4BB4-91F7-6365576343C7}" srcOrd="1" destOrd="0" parTransId="{F56F6C5D-E554-4205-8BD0-8B2560F2F867}" sibTransId="{6FB37DF1-1FEB-4E8A-AF55-66811C54D82C}"/>
    <dgm:cxn modelId="{E864B551-5721-B94A-BADF-C7ECE337E892}" type="presOf" srcId="{8F2B58F3-2EA1-46DA-BDCF-5184003EB337}" destId="{19AEFEBF-77CA-4AE7-B3B6-C286DEA1224F}" srcOrd="0" destOrd="0" presId="urn:microsoft.com/office/officeart/2005/8/layout/orgChart1"/>
    <dgm:cxn modelId="{18910653-C707-D846-8A31-5A01B2BC0100}" type="presOf" srcId="{CD6AFED7-F7B8-4742-9E9A-F0F22C9BFD4D}" destId="{160C75B9-ECD7-413D-8285-D961BEDB646B}" srcOrd="1" destOrd="0" presId="urn:microsoft.com/office/officeart/2005/8/layout/orgChart1"/>
    <dgm:cxn modelId="{B865EE56-28F0-3740-BF3B-7E65FE435783}" type="presOf" srcId="{00C86825-1AD1-41C6-B2E2-B092349C4162}" destId="{1FC4F5C3-6EC1-491E-839F-22E805B01F0E}" srcOrd="0" destOrd="0" presId="urn:microsoft.com/office/officeart/2005/8/layout/orgChart1"/>
    <dgm:cxn modelId="{13B7905B-AF86-40E9-9707-6E0FAD45449E}" srcId="{2207C40F-7670-4A51-8CE2-EB6BED66567F}" destId="{244B0D95-E51F-414E-95C2-FCCEDEB402DC}" srcOrd="1" destOrd="0" parTransId="{8F2B58F3-2EA1-46DA-BDCF-5184003EB337}" sibTransId="{20D507BB-F1AA-41B2-891E-E3515BCE0F1B}"/>
    <dgm:cxn modelId="{BE2C995B-5B11-D64B-A367-669ED96AEE2C}" type="presOf" srcId="{1337439B-29A1-4BB4-91F7-6365576343C7}" destId="{EEF9BD34-5B6F-429A-84F4-9560BCA1B675}" srcOrd="0" destOrd="0" presId="urn:microsoft.com/office/officeart/2005/8/layout/orgChart1"/>
    <dgm:cxn modelId="{52478674-9522-40AE-9470-B9792AC9782A}" srcId="{AB5D0D44-2FE7-469E-96B7-4BE017DF99D1}" destId="{00C86825-1AD1-41C6-B2E2-B092349C4162}" srcOrd="0" destOrd="0" parTransId="{2C14A9BB-D01B-404E-A0F1-8383E486BBB3}" sibTransId="{550B3953-7A9D-4948-A1C9-689A7FD6F365}"/>
    <dgm:cxn modelId="{24A8C97D-5A1D-E344-8E88-96EEF0BCE134}" type="presOf" srcId="{B2A34A91-A457-4DA8-AFC5-4CA895B3C40D}" destId="{1801EA5C-5FD9-4C49-BB26-860516DDE616}" srcOrd="1" destOrd="0" presId="urn:microsoft.com/office/officeart/2005/8/layout/orgChart1"/>
    <dgm:cxn modelId="{FEA00684-1683-3A4B-9ECC-094D3244AD18}" type="presOf" srcId="{AB5D0D44-2FE7-469E-96B7-4BE017DF99D1}" destId="{C883432D-F1A6-4C7C-BFCB-A24FB5184031}" srcOrd="0" destOrd="0" presId="urn:microsoft.com/office/officeart/2005/8/layout/orgChart1"/>
    <dgm:cxn modelId="{364C8186-E090-7345-AC14-C55977457AFA}" type="presOf" srcId="{AB5D0D44-2FE7-469E-96B7-4BE017DF99D1}" destId="{4E1BA5E3-A426-4914-9B91-5EE21EF6147E}" srcOrd="1" destOrd="0" presId="urn:microsoft.com/office/officeart/2005/8/layout/orgChart1"/>
    <dgm:cxn modelId="{16ED8589-B9AC-F941-A1B2-DE1AA1452407}" type="presOf" srcId="{004429D4-F73B-46E7-BA80-37CABC14F847}" destId="{373F9FF7-8B4C-47E2-9D7B-CE1912E838C8}" srcOrd="0" destOrd="0" presId="urn:microsoft.com/office/officeart/2005/8/layout/orgChart1"/>
    <dgm:cxn modelId="{8D5D988D-70DC-0F42-BD3C-443DE5ECFE2C}" type="presOf" srcId="{94C1FF2D-4353-4064-9072-7D71F2F43F9E}" destId="{41A7927E-4527-4348-852D-E81A491930E0}" srcOrd="1" destOrd="0" presId="urn:microsoft.com/office/officeart/2005/8/layout/orgChart1"/>
    <dgm:cxn modelId="{3EDC1492-EF35-8A47-ABF3-682EE0BF8CF7}" type="presOf" srcId="{575C0B2B-FEB8-43C5-B0EC-589422D4DB11}" destId="{22C6A11B-9B70-40D9-8C8D-572C9BD7AE4E}" srcOrd="0" destOrd="0" presId="urn:microsoft.com/office/officeart/2005/8/layout/orgChart1"/>
    <dgm:cxn modelId="{4B378892-DCC4-5A43-BAC8-B73A5B8B12DB}" type="presOf" srcId="{498D760D-13DE-4332-AAC3-B9A236D99AC4}" destId="{98015538-90CC-4A55-A011-5C8830BE7B6B}" srcOrd="1" destOrd="0" presId="urn:microsoft.com/office/officeart/2005/8/layout/orgChart1"/>
    <dgm:cxn modelId="{316E8593-E87C-B044-8F6E-3E0C54B0DFFD}" type="presOf" srcId="{84836D3E-7B93-4880-81AF-9056A56337F7}" destId="{0602FB54-DDF6-4A6B-9A19-495BCD9DF535}" srcOrd="0" destOrd="0" presId="urn:microsoft.com/office/officeart/2005/8/layout/orgChart1"/>
    <dgm:cxn modelId="{7564ED9A-4A86-429C-91FA-52187A1CD2DA}" srcId="{B2DF5F26-E09A-44A6-997C-705EA78EEABD}" destId="{94C1FF2D-4353-4064-9072-7D71F2F43F9E}" srcOrd="0" destOrd="0" parTransId="{327F5A82-9F0A-4E5A-91BC-9074365E02AB}" sibTransId="{0C4D673C-07D5-4F40-A3DE-352653E46950}"/>
    <dgm:cxn modelId="{A85DF99C-41CA-954F-9231-0D05C98E9BA4}" type="presOf" srcId="{984B008A-84C3-461C-9E68-7ED63B02E02D}" destId="{54F2F6F5-2F10-40B6-AA4F-89374DC7DDA4}" srcOrd="0" destOrd="0" presId="urn:microsoft.com/office/officeart/2005/8/layout/orgChart1"/>
    <dgm:cxn modelId="{53F06CA2-7E24-C144-98FA-709044C90471}" type="presOf" srcId="{81D3B39E-F56E-40F3-A32F-6F559C668447}" destId="{06FFA1FC-456A-4E80-B303-F8183D1DFB06}" srcOrd="0" destOrd="0" presId="urn:microsoft.com/office/officeart/2005/8/layout/orgChart1"/>
    <dgm:cxn modelId="{8668C1A2-4BFC-7D41-BDFB-52D805421E25}" type="presOf" srcId="{244B0D95-E51F-414E-95C2-FCCEDEB402DC}" destId="{BDF24745-6116-4FCD-B7F0-ACFD1C0C7F47}" srcOrd="0" destOrd="0" presId="urn:microsoft.com/office/officeart/2005/8/layout/orgChart1"/>
    <dgm:cxn modelId="{EBA164A4-E420-4F14-90D9-DD7E170C9288}" srcId="{94C1FF2D-4353-4064-9072-7D71F2F43F9E}" destId="{639AD7FF-E078-47CD-BA52-6E359C6C2BC9}" srcOrd="0" destOrd="0" parTransId="{95A05EC8-27CA-40BC-B61F-9F5E0BDA8E72}" sibTransId="{D7C3C22A-56DF-4DD6-AFD8-5B26ADABBD43}"/>
    <dgm:cxn modelId="{279217AF-AA1C-0545-BFD9-882A87779A11}" type="presOf" srcId="{6D8638A4-81F7-684F-A1C6-9993AE330543}" destId="{1E5F7A50-1F8B-B740-878F-1D8FB7CC23F9}" srcOrd="1" destOrd="0" presId="urn:microsoft.com/office/officeart/2005/8/layout/orgChart1"/>
    <dgm:cxn modelId="{CBE4E8C1-37AA-FD4A-A5F1-384FC9C65E4D}" type="presOf" srcId="{2C14A9BB-D01B-404E-A0F1-8383E486BBB3}" destId="{FCAD7ED4-9CE9-44B5-A06F-83640A97E000}" srcOrd="0" destOrd="0" presId="urn:microsoft.com/office/officeart/2005/8/layout/orgChart1"/>
    <dgm:cxn modelId="{AF9DCDC6-0B8C-EB49-8899-7F69A1CF1F5E}" type="presOf" srcId="{6D8638A4-81F7-684F-A1C6-9993AE330543}" destId="{EE747275-D077-2E4C-81E1-268F8FA1C897}" srcOrd="0" destOrd="0" presId="urn:microsoft.com/office/officeart/2005/8/layout/orgChart1"/>
    <dgm:cxn modelId="{6EFEBFC7-5D8E-7740-8A3A-65285CA5C4C0}" srcId="{CD6AFED7-F7B8-4742-9E9A-F0F22C9BFD4D}" destId="{8523A239-10C6-4F4E-B569-2FF0B9DEC3A7}" srcOrd="0" destOrd="0" parTransId="{85CF4601-0004-B540-88A9-644B26C8AAEE}" sibTransId="{B36A4BB7-7457-E34C-BAE3-59526539F968}"/>
    <dgm:cxn modelId="{34ECE0CA-DF6B-6B40-AC36-F52FB088D9A3}" type="presOf" srcId="{C93CB381-2AF1-C248-ABDB-9442C826EF42}" destId="{8CB0A13F-D6E3-7445-ABF9-26FA5708E8F6}" srcOrd="0" destOrd="0" presId="urn:microsoft.com/office/officeart/2005/8/layout/orgChart1"/>
    <dgm:cxn modelId="{4737E5CB-4710-5047-AC1D-9BAF0574B854}" type="presOf" srcId="{8523A239-10C6-4F4E-B569-2FF0B9DEC3A7}" destId="{EB1B3236-0CB0-2740-B310-B6007BEECF27}" srcOrd="0" destOrd="0" presId="urn:microsoft.com/office/officeart/2005/8/layout/orgChart1"/>
    <dgm:cxn modelId="{151F72D1-C3DF-2E41-8B8C-EA974553FA73}" type="presOf" srcId="{27941122-111D-44CF-B21D-6B36FAEDD1FD}" destId="{E237060A-CF35-4FDA-9FAF-702DC3FFF16F}" srcOrd="1" destOrd="0" presId="urn:microsoft.com/office/officeart/2005/8/layout/orgChart1"/>
    <dgm:cxn modelId="{075432D6-44CF-234D-9D20-A36226B6446D}" type="presOf" srcId="{639AD7FF-E078-47CD-BA52-6E359C6C2BC9}" destId="{518241FC-CA43-4F3E-A130-8D3D92C5E1D7}" srcOrd="1" destOrd="0" presId="urn:microsoft.com/office/officeart/2005/8/layout/orgChart1"/>
    <dgm:cxn modelId="{0B1EB1D9-D6C8-E745-8366-A4082C143170}" type="presOf" srcId="{14466BFE-00D5-46F1-A5C4-8476882CD4FB}" destId="{55DAD366-86FC-471A-AE23-7E5DDB26FDDF}" srcOrd="0" destOrd="0" presId="urn:microsoft.com/office/officeart/2005/8/layout/orgChart1"/>
    <dgm:cxn modelId="{0A8094DF-0245-344E-AC77-E46A18AD8D80}" type="presOf" srcId="{27941122-111D-44CF-B21D-6B36FAEDD1FD}" destId="{3A517E6B-876C-4806-84DC-F1040FD277AA}" srcOrd="0" destOrd="0" presId="urn:microsoft.com/office/officeart/2005/8/layout/orgChart1"/>
    <dgm:cxn modelId="{C665E2E9-F8B3-504D-A2E9-1881F653F660}" type="presOf" srcId="{244B0D95-E51F-414E-95C2-FCCEDEB402DC}" destId="{AB766849-9817-475D-8B11-8398DFC0C6AD}" srcOrd="1" destOrd="0" presId="urn:microsoft.com/office/officeart/2005/8/layout/orgChart1"/>
    <dgm:cxn modelId="{5C4089F0-1847-DA42-911A-94B407F4FE07}" type="presOf" srcId="{639AD7FF-E078-47CD-BA52-6E359C6C2BC9}" destId="{C9C57BD3-C69E-4A15-89BF-B1BB546075DD}" srcOrd="0" destOrd="0" presId="urn:microsoft.com/office/officeart/2005/8/layout/orgChart1"/>
    <dgm:cxn modelId="{612C2AF2-7FAA-45B7-9932-6970ACA0F52D}" srcId="{B2A34A91-A457-4DA8-AFC5-4CA895B3C40D}" destId="{498D760D-13DE-4332-AAC3-B9A236D99AC4}" srcOrd="1" destOrd="0" parTransId="{81D3B39E-F56E-40F3-A32F-6F559C668447}" sibTransId="{94957FF1-240E-4E29-8107-AD8AD596D549}"/>
    <dgm:cxn modelId="{7B2F3FF6-43EA-4448-BE81-C3F52FA86C8A}" type="presOf" srcId="{B2A34A91-A457-4DA8-AFC5-4CA895B3C40D}" destId="{1F428A18-CE33-405D-A2A0-CCEDD85C745D}" srcOrd="0" destOrd="0" presId="urn:microsoft.com/office/officeart/2005/8/layout/orgChart1"/>
    <dgm:cxn modelId="{949D35F9-1DC1-9D44-9412-440E7DED1F1E}" srcId="{CD6AFED7-F7B8-4742-9E9A-F0F22C9BFD4D}" destId="{6D8638A4-81F7-684F-A1C6-9993AE330543}" srcOrd="1" destOrd="0" parTransId="{C93CB381-2AF1-C248-ABDB-9442C826EF42}" sibTransId="{B86FDF41-43DE-4147-89F9-F5CE7FD06490}"/>
    <dgm:cxn modelId="{5D4BD2F9-20CA-438E-9449-DF0FEF697D6B}" srcId="{2207C40F-7670-4A51-8CE2-EB6BED66567F}" destId="{84836D3E-7B93-4880-81AF-9056A56337F7}" srcOrd="0" destOrd="0" parTransId="{575C0B2B-FEB8-43C5-B0EC-589422D4DB11}" sibTransId="{0ED04298-343A-41D7-8C5D-408AB229A915}"/>
    <dgm:cxn modelId="{94CAB8FB-5F14-FF4D-BDAD-C55485BECC42}" type="presOf" srcId="{1141E833-3DDD-44DC-8737-F43C0844EDF0}" destId="{460F6114-039C-4FF6-B510-7851E3824B81}" srcOrd="0" destOrd="0" presId="urn:microsoft.com/office/officeart/2005/8/layout/orgChart1"/>
    <dgm:cxn modelId="{85B6F805-16B2-ED4F-896E-093AE322ED8C}" type="presParOf" srcId="{E443A13A-5DEB-4553-9CEA-A601F36AB0B8}" destId="{27FB2290-4178-4D2E-B720-90DB5361BFBB}" srcOrd="0" destOrd="0" presId="urn:microsoft.com/office/officeart/2005/8/layout/orgChart1"/>
    <dgm:cxn modelId="{D8C29F64-C6AA-CC49-9724-33F0E0B371A5}" type="presParOf" srcId="{27FB2290-4178-4D2E-B720-90DB5361BFBB}" destId="{86839836-5F42-4D26-B68A-D2EE6184069F}" srcOrd="0" destOrd="0" presId="urn:microsoft.com/office/officeart/2005/8/layout/orgChart1"/>
    <dgm:cxn modelId="{174276DD-4EDB-094D-B036-27061E9B47B6}" type="presParOf" srcId="{86839836-5F42-4D26-B68A-D2EE6184069F}" destId="{7E0996A0-0378-4E26-9FF4-7FE49368DC91}" srcOrd="0" destOrd="0" presId="urn:microsoft.com/office/officeart/2005/8/layout/orgChart1"/>
    <dgm:cxn modelId="{BDE36B49-2D11-1F4B-8642-34ABC6DDB919}" type="presParOf" srcId="{86839836-5F42-4D26-B68A-D2EE6184069F}" destId="{41A7927E-4527-4348-852D-E81A491930E0}" srcOrd="1" destOrd="0" presId="urn:microsoft.com/office/officeart/2005/8/layout/orgChart1"/>
    <dgm:cxn modelId="{A8D99BE5-9378-F749-9008-D67522029724}" type="presParOf" srcId="{27FB2290-4178-4D2E-B720-90DB5361BFBB}" destId="{5E9D923F-8521-4AD2-BAAB-4FC7468C6E8C}" srcOrd="1" destOrd="0" presId="urn:microsoft.com/office/officeart/2005/8/layout/orgChart1"/>
    <dgm:cxn modelId="{8077BCE4-0D57-3940-994D-01526E881693}" type="presParOf" srcId="{5E9D923F-8521-4AD2-BAAB-4FC7468C6E8C}" destId="{CE66CA23-05B7-4F59-9E5F-7C6D4B8AC726}" srcOrd="0" destOrd="0" presId="urn:microsoft.com/office/officeart/2005/8/layout/orgChart1"/>
    <dgm:cxn modelId="{248F3B31-9015-E04A-A64D-14B8819BD573}" type="presParOf" srcId="{5E9D923F-8521-4AD2-BAAB-4FC7468C6E8C}" destId="{4DBABFEA-55D6-4EC6-B776-58729A637F99}" srcOrd="1" destOrd="0" presId="urn:microsoft.com/office/officeart/2005/8/layout/orgChart1"/>
    <dgm:cxn modelId="{0F6C7FED-EE2E-DE4D-A905-DB85471951E6}" type="presParOf" srcId="{4DBABFEA-55D6-4EC6-B776-58729A637F99}" destId="{6AFC907F-6AD2-4F32-B551-12933E1842A0}" srcOrd="0" destOrd="0" presId="urn:microsoft.com/office/officeart/2005/8/layout/orgChart1"/>
    <dgm:cxn modelId="{74863CA1-66C0-4545-98CA-2855CA06653B}" type="presParOf" srcId="{6AFC907F-6AD2-4F32-B551-12933E1842A0}" destId="{C9C57BD3-C69E-4A15-89BF-B1BB546075DD}" srcOrd="0" destOrd="0" presId="urn:microsoft.com/office/officeart/2005/8/layout/orgChart1"/>
    <dgm:cxn modelId="{E7C8791F-A3B7-E24A-8283-FC432ABCC28B}" type="presParOf" srcId="{6AFC907F-6AD2-4F32-B551-12933E1842A0}" destId="{518241FC-CA43-4F3E-A130-8D3D92C5E1D7}" srcOrd="1" destOrd="0" presId="urn:microsoft.com/office/officeart/2005/8/layout/orgChart1"/>
    <dgm:cxn modelId="{19ECF46B-B12E-7743-9906-2C952C501AC2}" type="presParOf" srcId="{4DBABFEA-55D6-4EC6-B776-58729A637F99}" destId="{CAD8F528-EA52-4073-9FA0-8C5BD3AFD4D1}" srcOrd="1" destOrd="0" presId="urn:microsoft.com/office/officeart/2005/8/layout/orgChart1"/>
    <dgm:cxn modelId="{293BD964-2A84-2F43-BE75-A3DD50C5F825}" type="presParOf" srcId="{CAD8F528-EA52-4073-9FA0-8C5BD3AFD4D1}" destId="{55DAD366-86FC-471A-AE23-7E5DDB26FDDF}" srcOrd="0" destOrd="0" presId="urn:microsoft.com/office/officeart/2005/8/layout/orgChart1"/>
    <dgm:cxn modelId="{B1474151-AF93-CE47-AA72-3D089296B2E1}" type="presParOf" srcId="{CAD8F528-EA52-4073-9FA0-8C5BD3AFD4D1}" destId="{EDB6F8BA-BEF7-4322-8ECE-D56B5CB37E6D}" srcOrd="1" destOrd="0" presId="urn:microsoft.com/office/officeart/2005/8/layout/orgChart1"/>
    <dgm:cxn modelId="{945515BA-5650-624F-832C-F315690BD923}" type="presParOf" srcId="{EDB6F8BA-BEF7-4322-8ECE-D56B5CB37E6D}" destId="{32924ECF-0C5C-4343-9BA3-C011560A0A20}" srcOrd="0" destOrd="0" presId="urn:microsoft.com/office/officeart/2005/8/layout/orgChart1"/>
    <dgm:cxn modelId="{D9FCF951-9483-3F49-B7B3-381BC53EF82A}" type="presParOf" srcId="{32924ECF-0C5C-4343-9BA3-C011560A0A20}" destId="{790233F9-F640-4D60-85EF-39A820CE420E}" srcOrd="0" destOrd="0" presId="urn:microsoft.com/office/officeart/2005/8/layout/orgChart1"/>
    <dgm:cxn modelId="{8A79BF71-94C2-0B49-BB1E-072A407F1B19}" type="presParOf" srcId="{32924ECF-0C5C-4343-9BA3-C011560A0A20}" destId="{160C75B9-ECD7-413D-8285-D961BEDB646B}" srcOrd="1" destOrd="0" presId="urn:microsoft.com/office/officeart/2005/8/layout/orgChart1"/>
    <dgm:cxn modelId="{D0EF2A9A-CF80-4D4E-8174-6DB1791083C3}" type="presParOf" srcId="{EDB6F8BA-BEF7-4322-8ECE-D56B5CB37E6D}" destId="{79859737-1A64-4CE8-8A88-10B2F52ED757}" srcOrd="1" destOrd="0" presId="urn:microsoft.com/office/officeart/2005/8/layout/orgChart1"/>
    <dgm:cxn modelId="{A3591E4D-E5F2-4744-B955-0DB1F33B369E}" type="presParOf" srcId="{79859737-1A64-4CE8-8A88-10B2F52ED757}" destId="{1F8824DE-2158-034D-B611-F074DC4B8EEE}" srcOrd="0" destOrd="0" presId="urn:microsoft.com/office/officeart/2005/8/layout/orgChart1"/>
    <dgm:cxn modelId="{E4BD89FB-857B-CB40-8A62-5C0CBFFC4790}" type="presParOf" srcId="{79859737-1A64-4CE8-8A88-10B2F52ED757}" destId="{6764CBC7-E26E-744A-8261-4A685EBB4CBF}" srcOrd="1" destOrd="0" presId="urn:microsoft.com/office/officeart/2005/8/layout/orgChart1"/>
    <dgm:cxn modelId="{84C54B2B-CB60-5F4A-A8E1-DE0B66B2CE60}" type="presParOf" srcId="{6764CBC7-E26E-744A-8261-4A685EBB4CBF}" destId="{ABE2839A-D2EB-C44D-826F-0B84533F436A}" srcOrd="0" destOrd="0" presId="urn:microsoft.com/office/officeart/2005/8/layout/orgChart1"/>
    <dgm:cxn modelId="{8715BAA7-C920-5C4C-9FE6-872310CF81A5}" type="presParOf" srcId="{ABE2839A-D2EB-C44D-826F-0B84533F436A}" destId="{EB1B3236-0CB0-2740-B310-B6007BEECF27}" srcOrd="0" destOrd="0" presId="urn:microsoft.com/office/officeart/2005/8/layout/orgChart1"/>
    <dgm:cxn modelId="{2432CDEC-650F-A643-8C25-D1E5BDD7A9FE}" type="presParOf" srcId="{ABE2839A-D2EB-C44D-826F-0B84533F436A}" destId="{3AAE0957-0287-A04F-8481-36BBFA26768D}" srcOrd="1" destOrd="0" presId="urn:microsoft.com/office/officeart/2005/8/layout/orgChart1"/>
    <dgm:cxn modelId="{7E778EEE-C090-F741-8BCC-71D6DAEC6E85}" type="presParOf" srcId="{6764CBC7-E26E-744A-8261-4A685EBB4CBF}" destId="{CEB08B8A-0DC3-7248-AC9B-C9AD6D38A36E}" srcOrd="1" destOrd="0" presId="urn:microsoft.com/office/officeart/2005/8/layout/orgChart1"/>
    <dgm:cxn modelId="{48179D4F-A44B-374B-A5FF-1A6A35D79D45}" type="presParOf" srcId="{6764CBC7-E26E-744A-8261-4A685EBB4CBF}" destId="{D4319AA0-DA55-4242-9432-38056FD7917A}" srcOrd="2" destOrd="0" presId="urn:microsoft.com/office/officeart/2005/8/layout/orgChart1"/>
    <dgm:cxn modelId="{13F45A14-B906-804F-8E78-75FE9B647222}" type="presParOf" srcId="{79859737-1A64-4CE8-8A88-10B2F52ED757}" destId="{8CB0A13F-D6E3-7445-ABF9-26FA5708E8F6}" srcOrd="2" destOrd="0" presId="urn:microsoft.com/office/officeart/2005/8/layout/orgChart1"/>
    <dgm:cxn modelId="{C571C683-03B1-6248-8D5D-CE744A869233}" type="presParOf" srcId="{79859737-1A64-4CE8-8A88-10B2F52ED757}" destId="{251999EB-3EAD-F444-AB36-86D12831A792}" srcOrd="3" destOrd="0" presId="urn:microsoft.com/office/officeart/2005/8/layout/orgChart1"/>
    <dgm:cxn modelId="{6F46C5C9-E6AA-A548-832A-4C49D2B14267}" type="presParOf" srcId="{251999EB-3EAD-F444-AB36-86D12831A792}" destId="{201C4A95-2BB5-0449-9D72-EB525265B307}" srcOrd="0" destOrd="0" presId="urn:microsoft.com/office/officeart/2005/8/layout/orgChart1"/>
    <dgm:cxn modelId="{14F2D10B-1545-8B4E-AFE4-E86820443958}" type="presParOf" srcId="{201C4A95-2BB5-0449-9D72-EB525265B307}" destId="{EE747275-D077-2E4C-81E1-268F8FA1C897}" srcOrd="0" destOrd="0" presId="urn:microsoft.com/office/officeart/2005/8/layout/orgChart1"/>
    <dgm:cxn modelId="{EB2BF451-E54C-394B-9AF1-D0B58E051976}" type="presParOf" srcId="{201C4A95-2BB5-0449-9D72-EB525265B307}" destId="{1E5F7A50-1F8B-B740-878F-1D8FB7CC23F9}" srcOrd="1" destOrd="0" presId="urn:microsoft.com/office/officeart/2005/8/layout/orgChart1"/>
    <dgm:cxn modelId="{DF824E57-BD42-CA4A-A254-C615A27D69EC}" type="presParOf" srcId="{251999EB-3EAD-F444-AB36-86D12831A792}" destId="{4D91B47E-FCB4-414D-B8BC-43B35108D8E4}" srcOrd="1" destOrd="0" presId="urn:microsoft.com/office/officeart/2005/8/layout/orgChart1"/>
    <dgm:cxn modelId="{6C2B8A77-8EE2-7C4E-937B-886DCFCA920D}" type="presParOf" srcId="{251999EB-3EAD-F444-AB36-86D12831A792}" destId="{C78594CF-7E39-A644-8236-423E7BBC7BB1}" srcOrd="2" destOrd="0" presId="urn:microsoft.com/office/officeart/2005/8/layout/orgChart1"/>
    <dgm:cxn modelId="{209F733D-FAF0-474E-93D3-AFB016475D65}" type="presParOf" srcId="{EDB6F8BA-BEF7-4322-8ECE-D56B5CB37E6D}" destId="{83B8ED0F-AEBD-47A4-B146-9BD745787964}" srcOrd="2" destOrd="0" presId="urn:microsoft.com/office/officeart/2005/8/layout/orgChart1"/>
    <dgm:cxn modelId="{B7C4610B-643C-2E4F-A263-D81FECE50BE3}" type="presParOf" srcId="{CAD8F528-EA52-4073-9FA0-8C5BD3AFD4D1}" destId="{460F6114-039C-4FF6-B510-7851E3824B81}" srcOrd="2" destOrd="0" presId="urn:microsoft.com/office/officeart/2005/8/layout/orgChart1"/>
    <dgm:cxn modelId="{35B39504-D255-154F-8230-CFE1EE3B6A60}" type="presParOf" srcId="{CAD8F528-EA52-4073-9FA0-8C5BD3AFD4D1}" destId="{0FF0B9CB-6E5A-4706-8BA3-A49F6DD8F210}" srcOrd="3" destOrd="0" presId="urn:microsoft.com/office/officeart/2005/8/layout/orgChart1"/>
    <dgm:cxn modelId="{0A97C15B-48C6-EE44-9093-4652455AE7AF}" type="presParOf" srcId="{0FF0B9CB-6E5A-4706-8BA3-A49F6DD8F210}" destId="{F38EE295-EB35-4453-8AEA-6A144A25439F}" srcOrd="0" destOrd="0" presId="urn:microsoft.com/office/officeart/2005/8/layout/orgChart1"/>
    <dgm:cxn modelId="{57E318DC-DF32-D743-9FBE-EAC1318392F8}" type="presParOf" srcId="{F38EE295-EB35-4453-8AEA-6A144A25439F}" destId="{C883432D-F1A6-4C7C-BFCB-A24FB5184031}" srcOrd="0" destOrd="0" presId="urn:microsoft.com/office/officeart/2005/8/layout/orgChart1"/>
    <dgm:cxn modelId="{62F1B9EC-276A-D540-9380-4699888C9BA6}" type="presParOf" srcId="{F38EE295-EB35-4453-8AEA-6A144A25439F}" destId="{4E1BA5E3-A426-4914-9B91-5EE21EF6147E}" srcOrd="1" destOrd="0" presId="urn:microsoft.com/office/officeart/2005/8/layout/orgChart1"/>
    <dgm:cxn modelId="{1B74257D-BCFB-1D44-8A6A-7E51075BD3BF}" type="presParOf" srcId="{0FF0B9CB-6E5A-4706-8BA3-A49F6DD8F210}" destId="{03765E58-85BB-4B13-BD0D-0F8ECAF07249}" srcOrd="1" destOrd="0" presId="urn:microsoft.com/office/officeart/2005/8/layout/orgChart1"/>
    <dgm:cxn modelId="{CC5B51D4-AD5C-D845-A8A7-30B411EF2863}" type="presParOf" srcId="{03765E58-85BB-4B13-BD0D-0F8ECAF07249}" destId="{FCAD7ED4-9CE9-44B5-A06F-83640A97E000}" srcOrd="0" destOrd="0" presId="urn:microsoft.com/office/officeart/2005/8/layout/orgChart1"/>
    <dgm:cxn modelId="{5C8FB51E-3956-E649-A3E2-34176BF5EF25}" type="presParOf" srcId="{03765E58-85BB-4B13-BD0D-0F8ECAF07249}" destId="{B49B3D56-5DFD-4952-BA13-D3AD20F4016F}" srcOrd="1" destOrd="0" presId="urn:microsoft.com/office/officeart/2005/8/layout/orgChart1"/>
    <dgm:cxn modelId="{A558EFE6-F7F6-0244-99BA-3C1894EF7A60}" type="presParOf" srcId="{B49B3D56-5DFD-4952-BA13-D3AD20F4016F}" destId="{575E527F-8F04-4285-BD92-F2A6E2FCF194}" srcOrd="0" destOrd="0" presId="urn:microsoft.com/office/officeart/2005/8/layout/orgChart1"/>
    <dgm:cxn modelId="{B1373BDC-F0B7-D449-B84A-393D43511F64}" type="presParOf" srcId="{575E527F-8F04-4285-BD92-F2A6E2FCF194}" destId="{1FC4F5C3-6EC1-491E-839F-22E805B01F0E}" srcOrd="0" destOrd="0" presId="urn:microsoft.com/office/officeart/2005/8/layout/orgChart1"/>
    <dgm:cxn modelId="{051A680E-AAEF-774F-A253-489D428CF8E5}" type="presParOf" srcId="{575E527F-8F04-4285-BD92-F2A6E2FCF194}" destId="{883D9C72-244B-465F-AB48-DDA7A9A086AE}" srcOrd="1" destOrd="0" presId="urn:microsoft.com/office/officeart/2005/8/layout/orgChart1"/>
    <dgm:cxn modelId="{F98A89C8-C1CF-8943-80DF-9FCF9749DE14}" type="presParOf" srcId="{B49B3D56-5DFD-4952-BA13-D3AD20F4016F}" destId="{38720ED0-2051-4C26-A2A4-3AE8A22BDCFF}" srcOrd="1" destOrd="0" presId="urn:microsoft.com/office/officeart/2005/8/layout/orgChart1"/>
    <dgm:cxn modelId="{3C203266-ABC0-CA48-95A1-9C6E2381C1A6}" type="presParOf" srcId="{B49B3D56-5DFD-4952-BA13-D3AD20F4016F}" destId="{C7E677E6-44C8-4BE7-9E5E-31C6B50AA01E}" srcOrd="2" destOrd="0" presId="urn:microsoft.com/office/officeart/2005/8/layout/orgChart1"/>
    <dgm:cxn modelId="{1F1A79E2-4FB4-B34A-9A6A-6A8B3E5C493A}" type="presParOf" srcId="{03765E58-85BB-4B13-BD0D-0F8ECAF07249}" destId="{DEC83C07-997F-411C-83D0-4AF509B8D726}" srcOrd="2" destOrd="0" presId="urn:microsoft.com/office/officeart/2005/8/layout/orgChart1"/>
    <dgm:cxn modelId="{0A009BAB-9EB5-4447-8B38-6BF066335AFE}" type="presParOf" srcId="{03765E58-85BB-4B13-BD0D-0F8ECAF07249}" destId="{BB64D369-10DB-4EA7-BFCC-4EF64C443771}" srcOrd="3" destOrd="0" presId="urn:microsoft.com/office/officeart/2005/8/layout/orgChart1"/>
    <dgm:cxn modelId="{4929A1AA-2BE4-4A43-A072-8B86DF4B6A97}" type="presParOf" srcId="{BB64D369-10DB-4EA7-BFCC-4EF64C443771}" destId="{31D84ED1-0A97-499A-8B1B-719918E0A6B6}" srcOrd="0" destOrd="0" presId="urn:microsoft.com/office/officeart/2005/8/layout/orgChart1"/>
    <dgm:cxn modelId="{4923AAE4-C50A-AA4E-B0A6-B8C9A095EAEB}" type="presParOf" srcId="{31D84ED1-0A97-499A-8B1B-719918E0A6B6}" destId="{EEF9BD34-5B6F-429A-84F4-9560BCA1B675}" srcOrd="0" destOrd="0" presId="urn:microsoft.com/office/officeart/2005/8/layout/orgChart1"/>
    <dgm:cxn modelId="{3D81118C-5C27-7B4C-98F5-70F0F7B82D33}" type="presParOf" srcId="{31D84ED1-0A97-499A-8B1B-719918E0A6B6}" destId="{72EFAA13-485E-44B4-AC55-F2616513A365}" srcOrd="1" destOrd="0" presId="urn:microsoft.com/office/officeart/2005/8/layout/orgChart1"/>
    <dgm:cxn modelId="{C1FEED43-769B-DD4B-A285-15197D539EA4}" type="presParOf" srcId="{BB64D369-10DB-4EA7-BFCC-4EF64C443771}" destId="{B323B768-85FB-4C57-A81C-EB9CC42832CA}" srcOrd="1" destOrd="0" presId="urn:microsoft.com/office/officeart/2005/8/layout/orgChart1"/>
    <dgm:cxn modelId="{969C246B-29AA-ED4F-912F-F6488A417546}" type="presParOf" srcId="{BB64D369-10DB-4EA7-BFCC-4EF64C443771}" destId="{4539DCF8-9161-461B-8544-6B8445B443F4}" srcOrd="2" destOrd="0" presId="urn:microsoft.com/office/officeart/2005/8/layout/orgChart1"/>
    <dgm:cxn modelId="{AA790C8C-D978-C049-8C6C-6D2FFDBCA469}" type="presParOf" srcId="{0FF0B9CB-6E5A-4706-8BA3-A49F6DD8F210}" destId="{AFAAD685-DB58-4F20-A6CA-62ECE0A6A6D2}" srcOrd="2" destOrd="0" presId="urn:microsoft.com/office/officeart/2005/8/layout/orgChart1"/>
    <dgm:cxn modelId="{5B224E07-5B49-1D41-B708-06357E44D79F}" type="presParOf" srcId="{4DBABFEA-55D6-4EC6-B776-58729A637F99}" destId="{53E22E66-34D0-4CC4-A085-0D2DE3A777B1}" srcOrd="2" destOrd="0" presId="urn:microsoft.com/office/officeart/2005/8/layout/orgChart1"/>
    <dgm:cxn modelId="{57AF4B11-8367-294E-B9E2-EF117E4639B3}" type="presParOf" srcId="{5E9D923F-8521-4AD2-BAAB-4FC7468C6E8C}" destId="{99A4293A-CCDF-4605-9375-0E23224393D2}" srcOrd="2" destOrd="0" presId="urn:microsoft.com/office/officeart/2005/8/layout/orgChart1"/>
    <dgm:cxn modelId="{A26410A3-75F4-2D46-A75D-D3163DB4E246}" type="presParOf" srcId="{5E9D923F-8521-4AD2-BAAB-4FC7468C6E8C}" destId="{FA05961B-8858-4666-B46B-4365F06B026B}" srcOrd="3" destOrd="0" presId="urn:microsoft.com/office/officeart/2005/8/layout/orgChart1"/>
    <dgm:cxn modelId="{B0FA40F2-F2BF-5F4E-B52F-B3713406D37A}" type="presParOf" srcId="{FA05961B-8858-4666-B46B-4365F06B026B}" destId="{00E72228-886C-4467-9358-C2E5EDC57EFA}" srcOrd="0" destOrd="0" presId="urn:microsoft.com/office/officeart/2005/8/layout/orgChart1"/>
    <dgm:cxn modelId="{0D4AFDD7-1572-2D4D-9106-6415BAD89431}" type="presParOf" srcId="{00E72228-886C-4467-9358-C2E5EDC57EFA}" destId="{1F428A18-CE33-405D-A2A0-CCEDD85C745D}" srcOrd="0" destOrd="0" presId="urn:microsoft.com/office/officeart/2005/8/layout/orgChart1"/>
    <dgm:cxn modelId="{03A23240-972C-B84D-8E0D-4935A7B65B3B}" type="presParOf" srcId="{00E72228-886C-4467-9358-C2E5EDC57EFA}" destId="{1801EA5C-5FD9-4C49-BB26-860516DDE616}" srcOrd="1" destOrd="0" presId="urn:microsoft.com/office/officeart/2005/8/layout/orgChart1"/>
    <dgm:cxn modelId="{7A3A41C6-A5C4-D740-82D8-E6103531327E}" type="presParOf" srcId="{FA05961B-8858-4666-B46B-4365F06B026B}" destId="{1FBCA08B-6B22-4D27-84DC-54719C6BABB6}" srcOrd="1" destOrd="0" presId="urn:microsoft.com/office/officeart/2005/8/layout/orgChart1"/>
    <dgm:cxn modelId="{029F0040-8468-F74F-B6F2-554E63BAEC73}" type="presParOf" srcId="{1FBCA08B-6B22-4D27-84DC-54719C6BABB6}" destId="{54F2F6F5-2F10-40B6-AA4F-89374DC7DDA4}" srcOrd="0" destOrd="0" presId="urn:microsoft.com/office/officeart/2005/8/layout/orgChart1"/>
    <dgm:cxn modelId="{1CD3E259-274C-BF4F-9722-AA0BE9F36A1B}" type="presParOf" srcId="{1FBCA08B-6B22-4D27-84DC-54719C6BABB6}" destId="{534EAB2C-B3F1-49DE-B948-ECFD16B00FA4}" srcOrd="1" destOrd="0" presId="urn:microsoft.com/office/officeart/2005/8/layout/orgChart1"/>
    <dgm:cxn modelId="{0E50BF0F-651B-BE4E-A8C5-5B6123DB3B2C}" type="presParOf" srcId="{534EAB2C-B3F1-49DE-B948-ECFD16B00FA4}" destId="{203249C0-F14F-42D3-AA55-02CECA3A7319}" srcOrd="0" destOrd="0" presId="urn:microsoft.com/office/officeart/2005/8/layout/orgChart1"/>
    <dgm:cxn modelId="{6CDE82E0-5C28-D842-945B-DCBA95676BC8}" type="presParOf" srcId="{203249C0-F14F-42D3-AA55-02CECA3A7319}" destId="{1E69C55F-803A-49DE-83D1-50AAE6439979}" srcOrd="0" destOrd="0" presId="urn:microsoft.com/office/officeart/2005/8/layout/orgChart1"/>
    <dgm:cxn modelId="{E03CA24E-42FE-D44E-AE1D-3BB36CC5C0C4}" type="presParOf" srcId="{203249C0-F14F-42D3-AA55-02CECA3A7319}" destId="{D2B14D03-094E-410B-BFDB-5643404F5EB7}" srcOrd="1" destOrd="0" presId="urn:microsoft.com/office/officeart/2005/8/layout/orgChart1"/>
    <dgm:cxn modelId="{2D9D343D-3B75-3040-AB84-6F86B0C1FFD6}" type="presParOf" srcId="{534EAB2C-B3F1-49DE-B948-ECFD16B00FA4}" destId="{C919F26E-17C1-4548-957B-2FFBB6483A52}" srcOrd="1" destOrd="0" presId="urn:microsoft.com/office/officeart/2005/8/layout/orgChart1"/>
    <dgm:cxn modelId="{B1591F4C-6346-E945-B6C4-349A7FA40D28}" type="presParOf" srcId="{C919F26E-17C1-4548-957B-2FFBB6483A52}" destId="{22C6A11B-9B70-40D9-8C8D-572C9BD7AE4E}" srcOrd="0" destOrd="0" presId="urn:microsoft.com/office/officeart/2005/8/layout/orgChart1"/>
    <dgm:cxn modelId="{A34662CE-63B2-6A43-A16C-71C84031248E}" type="presParOf" srcId="{C919F26E-17C1-4548-957B-2FFBB6483A52}" destId="{1E12E6A3-0BCD-4407-8D1F-A7D9401BC21E}" srcOrd="1" destOrd="0" presId="urn:microsoft.com/office/officeart/2005/8/layout/orgChart1"/>
    <dgm:cxn modelId="{501B21BC-1E33-CE49-9212-BC8523052C34}" type="presParOf" srcId="{1E12E6A3-0BCD-4407-8D1F-A7D9401BC21E}" destId="{CE040479-1B20-4A10-88A4-8A2FE095992E}" srcOrd="0" destOrd="0" presId="urn:microsoft.com/office/officeart/2005/8/layout/orgChart1"/>
    <dgm:cxn modelId="{1DE3F418-71B2-D649-8A8C-A30C75C26AFB}" type="presParOf" srcId="{CE040479-1B20-4A10-88A4-8A2FE095992E}" destId="{0602FB54-DDF6-4A6B-9A19-495BCD9DF535}" srcOrd="0" destOrd="0" presId="urn:microsoft.com/office/officeart/2005/8/layout/orgChart1"/>
    <dgm:cxn modelId="{99CE6826-A122-0A45-A98A-F380A58AADDB}" type="presParOf" srcId="{CE040479-1B20-4A10-88A4-8A2FE095992E}" destId="{AF869E9B-570F-4B02-9C56-3B4532297DCF}" srcOrd="1" destOrd="0" presId="urn:microsoft.com/office/officeart/2005/8/layout/orgChart1"/>
    <dgm:cxn modelId="{C0FC4D54-2135-8446-95D5-2136398D0F4D}" type="presParOf" srcId="{1E12E6A3-0BCD-4407-8D1F-A7D9401BC21E}" destId="{1CDF94F6-F6A7-4AE9-8138-2D2FD69DD042}" srcOrd="1" destOrd="0" presId="urn:microsoft.com/office/officeart/2005/8/layout/orgChart1"/>
    <dgm:cxn modelId="{442618DF-6DF9-EA43-95CA-4D971628280C}" type="presParOf" srcId="{1E12E6A3-0BCD-4407-8D1F-A7D9401BC21E}" destId="{9FD488E6-5E97-4BF7-A034-8E837F10EDA9}" srcOrd="2" destOrd="0" presId="urn:microsoft.com/office/officeart/2005/8/layout/orgChart1"/>
    <dgm:cxn modelId="{56BE998E-2C06-354E-A618-452E93B13FB8}" type="presParOf" srcId="{C919F26E-17C1-4548-957B-2FFBB6483A52}" destId="{19AEFEBF-77CA-4AE7-B3B6-C286DEA1224F}" srcOrd="2" destOrd="0" presId="urn:microsoft.com/office/officeart/2005/8/layout/orgChart1"/>
    <dgm:cxn modelId="{AE48B26C-8B61-7443-ACCF-40835A399007}" type="presParOf" srcId="{C919F26E-17C1-4548-957B-2FFBB6483A52}" destId="{454AE5E1-21BA-43B6-9BD9-9E67E2E5F7A6}" srcOrd="3" destOrd="0" presId="urn:microsoft.com/office/officeart/2005/8/layout/orgChart1"/>
    <dgm:cxn modelId="{739092B2-1F77-1542-B650-A33BD891B46D}" type="presParOf" srcId="{454AE5E1-21BA-43B6-9BD9-9E67E2E5F7A6}" destId="{93646469-71B9-4200-8C7F-D62D5217A00E}" srcOrd="0" destOrd="0" presId="urn:microsoft.com/office/officeart/2005/8/layout/orgChart1"/>
    <dgm:cxn modelId="{78C9C9C7-0127-D54F-A33E-8F6683741DF4}" type="presParOf" srcId="{93646469-71B9-4200-8C7F-D62D5217A00E}" destId="{BDF24745-6116-4FCD-B7F0-ACFD1C0C7F47}" srcOrd="0" destOrd="0" presId="urn:microsoft.com/office/officeart/2005/8/layout/orgChart1"/>
    <dgm:cxn modelId="{36986B81-1E17-CE41-AF9D-ECB7390CBA3D}" type="presParOf" srcId="{93646469-71B9-4200-8C7F-D62D5217A00E}" destId="{AB766849-9817-475D-8B11-8398DFC0C6AD}" srcOrd="1" destOrd="0" presId="urn:microsoft.com/office/officeart/2005/8/layout/orgChart1"/>
    <dgm:cxn modelId="{C53C15C1-2D96-8842-A28B-BCFE2BB7E3B0}" type="presParOf" srcId="{454AE5E1-21BA-43B6-9BD9-9E67E2E5F7A6}" destId="{F3B286A8-B9D8-437C-A524-C7380E6869F5}" srcOrd="1" destOrd="0" presId="urn:microsoft.com/office/officeart/2005/8/layout/orgChart1"/>
    <dgm:cxn modelId="{76857694-E480-A446-82BF-3C5A88371D36}" type="presParOf" srcId="{454AE5E1-21BA-43B6-9BD9-9E67E2E5F7A6}" destId="{0D9D027F-000A-4A78-A347-12E6ED4E4329}" srcOrd="2" destOrd="0" presId="urn:microsoft.com/office/officeart/2005/8/layout/orgChart1"/>
    <dgm:cxn modelId="{976B0FBF-4AD7-BB4C-83BA-F201975BA615}" type="presParOf" srcId="{534EAB2C-B3F1-49DE-B948-ECFD16B00FA4}" destId="{D3FA142A-90DA-40E7-9547-F49EB0D22100}" srcOrd="2" destOrd="0" presId="urn:microsoft.com/office/officeart/2005/8/layout/orgChart1"/>
    <dgm:cxn modelId="{4F6909EE-0B6B-3F46-B411-2D6B0F0061BC}" type="presParOf" srcId="{1FBCA08B-6B22-4D27-84DC-54719C6BABB6}" destId="{06FFA1FC-456A-4E80-B303-F8183D1DFB06}" srcOrd="2" destOrd="0" presId="urn:microsoft.com/office/officeart/2005/8/layout/orgChart1"/>
    <dgm:cxn modelId="{EFE36452-25BE-9445-8FB2-AE407F5038CA}" type="presParOf" srcId="{1FBCA08B-6B22-4D27-84DC-54719C6BABB6}" destId="{25CF98A9-B2B0-46EC-8268-A9150EA687DE}" srcOrd="3" destOrd="0" presId="urn:microsoft.com/office/officeart/2005/8/layout/orgChart1"/>
    <dgm:cxn modelId="{86AC8132-C695-F54F-8524-89CB3DE815A3}" type="presParOf" srcId="{25CF98A9-B2B0-46EC-8268-A9150EA687DE}" destId="{F6D401E0-5010-4AD0-BF70-2F8380CFC09A}" srcOrd="0" destOrd="0" presId="urn:microsoft.com/office/officeart/2005/8/layout/orgChart1"/>
    <dgm:cxn modelId="{2582BD69-BC72-2D46-A9DA-F3823F643ACF}" type="presParOf" srcId="{F6D401E0-5010-4AD0-BF70-2F8380CFC09A}" destId="{10ED3A20-C88B-480A-99FD-42F65F0A4E2C}" srcOrd="0" destOrd="0" presId="urn:microsoft.com/office/officeart/2005/8/layout/orgChart1"/>
    <dgm:cxn modelId="{C4E9F182-FAE6-2047-8BA5-F888A43E36F3}" type="presParOf" srcId="{F6D401E0-5010-4AD0-BF70-2F8380CFC09A}" destId="{98015538-90CC-4A55-A011-5C8830BE7B6B}" srcOrd="1" destOrd="0" presId="urn:microsoft.com/office/officeart/2005/8/layout/orgChart1"/>
    <dgm:cxn modelId="{BD98A8F2-7662-DF49-A56E-FF81EFBC52E4}" type="presParOf" srcId="{25CF98A9-B2B0-46EC-8268-A9150EA687DE}" destId="{E0EEF946-6FE3-4247-8765-AFCCBE47BCAA}" srcOrd="1" destOrd="0" presId="urn:microsoft.com/office/officeart/2005/8/layout/orgChart1"/>
    <dgm:cxn modelId="{4DDF2EC6-6EC3-974B-943B-FF8457F01768}" type="presParOf" srcId="{E0EEF946-6FE3-4247-8765-AFCCBE47BCAA}" destId="{373F9FF7-8B4C-47E2-9D7B-CE1912E838C8}" srcOrd="0" destOrd="0" presId="urn:microsoft.com/office/officeart/2005/8/layout/orgChart1"/>
    <dgm:cxn modelId="{E53769EA-AA00-214B-821F-353076F26E94}" type="presParOf" srcId="{E0EEF946-6FE3-4247-8765-AFCCBE47BCAA}" destId="{FF16B898-139F-4146-ADAD-E055996F3851}" srcOrd="1" destOrd="0" presId="urn:microsoft.com/office/officeart/2005/8/layout/orgChart1"/>
    <dgm:cxn modelId="{AD664F2D-ECA8-5149-8691-6D3852A8D30D}" type="presParOf" srcId="{FF16B898-139F-4146-ADAD-E055996F3851}" destId="{D7C7CDC3-86CA-4B05-B7A2-3502EDCD403A}" srcOrd="0" destOrd="0" presId="urn:microsoft.com/office/officeart/2005/8/layout/orgChart1"/>
    <dgm:cxn modelId="{0E3C01B7-A476-6044-9928-2BCE4D242BAC}" type="presParOf" srcId="{D7C7CDC3-86CA-4B05-B7A2-3502EDCD403A}" destId="{3A517E6B-876C-4806-84DC-F1040FD277AA}" srcOrd="0" destOrd="0" presId="urn:microsoft.com/office/officeart/2005/8/layout/orgChart1"/>
    <dgm:cxn modelId="{D0AD8A06-8CE4-9842-91F0-17BDACCC0784}" type="presParOf" srcId="{D7C7CDC3-86CA-4B05-B7A2-3502EDCD403A}" destId="{E237060A-CF35-4FDA-9FAF-702DC3FFF16F}" srcOrd="1" destOrd="0" presId="urn:microsoft.com/office/officeart/2005/8/layout/orgChart1"/>
    <dgm:cxn modelId="{4268F4CD-153B-F74C-BBCA-374340316BBF}" type="presParOf" srcId="{FF16B898-139F-4146-ADAD-E055996F3851}" destId="{9B891F62-5F5E-450B-95BB-C25F1A495024}" srcOrd="1" destOrd="0" presId="urn:microsoft.com/office/officeart/2005/8/layout/orgChart1"/>
    <dgm:cxn modelId="{04FAA6AA-5492-3940-B6E8-CBCFEA8A2F19}" type="presParOf" srcId="{FF16B898-139F-4146-ADAD-E055996F3851}" destId="{F2560DD6-8D8A-48CE-89F9-1E7526AF3A2F}" srcOrd="2" destOrd="0" presId="urn:microsoft.com/office/officeart/2005/8/layout/orgChart1"/>
    <dgm:cxn modelId="{7DC153C5-E4C8-EA44-B18F-E86EA6FF6435}" type="presParOf" srcId="{E0EEF946-6FE3-4247-8765-AFCCBE47BCAA}" destId="{45BA3CB7-AF9B-47A7-A739-DB791DAF4FFB}" srcOrd="2" destOrd="0" presId="urn:microsoft.com/office/officeart/2005/8/layout/orgChart1"/>
    <dgm:cxn modelId="{9D59B971-CF2D-6C42-8F17-7073F9352941}" type="presParOf" srcId="{E0EEF946-6FE3-4247-8765-AFCCBE47BCAA}" destId="{49FA6DB7-4F25-407D-8474-00DE0149D4E0}" srcOrd="3" destOrd="0" presId="urn:microsoft.com/office/officeart/2005/8/layout/orgChart1"/>
    <dgm:cxn modelId="{914787C6-F160-D044-BB49-74E11AA7E061}" type="presParOf" srcId="{49FA6DB7-4F25-407D-8474-00DE0149D4E0}" destId="{4BC0D298-D94D-4005-B3A0-8A17FE762C50}" srcOrd="0" destOrd="0" presId="urn:microsoft.com/office/officeart/2005/8/layout/orgChart1"/>
    <dgm:cxn modelId="{1DDD1EAE-6806-D142-AE6A-48D5EE6D05A8}" type="presParOf" srcId="{4BC0D298-D94D-4005-B3A0-8A17FE762C50}" destId="{EB88273D-F0FD-44ED-8C77-DF80D8EA9BA9}" srcOrd="0" destOrd="0" presId="urn:microsoft.com/office/officeart/2005/8/layout/orgChart1"/>
    <dgm:cxn modelId="{2B7F71B5-65E5-D843-8907-5ECAFC871B36}" type="presParOf" srcId="{4BC0D298-D94D-4005-B3A0-8A17FE762C50}" destId="{9A3CE48F-AA79-4FA5-B3FF-457653D4ECD4}" srcOrd="1" destOrd="0" presId="urn:microsoft.com/office/officeart/2005/8/layout/orgChart1"/>
    <dgm:cxn modelId="{0EE750A5-074A-E148-80E5-59F75CC7EF18}" type="presParOf" srcId="{49FA6DB7-4F25-407D-8474-00DE0149D4E0}" destId="{71B64EB9-51B2-4E37-98BF-18029AF7A919}" srcOrd="1" destOrd="0" presId="urn:microsoft.com/office/officeart/2005/8/layout/orgChart1"/>
    <dgm:cxn modelId="{6F389F72-A9FF-3B4F-81AE-273AD3FF260F}" type="presParOf" srcId="{49FA6DB7-4F25-407D-8474-00DE0149D4E0}" destId="{ECBF623D-3A19-4B6B-84E0-AFC611C70210}" srcOrd="2" destOrd="0" presId="urn:microsoft.com/office/officeart/2005/8/layout/orgChart1"/>
    <dgm:cxn modelId="{41879E25-3594-7B4F-9007-BA5D65156AEB}" type="presParOf" srcId="{25CF98A9-B2B0-46EC-8268-A9150EA687DE}" destId="{F3C22946-875B-403B-B688-9BF43680A47D}" srcOrd="2" destOrd="0" presId="urn:microsoft.com/office/officeart/2005/8/layout/orgChart1"/>
    <dgm:cxn modelId="{7600F374-6BD7-4446-848F-D7268930C312}" type="presParOf" srcId="{FA05961B-8858-4666-B46B-4365F06B026B}" destId="{61C73053-7CD1-4AFF-B30D-5AF0CCB3971A}" srcOrd="2" destOrd="0" presId="urn:microsoft.com/office/officeart/2005/8/layout/orgChart1"/>
    <dgm:cxn modelId="{D6CDA9C1-7277-6447-B438-8E7A77BB1932}" type="presParOf" srcId="{27FB2290-4178-4D2E-B720-90DB5361BFBB}" destId="{F5D56608-40C9-45F0-944A-8EFC5DB59F0E}"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2DF5F26-E09A-44A6-997C-705EA78EEABD}" type="doc">
      <dgm:prSet loTypeId="urn:microsoft.com/office/officeart/2009/3/layout/HorizontalOrganizationChart"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noFill/>
      </dgm:spPr>
      <dgm:t>
        <a:bodyPr/>
        <a:lstStyle/>
        <a:p>
          <a:r>
            <a:rPr lang="en-US" altLang="zh-CN" sz="1050" b="0" dirty="0">
              <a:solidFill>
                <a:srgbClr val="C00000"/>
              </a:solidFill>
            </a:rPr>
            <a:t>202.112.112.0/20</a:t>
          </a:r>
          <a:endParaRPr lang="zh-CN" altLang="en-US" sz="1050" b="0" dirty="0">
            <a:solidFill>
              <a:srgbClr val="C0000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noFill/>
      </dgm:spPr>
      <dgm:t>
        <a:bodyPr/>
        <a:lstStyle/>
        <a:p>
          <a:r>
            <a:rPr lang="en-US" altLang="zh-CN" sz="1050" b="0" dirty="0">
              <a:solidFill>
                <a:srgbClr val="C00000"/>
              </a:solidFill>
            </a:rPr>
            <a:t>202.112.112.0/21</a:t>
          </a:r>
          <a:endParaRPr lang="zh-CN" altLang="en-US" sz="1050" b="0" dirty="0">
            <a:solidFill>
              <a:srgbClr val="C00000"/>
            </a:solidFill>
          </a:endParaRPr>
        </a:p>
      </dgm:t>
    </dgm:pt>
    <dgm:pt modelId="{95A05EC8-27CA-40BC-B61F-9F5E0BDA8E72}" type="parTrans" cxnId="{EBA164A4-E420-4F14-90D9-DD7E170C9288}">
      <dgm:prSet/>
      <dgm:spPr>
        <a:noFill/>
      </dgm:spPr>
      <dgm:t>
        <a:bodyPr/>
        <a:lstStyle/>
        <a:p>
          <a:endParaRPr lang="zh-CN" altLang="en-US">
            <a:solidFill>
              <a:schemeClr val="tx1"/>
            </a:solidFill>
          </a:endParaRPr>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noFill/>
      </dgm:spPr>
      <dgm:t>
        <a:bodyPr/>
        <a:lstStyle/>
        <a:p>
          <a:r>
            <a:rPr lang="en-US" altLang="zh-CN" sz="1050" b="0" dirty="0">
              <a:solidFill>
                <a:srgbClr val="C00000"/>
              </a:solidFill>
            </a:rPr>
            <a:t>202.112.120.0/21</a:t>
          </a:r>
          <a:endParaRPr lang="zh-CN" altLang="en-US" sz="1050" b="0" dirty="0">
            <a:solidFill>
              <a:srgbClr val="C00000"/>
            </a:solidFill>
          </a:endParaRPr>
        </a:p>
      </dgm:t>
    </dgm:pt>
    <dgm:pt modelId="{F2371777-4194-4B24-925A-F4EE861BE127}" type="parTrans" cxnId="{F3B30043-3A43-40BA-A8C2-F82D3D8C650B}">
      <dgm:prSet/>
      <dgm:spPr>
        <a:noFill/>
      </dgm:spPr>
      <dgm:t>
        <a:bodyPr/>
        <a:lstStyle/>
        <a:p>
          <a:endParaRPr lang="zh-CN" altLang="en-US">
            <a:solidFill>
              <a:schemeClr val="tx1"/>
            </a:solidFill>
          </a:endParaRPr>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noFill/>
      </dgm:spPr>
      <dgm:t>
        <a:bodyPr/>
        <a:lstStyle/>
        <a:p>
          <a:r>
            <a:rPr lang="en-US" altLang="zh-CN" sz="1050" b="0" dirty="0">
              <a:solidFill>
                <a:srgbClr val="C00000"/>
              </a:solidFill>
            </a:rPr>
            <a:t>202.112.112.0/22</a:t>
          </a:r>
          <a:endParaRPr lang="zh-CN" altLang="en-US" sz="1050" b="0" dirty="0">
            <a:solidFill>
              <a:srgbClr val="C00000"/>
            </a:solidFill>
          </a:endParaRPr>
        </a:p>
      </dgm:t>
    </dgm:pt>
    <dgm:pt modelId="{14466BFE-00D5-46F1-A5C4-8476882CD4FB}" type="parTrans" cxnId="{7C04DD4B-BA33-4317-AF6F-246111483CDE}">
      <dgm:prSet/>
      <dgm:spPr>
        <a:noFill/>
      </dgm:spPr>
      <dgm:t>
        <a:bodyPr/>
        <a:lstStyle/>
        <a:p>
          <a:endParaRPr lang="zh-CN" altLang="en-US">
            <a:solidFill>
              <a:schemeClr val="tx1"/>
            </a:solidFill>
          </a:endParaRPr>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noFill/>
      </dgm:spPr>
      <dgm:t>
        <a:bodyPr/>
        <a:lstStyle/>
        <a:p>
          <a:r>
            <a:rPr lang="en-US" altLang="zh-CN" sz="1050" b="0" dirty="0">
              <a:solidFill>
                <a:srgbClr val="C00000"/>
              </a:solidFill>
            </a:rPr>
            <a:t>202.112.120.0/22</a:t>
          </a:r>
          <a:endParaRPr lang="zh-CN" altLang="en-US" sz="1050" b="0" dirty="0">
            <a:solidFill>
              <a:srgbClr val="C00000"/>
            </a:solidFill>
          </a:endParaRPr>
        </a:p>
      </dgm:t>
    </dgm:pt>
    <dgm:pt modelId="{984B008A-84C3-461C-9E68-7ED63B02E02D}" type="parTrans" cxnId="{6F9B9727-4E50-45D4-8F7F-4CE6B427A4A6}">
      <dgm:prSet/>
      <dgm:spPr>
        <a:noFill/>
      </dgm:spPr>
      <dgm:t>
        <a:bodyPr/>
        <a:lstStyle/>
        <a:p>
          <a:endParaRPr lang="zh-CN" altLang="en-US">
            <a:solidFill>
              <a:schemeClr val="tx1"/>
            </a:solidFill>
          </a:endParaRPr>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202.112.116.0/22</a:t>
          </a:r>
        </a:p>
        <a:p>
          <a:pPr>
            <a:lnSpc>
              <a:spcPts val="1260"/>
            </a:lnSpc>
            <a:spcAft>
              <a:spcPts val="0"/>
            </a:spcAft>
          </a:pPr>
          <a:r>
            <a:rPr lang="zh-CN" altLang="en-US" sz="1050" b="0" dirty="0">
              <a:solidFill>
                <a:srgbClr val="7030A0"/>
              </a:solidFill>
            </a:rPr>
            <a:t>实验室</a:t>
          </a:r>
        </a:p>
      </dgm:t>
    </dgm:pt>
    <dgm:pt modelId="{1141E833-3DDD-44DC-8737-F43C0844EDF0}" type="parTrans" cxnId="{8C33F11C-19DC-4756-8D62-C765EE9CBA75}">
      <dgm:prSet/>
      <dgm:spPr>
        <a:noFill/>
      </dgm:spPr>
      <dgm:t>
        <a:bodyPr/>
        <a:lstStyle/>
        <a:p>
          <a:endParaRPr lang="zh-CN" altLang="en-US">
            <a:solidFill>
              <a:schemeClr val="tx1"/>
            </a:solidFill>
          </a:endParaRPr>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noFill/>
      </dgm:spPr>
      <dgm:t>
        <a:bodyPr/>
        <a:lstStyle/>
        <a:p>
          <a:r>
            <a:rPr lang="en-US" altLang="zh-CN" sz="1050" b="0" dirty="0">
              <a:solidFill>
                <a:srgbClr val="C00000"/>
              </a:solidFill>
            </a:rPr>
            <a:t>202.112.124.0/22</a:t>
          </a:r>
          <a:endParaRPr lang="zh-CN" altLang="en-US" sz="1050" b="0" dirty="0">
            <a:solidFill>
              <a:srgbClr val="C00000"/>
            </a:solidFill>
          </a:endParaRPr>
        </a:p>
      </dgm:t>
    </dgm:pt>
    <dgm:pt modelId="{81D3B39E-F56E-40F3-A32F-6F559C668447}" type="parTrans" cxnId="{612C2AF2-7FAA-45B7-9932-6970ACA0F52D}">
      <dgm:prSet/>
      <dgm:spPr>
        <a:noFill/>
      </dgm:spPr>
      <dgm:t>
        <a:bodyPr/>
        <a:lstStyle/>
        <a:p>
          <a:endParaRPr lang="zh-CN" altLang="en-US">
            <a:solidFill>
              <a:schemeClr val="tx1"/>
            </a:solidFill>
          </a:endParaRPr>
        </a:p>
      </dgm:t>
    </dgm:pt>
    <dgm:pt modelId="{94957FF1-240E-4E29-8107-AD8AD596D549}" type="sibTrans" cxnId="{612C2AF2-7FAA-45B7-9932-6970ACA0F52D}">
      <dgm:prSet/>
      <dgm:spPr/>
      <dgm:t>
        <a:bodyPr/>
        <a:lstStyle/>
        <a:p>
          <a:endParaRPr lang="zh-CN" altLang="en-US"/>
        </a:p>
      </dgm:t>
    </dgm:pt>
    <dgm:pt modelId="{7FB52EDA-B8E7-40A7-98AD-8158BB7958AC}">
      <dgm:prSet phldrT="[文本]" custT="1"/>
      <dgm:spPr>
        <a:noFill/>
      </dgm:spPr>
      <dgm:t>
        <a:bodyPr/>
        <a:lstStyle/>
        <a:p>
          <a:r>
            <a:rPr lang="en-US" altLang="zh-CN" sz="1050" b="0" dirty="0">
              <a:solidFill>
                <a:srgbClr val="C00000"/>
              </a:solidFill>
            </a:rPr>
            <a:t>202.112.112.0/23</a:t>
          </a:r>
          <a:endParaRPr lang="zh-CN" altLang="en-US" sz="1050" b="0" dirty="0">
            <a:solidFill>
              <a:srgbClr val="C00000"/>
            </a:solidFill>
          </a:endParaRPr>
        </a:p>
      </dgm:t>
    </dgm:pt>
    <dgm:pt modelId="{A93B15A6-2F22-4599-A8C6-DEFA9330E418}" type="parTrans" cxnId="{D94AD165-9C8E-4823-B834-1E79E13A54BF}">
      <dgm:prSet/>
      <dgm:spPr>
        <a:noFill/>
      </dgm:spPr>
      <dgm:t>
        <a:bodyPr/>
        <a:lstStyle/>
        <a:p>
          <a:endParaRPr lang="zh-CN" altLang="en-US">
            <a:solidFill>
              <a:schemeClr val="tx1"/>
            </a:solidFill>
          </a:endParaRPr>
        </a:p>
      </dgm:t>
    </dgm:pt>
    <dgm:pt modelId="{E20CBEEA-F6EF-494E-BA38-6E09EB3A0353}" type="sibTrans" cxnId="{D94AD165-9C8E-4823-B834-1E79E13A54BF}">
      <dgm:prSet/>
      <dgm:spPr/>
      <dgm:t>
        <a:bodyPr/>
        <a:lstStyle/>
        <a:p>
          <a:endParaRPr lang="zh-CN" altLang="en-US"/>
        </a:p>
      </dgm:t>
    </dgm:pt>
    <dgm:pt modelId="{7A4FD4E4-F93D-4B5B-AE91-B9E6B267E06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202.112.114.0/23</a:t>
          </a:r>
        </a:p>
        <a:p>
          <a:pPr>
            <a:lnSpc>
              <a:spcPts val="1260"/>
            </a:lnSpc>
            <a:spcAft>
              <a:spcPts val="0"/>
            </a:spcAft>
          </a:pPr>
          <a:r>
            <a:rPr lang="zh-CN" altLang="en-US" sz="1050" b="0" dirty="0">
              <a:solidFill>
                <a:srgbClr val="7030A0"/>
              </a:solidFill>
            </a:rPr>
            <a:t>计算机系</a:t>
          </a:r>
        </a:p>
      </dgm:t>
    </dgm:pt>
    <dgm:pt modelId="{B1EE09E6-488F-415E-BB9C-3CAC04422EF2}" type="parTrans" cxnId="{AA9B8599-CB8E-4C33-BEF6-433D7DEBDF9D}">
      <dgm:prSet/>
      <dgm:spPr>
        <a:noFill/>
      </dgm:spPr>
      <dgm:t>
        <a:bodyPr/>
        <a:lstStyle/>
        <a:p>
          <a:endParaRPr lang="zh-CN" altLang="en-US">
            <a:solidFill>
              <a:schemeClr val="tx1"/>
            </a:solidFill>
          </a:endParaRPr>
        </a:p>
      </dgm:t>
    </dgm:pt>
    <dgm:pt modelId="{E0FD5F5C-C3FA-4AE3-9348-31032433AFA3}" type="sibTrans" cxnId="{AA9B8599-CB8E-4C33-BEF6-433D7DEBDF9D}">
      <dgm:prSet/>
      <dgm:spPr/>
      <dgm:t>
        <a:bodyPr/>
        <a:lstStyle/>
        <a:p>
          <a:endParaRPr lang="zh-CN" altLang="en-US"/>
        </a:p>
      </dgm:t>
    </dgm:pt>
    <dgm:pt modelId="{00C86825-1AD1-41C6-B2E2-B092349C4162}">
      <dgm:prSet phldrT="[文本]" custT="1"/>
      <dgm:spPr>
        <a:solidFill>
          <a:schemeClr val="accent1"/>
        </a:solidFill>
      </dgm:spPr>
      <dgm:t>
        <a:bodyPr/>
        <a:lstStyle/>
        <a:p>
          <a:r>
            <a:rPr lang="en-US" altLang="zh-CN" sz="1050" b="0" dirty="0">
              <a:solidFill>
                <a:srgbClr val="7030A0"/>
              </a:solidFill>
            </a:rPr>
            <a:t>202.112.116.0/23</a:t>
          </a:r>
          <a:endParaRPr lang="zh-CN" altLang="en-US" sz="1050" b="0" dirty="0">
            <a:solidFill>
              <a:srgbClr val="7030A0"/>
            </a:solidFill>
          </a:endParaRPr>
        </a:p>
      </dgm:t>
    </dgm:pt>
    <dgm:pt modelId="{2C14A9BB-D01B-404E-A0F1-8383E486BBB3}" type="parTrans" cxnId="{52478674-9522-40AE-9470-B9792AC9782A}">
      <dgm:prSet/>
      <dgm:spPr>
        <a:solidFill>
          <a:schemeClr val="accent1"/>
        </a:solidFill>
      </dgm:spPr>
      <dgm:t>
        <a:bodyPr/>
        <a:lstStyle/>
        <a:p>
          <a:endParaRPr lang="zh-CN" altLang="en-US">
            <a:solidFill>
              <a:schemeClr val="tx1"/>
            </a:solidFill>
          </a:endParaRPr>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chemeClr val="accent1"/>
        </a:solidFill>
      </dgm:spPr>
      <dgm:t>
        <a:bodyPr/>
        <a:lstStyle/>
        <a:p>
          <a:r>
            <a:rPr lang="en-US" altLang="zh-CN" sz="1050" b="0" dirty="0">
              <a:solidFill>
                <a:srgbClr val="7030A0"/>
              </a:solidFill>
            </a:rPr>
            <a:t>202.112.118.0/23</a:t>
          </a:r>
          <a:endParaRPr lang="zh-CN" altLang="en-US" sz="1050" b="0" dirty="0">
            <a:solidFill>
              <a:srgbClr val="7030A0"/>
            </a:solidFill>
          </a:endParaRPr>
        </a:p>
      </dgm:t>
    </dgm:pt>
    <dgm:pt modelId="{F56F6C5D-E554-4205-8BD0-8B2560F2F867}" type="parTrans" cxnId="{7F42EC4E-B244-4A5A-8128-6CD23E490BA6}">
      <dgm:prSet/>
      <dgm:spPr>
        <a:solidFill>
          <a:schemeClr val="accent1"/>
        </a:solidFill>
      </dgm:spPr>
      <dgm:t>
        <a:bodyPr/>
        <a:lstStyle/>
        <a:p>
          <a:endParaRPr lang="zh-CN" altLang="en-US">
            <a:solidFill>
              <a:schemeClr val="tx1"/>
            </a:solidFill>
          </a:endParaRPr>
        </a:p>
      </dgm:t>
    </dgm:pt>
    <dgm:pt modelId="{6FB37DF1-1FEB-4E8A-AF55-66811C54D82C}" type="sibTrans" cxnId="{7F42EC4E-B244-4A5A-8128-6CD23E490BA6}">
      <dgm:prSet/>
      <dgm:spPr/>
      <dgm:t>
        <a:bodyPr/>
        <a:lstStyle/>
        <a:p>
          <a:endParaRPr lang="zh-CN" altLang="en-US"/>
        </a:p>
      </dgm:t>
    </dgm:pt>
    <dgm:pt modelId="{6603E905-99BA-4F26-BA2A-83FFD20EFC8B}">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202.112.112.0/24</a:t>
          </a:r>
        </a:p>
        <a:p>
          <a:pPr>
            <a:lnSpc>
              <a:spcPts val="1260"/>
            </a:lnSpc>
            <a:spcAft>
              <a:spcPts val="0"/>
            </a:spcAft>
          </a:pPr>
          <a:r>
            <a:rPr lang="zh-CN" altLang="en-US" sz="1050" b="0" dirty="0">
              <a:solidFill>
                <a:srgbClr val="7030A0"/>
              </a:solidFill>
            </a:rPr>
            <a:t>信息系</a:t>
          </a:r>
        </a:p>
      </dgm:t>
    </dgm:pt>
    <dgm:pt modelId="{861705F4-4C11-4918-9A81-FBF8FA5BDFCD}" type="parTrans" cxnId="{32E9A1EF-C462-41A6-8B76-9BD96B9B95CF}">
      <dgm:prSet/>
      <dgm:spPr>
        <a:noFill/>
      </dgm:spPr>
      <dgm:t>
        <a:bodyPr/>
        <a:lstStyle/>
        <a:p>
          <a:endParaRPr lang="zh-CN" altLang="en-US">
            <a:solidFill>
              <a:schemeClr val="tx1"/>
            </a:solidFill>
          </a:endParaRPr>
        </a:p>
      </dgm:t>
    </dgm:pt>
    <dgm:pt modelId="{3188D408-3AD8-4649-9399-02B67865BCA1}" type="sibTrans" cxnId="{32E9A1EF-C462-41A6-8B76-9BD96B9B95CF}">
      <dgm:prSet/>
      <dgm:spPr/>
      <dgm:t>
        <a:bodyPr/>
        <a:lstStyle/>
        <a:p>
          <a:endParaRPr lang="zh-CN" altLang="en-US"/>
        </a:p>
      </dgm:t>
    </dgm:pt>
    <dgm:pt modelId="{BBFC2554-19AD-4092-9EB3-49D30141DC89}">
      <dgm:prSet phldrT="[文本]" custT="1"/>
      <dgm:spPr>
        <a:noFill/>
      </dgm:spPr>
      <dgm:t>
        <a:bodyPr/>
        <a:lstStyle/>
        <a:p>
          <a:r>
            <a:rPr lang="en-US" altLang="zh-CN" sz="1050" b="0" dirty="0">
              <a:solidFill>
                <a:srgbClr val="C00000"/>
              </a:solidFill>
            </a:rPr>
            <a:t>202.112.113.0/24</a:t>
          </a:r>
          <a:endParaRPr lang="zh-CN" altLang="en-US" sz="1050" b="0" dirty="0">
            <a:solidFill>
              <a:srgbClr val="C00000"/>
            </a:solidFill>
          </a:endParaRPr>
        </a:p>
      </dgm:t>
    </dgm:pt>
    <dgm:pt modelId="{CB2C5CD1-A203-49BE-A2A7-38A352E5EDB6}" type="parTrans" cxnId="{06694C4C-7A64-40E4-AFD3-68597080C486}">
      <dgm:prSet/>
      <dgm:spPr>
        <a:noFill/>
      </dgm:spPr>
      <dgm:t>
        <a:bodyPr/>
        <a:lstStyle/>
        <a:p>
          <a:endParaRPr lang="zh-CN" altLang="en-US">
            <a:solidFill>
              <a:schemeClr val="tx1"/>
            </a:solidFill>
          </a:endParaRPr>
        </a:p>
      </dgm:t>
    </dgm:pt>
    <dgm:pt modelId="{C6FE7C2C-ACA5-4649-8FA0-1E28804623AC}" type="sibTrans" cxnId="{06694C4C-7A64-40E4-AFD3-68597080C486}">
      <dgm:prSet/>
      <dgm:spPr/>
      <dgm:t>
        <a:bodyPr/>
        <a:lstStyle/>
        <a:p>
          <a:endParaRPr lang="zh-CN" altLang="en-US"/>
        </a:p>
      </dgm:t>
    </dgm:pt>
    <dgm:pt modelId="{92EA4119-C67F-462F-A1C9-E7E001CA7FD9}">
      <dgm:prSet phldrT="[文本]" custT="1"/>
      <dgm:spPr>
        <a:solidFill>
          <a:schemeClr val="accent1"/>
        </a:solidFill>
      </dgm:spPr>
      <dgm:t>
        <a:bodyPr/>
        <a:lstStyle/>
        <a:p>
          <a:r>
            <a:rPr lang="en-US" altLang="zh-CN" sz="1050" b="0" dirty="0">
              <a:solidFill>
                <a:srgbClr val="7030A0"/>
              </a:solidFill>
            </a:rPr>
            <a:t>202.112.115.0/24</a:t>
          </a:r>
          <a:endParaRPr lang="zh-CN" altLang="en-US" sz="1050" b="0" dirty="0">
            <a:solidFill>
              <a:srgbClr val="7030A0"/>
            </a:solidFill>
          </a:endParaRPr>
        </a:p>
      </dgm:t>
    </dgm:pt>
    <dgm:pt modelId="{6540DF7A-CBFF-4DE0-892F-69AAE7E3FC78}" type="parTrans" cxnId="{E30C79A4-3BD3-4726-B01D-9CC6E941ADF6}">
      <dgm:prSet/>
      <dgm:spPr>
        <a:solidFill>
          <a:schemeClr val="accent1"/>
        </a:solidFill>
      </dgm:spPr>
      <dgm:t>
        <a:bodyPr/>
        <a:lstStyle/>
        <a:p>
          <a:endParaRPr lang="zh-CN" altLang="en-US">
            <a:solidFill>
              <a:schemeClr val="tx1"/>
            </a:solidFill>
          </a:endParaRPr>
        </a:p>
      </dgm:t>
    </dgm:pt>
    <dgm:pt modelId="{781B389F-63F2-4F72-8DA9-EBF8D48290A6}" type="sibTrans" cxnId="{E30C79A4-3BD3-4726-B01D-9CC6E941ADF6}">
      <dgm:prSet/>
      <dgm:spPr/>
      <dgm:t>
        <a:bodyPr/>
        <a:lstStyle/>
        <a:p>
          <a:endParaRPr lang="zh-CN" altLang="en-US"/>
        </a:p>
      </dgm:t>
    </dgm:pt>
    <dgm:pt modelId="{648FB18D-3EC9-478E-8241-36175898F80F}">
      <dgm:prSet phldrT="[文本]" custT="1"/>
      <dgm:spPr>
        <a:solidFill>
          <a:schemeClr val="accent1"/>
        </a:solidFill>
      </dgm:spPr>
      <dgm:t>
        <a:bodyPr/>
        <a:lstStyle/>
        <a:p>
          <a:r>
            <a:rPr lang="en-US" altLang="zh-CN" sz="1050" b="0" dirty="0">
              <a:solidFill>
                <a:srgbClr val="7030A0"/>
              </a:solidFill>
            </a:rPr>
            <a:t>202.112.114.0/24</a:t>
          </a:r>
          <a:endParaRPr lang="zh-CN" altLang="en-US" sz="1050" b="0" dirty="0">
            <a:solidFill>
              <a:srgbClr val="7030A0"/>
            </a:solidFill>
          </a:endParaRPr>
        </a:p>
      </dgm:t>
    </dgm:pt>
    <dgm:pt modelId="{EF6F8ECC-175A-417B-88DA-9B242D094439}" type="parTrans" cxnId="{6F947C84-1C4D-476B-A414-B4FA75E77122}">
      <dgm:prSet/>
      <dgm:spPr>
        <a:solidFill>
          <a:schemeClr val="accent1"/>
        </a:solidFill>
      </dgm:spPr>
      <dgm:t>
        <a:bodyPr/>
        <a:lstStyle/>
        <a:p>
          <a:endParaRPr lang="zh-CN" altLang="en-US">
            <a:solidFill>
              <a:schemeClr val="tx1"/>
            </a:solidFill>
          </a:endParaRPr>
        </a:p>
      </dgm:t>
    </dgm:pt>
    <dgm:pt modelId="{96F54692-DD6E-4BE7-AC32-06FC77AB8AAD}" type="sibTrans" cxnId="{6F947C84-1C4D-476B-A414-B4FA75E77122}">
      <dgm:prSet/>
      <dgm:spPr/>
      <dgm:t>
        <a:bodyPr/>
        <a:lstStyle/>
        <a:p>
          <a:endParaRPr lang="zh-CN" altLang="en-US"/>
        </a:p>
      </dgm:t>
    </dgm:pt>
    <dgm:pt modelId="{84836D3E-7B93-4880-81AF-9056A56337F7}">
      <dgm:prSet phldrT="[文本]" custT="1"/>
      <dgm:spPr>
        <a:noFill/>
      </dgm:spPr>
      <dgm:t>
        <a:bodyPr/>
        <a:lstStyle/>
        <a:p>
          <a:r>
            <a:rPr lang="en-US" altLang="zh-CN" sz="1050" b="0" dirty="0">
              <a:solidFill>
                <a:srgbClr val="C00000"/>
              </a:solidFill>
            </a:rPr>
            <a:t>202.112.120.0/23</a:t>
          </a:r>
          <a:endParaRPr lang="zh-CN" altLang="en-US" sz="1050" b="0" dirty="0">
            <a:solidFill>
              <a:srgbClr val="C00000"/>
            </a:solidFill>
          </a:endParaRPr>
        </a:p>
      </dgm:t>
    </dgm:pt>
    <dgm:pt modelId="{575C0B2B-FEB8-43C5-B0EC-589422D4DB11}" type="parTrans" cxnId="{5D4BD2F9-20CA-438E-9449-DF0FEF697D6B}">
      <dgm:prSet/>
      <dgm:spPr>
        <a:noFill/>
      </dgm:spPr>
      <dgm:t>
        <a:bodyPr/>
        <a:lstStyle/>
        <a:p>
          <a:endParaRPr lang="zh-CN" altLang="en-US">
            <a:solidFill>
              <a:schemeClr val="tx1"/>
            </a:solidFill>
          </a:endParaRPr>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noFill/>
      </dgm:spPr>
      <dgm:t>
        <a:bodyPr/>
        <a:lstStyle/>
        <a:p>
          <a:r>
            <a:rPr lang="en-US" altLang="zh-CN" sz="1050" b="0" dirty="0">
              <a:solidFill>
                <a:srgbClr val="C00000"/>
              </a:solidFill>
            </a:rPr>
            <a:t>202.112.122.0/23</a:t>
          </a:r>
          <a:endParaRPr lang="zh-CN" altLang="en-US" sz="1050" b="0" dirty="0">
            <a:solidFill>
              <a:srgbClr val="C00000"/>
            </a:solidFill>
          </a:endParaRPr>
        </a:p>
      </dgm:t>
    </dgm:pt>
    <dgm:pt modelId="{8F2B58F3-2EA1-46DA-BDCF-5184003EB337}" type="parTrans" cxnId="{13B7905B-AF86-40E9-9707-6E0FAD45449E}">
      <dgm:prSet/>
      <dgm:spPr>
        <a:noFill/>
      </dgm:spPr>
      <dgm:t>
        <a:bodyPr/>
        <a:lstStyle/>
        <a:p>
          <a:endParaRPr lang="zh-CN" altLang="en-US">
            <a:solidFill>
              <a:schemeClr val="tx1"/>
            </a:solidFill>
          </a:endParaRPr>
        </a:p>
      </dgm:t>
    </dgm:pt>
    <dgm:pt modelId="{20D507BB-F1AA-41B2-891E-E3515BCE0F1B}" type="sibTrans" cxnId="{13B7905B-AF86-40E9-9707-6E0FAD45449E}">
      <dgm:prSet/>
      <dgm:spPr/>
      <dgm:t>
        <a:bodyPr/>
        <a:lstStyle/>
        <a:p>
          <a:endParaRPr lang="zh-CN" altLang="en-US"/>
        </a:p>
      </dgm:t>
    </dgm:pt>
    <dgm:pt modelId="{A3DF7A3D-7539-48CA-93C0-D83F17F911EF}">
      <dgm:prSet phldrT="[文本]" custT="1"/>
      <dgm:spPr>
        <a:solidFill>
          <a:schemeClr val="accent1"/>
        </a:solidFill>
      </dgm:spPr>
      <dgm:t>
        <a:bodyPr/>
        <a:lstStyle/>
        <a:p>
          <a:r>
            <a:rPr lang="en-US" altLang="zh-CN" sz="1050" b="0" dirty="0">
              <a:solidFill>
                <a:srgbClr val="7030A0"/>
              </a:solidFill>
            </a:rPr>
            <a:t>202.112.119.0/24</a:t>
          </a:r>
          <a:endParaRPr lang="zh-CN" altLang="en-US" sz="1050" b="0" dirty="0">
            <a:solidFill>
              <a:srgbClr val="7030A0"/>
            </a:solidFill>
          </a:endParaRPr>
        </a:p>
      </dgm:t>
    </dgm:pt>
    <dgm:pt modelId="{5DF21E91-C61D-4A3C-8B27-B644B4BBFFF6}" type="parTrans" cxnId="{71D282A7-8AE8-4C1E-830A-EB37DBDD9CD2}">
      <dgm:prSet/>
      <dgm:spPr>
        <a:solidFill>
          <a:schemeClr val="accent1"/>
        </a:solidFill>
      </dgm:spPr>
      <dgm:t>
        <a:bodyPr/>
        <a:lstStyle/>
        <a:p>
          <a:endParaRPr lang="zh-CN" altLang="en-US">
            <a:solidFill>
              <a:schemeClr val="tx1"/>
            </a:solidFill>
          </a:endParaRPr>
        </a:p>
      </dgm:t>
    </dgm:pt>
    <dgm:pt modelId="{B51B13B7-AEF1-49CF-B239-B0E8034F7D6E}" type="sibTrans" cxnId="{71D282A7-8AE8-4C1E-830A-EB37DBDD9CD2}">
      <dgm:prSet/>
      <dgm:spPr/>
      <dgm:t>
        <a:bodyPr/>
        <a:lstStyle/>
        <a:p>
          <a:endParaRPr lang="zh-CN" altLang="en-US"/>
        </a:p>
      </dgm:t>
    </dgm:pt>
    <dgm:pt modelId="{27941122-111D-44CF-B21D-6B36FAEDD1FD}">
      <dgm:prSet phldrT="[文本]" custT="1"/>
      <dgm:spPr>
        <a:noFill/>
      </dgm:spPr>
      <dgm:t>
        <a:bodyPr/>
        <a:lstStyle/>
        <a:p>
          <a:r>
            <a:rPr lang="en-US" altLang="zh-CN" sz="1050" b="0" dirty="0">
              <a:solidFill>
                <a:srgbClr val="C00000"/>
              </a:solidFill>
            </a:rPr>
            <a:t>202.112.124.0/23</a:t>
          </a:r>
          <a:endParaRPr lang="zh-CN" altLang="en-US" sz="1050" b="0" dirty="0">
            <a:solidFill>
              <a:srgbClr val="C00000"/>
            </a:solidFill>
          </a:endParaRPr>
        </a:p>
      </dgm:t>
    </dgm:pt>
    <dgm:pt modelId="{004429D4-F73B-46E7-BA80-37CABC14F847}" type="parTrans" cxnId="{61589D14-E9ED-4640-85E1-E41326E54C61}">
      <dgm:prSet/>
      <dgm:spPr>
        <a:noFill/>
      </dgm:spPr>
      <dgm:t>
        <a:bodyPr/>
        <a:lstStyle/>
        <a:p>
          <a:endParaRPr lang="zh-CN" altLang="en-US">
            <a:solidFill>
              <a:schemeClr val="tx1"/>
            </a:solidFill>
          </a:endParaRPr>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noFill/>
      </dgm:spPr>
      <dgm:t>
        <a:bodyPr/>
        <a:lstStyle/>
        <a:p>
          <a:r>
            <a:rPr lang="en-US" altLang="zh-CN" sz="1050" b="0" dirty="0">
              <a:solidFill>
                <a:srgbClr val="C00000"/>
              </a:solidFill>
            </a:rPr>
            <a:t>202.112.126.0/23</a:t>
          </a:r>
          <a:endParaRPr lang="zh-CN" altLang="en-US" sz="1050" b="0" dirty="0">
            <a:solidFill>
              <a:srgbClr val="C00000"/>
            </a:solidFill>
          </a:endParaRPr>
        </a:p>
      </dgm:t>
    </dgm:pt>
    <dgm:pt modelId="{7BC1C88B-17A1-4A5E-8477-82000C38B2C2}" type="parTrans" cxnId="{331F2A10-C204-45CF-A9E3-09AF13C528B9}">
      <dgm:prSet/>
      <dgm:spPr>
        <a:noFill/>
      </dgm:spPr>
      <dgm:t>
        <a:bodyPr/>
        <a:lstStyle/>
        <a:p>
          <a:endParaRPr lang="zh-CN" altLang="en-US">
            <a:solidFill>
              <a:schemeClr val="tx1"/>
            </a:solidFill>
          </a:endParaRPr>
        </a:p>
      </dgm:t>
    </dgm:pt>
    <dgm:pt modelId="{DBE35587-9CC5-4884-B003-8E3005F05C2B}" type="sibTrans" cxnId="{331F2A10-C204-45CF-A9E3-09AF13C528B9}">
      <dgm:prSet/>
      <dgm:spPr/>
      <dgm:t>
        <a:bodyPr/>
        <a:lstStyle/>
        <a:p>
          <a:endParaRPr lang="zh-CN" altLang="en-US"/>
        </a:p>
      </dgm:t>
    </dgm:pt>
    <dgm:pt modelId="{C568C140-E131-44B2-A558-C683FACD79AA}">
      <dgm:prSet phldrT="[文本]" custT="1"/>
      <dgm:spPr>
        <a:solidFill>
          <a:schemeClr val="accent1"/>
        </a:solidFill>
      </dgm:spPr>
      <dgm:t>
        <a:bodyPr/>
        <a:lstStyle/>
        <a:p>
          <a:r>
            <a:rPr lang="en-US" altLang="zh-CN" sz="1050" b="0" dirty="0">
              <a:solidFill>
                <a:srgbClr val="7030A0"/>
              </a:solidFill>
            </a:rPr>
            <a:t>202.112.116.0/24</a:t>
          </a:r>
          <a:endParaRPr lang="zh-CN" altLang="en-US" sz="1050" b="0" dirty="0">
            <a:solidFill>
              <a:srgbClr val="7030A0"/>
            </a:solidFill>
          </a:endParaRPr>
        </a:p>
      </dgm:t>
    </dgm:pt>
    <dgm:pt modelId="{52BFB68D-6CD3-4D8C-AE6D-5B5B3C2214A3}" type="parTrans" cxnId="{6395A110-EF7B-4E43-9565-10A15728758A}">
      <dgm:prSet/>
      <dgm:spPr>
        <a:solidFill>
          <a:schemeClr val="accent1"/>
        </a:solidFill>
      </dgm:spPr>
      <dgm:t>
        <a:bodyPr/>
        <a:lstStyle/>
        <a:p>
          <a:endParaRPr lang="zh-CN" altLang="en-US">
            <a:solidFill>
              <a:schemeClr val="tx1"/>
            </a:solidFill>
          </a:endParaRPr>
        </a:p>
      </dgm:t>
    </dgm:pt>
    <dgm:pt modelId="{10036998-5D60-45C8-A560-F5D5E9D10F8D}" type="sibTrans" cxnId="{6395A110-EF7B-4E43-9565-10A15728758A}">
      <dgm:prSet/>
      <dgm:spPr/>
      <dgm:t>
        <a:bodyPr/>
        <a:lstStyle/>
        <a:p>
          <a:endParaRPr lang="zh-CN" altLang="en-US"/>
        </a:p>
      </dgm:t>
    </dgm:pt>
    <dgm:pt modelId="{56B9A279-C4C6-4F87-9234-09465E8BF959}">
      <dgm:prSet phldrT="[文本]" custT="1"/>
      <dgm:spPr>
        <a:solidFill>
          <a:schemeClr val="accent1"/>
        </a:solidFill>
      </dgm:spPr>
      <dgm:t>
        <a:bodyPr/>
        <a:lstStyle/>
        <a:p>
          <a:r>
            <a:rPr lang="en-US" altLang="zh-CN" sz="1050" b="0" dirty="0">
              <a:solidFill>
                <a:srgbClr val="7030A0"/>
              </a:solidFill>
            </a:rPr>
            <a:t>202.112.117.0/24</a:t>
          </a:r>
          <a:endParaRPr lang="zh-CN" altLang="en-US" sz="1050" b="0" dirty="0">
            <a:solidFill>
              <a:srgbClr val="7030A0"/>
            </a:solidFill>
          </a:endParaRPr>
        </a:p>
      </dgm:t>
    </dgm:pt>
    <dgm:pt modelId="{B5C939C5-923F-4BA2-AEC9-245998196EF1}" type="parTrans" cxnId="{CC372807-7C1C-44E1-9C2B-1FFAA608CD4C}">
      <dgm:prSet/>
      <dgm:spPr>
        <a:solidFill>
          <a:schemeClr val="accent1"/>
        </a:solidFill>
      </dgm:spPr>
      <dgm:t>
        <a:bodyPr/>
        <a:lstStyle/>
        <a:p>
          <a:endParaRPr lang="zh-CN" altLang="en-US">
            <a:solidFill>
              <a:schemeClr val="tx1"/>
            </a:solidFill>
          </a:endParaRPr>
        </a:p>
      </dgm:t>
    </dgm:pt>
    <dgm:pt modelId="{ADCD652A-15C8-45C3-9B59-E4773C24F76A}" type="sibTrans" cxnId="{CC372807-7C1C-44E1-9C2B-1FFAA608CD4C}">
      <dgm:prSet/>
      <dgm:spPr/>
      <dgm:t>
        <a:bodyPr/>
        <a:lstStyle/>
        <a:p>
          <a:endParaRPr lang="zh-CN" altLang="en-US"/>
        </a:p>
      </dgm:t>
    </dgm:pt>
    <dgm:pt modelId="{F2692DC8-40C6-46C2-B90B-31FCF049710E}">
      <dgm:prSet phldrT="[文本]" custT="1"/>
      <dgm:spPr>
        <a:solidFill>
          <a:schemeClr val="accent1"/>
        </a:solidFill>
      </dgm:spPr>
      <dgm:t>
        <a:bodyPr/>
        <a:lstStyle/>
        <a:p>
          <a:r>
            <a:rPr lang="en-US" altLang="zh-CN" sz="1050" b="0" dirty="0">
              <a:solidFill>
                <a:srgbClr val="7030A0"/>
              </a:solidFill>
            </a:rPr>
            <a:t>202.112.118.0/24</a:t>
          </a:r>
          <a:endParaRPr lang="zh-CN" altLang="en-US" sz="1050" b="0" dirty="0">
            <a:solidFill>
              <a:srgbClr val="7030A0"/>
            </a:solidFill>
          </a:endParaRPr>
        </a:p>
      </dgm:t>
    </dgm:pt>
    <dgm:pt modelId="{E87B0D5D-F271-4D4C-981E-DA12CEF185E4}" type="parTrans" cxnId="{A7E181E6-ADC1-4275-A5BD-23E79129DC66}">
      <dgm:prSet/>
      <dgm:spPr>
        <a:solidFill>
          <a:schemeClr val="accent1"/>
        </a:solidFill>
      </dgm:spPr>
      <dgm:t>
        <a:bodyPr/>
        <a:lstStyle/>
        <a:p>
          <a:endParaRPr lang="zh-CN" altLang="en-US"/>
        </a:p>
      </dgm:t>
    </dgm:pt>
    <dgm:pt modelId="{37B0AB35-5CF3-4264-89CB-CC64F708E422}" type="sibTrans" cxnId="{A7E181E6-ADC1-4275-A5BD-23E79129DC66}">
      <dgm:prSet/>
      <dgm:spPr/>
      <dgm:t>
        <a:bodyPr/>
        <a:lstStyle/>
        <a:p>
          <a:endParaRPr lang="zh-CN" altLang="en-US"/>
        </a:p>
      </dgm:t>
    </dgm:pt>
    <dgm:pt modelId="{D3601108-4D8C-45B0-949E-BB213D944AF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202.112.113.0/25</a:t>
          </a:r>
        </a:p>
        <a:p>
          <a:pPr>
            <a:lnSpc>
              <a:spcPts val="1260"/>
            </a:lnSpc>
            <a:spcAft>
              <a:spcPts val="0"/>
            </a:spcAft>
          </a:pPr>
          <a:r>
            <a:rPr lang="zh-CN" altLang="en-US" sz="1050" b="0" dirty="0">
              <a:solidFill>
                <a:srgbClr val="7030A0"/>
              </a:solidFill>
            </a:rPr>
            <a:t>数学系</a:t>
          </a:r>
        </a:p>
      </dgm:t>
    </dgm:pt>
    <dgm:pt modelId="{C69A207B-2776-4285-B6F2-5258EFB20EEB}" type="parTrans" cxnId="{ACB626FD-B604-4266-995A-D3FB364533F9}">
      <dgm:prSet/>
      <dgm:spPr/>
      <dgm:t>
        <a:bodyPr/>
        <a:lstStyle/>
        <a:p>
          <a:endParaRPr lang="zh-CN" altLang="en-US"/>
        </a:p>
      </dgm:t>
    </dgm:pt>
    <dgm:pt modelId="{B28BD360-63D5-4F07-85EF-8CA4ABA6AAE9}" type="sibTrans" cxnId="{ACB626FD-B604-4266-995A-D3FB364533F9}">
      <dgm:prSet/>
      <dgm:spPr/>
      <dgm:t>
        <a:bodyPr/>
        <a:lstStyle/>
        <a:p>
          <a:endParaRPr lang="zh-CN" altLang="en-US"/>
        </a:p>
      </dgm:t>
    </dgm:pt>
    <dgm:pt modelId="{C8EC531B-2696-4D62-BAD2-71C33B063F28}">
      <dgm:prSet phldrT="[文本]" custT="1"/>
      <dgm:spPr>
        <a:noFill/>
      </dgm:spPr>
      <dgm:t>
        <a:bodyPr/>
        <a:lstStyle/>
        <a:p>
          <a:r>
            <a:rPr lang="en-US" altLang="zh-CN" sz="1050" b="0" dirty="0">
              <a:solidFill>
                <a:srgbClr val="C00000"/>
              </a:solidFill>
            </a:rPr>
            <a:t>202.112.113.128/25</a:t>
          </a:r>
          <a:endParaRPr lang="zh-CN" altLang="en-US" sz="1050" b="0" dirty="0">
            <a:solidFill>
              <a:srgbClr val="C00000"/>
            </a:solidFill>
          </a:endParaRPr>
        </a:p>
      </dgm:t>
    </dgm:pt>
    <dgm:pt modelId="{FE291B3F-1FD7-464C-B718-F6581C160135}" type="parTrans" cxnId="{B99F9BA9-616C-4189-8F08-3DC59FC781FD}">
      <dgm:prSet/>
      <dgm:spPr/>
      <dgm:t>
        <a:bodyPr/>
        <a:lstStyle/>
        <a:p>
          <a:endParaRPr lang="zh-CN" altLang="en-US"/>
        </a:p>
      </dgm:t>
    </dgm:pt>
    <dgm:pt modelId="{48C9DCBD-9DE2-4EC3-8B71-C917B9EE10B0}" type="sibTrans" cxnId="{B99F9BA9-616C-4189-8F08-3DC59FC781FD}">
      <dgm:prSet/>
      <dgm:spPr/>
      <dgm:t>
        <a:bodyPr/>
        <a:lstStyle/>
        <a:p>
          <a:endParaRPr lang="zh-CN" altLang="en-US"/>
        </a:p>
      </dgm:t>
    </dgm:pt>
    <dgm:pt modelId="{7664F6BF-D421-4832-BE4A-A633B9E14100}" type="pres">
      <dgm:prSet presAssocID="{B2DF5F26-E09A-44A6-997C-705EA78EEABD}" presName="hierChild1" presStyleCnt="0">
        <dgm:presLayoutVars>
          <dgm:orgChart val="1"/>
          <dgm:chPref val="1"/>
          <dgm:dir/>
          <dgm:animOne val="branch"/>
          <dgm:animLvl val="lvl"/>
          <dgm:resizeHandles/>
        </dgm:presLayoutVars>
      </dgm:prSet>
      <dgm:spPr/>
    </dgm:pt>
    <dgm:pt modelId="{5211E3EB-E8FF-4690-BBC6-00AFE8D18A11}" type="pres">
      <dgm:prSet presAssocID="{94C1FF2D-4353-4064-9072-7D71F2F43F9E}" presName="hierRoot1" presStyleCnt="0">
        <dgm:presLayoutVars>
          <dgm:hierBranch val="init"/>
        </dgm:presLayoutVars>
      </dgm:prSet>
      <dgm:spPr/>
    </dgm:pt>
    <dgm:pt modelId="{52387DD2-8324-443F-AC74-964A451A4A59}" type="pres">
      <dgm:prSet presAssocID="{94C1FF2D-4353-4064-9072-7D71F2F43F9E}" presName="rootComposite1" presStyleCnt="0"/>
      <dgm:spPr/>
    </dgm:pt>
    <dgm:pt modelId="{FBF87729-BBBD-440F-BF4B-3AFF6D2C9F03}" type="pres">
      <dgm:prSet presAssocID="{94C1FF2D-4353-4064-9072-7D71F2F43F9E}" presName="rootText1" presStyleLbl="node0" presStyleIdx="0" presStyleCnt="1" custScaleX="205834" custScaleY="115921">
        <dgm:presLayoutVars>
          <dgm:chPref val="3"/>
        </dgm:presLayoutVars>
      </dgm:prSet>
      <dgm:spPr/>
    </dgm:pt>
    <dgm:pt modelId="{A904548F-73B4-4FFC-9977-6D1DD72FDA4E}" type="pres">
      <dgm:prSet presAssocID="{94C1FF2D-4353-4064-9072-7D71F2F43F9E}" presName="rootConnector1" presStyleLbl="node1" presStyleIdx="0" presStyleCnt="0"/>
      <dgm:spPr/>
    </dgm:pt>
    <dgm:pt modelId="{87123D5D-8ED5-484C-AC92-4EB7CA0C191A}" type="pres">
      <dgm:prSet presAssocID="{94C1FF2D-4353-4064-9072-7D71F2F43F9E}" presName="hierChild2" presStyleCnt="0"/>
      <dgm:spPr/>
    </dgm:pt>
    <dgm:pt modelId="{BFFE20FF-4A8F-4EF1-83E9-FC64B5C8BE9C}" type="pres">
      <dgm:prSet presAssocID="{95A05EC8-27CA-40BC-B61F-9F5E0BDA8E72}" presName="Name64" presStyleLbl="parChTrans1D2" presStyleIdx="0" presStyleCnt="2"/>
      <dgm:spPr/>
    </dgm:pt>
    <dgm:pt modelId="{589CBA68-A247-4700-9BB3-D708CFE8082D}" type="pres">
      <dgm:prSet presAssocID="{639AD7FF-E078-47CD-BA52-6E359C6C2BC9}" presName="hierRoot2" presStyleCnt="0">
        <dgm:presLayoutVars>
          <dgm:hierBranch val="init"/>
        </dgm:presLayoutVars>
      </dgm:prSet>
      <dgm:spPr/>
    </dgm:pt>
    <dgm:pt modelId="{0D1C29A4-112F-4307-8C17-58CC8CB77AE2}" type="pres">
      <dgm:prSet presAssocID="{639AD7FF-E078-47CD-BA52-6E359C6C2BC9}" presName="rootComposite" presStyleCnt="0"/>
      <dgm:spPr/>
    </dgm:pt>
    <dgm:pt modelId="{EAAEFF29-1D1F-4362-AF1C-6CA992C39791}" type="pres">
      <dgm:prSet presAssocID="{639AD7FF-E078-47CD-BA52-6E359C6C2BC9}" presName="rootText" presStyleLbl="node2" presStyleIdx="0" presStyleCnt="2" custScaleX="185937" custScaleY="165547">
        <dgm:presLayoutVars>
          <dgm:chPref val="3"/>
        </dgm:presLayoutVars>
      </dgm:prSet>
      <dgm:spPr/>
    </dgm:pt>
    <dgm:pt modelId="{AFB074C4-AD22-4DCB-A30F-6D1A3F8B830C}" type="pres">
      <dgm:prSet presAssocID="{639AD7FF-E078-47CD-BA52-6E359C6C2BC9}" presName="rootConnector" presStyleLbl="node2" presStyleIdx="0" presStyleCnt="2"/>
      <dgm:spPr/>
    </dgm:pt>
    <dgm:pt modelId="{23B4ED5A-582E-4D0F-87CE-FDC8AFBD65EB}" type="pres">
      <dgm:prSet presAssocID="{639AD7FF-E078-47CD-BA52-6E359C6C2BC9}" presName="hierChild4" presStyleCnt="0"/>
      <dgm:spPr/>
    </dgm:pt>
    <dgm:pt modelId="{F950EEE6-64D8-415F-8140-44DE3047EC79}" type="pres">
      <dgm:prSet presAssocID="{14466BFE-00D5-46F1-A5C4-8476882CD4FB}" presName="Name64" presStyleLbl="parChTrans1D3" presStyleIdx="0" presStyleCnt="4"/>
      <dgm:spPr/>
    </dgm:pt>
    <dgm:pt modelId="{5CFD7A73-24A8-4C9B-8149-4179E1894892}" type="pres">
      <dgm:prSet presAssocID="{CD6AFED7-F7B8-4742-9E9A-F0F22C9BFD4D}" presName="hierRoot2" presStyleCnt="0">
        <dgm:presLayoutVars>
          <dgm:hierBranch val="init"/>
        </dgm:presLayoutVars>
      </dgm:prSet>
      <dgm:spPr/>
    </dgm:pt>
    <dgm:pt modelId="{B236E91E-ADBB-4ED0-9390-CA0CE9409F26}" type="pres">
      <dgm:prSet presAssocID="{CD6AFED7-F7B8-4742-9E9A-F0F22C9BFD4D}" presName="rootComposite" presStyleCnt="0"/>
      <dgm:spPr/>
    </dgm:pt>
    <dgm:pt modelId="{7A9E8113-D794-4340-9662-0ADFADD33877}" type="pres">
      <dgm:prSet presAssocID="{CD6AFED7-F7B8-4742-9E9A-F0F22C9BFD4D}" presName="rootText" presStyleLbl="node3" presStyleIdx="0" presStyleCnt="4" custScaleX="195077" custScaleY="99179">
        <dgm:presLayoutVars>
          <dgm:chPref val="3"/>
        </dgm:presLayoutVars>
      </dgm:prSet>
      <dgm:spPr/>
    </dgm:pt>
    <dgm:pt modelId="{4107EA7B-5442-4030-B42E-D2A287781BE3}" type="pres">
      <dgm:prSet presAssocID="{CD6AFED7-F7B8-4742-9E9A-F0F22C9BFD4D}" presName="rootConnector" presStyleLbl="node3" presStyleIdx="0" presStyleCnt="4"/>
      <dgm:spPr/>
    </dgm:pt>
    <dgm:pt modelId="{F7DB6259-B04D-4AD0-8352-6BDF260ED103}" type="pres">
      <dgm:prSet presAssocID="{CD6AFED7-F7B8-4742-9E9A-F0F22C9BFD4D}" presName="hierChild4" presStyleCnt="0"/>
      <dgm:spPr/>
    </dgm:pt>
    <dgm:pt modelId="{325CB52F-0E91-408C-B245-CC9EECDF3F6D}" type="pres">
      <dgm:prSet presAssocID="{A93B15A6-2F22-4599-A8C6-DEFA9330E418}" presName="Name64" presStyleLbl="parChTrans1D4" presStyleIdx="0" presStyleCnt="18"/>
      <dgm:spPr/>
    </dgm:pt>
    <dgm:pt modelId="{6B79FA4F-6B1F-4FE2-B40B-F5EF8FCB95F4}" type="pres">
      <dgm:prSet presAssocID="{7FB52EDA-B8E7-40A7-98AD-8158BB7958AC}" presName="hierRoot2" presStyleCnt="0">
        <dgm:presLayoutVars>
          <dgm:hierBranch val="init"/>
        </dgm:presLayoutVars>
      </dgm:prSet>
      <dgm:spPr/>
    </dgm:pt>
    <dgm:pt modelId="{1271413A-8DF1-4365-8769-EA734A2929DD}" type="pres">
      <dgm:prSet presAssocID="{7FB52EDA-B8E7-40A7-98AD-8158BB7958AC}" presName="rootComposite" presStyleCnt="0"/>
      <dgm:spPr/>
    </dgm:pt>
    <dgm:pt modelId="{7F1D46B7-9555-4D07-8FA5-81156F45F8EE}" type="pres">
      <dgm:prSet presAssocID="{7FB52EDA-B8E7-40A7-98AD-8158BB7958AC}" presName="rootText" presStyleLbl="node4" presStyleIdx="0" presStyleCnt="18" custScaleX="161608" custScaleY="105436">
        <dgm:presLayoutVars>
          <dgm:chPref val="3"/>
        </dgm:presLayoutVars>
      </dgm:prSet>
      <dgm:spPr/>
    </dgm:pt>
    <dgm:pt modelId="{F71AD848-649E-470D-AE31-D6C06F0EE178}" type="pres">
      <dgm:prSet presAssocID="{7FB52EDA-B8E7-40A7-98AD-8158BB7958AC}" presName="rootConnector" presStyleLbl="node4" presStyleIdx="0" presStyleCnt="18"/>
      <dgm:spPr/>
    </dgm:pt>
    <dgm:pt modelId="{7A6B09F9-B89A-41A5-B85C-3DEC035377CC}" type="pres">
      <dgm:prSet presAssocID="{7FB52EDA-B8E7-40A7-98AD-8158BB7958AC}" presName="hierChild4" presStyleCnt="0"/>
      <dgm:spPr/>
    </dgm:pt>
    <dgm:pt modelId="{20FB7117-4B67-4734-A982-470643E0DD29}" type="pres">
      <dgm:prSet presAssocID="{861705F4-4C11-4918-9A81-FBF8FA5BDFCD}" presName="Name64" presStyleLbl="parChTrans1D4" presStyleIdx="1" presStyleCnt="18"/>
      <dgm:spPr/>
    </dgm:pt>
    <dgm:pt modelId="{ABA73B90-F6CC-4FAC-9946-0029859C0C7A}" type="pres">
      <dgm:prSet presAssocID="{6603E905-99BA-4F26-BA2A-83FFD20EFC8B}" presName="hierRoot2" presStyleCnt="0">
        <dgm:presLayoutVars>
          <dgm:hierBranch val="init"/>
        </dgm:presLayoutVars>
      </dgm:prSet>
      <dgm:spPr/>
    </dgm:pt>
    <dgm:pt modelId="{C60400A2-77B1-4857-8976-D316B4E284E7}" type="pres">
      <dgm:prSet presAssocID="{6603E905-99BA-4F26-BA2A-83FFD20EFC8B}" presName="rootComposite" presStyleCnt="0"/>
      <dgm:spPr/>
    </dgm:pt>
    <dgm:pt modelId="{4122CF59-7F99-407F-9E3D-D63451A1F06D}" type="pres">
      <dgm:prSet presAssocID="{6603E905-99BA-4F26-BA2A-83FFD20EFC8B}" presName="rootText" presStyleLbl="node4" presStyleIdx="1" presStyleCnt="18" custScaleX="218464" custScaleY="184878">
        <dgm:presLayoutVars>
          <dgm:chPref val="3"/>
        </dgm:presLayoutVars>
      </dgm:prSet>
      <dgm:spPr/>
    </dgm:pt>
    <dgm:pt modelId="{273EECAC-B0F7-4B65-84DF-847C674197F8}" type="pres">
      <dgm:prSet presAssocID="{6603E905-99BA-4F26-BA2A-83FFD20EFC8B}" presName="rootConnector" presStyleLbl="node4" presStyleIdx="1" presStyleCnt="18"/>
      <dgm:spPr/>
    </dgm:pt>
    <dgm:pt modelId="{E410B6B6-F915-4770-A460-D1C8D4915DA2}" type="pres">
      <dgm:prSet presAssocID="{6603E905-99BA-4F26-BA2A-83FFD20EFC8B}" presName="hierChild4" presStyleCnt="0"/>
      <dgm:spPr/>
    </dgm:pt>
    <dgm:pt modelId="{AA46AAD4-7FC8-4A99-BEED-DC21F2DE103B}" type="pres">
      <dgm:prSet presAssocID="{6603E905-99BA-4F26-BA2A-83FFD20EFC8B}" presName="hierChild5" presStyleCnt="0"/>
      <dgm:spPr/>
    </dgm:pt>
    <dgm:pt modelId="{0B537197-DE4E-4E8C-B802-DE3D4EBBAAF4}" type="pres">
      <dgm:prSet presAssocID="{CB2C5CD1-A203-49BE-A2A7-38A352E5EDB6}" presName="Name64" presStyleLbl="parChTrans1D4" presStyleIdx="2" presStyleCnt="18"/>
      <dgm:spPr/>
    </dgm:pt>
    <dgm:pt modelId="{733FF5CA-1CE7-47D2-8116-BE3CA7CE04DA}" type="pres">
      <dgm:prSet presAssocID="{BBFC2554-19AD-4092-9EB3-49D30141DC89}" presName="hierRoot2" presStyleCnt="0">
        <dgm:presLayoutVars>
          <dgm:hierBranch val="init"/>
        </dgm:presLayoutVars>
      </dgm:prSet>
      <dgm:spPr/>
    </dgm:pt>
    <dgm:pt modelId="{2D20C9E3-BEE4-465F-B407-166925271033}" type="pres">
      <dgm:prSet presAssocID="{BBFC2554-19AD-4092-9EB3-49D30141DC89}" presName="rootComposite" presStyleCnt="0"/>
      <dgm:spPr/>
    </dgm:pt>
    <dgm:pt modelId="{B1E4B6EF-E594-4BC0-9AF8-1C302FCC97CA}" type="pres">
      <dgm:prSet presAssocID="{BBFC2554-19AD-4092-9EB3-49D30141DC89}" presName="rootText" presStyleLbl="node4" presStyleIdx="2" presStyleCnt="18" custScaleX="224967" custScaleY="108521">
        <dgm:presLayoutVars>
          <dgm:chPref val="3"/>
        </dgm:presLayoutVars>
      </dgm:prSet>
      <dgm:spPr/>
    </dgm:pt>
    <dgm:pt modelId="{CF609FD9-FD3D-4F4C-9007-FA960D46EC39}" type="pres">
      <dgm:prSet presAssocID="{BBFC2554-19AD-4092-9EB3-49D30141DC89}" presName="rootConnector" presStyleLbl="node4" presStyleIdx="2" presStyleCnt="18"/>
      <dgm:spPr/>
    </dgm:pt>
    <dgm:pt modelId="{E7833786-91B5-4BD6-9B75-1B0B62897437}" type="pres">
      <dgm:prSet presAssocID="{BBFC2554-19AD-4092-9EB3-49D30141DC89}" presName="hierChild4" presStyleCnt="0"/>
      <dgm:spPr/>
    </dgm:pt>
    <dgm:pt modelId="{3F2E0187-96D6-497A-A5F3-BB58A91C2CE2}" type="pres">
      <dgm:prSet presAssocID="{C69A207B-2776-4285-B6F2-5258EFB20EEB}" presName="Name64" presStyleLbl="parChTrans1D4" presStyleIdx="3" presStyleCnt="18"/>
      <dgm:spPr/>
    </dgm:pt>
    <dgm:pt modelId="{822C9090-F070-4B6C-B9D9-83C684100F55}" type="pres">
      <dgm:prSet presAssocID="{D3601108-4D8C-45B0-949E-BB213D944AFF}" presName="hierRoot2" presStyleCnt="0">
        <dgm:presLayoutVars>
          <dgm:hierBranch val="init"/>
        </dgm:presLayoutVars>
      </dgm:prSet>
      <dgm:spPr/>
    </dgm:pt>
    <dgm:pt modelId="{26759167-C400-486A-9D1B-C46AB677BE1F}" type="pres">
      <dgm:prSet presAssocID="{D3601108-4D8C-45B0-949E-BB213D944AFF}" presName="rootComposite" presStyleCnt="0"/>
      <dgm:spPr/>
    </dgm:pt>
    <dgm:pt modelId="{12EFC6DA-CCAA-42B5-B87E-C9E82EB5E03A}" type="pres">
      <dgm:prSet presAssocID="{D3601108-4D8C-45B0-949E-BB213D944AFF}" presName="rootText" presStyleLbl="node4" presStyleIdx="3" presStyleCnt="18" custScaleX="170605" custScaleY="233403">
        <dgm:presLayoutVars>
          <dgm:chPref val="3"/>
        </dgm:presLayoutVars>
      </dgm:prSet>
      <dgm:spPr/>
    </dgm:pt>
    <dgm:pt modelId="{D940E4AF-DE4B-4591-9725-D5B695A88D11}" type="pres">
      <dgm:prSet presAssocID="{D3601108-4D8C-45B0-949E-BB213D944AFF}" presName="rootConnector" presStyleLbl="node4" presStyleIdx="3" presStyleCnt="18"/>
      <dgm:spPr/>
    </dgm:pt>
    <dgm:pt modelId="{B3C33FAA-23A0-4B5C-BA9A-219DDC1BA7D5}" type="pres">
      <dgm:prSet presAssocID="{D3601108-4D8C-45B0-949E-BB213D944AFF}" presName="hierChild4" presStyleCnt="0"/>
      <dgm:spPr/>
    </dgm:pt>
    <dgm:pt modelId="{4A77301B-C929-466D-A257-725EA59CF163}" type="pres">
      <dgm:prSet presAssocID="{D3601108-4D8C-45B0-949E-BB213D944AFF}" presName="hierChild5" presStyleCnt="0"/>
      <dgm:spPr/>
    </dgm:pt>
    <dgm:pt modelId="{BB5D6AAB-F3C3-4C54-B7C0-0AB9D86275FC}" type="pres">
      <dgm:prSet presAssocID="{FE291B3F-1FD7-464C-B718-F6581C160135}" presName="Name64" presStyleLbl="parChTrans1D4" presStyleIdx="4" presStyleCnt="18"/>
      <dgm:spPr/>
    </dgm:pt>
    <dgm:pt modelId="{EE4F706B-B638-4450-A2DC-9E878FE795BE}" type="pres">
      <dgm:prSet presAssocID="{C8EC531B-2696-4D62-BAD2-71C33B063F28}" presName="hierRoot2" presStyleCnt="0">
        <dgm:presLayoutVars>
          <dgm:hierBranch val="init"/>
        </dgm:presLayoutVars>
      </dgm:prSet>
      <dgm:spPr/>
    </dgm:pt>
    <dgm:pt modelId="{46018D9C-FA1E-49EC-8A35-1CFE21384653}" type="pres">
      <dgm:prSet presAssocID="{C8EC531B-2696-4D62-BAD2-71C33B063F28}" presName="rootComposite" presStyleCnt="0"/>
      <dgm:spPr/>
    </dgm:pt>
    <dgm:pt modelId="{4DD3CE7A-F674-42BC-8E6D-E481A1699E60}" type="pres">
      <dgm:prSet presAssocID="{C8EC531B-2696-4D62-BAD2-71C33B063F28}" presName="rootText" presStyleLbl="node4" presStyleIdx="4" presStyleCnt="18" custScaleX="207843" custScaleY="202328">
        <dgm:presLayoutVars>
          <dgm:chPref val="3"/>
        </dgm:presLayoutVars>
      </dgm:prSet>
      <dgm:spPr/>
    </dgm:pt>
    <dgm:pt modelId="{68543308-8719-4223-88A5-2836ED438020}" type="pres">
      <dgm:prSet presAssocID="{C8EC531B-2696-4D62-BAD2-71C33B063F28}" presName="rootConnector" presStyleLbl="node4" presStyleIdx="4" presStyleCnt="18"/>
      <dgm:spPr/>
    </dgm:pt>
    <dgm:pt modelId="{DE3707FE-06BA-4D90-8325-DB8AA508CADC}" type="pres">
      <dgm:prSet presAssocID="{C8EC531B-2696-4D62-BAD2-71C33B063F28}" presName="hierChild4" presStyleCnt="0"/>
      <dgm:spPr/>
    </dgm:pt>
    <dgm:pt modelId="{97EDA42E-EB15-4EE9-8666-FCF5B8270EB4}" type="pres">
      <dgm:prSet presAssocID="{C8EC531B-2696-4D62-BAD2-71C33B063F28}" presName="hierChild5" presStyleCnt="0"/>
      <dgm:spPr/>
    </dgm:pt>
    <dgm:pt modelId="{BC8658B0-3104-4814-B787-2A1B0076D979}" type="pres">
      <dgm:prSet presAssocID="{BBFC2554-19AD-4092-9EB3-49D30141DC89}" presName="hierChild5" presStyleCnt="0"/>
      <dgm:spPr/>
    </dgm:pt>
    <dgm:pt modelId="{FFB4802F-3711-4F5E-A928-1C329E4DBE82}" type="pres">
      <dgm:prSet presAssocID="{7FB52EDA-B8E7-40A7-98AD-8158BB7958AC}" presName="hierChild5" presStyleCnt="0"/>
      <dgm:spPr/>
    </dgm:pt>
    <dgm:pt modelId="{0DB16164-60B8-4C87-8F24-DD978669499A}" type="pres">
      <dgm:prSet presAssocID="{B1EE09E6-488F-415E-BB9C-3CAC04422EF2}" presName="Name64" presStyleLbl="parChTrans1D4" presStyleIdx="5" presStyleCnt="18"/>
      <dgm:spPr/>
    </dgm:pt>
    <dgm:pt modelId="{B82541B0-C6CD-4F1C-9025-B4D3E3719DA9}" type="pres">
      <dgm:prSet presAssocID="{7A4FD4E4-F93D-4B5B-AE91-B9E6B267E06F}" presName="hierRoot2" presStyleCnt="0">
        <dgm:presLayoutVars>
          <dgm:hierBranch val="init"/>
        </dgm:presLayoutVars>
      </dgm:prSet>
      <dgm:spPr/>
    </dgm:pt>
    <dgm:pt modelId="{2A1D5D50-F309-4EB5-9F12-E1E82D6A8D9C}" type="pres">
      <dgm:prSet presAssocID="{7A4FD4E4-F93D-4B5B-AE91-B9E6B267E06F}" presName="rootComposite" presStyleCnt="0"/>
      <dgm:spPr/>
    </dgm:pt>
    <dgm:pt modelId="{22FC8897-54E7-4BCE-A023-B4ADCBD9A967}" type="pres">
      <dgm:prSet presAssocID="{7A4FD4E4-F93D-4B5B-AE91-B9E6B267E06F}" presName="rootText" presStyleLbl="node4" presStyleIdx="5" presStyleCnt="18" custScaleX="176012" custScaleY="155648">
        <dgm:presLayoutVars>
          <dgm:chPref val="3"/>
        </dgm:presLayoutVars>
      </dgm:prSet>
      <dgm:spPr/>
    </dgm:pt>
    <dgm:pt modelId="{F4A02760-B4E0-4404-B380-277E5E6DA06C}" type="pres">
      <dgm:prSet presAssocID="{7A4FD4E4-F93D-4B5B-AE91-B9E6B267E06F}" presName="rootConnector" presStyleLbl="node4" presStyleIdx="5" presStyleCnt="18"/>
      <dgm:spPr/>
    </dgm:pt>
    <dgm:pt modelId="{92FF3718-B8D8-441C-95F5-786B29D1A4DF}" type="pres">
      <dgm:prSet presAssocID="{7A4FD4E4-F93D-4B5B-AE91-B9E6B267E06F}" presName="hierChild4" presStyleCnt="0"/>
      <dgm:spPr/>
    </dgm:pt>
    <dgm:pt modelId="{A4701A19-BB1D-4CAD-B4C6-647E292431AE}" type="pres">
      <dgm:prSet presAssocID="{EF6F8ECC-175A-417B-88DA-9B242D094439}" presName="Name64" presStyleLbl="parChTrans1D4" presStyleIdx="6" presStyleCnt="18"/>
      <dgm:spPr/>
    </dgm:pt>
    <dgm:pt modelId="{6F1C737E-AA41-4826-9A58-ADBEC549DFBC}" type="pres">
      <dgm:prSet presAssocID="{648FB18D-3EC9-478E-8241-36175898F80F}" presName="hierRoot2" presStyleCnt="0">
        <dgm:presLayoutVars>
          <dgm:hierBranch val="init"/>
        </dgm:presLayoutVars>
      </dgm:prSet>
      <dgm:spPr/>
    </dgm:pt>
    <dgm:pt modelId="{B4BAA781-9845-4B37-9914-24BB181505E1}" type="pres">
      <dgm:prSet presAssocID="{648FB18D-3EC9-478E-8241-36175898F80F}" presName="rootComposite" presStyleCnt="0"/>
      <dgm:spPr/>
    </dgm:pt>
    <dgm:pt modelId="{6FE95C8B-E43B-4D1F-8B3A-ACA2E7439CE2}" type="pres">
      <dgm:prSet presAssocID="{648FB18D-3EC9-478E-8241-36175898F80F}" presName="rootText" presStyleLbl="node4" presStyleIdx="6" presStyleCnt="18" custScaleX="173702" custScaleY="167348">
        <dgm:presLayoutVars>
          <dgm:chPref val="3"/>
        </dgm:presLayoutVars>
      </dgm:prSet>
      <dgm:spPr/>
    </dgm:pt>
    <dgm:pt modelId="{F092239F-80DE-4691-A8CD-70E8EDDDB327}" type="pres">
      <dgm:prSet presAssocID="{648FB18D-3EC9-478E-8241-36175898F80F}" presName="rootConnector" presStyleLbl="node4" presStyleIdx="6" presStyleCnt="18"/>
      <dgm:spPr/>
    </dgm:pt>
    <dgm:pt modelId="{52A90464-6CE8-4757-9DFD-7360BB3C640A}" type="pres">
      <dgm:prSet presAssocID="{648FB18D-3EC9-478E-8241-36175898F80F}" presName="hierChild4" presStyleCnt="0"/>
      <dgm:spPr/>
    </dgm:pt>
    <dgm:pt modelId="{C2563AD3-9380-4B3B-AA77-63D6C86704FD}" type="pres">
      <dgm:prSet presAssocID="{648FB18D-3EC9-478E-8241-36175898F80F}" presName="hierChild5" presStyleCnt="0"/>
      <dgm:spPr/>
    </dgm:pt>
    <dgm:pt modelId="{FF5852C4-2008-49B2-B519-D8F383E8E245}" type="pres">
      <dgm:prSet presAssocID="{6540DF7A-CBFF-4DE0-892F-69AAE7E3FC78}" presName="Name64" presStyleLbl="parChTrans1D4" presStyleIdx="7" presStyleCnt="18"/>
      <dgm:spPr/>
    </dgm:pt>
    <dgm:pt modelId="{580D0AEA-FA7D-41CA-8E15-6B1162BD4535}" type="pres">
      <dgm:prSet presAssocID="{92EA4119-C67F-462F-A1C9-E7E001CA7FD9}" presName="hierRoot2" presStyleCnt="0">
        <dgm:presLayoutVars>
          <dgm:hierBranch val="init"/>
        </dgm:presLayoutVars>
      </dgm:prSet>
      <dgm:spPr/>
    </dgm:pt>
    <dgm:pt modelId="{39CCD46A-471B-440D-9B30-BF99D8DAB39D}" type="pres">
      <dgm:prSet presAssocID="{92EA4119-C67F-462F-A1C9-E7E001CA7FD9}" presName="rootComposite" presStyleCnt="0"/>
      <dgm:spPr/>
    </dgm:pt>
    <dgm:pt modelId="{0489E9F5-36F9-446F-8F8E-B24BFAF572A5}" type="pres">
      <dgm:prSet presAssocID="{92EA4119-C67F-462F-A1C9-E7E001CA7FD9}" presName="rootText" presStyleLbl="node4" presStyleIdx="7" presStyleCnt="18" custScaleX="202230" custScaleY="145487">
        <dgm:presLayoutVars>
          <dgm:chPref val="3"/>
        </dgm:presLayoutVars>
      </dgm:prSet>
      <dgm:spPr/>
    </dgm:pt>
    <dgm:pt modelId="{E391B39B-D2E0-4F32-A4A3-0FF4D899B988}" type="pres">
      <dgm:prSet presAssocID="{92EA4119-C67F-462F-A1C9-E7E001CA7FD9}" presName="rootConnector" presStyleLbl="node4" presStyleIdx="7" presStyleCnt="18"/>
      <dgm:spPr/>
    </dgm:pt>
    <dgm:pt modelId="{46B223BB-C77C-4500-92C7-18386A167242}" type="pres">
      <dgm:prSet presAssocID="{92EA4119-C67F-462F-A1C9-E7E001CA7FD9}" presName="hierChild4" presStyleCnt="0"/>
      <dgm:spPr/>
    </dgm:pt>
    <dgm:pt modelId="{59600DA6-F5D7-4A76-BCB9-EEC39B715DEE}" type="pres">
      <dgm:prSet presAssocID="{92EA4119-C67F-462F-A1C9-E7E001CA7FD9}" presName="hierChild5" presStyleCnt="0"/>
      <dgm:spPr/>
    </dgm:pt>
    <dgm:pt modelId="{D6701B18-D58D-4336-A15B-723EEBBBBB5C}" type="pres">
      <dgm:prSet presAssocID="{7A4FD4E4-F93D-4B5B-AE91-B9E6B267E06F}" presName="hierChild5" presStyleCnt="0"/>
      <dgm:spPr/>
    </dgm:pt>
    <dgm:pt modelId="{AD4C1AAB-397B-4792-AD40-B91F7E00DBD8}" type="pres">
      <dgm:prSet presAssocID="{CD6AFED7-F7B8-4742-9E9A-F0F22C9BFD4D}" presName="hierChild5" presStyleCnt="0"/>
      <dgm:spPr/>
    </dgm:pt>
    <dgm:pt modelId="{B82CBE3E-7807-4210-AA93-00FD98B55976}" type="pres">
      <dgm:prSet presAssocID="{1141E833-3DDD-44DC-8737-F43C0844EDF0}" presName="Name64" presStyleLbl="parChTrans1D3" presStyleIdx="1" presStyleCnt="4"/>
      <dgm:spPr/>
    </dgm:pt>
    <dgm:pt modelId="{8D5DF520-7BD5-40C9-9008-0910E2FC4D09}" type="pres">
      <dgm:prSet presAssocID="{AB5D0D44-2FE7-469E-96B7-4BE017DF99D1}" presName="hierRoot2" presStyleCnt="0">
        <dgm:presLayoutVars>
          <dgm:hierBranch val="init"/>
        </dgm:presLayoutVars>
      </dgm:prSet>
      <dgm:spPr/>
    </dgm:pt>
    <dgm:pt modelId="{543A5C2A-B268-4603-9177-BF209D428453}" type="pres">
      <dgm:prSet presAssocID="{AB5D0D44-2FE7-469E-96B7-4BE017DF99D1}" presName="rootComposite" presStyleCnt="0"/>
      <dgm:spPr/>
    </dgm:pt>
    <dgm:pt modelId="{3F36CCCA-93D9-479A-B023-42FD51B343FD}" type="pres">
      <dgm:prSet presAssocID="{AB5D0D44-2FE7-469E-96B7-4BE017DF99D1}" presName="rootText" presStyleLbl="node3" presStyleIdx="1" presStyleCnt="4" custScaleX="171181" custScaleY="174384">
        <dgm:presLayoutVars>
          <dgm:chPref val="3"/>
        </dgm:presLayoutVars>
      </dgm:prSet>
      <dgm:spPr/>
    </dgm:pt>
    <dgm:pt modelId="{5D417EFA-BF18-45C0-9EDB-1F4F05C8EEFE}" type="pres">
      <dgm:prSet presAssocID="{AB5D0D44-2FE7-469E-96B7-4BE017DF99D1}" presName="rootConnector" presStyleLbl="node3" presStyleIdx="1" presStyleCnt="4"/>
      <dgm:spPr/>
    </dgm:pt>
    <dgm:pt modelId="{597F4FF6-46AE-41E2-B004-7D7F9D88C19D}" type="pres">
      <dgm:prSet presAssocID="{AB5D0D44-2FE7-469E-96B7-4BE017DF99D1}" presName="hierChild4" presStyleCnt="0"/>
      <dgm:spPr/>
    </dgm:pt>
    <dgm:pt modelId="{D361E23B-883A-4612-942F-B1EC01A9D52E}" type="pres">
      <dgm:prSet presAssocID="{2C14A9BB-D01B-404E-A0F1-8383E486BBB3}" presName="Name64" presStyleLbl="parChTrans1D4" presStyleIdx="8" presStyleCnt="18"/>
      <dgm:spPr/>
    </dgm:pt>
    <dgm:pt modelId="{04EB5CAD-7C03-4A9C-A29E-F27D8C64D156}" type="pres">
      <dgm:prSet presAssocID="{00C86825-1AD1-41C6-B2E2-B092349C4162}" presName="hierRoot2" presStyleCnt="0">
        <dgm:presLayoutVars>
          <dgm:hierBranch val="init"/>
        </dgm:presLayoutVars>
      </dgm:prSet>
      <dgm:spPr/>
    </dgm:pt>
    <dgm:pt modelId="{F492DB0B-7CA0-45C8-B76C-E08DB540ADBD}" type="pres">
      <dgm:prSet presAssocID="{00C86825-1AD1-41C6-B2E2-B092349C4162}" presName="rootComposite" presStyleCnt="0"/>
      <dgm:spPr/>
    </dgm:pt>
    <dgm:pt modelId="{84E9C76B-9909-4007-AB4D-98F8B89171E1}" type="pres">
      <dgm:prSet presAssocID="{00C86825-1AD1-41C6-B2E2-B092349C4162}" presName="rootText" presStyleLbl="node4" presStyleIdx="8" presStyleCnt="18" custFlipVert="0" custScaleX="175087" custScaleY="208744">
        <dgm:presLayoutVars>
          <dgm:chPref val="3"/>
        </dgm:presLayoutVars>
      </dgm:prSet>
      <dgm:spPr/>
    </dgm:pt>
    <dgm:pt modelId="{AFDA1DC2-F764-4379-884C-540371F20643}" type="pres">
      <dgm:prSet presAssocID="{00C86825-1AD1-41C6-B2E2-B092349C4162}" presName="rootConnector" presStyleLbl="node4" presStyleIdx="8" presStyleCnt="18"/>
      <dgm:spPr/>
    </dgm:pt>
    <dgm:pt modelId="{DE96E811-9A26-4EA9-ADA7-D651403688AE}" type="pres">
      <dgm:prSet presAssocID="{00C86825-1AD1-41C6-B2E2-B092349C4162}" presName="hierChild4" presStyleCnt="0"/>
      <dgm:spPr/>
    </dgm:pt>
    <dgm:pt modelId="{7C54B210-E58D-4291-8011-F575F7449094}" type="pres">
      <dgm:prSet presAssocID="{52BFB68D-6CD3-4D8C-AE6D-5B5B3C2214A3}" presName="Name64" presStyleLbl="parChTrans1D4" presStyleIdx="9" presStyleCnt="18"/>
      <dgm:spPr/>
    </dgm:pt>
    <dgm:pt modelId="{A6E57306-42F1-4407-8131-D5AA484F9374}" type="pres">
      <dgm:prSet presAssocID="{C568C140-E131-44B2-A558-C683FACD79AA}" presName="hierRoot2" presStyleCnt="0">
        <dgm:presLayoutVars>
          <dgm:hierBranch val="init"/>
        </dgm:presLayoutVars>
      </dgm:prSet>
      <dgm:spPr/>
    </dgm:pt>
    <dgm:pt modelId="{DC20D4E6-CA31-4C16-A6AC-B5A3DB42B51A}" type="pres">
      <dgm:prSet presAssocID="{C568C140-E131-44B2-A558-C683FACD79AA}" presName="rootComposite" presStyleCnt="0"/>
      <dgm:spPr/>
    </dgm:pt>
    <dgm:pt modelId="{D2D9405D-DEF9-4954-BB9D-DDB088E5059F}" type="pres">
      <dgm:prSet presAssocID="{C568C140-E131-44B2-A558-C683FACD79AA}" presName="rootText" presStyleLbl="node4" presStyleIdx="9" presStyleCnt="18" custScaleX="208863" custScaleY="126801">
        <dgm:presLayoutVars>
          <dgm:chPref val="3"/>
        </dgm:presLayoutVars>
      </dgm:prSet>
      <dgm:spPr/>
    </dgm:pt>
    <dgm:pt modelId="{E5F0AF75-377F-4048-80E3-F29800C3B5EB}" type="pres">
      <dgm:prSet presAssocID="{C568C140-E131-44B2-A558-C683FACD79AA}" presName="rootConnector" presStyleLbl="node4" presStyleIdx="9" presStyleCnt="18"/>
      <dgm:spPr/>
    </dgm:pt>
    <dgm:pt modelId="{04BD5719-2191-4FD8-A345-87D1562CFF6B}" type="pres">
      <dgm:prSet presAssocID="{C568C140-E131-44B2-A558-C683FACD79AA}" presName="hierChild4" presStyleCnt="0"/>
      <dgm:spPr/>
    </dgm:pt>
    <dgm:pt modelId="{581D92F7-386F-4A41-9352-4C2DEC6BF5E5}" type="pres">
      <dgm:prSet presAssocID="{C568C140-E131-44B2-A558-C683FACD79AA}" presName="hierChild5" presStyleCnt="0"/>
      <dgm:spPr/>
    </dgm:pt>
    <dgm:pt modelId="{A877E8DF-498B-4E99-A9FE-F50492BDBD87}" type="pres">
      <dgm:prSet presAssocID="{B5C939C5-923F-4BA2-AEC9-245998196EF1}" presName="Name64" presStyleLbl="parChTrans1D4" presStyleIdx="10" presStyleCnt="18"/>
      <dgm:spPr/>
    </dgm:pt>
    <dgm:pt modelId="{4DC6E91F-2A4D-456F-AAC2-2CCEDC64C87E}" type="pres">
      <dgm:prSet presAssocID="{56B9A279-C4C6-4F87-9234-09465E8BF959}" presName="hierRoot2" presStyleCnt="0">
        <dgm:presLayoutVars>
          <dgm:hierBranch val="init"/>
        </dgm:presLayoutVars>
      </dgm:prSet>
      <dgm:spPr/>
    </dgm:pt>
    <dgm:pt modelId="{02DDB39B-CEBB-4F85-8C1B-E5FE7DAF1BC8}" type="pres">
      <dgm:prSet presAssocID="{56B9A279-C4C6-4F87-9234-09465E8BF959}" presName="rootComposite" presStyleCnt="0"/>
      <dgm:spPr/>
    </dgm:pt>
    <dgm:pt modelId="{212C7022-946B-4590-80A2-A855BE35878C}" type="pres">
      <dgm:prSet presAssocID="{56B9A279-C4C6-4F87-9234-09465E8BF959}" presName="rootText" presStyleLbl="node4" presStyleIdx="10" presStyleCnt="18" custScaleX="210663" custScaleY="194167">
        <dgm:presLayoutVars>
          <dgm:chPref val="3"/>
        </dgm:presLayoutVars>
      </dgm:prSet>
      <dgm:spPr/>
    </dgm:pt>
    <dgm:pt modelId="{641C74A3-2D7F-4954-AB5B-A7E491ACD3BC}" type="pres">
      <dgm:prSet presAssocID="{56B9A279-C4C6-4F87-9234-09465E8BF959}" presName="rootConnector" presStyleLbl="node4" presStyleIdx="10" presStyleCnt="18"/>
      <dgm:spPr/>
    </dgm:pt>
    <dgm:pt modelId="{9D06A0C7-4E6C-422C-A17F-91862DEEE1F5}" type="pres">
      <dgm:prSet presAssocID="{56B9A279-C4C6-4F87-9234-09465E8BF959}" presName="hierChild4" presStyleCnt="0"/>
      <dgm:spPr/>
    </dgm:pt>
    <dgm:pt modelId="{C3D66589-DCB4-4109-8B66-A11FBCB46A1E}" type="pres">
      <dgm:prSet presAssocID="{56B9A279-C4C6-4F87-9234-09465E8BF959}" presName="hierChild5" presStyleCnt="0"/>
      <dgm:spPr/>
    </dgm:pt>
    <dgm:pt modelId="{10DA65C2-6027-40BE-92A1-6F9F70C7A531}" type="pres">
      <dgm:prSet presAssocID="{00C86825-1AD1-41C6-B2E2-B092349C4162}" presName="hierChild5" presStyleCnt="0"/>
      <dgm:spPr/>
    </dgm:pt>
    <dgm:pt modelId="{9D296687-8D97-46F0-A2E9-C7E46B6F049F}" type="pres">
      <dgm:prSet presAssocID="{F56F6C5D-E554-4205-8BD0-8B2560F2F867}" presName="Name64" presStyleLbl="parChTrans1D4" presStyleIdx="11" presStyleCnt="18"/>
      <dgm:spPr/>
    </dgm:pt>
    <dgm:pt modelId="{94ABC745-6E73-4696-BA74-69A482199045}" type="pres">
      <dgm:prSet presAssocID="{1337439B-29A1-4BB4-91F7-6365576343C7}" presName="hierRoot2" presStyleCnt="0">
        <dgm:presLayoutVars>
          <dgm:hierBranch val="init"/>
        </dgm:presLayoutVars>
      </dgm:prSet>
      <dgm:spPr/>
    </dgm:pt>
    <dgm:pt modelId="{0D6C2A94-4D25-40C3-A092-3761489947E3}" type="pres">
      <dgm:prSet presAssocID="{1337439B-29A1-4BB4-91F7-6365576343C7}" presName="rootComposite" presStyleCnt="0"/>
      <dgm:spPr/>
    </dgm:pt>
    <dgm:pt modelId="{27534895-109C-4151-828C-A0F9DC4B26E1}" type="pres">
      <dgm:prSet presAssocID="{1337439B-29A1-4BB4-91F7-6365576343C7}" presName="rootText" presStyleLbl="node4" presStyleIdx="11" presStyleCnt="18" custScaleX="191342" custScaleY="172147">
        <dgm:presLayoutVars>
          <dgm:chPref val="3"/>
        </dgm:presLayoutVars>
      </dgm:prSet>
      <dgm:spPr/>
    </dgm:pt>
    <dgm:pt modelId="{FDE691C4-CEBA-4CC7-9F89-FBCF14B3B398}" type="pres">
      <dgm:prSet presAssocID="{1337439B-29A1-4BB4-91F7-6365576343C7}" presName="rootConnector" presStyleLbl="node4" presStyleIdx="11" presStyleCnt="18"/>
      <dgm:spPr/>
    </dgm:pt>
    <dgm:pt modelId="{262BE8D7-F393-45E5-AE83-9B02AF888D64}" type="pres">
      <dgm:prSet presAssocID="{1337439B-29A1-4BB4-91F7-6365576343C7}" presName="hierChild4" presStyleCnt="0"/>
      <dgm:spPr/>
    </dgm:pt>
    <dgm:pt modelId="{FA9545BB-F1A8-4E5E-B48A-3532FDC7CE1E}" type="pres">
      <dgm:prSet presAssocID="{E87B0D5D-F271-4D4C-981E-DA12CEF185E4}" presName="Name64" presStyleLbl="parChTrans1D4" presStyleIdx="12" presStyleCnt="18"/>
      <dgm:spPr/>
    </dgm:pt>
    <dgm:pt modelId="{75AB17E9-6BF5-45B7-908C-084C88321283}" type="pres">
      <dgm:prSet presAssocID="{F2692DC8-40C6-46C2-B90B-31FCF049710E}" presName="hierRoot2" presStyleCnt="0">
        <dgm:presLayoutVars>
          <dgm:hierBranch val="init"/>
        </dgm:presLayoutVars>
      </dgm:prSet>
      <dgm:spPr/>
    </dgm:pt>
    <dgm:pt modelId="{9426D856-B89B-462F-91E2-21331307BFD8}" type="pres">
      <dgm:prSet presAssocID="{F2692DC8-40C6-46C2-B90B-31FCF049710E}" presName="rootComposite" presStyleCnt="0"/>
      <dgm:spPr/>
    </dgm:pt>
    <dgm:pt modelId="{3DA90A08-9606-4CDB-AB70-B208313F316D}" type="pres">
      <dgm:prSet presAssocID="{F2692DC8-40C6-46C2-B90B-31FCF049710E}" presName="rootText" presStyleLbl="node4" presStyleIdx="12" presStyleCnt="18" custScaleX="199738" custScaleY="187405" custLinFactNeighborX="6948" custLinFactNeighborY="-2519">
        <dgm:presLayoutVars>
          <dgm:chPref val="3"/>
        </dgm:presLayoutVars>
      </dgm:prSet>
      <dgm:spPr/>
    </dgm:pt>
    <dgm:pt modelId="{12FC9550-67EE-4AC5-9712-6BAEB49961B3}" type="pres">
      <dgm:prSet presAssocID="{F2692DC8-40C6-46C2-B90B-31FCF049710E}" presName="rootConnector" presStyleLbl="node4" presStyleIdx="12" presStyleCnt="18"/>
      <dgm:spPr/>
    </dgm:pt>
    <dgm:pt modelId="{2CF3446D-B1D4-47FA-9B12-C6703020AD8D}" type="pres">
      <dgm:prSet presAssocID="{F2692DC8-40C6-46C2-B90B-31FCF049710E}" presName="hierChild4" presStyleCnt="0"/>
      <dgm:spPr/>
    </dgm:pt>
    <dgm:pt modelId="{BC8172EE-C7DD-4CE6-90F8-DD2BBE7DEA35}" type="pres">
      <dgm:prSet presAssocID="{F2692DC8-40C6-46C2-B90B-31FCF049710E}" presName="hierChild5" presStyleCnt="0"/>
      <dgm:spPr/>
    </dgm:pt>
    <dgm:pt modelId="{D26F0DC0-F0FC-469E-8985-6EB3765A3698}" type="pres">
      <dgm:prSet presAssocID="{5DF21E91-C61D-4A3C-8B27-B644B4BBFFF6}" presName="Name64" presStyleLbl="parChTrans1D4" presStyleIdx="13" presStyleCnt="18"/>
      <dgm:spPr/>
    </dgm:pt>
    <dgm:pt modelId="{1F558895-1B48-465A-A79B-927D097123B7}" type="pres">
      <dgm:prSet presAssocID="{A3DF7A3D-7539-48CA-93C0-D83F17F911EF}" presName="hierRoot2" presStyleCnt="0">
        <dgm:presLayoutVars>
          <dgm:hierBranch val="init"/>
        </dgm:presLayoutVars>
      </dgm:prSet>
      <dgm:spPr/>
    </dgm:pt>
    <dgm:pt modelId="{C51BDC60-4B9F-4475-AFA7-FE930CED8097}" type="pres">
      <dgm:prSet presAssocID="{A3DF7A3D-7539-48CA-93C0-D83F17F911EF}" presName="rootComposite" presStyleCnt="0"/>
      <dgm:spPr/>
    </dgm:pt>
    <dgm:pt modelId="{7E689E74-471E-443E-A414-0BDB2194BA93}" type="pres">
      <dgm:prSet presAssocID="{A3DF7A3D-7539-48CA-93C0-D83F17F911EF}" presName="rootText" presStyleLbl="node4" presStyleIdx="13" presStyleCnt="18" custScaleX="220748" custScaleY="143636">
        <dgm:presLayoutVars>
          <dgm:chPref val="3"/>
        </dgm:presLayoutVars>
      </dgm:prSet>
      <dgm:spPr/>
    </dgm:pt>
    <dgm:pt modelId="{4AD3BC2F-5DFA-482D-8723-712718555D4F}" type="pres">
      <dgm:prSet presAssocID="{A3DF7A3D-7539-48CA-93C0-D83F17F911EF}" presName="rootConnector" presStyleLbl="node4" presStyleIdx="13" presStyleCnt="18"/>
      <dgm:spPr/>
    </dgm:pt>
    <dgm:pt modelId="{B6017BDF-9FEF-41AA-BFBD-23D577E8414C}" type="pres">
      <dgm:prSet presAssocID="{A3DF7A3D-7539-48CA-93C0-D83F17F911EF}" presName="hierChild4" presStyleCnt="0"/>
      <dgm:spPr/>
    </dgm:pt>
    <dgm:pt modelId="{7A4AB1E1-40FF-43EF-8E7A-CCEBE26DD936}" type="pres">
      <dgm:prSet presAssocID="{A3DF7A3D-7539-48CA-93C0-D83F17F911EF}" presName="hierChild5" presStyleCnt="0"/>
      <dgm:spPr/>
    </dgm:pt>
    <dgm:pt modelId="{FB1E667F-66A4-4C76-BB08-8A0384F9E53B}" type="pres">
      <dgm:prSet presAssocID="{1337439B-29A1-4BB4-91F7-6365576343C7}" presName="hierChild5" presStyleCnt="0"/>
      <dgm:spPr/>
    </dgm:pt>
    <dgm:pt modelId="{FFEF524E-4385-4899-AB6A-F12E105F5644}" type="pres">
      <dgm:prSet presAssocID="{AB5D0D44-2FE7-469E-96B7-4BE017DF99D1}" presName="hierChild5" presStyleCnt="0"/>
      <dgm:spPr/>
    </dgm:pt>
    <dgm:pt modelId="{156371EF-2D11-41F3-AD6D-6A25E070D2BA}" type="pres">
      <dgm:prSet presAssocID="{639AD7FF-E078-47CD-BA52-6E359C6C2BC9}" presName="hierChild5" presStyleCnt="0"/>
      <dgm:spPr/>
    </dgm:pt>
    <dgm:pt modelId="{4FC341BA-A1C1-45EF-8DCB-18AD9C5E9989}" type="pres">
      <dgm:prSet presAssocID="{F2371777-4194-4B24-925A-F4EE861BE127}" presName="Name64" presStyleLbl="parChTrans1D2" presStyleIdx="1" presStyleCnt="2"/>
      <dgm:spPr/>
    </dgm:pt>
    <dgm:pt modelId="{FF146705-522E-45E8-B2D7-1B36098845C0}" type="pres">
      <dgm:prSet presAssocID="{B2A34A91-A457-4DA8-AFC5-4CA895B3C40D}" presName="hierRoot2" presStyleCnt="0">
        <dgm:presLayoutVars>
          <dgm:hierBranch val="init"/>
        </dgm:presLayoutVars>
      </dgm:prSet>
      <dgm:spPr/>
    </dgm:pt>
    <dgm:pt modelId="{8687CB7A-2D05-454C-8E8B-024CC30D45C0}" type="pres">
      <dgm:prSet presAssocID="{B2A34A91-A457-4DA8-AFC5-4CA895B3C40D}" presName="rootComposite" presStyleCnt="0"/>
      <dgm:spPr/>
    </dgm:pt>
    <dgm:pt modelId="{0CBF28F9-16B9-4EA2-A83E-DF1913FAC9CE}" type="pres">
      <dgm:prSet presAssocID="{B2A34A91-A457-4DA8-AFC5-4CA895B3C40D}" presName="rootText" presStyleLbl="node2" presStyleIdx="1" presStyleCnt="2" custScaleX="195833" custScaleY="166519">
        <dgm:presLayoutVars>
          <dgm:chPref val="3"/>
        </dgm:presLayoutVars>
      </dgm:prSet>
      <dgm:spPr/>
    </dgm:pt>
    <dgm:pt modelId="{706B8562-878E-4DCD-AABC-6A9E7C6DFC82}" type="pres">
      <dgm:prSet presAssocID="{B2A34A91-A457-4DA8-AFC5-4CA895B3C40D}" presName="rootConnector" presStyleLbl="node2" presStyleIdx="1" presStyleCnt="2"/>
      <dgm:spPr/>
    </dgm:pt>
    <dgm:pt modelId="{48E65E76-C631-44BA-8984-78B283DE1DDB}" type="pres">
      <dgm:prSet presAssocID="{B2A34A91-A457-4DA8-AFC5-4CA895B3C40D}" presName="hierChild4" presStyleCnt="0"/>
      <dgm:spPr/>
    </dgm:pt>
    <dgm:pt modelId="{37DA061D-6ECF-4C76-B248-6B6BA87B8956}" type="pres">
      <dgm:prSet presAssocID="{984B008A-84C3-461C-9E68-7ED63B02E02D}" presName="Name64" presStyleLbl="parChTrans1D3" presStyleIdx="2" presStyleCnt="4"/>
      <dgm:spPr/>
    </dgm:pt>
    <dgm:pt modelId="{B00CF623-5F4A-497E-8A25-077C47BFB4E5}" type="pres">
      <dgm:prSet presAssocID="{2207C40F-7670-4A51-8CE2-EB6BED66567F}" presName="hierRoot2" presStyleCnt="0">
        <dgm:presLayoutVars>
          <dgm:hierBranch val="init"/>
        </dgm:presLayoutVars>
      </dgm:prSet>
      <dgm:spPr/>
    </dgm:pt>
    <dgm:pt modelId="{5C3412FC-7649-44BF-9EE1-23BEF69EF384}" type="pres">
      <dgm:prSet presAssocID="{2207C40F-7670-4A51-8CE2-EB6BED66567F}" presName="rootComposite" presStyleCnt="0"/>
      <dgm:spPr/>
    </dgm:pt>
    <dgm:pt modelId="{6DE299B6-22DB-4A3A-82F3-7963734ECE43}" type="pres">
      <dgm:prSet presAssocID="{2207C40F-7670-4A51-8CE2-EB6BED66567F}" presName="rootText" presStyleLbl="node3" presStyleIdx="2" presStyleCnt="4" custScaleX="192547" custScaleY="303309">
        <dgm:presLayoutVars>
          <dgm:chPref val="3"/>
        </dgm:presLayoutVars>
      </dgm:prSet>
      <dgm:spPr/>
    </dgm:pt>
    <dgm:pt modelId="{F0967A91-D265-40DA-AA05-612ECFC4D2DC}" type="pres">
      <dgm:prSet presAssocID="{2207C40F-7670-4A51-8CE2-EB6BED66567F}" presName="rootConnector" presStyleLbl="node3" presStyleIdx="2" presStyleCnt="4"/>
      <dgm:spPr/>
    </dgm:pt>
    <dgm:pt modelId="{886A9353-3684-49BE-94DE-A2C992EF9840}" type="pres">
      <dgm:prSet presAssocID="{2207C40F-7670-4A51-8CE2-EB6BED66567F}" presName="hierChild4" presStyleCnt="0"/>
      <dgm:spPr/>
    </dgm:pt>
    <dgm:pt modelId="{04FC8065-EE6B-47D1-ACAF-B6046BFC54E8}" type="pres">
      <dgm:prSet presAssocID="{575C0B2B-FEB8-43C5-B0EC-589422D4DB11}" presName="Name64" presStyleLbl="parChTrans1D4" presStyleIdx="14" presStyleCnt="18"/>
      <dgm:spPr/>
    </dgm:pt>
    <dgm:pt modelId="{5939B0C2-9A2E-4412-8EB2-05612FCEF21D}" type="pres">
      <dgm:prSet presAssocID="{84836D3E-7B93-4880-81AF-9056A56337F7}" presName="hierRoot2" presStyleCnt="0">
        <dgm:presLayoutVars>
          <dgm:hierBranch val="init"/>
        </dgm:presLayoutVars>
      </dgm:prSet>
      <dgm:spPr/>
    </dgm:pt>
    <dgm:pt modelId="{42B11BEB-787B-46E6-8666-1366C97E369D}" type="pres">
      <dgm:prSet presAssocID="{84836D3E-7B93-4880-81AF-9056A56337F7}" presName="rootComposite" presStyleCnt="0"/>
      <dgm:spPr/>
    </dgm:pt>
    <dgm:pt modelId="{E7A6EEA7-F364-408C-9085-C52EB940016E}" type="pres">
      <dgm:prSet presAssocID="{84836D3E-7B93-4880-81AF-9056A56337F7}" presName="rootText" presStyleLbl="node4" presStyleIdx="14" presStyleCnt="18" custScaleX="181015" custScaleY="176122">
        <dgm:presLayoutVars>
          <dgm:chPref val="3"/>
        </dgm:presLayoutVars>
      </dgm:prSet>
      <dgm:spPr/>
    </dgm:pt>
    <dgm:pt modelId="{AAA794DE-5912-40EF-BCD9-43ACED875B42}" type="pres">
      <dgm:prSet presAssocID="{84836D3E-7B93-4880-81AF-9056A56337F7}" presName="rootConnector" presStyleLbl="node4" presStyleIdx="14" presStyleCnt="18"/>
      <dgm:spPr/>
    </dgm:pt>
    <dgm:pt modelId="{C14A7C3E-D7F0-4CA9-9459-CE53B2657440}" type="pres">
      <dgm:prSet presAssocID="{84836D3E-7B93-4880-81AF-9056A56337F7}" presName="hierChild4" presStyleCnt="0"/>
      <dgm:spPr/>
    </dgm:pt>
    <dgm:pt modelId="{D689889F-BCB7-4F93-A1A4-C2069C3D7D7F}" type="pres">
      <dgm:prSet presAssocID="{84836D3E-7B93-4880-81AF-9056A56337F7}" presName="hierChild5" presStyleCnt="0"/>
      <dgm:spPr/>
    </dgm:pt>
    <dgm:pt modelId="{21F2730A-B800-459E-84B5-7384B7D15634}" type="pres">
      <dgm:prSet presAssocID="{8F2B58F3-2EA1-46DA-BDCF-5184003EB337}" presName="Name64" presStyleLbl="parChTrans1D4" presStyleIdx="15" presStyleCnt="18"/>
      <dgm:spPr/>
    </dgm:pt>
    <dgm:pt modelId="{C3FE23B7-D380-41EE-9E69-B749B3FD4C8A}" type="pres">
      <dgm:prSet presAssocID="{244B0D95-E51F-414E-95C2-FCCEDEB402DC}" presName="hierRoot2" presStyleCnt="0">
        <dgm:presLayoutVars>
          <dgm:hierBranch val="init"/>
        </dgm:presLayoutVars>
      </dgm:prSet>
      <dgm:spPr/>
    </dgm:pt>
    <dgm:pt modelId="{DA9310AC-B233-4DB3-96CE-E6D5BF698220}" type="pres">
      <dgm:prSet presAssocID="{244B0D95-E51F-414E-95C2-FCCEDEB402DC}" presName="rootComposite" presStyleCnt="0"/>
      <dgm:spPr/>
    </dgm:pt>
    <dgm:pt modelId="{B2E5E3EF-4BFC-491E-B320-0AF0A1A6EB23}" type="pres">
      <dgm:prSet presAssocID="{244B0D95-E51F-414E-95C2-FCCEDEB402DC}" presName="rootText" presStyleLbl="node4" presStyleIdx="15" presStyleCnt="18" custScaleX="177955" custScaleY="133640">
        <dgm:presLayoutVars>
          <dgm:chPref val="3"/>
        </dgm:presLayoutVars>
      </dgm:prSet>
      <dgm:spPr/>
    </dgm:pt>
    <dgm:pt modelId="{2B763703-BF4C-4B20-ACBD-5CAB687DCCE0}" type="pres">
      <dgm:prSet presAssocID="{244B0D95-E51F-414E-95C2-FCCEDEB402DC}" presName="rootConnector" presStyleLbl="node4" presStyleIdx="15" presStyleCnt="18"/>
      <dgm:spPr/>
    </dgm:pt>
    <dgm:pt modelId="{70E3F656-552F-4356-BA3B-1749928352F8}" type="pres">
      <dgm:prSet presAssocID="{244B0D95-E51F-414E-95C2-FCCEDEB402DC}" presName="hierChild4" presStyleCnt="0"/>
      <dgm:spPr/>
    </dgm:pt>
    <dgm:pt modelId="{1805E505-FB98-41D4-979D-1623C150DE90}" type="pres">
      <dgm:prSet presAssocID="{244B0D95-E51F-414E-95C2-FCCEDEB402DC}" presName="hierChild5" presStyleCnt="0"/>
      <dgm:spPr/>
    </dgm:pt>
    <dgm:pt modelId="{F7B36758-6CF9-44C5-9B75-B87949078B5E}" type="pres">
      <dgm:prSet presAssocID="{2207C40F-7670-4A51-8CE2-EB6BED66567F}" presName="hierChild5" presStyleCnt="0"/>
      <dgm:spPr/>
    </dgm:pt>
    <dgm:pt modelId="{2653EB37-C534-4E48-988C-9B2F6A6809AB}" type="pres">
      <dgm:prSet presAssocID="{81D3B39E-F56E-40F3-A32F-6F559C668447}" presName="Name64" presStyleLbl="parChTrans1D3" presStyleIdx="3" presStyleCnt="4"/>
      <dgm:spPr/>
    </dgm:pt>
    <dgm:pt modelId="{88451CDC-76FD-4AC3-9551-B13EB311107D}" type="pres">
      <dgm:prSet presAssocID="{498D760D-13DE-4332-AAC3-B9A236D99AC4}" presName="hierRoot2" presStyleCnt="0">
        <dgm:presLayoutVars>
          <dgm:hierBranch val="init"/>
        </dgm:presLayoutVars>
      </dgm:prSet>
      <dgm:spPr/>
    </dgm:pt>
    <dgm:pt modelId="{3124B7B1-CF48-4197-9D24-F58C923DA955}" type="pres">
      <dgm:prSet presAssocID="{498D760D-13DE-4332-AAC3-B9A236D99AC4}" presName="rootComposite" presStyleCnt="0"/>
      <dgm:spPr/>
    </dgm:pt>
    <dgm:pt modelId="{E7A4A1F0-875A-4969-AEE8-C8FB08605607}" type="pres">
      <dgm:prSet presAssocID="{498D760D-13DE-4332-AAC3-B9A236D99AC4}" presName="rootText" presStyleLbl="node3" presStyleIdx="3" presStyleCnt="4" custScaleX="211181" custScaleY="226847">
        <dgm:presLayoutVars>
          <dgm:chPref val="3"/>
        </dgm:presLayoutVars>
      </dgm:prSet>
      <dgm:spPr/>
    </dgm:pt>
    <dgm:pt modelId="{0D0F9CC6-51D9-44C8-8D84-51B06702358A}" type="pres">
      <dgm:prSet presAssocID="{498D760D-13DE-4332-AAC3-B9A236D99AC4}" presName="rootConnector" presStyleLbl="node3" presStyleIdx="3" presStyleCnt="4"/>
      <dgm:spPr/>
    </dgm:pt>
    <dgm:pt modelId="{1D94761F-CE79-46B8-AB67-94A03E44A3CA}" type="pres">
      <dgm:prSet presAssocID="{498D760D-13DE-4332-AAC3-B9A236D99AC4}" presName="hierChild4" presStyleCnt="0"/>
      <dgm:spPr/>
    </dgm:pt>
    <dgm:pt modelId="{912FD544-88AC-4B31-8DA2-DBB85C635BE4}" type="pres">
      <dgm:prSet presAssocID="{004429D4-F73B-46E7-BA80-37CABC14F847}" presName="Name64" presStyleLbl="parChTrans1D4" presStyleIdx="16" presStyleCnt="18"/>
      <dgm:spPr/>
    </dgm:pt>
    <dgm:pt modelId="{E4B8AF41-D54C-4823-8D56-BB4A9E8B2E1F}" type="pres">
      <dgm:prSet presAssocID="{27941122-111D-44CF-B21D-6B36FAEDD1FD}" presName="hierRoot2" presStyleCnt="0">
        <dgm:presLayoutVars>
          <dgm:hierBranch val="init"/>
        </dgm:presLayoutVars>
      </dgm:prSet>
      <dgm:spPr/>
    </dgm:pt>
    <dgm:pt modelId="{CE857E07-CD4F-4131-B235-0D10F12CBA0F}" type="pres">
      <dgm:prSet presAssocID="{27941122-111D-44CF-B21D-6B36FAEDD1FD}" presName="rootComposite" presStyleCnt="0"/>
      <dgm:spPr/>
    </dgm:pt>
    <dgm:pt modelId="{2A6444AD-48B3-4CCD-AE07-4506C420BE96}" type="pres">
      <dgm:prSet presAssocID="{27941122-111D-44CF-B21D-6B36FAEDD1FD}" presName="rootText" presStyleLbl="node4" presStyleIdx="16" presStyleCnt="18" custScaleX="183318" custScaleY="84589">
        <dgm:presLayoutVars>
          <dgm:chPref val="3"/>
        </dgm:presLayoutVars>
      </dgm:prSet>
      <dgm:spPr/>
    </dgm:pt>
    <dgm:pt modelId="{15550830-8517-4487-9013-E95B36F2E63E}" type="pres">
      <dgm:prSet presAssocID="{27941122-111D-44CF-B21D-6B36FAEDD1FD}" presName="rootConnector" presStyleLbl="node4" presStyleIdx="16" presStyleCnt="18"/>
      <dgm:spPr/>
    </dgm:pt>
    <dgm:pt modelId="{D9714CAF-7B85-43BB-BA8C-49F56EF97782}" type="pres">
      <dgm:prSet presAssocID="{27941122-111D-44CF-B21D-6B36FAEDD1FD}" presName="hierChild4" presStyleCnt="0"/>
      <dgm:spPr/>
    </dgm:pt>
    <dgm:pt modelId="{927C8276-E2E8-450D-91A6-40572115C2B4}" type="pres">
      <dgm:prSet presAssocID="{27941122-111D-44CF-B21D-6B36FAEDD1FD}" presName="hierChild5" presStyleCnt="0"/>
      <dgm:spPr/>
    </dgm:pt>
    <dgm:pt modelId="{07A9624B-767E-484C-88E4-CD0F64FE0ED0}" type="pres">
      <dgm:prSet presAssocID="{7BC1C88B-17A1-4A5E-8477-82000C38B2C2}" presName="Name64" presStyleLbl="parChTrans1D4" presStyleIdx="17" presStyleCnt="18"/>
      <dgm:spPr/>
    </dgm:pt>
    <dgm:pt modelId="{6BA79FF4-13D5-4DAE-8493-3FE6962D7C37}" type="pres">
      <dgm:prSet presAssocID="{94ACC785-C4C9-4928-91B4-B2432E3E67C4}" presName="hierRoot2" presStyleCnt="0">
        <dgm:presLayoutVars>
          <dgm:hierBranch val="init"/>
        </dgm:presLayoutVars>
      </dgm:prSet>
      <dgm:spPr/>
    </dgm:pt>
    <dgm:pt modelId="{7E9700BA-B5CD-4BE5-9B04-E3261A3858DA}" type="pres">
      <dgm:prSet presAssocID="{94ACC785-C4C9-4928-91B4-B2432E3E67C4}" presName="rootComposite" presStyleCnt="0"/>
      <dgm:spPr/>
    </dgm:pt>
    <dgm:pt modelId="{565ED847-9420-4E25-8DED-5B6E1018E058}" type="pres">
      <dgm:prSet presAssocID="{94ACC785-C4C9-4928-91B4-B2432E3E67C4}" presName="rootText" presStyleLbl="node4" presStyleIdx="17" presStyleCnt="18" custScaleX="186190" custScaleY="87063" custLinFactNeighborX="-4812">
        <dgm:presLayoutVars>
          <dgm:chPref val="3"/>
        </dgm:presLayoutVars>
      </dgm:prSet>
      <dgm:spPr/>
    </dgm:pt>
    <dgm:pt modelId="{3355C526-5B2D-4296-AEE0-67660F6D57CD}" type="pres">
      <dgm:prSet presAssocID="{94ACC785-C4C9-4928-91B4-B2432E3E67C4}" presName="rootConnector" presStyleLbl="node4" presStyleIdx="17" presStyleCnt="18"/>
      <dgm:spPr/>
    </dgm:pt>
    <dgm:pt modelId="{19D9A35F-F1DF-4184-BF24-ADEBFAFDA6A3}" type="pres">
      <dgm:prSet presAssocID="{94ACC785-C4C9-4928-91B4-B2432E3E67C4}" presName="hierChild4" presStyleCnt="0"/>
      <dgm:spPr/>
    </dgm:pt>
    <dgm:pt modelId="{A9608D7D-D14D-4427-B5ED-2575F09D134E}" type="pres">
      <dgm:prSet presAssocID="{94ACC785-C4C9-4928-91B4-B2432E3E67C4}" presName="hierChild5" presStyleCnt="0"/>
      <dgm:spPr/>
    </dgm:pt>
    <dgm:pt modelId="{A9BA905E-DDCC-42A6-BAC8-707EE24BF39A}" type="pres">
      <dgm:prSet presAssocID="{498D760D-13DE-4332-AAC3-B9A236D99AC4}" presName="hierChild5" presStyleCnt="0"/>
      <dgm:spPr/>
    </dgm:pt>
    <dgm:pt modelId="{D0BF9E29-DE72-4EE1-B793-A84D96DCEA83}" type="pres">
      <dgm:prSet presAssocID="{B2A34A91-A457-4DA8-AFC5-4CA895B3C40D}" presName="hierChild5" presStyleCnt="0"/>
      <dgm:spPr/>
    </dgm:pt>
    <dgm:pt modelId="{763CF6A7-BE22-4512-929F-E949E3962C0F}" type="pres">
      <dgm:prSet presAssocID="{94C1FF2D-4353-4064-9072-7D71F2F43F9E}" presName="hierChild3" presStyleCnt="0"/>
      <dgm:spPr/>
    </dgm:pt>
  </dgm:ptLst>
  <dgm:cxnLst>
    <dgm:cxn modelId="{CC372807-7C1C-44E1-9C2B-1FFAA608CD4C}" srcId="{00C86825-1AD1-41C6-B2E2-B092349C4162}" destId="{56B9A279-C4C6-4F87-9234-09465E8BF959}" srcOrd="1" destOrd="0" parTransId="{B5C939C5-923F-4BA2-AEC9-245998196EF1}" sibTransId="{ADCD652A-15C8-45C3-9B59-E4773C24F76A}"/>
    <dgm:cxn modelId="{7B69E307-7F08-6D47-9827-7BED3D08624C}" type="presOf" srcId="{B2DF5F26-E09A-44A6-997C-705EA78EEABD}" destId="{7664F6BF-D421-4832-BE4A-A633B9E14100}" srcOrd="0" destOrd="0" presId="urn:microsoft.com/office/officeart/2009/3/layout/HorizontalOrganizationChart"/>
    <dgm:cxn modelId="{CD63B70A-4B26-514C-849D-F65983AF0632}" type="presOf" srcId="{2207C40F-7670-4A51-8CE2-EB6BED66567F}" destId="{6DE299B6-22DB-4A3A-82F3-7963734ECE43}" srcOrd="0" destOrd="0" presId="urn:microsoft.com/office/officeart/2009/3/layout/HorizontalOrganizationChart"/>
    <dgm:cxn modelId="{1B71C90D-E213-9B44-A5CA-882DFF5055ED}" type="presOf" srcId="{EF6F8ECC-175A-417B-88DA-9B242D094439}" destId="{A4701A19-BB1D-4CAD-B4C6-647E292431AE}" srcOrd="0" destOrd="0" presId="urn:microsoft.com/office/officeart/2009/3/layout/HorizontalOrganizationChart"/>
    <dgm:cxn modelId="{03F3020F-4022-394C-9A5D-42052ED955AC}" type="presOf" srcId="{6603E905-99BA-4F26-BA2A-83FFD20EFC8B}" destId="{273EECAC-B0F7-4B65-84DF-847C674197F8}" srcOrd="1" destOrd="0" presId="urn:microsoft.com/office/officeart/2009/3/layout/HorizontalOrganizationChart"/>
    <dgm:cxn modelId="{331F2A10-C204-45CF-A9E3-09AF13C528B9}" srcId="{498D760D-13DE-4332-AAC3-B9A236D99AC4}" destId="{94ACC785-C4C9-4928-91B4-B2432E3E67C4}" srcOrd="1" destOrd="0" parTransId="{7BC1C88B-17A1-4A5E-8477-82000C38B2C2}" sibTransId="{DBE35587-9CC5-4884-B003-8E3005F05C2B}"/>
    <dgm:cxn modelId="{6395A110-EF7B-4E43-9565-10A15728758A}" srcId="{00C86825-1AD1-41C6-B2E2-B092349C4162}" destId="{C568C140-E131-44B2-A558-C683FACD79AA}" srcOrd="0" destOrd="0" parTransId="{52BFB68D-6CD3-4D8C-AE6D-5B5B3C2214A3}" sibTransId="{10036998-5D60-45C8-A560-F5D5E9D10F8D}"/>
    <dgm:cxn modelId="{67B70D14-2C6B-1344-ACB6-BFC1741B98E3}" type="presOf" srcId="{CB2C5CD1-A203-49BE-A2A7-38A352E5EDB6}" destId="{0B537197-DE4E-4E8C-B802-DE3D4EBBAAF4}" srcOrd="0" destOrd="0" presId="urn:microsoft.com/office/officeart/2009/3/layout/HorizontalOrganizationChart"/>
    <dgm:cxn modelId="{61589D14-E9ED-4640-85E1-E41326E54C61}" srcId="{498D760D-13DE-4332-AAC3-B9A236D99AC4}" destId="{27941122-111D-44CF-B21D-6B36FAEDD1FD}" srcOrd="0" destOrd="0" parTransId="{004429D4-F73B-46E7-BA80-37CABC14F847}" sibTransId="{B5B7F857-31B8-4167-8E40-BA1699C5DE7C}"/>
    <dgm:cxn modelId="{0D462C15-C56E-7C4E-B4B7-8414ADDB0601}" type="presOf" srcId="{56B9A279-C4C6-4F87-9234-09465E8BF959}" destId="{641C74A3-2D7F-4954-AB5B-A7E491ACD3BC}" srcOrd="1" destOrd="0" presId="urn:microsoft.com/office/officeart/2009/3/layout/HorizontalOrganizationChart"/>
    <dgm:cxn modelId="{E4883B15-3F4C-3F49-BFDC-F80EB8ED4C84}" type="presOf" srcId="{27941122-111D-44CF-B21D-6B36FAEDD1FD}" destId="{2A6444AD-48B3-4CCD-AE07-4506C420BE96}" srcOrd="0" destOrd="0" presId="urn:microsoft.com/office/officeart/2009/3/layout/HorizontalOrganizationChart"/>
    <dgm:cxn modelId="{4C0BD815-0DBF-3848-86DF-A5133746017B}" type="presOf" srcId="{94C1FF2D-4353-4064-9072-7D71F2F43F9E}" destId="{A904548F-73B4-4FFC-9977-6D1DD72FDA4E}" srcOrd="1" destOrd="0" presId="urn:microsoft.com/office/officeart/2009/3/layout/HorizontalOrganizationChart"/>
    <dgm:cxn modelId="{D451E815-812A-7E4F-982E-1C93369626D6}" type="presOf" srcId="{BBFC2554-19AD-4092-9EB3-49D30141DC89}" destId="{B1E4B6EF-E594-4BC0-9AF8-1C302FCC97CA}" srcOrd="0" destOrd="0" presId="urn:microsoft.com/office/officeart/2009/3/layout/HorizontalOrganizationChart"/>
    <dgm:cxn modelId="{BD080618-DFA7-7C4F-97FB-204C6818B218}" type="presOf" srcId="{244B0D95-E51F-414E-95C2-FCCEDEB402DC}" destId="{2B763703-BF4C-4B20-ACBD-5CAB687DCCE0}" srcOrd="1" destOrd="0" presId="urn:microsoft.com/office/officeart/2009/3/layout/HorizontalOrganizationChart"/>
    <dgm:cxn modelId="{0B7F7B18-C01B-6344-AB67-7E72F19F6B13}" type="presOf" srcId="{F2692DC8-40C6-46C2-B90B-31FCF049710E}" destId="{12FC9550-67EE-4AC5-9712-6BAEB49961B3}" srcOrd="1" destOrd="0" presId="urn:microsoft.com/office/officeart/2009/3/layout/HorizontalOrganizationChart"/>
    <dgm:cxn modelId="{C9C6081C-6A1C-A64E-B6CC-2DA6EBE86437}" type="presOf" srcId="{7FB52EDA-B8E7-40A7-98AD-8158BB7958AC}" destId="{7F1D46B7-9555-4D07-8FA5-81156F45F8EE}" srcOrd="0" destOrd="0" presId="urn:microsoft.com/office/officeart/2009/3/layout/HorizontalOrganizationChart"/>
    <dgm:cxn modelId="{8C33F11C-19DC-4756-8D62-C765EE9CBA75}" srcId="{639AD7FF-E078-47CD-BA52-6E359C6C2BC9}" destId="{AB5D0D44-2FE7-469E-96B7-4BE017DF99D1}" srcOrd="1" destOrd="0" parTransId="{1141E833-3DDD-44DC-8737-F43C0844EDF0}" sibTransId="{FCD21F9B-AA30-4F6E-809E-8DE669F6DC01}"/>
    <dgm:cxn modelId="{AB37111F-BF39-AC40-8B3D-F6B8F5BDDD2E}" type="presOf" srcId="{B5C939C5-923F-4BA2-AEC9-245998196EF1}" destId="{A877E8DF-498B-4E99-A9FE-F50492BDBD87}" srcOrd="0" destOrd="0" presId="urn:microsoft.com/office/officeart/2009/3/layout/HorizontalOrganizationChart"/>
    <dgm:cxn modelId="{DD07981F-93B2-C247-B349-0872FBFBD764}" type="presOf" srcId="{BBFC2554-19AD-4092-9EB3-49D30141DC89}" destId="{CF609FD9-FD3D-4F4C-9007-FA960D46EC39}" srcOrd="1" destOrd="0" presId="urn:microsoft.com/office/officeart/2009/3/layout/HorizontalOrganizationChart"/>
    <dgm:cxn modelId="{6F9B9727-4E50-45D4-8F7F-4CE6B427A4A6}" srcId="{B2A34A91-A457-4DA8-AFC5-4CA895B3C40D}" destId="{2207C40F-7670-4A51-8CE2-EB6BED66567F}" srcOrd="0" destOrd="0" parTransId="{984B008A-84C3-461C-9E68-7ED63B02E02D}" sibTransId="{96B8F538-8CD1-417E-9C35-F9E3900E0120}"/>
    <dgm:cxn modelId="{D13E0A29-DCCB-B745-B512-65930786E655}" type="presOf" srcId="{00C86825-1AD1-41C6-B2E2-B092349C4162}" destId="{AFDA1DC2-F764-4379-884C-540371F20643}" srcOrd="1" destOrd="0" presId="urn:microsoft.com/office/officeart/2009/3/layout/HorizontalOrganizationChart"/>
    <dgm:cxn modelId="{17938A2B-BF95-A34F-80BB-A7315122D299}" type="presOf" srcId="{C568C140-E131-44B2-A558-C683FACD79AA}" destId="{D2D9405D-DEF9-4954-BB9D-DDB088E5059F}" srcOrd="0" destOrd="0" presId="urn:microsoft.com/office/officeart/2009/3/layout/HorizontalOrganizationChart"/>
    <dgm:cxn modelId="{FA38B92B-99F3-EC4C-89D2-793ECA914894}" type="presOf" srcId="{648FB18D-3EC9-478E-8241-36175898F80F}" destId="{F092239F-80DE-4691-A8CD-70E8EDDDB327}" srcOrd="1" destOrd="0" presId="urn:microsoft.com/office/officeart/2009/3/layout/HorizontalOrganizationChart"/>
    <dgm:cxn modelId="{ABA4D139-22FD-A14A-B62B-DF8586D0C466}" type="presOf" srcId="{94ACC785-C4C9-4928-91B4-B2432E3E67C4}" destId="{565ED847-9420-4E25-8DED-5B6E1018E058}" srcOrd="0" destOrd="0" presId="urn:microsoft.com/office/officeart/2009/3/layout/HorizontalOrganizationChart"/>
    <dgm:cxn modelId="{AB18053D-2956-8843-A297-F3838EFD55C4}" type="presOf" srcId="{6603E905-99BA-4F26-BA2A-83FFD20EFC8B}" destId="{4122CF59-7F99-407F-9E3D-D63451A1F06D}" srcOrd="0" destOrd="0" presId="urn:microsoft.com/office/officeart/2009/3/layout/HorizontalOrganizationChart"/>
    <dgm:cxn modelId="{19CB943D-956B-ED48-9716-B468FDB1AC4D}" type="presOf" srcId="{92EA4119-C67F-462F-A1C9-E7E001CA7FD9}" destId="{E391B39B-D2E0-4F32-A4A3-0FF4D899B988}" srcOrd="1" destOrd="0" presId="urn:microsoft.com/office/officeart/2009/3/layout/HorizontalOrganizationChart"/>
    <dgm:cxn modelId="{8C6F633F-16B5-2947-B16F-D0F309A88D43}" type="presOf" srcId="{575C0B2B-FEB8-43C5-B0EC-589422D4DB11}" destId="{04FC8065-EE6B-47D1-ACAF-B6046BFC54E8}" srcOrd="0" destOrd="0" presId="urn:microsoft.com/office/officeart/2009/3/layout/HorizontalOrganizationChart"/>
    <dgm:cxn modelId="{D4921E40-5EF1-4046-8D69-B578D0203F5B}" type="presOf" srcId="{52BFB68D-6CD3-4D8C-AE6D-5B5B3C2214A3}" destId="{7C54B210-E58D-4291-8011-F575F7449094}" srcOrd="0" destOrd="0" presId="urn:microsoft.com/office/officeart/2009/3/layout/HorizontalOrganizationChart"/>
    <dgm:cxn modelId="{ABC94B41-748F-914B-BC00-774859C5DDDF}" type="presOf" srcId="{AB5D0D44-2FE7-469E-96B7-4BE017DF99D1}" destId="{5D417EFA-BF18-45C0-9EDB-1F4F05C8EEFE}" srcOrd="1" destOrd="0" presId="urn:microsoft.com/office/officeart/2009/3/layout/HorizontalOrganizationChart"/>
    <dgm:cxn modelId="{F3B30043-3A43-40BA-A8C2-F82D3D8C650B}" srcId="{94C1FF2D-4353-4064-9072-7D71F2F43F9E}" destId="{B2A34A91-A457-4DA8-AFC5-4CA895B3C40D}" srcOrd="1" destOrd="0" parTransId="{F2371777-4194-4B24-925A-F4EE861BE127}" sibTransId="{7107F817-8D42-4472-A7B7-17D25678B992}"/>
    <dgm:cxn modelId="{7C129F45-D251-2546-9E44-641C95767207}" type="presOf" srcId="{648FB18D-3EC9-478E-8241-36175898F80F}" destId="{6FE95C8B-E43B-4D1F-8B3A-ACA2E7439CE2}" srcOrd="0" destOrd="0" presId="urn:microsoft.com/office/officeart/2009/3/layout/HorizontalOrganizationChart"/>
    <dgm:cxn modelId="{24B2ED48-3C85-E345-8217-1BB6FCDF0A8E}" type="presOf" srcId="{1337439B-29A1-4BB4-91F7-6365576343C7}" destId="{27534895-109C-4151-828C-A0F9DC4B26E1}" srcOrd="0" destOrd="0" presId="urn:microsoft.com/office/officeart/2009/3/layout/HorizontalOrganizationChart"/>
    <dgm:cxn modelId="{7C04DD4B-BA33-4317-AF6F-246111483CDE}" srcId="{639AD7FF-E078-47CD-BA52-6E359C6C2BC9}" destId="{CD6AFED7-F7B8-4742-9E9A-F0F22C9BFD4D}" srcOrd="0" destOrd="0" parTransId="{14466BFE-00D5-46F1-A5C4-8476882CD4FB}" sibTransId="{E6A033C1-BE5F-429B-9A96-702DB44EDC90}"/>
    <dgm:cxn modelId="{06694C4C-7A64-40E4-AFD3-68597080C486}" srcId="{7FB52EDA-B8E7-40A7-98AD-8158BB7958AC}" destId="{BBFC2554-19AD-4092-9EB3-49D30141DC89}" srcOrd="1" destOrd="0" parTransId="{CB2C5CD1-A203-49BE-A2A7-38A352E5EDB6}" sibTransId="{C6FE7C2C-ACA5-4649-8FA0-1E28804623AC}"/>
    <dgm:cxn modelId="{7F42EC4E-B244-4A5A-8128-6CD23E490BA6}" srcId="{AB5D0D44-2FE7-469E-96B7-4BE017DF99D1}" destId="{1337439B-29A1-4BB4-91F7-6365576343C7}" srcOrd="1" destOrd="0" parTransId="{F56F6C5D-E554-4205-8BD0-8B2560F2F867}" sibTransId="{6FB37DF1-1FEB-4E8A-AF55-66811C54D82C}"/>
    <dgm:cxn modelId="{FD86A850-AC20-8543-8F16-4A08A1D016B0}" type="presOf" srcId="{498D760D-13DE-4332-AAC3-B9A236D99AC4}" destId="{0D0F9CC6-51D9-44C8-8D84-51B06702358A}" srcOrd="1" destOrd="0" presId="urn:microsoft.com/office/officeart/2009/3/layout/HorizontalOrganizationChart"/>
    <dgm:cxn modelId="{ABA9C051-F6CA-C44E-A135-E92E1D4AB3C3}" type="presOf" srcId="{7FB52EDA-B8E7-40A7-98AD-8158BB7958AC}" destId="{F71AD848-649E-470D-AE31-D6C06F0EE178}" srcOrd="1" destOrd="0" presId="urn:microsoft.com/office/officeart/2009/3/layout/HorizontalOrganizationChart"/>
    <dgm:cxn modelId="{13B7905B-AF86-40E9-9707-6E0FAD45449E}" srcId="{2207C40F-7670-4A51-8CE2-EB6BED66567F}" destId="{244B0D95-E51F-414E-95C2-FCCEDEB402DC}" srcOrd="1" destOrd="0" parTransId="{8F2B58F3-2EA1-46DA-BDCF-5184003EB337}" sibTransId="{20D507BB-F1AA-41B2-891E-E3515BCE0F1B}"/>
    <dgm:cxn modelId="{0C840D5F-2835-C04A-8C60-5B9D23F45CEA}" type="presOf" srcId="{6540DF7A-CBFF-4DE0-892F-69AAE7E3FC78}" destId="{FF5852C4-2008-49B2-B519-D8F383E8E245}" srcOrd="0" destOrd="0" presId="urn:microsoft.com/office/officeart/2009/3/layout/HorizontalOrganizationChart"/>
    <dgm:cxn modelId="{8ACC745F-0DA5-0749-B212-6D9AFC76B4DD}" type="presOf" srcId="{F56F6C5D-E554-4205-8BD0-8B2560F2F867}" destId="{9D296687-8D97-46F0-A2E9-C7E46B6F049F}" srcOrd="0" destOrd="0" presId="urn:microsoft.com/office/officeart/2009/3/layout/HorizontalOrganizationChart"/>
    <dgm:cxn modelId="{4BF3DD5F-0BA2-9142-8362-48EAFD4D6EC1}" type="presOf" srcId="{861705F4-4C11-4918-9A81-FBF8FA5BDFCD}" destId="{20FB7117-4B67-4734-A982-470643E0DD29}" srcOrd="0" destOrd="0" presId="urn:microsoft.com/office/officeart/2009/3/layout/HorizontalOrganizationChart"/>
    <dgm:cxn modelId="{5521D464-7417-4240-B947-B920FD9C4E82}" type="presOf" srcId="{94C1FF2D-4353-4064-9072-7D71F2F43F9E}" destId="{FBF87729-BBBD-440F-BF4B-3AFF6D2C9F03}" srcOrd="0" destOrd="0" presId="urn:microsoft.com/office/officeart/2009/3/layout/HorizontalOrganizationChart"/>
    <dgm:cxn modelId="{D94AD165-9C8E-4823-B834-1E79E13A54BF}" srcId="{CD6AFED7-F7B8-4742-9E9A-F0F22C9BFD4D}" destId="{7FB52EDA-B8E7-40A7-98AD-8158BB7958AC}" srcOrd="0" destOrd="0" parTransId="{A93B15A6-2F22-4599-A8C6-DEFA9330E418}" sibTransId="{E20CBEEA-F6EF-494E-BA38-6E09EB3A0353}"/>
    <dgm:cxn modelId="{47C4F566-AD1D-A047-8558-96FF7A979586}" type="presOf" srcId="{56B9A279-C4C6-4F87-9234-09465E8BF959}" destId="{212C7022-946B-4590-80A2-A855BE35878C}" srcOrd="0" destOrd="0" presId="urn:microsoft.com/office/officeart/2009/3/layout/HorizontalOrganizationChart"/>
    <dgm:cxn modelId="{DFEF046B-AAE6-6D4D-AE5C-14BD37AC11FD}" type="presOf" srcId="{2207C40F-7670-4A51-8CE2-EB6BED66567F}" destId="{F0967A91-D265-40DA-AA05-612ECFC4D2DC}" srcOrd="1" destOrd="0" presId="urn:microsoft.com/office/officeart/2009/3/layout/HorizontalOrganizationChart"/>
    <dgm:cxn modelId="{4516CB6B-7C82-CC4C-94B9-3F142CEA997D}" type="presOf" srcId="{84836D3E-7B93-4880-81AF-9056A56337F7}" destId="{AAA794DE-5912-40EF-BCD9-43ACED875B42}" srcOrd="1" destOrd="0" presId="urn:microsoft.com/office/officeart/2009/3/layout/HorizontalOrganizationChart"/>
    <dgm:cxn modelId="{0F574771-E185-C448-B84B-B6B599728234}" type="presOf" srcId="{7A4FD4E4-F93D-4B5B-AE91-B9E6B267E06F}" destId="{F4A02760-B4E0-4404-B380-277E5E6DA06C}" srcOrd="1" destOrd="0" presId="urn:microsoft.com/office/officeart/2009/3/layout/HorizontalOrganizationChart"/>
    <dgm:cxn modelId="{112BB072-A7D2-0643-AD1F-9A6697660943}" type="presOf" srcId="{14466BFE-00D5-46F1-A5C4-8476882CD4FB}" destId="{F950EEE6-64D8-415F-8140-44DE3047EC79}" srcOrd="0" destOrd="0" presId="urn:microsoft.com/office/officeart/2009/3/layout/HorizontalOrganizationChart"/>
    <dgm:cxn modelId="{4D9B5674-FCF2-7244-BBBA-9CBC504E97C3}" type="presOf" srcId="{E87B0D5D-F271-4D4C-981E-DA12CEF185E4}" destId="{FA9545BB-F1A8-4E5E-B48A-3532FDC7CE1E}" srcOrd="0" destOrd="0" presId="urn:microsoft.com/office/officeart/2009/3/layout/HorizontalOrganizationChart"/>
    <dgm:cxn modelId="{C2AA7774-A5AE-4246-B774-CCBA9977E875}" type="presOf" srcId="{95A05EC8-27CA-40BC-B61F-9F5E0BDA8E72}" destId="{BFFE20FF-4A8F-4EF1-83E9-FC64B5C8BE9C}" srcOrd="0" destOrd="0" presId="urn:microsoft.com/office/officeart/2009/3/layout/HorizontalOrganizationChart"/>
    <dgm:cxn modelId="{52478674-9522-40AE-9470-B9792AC9782A}" srcId="{AB5D0D44-2FE7-469E-96B7-4BE017DF99D1}" destId="{00C86825-1AD1-41C6-B2E2-B092349C4162}" srcOrd="0" destOrd="0" parTransId="{2C14A9BB-D01B-404E-A0F1-8383E486BBB3}" sibTransId="{550B3953-7A9D-4948-A1C9-689A7FD6F365}"/>
    <dgm:cxn modelId="{B3C74376-1A13-EA41-B320-6697CC43A7C8}" type="presOf" srcId="{498D760D-13DE-4332-AAC3-B9A236D99AC4}" destId="{E7A4A1F0-875A-4969-AEE8-C8FB08605607}" srcOrd="0" destOrd="0" presId="urn:microsoft.com/office/officeart/2009/3/layout/HorizontalOrganizationChart"/>
    <dgm:cxn modelId="{6B276A7A-69EE-9E4D-ADE7-1FF3131C35CD}" type="presOf" srcId="{F2371777-4194-4B24-925A-F4EE861BE127}" destId="{4FC341BA-A1C1-45EF-8DCB-18AD9C5E9989}" srcOrd="0" destOrd="0" presId="urn:microsoft.com/office/officeart/2009/3/layout/HorizontalOrganizationChart"/>
    <dgm:cxn modelId="{3855B47C-DDCB-B840-B347-E5478579105C}" type="presOf" srcId="{27941122-111D-44CF-B21D-6B36FAEDD1FD}" destId="{15550830-8517-4487-9013-E95B36F2E63E}" srcOrd="1" destOrd="0" presId="urn:microsoft.com/office/officeart/2009/3/layout/HorizontalOrganizationChart"/>
    <dgm:cxn modelId="{C19DE57C-FE48-F54A-A6B9-DB164E0D2610}" type="presOf" srcId="{F2692DC8-40C6-46C2-B90B-31FCF049710E}" destId="{3DA90A08-9606-4CDB-AB70-B208313F316D}" srcOrd="0" destOrd="0" presId="urn:microsoft.com/office/officeart/2009/3/layout/HorizontalOrganizationChart"/>
    <dgm:cxn modelId="{A459DA7E-7069-744D-94A5-258062314B09}" type="presOf" srcId="{FE291B3F-1FD7-464C-B718-F6581C160135}" destId="{BB5D6AAB-F3C3-4C54-B7C0-0AB9D86275FC}" srcOrd="0" destOrd="0" presId="urn:microsoft.com/office/officeart/2009/3/layout/HorizontalOrganizationChart"/>
    <dgm:cxn modelId="{6F947C84-1C4D-476B-A414-B4FA75E77122}" srcId="{7A4FD4E4-F93D-4B5B-AE91-B9E6B267E06F}" destId="{648FB18D-3EC9-478E-8241-36175898F80F}" srcOrd="0" destOrd="0" parTransId="{EF6F8ECC-175A-417B-88DA-9B242D094439}" sibTransId="{96F54692-DD6E-4BE7-AC32-06FC77AB8AAD}"/>
    <dgm:cxn modelId="{E1904485-28D9-D74F-8061-7B99ADBB7398}" type="presOf" srcId="{B2A34A91-A457-4DA8-AFC5-4CA895B3C40D}" destId="{706B8562-878E-4DCD-AABC-6A9E7C6DFC82}" srcOrd="1" destOrd="0" presId="urn:microsoft.com/office/officeart/2009/3/layout/HorizontalOrganizationChart"/>
    <dgm:cxn modelId="{894E3889-9049-0644-8095-CC59822B92A6}" type="presOf" srcId="{7BC1C88B-17A1-4A5E-8477-82000C38B2C2}" destId="{07A9624B-767E-484C-88E4-CD0F64FE0ED0}" srcOrd="0" destOrd="0" presId="urn:microsoft.com/office/officeart/2009/3/layout/HorizontalOrganizationChart"/>
    <dgm:cxn modelId="{B39B7B93-4AF5-F84C-9B3E-1DD88996ADE9}" type="presOf" srcId="{244B0D95-E51F-414E-95C2-FCCEDEB402DC}" destId="{B2E5E3EF-4BFC-491E-B320-0AF0A1A6EB23}" srcOrd="0" destOrd="0" presId="urn:microsoft.com/office/officeart/2009/3/layout/HorizontalOrganizationChart"/>
    <dgm:cxn modelId="{CB74E698-C818-5B43-AF33-DE8F0CFC66AC}" type="presOf" srcId="{004429D4-F73B-46E7-BA80-37CABC14F847}" destId="{912FD544-88AC-4B31-8DA2-DBB85C635BE4}" srcOrd="0" destOrd="0" presId="urn:microsoft.com/office/officeart/2009/3/layout/HorizontalOrganizationChart"/>
    <dgm:cxn modelId="{AA9B8599-CB8E-4C33-BEF6-433D7DEBDF9D}" srcId="{CD6AFED7-F7B8-4742-9E9A-F0F22C9BFD4D}" destId="{7A4FD4E4-F93D-4B5B-AE91-B9E6B267E06F}" srcOrd="1" destOrd="0" parTransId="{B1EE09E6-488F-415E-BB9C-3CAC04422EF2}" sibTransId="{E0FD5F5C-C3FA-4AE3-9348-31032433AFA3}"/>
    <dgm:cxn modelId="{7564ED9A-4A86-429C-91FA-52187A1CD2DA}" srcId="{B2DF5F26-E09A-44A6-997C-705EA78EEABD}" destId="{94C1FF2D-4353-4064-9072-7D71F2F43F9E}" srcOrd="0" destOrd="0" parTransId="{327F5A82-9F0A-4E5A-91BC-9074365E02AB}" sibTransId="{0C4D673C-07D5-4F40-A3DE-352653E46950}"/>
    <dgm:cxn modelId="{4CC726A0-5007-064F-8EEB-06477EC1905E}" type="presOf" srcId="{D3601108-4D8C-45B0-949E-BB213D944AFF}" destId="{12EFC6DA-CCAA-42B5-B87E-C9E82EB5E03A}" srcOrd="0" destOrd="0" presId="urn:microsoft.com/office/officeart/2009/3/layout/HorizontalOrganizationChart"/>
    <dgm:cxn modelId="{9173CDA0-1A27-1E4D-B109-0B8DE8D76436}" type="presOf" srcId="{94ACC785-C4C9-4928-91B4-B2432E3E67C4}" destId="{3355C526-5B2D-4296-AEE0-67660F6D57CD}" srcOrd="1" destOrd="0" presId="urn:microsoft.com/office/officeart/2009/3/layout/HorizontalOrganizationChart"/>
    <dgm:cxn modelId="{EBA164A4-E420-4F14-90D9-DD7E170C9288}" srcId="{94C1FF2D-4353-4064-9072-7D71F2F43F9E}" destId="{639AD7FF-E078-47CD-BA52-6E359C6C2BC9}" srcOrd="0" destOrd="0" parTransId="{95A05EC8-27CA-40BC-B61F-9F5E0BDA8E72}" sibTransId="{D7C3C22A-56DF-4DD6-AFD8-5B26ADABBD43}"/>
    <dgm:cxn modelId="{E30C79A4-3BD3-4726-B01D-9CC6E941ADF6}" srcId="{7A4FD4E4-F93D-4B5B-AE91-B9E6B267E06F}" destId="{92EA4119-C67F-462F-A1C9-E7E001CA7FD9}" srcOrd="1" destOrd="0" parTransId="{6540DF7A-CBFF-4DE0-892F-69AAE7E3FC78}" sibTransId="{781B389F-63F2-4F72-8DA9-EBF8D48290A6}"/>
    <dgm:cxn modelId="{1938D9A5-B638-AD41-986D-F70EE5C35FF0}" type="presOf" srcId="{AB5D0D44-2FE7-469E-96B7-4BE017DF99D1}" destId="{3F36CCCA-93D9-479A-B023-42FD51B343FD}" srcOrd="0" destOrd="0" presId="urn:microsoft.com/office/officeart/2009/3/layout/HorizontalOrganizationChart"/>
    <dgm:cxn modelId="{D51BDDA5-AF75-1C4F-AFD2-BCEF295FCE51}" type="presOf" srcId="{A3DF7A3D-7539-48CA-93C0-D83F17F911EF}" destId="{7E689E74-471E-443E-A414-0BDB2194BA93}" srcOrd="0" destOrd="0" presId="urn:microsoft.com/office/officeart/2009/3/layout/HorizontalOrganizationChart"/>
    <dgm:cxn modelId="{71D282A7-8AE8-4C1E-830A-EB37DBDD9CD2}" srcId="{1337439B-29A1-4BB4-91F7-6365576343C7}" destId="{A3DF7A3D-7539-48CA-93C0-D83F17F911EF}" srcOrd="1" destOrd="0" parTransId="{5DF21E91-C61D-4A3C-8B27-B644B4BBFFF6}" sibTransId="{B51B13B7-AEF1-49CF-B239-B0E8034F7D6E}"/>
    <dgm:cxn modelId="{D65A93A8-683E-9D49-968C-1C28C6B4FBAE}" type="presOf" srcId="{C568C140-E131-44B2-A558-C683FACD79AA}" destId="{E5F0AF75-377F-4048-80E3-F29800C3B5EB}" srcOrd="1" destOrd="0" presId="urn:microsoft.com/office/officeart/2009/3/layout/HorizontalOrganizationChart"/>
    <dgm:cxn modelId="{B99F9BA9-616C-4189-8F08-3DC59FC781FD}" srcId="{BBFC2554-19AD-4092-9EB3-49D30141DC89}" destId="{C8EC531B-2696-4D62-BAD2-71C33B063F28}" srcOrd="1" destOrd="0" parTransId="{FE291B3F-1FD7-464C-B718-F6581C160135}" sibTransId="{48C9DCBD-9DE2-4EC3-8B71-C917B9EE10B0}"/>
    <dgm:cxn modelId="{8E7925AE-F4CD-924C-84E4-6DAC1C3542A1}" type="presOf" srcId="{C8EC531B-2696-4D62-BAD2-71C33B063F28}" destId="{68543308-8719-4223-88A5-2836ED438020}" srcOrd="1" destOrd="0" presId="urn:microsoft.com/office/officeart/2009/3/layout/HorizontalOrganizationChart"/>
    <dgm:cxn modelId="{F7F28BB3-1FEA-EB48-9D64-47810736A3C5}" type="presOf" srcId="{1141E833-3DDD-44DC-8737-F43C0844EDF0}" destId="{B82CBE3E-7807-4210-AA93-00FD98B55976}" srcOrd="0" destOrd="0" presId="urn:microsoft.com/office/officeart/2009/3/layout/HorizontalOrganizationChart"/>
    <dgm:cxn modelId="{DE7734B4-6CA1-3D45-AA05-21CC3CEDEA24}" type="presOf" srcId="{5DF21E91-C61D-4A3C-8B27-B644B4BBFFF6}" destId="{D26F0DC0-F0FC-469E-8985-6EB3765A3698}" srcOrd="0" destOrd="0" presId="urn:microsoft.com/office/officeart/2009/3/layout/HorizontalOrganizationChart"/>
    <dgm:cxn modelId="{D73C96B5-5053-9C4B-96FC-A1FD601BDB7A}" type="presOf" srcId="{00C86825-1AD1-41C6-B2E2-B092349C4162}" destId="{84E9C76B-9909-4007-AB4D-98F8B89171E1}" srcOrd="0" destOrd="0" presId="urn:microsoft.com/office/officeart/2009/3/layout/HorizontalOrganizationChart"/>
    <dgm:cxn modelId="{57CF53BA-9202-8244-870E-729A21E5A1B8}" type="presOf" srcId="{639AD7FF-E078-47CD-BA52-6E359C6C2BC9}" destId="{EAAEFF29-1D1F-4362-AF1C-6CA992C39791}" srcOrd="0" destOrd="0" presId="urn:microsoft.com/office/officeart/2009/3/layout/HorizontalOrganizationChart"/>
    <dgm:cxn modelId="{BFB208BC-0DDB-2143-8B98-837BEA08A9BB}" type="presOf" srcId="{984B008A-84C3-461C-9E68-7ED63B02E02D}" destId="{37DA061D-6ECF-4C76-B248-6B6BA87B8956}" srcOrd="0" destOrd="0" presId="urn:microsoft.com/office/officeart/2009/3/layout/HorizontalOrganizationChart"/>
    <dgm:cxn modelId="{0060E4BE-107D-FE43-855D-6EBB8D92CD70}" type="presOf" srcId="{B2A34A91-A457-4DA8-AFC5-4CA895B3C40D}" destId="{0CBF28F9-16B9-4EA2-A83E-DF1913FAC9CE}" srcOrd="0" destOrd="0" presId="urn:microsoft.com/office/officeart/2009/3/layout/HorizontalOrganizationChart"/>
    <dgm:cxn modelId="{DDD287BF-7064-AD47-8864-606AED770C8A}" type="presOf" srcId="{92EA4119-C67F-462F-A1C9-E7E001CA7FD9}" destId="{0489E9F5-36F9-446F-8F8E-B24BFAF572A5}" srcOrd="0" destOrd="0" presId="urn:microsoft.com/office/officeart/2009/3/layout/HorizontalOrganizationChart"/>
    <dgm:cxn modelId="{C73F71C0-9181-D740-86D8-B4AE3B1AE4F3}" type="presOf" srcId="{C69A207B-2776-4285-B6F2-5258EFB20EEB}" destId="{3F2E0187-96D6-497A-A5F3-BB58A91C2CE2}" srcOrd="0" destOrd="0" presId="urn:microsoft.com/office/officeart/2009/3/layout/HorizontalOrganizationChart"/>
    <dgm:cxn modelId="{8F71B2C1-726B-EA41-840E-EE74C6EFA257}" type="presOf" srcId="{1337439B-29A1-4BB4-91F7-6365576343C7}" destId="{FDE691C4-CEBA-4CC7-9F89-FBCF14B3B398}" srcOrd="1" destOrd="0" presId="urn:microsoft.com/office/officeart/2009/3/layout/HorizontalOrganizationChart"/>
    <dgm:cxn modelId="{3DF1B0C4-C5C8-CE48-978A-AADAF6EE6E46}" type="presOf" srcId="{8F2B58F3-2EA1-46DA-BDCF-5184003EB337}" destId="{21F2730A-B800-459E-84B5-7384B7D15634}" srcOrd="0" destOrd="0" presId="urn:microsoft.com/office/officeart/2009/3/layout/HorizontalOrganizationChart"/>
    <dgm:cxn modelId="{27D0C2C6-112B-1544-A62C-6D4A19766B14}" type="presOf" srcId="{D3601108-4D8C-45B0-949E-BB213D944AFF}" destId="{D940E4AF-DE4B-4591-9725-D5B695A88D11}" srcOrd="1" destOrd="0" presId="urn:microsoft.com/office/officeart/2009/3/layout/HorizontalOrganizationChart"/>
    <dgm:cxn modelId="{696019CD-206F-D24C-A89B-654AF2A50DE0}" type="presOf" srcId="{B1EE09E6-488F-415E-BB9C-3CAC04422EF2}" destId="{0DB16164-60B8-4C87-8F24-DD978669499A}" srcOrd="0" destOrd="0" presId="urn:microsoft.com/office/officeart/2009/3/layout/HorizontalOrganizationChart"/>
    <dgm:cxn modelId="{F9F36ACE-B542-B546-A31D-B630691B33BB}" type="presOf" srcId="{CD6AFED7-F7B8-4742-9E9A-F0F22C9BFD4D}" destId="{4107EA7B-5442-4030-B42E-D2A287781BE3}" srcOrd="1" destOrd="0" presId="urn:microsoft.com/office/officeart/2009/3/layout/HorizontalOrganizationChart"/>
    <dgm:cxn modelId="{BD5125D0-C56F-F943-9781-9EA80FE8FCEC}" type="presOf" srcId="{84836D3E-7B93-4880-81AF-9056A56337F7}" destId="{E7A6EEA7-F364-408C-9085-C52EB940016E}" srcOrd="0" destOrd="0" presId="urn:microsoft.com/office/officeart/2009/3/layout/HorizontalOrganizationChart"/>
    <dgm:cxn modelId="{8A579FD3-92CF-5F41-B772-C7A4F8BE9FE3}" type="presOf" srcId="{7A4FD4E4-F93D-4B5B-AE91-B9E6B267E06F}" destId="{22FC8897-54E7-4BCE-A023-B4ADCBD9A967}" srcOrd="0" destOrd="0" presId="urn:microsoft.com/office/officeart/2009/3/layout/HorizontalOrganizationChart"/>
    <dgm:cxn modelId="{B42180D6-1761-FA47-88C9-D60E37979D73}" type="presOf" srcId="{C8EC531B-2696-4D62-BAD2-71C33B063F28}" destId="{4DD3CE7A-F674-42BC-8E6D-E481A1699E60}" srcOrd="0" destOrd="0" presId="urn:microsoft.com/office/officeart/2009/3/layout/HorizontalOrganizationChart"/>
    <dgm:cxn modelId="{88AFEEE0-22AE-684A-BDF0-C398D3BE500F}" type="presOf" srcId="{2C14A9BB-D01B-404E-A0F1-8383E486BBB3}" destId="{D361E23B-883A-4612-942F-B1EC01A9D52E}" srcOrd="0" destOrd="0" presId="urn:microsoft.com/office/officeart/2009/3/layout/HorizontalOrganizationChart"/>
    <dgm:cxn modelId="{DF6212E1-C525-2A4F-B813-C44F231323B7}" type="presOf" srcId="{81D3B39E-F56E-40F3-A32F-6F559C668447}" destId="{2653EB37-C534-4E48-988C-9B2F6A6809AB}" srcOrd="0" destOrd="0" presId="urn:microsoft.com/office/officeart/2009/3/layout/HorizontalOrganizationChart"/>
    <dgm:cxn modelId="{A7E181E6-ADC1-4275-A5BD-23E79129DC66}" srcId="{1337439B-29A1-4BB4-91F7-6365576343C7}" destId="{F2692DC8-40C6-46C2-B90B-31FCF049710E}" srcOrd="0" destOrd="0" parTransId="{E87B0D5D-F271-4D4C-981E-DA12CEF185E4}" sibTransId="{37B0AB35-5CF3-4264-89CB-CC64F708E422}"/>
    <dgm:cxn modelId="{32E9A1EF-C462-41A6-8B76-9BD96B9B95CF}" srcId="{7FB52EDA-B8E7-40A7-98AD-8158BB7958AC}" destId="{6603E905-99BA-4F26-BA2A-83FFD20EFC8B}" srcOrd="0" destOrd="0" parTransId="{861705F4-4C11-4918-9A81-FBF8FA5BDFCD}" sibTransId="{3188D408-3AD8-4649-9399-02B67865BCA1}"/>
    <dgm:cxn modelId="{8FA0D5F0-D4DD-C84F-924A-D1E2C9EA685A}" type="presOf" srcId="{A3DF7A3D-7539-48CA-93C0-D83F17F911EF}" destId="{4AD3BC2F-5DFA-482D-8723-712718555D4F}" srcOrd="1" destOrd="0" presId="urn:microsoft.com/office/officeart/2009/3/layout/HorizontalOrganizationChart"/>
    <dgm:cxn modelId="{612C2AF2-7FAA-45B7-9932-6970ACA0F52D}" srcId="{B2A34A91-A457-4DA8-AFC5-4CA895B3C40D}" destId="{498D760D-13DE-4332-AAC3-B9A236D99AC4}" srcOrd="1" destOrd="0" parTransId="{81D3B39E-F56E-40F3-A32F-6F559C668447}" sibTransId="{94957FF1-240E-4E29-8107-AD8AD596D549}"/>
    <dgm:cxn modelId="{E01184F4-E6FA-4C49-8435-361948AA8B28}" type="presOf" srcId="{639AD7FF-E078-47CD-BA52-6E359C6C2BC9}" destId="{AFB074C4-AD22-4DCB-A30F-6D1A3F8B830C}" srcOrd="1" destOrd="0" presId="urn:microsoft.com/office/officeart/2009/3/layout/HorizontalOrganizationChart"/>
    <dgm:cxn modelId="{E26B2BF9-4577-6041-8921-70DADB786165}" type="presOf" srcId="{A93B15A6-2F22-4599-A8C6-DEFA9330E418}" destId="{325CB52F-0E91-408C-B245-CC9EECDF3F6D}" srcOrd="0" destOrd="0" presId="urn:microsoft.com/office/officeart/2009/3/layout/HorizontalOrganizationChart"/>
    <dgm:cxn modelId="{5D4BD2F9-20CA-438E-9449-DF0FEF697D6B}" srcId="{2207C40F-7670-4A51-8CE2-EB6BED66567F}" destId="{84836D3E-7B93-4880-81AF-9056A56337F7}" srcOrd="0" destOrd="0" parTransId="{575C0B2B-FEB8-43C5-B0EC-589422D4DB11}" sibTransId="{0ED04298-343A-41D7-8C5D-408AB229A915}"/>
    <dgm:cxn modelId="{ACB626FD-B604-4266-995A-D3FB364533F9}" srcId="{BBFC2554-19AD-4092-9EB3-49D30141DC89}" destId="{D3601108-4D8C-45B0-949E-BB213D944AFF}" srcOrd="0" destOrd="0" parTransId="{C69A207B-2776-4285-B6F2-5258EFB20EEB}" sibTransId="{B28BD360-63D5-4F07-85EF-8CA4ABA6AAE9}"/>
    <dgm:cxn modelId="{9552DAFD-3D4E-1F4E-A1D9-C251904E3391}" type="presOf" srcId="{CD6AFED7-F7B8-4742-9E9A-F0F22C9BFD4D}" destId="{7A9E8113-D794-4340-9662-0ADFADD33877}" srcOrd="0" destOrd="0" presId="urn:microsoft.com/office/officeart/2009/3/layout/HorizontalOrganizationChart"/>
    <dgm:cxn modelId="{8F5F272B-C4AF-A348-B41D-1068E54E43DB}" type="presParOf" srcId="{7664F6BF-D421-4832-BE4A-A633B9E14100}" destId="{5211E3EB-E8FF-4690-BBC6-00AFE8D18A11}" srcOrd="0" destOrd="0" presId="urn:microsoft.com/office/officeart/2009/3/layout/HorizontalOrganizationChart"/>
    <dgm:cxn modelId="{73CDFEF4-2149-2B43-9687-94F29DCD485A}" type="presParOf" srcId="{5211E3EB-E8FF-4690-BBC6-00AFE8D18A11}" destId="{52387DD2-8324-443F-AC74-964A451A4A59}" srcOrd="0" destOrd="0" presId="urn:microsoft.com/office/officeart/2009/3/layout/HorizontalOrganizationChart"/>
    <dgm:cxn modelId="{75EE715A-BB25-9A4A-9589-E5DA6F394A04}" type="presParOf" srcId="{52387DD2-8324-443F-AC74-964A451A4A59}" destId="{FBF87729-BBBD-440F-BF4B-3AFF6D2C9F03}" srcOrd="0" destOrd="0" presId="urn:microsoft.com/office/officeart/2009/3/layout/HorizontalOrganizationChart"/>
    <dgm:cxn modelId="{86522308-2F50-A848-B6C6-61F1D60485FC}" type="presParOf" srcId="{52387DD2-8324-443F-AC74-964A451A4A59}" destId="{A904548F-73B4-4FFC-9977-6D1DD72FDA4E}" srcOrd="1" destOrd="0" presId="urn:microsoft.com/office/officeart/2009/3/layout/HorizontalOrganizationChart"/>
    <dgm:cxn modelId="{2337E949-2060-614D-89FF-5DFCF06E437D}" type="presParOf" srcId="{5211E3EB-E8FF-4690-BBC6-00AFE8D18A11}" destId="{87123D5D-8ED5-484C-AC92-4EB7CA0C191A}" srcOrd="1" destOrd="0" presId="urn:microsoft.com/office/officeart/2009/3/layout/HorizontalOrganizationChart"/>
    <dgm:cxn modelId="{35C431A0-3995-8E43-BF0E-EEA3E03FB127}" type="presParOf" srcId="{87123D5D-8ED5-484C-AC92-4EB7CA0C191A}" destId="{BFFE20FF-4A8F-4EF1-83E9-FC64B5C8BE9C}" srcOrd="0" destOrd="0" presId="urn:microsoft.com/office/officeart/2009/3/layout/HorizontalOrganizationChart"/>
    <dgm:cxn modelId="{A6711724-6B32-514C-8567-185A96FFF6F3}" type="presParOf" srcId="{87123D5D-8ED5-484C-AC92-4EB7CA0C191A}" destId="{589CBA68-A247-4700-9BB3-D708CFE8082D}" srcOrd="1" destOrd="0" presId="urn:microsoft.com/office/officeart/2009/3/layout/HorizontalOrganizationChart"/>
    <dgm:cxn modelId="{7E233AB5-6016-1543-891E-17A38D5739FD}" type="presParOf" srcId="{589CBA68-A247-4700-9BB3-D708CFE8082D}" destId="{0D1C29A4-112F-4307-8C17-58CC8CB77AE2}" srcOrd="0" destOrd="0" presId="urn:microsoft.com/office/officeart/2009/3/layout/HorizontalOrganizationChart"/>
    <dgm:cxn modelId="{9377F396-3334-284C-9767-EC6155D1F487}" type="presParOf" srcId="{0D1C29A4-112F-4307-8C17-58CC8CB77AE2}" destId="{EAAEFF29-1D1F-4362-AF1C-6CA992C39791}" srcOrd="0" destOrd="0" presId="urn:microsoft.com/office/officeart/2009/3/layout/HorizontalOrganizationChart"/>
    <dgm:cxn modelId="{8EA8626B-875E-F24B-8FE9-6F620448B5F9}" type="presParOf" srcId="{0D1C29A4-112F-4307-8C17-58CC8CB77AE2}" destId="{AFB074C4-AD22-4DCB-A30F-6D1A3F8B830C}" srcOrd="1" destOrd="0" presId="urn:microsoft.com/office/officeart/2009/3/layout/HorizontalOrganizationChart"/>
    <dgm:cxn modelId="{2C899578-733B-1940-B938-7ACA83C8AB0E}" type="presParOf" srcId="{589CBA68-A247-4700-9BB3-D708CFE8082D}" destId="{23B4ED5A-582E-4D0F-87CE-FDC8AFBD65EB}" srcOrd="1" destOrd="0" presId="urn:microsoft.com/office/officeart/2009/3/layout/HorizontalOrganizationChart"/>
    <dgm:cxn modelId="{080972DF-A18F-2540-BC19-4F22CBF31944}" type="presParOf" srcId="{23B4ED5A-582E-4D0F-87CE-FDC8AFBD65EB}" destId="{F950EEE6-64D8-415F-8140-44DE3047EC79}" srcOrd="0" destOrd="0" presId="urn:microsoft.com/office/officeart/2009/3/layout/HorizontalOrganizationChart"/>
    <dgm:cxn modelId="{8D6B3CFD-C204-1C4B-8B56-F66EF1D8A1FA}" type="presParOf" srcId="{23B4ED5A-582E-4D0F-87CE-FDC8AFBD65EB}" destId="{5CFD7A73-24A8-4C9B-8149-4179E1894892}" srcOrd="1" destOrd="0" presId="urn:microsoft.com/office/officeart/2009/3/layout/HorizontalOrganizationChart"/>
    <dgm:cxn modelId="{11ECBFBA-6BDD-AD47-8DDC-B77E70368D36}" type="presParOf" srcId="{5CFD7A73-24A8-4C9B-8149-4179E1894892}" destId="{B236E91E-ADBB-4ED0-9390-CA0CE9409F26}" srcOrd="0" destOrd="0" presId="urn:microsoft.com/office/officeart/2009/3/layout/HorizontalOrganizationChart"/>
    <dgm:cxn modelId="{D4F44279-CBC5-BB47-96DD-7960ECFEDB0B}" type="presParOf" srcId="{B236E91E-ADBB-4ED0-9390-CA0CE9409F26}" destId="{7A9E8113-D794-4340-9662-0ADFADD33877}" srcOrd="0" destOrd="0" presId="urn:microsoft.com/office/officeart/2009/3/layout/HorizontalOrganizationChart"/>
    <dgm:cxn modelId="{F6499B84-4C4B-F340-8A60-B341DA3D96E7}" type="presParOf" srcId="{B236E91E-ADBB-4ED0-9390-CA0CE9409F26}" destId="{4107EA7B-5442-4030-B42E-D2A287781BE3}" srcOrd="1" destOrd="0" presId="urn:microsoft.com/office/officeart/2009/3/layout/HorizontalOrganizationChart"/>
    <dgm:cxn modelId="{A064BDAE-35D3-C946-B738-7784EA1CC30E}" type="presParOf" srcId="{5CFD7A73-24A8-4C9B-8149-4179E1894892}" destId="{F7DB6259-B04D-4AD0-8352-6BDF260ED103}" srcOrd="1" destOrd="0" presId="urn:microsoft.com/office/officeart/2009/3/layout/HorizontalOrganizationChart"/>
    <dgm:cxn modelId="{1E0A878B-F50E-A64F-B555-4D52AB122CF3}" type="presParOf" srcId="{F7DB6259-B04D-4AD0-8352-6BDF260ED103}" destId="{325CB52F-0E91-408C-B245-CC9EECDF3F6D}" srcOrd="0" destOrd="0" presId="urn:microsoft.com/office/officeart/2009/3/layout/HorizontalOrganizationChart"/>
    <dgm:cxn modelId="{09FE2BFB-D2C5-2B4D-8489-AF0E4F4EE9D9}" type="presParOf" srcId="{F7DB6259-B04D-4AD0-8352-6BDF260ED103}" destId="{6B79FA4F-6B1F-4FE2-B40B-F5EF8FCB95F4}" srcOrd="1" destOrd="0" presId="urn:microsoft.com/office/officeart/2009/3/layout/HorizontalOrganizationChart"/>
    <dgm:cxn modelId="{6A0A983D-677F-8B4A-82DF-1F2C9403E33C}" type="presParOf" srcId="{6B79FA4F-6B1F-4FE2-B40B-F5EF8FCB95F4}" destId="{1271413A-8DF1-4365-8769-EA734A2929DD}" srcOrd="0" destOrd="0" presId="urn:microsoft.com/office/officeart/2009/3/layout/HorizontalOrganizationChart"/>
    <dgm:cxn modelId="{0F7B3309-5165-3644-9363-F985D3A4A208}" type="presParOf" srcId="{1271413A-8DF1-4365-8769-EA734A2929DD}" destId="{7F1D46B7-9555-4D07-8FA5-81156F45F8EE}" srcOrd="0" destOrd="0" presId="urn:microsoft.com/office/officeart/2009/3/layout/HorizontalOrganizationChart"/>
    <dgm:cxn modelId="{1671D8F2-C576-524F-9DB3-21257BE24E00}" type="presParOf" srcId="{1271413A-8DF1-4365-8769-EA734A2929DD}" destId="{F71AD848-649E-470D-AE31-D6C06F0EE178}" srcOrd="1" destOrd="0" presId="urn:microsoft.com/office/officeart/2009/3/layout/HorizontalOrganizationChart"/>
    <dgm:cxn modelId="{4AC9D717-0D03-634A-9CB4-27259D249A9B}" type="presParOf" srcId="{6B79FA4F-6B1F-4FE2-B40B-F5EF8FCB95F4}" destId="{7A6B09F9-B89A-41A5-B85C-3DEC035377CC}" srcOrd="1" destOrd="0" presId="urn:microsoft.com/office/officeart/2009/3/layout/HorizontalOrganizationChart"/>
    <dgm:cxn modelId="{C3412E4F-3836-7647-A8A2-D05574C25410}" type="presParOf" srcId="{7A6B09F9-B89A-41A5-B85C-3DEC035377CC}" destId="{20FB7117-4B67-4734-A982-470643E0DD29}" srcOrd="0" destOrd="0" presId="urn:microsoft.com/office/officeart/2009/3/layout/HorizontalOrganizationChart"/>
    <dgm:cxn modelId="{915BBFCC-1F0D-174D-8A14-8F03F27FEDE6}" type="presParOf" srcId="{7A6B09F9-B89A-41A5-B85C-3DEC035377CC}" destId="{ABA73B90-F6CC-4FAC-9946-0029859C0C7A}" srcOrd="1" destOrd="0" presId="urn:microsoft.com/office/officeart/2009/3/layout/HorizontalOrganizationChart"/>
    <dgm:cxn modelId="{FE1B0832-7088-6446-8E76-1E0CFE550233}" type="presParOf" srcId="{ABA73B90-F6CC-4FAC-9946-0029859C0C7A}" destId="{C60400A2-77B1-4857-8976-D316B4E284E7}" srcOrd="0" destOrd="0" presId="urn:microsoft.com/office/officeart/2009/3/layout/HorizontalOrganizationChart"/>
    <dgm:cxn modelId="{59E22E32-0A7E-9643-B168-60BF61D4532F}" type="presParOf" srcId="{C60400A2-77B1-4857-8976-D316B4E284E7}" destId="{4122CF59-7F99-407F-9E3D-D63451A1F06D}" srcOrd="0" destOrd="0" presId="urn:microsoft.com/office/officeart/2009/3/layout/HorizontalOrganizationChart"/>
    <dgm:cxn modelId="{EE01A17B-43E0-3943-A6F1-8CF1A178A71C}" type="presParOf" srcId="{C60400A2-77B1-4857-8976-D316B4E284E7}" destId="{273EECAC-B0F7-4B65-84DF-847C674197F8}" srcOrd="1" destOrd="0" presId="urn:microsoft.com/office/officeart/2009/3/layout/HorizontalOrganizationChart"/>
    <dgm:cxn modelId="{172FB79C-9925-9C47-AB6B-3B36B74AC5ED}" type="presParOf" srcId="{ABA73B90-F6CC-4FAC-9946-0029859C0C7A}" destId="{E410B6B6-F915-4770-A460-D1C8D4915DA2}" srcOrd="1" destOrd="0" presId="urn:microsoft.com/office/officeart/2009/3/layout/HorizontalOrganizationChart"/>
    <dgm:cxn modelId="{0BFF0EB0-B9D7-8B45-B908-992E185CFC51}" type="presParOf" srcId="{ABA73B90-F6CC-4FAC-9946-0029859C0C7A}" destId="{AA46AAD4-7FC8-4A99-BEED-DC21F2DE103B}" srcOrd="2" destOrd="0" presId="urn:microsoft.com/office/officeart/2009/3/layout/HorizontalOrganizationChart"/>
    <dgm:cxn modelId="{EC914485-1BA9-2B40-9DE8-EF3951FC0C85}" type="presParOf" srcId="{7A6B09F9-B89A-41A5-B85C-3DEC035377CC}" destId="{0B537197-DE4E-4E8C-B802-DE3D4EBBAAF4}" srcOrd="2" destOrd="0" presId="urn:microsoft.com/office/officeart/2009/3/layout/HorizontalOrganizationChart"/>
    <dgm:cxn modelId="{10269461-F900-0547-978D-53C1D370FB50}" type="presParOf" srcId="{7A6B09F9-B89A-41A5-B85C-3DEC035377CC}" destId="{733FF5CA-1CE7-47D2-8116-BE3CA7CE04DA}" srcOrd="3" destOrd="0" presId="urn:microsoft.com/office/officeart/2009/3/layout/HorizontalOrganizationChart"/>
    <dgm:cxn modelId="{030ACCDF-9BF6-3449-97B1-E2992AB7B05E}" type="presParOf" srcId="{733FF5CA-1CE7-47D2-8116-BE3CA7CE04DA}" destId="{2D20C9E3-BEE4-465F-B407-166925271033}" srcOrd="0" destOrd="0" presId="urn:microsoft.com/office/officeart/2009/3/layout/HorizontalOrganizationChart"/>
    <dgm:cxn modelId="{63515479-C7B6-D04D-9F71-64DA5BF545F3}" type="presParOf" srcId="{2D20C9E3-BEE4-465F-B407-166925271033}" destId="{B1E4B6EF-E594-4BC0-9AF8-1C302FCC97CA}" srcOrd="0" destOrd="0" presId="urn:microsoft.com/office/officeart/2009/3/layout/HorizontalOrganizationChart"/>
    <dgm:cxn modelId="{761579D4-B462-FA49-8161-8860CCA86B93}" type="presParOf" srcId="{2D20C9E3-BEE4-465F-B407-166925271033}" destId="{CF609FD9-FD3D-4F4C-9007-FA960D46EC39}" srcOrd="1" destOrd="0" presId="urn:microsoft.com/office/officeart/2009/3/layout/HorizontalOrganizationChart"/>
    <dgm:cxn modelId="{6A97355E-0D32-1844-9050-BE3E317794FE}" type="presParOf" srcId="{733FF5CA-1CE7-47D2-8116-BE3CA7CE04DA}" destId="{E7833786-91B5-4BD6-9B75-1B0B62897437}" srcOrd="1" destOrd="0" presId="urn:microsoft.com/office/officeart/2009/3/layout/HorizontalOrganizationChart"/>
    <dgm:cxn modelId="{9E95DF02-1EDE-894D-BB60-FCD13DBD1AB0}" type="presParOf" srcId="{E7833786-91B5-4BD6-9B75-1B0B62897437}" destId="{3F2E0187-96D6-497A-A5F3-BB58A91C2CE2}" srcOrd="0" destOrd="0" presId="urn:microsoft.com/office/officeart/2009/3/layout/HorizontalOrganizationChart"/>
    <dgm:cxn modelId="{39DC35A6-C4A5-8E4A-8295-8BB88D0C7420}" type="presParOf" srcId="{E7833786-91B5-4BD6-9B75-1B0B62897437}" destId="{822C9090-F070-4B6C-B9D9-83C684100F55}" srcOrd="1" destOrd="0" presId="urn:microsoft.com/office/officeart/2009/3/layout/HorizontalOrganizationChart"/>
    <dgm:cxn modelId="{44652B6E-6EA1-AE4B-996A-6A21D130D58E}" type="presParOf" srcId="{822C9090-F070-4B6C-B9D9-83C684100F55}" destId="{26759167-C400-486A-9D1B-C46AB677BE1F}" srcOrd="0" destOrd="0" presId="urn:microsoft.com/office/officeart/2009/3/layout/HorizontalOrganizationChart"/>
    <dgm:cxn modelId="{1B2C8374-7CBD-F24E-B7F5-488302F294FA}" type="presParOf" srcId="{26759167-C400-486A-9D1B-C46AB677BE1F}" destId="{12EFC6DA-CCAA-42B5-B87E-C9E82EB5E03A}" srcOrd="0" destOrd="0" presId="urn:microsoft.com/office/officeart/2009/3/layout/HorizontalOrganizationChart"/>
    <dgm:cxn modelId="{56E0BAA9-1827-5449-AEC7-852166DA525E}" type="presParOf" srcId="{26759167-C400-486A-9D1B-C46AB677BE1F}" destId="{D940E4AF-DE4B-4591-9725-D5B695A88D11}" srcOrd="1" destOrd="0" presId="urn:microsoft.com/office/officeart/2009/3/layout/HorizontalOrganizationChart"/>
    <dgm:cxn modelId="{AC780522-3F69-A34C-8BDA-72669F0A8E92}" type="presParOf" srcId="{822C9090-F070-4B6C-B9D9-83C684100F55}" destId="{B3C33FAA-23A0-4B5C-BA9A-219DDC1BA7D5}" srcOrd="1" destOrd="0" presId="urn:microsoft.com/office/officeart/2009/3/layout/HorizontalOrganizationChart"/>
    <dgm:cxn modelId="{F56C6A5D-B218-6C47-A85E-33200C20F02E}" type="presParOf" srcId="{822C9090-F070-4B6C-B9D9-83C684100F55}" destId="{4A77301B-C929-466D-A257-725EA59CF163}" srcOrd="2" destOrd="0" presId="urn:microsoft.com/office/officeart/2009/3/layout/HorizontalOrganizationChart"/>
    <dgm:cxn modelId="{B9F0CB95-B987-BD40-86B7-216522136CEE}" type="presParOf" srcId="{E7833786-91B5-4BD6-9B75-1B0B62897437}" destId="{BB5D6AAB-F3C3-4C54-B7C0-0AB9D86275FC}" srcOrd="2" destOrd="0" presId="urn:microsoft.com/office/officeart/2009/3/layout/HorizontalOrganizationChart"/>
    <dgm:cxn modelId="{4ADE8A0D-DF82-D44E-89AB-341E596F20B0}" type="presParOf" srcId="{E7833786-91B5-4BD6-9B75-1B0B62897437}" destId="{EE4F706B-B638-4450-A2DC-9E878FE795BE}" srcOrd="3" destOrd="0" presId="urn:microsoft.com/office/officeart/2009/3/layout/HorizontalOrganizationChart"/>
    <dgm:cxn modelId="{9965C289-538C-0140-962F-0126224B6A5F}" type="presParOf" srcId="{EE4F706B-B638-4450-A2DC-9E878FE795BE}" destId="{46018D9C-FA1E-49EC-8A35-1CFE21384653}" srcOrd="0" destOrd="0" presId="urn:microsoft.com/office/officeart/2009/3/layout/HorizontalOrganizationChart"/>
    <dgm:cxn modelId="{E913C49F-F53C-554B-AF09-C003171BBF33}" type="presParOf" srcId="{46018D9C-FA1E-49EC-8A35-1CFE21384653}" destId="{4DD3CE7A-F674-42BC-8E6D-E481A1699E60}" srcOrd="0" destOrd="0" presId="urn:microsoft.com/office/officeart/2009/3/layout/HorizontalOrganizationChart"/>
    <dgm:cxn modelId="{49D87A6E-ABFF-5545-8A9E-9FBED22409BF}" type="presParOf" srcId="{46018D9C-FA1E-49EC-8A35-1CFE21384653}" destId="{68543308-8719-4223-88A5-2836ED438020}" srcOrd="1" destOrd="0" presId="urn:microsoft.com/office/officeart/2009/3/layout/HorizontalOrganizationChart"/>
    <dgm:cxn modelId="{14D4E8ED-BF68-3E46-9127-EE0E492DE84A}" type="presParOf" srcId="{EE4F706B-B638-4450-A2DC-9E878FE795BE}" destId="{DE3707FE-06BA-4D90-8325-DB8AA508CADC}" srcOrd="1" destOrd="0" presId="urn:microsoft.com/office/officeart/2009/3/layout/HorizontalOrganizationChart"/>
    <dgm:cxn modelId="{9638A47A-EDB3-0846-805D-A98702917C7A}" type="presParOf" srcId="{EE4F706B-B638-4450-A2DC-9E878FE795BE}" destId="{97EDA42E-EB15-4EE9-8666-FCF5B8270EB4}" srcOrd="2" destOrd="0" presId="urn:microsoft.com/office/officeart/2009/3/layout/HorizontalOrganizationChart"/>
    <dgm:cxn modelId="{7FBC132B-F475-3A43-936C-6D7845645783}" type="presParOf" srcId="{733FF5CA-1CE7-47D2-8116-BE3CA7CE04DA}" destId="{BC8658B0-3104-4814-B787-2A1B0076D979}" srcOrd="2" destOrd="0" presId="urn:microsoft.com/office/officeart/2009/3/layout/HorizontalOrganizationChart"/>
    <dgm:cxn modelId="{B1C09C87-D0FD-4947-AC1C-287F41EABC0F}" type="presParOf" srcId="{6B79FA4F-6B1F-4FE2-B40B-F5EF8FCB95F4}" destId="{FFB4802F-3711-4F5E-A928-1C329E4DBE82}" srcOrd="2" destOrd="0" presId="urn:microsoft.com/office/officeart/2009/3/layout/HorizontalOrganizationChart"/>
    <dgm:cxn modelId="{E0104CA0-8CD2-924B-8C3D-170E2F1A84B2}" type="presParOf" srcId="{F7DB6259-B04D-4AD0-8352-6BDF260ED103}" destId="{0DB16164-60B8-4C87-8F24-DD978669499A}" srcOrd="2" destOrd="0" presId="urn:microsoft.com/office/officeart/2009/3/layout/HorizontalOrganizationChart"/>
    <dgm:cxn modelId="{8FD6105C-D2EE-6342-906D-8F0BC98AF0B4}" type="presParOf" srcId="{F7DB6259-B04D-4AD0-8352-6BDF260ED103}" destId="{B82541B0-C6CD-4F1C-9025-B4D3E3719DA9}" srcOrd="3" destOrd="0" presId="urn:microsoft.com/office/officeart/2009/3/layout/HorizontalOrganizationChart"/>
    <dgm:cxn modelId="{573F3D62-B9DC-0A46-8BAC-528A7DF4CB37}" type="presParOf" srcId="{B82541B0-C6CD-4F1C-9025-B4D3E3719DA9}" destId="{2A1D5D50-F309-4EB5-9F12-E1E82D6A8D9C}" srcOrd="0" destOrd="0" presId="urn:microsoft.com/office/officeart/2009/3/layout/HorizontalOrganizationChart"/>
    <dgm:cxn modelId="{A13B8E9B-31B2-664E-9196-33B60E351E53}" type="presParOf" srcId="{2A1D5D50-F309-4EB5-9F12-E1E82D6A8D9C}" destId="{22FC8897-54E7-4BCE-A023-B4ADCBD9A967}" srcOrd="0" destOrd="0" presId="urn:microsoft.com/office/officeart/2009/3/layout/HorizontalOrganizationChart"/>
    <dgm:cxn modelId="{298AFABE-B31A-FC44-83C0-83E0D862A94D}" type="presParOf" srcId="{2A1D5D50-F309-4EB5-9F12-E1E82D6A8D9C}" destId="{F4A02760-B4E0-4404-B380-277E5E6DA06C}" srcOrd="1" destOrd="0" presId="urn:microsoft.com/office/officeart/2009/3/layout/HorizontalOrganizationChart"/>
    <dgm:cxn modelId="{8B9BD47C-581C-EE42-919A-6FF1D65646D3}" type="presParOf" srcId="{B82541B0-C6CD-4F1C-9025-B4D3E3719DA9}" destId="{92FF3718-B8D8-441C-95F5-786B29D1A4DF}" srcOrd="1" destOrd="0" presId="urn:microsoft.com/office/officeart/2009/3/layout/HorizontalOrganizationChart"/>
    <dgm:cxn modelId="{FCEE8577-E70F-4841-83D0-455113B8B2D0}" type="presParOf" srcId="{92FF3718-B8D8-441C-95F5-786B29D1A4DF}" destId="{A4701A19-BB1D-4CAD-B4C6-647E292431AE}" srcOrd="0" destOrd="0" presId="urn:microsoft.com/office/officeart/2009/3/layout/HorizontalOrganizationChart"/>
    <dgm:cxn modelId="{BA82D783-0022-3A4F-A6B8-38C04F43F679}" type="presParOf" srcId="{92FF3718-B8D8-441C-95F5-786B29D1A4DF}" destId="{6F1C737E-AA41-4826-9A58-ADBEC549DFBC}" srcOrd="1" destOrd="0" presId="urn:microsoft.com/office/officeart/2009/3/layout/HorizontalOrganizationChart"/>
    <dgm:cxn modelId="{A6D92E44-1EC0-CC48-B886-ACDD49EC7B1D}" type="presParOf" srcId="{6F1C737E-AA41-4826-9A58-ADBEC549DFBC}" destId="{B4BAA781-9845-4B37-9914-24BB181505E1}" srcOrd="0" destOrd="0" presId="urn:microsoft.com/office/officeart/2009/3/layout/HorizontalOrganizationChart"/>
    <dgm:cxn modelId="{DDC36FB9-7858-F543-A431-044071BB74D2}" type="presParOf" srcId="{B4BAA781-9845-4B37-9914-24BB181505E1}" destId="{6FE95C8B-E43B-4D1F-8B3A-ACA2E7439CE2}" srcOrd="0" destOrd="0" presId="urn:microsoft.com/office/officeart/2009/3/layout/HorizontalOrganizationChart"/>
    <dgm:cxn modelId="{6A04EAE1-2BE9-C546-95C8-6D4CF796A878}" type="presParOf" srcId="{B4BAA781-9845-4B37-9914-24BB181505E1}" destId="{F092239F-80DE-4691-A8CD-70E8EDDDB327}" srcOrd="1" destOrd="0" presId="urn:microsoft.com/office/officeart/2009/3/layout/HorizontalOrganizationChart"/>
    <dgm:cxn modelId="{5768FE2E-FF31-5147-BE6F-130A4600E1BA}" type="presParOf" srcId="{6F1C737E-AA41-4826-9A58-ADBEC549DFBC}" destId="{52A90464-6CE8-4757-9DFD-7360BB3C640A}" srcOrd="1" destOrd="0" presId="urn:microsoft.com/office/officeart/2009/3/layout/HorizontalOrganizationChart"/>
    <dgm:cxn modelId="{73A7C292-C6AB-684C-91DE-06E9BE34A9BE}" type="presParOf" srcId="{6F1C737E-AA41-4826-9A58-ADBEC549DFBC}" destId="{C2563AD3-9380-4B3B-AA77-63D6C86704FD}" srcOrd="2" destOrd="0" presId="urn:microsoft.com/office/officeart/2009/3/layout/HorizontalOrganizationChart"/>
    <dgm:cxn modelId="{F1E40388-3018-5A44-895C-E44661EBB5CD}" type="presParOf" srcId="{92FF3718-B8D8-441C-95F5-786B29D1A4DF}" destId="{FF5852C4-2008-49B2-B519-D8F383E8E245}" srcOrd="2" destOrd="0" presId="urn:microsoft.com/office/officeart/2009/3/layout/HorizontalOrganizationChart"/>
    <dgm:cxn modelId="{1169703F-6668-B842-86DA-015161558A99}" type="presParOf" srcId="{92FF3718-B8D8-441C-95F5-786B29D1A4DF}" destId="{580D0AEA-FA7D-41CA-8E15-6B1162BD4535}" srcOrd="3" destOrd="0" presId="urn:microsoft.com/office/officeart/2009/3/layout/HorizontalOrganizationChart"/>
    <dgm:cxn modelId="{089122B0-9700-1E42-9594-F4EFAF6B38CC}" type="presParOf" srcId="{580D0AEA-FA7D-41CA-8E15-6B1162BD4535}" destId="{39CCD46A-471B-440D-9B30-BF99D8DAB39D}" srcOrd="0" destOrd="0" presId="urn:microsoft.com/office/officeart/2009/3/layout/HorizontalOrganizationChart"/>
    <dgm:cxn modelId="{517E00B0-EEEF-ED4A-ADEB-772EA8DB7CD0}" type="presParOf" srcId="{39CCD46A-471B-440D-9B30-BF99D8DAB39D}" destId="{0489E9F5-36F9-446F-8F8E-B24BFAF572A5}" srcOrd="0" destOrd="0" presId="urn:microsoft.com/office/officeart/2009/3/layout/HorizontalOrganizationChart"/>
    <dgm:cxn modelId="{E096DBB0-3AFA-AD41-9541-F90CB93E1087}" type="presParOf" srcId="{39CCD46A-471B-440D-9B30-BF99D8DAB39D}" destId="{E391B39B-D2E0-4F32-A4A3-0FF4D899B988}" srcOrd="1" destOrd="0" presId="urn:microsoft.com/office/officeart/2009/3/layout/HorizontalOrganizationChart"/>
    <dgm:cxn modelId="{BD35CF54-1451-2C43-B932-56636AED34F2}" type="presParOf" srcId="{580D0AEA-FA7D-41CA-8E15-6B1162BD4535}" destId="{46B223BB-C77C-4500-92C7-18386A167242}" srcOrd="1" destOrd="0" presId="urn:microsoft.com/office/officeart/2009/3/layout/HorizontalOrganizationChart"/>
    <dgm:cxn modelId="{D4FBC020-0B43-D84B-869E-3D40567E4634}" type="presParOf" srcId="{580D0AEA-FA7D-41CA-8E15-6B1162BD4535}" destId="{59600DA6-F5D7-4A76-BCB9-EEC39B715DEE}" srcOrd="2" destOrd="0" presId="urn:microsoft.com/office/officeart/2009/3/layout/HorizontalOrganizationChart"/>
    <dgm:cxn modelId="{54401AAE-6126-2C4F-9E1F-0D76221F2056}" type="presParOf" srcId="{B82541B0-C6CD-4F1C-9025-B4D3E3719DA9}" destId="{D6701B18-D58D-4336-A15B-723EEBBBBB5C}" srcOrd="2" destOrd="0" presId="urn:microsoft.com/office/officeart/2009/3/layout/HorizontalOrganizationChart"/>
    <dgm:cxn modelId="{D40480AD-DFEA-444F-9A08-8974F6952325}" type="presParOf" srcId="{5CFD7A73-24A8-4C9B-8149-4179E1894892}" destId="{AD4C1AAB-397B-4792-AD40-B91F7E00DBD8}" srcOrd="2" destOrd="0" presId="urn:microsoft.com/office/officeart/2009/3/layout/HorizontalOrganizationChart"/>
    <dgm:cxn modelId="{92BD6B38-305C-834C-8E5D-E2A93A192377}" type="presParOf" srcId="{23B4ED5A-582E-4D0F-87CE-FDC8AFBD65EB}" destId="{B82CBE3E-7807-4210-AA93-00FD98B55976}" srcOrd="2" destOrd="0" presId="urn:microsoft.com/office/officeart/2009/3/layout/HorizontalOrganizationChart"/>
    <dgm:cxn modelId="{AA85D8D6-E5D3-4F4B-B43D-33F595D3E37A}" type="presParOf" srcId="{23B4ED5A-582E-4D0F-87CE-FDC8AFBD65EB}" destId="{8D5DF520-7BD5-40C9-9008-0910E2FC4D09}" srcOrd="3" destOrd="0" presId="urn:microsoft.com/office/officeart/2009/3/layout/HorizontalOrganizationChart"/>
    <dgm:cxn modelId="{4ACC9238-298B-FE41-B6AF-EB54E9156B23}" type="presParOf" srcId="{8D5DF520-7BD5-40C9-9008-0910E2FC4D09}" destId="{543A5C2A-B268-4603-9177-BF209D428453}" srcOrd="0" destOrd="0" presId="urn:microsoft.com/office/officeart/2009/3/layout/HorizontalOrganizationChart"/>
    <dgm:cxn modelId="{D227A449-2D07-5B40-86FD-6FC74C48B6F6}" type="presParOf" srcId="{543A5C2A-B268-4603-9177-BF209D428453}" destId="{3F36CCCA-93D9-479A-B023-42FD51B343FD}" srcOrd="0" destOrd="0" presId="urn:microsoft.com/office/officeart/2009/3/layout/HorizontalOrganizationChart"/>
    <dgm:cxn modelId="{9826F34D-4434-274E-BD24-EEBB32A893BB}" type="presParOf" srcId="{543A5C2A-B268-4603-9177-BF209D428453}" destId="{5D417EFA-BF18-45C0-9EDB-1F4F05C8EEFE}" srcOrd="1" destOrd="0" presId="urn:microsoft.com/office/officeart/2009/3/layout/HorizontalOrganizationChart"/>
    <dgm:cxn modelId="{EA346DD8-239C-3F4A-B133-A8B3B9CCBAAF}" type="presParOf" srcId="{8D5DF520-7BD5-40C9-9008-0910E2FC4D09}" destId="{597F4FF6-46AE-41E2-B004-7D7F9D88C19D}" srcOrd="1" destOrd="0" presId="urn:microsoft.com/office/officeart/2009/3/layout/HorizontalOrganizationChart"/>
    <dgm:cxn modelId="{099DEE2F-C705-0F44-9882-1175A1C96C3E}" type="presParOf" srcId="{597F4FF6-46AE-41E2-B004-7D7F9D88C19D}" destId="{D361E23B-883A-4612-942F-B1EC01A9D52E}" srcOrd="0" destOrd="0" presId="urn:microsoft.com/office/officeart/2009/3/layout/HorizontalOrganizationChart"/>
    <dgm:cxn modelId="{310AF2D5-479B-714C-9E4F-06E86D0A9F67}" type="presParOf" srcId="{597F4FF6-46AE-41E2-B004-7D7F9D88C19D}" destId="{04EB5CAD-7C03-4A9C-A29E-F27D8C64D156}" srcOrd="1" destOrd="0" presId="urn:microsoft.com/office/officeart/2009/3/layout/HorizontalOrganizationChart"/>
    <dgm:cxn modelId="{15858A4A-05DF-384D-9B1C-5CE92C6487F5}" type="presParOf" srcId="{04EB5CAD-7C03-4A9C-A29E-F27D8C64D156}" destId="{F492DB0B-7CA0-45C8-B76C-E08DB540ADBD}" srcOrd="0" destOrd="0" presId="urn:microsoft.com/office/officeart/2009/3/layout/HorizontalOrganizationChart"/>
    <dgm:cxn modelId="{D49F07DA-4624-6047-A16E-05866045DE30}" type="presParOf" srcId="{F492DB0B-7CA0-45C8-B76C-E08DB540ADBD}" destId="{84E9C76B-9909-4007-AB4D-98F8B89171E1}" srcOrd="0" destOrd="0" presId="urn:microsoft.com/office/officeart/2009/3/layout/HorizontalOrganizationChart"/>
    <dgm:cxn modelId="{6F4630CE-476D-1B45-977B-B39B8896AE10}" type="presParOf" srcId="{F492DB0B-7CA0-45C8-B76C-E08DB540ADBD}" destId="{AFDA1DC2-F764-4379-884C-540371F20643}" srcOrd="1" destOrd="0" presId="urn:microsoft.com/office/officeart/2009/3/layout/HorizontalOrganizationChart"/>
    <dgm:cxn modelId="{E26114E8-7135-324A-8621-B81981FF23A3}" type="presParOf" srcId="{04EB5CAD-7C03-4A9C-A29E-F27D8C64D156}" destId="{DE96E811-9A26-4EA9-ADA7-D651403688AE}" srcOrd="1" destOrd="0" presId="urn:microsoft.com/office/officeart/2009/3/layout/HorizontalOrganizationChart"/>
    <dgm:cxn modelId="{0C591C24-DE6D-A744-BAF5-8BFD7A9BEB7C}" type="presParOf" srcId="{DE96E811-9A26-4EA9-ADA7-D651403688AE}" destId="{7C54B210-E58D-4291-8011-F575F7449094}" srcOrd="0" destOrd="0" presId="urn:microsoft.com/office/officeart/2009/3/layout/HorizontalOrganizationChart"/>
    <dgm:cxn modelId="{05795A32-407C-4843-B2EA-52EBAA6D6A56}" type="presParOf" srcId="{DE96E811-9A26-4EA9-ADA7-D651403688AE}" destId="{A6E57306-42F1-4407-8131-D5AA484F9374}" srcOrd="1" destOrd="0" presId="urn:microsoft.com/office/officeart/2009/3/layout/HorizontalOrganizationChart"/>
    <dgm:cxn modelId="{1274859A-88C5-0747-B09D-4B706F68F5D8}" type="presParOf" srcId="{A6E57306-42F1-4407-8131-D5AA484F9374}" destId="{DC20D4E6-CA31-4C16-A6AC-B5A3DB42B51A}" srcOrd="0" destOrd="0" presId="urn:microsoft.com/office/officeart/2009/3/layout/HorizontalOrganizationChart"/>
    <dgm:cxn modelId="{69694D80-A70D-0543-A48F-FC337EC25C85}" type="presParOf" srcId="{DC20D4E6-CA31-4C16-A6AC-B5A3DB42B51A}" destId="{D2D9405D-DEF9-4954-BB9D-DDB088E5059F}" srcOrd="0" destOrd="0" presId="urn:microsoft.com/office/officeart/2009/3/layout/HorizontalOrganizationChart"/>
    <dgm:cxn modelId="{D05F915A-456A-0248-ADC2-1E9CAD0752C3}" type="presParOf" srcId="{DC20D4E6-CA31-4C16-A6AC-B5A3DB42B51A}" destId="{E5F0AF75-377F-4048-80E3-F29800C3B5EB}" srcOrd="1" destOrd="0" presId="urn:microsoft.com/office/officeart/2009/3/layout/HorizontalOrganizationChart"/>
    <dgm:cxn modelId="{8BC51D53-0594-B541-96B4-30CC44BB4476}" type="presParOf" srcId="{A6E57306-42F1-4407-8131-D5AA484F9374}" destId="{04BD5719-2191-4FD8-A345-87D1562CFF6B}" srcOrd="1" destOrd="0" presId="urn:microsoft.com/office/officeart/2009/3/layout/HorizontalOrganizationChart"/>
    <dgm:cxn modelId="{0C427E2A-3771-2548-B7F7-A9A953CBC33D}" type="presParOf" srcId="{A6E57306-42F1-4407-8131-D5AA484F9374}" destId="{581D92F7-386F-4A41-9352-4C2DEC6BF5E5}" srcOrd="2" destOrd="0" presId="urn:microsoft.com/office/officeart/2009/3/layout/HorizontalOrganizationChart"/>
    <dgm:cxn modelId="{2DBE450A-39E3-5743-A812-0CC5C9020C0F}" type="presParOf" srcId="{DE96E811-9A26-4EA9-ADA7-D651403688AE}" destId="{A877E8DF-498B-4E99-A9FE-F50492BDBD87}" srcOrd="2" destOrd="0" presId="urn:microsoft.com/office/officeart/2009/3/layout/HorizontalOrganizationChart"/>
    <dgm:cxn modelId="{59A8D3C9-4CB9-E34F-9CA6-089C8C21937D}" type="presParOf" srcId="{DE96E811-9A26-4EA9-ADA7-D651403688AE}" destId="{4DC6E91F-2A4D-456F-AAC2-2CCEDC64C87E}" srcOrd="3" destOrd="0" presId="urn:microsoft.com/office/officeart/2009/3/layout/HorizontalOrganizationChart"/>
    <dgm:cxn modelId="{0D0CD287-4EC9-D94E-B904-0DEFF30B2ADE}" type="presParOf" srcId="{4DC6E91F-2A4D-456F-AAC2-2CCEDC64C87E}" destId="{02DDB39B-CEBB-4F85-8C1B-E5FE7DAF1BC8}" srcOrd="0" destOrd="0" presId="urn:microsoft.com/office/officeart/2009/3/layout/HorizontalOrganizationChart"/>
    <dgm:cxn modelId="{2CBC7AC5-EA7C-AD4A-9AD7-206AA4133F09}" type="presParOf" srcId="{02DDB39B-CEBB-4F85-8C1B-E5FE7DAF1BC8}" destId="{212C7022-946B-4590-80A2-A855BE35878C}" srcOrd="0" destOrd="0" presId="urn:microsoft.com/office/officeart/2009/3/layout/HorizontalOrganizationChart"/>
    <dgm:cxn modelId="{513815A0-8170-1E48-B21D-DEF4E41B638D}" type="presParOf" srcId="{02DDB39B-CEBB-4F85-8C1B-E5FE7DAF1BC8}" destId="{641C74A3-2D7F-4954-AB5B-A7E491ACD3BC}" srcOrd="1" destOrd="0" presId="urn:microsoft.com/office/officeart/2009/3/layout/HorizontalOrganizationChart"/>
    <dgm:cxn modelId="{401FF534-E086-BE42-B656-7599090D4018}" type="presParOf" srcId="{4DC6E91F-2A4D-456F-AAC2-2CCEDC64C87E}" destId="{9D06A0C7-4E6C-422C-A17F-91862DEEE1F5}" srcOrd="1" destOrd="0" presId="urn:microsoft.com/office/officeart/2009/3/layout/HorizontalOrganizationChart"/>
    <dgm:cxn modelId="{01952132-526D-1545-B3FC-D3379F6F8DC9}" type="presParOf" srcId="{4DC6E91F-2A4D-456F-AAC2-2CCEDC64C87E}" destId="{C3D66589-DCB4-4109-8B66-A11FBCB46A1E}" srcOrd="2" destOrd="0" presId="urn:microsoft.com/office/officeart/2009/3/layout/HorizontalOrganizationChart"/>
    <dgm:cxn modelId="{E6B9E44B-5B01-DC43-AE92-6ED4DA8E1F04}" type="presParOf" srcId="{04EB5CAD-7C03-4A9C-A29E-F27D8C64D156}" destId="{10DA65C2-6027-40BE-92A1-6F9F70C7A531}" srcOrd="2" destOrd="0" presId="urn:microsoft.com/office/officeart/2009/3/layout/HorizontalOrganizationChart"/>
    <dgm:cxn modelId="{B8FF1F09-FA75-3A48-8911-550A53DA5061}" type="presParOf" srcId="{597F4FF6-46AE-41E2-B004-7D7F9D88C19D}" destId="{9D296687-8D97-46F0-A2E9-C7E46B6F049F}" srcOrd="2" destOrd="0" presId="urn:microsoft.com/office/officeart/2009/3/layout/HorizontalOrganizationChart"/>
    <dgm:cxn modelId="{FC827510-D5FC-3F4A-BD28-3C34C651FB58}" type="presParOf" srcId="{597F4FF6-46AE-41E2-B004-7D7F9D88C19D}" destId="{94ABC745-6E73-4696-BA74-69A482199045}" srcOrd="3" destOrd="0" presId="urn:microsoft.com/office/officeart/2009/3/layout/HorizontalOrganizationChart"/>
    <dgm:cxn modelId="{EDFFAE47-53B8-5440-8F75-90803781D7D1}" type="presParOf" srcId="{94ABC745-6E73-4696-BA74-69A482199045}" destId="{0D6C2A94-4D25-40C3-A092-3761489947E3}" srcOrd="0" destOrd="0" presId="urn:microsoft.com/office/officeart/2009/3/layout/HorizontalOrganizationChart"/>
    <dgm:cxn modelId="{FC90FF3E-D448-8F48-BB27-A08E52167E30}" type="presParOf" srcId="{0D6C2A94-4D25-40C3-A092-3761489947E3}" destId="{27534895-109C-4151-828C-A0F9DC4B26E1}" srcOrd="0" destOrd="0" presId="urn:microsoft.com/office/officeart/2009/3/layout/HorizontalOrganizationChart"/>
    <dgm:cxn modelId="{D89B8F19-825E-0B44-8CC1-0160C9AB0DD5}" type="presParOf" srcId="{0D6C2A94-4D25-40C3-A092-3761489947E3}" destId="{FDE691C4-CEBA-4CC7-9F89-FBCF14B3B398}" srcOrd="1" destOrd="0" presId="urn:microsoft.com/office/officeart/2009/3/layout/HorizontalOrganizationChart"/>
    <dgm:cxn modelId="{F89218A9-4DA5-3048-AC95-A6661C1826A0}" type="presParOf" srcId="{94ABC745-6E73-4696-BA74-69A482199045}" destId="{262BE8D7-F393-45E5-AE83-9B02AF888D64}" srcOrd="1" destOrd="0" presId="urn:microsoft.com/office/officeart/2009/3/layout/HorizontalOrganizationChart"/>
    <dgm:cxn modelId="{698062CB-4091-7A44-B7F9-1D5995631B8D}" type="presParOf" srcId="{262BE8D7-F393-45E5-AE83-9B02AF888D64}" destId="{FA9545BB-F1A8-4E5E-B48A-3532FDC7CE1E}" srcOrd="0" destOrd="0" presId="urn:microsoft.com/office/officeart/2009/3/layout/HorizontalOrganizationChart"/>
    <dgm:cxn modelId="{9451AA9C-E2FD-C94D-A41B-22477F47753D}" type="presParOf" srcId="{262BE8D7-F393-45E5-AE83-9B02AF888D64}" destId="{75AB17E9-6BF5-45B7-908C-084C88321283}" srcOrd="1" destOrd="0" presId="urn:microsoft.com/office/officeart/2009/3/layout/HorizontalOrganizationChart"/>
    <dgm:cxn modelId="{AD88FF14-C3F0-414B-B231-BB3F6E15C663}" type="presParOf" srcId="{75AB17E9-6BF5-45B7-908C-084C88321283}" destId="{9426D856-B89B-462F-91E2-21331307BFD8}" srcOrd="0" destOrd="0" presId="urn:microsoft.com/office/officeart/2009/3/layout/HorizontalOrganizationChart"/>
    <dgm:cxn modelId="{44F176F7-C23E-5746-B23C-8F71182F3EC8}" type="presParOf" srcId="{9426D856-B89B-462F-91E2-21331307BFD8}" destId="{3DA90A08-9606-4CDB-AB70-B208313F316D}" srcOrd="0" destOrd="0" presId="urn:microsoft.com/office/officeart/2009/3/layout/HorizontalOrganizationChart"/>
    <dgm:cxn modelId="{23A0B49B-0273-5641-83EF-8578EFA157A4}" type="presParOf" srcId="{9426D856-B89B-462F-91E2-21331307BFD8}" destId="{12FC9550-67EE-4AC5-9712-6BAEB49961B3}" srcOrd="1" destOrd="0" presId="urn:microsoft.com/office/officeart/2009/3/layout/HorizontalOrganizationChart"/>
    <dgm:cxn modelId="{5D6CF737-9C4A-8F4A-8031-B87C96222400}" type="presParOf" srcId="{75AB17E9-6BF5-45B7-908C-084C88321283}" destId="{2CF3446D-B1D4-47FA-9B12-C6703020AD8D}" srcOrd="1" destOrd="0" presId="urn:microsoft.com/office/officeart/2009/3/layout/HorizontalOrganizationChart"/>
    <dgm:cxn modelId="{EFFE0A29-46A3-0F4E-91EE-DD06FEAC26DB}" type="presParOf" srcId="{75AB17E9-6BF5-45B7-908C-084C88321283}" destId="{BC8172EE-C7DD-4CE6-90F8-DD2BBE7DEA35}" srcOrd="2" destOrd="0" presId="urn:microsoft.com/office/officeart/2009/3/layout/HorizontalOrganizationChart"/>
    <dgm:cxn modelId="{F2F8C5B1-0F6C-5D40-A8F8-62F81B262203}" type="presParOf" srcId="{262BE8D7-F393-45E5-AE83-9B02AF888D64}" destId="{D26F0DC0-F0FC-469E-8985-6EB3765A3698}" srcOrd="2" destOrd="0" presId="urn:microsoft.com/office/officeart/2009/3/layout/HorizontalOrganizationChart"/>
    <dgm:cxn modelId="{AC64339F-6BC3-1C4E-AA44-530417DC8C76}" type="presParOf" srcId="{262BE8D7-F393-45E5-AE83-9B02AF888D64}" destId="{1F558895-1B48-465A-A79B-927D097123B7}" srcOrd="3" destOrd="0" presId="urn:microsoft.com/office/officeart/2009/3/layout/HorizontalOrganizationChart"/>
    <dgm:cxn modelId="{CDF20650-729B-6940-9805-5FE067447F10}" type="presParOf" srcId="{1F558895-1B48-465A-A79B-927D097123B7}" destId="{C51BDC60-4B9F-4475-AFA7-FE930CED8097}" srcOrd="0" destOrd="0" presId="urn:microsoft.com/office/officeart/2009/3/layout/HorizontalOrganizationChart"/>
    <dgm:cxn modelId="{6CFED3BE-1F38-C44F-8FD7-1A7688935F95}" type="presParOf" srcId="{C51BDC60-4B9F-4475-AFA7-FE930CED8097}" destId="{7E689E74-471E-443E-A414-0BDB2194BA93}" srcOrd="0" destOrd="0" presId="urn:microsoft.com/office/officeart/2009/3/layout/HorizontalOrganizationChart"/>
    <dgm:cxn modelId="{FFF99560-D393-0943-972C-B0905A747416}" type="presParOf" srcId="{C51BDC60-4B9F-4475-AFA7-FE930CED8097}" destId="{4AD3BC2F-5DFA-482D-8723-712718555D4F}" srcOrd="1" destOrd="0" presId="urn:microsoft.com/office/officeart/2009/3/layout/HorizontalOrganizationChart"/>
    <dgm:cxn modelId="{ECBF81C1-71B5-814B-8132-688B115844B2}" type="presParOf" srcId="{1F558895-1B48-465A-A79B-927D097123B7}" destId="{B6017BDF-9FEF-41AA-BFBD-23D577E8414C}" srcOrd="1" destOrd="0" presId="urn:microsoft.com/office/officeart/2009/3/layout/HorizontalOrganizationChart"/>
    <dgm:cxn modelId="{154C732B-4DE1-164A-BCEC-57572900F7F0}" type="presParOf" srcId="{1F558895-1B48-465A-A79B-927D097123B7}" destId="{7A4AB1E1-40FF-43EF-8E7A-CCEBE26DD936}" srcOrd="2" destOrd="0" presId="urn:microsoft.com/office/officeart/2009/3/layout/HorizontalOrganizationChart"/>
    <dgm:cxn modelId="{230ED932-4477-5747-8229-85F8DE72311E}" type="presParOf" srcId="{94ABC745-6E73-4696-BA74-69A482199045}" destId="{FB1E667F-66A4-4C76-BB08-8A0384F9E53B}" srcOrd="2" destOrd="0" presId="urn:microsoft.com/office/officeart/2009/3/layout/HorizontalOrganizationChart"/>
    <dgm:cxn modelId="{91BEC3F4-7028-AC43-940B-EA5F572E7453}" type="presParOf" srcId="{8D5DF520-7BD5-40C9-9008-0910E2FC4D09}" destId="{FFEF524E-4385-4899-AB6A-F12E105F5644}" srcOrd="2" destOrd="0" presId="urn:microsoft.com/office/officeart/2009/3/layout/HorizontalOrganizationChart"/>
    <dgm:cxn modelId="{86BC096B-269B-4147-B017-086C49271D3C}" type="presParOf" srcId="{589CBA68-A247-4700-9BB3-D708CFE8082D}" destId="{156371EF-2D11-41F3-AD6D-6A25E070D2BA}" srcOrd="2" destOrd="0" presId="urn:microsoft.com/office/officeart/2009/3/layout/HorizontalOrganizationChart"/>
    <dgm:cxn modelId="{B9F88ED0-86CE-0A46-9EEB-6E26976C4548}" type="presParOf" srcId="{87123D5D-8ED5-484C-AC92-4EB7CA0C191A}" destId="{4FC341BA-A1C1-45EF-8DCB-18AD9C5E9989}" srcOrd="2" destOrd="0" presId="urn:microsoft.com/office/officeart/2009/3/layout/HorizontalOrganizationChart"/>
    <dgm:cxn modelId="{2599A6E6-F518-1249-BAE9-5C00DE61488C}" type="presParOf" srcId="{87123D5D-8ED5-484C-AC92-4EB7CA0C191A}" destId="{FF146705-522E-45E8-B2D7-1B36098845C0}" srcOrd="3" destOrd="0" presId="urn:microsoft.com/office/officeart/2009/3/layout/HorizontalOrganizationChart"/>
    <dgm:cxn modelId="{73522BDB-71D3-F74D-98EE-430AE6E981F4}" type="presParOf" srcId="{FF146705-522E-45E8-B2D7-1B36098845C0}" destId="{8687CB7A-2D05-454C-8E8B-024CC30D45C0}" srcOrd="0" destOrd="0" presId="urn:microsoft.com/office/officeart/2009/3/layout/HorizontalOrganizationChart"/>
    <dgm:cxn modelId="{30AA1401-1BC7-8D49-90BB-09BFF85A42CE}" type="presParOf" srcId="{8687CB7A-2D05-454C-8E8B-024CC30D45C0}" destId="{0CBF28F9-16B9-4EA2-A83E-DF1913FAC9CE}" srcOrd="0" destOrd="0" presId="urn:microsoft.com/office/officeart/2009/3/layout/HorizontalOrganizationChart"/>
    <dgm:cxn modelId="{724659A9-4B30-B041-8C7A-46EF4F662388}" type="presParOf" srcId="{8687CB7A-2D05-454C-8E8B-024CC30D45C0}" destId="{706B8562-878E-4DCD-AABC-6A9E7C6DFC82}" srcOrd="1" destOrd="0" presId="urn:microsoft.com/office/officeart/2009/3/layout/HorizontalOrganizationChart"/>
    <dgm:cxn modelId="{05381AF6-D94A-1E4B-BC4A-6320595E2C88}" type="presParOf" srcId="{FF146705-522E-45E8-B2D7-1B36098845C0}" destId="{48E65E76-C631-44BA-8984-78B283DE1DDB}" srcOrd="1" destOrd="0" presId="urn:microsoft.com/office/officeart/2009/3/layout/HorizontalOrganizationChart"/>
    <dgm:cxn modelId="{CE3B05E9-DA22-4D4B-8D6C-F44151A1EC50}" type="presParOf" srcId="{48E65E76-C631-44BA-8984-78B283DE1DDB}" destId="{37DA061D-6ECF-4C76-B248-6B6BA87B8956}" srcOrd="0" destOrd="0" presId="urn:microsoft.com/office/officeart/2009/3/layout/HorizontalOrganizationChart"/>
    <dgm:cxn modelId="{A60F7C19-641D-7A44-B7BD-27D820AB1A64}" type="presParOf" srcId="{48E65E76-C631-44BA-8984-78B283DE1DDB}" destId="{B00CF623-5F4A-497E-8A25-077C47BFB4E5}" srcOrd="1" destOrd="0" presId="urn:microsoft.com/office/officeart/2009/3/layout/HorizontalOrganizationChart"/>
    <dgm:cxn modelId="{7A29A839-5B5B-2C48-BD8E-6F42A92C1C1C}" type="presParOf" srcId="{B00CF623-5F4A-497E-8A25-077C47BFB4E5}" destId="{5C3412FC-7649-44BF-9EE1-23BEF69EF384}" srcOrd="0" destOrd="0" presId="urn:microsoft.com/office/officeart/2009/3/layout/HorizontalOrganizationChart"/>
    <dgm:cxn modelId="{D9544C37-AA17-504B-B6E5-242787763D08}" type="presParOf" srcId="{5C3412FC-7649-44BF-9EE1-23BEF69EF384}" destId="{6DE299B6-22DB-4A3A-82F3-7963734ECE43}" srcOrd="0" destOrd="0" presId="urn:microsoft.com/office/officeart/2009/3/layout/HorizontalOrganizationChart"/>
    <dgm:cxn modelId="{65161738-34BD-1747-9318-2124DEACE0AC}" type="presParOf" srcId="{5C3412FC-7649-44BF-9EE1-23BEF69EF384}" destId="{F0967A91-D265-40DA-AA05-612ECFC4D2DC}" srcOrd="1" destOrd="0" presId="urn:microsoft.com/office/officeart/2009/3/layout/HorizontalOrganizationChart"/>
    <dgm:cxn modelId="{6F6468BA-E3BB-1840-9FB8-ACE73249B5A9}" type="presParOf" srcId="{B00CF623-5F4A-497E-8A25-077C47BFB4E5}" destId="{886A9353-3684-49BE-94DE-A2C992EF9840}" srcOrd="1" destOrd="0" presId="urn:microsoft.com/office/officeart/2009/3/layout/HorizontalOrganizationChart"/>
    <dgm:cxn modelId="{4485C783-E193-0142-AB86-7DD2DC02D5A2}" type="presParOf" srcId="{886A9353-3684-49BE-94DE-A2C992EF9840}" destId="{04FC8065-EE6B-47D1-ACAF-B6046BFC54E8}" srcOrd="0" destOrd="0" presId="urn:microsoft.com/office/officeart/2009/3/layout/HorizontalOrganizationChart"/>
    <dgm:cxn modelId="{6DADE40F-1433-DE47-B4E1-80BE7040CF65}" type="presParOf" srcId="{886A9353-3684-49BE-94DE-A2C992EF9840}" destId="{5939B0C2-9A2E-4412-8EB2-05612FCEF21D}" srcOrd="1" destOrd="0" presId="urn:microsoft.com/office/officeart/2009/3/layout/HorizontalOrganizationChart"/>
    <dgm:cxn modelId="{4517D167-3443-434C-808B-3E6EFE6F625B}" type="presParOf" srcId="{5939B0C2-9A2E-4412-8EB2-05612FCEF21D}" destId="{42B11BEB-787B-46E6-8666-1366C97E369D}" srcOrd="0" destOrd="0" presId="urn:microsoft.com/office/officeart/2009/3/layout/HorizontalOrganizationChart"/>
    <dgm:cxn modelId="{D2843A33-CA32-6144-8F0B-2A6095949EF3}" type="presParOf" srcId="{42B11BEB-787B-46E6-8666-1366C97E369D}" destId="{E7A6EEA7-F364-408C-9085-C52EB940016E}" srcOrd="0" destOrd="0" presId="urn:microsoft.com/office/officeart/2009/3/layout/HorizontalOrganizationChart"/>
    <dgm:cxn modelId="{11423D0C-B97B-FD41-81E4-045F556EC294}" type="presParOf" srcId="{42B11BEB-787B-46E6-8666-1366C97E369D}" destId="{AAA794DE-5912-40EF-BCD9-43ACED875B42}" srcOrd="1" destOrd="0" presId="urn:microsoft.com/office/officeart/2009/3/layout/HorizontalOrganizationChart"/>
    <dgm:cxn modelId="{67A77956-8F63-2C45-8FB1-440D2826BEA8}" type="presParOf" srcId="{5939B0C2-9A2E-4412-8EB2-05612FCEF21D}" destId="{C14A7C3E-D7F0-4CA9-9459-CE53B2657440}" srcOrd="1" destOrd="0" presId="urn:microsoft.com/office/officeart/2009/3/layout/HorizontalOrganizationChart"/>
    <dgm:cxn modelId="{F14B5F05-3ECF-E84A-B700-D6AA38C9E2BB}" type="presParOf" srcId="{5939B0C2-9A2E-4412-8EB2-05612FCEF21D}" destId="{D689889F-BCB7-4F93-A1A4-C2069C3D7D7F}" srcOrd="2" destOrd="0" presId="urn:microsoft.com/office/officeart/2009/3/layout/HorizontalOrganizationChart"/>
    <dgm:cxn modelId="{867BA8BE-F403-724D-8644-D851023971A5}" type="presParOf" srcId="{886A9353-3684-49BE-94DE-A2C992EF9840}" destId="{21F2730A-B800-459E-84B5-7384B7D15634}" srcOrd="2" destOrd="0" presId="urn:microsoft.com/office/officeart/2009/3/layout/HorizontalOrganizationChart"/>
    <dgm:cxn modelId="{7D7A5D3E-1367-604A-97FD-F8818B0314BC}" type="presParOf" srcId="{886A9353-3684-49BE-94DE-A2C992EF9840}" destId="{C3FE23B7-D380-41EE-9E69-B749B3FD4C8A}" srcOrd="3" destOrd="0" presId="urn:microsoft.com/office/officeart/2009/3/layout/HorizontalOrganizationChart"/>
    <dgm:cxn modelId="{AC9CBC71-C49B-AB4C-BAE4-DCA83FFFD8A4}" type="presParOf" srcId="{C3FE23B7-D380-41EE-9E69-B749B3FD4C8A}" destId="{DA9310AC-B233-4DB3-96CE-E6D5BF698220}" srcOrd="0" destOrd="0" presId="urn:microsoft.com/office/officeart/2009/3/layout/HorizontalOrganizationChart"/>
    <dgm:cxn modelId="{7ACAFDAE-0FCB-5D40-81DF-80D0D274D687}" type="presParOf" srcId="{DA9310AC-B233-4DB3-96CE-E6D5BF698220}" destId="{B2E5E3EF-4BFC-491E-B320-0AF0A1A6EB23}" srcOrd="0" destOrd="0" presId="urn:microsoft.com/office/officeart/2009/3/layout/HorizontalOrganizationChart"/>
    <dgm:cxn modelId="{6026A818-0016-4E42-8CDE-5FD1513EDB2D}" type="presParOf" srcId="{DA9310AC-B233-4DB3-96CE-E6D5BF698220}" destId="{2B763703-BF4C-4B20-ACBD-5CAB687DCCE0}" srcOrd="1" destOrd="0" presId="urn:microsoft.com/office/officeart/2009/3/layout/HorizontalOrganizationChart"/>
    <dgm:cxn modelId="{CB9B9328-BA38-2C45-A3F0-F1FBEE339868}" type="presParOf" srcId="{C3FE23B7-D380-41EE-9E69-B749B3FD4C8A}" destId="{70E3F656-552F-4356-BA3B-1749928352F8}" srcOrd="1" destOrd="0" presId="urn:microsoft.com/office/officeart/2009/3/layout/HorizontalOrganizationChart"/>
    <dgm:cxn modelId="{0F2DD260-413F-4445-94A3-D039EF05F61E}" type="presParOf" srcId="{C3FE23B7-D380-41EE-9E69-B749B3FD4C8A}" destId="{1805E505-FB98-41D4-979D-1623C150DE90}" srcOrd="2" destOrd="0" presId="urn:microsoft.com/office/officeart/2009/3/layout/HorizontalOrganizationChart"/>
    <dgm:cxn modelId="{B4612FD5-C640-CE43-87CB-AC17D8DCB94D}" type="presParOf" srcId="{B00CF623-5F4A-497E-8A25-077C47BFB4E5}" destId="{F7B36758-6CF9-44C5-9B75-B87949078B5E}" srcOrd="2" destOrd="0" presId="urn:microsoft.com/office/officeart/2009/3/layout/HorizontalOrganizationChart"/>
    <dgm:cxn modelId="{158CD1CC-ECC8-784B-9AC7-F68EFEE53402}" type="presParOf" srcId="{48E65E76-C631-44BA-8984-78B283DE1DDB}" destId="{2653EB37-C534-4E48-988C-9B2F6A6809AB}" srcOrd="2" destOrd="0" presId="urn:microsoft.com/office/officeart/2009/3/layout/HorizontalOrganizationChart"/>
    <dgm:cxn modelId="{C9FD7A77-C5C2-094E-A13A-544590494126}" type="presParOf" srcId="{48E65E76-C631-44BA-8984-78B283DE1DDB}" destId="{88451CDC-76FD-4AC3-9551-B13EB311107D}" srcOrd="3" destOrd="0" presId="urn:microsoft.com/office/officeart/2009/3/layout/HorizontalOrganizationChart"/>
    <dgm:cxn modelId="{EF631D90-7EC9-8644-AC97-EA73A11CF8CB}" type="presParOf" srcId="{88451CDC-76FD-4AC3-9551-B13EB311107D}" destId="{3124B7B1-CF48-4197-9D24-F58C923DA955}" srcOrd="0" destOrd="0" presId="urn:microsoft.com/office/officeart/2009/3/layout/HorizontalOrganizationChart"/>
    <dgm:cxn modelId="{902CAC28-6336-5048-91B6-00F628825ADB}" type="presParOf" srcId="{3124B7B1-CF48-4197-9D24-F58C923DA955}" destId="{E7A4A1F0-875A-4969-AEE8-C8FB08605607}" srcOrd="0" destOrd="0" presId="urn:microsoft.com/office/officeart/2009/3/layout/HorizontalOrganizationChart"/>
    <dgm:cxn modelId="{5F364054-F242-9548-B74C-11ED8BD04488}" type="presParOf" srcId="{3124B7B1-CF48-4197-9D24-F58C923DA955}" destId="{0D0F9CC6-51D9-44C8-8D84-51B06702358A}" srcOrd="1" destOrd="0" presId="urn:microsoft.com/office/officeart/2009/3/layout/HorizontalOrganizationChart"/>
    <dgm:cxn modelId="{36C0090B-E28F-8447-AEA0-A489AFD20E10}" type="presParOf" srcId="{88451CDC-76FD-4AC3-9551-B13EB311107D}" destId="{1D94761F-CE79-46B8-AB67-94A03E44A3CA}" srcOrd="1" destOrd="0" presId="urn:microsoft.com/office/officeart/2009/3/layout/HorizontalOrganizationChart"/>
    <dgm:cxn modelId="{AA436858-6F46-E049-BB86-59014567D219}" type="presParOf" srcId="{1D94761F-CE79-46B8-AB67-94A03E44A3CA}" destId="{912FD544-88AC-4B31-8DA2-DBB85C635BE4}" srcOrd="0" destOrd="0" presId="urn:microsoft.com/office/officeart/2009/3/layout/HorizontalOrganizationChart"/>
    <dgm:cxn modelId="{D5B94C9D-426D-ED41-A6E6-8FDFF0F47847}" type="presParOf" srcId="{1D94761F-CE79-46B8-AB67-94A03E44A3CA}" destId="{E4B8AF41-D54C-4823-8D56-BB4A9E8B2E1F}" srcOrd="1" destOrd="0" presId="urn:microsoft.com/office/officeart/2009/3/layout/HorizontalOrganizationChart"/>
    <dgm:cxn modelId="{9B1C1746-F0B8-3C4A-B17C-5BCF1A673410}" type="presParOf" srcId="{E4B8AF41-D54C-4823-8D56-BB4A9E8B2E1F}" destId="{CE857E07-CD4F-4131-B235-0D10F12CBA0F}" srcOrd="0" destOrd="0" presId="urn:microsoft.com/office/officeart/2009/3/layout/HorizontalOrganizationChart"/>
    <dgm:cxn modelId="{A1A3830D-8237-804B-BD8B-0DD73F60E40A}" type="presParOf" srcId="{CE857E07-CD4F-4131-B235-0D10F12CBA0F}" destId="{2A6444AD-48B3-4CCD-AE07-4506C420BE96}" srcOrd="0" destOrd="0" presId="urn:microsoft.com/office/officeart/2009/3/layout/HorizontalOrganizationChart"/>
    <dgm:cxn modelId="{81DEFDF6-43B1-5D48-94E1-3652D8D81CA5}" type="presParOf" srcId="{CE857E07-CD4F-4131-B235-0D10F12CBA0F}" destId="{15550830-8517-4487-9013-E95B36F2E63E}" srcOrd="1" destOrd="0" presId="urn:microsoft.com/office/officeart/2009/3/layout/HorizontalOrganizationChart"/>
    <dgm:cxn modelId="{8BC7B701-FE9F-3043-BFB3-703FD3AE1C44}" type="presParOf" srcId="{E4B8AF41-D54C-4823-8D56-BB4A9E8B2E1F}" destId="{D9714CAF-7B85-43BB-BA8C-49F56EF97782}" srcOrd="1" destOrd="0" presId="urn:microsoft.com/office/officeart/2009/3/layout/HorizontalOrganizationChart"/>
    <dgm:cxn modelId="{B6A849A7-61BE-9E4A-B091-F3FFAD4075B3}" type="presParOf" srcId="{E4B8AF41-D54C-4823-8D56-BB4A9E8B2E1F}" destId="{927C8276-E2E8-450D-91A6-40572115C2B4}" srcOrd="2" destOrd="0" presId="urn:microsoft.com/office/officeart/2009/3/layout/HorizontalOrganizationChart"/>
    <dgm:cxn modelId="{6455C8E2-CB68-5640-9FDA-6C69A00E0AC6}" type="presParOf" srcId="{1D94761F-CE79-46B8-AB67-94A03E44A3CA}" destId="{07A9624B-767E-484C-88E4-CD0F64FE0ED0}" srcOrd="2" destOrd="0" presId="urn:microsoft.com/office/officeart/2009/3/layout/HorizontalOrganizationChart"/>
    <dgm:cxn modelId="{BBE71AAD-817A-6042-8D8C-A9E9A25E9664}" type="presParOf" srcId="{1D94761F-CE79-46B8-AB67-94A03E44A3CA}" destId="{6BA79FF4-13D5-4DAE-8493-3FE6962D7C37}" srcOrd="3" destOrd="0" presId="urn:microsoft.com/office/officeart/2009/3/layout/HorizontalOrganizationChart"/>
    <dgm:cxn modelId="{80C69B37-A0DC-A943-9E26-746B791D0271}" type="presParOf" srcId="{6BA79FF4-13D5-4DAE-8493-3FE6962D7C37}" destId="{7E9700BA-B5CD-4BE5-9B04-E3261A3858DA}" srcOrd="0" destOrd="0" presId="urn:microsoft.com/office/officeart/2009/3/layout/HorizontalOrganizationChart"/>
    <dgm:cxn modelId="{26344363-C783-1A44-9B71-1DC17D86249B}" type="presParOf" srcId="{7E9700BA-B5CD-4BE5-9B04-E3261A3858DA}" destId="{565ED847-9420-4E25-8DED-5B6E1018E058}" srcOrd="0" destOrd="0" presId="urn:microsoft.com/office/officeart/2009/3/layout/HorizontalOrganizationChart"/>
    <dgm:cxn modelId="{BC7D4F74-907E-7943-82C2-60504F71D022}" type="presParOf" srcId="{7E9700BA-B5CD-4BE5-9B04-E3261A3858DA}" destId="{3355C526-5B2D-4296-AEE0-67660F6D57CD}" srcOrd="1" destOrd="0" presId="urn:microsoft.com/office/officeart/2009/3/layout/HorizontalOrganizationChart"/>
    <dgm:cxn modelId="{EE62A2E4-FA9A-C04D-8576-63B7BB6AC152}" type="presParOf" srcId="{6BA79FF4-13D5-4DAE-8493-3FE6962D7C37}" destId="{19D9A35F-F1DF-4184-BF24-ADEBFAFDA6A3}" srcOrd="1" destOrd="0" presId="urn:microsoft.com/office/officeart/2009/3/layout/HorizontalOrganizationChart"/>
    <dgm:cxn modelId="{121C7DBD-C394-0348-964C-C1E73E60BEA5}" type="presParOf" srcId="{6BA79FF4-13D5-4DAE-8493-3FE6962D7C37}" destId="{A9608D7D-D14D-4427-B5ED-2575F09D134E}" srcOrd="2" destOrd="0" presId="urn:microsoft.com/office/officeart/2009/3/layout/HorizontalOrganizationChart"/>
    <dgm:cxn modelId="{399BB9BC-6670-0047-B1A9-D3C56ED787ED}" type="presParOf" srcId="{88451CDC-76FD-4AC3-9551-B13EB311107D}" destId="{A9BA905E-DDCC-42A6-BAC8-707EE24BF39A}" srcOrd="2" destOrd="0" presId="urn:microsoft.com/office/officeart/2009/3/layout/HorizontalOrganizationChart"/>
    <dgm:cxn modelId="{5A927DE4-03BA-AC4D-8282-17BE4B9BEBD6}" type="presParOf" srcId="{FF146705-522E-45E8-B2D7-1B36098845C0}" destId="{D0BF9E29-DE72-4EE1-B793-A84D96DCEA83}" srcOrd="2" destOrd="0" presId="urn:microsoft.com/office/officeart/2009/3/layout/HorizontalOrganizationChart"/>
    <dgm:cxn modelId="{8EFADE35-C6EA-C94C-8C8C-B409BF31247B}" type="presParOf" srcId="{5211E3EB-E8FF-4690-BBC6-00AFE8D18A11}" destId="{763CF6A7-BE22-4512-929F-E949E3962C0F}" srcOrd="2" destOrd="0" presId="urn:microsoft.com/office/officeart/2009/3/layout/HorizontalOrganizationChart"/>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BA3CB7-AF9B-47A7-A739-DB791DAF4FFB}">
      <dsp:nvSpPr>
        <dsp:cNvPr id="0" name=""/>
        <dsp:cNvSpPr/>
      </dsp:nvSpPr>
      <dsp:spPr>
        <a:xfrm>
          <a:off x="7672112" y="2326101"/>
          <a:ext cx="565853" cy="298268"/>
        </a:xfrm>
        <a:custGeom>
          <a:avLst/>
          <a:gdLst/>
          <a:ahLst/>
          <a:cxnLst/>
          <a:rect l="0" t="0" r="0" b="0"/>
          <a:pathLst>
            <a:path>
              <a:moveTo>
                <a:pt x="0" y="0"/>
              </a:moveTo>
              <a:lnTo>
                <a:pt x="0" y="203035"/>
              </a:lnTo>
              <a:lnTo>
                <a:pt x="565853" y="203035"/>
              </a:lnTo>
              <a:lnTo>
                <a:pt x="565853"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3F9FF7-8B4C-47E2-9D7B-CE1912E838C8}">
      <dsp:nvSpPr>
        <dsp:cNvPr id="0" name=""/>
        <dsp:cNvSpPr/>
      </dsp:nvSpPr>
      <dsp:spPr>
        <a:xfrm>
          <a:off x="7101311" y="2326101"/>
          <a:ext cx="570800" cy="298268"/>
        </a:xfrm>
        <a:custGeom>
          <a:avLst/>
          <a:gdLst/>
          <a:ahLst/>
          <a:cxnLst/>
          <a:rect l="0" t="0" r="0" b="0"/>
          <a:pathLst>
            <a:path>
              <a:moveTo>
                <a:pt x="570800" y="0"/>
              </a:moveTo>
              <a:lnTo>
                <a:pt x="570800" y="203035"/>
              </a:lnTo>
              <a:lnTo>
                <a:pt x="0" y="203035"/>
              </a:lnTo>
              <a:lnTo>
                <a:pt x="0"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6FFA1FC-456A-4E80-B303-F8183D1DFB06}">
      <dsp:nvSpPr>
        <dsp:cNvPr id="0" name=""/>
        <dsp:cNvSpPr/>
      </dsp:nvSpPr>
      <dsp:spPr>
        <a:xfrm>
          <a:off x="6733181" y="1714695"/>
          <a:ext cx="938930" cy="241527"/>
        </a:xfrm>
        <a:custGeom>
          <a:avLst/>
          <a:gdLst/>
          <a:ahLst/>
          <a:cxnLst/>
          <a:rect l="0" t="0" r="0" b="0"/>
          <a:pathLst>
            <a:path>
              <a:moveTo>
                <a:pt x="0" y="0"/>
              </a:moveTo>
              <a:lnTo>
                <a:pt x="0" y="146295"/>
              </a:lnTo>
              <a:lnTo>
                <a:pt x="938930" y="146295"/>
              </a:lnTo>
              <a:lnTo>
                <a:pt x="93893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9AEFEBF-77CA-4AE7-B3B6-C286DEA1224F}">
      <dsp:nvSpPr>
        <dsp:cNvPr id="0" name=""/>
        <dsp:cNvSpPr/>
      </dsp:nvSpPr>
      <dsp:spPr>
        <a:xfrm>
          <a:off x="5516702" y="2326110"/>
          <a:ext cx="492950" cy="277593"/>
        </a:xfrm>
        <a:custGeom>
          <a:avLst/>
          <a:gdLst/>
          <a:ahLst/>
          <a:cxnLst/>
          <a:rect l="0" t="0" r="0" b="0"/>
          <a:pathLst>
            <a:path>
              <a:moveTo>
                <a:pt x="0" y="0"/>
              </a:moveTo>
              <a:lnTo>
                <a:pt x="0" y="182361"/>
              </a:lnTo>
              <a:lnTo>
                <a:pt x="492950" y="182361"/>
              </a:lnTo>
              <a:lnTo>
                <a:pt x="49295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2C6A11B-9B70-40D9-8C8D-572C9BD7AE4E}">
      <dsp:nvSpPr>
        <dsp:cNvPr id="0" name=""/>
        <dsp:cNvSpPr/>
      </dsp:nvSpPr>
      <dsp:spPr>
        <a:xfrm>
          <a:off x="4904452" y="2326110"/>
          <a:ext cx="612249" cy="277593"/>
        </a:xfrm>
        <a:custGeom>
          <a:avLst/>
          <a:gdLst/>
          <a:ahLst/>
          <a:cxnLst/>
          <a:rect l="0" t="0" r="0" b="0"/>
          <a:pathLst>
            <a:path>
              <a:moveTo>
                <a:pt x="612249" y="0"/>
              </a:moveTo>
              <a:lnTo>
                <a:pt x="612249" y="182361"/>
              </a:lnTo>
              <a:lnTo>
                <a:pt x="0" y="182361"/>
              </a:lnTo>
              <a:lnTo>
                <a:pt x="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4F2F6F5-2F10-40B6-AA4F-89374DC7DDA4}">
      <dsp:nvSpPr>
        <dsp:cNvPr id="0" name=""/>
        <dsp:cNvSpPr/>
      </dsp:nvSpPr>
      <dsp:spPr>
        <a:xfrm>
          <a:off x="5516702" y="1714695"/>
          <a:ext cx="1216479" cy="241527"/>
        </a:xfrm>
        <a:custGeom>
          <a:avLst/>
          <a:gdLst/>
          <a:ahLst/>
          <a:cxnLst/>
          <a:rect l="0" t="0" r="0" b="0"/>
          <a:pathLst>
            <a:path>
              <a:moveTo>
                <a:pt x="1216479" y="0"/>
              </a:moveTo>
              <a:lnTo>
                <a:pt x="1216479" y="146295"/>
              </a:lnTo>
              <a:lnTo>
                <a:pt x="0" y="146295"/>
              </a:lnTo>
              <a:lnTo>
                <a:pt x="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9A4293A-CCDF-4605-9375-0E23224393D2}">
      <dsp:nvSpPr>
        <dsp:cNvPr id="0" name=""/>
        <dsp:cNvSpPr/>
      </dsp:nvSpPr>
      <dsp:spPr>
        <a:xfrm>
          <a:off x="4415164" y="1131954"/>
          <a:ext cx="2318017" cy="212858"/>
        </a:xfrm>
        <a:custGeom>
          <a:avLst/>
          <a:gdLst/>
          <a:ahLst/>
          <a:cxnLst/>
          <a:rect l="0" t="0" r="0" b="0"/>
          <a:pathLst>
            <a:path>
              <a:moveTo>
                <a:pt x="0" y="0"/>
              </a:moveTo>
              <a:lnTo>
                <a:pt x="0" y="117625"/>
              </a:lnTo>
              <a:lnTo>
                <a:pt x="2318017" y="117625"/>
              </a:lnTo>
              <a:lnTo>
                <a:pt x="2318017" y="212858"/>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EC83C07-997F-411C-83D0-4AF509B8D726}">
      <dsp:nvSpPr>
        <dsp:cNvPr id="0" name=""/>
        <dsp:cNvSpPr/>
      </dsp:nvSpPr>
      <dsp:spPr>
        <a:xfrm>
          <a:off x="3273048" y="2328437"/>
          <a:ext cx="535174" cy="289334"/>
        </a:xfrm>
        <a:custGeom>
          <a:avLst/>
          <a:gdLst/>
          <a:ahLst/>
          <a:cxnLst/>
          <a:rect l="0" t="0" r="0" b="0"/>
          <a:pathLst>
            <a:path>
              <a:moveTo>
                <a:pt x="0" y="0"/>
              </a:moveTo>
              <a:lnTo>
                <a:pt x="0" y="194101"/>
              </a:lnTo>
              <a:lnTo>
                <a:pt x="535174" y="194101"/>
              </a:lnTo>
              <a:lnTo>
                <a:pt x="535174"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CAD7ED4-9CE9-44B5-A06F-83640A97E000}">
      <dsp:nvSpPr>
        <dsp:cNvPr id="0" name=""/>
        <dsp:cNvSpPr/>
      </dsp:nvSpPr>
      <dsp:spPr>
        <a:xfrm>
          <a:off x="2764547" y="2328437"/>
          <a:ext cx="508500" cy="289334"/>
        </a:xfrm>
        <a:custGeom>
          <a:avLst/>
          <a:gdLst/>
          <a:ahLst/>
          <a:cxnLst/>
          <a:rect l="0" t="0" r="0" b="0"/>
          <a:pathLst>
            <a:path>
              <a:moveTo>
                <a:pt x="508500" y="0"/>
              </a:moveTo>
              <a:lnTo>
                <a:pt x="508500"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60F6114-039C-4FF6-B510-7851E3824B81}">
      <dsp:nvSpPr>
        <dsp:cNvPr id="0" name=""/>
        <dsp:cNvSpPr/>
      </dsp:nvSpPr>
      <dsp:spPr>
        <a:xfrm>
          <a:off x="2260379" y="1712002"/>
          <a:ext cx="1012668" cy="246556"/>
        </a:xfrm>
        <a:custGeom>
          <a:avLst/>
          <a:gdLst/>
          <a:ahLst/>
          <a:cxnLst/>
          <a:rect l="0" t="0" r="0" b="0"/>
          <a:pathLst>
            <a:path>
              <a:moveTo>
                <a:pt x="0" y="0"/>
              </a:moveTo>
              <a:lnTo>
                <a:pt x="0" y="151324"/>
              </a:lnTo>
              <a:lnTo>
                <a:pt x="1012668" y="151324"/>
              </a:lnTo>
              <a:lnTo>
                <a:pt x="1012668"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CB0A13F-D6E3-7445-ABF9-26FA5708E8F6}">
      <dsp:nvSpPr>
        <dsp:cNvPr id="0" name=""/>
        <dsp:cNvSpPr/>
      </dsp:nvSpPr>
      <dsp:spPr>
        <a:xfrm>
          <a:off x="1116286" y="2328446"/>
          <a:ext cx="443239" cy="289334"/>
        </a:xfrm>
        <a:custGeom>
          <a:avLst/>
          <a:gdLst/>
          <a:ahLst/>
          <a:cxnLst/>
          <a:rect l="0" t="0" r="0" b="0"/>
          <a:pathLst>
            <a:path>
              <a:moveTo>
                <a:pt x="0" y="0"/>
              </a:moveTo>
              <a:lnTo>
                <a:pt x="0" y="194101"/>
              </a:lnTo>
              <a:lnTo>
                <a:pt x="443239" y="194101"/>
              </a:lnTo>
              <a:lnTo>
                <a:pt x="443239"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F8824DE-2158-034D-B611-F074DC4B8EEE}">
      <dsp:nvSpPr>
        <dsp:cNvPr id="0" name=""/>
        <dsp:cNvSpPr/>
      </dsp:nvSpPr>
      <dsp:spPr>
        <a:xfrm>
          <a:off x="521555" y="2328446"/>
          <a:ext cx="594731" cy="289334"/>
        </a:xfrm>
        <a:custGeom>
          <a:avLst/>
          <a:gdLst/>
          <a:ahLst/>
          <a:cxnLst/>
          <a:rect l="0" t="0" r="0" b="0"/>
          <a:pathLst>
            <a:path>
              <a:moveTo>
                <a:pt x="594731" y="0"/>
              </a:moveTo>
              <a:lnTo>
                <a:pt x="594731"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5DAD366-86FC-471A-AE23-7E5DDB26FDDF}">
      <dsp:nvSpPr>
        <dsp:cNvPr id="0" name=""/>
        <dsp:cNvSpPr/>
      </dsp:nvSpPr>
      <dsp:spPr>
        <a:xfrm>
          <a:off x="1116286" y="1712002"/>
          <a:ext cx="1144093" cy="246556"/>
        </a:xfrm>
        <a:custGeom>
          <a:avLst/>
          <a:gdLst/>
          <a:ahLst/>
          <a:cxnLst/>
          <a:rect l="0" t="0" r="0" b="0"/>
          <a:pathLst>
            <a:path>
              <a:moveTo>
                <a:pt x="1144093" y="0"/>
              </a:moveTo>
              <a:lnTo>
                <a:pt x="1144093" y="151324"/>
              </a:lnTo>
              <a:lnTo>
                <a:pt x="0" y="151324"/>
              </a:lnTo>
              <a:lnTo>
                <a:pt x="0"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E66CA23-05B7-4F59-9E5F-7C6D4B8AC726}">
      <dsp:nvSpPr>
        <dsp:cNvPr id="0" name=""/>
        <dsp:cNvSpPr/>
      </dsp:nvSpPr>
      <dsp:spPr>
        <a:xfrm>
          <a:off x="2260379" y="1131954"/>
          <a:ext cx="2154784" cy="210159"/>
        </a:xfrm>
        <a:custGeom>
          <a:avLst/>
          <a:gdLst/>
          <a:ahLst/>
          <a:cxnLst/>
          <a:rect l="0" t="0" r="0" b="0"/>
          <a:pathLst>
            <a:path>
              <a:moveTo>
                <a:pt x="2154784" y="0"/>
              </a:moveTo>
              <a:lnTo>
                <a:pt x="2154784" y="114927"/>
              </a:lnTo>
              <a:lnTo>
                <a:pt x="0" y="114927"/>
              </a:lnTo>
              <a:lnTo>
                <a:pt x="0" y="21015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E0996A0-0378-4E26-9FF4-7FE49368DC91}">
      <dsp:nvSpPr>
        <dsp:cNvPr id="0" name=""/>
        <dsp:cNvSpPr/>
      </dsp:nvSpPr>
      <dsp:spPr>
        <a:xfrm>
          <a:off x="3827394" y="675636"/>
          <a:ext cx="1175540" cy="456317"/>
        </a:xfrm>
        <a:prstGeom prst="rect">
          <a:avLst/>
        </a:prstGeom>
        <a:solidFill>
          <a:schemeClr val="accent1">
            <a:hueOff val="0"/>
            <a:satOff val="0"/>
            <a:lum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altLang="zh-CN" sz="1400" b="1" kern="1200" dirty="0">
              <a:solidFill>
                <a:srgbClr val="7030A0"/>
              </a:solidFill>
            </a:rPr>
            <a:t>128.208.0.0</a:t>
          </a:r>
        </a:p>
        <a:p>
          <a:pPr marL="0" lvl="0" indent="0" algn="ctr" defTabSz="622300">
            <a:lnSpc>
              <a:spcPct val="90000"/>
            </a:lnSpc>
            <a:spcBef>
              <a:spcPct val="0"/>
            </a:spcBef>
            <a:spcAft>
              <a:spcPct val="35000"/>
            </a:spcAft>
            <a:buNone/>
          </a:pPr>
          <a:r>
            <a:rPr lang="en-US" altLang="zh-CN" sz="1400" b="1" kern="1200" dirty="0">
              <a:solidFill>
                <a:srgbClr val="7030A0"/>
              </a:solidFill>
            </a:rPr>
            <a:t>/16</a:t>
          </a:r>
          <a:endParaRPr lang="zh-CN" altLang="en-US" sz="1400" b="1" kern="1200" dirty="0">
            <a:solidFill>
              <a:srgbClr val="7030A0"/>
            </a:solidFill>
          </a:endParaRPr>
        </a:p>
      </dsp:txBody>
      <dsp:txXfrm>
        <a:off x="3827394" y="675636"/>
        <a:ext cx="1175540" cy="456317"/>
      </dsp:txXfrm>
    </dsp:sp>
    <dsp:sp modelId="{C9C57BD3-C69E-4A15-89BF-B1BB546075DD}">
      <dsp:nvSpPr>
        <dsp:cNvPr id="0" name=""/>
        <dsp:cNvSpPr/>
      </dsp:nvSpPr>
      <dsp:spPr>
        <a:xfrm>
          <a:off x="1746455" y="1342114"/>
          <a:ext cx="1027848" cy="369887"/>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7030A0"/>
              </a:solidFill>
            </a:rPr>
            <a:t>128.208.0.0</a:t>
          </a:r>
        </a:p>
        <a:p>
          <a:pPr marL="0" lvl="0" indent="0" algn="ctr" defTabSz="533400">
            <a:lnSpc>
              <a:spcPct val="90000"/>
            </a:lnSpc>
            <a:spcBef>
              <a:spcPct val="0"/>
            </a:spcBef>
            <a:spcAft>
              <a:spcPct val="35000"/>
            </a:spcAft>
            <a:buNone/>
          </a:pPr>
          <a:r>
            <a:rPr lang="en-US" altLang="zh-CN" sz="1200" b="1" kern="1200" dirty="0">
              <a:solidFill>
                <a:srgbClr val="7030A0"/>
              </a:solidFill>
            </a:rPr>
            <a:t>/17</a:t>
          </a:r>
          <a:endParaRPr lang="zh-CN" altLang="en-US" sz="1200" b="1" kern="1200" dirty="0">
            <a:solidFill>
              <a:srgbClr val="7030A0"/>
            </a:solidFill>
          </a:endParaRPr>
        </a:p>
      </dsp:txBody>
      <dsp:txXfrm>
        <a:off x="1746455" y="1342114"/>
        <a:ext cx="1027848" cy="369887"/>
      </dsp:txXfrm>
    </dsp:sp>
    <dsp:sp modelId="{790233F9-F640-4D60-85EF-39A820CE420E}">
      <dsp:nvSpPr>
        <dsp:cNvPr id="0" name=""/>
        <dsp:cNvSpPr/>
      </dsp:nvSpPr>
      <dsp:spPr>
        <a:xfrm>
          <a:off x="709417" y="1958558"/>
          <a:ext cx="813738"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C00000"/>
              </a:solidFill>
            </a:rPr>
            <a:t>128.208.0.0</a:t>
          </a:r>
        </a:p>
        <a:p>
          <a:pPr marL="0" lvl="0" indent="0" algn="ctr" defTabSz="488950">
            <a:lnSpc>
              <a:spcPct val="90000"/>
            </a:lnSpc>
            <a:spcBef>
              <a:spcPct val="0"/>
            </a:spcBef>
            <a:spcAft>
              <a:spcPct val="35000"/>
            </a:spcAft>
            <a:buNone/>
          </a:pPr>
          <a:r>
            <a:rPr lang="en-US" altLang="zh-CN" sz="1100" b="1" kern="1200" dirty="0">
              <a:solidFill>
                <a:srgbClr val="C00000"/>
              </a:solidFill>
            </a:rPr>
            <a:t>/18</a:t>
          </a:r>
          <a:endParaRPr lang="zh-CN" altLang="en-US" sz="1100" b="1" kern="1200" dirty="0">
            <a:solidFill>
              <a:srgbClr val="C00000"/>
            </a:solidFill>
          </a:endParaRPr>
        </a:p>
      </dsp:txBody>
      <dsp:txXfrm>
        <a:off x="709417" y="1958558"/>
        <a:ext cx="813738" cy="369887"/>
      </dsp:txXfrm>
    </dsp:sp>
    <dsp:sp modelId="{EB1B3236-0CB0-2740-B310-B6007BEECF27}">
      <dsp:nvSpPr>
        <dsp:cNvPr id="0" name=""/>
        <dsp:cNvSpPr/>
      </dsp:nvSpPr>
      <dsp:spPr>
        <a:xfrm>
          <a:off x="97589" y="2617780"/>
          <a:ext cx="84793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128.208.0.0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97589" y="2617780"/>
        <a:ext cx="847931" cy="339703"/>
      </dsp:txXfrm>
    </dsp:sp>
    <dsp:sp modelId="{EE747275-D077-2E4C-81E1-268F8FA1C897}">
      <dsp:nvSpPr>
        <dsp:cNvPr id="0" name=""/>
        <dsp:cNvSpPr/>
      </dsp:nvSpPr>
      <dsp:spPr>
        <a:xfrm>
          <a:off x="1044834" y="2617780"/>
          <a:ext cx="102938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128.208.32.0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1044834" y="2617780"/>
        <a:ext cx="1029381" cy="339703"/>
      </dsp:txXfrm>
    </dsp:sp>
    <dsp:sp modelId="{C883432D-F1A6-4C7C-BFCB-A24FB5184031}">
      <dsp:nvSpPr>
        <dsp:cNvPr id="0" name=""/>
        <dsp:cNvSpPr/>
      </dsp:nvSpPr>
      <dsp:spPr>
        <a:xfrm>
          <a:off x="2837205" y="1958558"/>
          <a:ext cx="871685" cy="369878"/>
        </a:xfrm>
        <a:prstGeom prst="rect">
          <a:avLst/>
        </a:prstGeom>
        <a:solidFill>
          <a:srgbClr val="FFFF00"/>
        </a:solidFill>
        <a:ln w="25400" cap="flat" cmpd="sng" algn="ctr">
          <a:solidFill>
            <a:schemeClr val="bg2"/>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128.208.64.0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2837205" y="1958558"/>
        <a:ext cx="871685" cy="369878"/>
      </dsp:txXfrm>
    </dsp:sp>
    <dsp:sp modelId="{1FC4F5C3-6EC1-491E-839F-22E805B01F0E}">
      <dsp:nvSpPr>
        <dsp:cNvPr id="0" name=""/>
        <dsp:cNvSpPr/>
      </dsp:nvSpPr>
      <dsp:spPr>
        <a:xfrm>
          <a:off x="2310356" y="2617771"/>
          <a:ext cx="908381" cy="341585"/>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128.208.64.0</a:t>
          </a:r>
          <a:br>
            <a:rPr lang="en-US" altLang="zh-CN" sz="1050" b="1" kern="1200" dirty="0">
              <a:solidFill>
                <a:schemeClr val="bg1"/>
              </a:solidFill>
            </a:rPr>
          </a:br>
          <a:r>
            <a:rPr lang="en-US" altLang="zh-CN" sz="1050" b="1" kern="1200" dirty="0">
              <a:solidFill>
                <a:schemeClr val="bg1"/>
              </a:solidFill>
            </a:rPr>
            <a:t>/19</a:t>
          </a:r>
          <a:endParaRPr lang="zh-CN" altLang="en-US" sz="1050" b="1" kern="1200" dirty="0">
            <a:solidFill>
              <a:schemeClr val="bg1"/>
            </a:solidFill>
          </a:endParaRPr>
        </a:p>
      </dsp:txBody>
      <dsp:txXfrm>
        <a:off x="2310356" y="2617771"/>
        <a:ext cx="908381" cy="341585"/>
      </dsp:txXfrm>
    </dsp:sp>
    <dsp:sp modelId="{EEF9BD34-5B6F-429A-84F4-9560BCA1B675}">
      <dsp:nvSpPr>
        <dsp:cNvPr id="0" name=""/>
        <dsp:cNvSpPr/>
      </dsp:nvSpPr>
      <dsp:spPr>
        <a:xfrm>
          <a:off x="3382864" y="2617771"/>
          <a:ext cx="850716" cy="34541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FF0000"/>
              </a:solidFill>
            </a:rPr>
            <a:t>128.208.96.0</a:t>
          </a:r>
          <a:br>
            <a:rPr lang="en-US" altLang="zh-CN" sz="1100" b="1" kern="1200" dirty="0">
              <a:solidFill>
                <a:srgbClr val="FF0000"/>
              </a:solidFill>
            </a:rPr>
          </a:br>
          <a:r>
            <a:rPr lang="en-US" altLang="zh-CN" sz="1100" b="1" kern="1200" dirty="0">
              <a:solidFill>
                <a:srgbClr val="FF0000"/>
              </a:solidFill>
            </a:rPr>
            <a:t>/19</a:t>
          </a:r>
          <a:endParaRPr lang="zh-CN" altLang="en-US" sz="1100" b="1" kern="1200" dirty="0">
            <a:solidFill>
              <a:srgbClr val="FF0000"/>
            </a:solidFill>
          </a:endParaRPr>
        </a:p>
      </dsp:txBody>
      <dsp:txXfrm>
        <a:off x="3382864" y="2617771"/>
        <a:ext cx="850716" cy="345412"/>
      </dsp:txXfrm>
    </dsp:sp>
    <dsp:sp modelId="{1F428A18-CE33-405D-A2A0-CCEDD85C745D}">
      <dsp:nvSpPr>
        <dsp:cNvPr id="0" name=""/>
        <dsp:cNvSpPr/>
      </dsp:nvSpPr>
      <dsp:spPr>
        <a:xfrm>
          <a:off x="6162902" y="1344812"/>
          <a:ext cx="1140558" cy="369882"/>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C00000"/>
              </a:solidFill>
            </a:rPr>
            <a:t>128.208.128.0</a:t>
          </a:r>
          <a:br>
            <a:rPr lang="en-US" altLang="zh-CN" sz="1200" b="1" kern="1200" dirty="0">
              <a:solidFill>
                <a:srgbClr val="C00000"/>
              </a:solidFill>
            </a:rPr>
          </a:br>
          <a:r>
            <a:rPr lang="en-US" altLang="zh-CN" sz="1200" b="1" kern="1200" dirty="0">
              <a:solidFill>
                <a:srgbClr val="C00000"/>
              </a:solidFill>
            </a:rPr>
            <a:t>/17</a:t>
          </a:r>
          <a:endParaRPr lang="zh-CN" altLang="en-US" sz="1200" b="1" kern="1200" dirty="0">
            <a:solidFill>
              <a:srgbClr val="C00000"/>
            </a:solidFill>
          </a:endParaRPr>
        </a:p>
      </dsp:txBody>
      <dsp:txXfrm>
        <a:off x="6162902" y="1344812"/>
        <a:ext cx="1140558" cy="369882"/>
      </dsp:txXfrm>
    </dsp:sp>
    <dsp:sp modelId="{1E69C55F-803A-49DE-83D1-50AAE6439979}">
      <dsp:nvSpPr>
        <dsp:cNvPr id="0" name=""/>
        <dsp:cNvSpPr/>
      </dsp:nvSpPr>
      <dsp:spPr>
        <a:xfrm>
          <a:off x="5023987" y="1956223"/>
          <a:ext cx="985429"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128.208.128.0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5023987" y="1956223"/>
        <a:ext cx="985429" cy="369887"/>
      </dsp:txXfrm>
    </dsp:sp>
    <dsp:sp modelId="{0602FB54-DDF6-4A6B-9A19-495BCD9DF535}">
      <dsp:nvSpPr>
        <dsp:cNvPr id="0" name=""/>
        <dsp:cNvSpPr/>
      </dsp:nvSpPr>
      <dsp:spPr>
        <a:xfrm>
          <a:off x="4451862" y="2603704"/>
          <a:ext cx="905180" cy="34736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.128.0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4451862" y="2603704"/>
        <a:ext cx="905180" cy="347362"/>
      </dsp:txXfrm>
    </dsp:sp>
    <dsp:sp modelId="{BDF24745-6116-4FCD-B7F0-ACFD1C0C7F47}">
      <dsp:nvSpPr>
        <dsp:cNvPr id="0" name=""/>
        <dsp:cNvSpPr/>
      </dsp:nvSpPr>
      <dsp:spPr>
        <a:xfrm>
          <a:off x="5485271" y="2603704"/>
          <a:ext cx="1048763" cy="3521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160.0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5485271" y="2603704"/>
        <a:ext cx="1048763" cy="352128"/>
      </dsp:txXfrm>
    </dsp:sp>
    <dsp:sp modelId="{10ED3A20-C88B-480A-99FD-42F65F0A4E2C}">
      <dsp:nvSpPr>
        <dsp:cNvPr id="0" name=""/>
        <dsp:cNvSpPr/>
      </dsp:nvSpPr>
      <dsp:spPr>
        <a:xfrm>
          <a:off x="7178069" y="1956223"/>
          <a:ext cx="988086" cy="369878"/>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128.208.192.0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7178069" y="1956223"/>
        <a:ext cx="988086" cy="369878"/>
      </dsp:txXfrm>
    </dsp:sp>
    <dsp:sp modelId="{3A517E6B-876C-4806-84DC-F1040FD277AA}">
      <dsp:nvSpPr>
        <dsp:cNvPr id="0" name=""/>
        <dsp:cNvSpPr/>
      </dsp:nvSpPr>
      <dsp:spPr>
        <a:xfrm>
          <a:off x="6641302" y="2624369"/>
          <a:ext cx="920018" cy="358727"/>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.192.0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6641302" y="2624369"/>
        <a:ext cx="920018" cy="358727"/>
      </dsp:txXfrm>
    </dsp:sp>
    <dsp:sp modelId="{EB88273D-F0FD-44ED-8C77-DF80D8EA9BA9}">
      <dsp:nvSpPr>
        <dsp:cNvPr id="0" name=""/>
        <dsp:cNvSpPr/>
      </dsp:nvSpPr>
      <dsp:spPr>
        <a:xfrm>
          <a:off x="7763286" y="2624369"/>
          <a:ext cx="949358" cy="3659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.224.0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7763286" y="2624369"/>
        <a:ext cx="949358" cy="36592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A9624B-767E-484C-88E4-CD0F64FE0ED0}">
      <dsp:nvSpPr>
        <dsp:cNvPr id="0" name=""/>
        <dsp:cNvSpPr/>
      </dsp:nvSpPr>
      <dsp:spPr>
        <a:xfrm>
          <a:off x="4395671" y="3936588"/>
          <a:ext cx="94010" cy="118533"/>
        </a:xfrm>
        <a:custGeom>
          <a:avLst/>
          <a:gdLst/>
          <a:ahLst/>
          <a:cxnLst/>
          <a:rect l="0" t="0" r="0" b="0"/>
          <a:pathLst>
            <a:path>
              <a:moveTo>
                <a:pt x="0" y="0"/>
              </a:moveTo>
              <a:lnTo>
                <a:pt x="32112" y="0"/>
              </a:lnTo>
              <a:lnTo>
                <a:pt x="32112" y="118533"/>
              </a:lnTo>
              <a:lnTo>
                <a:pt x="94010" y="11853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12FD544-88AC-4B31-8DA2-DBB85C635BE4}">
      <dsp:nvSpPr>
        <dsp:cNvPr id="0" name=""/>
        <dsp:cNvSpPr/>
      </dsp:nvSpPr>
      <dsp:spPr>
        <a:xfrm>
          <a:off x="4395671" y="3815720"/>
          <a:ext cx="123795" cy="120868"/>
        </a:xfrm>
        <a:custGeom>
          <a:avLst/>
          <a:gdLst/>
          <a:ahLst/>
          <a:cxnLst/>
          <a:rect l="0" t="0" r="0" b="0"/>
          <a:pathLst>
            <a:path>
              <a:moveTo>
                <a:pt x="0" y="120868"/>
              </a:moveTo>
              <a:lnTo>
                <a:pt x="61897" y="1208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53EB37-C534-4E48-988C-9B2F6A6809AB}">
      <dsp:nvSpPr>
        <dsp:cNvPr id="0" name=""/>
        <dsp:cNvSpPr/>
      </dsp:nvSpPr>
      <dsp:spPr>
        <a:xfrm>
          <a:off x="2964710" y="3595914"/>
          <a:ext cx="123795" cy="340673"/>
        </a:xfrm>
        <a:custGeom>
          <a:avLst/>
          <a:gdLst/>
          <a:ahLst/>
          <a:cxnLst/>
          <a:rect l="0" t="0" r="0" b="0"/>
          <a:pathLst>
            <a:path>
              <a:moveTo>
                <a:pt x="0" y="0"/>
              </a:moveTo>
              <a:lnTo>
                <a:pt x="61897" y="0"/>
              </a:lnTo>
              <a:lnTo>
                <a:pt x="61897" y="340673"/>
              </a:lnTo>
              <a:lnTo>
                <a:pt x="123795" y="34067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1F2730A-B800-459E-84B5-7384B7D15634}">
      <dsp:nvSpPr>
        <dsp:cNvPr id="0" name=""/>
        <dsp:cNvSpPr/>
      </dsp:nvSpPr>
      <dsp:spPr>
        <a:xfrm>
          <a:off x="4280331" y="3327416"/>
          <a:ext cx="123795" cy="204935"/>
        </a:xfrm>
        <a:custGeom>
          <a:avLst/>
          <a:gdLst/>
          <a:ahLst/>
          <a:cxnLst/>
          <a:rect l="0" t="0" r="0" b="0"/>
          <a:pathLst>
            <a:path>
              <a:moveTo>
                <a:pt x="0" y="0"/>
              </a:moveTo>
              <a:lnTo>
                <a:pt x="61897" y="0"/>
              </a:lnTo>
              <a:lnTo>
                <a:pt x="61897" y="204935"/>
              </a:lnTo>
              <a:lnTo>
                <a:pt x="123795" y="20493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4FC8065-EE6B-47D1-ACAF-B6046BFC54E8}">
      <dsp:nvSpPr>
        <dsp:cNvPr id="0" name=""/>
        <dsp:cNvSpPr/>
      </dsp:nvSpPr>
      <dsp:spPr>
        <a:xfrm>
          <a:off x="4280331" y="3162582"/>
          <a:ext cx="123795" cy="164834"/>
        </a:xfrm>
        <a:custGeom>
          <a:avLst/>
          <a:gdLst/>
          <a:ahLst/>
          <a:cxnLst/>
          <a:rect l="0" t="0" r="0" b="0"/>
          <a:pathLst>
            <a:path>
              <a:moveTo>
                <a:pt x="0" y="164834"/>
              </a:moveTo>
              <a:lnTo>
                <a:pt x="61897" y="164834"/>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DA061D-6ECF-4C76-B248-6B6BA87B8956}">
      <dsp:nvSpPr>
        <dsp:cNvPr id="0" name=""/>
        <dsp:cNvSpPr/>
      </dsp:nvSpPr>
      <dsp:spPr>
        <a:xfrm>
          <a:off x="2964710" y="3327416"/>
          <a:ext cx="123795" cy="268498"/>
        </a:xfrm>
        <a:custGeom>
          <a:avLst/>
          <a:gdLst/>
          <a:ahLst/>
          <a:cxnLst/>
          <a:rect l="0" t="0" r="0" b="0"/>
          <a:pathLst>
            <a:path>
              <a:moveTo>
                <a:pt x="0" y="268498"/>
              </a:moveTo>
              <a:lnTo>
                <a:pt x="61897" y="26849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FC341BA-A1C1-45EF-8DCB-18AD9C5E9989}">
      <dsp:nvSpPr>
        <dsp:cNvPr id="0" name=""/>
        <dsp:cNvSpPr/>
      </dsp:nvSpPr>
      <dsp:spPr>
        <a:xfrm>
          <a:off x="1628749" y="2533709"/>
          <a:ext cx="123795" cy="1062204"/>
        </a:xfrm>
        <a:custGeom>
          <a:avLst/>
          <a:gdLst/>
          <a:ahLst/>
          <a:cxnLst/>
          <a:rect l="0" t="0" r="0" b="0"/>
          <a:pathLst>
            <a:path>
              <a:moveTo>
                <a:pt x="0" y="0"/>
              </a:moveTo>
              <a:lnTo>
                <a:pt x="61897" y="0"/>
              </a:lnTo>
              <a:lnTo>
                <a:pt x="61897" y="1062204"/>
              </a:lnTo>
              <a:lnTo>
                <a:pt x="123795" y="1062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26F0DC0-F0FC-469E-8985-6EB3765A3698}">
      <dsp:nvSpPr>
        <dsp:cNvPr id="0" name=""/>
        <dsp:cNvSpPr/>
      </dsp:nvSpPr>
      <dsp:spPr>
        <a:xfrm>
          <a:off x="5394988" y="2567790"/>
          <a:ext cx="123795" cy="215585"/>
        </a:xfrm>
        <a:custGeom>
          <a:avLst/>
          <a:gdLst/>
          <a:ahLst/>
          <a:cxnLst/>
          <a:rect l="0" t="0" r="0" b="0"/>
          <a:pathLst>
            <a:path>
              <a:moveTo>
                <a:pt x="0" y="0"/>
              </a:moveTo>
              <a:lnTo>
                <a:pt x="61897" y="0"/>
              </a:lnTo>
              <a:lnTo>
                <a:pt x="61897" y="215585"/>
              </a:lnTo>
              <a:lnTo>
                <a:pt x="123795" y="21558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A9545BB-F1A8-4E5E-B48A-3532FDC7CE1E}">
      <dsp:nvSpPr>
        <dsp:cNvPr id="0" name=""/>
        <dsp:cNvSpPr/>
      </dsp:nvSpPr>
      <dsp:spPr>
        <a:xfrm>
          <a:off x="5394988" y="2388764"/>
          <a:ext cx="166802" cy="179025"/>
        </a:xfrm>
        <a:custGeom>
          <a:avLst/>
          <a:gdLst/>
          <a:ahLst/>
          <a:cxnLst/>
          <a:rect l="0" t="0" r="0" b="0"/>
          <a:pathLst>
            <a:path>
              <a:moveTo>
                <a:pt x="0" y="179025"/>
              </a:moveTo>
              <a:lnTo>
                <a:pt x="104904" y="179025"/>
              </a:lnTo>
              <a:lnTo>
                <a:pt x="104904" y="0"/>
              </a:lnTo>
              <a:lnTo>
                <a:pt x="166802"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D296687-8D97-46F0-A2E9-C7E46B6F049F}">
      <dsp:nvSpPr>
        <dsp:cNvPr id="0" name=""/>
        <dsp:cNvSpPr/>
      </dsp:nvSpPr>
      <dsp:spPr>
        <a:xfrm>
          <a:off x="4086826" y="2165416"/>
          <a:ext cx="123795" cy="402374"/>
        </a:xfrm>
        <a:custGeom>
          <a:avLst/>
          <a:gdLst/>
          <a:ahLst/>
          <a:cxnLst/>
          <a:rect l="0" t="0" r="0" b="0"/>
          <a:pathLst>
            <a:path>
              <a:moveTo>
                <a:pt x="0" y="0"/>
              </a:moveTo>
              <a:lnTo>
                <a:pt x="61897" y="0"/>
              </a:lnTo>
              <a:lnTo>
                <a:pt x="61897" y="402374"/>
              </a:lnTo>
              <a:lnTo>
                <a:pt x="123795" y="40237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877E8DF-498B-4E99-A9FE-F50492BDBD87}">
      <dsp:nvSpPr>
        <dsp:cNvPr id="0" name=""/>
        <dsp:cNvSpPr/>
      </dsp:nvSpPr>
      <dsp:spPr>
        <a:xfrm>
          <a:off x="5294373" y="1797586"/>
          <a:ext cx="123795" cy="158379"/>
        </a:xfrm>
        <a:custGeom>
          <a:avLst/>
          <a:gdLst/>
          <a:ahLst/>
          <a:cxnLst/>
          <a:rect l="0" t="0" r="0" b="0"/>
          <a:pathLst>
            <a:path>
              <a:moveTo>
                <a:pt x="0" y="0"/>
              </a:moveTo>
              <a:lnTo>
                <a:pt x="61897" y="0"/>
              </a:lnTo>
              <a:lnTo>
                <a:pt x="61897" y="158379"/>
              </a:lnTo>
              <a:lnTo>
                <a:pt x="123795" y="158379"/>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C54B210-E58D-4291-8011-F575F7449094}">
      <dsp:nvSpPr>
        <dsp:cNvPr id="0" name=""/>
        <dsp:cNvSpPr/>
      </dsp:nvSpPr>
      <dsp:spPr>
        <a:xfrm>
          <a:off x="5294373" y="1575618"/>
          <a:ext cx="123795" cy="221968"/>
        </a:xfrm>
        <a:custGeom>
          <a:avLst/>
          <a:gdLst/>
          <a:ahLst/>
          <a:cxnLst/>
          <a:rect l="0" t="0" r="0" b="0"/>
          <a:pathLst>
            <a:path>
              <a:moveTo>
                <a:pt x="0" y="221968"/>
              </a:moveTo>
              <a:lnTo>
                <a:pt x="61897" y="2219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361E23B-883A-4612-942F-B1EC01A9D52E}">
      <dsp:nvSpPr>
        <dsp:cNvPr id="0" name=""/>
        <dsp:cNvSpPr/>
      </dsp:nvSpPr>
      <dsp:spPr>
        <a:xfrm>
          <a:off x="4086826" y="1797586"/>
          <a:ext cx="123795" cy="367829"/>
        </a:xfrm>
        <a:custGeom>
          <a:avLst/>
          <a:gdLst/>
          <a:ahLst/>
          <a:cxnLst/>
          <a:rect l="0" t="0" r="0" b="0"/>
          <a:pathLst>
            <a:path>
              <a:moveTo>
                <a:pt x="0" y="367829"/>
              </a:moveTo>
              <a:lnTo>
                <a:pt x="61897" y="367829"/>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82CBE3E-7807-4210-AA93-00FD98B55976}">
      <dsp:nvSpPr>
        <dsp:cNvPr id="0" name=""/>
        <dsp:cNvSpPr/>
      </dsp:nvSpPr>
      <dsp:spPr>
        <a:xfrm>
          <a:off x="2903456" y="1470587"/>
          <a:ext cx="123795" cy="694828"/>
        </a:xfrm>
        <a:custGeom>
          <a:avLst/>
          <a:gdLst/>
          <a:ahLst/>
          <a:cxnLst/>
          <a:rect l="0" t="0" r="0" b="0"/>
          <a:pathLst>
            <a:path>
              <a:moveTo>
                <a:pt x="0" y="0"/>
              </a:moveTo>
              <a:lnTo>
                <a:pt x="61897" y="0"/>
              </a:lnTo>
              <a:lnTo>
                <a:pt x="61897" y="694828"/>
              </a:lnTo>
              <a:lnTo>
                <a:pt x="123795" y="69482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F5852C4-2008-49B2-B519-D8F383E8E245}">
      <dsp:nvSpPr>
        <dsp:cNvPr id="0" name=""/>
        <dsp:cNvSpPr/>
      </dsp:nvSpPr>
      <dsp:spPr>
        <a:xfrm>
          <a:off x="5448010" y="1044568"/>
          <a:ext cx="123795" cy="196653"/>
        </a:xfrm>
        <a:custGeom>
          <a:avLst/>
          <a:gdLst/>
          <a:ahLst/>
          <a:cxnLst/>
          <a:rect l="0" t="0" r="0" b="0"/>
          <a:pathLst>
            <a:path>
              <a:moveTo>
                <a:pt x="0" y="0"/>
              </a:moveTo>
              <a:lnTo>
                <a:pt x="61897" y="0"/>
              </a:lnTo>
              <a:lnTo>
                <a:pt x="61897" y="196653"/>
              </a:lnTo>
              <a:lnTo>
                <a:pt x="123795" y="19665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4701A19-BB1D-4CAD-B4C6-647E292431AE}">
      <dsp:nvSpPr>
        <dsp:cNvPr id="0" name=""/>
        <dsp:cNvSpPr/>
      </dsp:nvSpPr>
      <dsp:spPr>
        <a:xfrm>
          <a:off x="5448010" y="868550"/>
          <a:ext cx="123795" cy="176017"/>
        </a:xfrm>
        <a:custGeom>
          <a:avLst/>
          <a:gdLst/>
          <a:ahLst/>
          <a:cxnLst/>
          <a:rect l="0" t="0" r="0" b="0"/>
          <a:pathLst>
            <a:path>
              <a:moveTo>
                <a:pt x="0" y="176017"/>
              </a:moveTo>
              <a:lnTo>
                <a:pt x="61897" y="1760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DB16164-60B8-4C87-8F24-DD978669499A}">
      <dsp:nvSpPr>
        <dsp:cNvPr id="0" name=""/>
        <dsp:cNvSpPr/>
      </dsp:nvSpPr>
      <dsp:spPr>
        <a:xfrm>
          <a:off x="4234737" y="704769"/>
          <a:ext cx="123795" cy="339798"/>
        </a:xfrm>
        <a:custGeom>
          <a:avLst/>
          <a:gdLst/>
          <a:ahLst/>
          <a:cxnLst/>
          <a:rect l="0" t="0" r="0" b="0"/>
          <a:pathLst>
            <a:path>
              <a:moveTo>
                <a:pt x="0" y="0"/>
              </a:moveTo>
              <a:lnTo>
                <a:pt x="61897" y="0"/>
              </a:lnTo>
              <a:lnTo>
                <a:pt x="61897" y="339798"/>
              </a:lnTo>
              <a:lnTo>
                <a:pt x="123795" y="33979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B5D6AAB-F3C3-4C54-B7C0-0AB9D86275FC}">
      <dsp:nvSpPr>
        <dsp:cNvPr id="0" name=""/>
        <dsp:cNvSpPr/>
      </dsp:nvSpPr>
      <dsp:spPr>
        <a:xfrm>
          <a:off x="6875146" y="530774"/>
          <a:ext cx="123795" cy="259005"/>
        </a:xfrm>
        <a:custGeom>
          <a:avLst/>
          <a:gdLst/>
          <a:ahLst/>
          <a:cxnLst/>
          <a:rect l="0" t="0" r="0" b="0"/>
          <a:pathLst>
            <a:path>
              <a:moveTo>
                <a:pt x="0" y="0"/>
              </a:moveTo>
              <a:lnTo>
                <a:pt x="61897" y="0"/>
              </a:lnTo>
              <a:lnTo>
                <a:pt x="61897" y="259005"/>
              </a:lnTo>
              <a:lnTo>
                <a:pt x="123795" y="25900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F2E0187-96D6-497A-A5F3-BB58A91C2CE2}">
      <dsp:nvSpPr>
        <dsp:cNvPr id="0" name=""/>
        <dsp:cNvSpPr/>
      </dsp:nvSpPr>
      <dsp:spPr>
        <a:xfrm>
          <a:off x="6875146" y="301101"/>
          <a:ext cx="123795" cy="229672"/>
        </a:xfrm>
        <a:custGeom>
          <a:avLst/>
          <a:gdLst/>
          <a:ahLst/>
          <a:cxnLst/>
          <a:rect l="0" t="0" r="0" b="0"/>
          <a:pathLst>
            <a:path>
              <a:moveTo>
                <a:pt x="0" y="229672"/>
              </a:moveTo>
              <a:lnTo>
                <a:pt x="61897" y="229672"/>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B537197-DE4E-4E8C-B802-DE3D4EBBAAF4}">
      <dsp:nvSpPr>
        <dsp:cNvPr id="0" name=""/>
        <dsp:cNvSpPr/>
      </dsp:nvSpPr>
      <dsp:spPr>
        <a:xfrm>
          <a:off x="5358852" y="317573"/>
          <a:ext cx="123795" cy="213200"/>
        </a:xfrm>
        <a:custGeom>
          <a:avLst/>
          <a:gdLst/>
          <a:ahLst/>
          <a:cxnLst/>
          <a:rect l="0" t="0" r="0" b="0"/>
          <a:pathLst>
            <a:path>
              <a:moveTo>
                <a:pt x="0" y="0"/>
              </a:moveTo>
              <a:lnTo>
                <a:pt x="61897" y="0"/>
              </a:lnTo>
              <a:lnTo>
                <a:pt x="61897" y="213200"/>
              </a:lnTo>
              <a:lnTo>
                <a:pt x="123795" y="21320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0FB7117-4B67-4734-A982-470643E0DD29}">
      <dsp:nvSpPr>
        <dsp:cNvPr id="0" name=""/>
        <dsp:cNvSpPr/>
      </dsp:nvSpPr>
      <dsp:spPr>
        <a:xfrm>
          <a:off x="5358852" y="176449"/>
          <a:ext cx="123795" cy="141123"/>
        </a:xfrm>
        <a:custGeom>
          <a:avLst/>
          <a:gdLst/>
          <a:ahLst/>
          <a:cxnLst/>
          <a:rect l="0" t="0" r="0" b="0"/>
          <a:pathLst>
            <a:path>
              <a:moveTo>
                <a:pt x="0" y="141123"/>
              </a:moveTo>
              <a:lnTo>
                <a:pt x="61897" y="141123"/>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25CB52F-0E91-408C-B245-CC9EECDF3F6D}">
      <dsp:nvSpPr>
        <dsp:cNvPr id="0" name=""/>
        <dsp:cNvSpPr/>
      </dsp:nvSpPr>
      <dsp:spPr>
        <a:xfrm>
          <a:off x="4234737" y="317573"/>
          <a:ext cx="123795" cy="387196"/>
        </a:xfrm>
        <a:custGeom>
          <a:avLst/>
          <a:gdLst/>
          <a:ahLst/>
          <a:cxnLst/>
          <a:rect l="0" t="0" r="0" b="0"/>
          <a:pathLst>
            <a:path>
              <a:moveTo>
                <a:pt x="0" y="387196"/>
              </a:moveTo>
              <a:lnTo>
                <a:pt x="61897" y="387196"/>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950EEE6-64D8-415F-8140-44DE3047EC79}">
      <dsp:nvSpPr>
        <dsp:cNvPr id="0" name=""/>
        <dsp:cNvSpPr/>
      </dsp:nvSpPr>
      <dsp:spPr>
        <a:xfrm>
          <a:off x="2903456" y="704769"/>
          <a:ext cx="123795" cy="765817"/>
        </a:xfrm>
        <a:custGeom>
          <a:avLst/>
          <a:gdLst/>
          <a:ahLst/>
          <a:cxnLst/>
          <a:rect l="0" t="0" r="0" b="0"/>
          <a:pathLst>
            <a:path>
              <a:moveTo>
                <a:pt x="0" y="765817"/>
              </a:moveTo>
              <a:lnTo>
                <a:pt x="61897" y="7658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FFE20FF-4A8F-4EF1-83E9-FC64B5C8BE9C}">
      <dsp:nvSpPr>
        <dsp:cNvPr id="0" name=""/>
        <dsp:cNvSpPr/>
      </dsp:nvSpPr>
      <dsp:spPr>
        <a:xfrm>
          <a:off x="1628749" y="1470587"/>
          <a:ext cx="123795" cy="1063122"/>
        </a:xfrm>
        <a:custGeom>
          <a:avLst/>
          <a:gdLst/>
          <a:ahLst/>
          <a:cxnLst/>
          <a:rect l="0" t="0" r="0" b="0"/>
          <a:pathLst>
            <a:path>
              <a:moveTo>
                <a:pt x="0" y="1063122"/>
              </a:moveTo>
              <a:lnTo>
                <a:pt x="61897" y="1063122"/>
              </a:lnTo>
              <a:lnTo>
                <a:pt x="61897" y="0"/>
              </a:lnTo>
              <a:lnTo>
                <a:pt x="123795"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BF87729-BBBD-440F-BF4B-3AFF6D2C9F03}">
      <dsp:nvSpPr>
        <dsp:cNvPr id="0" name=""/>
        <dsp:cNvSpPr/>
      </dsp:nvSpPr>
      <dsp:spPr>
        <a:xfrm>
          <a:off x="354680" y="2424287"/>
          <a:ext cx="1274068" cy="21884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202.112.112.0/20</a:t>
          </a:r>
          <a:endParaRPr lang="zh-CN" altLang="en-US" sz="1050" b="0" kern="1200" dirty="0">
            <a:solidFill>
              <a:srgbClr val="C00000"/>
            </a:solidFill>
          </a:endParaRPr>
        </a:p>
      </dsp:txBody>
      <dsp:txXfrm>
        <a:off x="354680" y="2424287"/>
        <a:ext cx="1274068" cy="218845"/>
      </dsp:txXfrm>
    </dsp:sp>
    <dsp:sp modelId="{EAAEFF29-1D1F-4362-AF1C-6CA992C39791}">
      <dsp:nvSpPr>
        <dsp:cNvPr id="0" name=""/>
        <dsp:cNvSpPr/>
      </dsp:nvSpPr>
      <dsp:spPr>
        <a:xfrm>
          <a:off x="1752545" y="1314320"/>
          <a:ext cx="1150910" cy="312533"/>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202.112.112.0/21</a:t>
          </a:r>
          <a:endParaRPr lang="zh-CN" altLang="en-US" sz="1050" b="0" kern="1200" dirty="0">
            <a:solidFill>
              <a:srgbClr val="C00000"/>
            </a:solidFill>
          </a:endParaRPr>
        </a:p>
      </dsp:txBody>
      <dsp:txXfrm>
        <a:off x="1752545" y="1314320"/>
        <a:ext cx="1150910" cy="312533"/>
      </dsp:txXfrm>
    </dsp:sp>
    <dsp:sp modelId="{7A9E8113-D794-4340-9662-0ADFADD33877}">
      <dsp:nvSpPr>
        <dsp:cNvPr id="0" name=""/>
        <dsp:cNvSpPr/>
      </dsp:nvSpPr>
      <dsp:spPr>
        <a:xfrm>
          <a:off x="3027251" y="611150"/>
          <a:ext cx="1207485" cy="18723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202.112.112.0/22</a:t>
          </a:r>
          <a:endParaRPr lang="zh-CN" altLang="en-US" sz="1050" b="0" kern="1200" dirty="0">
            <a:solidFill>
              <a:srgbClr val="C00000"/>
            </a:solidFill>
          </a:endParaRPr>
        </a:p>
      </dsp:txBody>
      <dsp:txXfrm>
        <a:off x="3027251" y="611150"/>
        <a:ext cx="1207485" cy="187238"/>
      </dsp:txXfrm>
    </dsp:sp>
    <dsp:sp modelId="{7F1D46B7-9555-4D07-8FA5-81156F45F8EE}">
      <dsp:nvSpPr>
        <dsp:cNvPr id="0" name=""/>
        <dsp:cNvSpPr/>
      </dsp:nvSpPr>
      <dsp:spPr>
        <a:xfrm>
          <a:off x="4358533" y="218048"/>
          <a:ext cx="1000319" cy="19905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202.112.112.0/23</a:t>
          </a:r>
          <a:endParaRPr lang="zh-CN" altLang="en-US" sz="1050" b="0" kern="1200" dirty="0">
            <a:solidFill>
              <a:srgbClr val="C00000"/>
            </a:solidFill>
          </a:endParaRPr>
        </a:p>
      </dsp:txBody>
      <dsp:txXfrm>
        <a:off x="4358533" y="218048"/>
        <a:ext cx="1000319" cy="199051"/>
      </dsp:txXfrm>
    </dsp:sp>
    <dsp:sp modelId="{4122CF59-7F99-407F-9E3D-D63451A1F06D}">
      <dsp:nvSpPr>
        <dsp:cNvPr id="0" name=""/>
        <dsp:cNvSpPr/>
      </dsp:nvSpPr>
      <dsp:spPr>
        <a:xfrm>
          <a:off x="5482648" y="1935"/>
          <a:ext cx="1352245" cy="34902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202.112.112.0/24</a:t>
          </a:r>
        </a:p>
        <a:p>
          <a:pPr marL="0" lvl="0" indent="0" algn="ctr" defTabSz="466725">
            <a:lnSpc>
              <a:spcPts val="1260"/>
            </a:lnSpc>
            <a:spcBef>
              <a:spcPct val="0"/>
            </a:spcBef>
            <a:spcAft>
              <a:spcPts val="0"/>
            </a:spcAft>
            <a:buNone/>
          </a:pPr>
          <a:r>
            <a:rPr lang="zh-CN" altLang="en-US" sz="1050" b="0" kern="1200" dirty="0">
              <a:solidFill>
                <a:srgbClr val="7030A0"/>
              </a:solidFill>
            </a:rPr>
            <a:t>信息系</a:t>
          </a:r>
        </a:p>
      </dsp:txBody>
      <dsp:txXfrm>
        <a:off x="5482648" y="1935"/>
        <a:ext cx="1352245" cy="349028"/>
      </dsp:txXfrm>
    </dsp:sp>
    <dsp:sp modelId="{B1E4B6EF-E594-4BC0-9AF8-1C302FCC97CA}">
      <dsp:nvSpPr>
        <dsp:cNvPr id="0" name=""/>
        <dsp:cNvSpPr/>
      </dsp:nvSpPr>
      <dsp:spPr>
        <a:xfrm>
          <a:off x="5482648" y="428336"/>
          <a:ext cx="1392498" cy="20487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202.112.113.0/24</a:t>
          </a:r>
          <a:endParaRPr lang="zh-CN" altLang="en-US" sz="1050" b="0" kern="1200" dirty="0">
            <a:solidFill>
              <a:srgbClr val="C00000"/>
            </a:solidFill>
          </a:endParaRPr>
        </a:p>
      </dsp:txBody>
      <dsp:txXfrm>
        <a:off x="5482648" y="428336"/>
        <a:ext cx="1392498" cy="204875"/>
      </dsp:txXfrm>
    </dsp:sp>
    <dsp:sp modelId="{12EFC6DA-CCAA-42B5-B87E-C9E82EB5E03A}">
      <dsp:nvSpPr>
        <dsp:cNvPr id="0" name=""/>
        <dsp:cNvSpPr/>
      </dsp:nvSpPr>
      <dsp:spPr>
        <a:xfrm>
          <a:off x="6998941" y="80782"/>
          <a:ext cx="1056008" cy="44063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202.112.113.0/25</a:t>
          </a:r>
        </a:p>
        <a:p>
          <a:pPr marL="0" lvl="0" indent="0" algn="ctr" defTabSz="466725">
            <a:lnSpc>
              <a:spcPts val="1260"/>
            </a:lnSpc>
            <a:spcBef>
              <a:spcPct val="0"/>
            </a:spcBef>
            <a:spcAft>
              <a:spcPts val="0"/>
            </a:spcAft>
            <a:buNone/>
          </a:pPr>
          <a:r>
            <a:rPr lang="zh-CN" altLang="en-US" sz="1050" b="0" kern="1200" dirty="0">
              <a:solidFill>
                <a:srgbClr val="7030A0"/>
              </a:solidFill>
            </a:rPr>
            <a:t>数学系</a:t>
          </a:r>
        </a:p>
      </dsp:txBody>
      <dsp:txXfrm>
        <a:off x="6998941" y="80782"/>
        <a:ext cx="1056008" cy="440638"/>
      </dsp:txXfrm>
    </dsp:sp>
    <dsp:sp modelId="{4DD3CE7A-F674-42BC-8E6D-E481A1699E60}">
      <dsp:nvSpPr>
        <dsp:cNvPr id="0" name=""/>
        <dsp:cNvSpPr/>
      </dsp:nvSpPr>
      <dsp:spPr>
        <a:xfrm>
          <a:off x="6998941" y="598793"/>
          <a:ext cx="1286504" cy="38197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202.112.113.128/25</a:t>
          </a:r>
          <a:endParaRPr lang="zh-CN" altLang="en-US" sz="1050" b="0" kern="1200" dirty="0">
            <a:solidFill>
              <a:srgbClr val="C00000"/>
            </a:solidFill>
          </a:endParaRPr>
        </a:p>
      </dsp:txBody>
      <dsp:txXfrm>
        <a:off x="6998941" y="598793"/>
        <a:ext cx="1286504" cy="381972"/>
      </dsp:txXfrm>
    </dsp:sp>
    <dsp:sp modelId="{22FC8897-54E7-4BCE-A023-B4ADCBD9A967}">
      <dsp:nvSpPr>
        <dsp:cNvPr id="0" name=""/>
        <dsp:cNvSpPr/>
      </dsp:nvSpPr>
      <dsp:spPr>
        <a:xfrm>
          <a:off x="4358533" y="897645"/>
          <a:ext cx="1089477" cy="29384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202.112.114.0/23</a:t>
          </a:r>
        </a:p>
        <a:p>
          <a:pPr marL="0" lvl="0" indent="0" algn="ctr" defTabSz="466725">
            <a:lnSpc>
              <a:spcPts val="1260"/>
            </a:lnSpc>
            <a:spcBef>
              <a:spcPct val="0"/>
            </a:spcBef>
            <a:spcAft>
              <a:spcPts val="0"/>
            </a:spcAft>
            <a:buNone/>
          </a:pPr>
          <a:r>
            <a:rPr lang="zh-CN" altLang="en-US" sz="1050" b="0" kern="1200" dirty="0">
              <a:solidFill>
                <a:srgbClr val="7030A0"/>
              </a:solidFill>
            </a:rPr>
            <a:t>计算机系</a:t>
          </a:r>
        </a:p>
      </dsp:txBody>
      <dsp:txXfrm>
        <a:off x="4358533" y="897645"/>
        <a:ext cx="1089477" cy="293845"/>
      </dsp:txXfrm>
    </dsp:sp>
    <dsp:sp modelId="{6FE95C8B-E43B-4D1F-8B3A-ACA2E7439CE2}">
      <dsp:nvSpPr>
        <dsp:cNvPr id="0" name=""/>
        <dsp:cNvSpPr/>
      </dsp:nvSpPr>
      <dsp:spPr>
        <a:xfrm>
          <a:off x="5571805" y="710584"/>
          <a:ext cx="1075178" cy="31593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202.112.114.0/24</a:t>
          </a:r>
          <a:endParaRPr lang="zh-CN" altLang="en-US" sz="1050" b="0" kern="1200" dirty="0">
            <a:solidFill>
              <a:srgbClr val="7030A0"/>
            </a:solidFill>
          </a:endParaRPr>
        </a:p>
      </dsp:txBody>
      <dsp:txXfrm>
        <a:off x="5571805" y="710584"/>
        <a:ext cx="1075178" cy="315933"/>
      </dsp:txXfrm>
    </dsp:sp>
    <dsp:sp modelId="{0489E9F5-36F9-446F-8F8E-B24BFAF572A5}">
      <dsp:nvSpPr>
        <dsp:cNvPr id="0" name=""/>
        <dsp:cNvSpPr/>
      </dsp:nvSpPr>
      <dsp:spPr>
        <a:xfrm>
          <a:off x="5571805" y="1103890"/>
          <a:ext cx="1251760" cy="274662"/>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202.112.115.0/24</a:t>
          </a:r>
          <a:endParaRPr lang="zh-CN" altLang="en-US" sz="1050" b="0" kern="1200" dirty="0">
            <a:solidFill>
              <a:srgbClr val="7030A0"/>
            </a:solidFill>
          </a:endParaRPr>
        </a:p>
      </dsp:txBody>
      <dsp:txXfrm>
        <a:off x="5571805" y="1103890"/>
        <a:ext cx="1251760" cy="274662"/>
      </dsp:txXfrm>
    </dsp:sp>
    <dsp:sp modelId="{3F36CCCA-93D9-479A-B023-42FD51B343FD}">
      <dsp:nvSpPr>
        <dsp:cNvPr id="0" name=""/>
        <dsp:cNvSpPr/>
      </dsp:nvSpPr>
      <dsp:spPr>
        <a:xfrm>
          <a:off x="3027251" y="2000807"/>
          <a:ext cx="1059574" cy="329217"/>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202.112.116.0/22</a:t>
          </a:r>
        </a:p>
        <a:p>
          <a:pPr marL="0" lvl="0" indent="0" algn="ctr" defTabSz="466725">
            <a:lnSpc>
              <a:spcPts val="1260"/>
            </a:lnSpc>
            <a:spcBef>
              <a:spcPct val="0"/>
            </a:spcBef>
            <a:spcAft>
              <a:spcPts val="0"/>
            </a:spcAft>
            <a:buNone/>
          </a:pPr>
          <a:r>
            <a:rPr lang="zh-CN" altLang="en-US" sz="1050" b="0" kern="1200" dirty="0">
              <a:solidFill>
                <a:srgbClr val="7030A0"/>
              </a:solidFill>
            </a:rPr>
            <a:t>实验室</a:t>
          </a:r>
        </a:p>
      </dsp:txBody>
      <dsp:txXfrm>
        <a:off x="3027251" y="2000807"/>
        <a:ext cx="1059574" cy="329217"/>
      </dsp:txXfrm>
    </dsp:sp>
    <dsp:sp modelId="{84E9C76B-9909-4007-AB4D-98F8B89171E1}">
      <dsp:nvSpPr>
        <dsp:cNvPr id="0" name=""/>
        <dsp:cNvSpPr/>
      </dsp:nvSpPr>
      <dsp:spPr>
        <a:xfrm>
          <a:off x="4210621" y="1600544"/>
          <a:ext cx="1083751" cy="394084"/>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202.112.116.0/23</a:t>
          </a:r>
          <a:endParaRPr lang="zh-CN" altLang="en-US" sz="1050" b="0" kern="1200" dirty="0">
            <a:solidFill>
              <a:srgbClr val="7030A0"/>
            </a:solidFill>
          </a:endParaRPr>
        </a:p>
      </dsp:txBody>
      <dsp:txXfrm>
        <a:off x="4210621" y="1600544"/>
        <a:ext cx="1083751" cy="394084"/>
      </dsp:txXfrm>
    </dsp:sp>
    <dsp:sp modelId="{D2D9405D-DEF9-4954-BB9D-DDB088E5059F}">
      <dsp:nvSpPr>
        <dsp:cNvPr id="0" name=""/>
        <dsp:cNvSpPr/>
      </dsp:nvSpPr>
      <dsp:spPr>
        <a:xfrm>
          <a:off x="5418169" y="1455925"/>
          <a:ext cx="1292817" cy="23938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202.112.116.0/24</a:t>
          </a:r>
          <a:endParaRPr lang="zh-CN" altLang="en-US" sz="1050" b="0" kern="1200" dirty="0">
            <a:solidFill>
              <a:srgbClr val="7030A0"/>
            </a:solidFill>
          </a:endParaRPr>
        </a:p>
      </dsp:txBody>
      <dsp:txXfrm>
        <a:off x="5418169" y="1455925"/>
        <a:ext cx="1292817" cy="239385"/>
      </dsp:txXfrm>
    </dsp:sp>
    <dsp:sp modelId="{212C7022-946B-4590-80A2-A855BE35878C}">
      <dsp:nvSpPr>
        <dsp:cNvPr id="0" name=""/>
        <dsp:cNvSpPr/>
      </dsp:nvSpPr>
      <dsp:spPr>
        <a:xfrm>
          <a:off x="5418169" y="1772683"/>
          <a:ext cx="1303959" cy="36656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202.112.117.0/24</a:t>
          </a:r>
          <a:endParaRPr lang="zh-CN" altLang="en-US" sz="1050" b="0" kern="1200" dirty="0">
            <a:solidFill>
              <a:srgbClr val="7030A0"/>
            </a:solidFill>
          </a:endParaRPr>
        </a:p>
      </dsp:txBody>
      <dsp:txXfrm>
        <a:off x="5418169" y="1772683"/>
        <a:ext cx="1303959" cy="366565"/>
      </dsp:txXfrm>
    </dsp:sp>
    <dsp:sp modelId="{27534895-109C-4151-828C-A0F9DC4B26E1}">
      <dsp:nvSpPr>
        <dsp:cNvPr id="0" name=""/>
        <dsp:cNvSpPr/>
      </dsp:nvSpPr>
      <dsp:spPr>
        <a:xfrm>
          <a:off x="4210621" y="2405293"/>
          <a:ext cx="1184366" cy="32499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202.112.118.0/23</a:t>
          </a:r>
          <a:endParaRPr lang="zh-CN" altLang="en-US" sz="1050" b="0" kern="1200" dirty="0">
            <a:solidFill>
              <a:srgbClr val="7030A0"/>
            </a:solidFill>
          </a:endParaRPr>
        </a:p>
      </dsp:txBody>
      <dsp:txXfrm>
        <a:off x="4210621" y="2405293"/>
        <a:ext cx="1184366" cy="324993"/>
      </dsp:txXfrm>
    </dsp:sp>
    <dsp:sp modelId="{3DA90A08-9606-4CDB-AB70-B208313F316D}">
      <dsp:nvSpPr>
        <dsp:cNvPr id="0" name=""/>
        <dsp:cNvSpPr/>
      </dsp:nvSpPr>
      <dsp:spPr>
        <a:xfrm>
          <a:off x="5561790" y="2211865"/>
          <a:ext cx="1236335" cy="353799"/>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202.112.118.0/24</a:t>
          </a:r>
          <a:endParaRPr lang="zh-CN" altLang="en-US" sz="1050" b="0" kern="1200" dirty="0">
            <a:solidFill>
              <a:srgbClr val="7030A0"/>
            </a:solidFill>
          </a:endParaRPr>
        </a:p>
      </dsp:txBody>
      <dsp:txXfrm>
        <a:off x="5561790" y="2211865"/>
        <a:ext cx="1236335" cy="353799"/>
      </dsp:txXfrm>
    </dsp:sp>
    <dsp:sp modelId="{7E689E74-471E-443E-A414-0BDB2194BA93}">
      <dsp:nvSpPr>
        <dsp:cNvPr id="0" name=""/>
        <dsp:cNvSpPr/>
      </dsp:nvSpPr>
      <dsp:spPr>
        <a:xfrm>
          <a:off x="5518784" y="2647792"/>
          <a:ext cx="1366383" cy="27116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202.112.119.0/24</a:t>
          </a:r>
          <a:endParaRPr lang="zh-CN" altLang="en-US" sz="1050" b="0" kern="1200" dirty="0">
            <a:solidFill>
              <a:srgbClr val="7030A0"/>
            </a:solidFill>
          </a:endParaRPr>
        </a:p>
      </dsp:txBody>
      <dsp:txXfrm>
        <a:off x="5518784" y="2647792"/>
        <a:ext cx="1366383" cy="271168"/>
      </dsp:txXfrm>
    </dsp:sp>
    <dsp:sp modelId="{0CBF28F9-16B9-4EA2-A83E-DF1913FAC9CE}">
      <dsp:nvSpPr>
        <dsp:cNvPr id="0" name=""/>
        <dsp:cNvSpPr/>
      </dsp:nvSpPr>
      <dsp:spPr>
        <a:xfrm>
          <a:off x="1752545" y="3438730"/>
          <a:ext cx="1212164" cy="31436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202.112.120.0/21</a:t>
          </a:r>
          <a:endParaRPr lang="zh-CN" altLang="en-US" sz="1050" b="0" kern="1200" dirty="0">
            <a:solidFill>
              <a:srgbClr val="C00000"/>
            </a:solidFill>
          </a:endParaRPr>
        </a:p>
      </dsp:txBody>
      <dsp:txXfrm>
        <a:off x="1752545" y="3438730"/>
        <a:ext cx="1212164" cy="314368"/>
      </dsp:txXfrm>
    </dsp:sp>
    <dsp:sp modelId="{6DE299B6-22DB-4A3A-82F3-7963734ECE43}">
      <dsp:nvSpPr>
        <dsp:cNvPr id="0" name=""/>
        <dsp:cNvSpPr/>
      </dsp:nvSpPr>
      <dsp:spPr>
        <a:xfrm>
          <a:off x="3088506" y="3041110"/>
          <a:ext cx="1191825" cy="57261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202.112.120.0/22</a:t>
          </a:r>
          <a:endParaRPr lang="zh-CN" altLang="en-US" sz="1050" b="0" kern="1200" dirty="0">
            <a:solidFill>
              <a:srgbClr val="C00000"/>
            </a:solidFill>
          </a:endParaRPr>
        </a:p>
      </dsp:txBody>
      <dsp:txXfrm>
        <a:off x="3088506" y="3041110"/>
        <a:ext cx="1191825" cy="572612"/>
      </dsp:txXfrm>
    </dsp:sp>
    <dsp:sp modelId="{E7A6EEA7-F364-408C-9085-C52EB940016E}">
      <dsp:nvSpPr>
        <dsp:cNvPr id="0" name=""/>
        <dsp:cNvSpPr/>
      </dsp:nvSpPr>
      <dsp:spPr>
        <a:xfrm>
          <a:off x="4404127" y="2996333"/>
          <a:ext cx="1120444" cy="33249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202.112.120.0/23</a:t>
          </a:r>
          <a:endParaRPr lang="zh-CN" altLang="en-US" sz="1050" b="0" kern="1200" dirty="0">
            <a:solidFill>
              <a:srgbClr val="C00000"/>
            </a:solidFill>
          </a:endParaRPr>
        </a:p>
      </dsp:txBody>
      <dsp:txXfrm>
        <a:off x="4404127" y="2996333"/>
        <a:ext cx="1120444" cy="332498"/>
      </dsp:txXfrm>
    </dsp:sp>
    <dsp:sp modelId="{B2E5E3EF-4BFC-491E-B320-0AF0A1A6EB23}">
      <dsp:nvSpPr>
        <dsp:cNvPr id="0" name=""/>
        <dsp:cNvSpPr/>
      </dsp:nvSpPr>
      <dsp:spPr>
        <a:xfrm>
          <a:off x="4404127" y="3406203"/>
          <a:ext cx="1101503" cy="252297"/>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202.112.122.0/23</a:t>
          </a:r>
          <a:endParaRPr lang="zh-CN" altLang="en-US" sz="1050" b="0" kern="1200" dirty="0">
            <a:solidFill>
              <a:srgbClr val="C00000"/>
            </a:solidFill>
          </a:endParaRPr>
        </a:p>
      </dsp:txBody>
      <dsp:txXfrm>
        <a:off x="4404127" y="3406203"/>
        <a:ext cx="1101503" cy="252297"/>
      </dsp:txXfrm>
    </dsp:sp>
    <dsp:sp modelId="{E7A4A1F0-875A-4969-AEE8-C8FB08605607}">
      <dsp:nvSpPr>
        <dsp:cNvPr id="0" name=""/>
        <dsp:cNvSpPr/>
      </dsp:nvSpPr>
      <dsp:spPr>
        <a:xfrm>
          <a:off x="3088506" y="3722458"/>
          <a:ext cx="1307165" cy="42826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202.112.124.0/22</a:t>
          </a:r>
          <a:endParaRPr lang="zh-CN" altLang="en-US" sz="1050" b="0" kern="1200" dirty="0">
            <a:solidFill>
              <a:srgbClr val="C00000"/>
            </a:solidFill>
          </a:endParaRPr>
        </a:p>
      </dsp:txBody>
      <dsp:txXfrm>
        <a:off x="3088506" y="3722458"/>
        <a:ext cx="1307165" cy="428261"/>
      </dsp:txXfrm>
    </dsp:sp>
    <dsp:sp modelId="{2A6444AD-48B3-4CCD-AE07-4506C420BE96}">
      <dsp:nvSpPr>
        <dsp:cNvPr id="0" name=""/>
        <dsp:cNvSpPr/>
      </dsp:nvSpPr>
      <dsp:spPr>
        <a:xfrm>
          <a:off x="4519467" y="3735872"/>
          <a:ext cx="1134699" cy="15969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202.112.124.0/23</a:t>
          </a:r>
          <a:endParaRPr lang="zh-CN" altLang="en-US" sz="1050" b="0" kern="1200" dirty="0">
            <a:solidFill>
              <a:srgbClr val="C00000"/>
            </a:solidFill>
          </a:endParaRPr>
        </a:p>
      </dsp:txBody>
      <dsp:txXfrm>
        <a:off x="4519467" y="3735872"/>
        <a:ext cx="1134699" cy="159694"/>
      </dsp:txXfrm>
    </dsp:sp>
    <dsp:sp modelId="{565ED847-9420-4E25-8DED-5B6E1018E058}">
      <dsp:nvSpPr>
        <dsp:cNvPr id="0" name=""/>
        <dsp:cNvSpPr/>
      </dsp:nvSpPr>
      <dsp:spPr>
        <a:xfrm>
          <a:off x="4489682" y="3972939"/>
          <a:ext cx="1152476" cy="16436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202.112.126.0/23</a:t>
          </a:r>
          <a:endParaRPr lang="zh-CN" altLang="en-US" sz="1050" b="0" kern="1200" dirty="0">
            <a:solidFill>
              <a:srgbClr val="C00000"/>
            </a:solidFill>
          </a:endParaRPr>
        </a:p>
      </dsp:txBody>
      <dsp:txXfrm>
        <a:off x="4489682" y="3972939"/>
        <a:ext cx="1152476" cy="164364"/>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sz="quarter"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A46C050B-EDE1-4E64-BFC8-BB6C51180921}" type="datetimeFigureOut">
              <a:rPr lang="zh-CN" altLang="en-US"/>
              <a:pPr>
                <a:defRPr/>
              </a:pPr>
              <a:t>2024/9/20</a:t>
            </a:fld>
            <a:endParaRPr lang="zh-CN" altLang="en-US"/>
          </a:p>
        </p:txBody>
      </p:sp>
      <p:sp>
        <p:nvSpPr>
          <p:cNvPr id="4" name="页脚占位符 3"/>
          <p:cNvSpPr>
            <a:spLocks noGrp="1"/>
          </p:cNvSpPr>
          <p:nvPr>
            <p:ph type="ftr" sz="quarter" idx="2"/>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5" name="灯片编号占位符 4"/>
          <p:cNvSpPr>
            <a:spLocks noGrp="1"/>
          </p:cNvSpPr>
          <p:nvPr>
            <p:ph type="sldNum" sz="quarter" idx="3"/>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A7BD07B2-4669-4520-A96E-E20D5AA829F3}" type="slidenum">
              <a:rPr lang="zh-CN" altLang="en-US"/>
              <a:pPr>
                <a:defRPr/>
              </a:pPr>
              <a:t>‹#›</a:t>
            </a:fld>
            <a:endParaRPr lang="zh-CN" altLang="en-US"/>
          </a:p>
        </p:txBody>
      </p:sp>
    </p:spTree>
    <p:extLst>
      <p:ext uri="{BB962C8B-B14F-4D97-AF65-F5344CB8AC3E}">
        <p14:creationId xmlns:p14="http://schemas.microsoft.com/office/powerpoint/2010/main" val="22330889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C5E0B26B-5408-4645-A28B-9030BE5E4237}" type="datetimeFigureOut">
              <a:rPr lang="zh-CN" altLang="en-US"/>
              <a:pPr>
                <a:defRPr/>
              </a:pPr>
              <a:t>2024/9/20</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79450" y="4778375"/>
            <a:ext cx="5438775" cy="3908425"/>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4ACC0ED1-A15A-4A3F-8477-BD4711CED9F9}" type="slidenum">
              <a:rPr lang="zh-CN" altLang="en-US"/>
              <a:pPr>
                <a:defRPr/>
              </a:pPr>
              <a:t>‹#›</a:t>
            </a:fld>
            <a:endParaRPr lang="zh-CN" altLang="en-US"/>
          </a:p>
        </p:txBody>
      </p:sp>
    </p:spTree>
    <p:extLst>
      <p:ext uri="{BB962C8B-B14F-4D97-AF65-F5344CB8AC3E}">
        <p14:creationId xmlns:p14="http://schemas.microsoft.com/office/powerpoint/2010/main" val="400712388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7">
            <a:extLst>
              <a:ext uri="{FF2B5EF4-FFF2-40B4-BE49-F238E27FC236}">
                <a16:creationId xmlns:a16="http://schemas.microsoft.com/office/drawing/2014/main" id="{E13BFB71-A136-494C-89E4-9E3784FFFD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11E94-F618-284F-874F-96C7E2267981}" type="slidenum">
              <a:rPr lang="en-US" altLang="zh-CN" sz="1200">
                <a:latin typeface="Arial" panose="020B0604020202020204" pitchFamily="34" charset="0"/>
              </a:rPr>
              <a:pPr/>
              <a:t>1</a:t>
            </a:fld>
            <a:endParaRPr lang="en-US" altLang="zh-CN" sz="1200">
              <a:latin typeface="Arial" panose="020B0604020202020204" pitchFamily="34" charset="0"/>
            </a:endParaRPr>
          </a:p>
        </p:txBody>
      </p:sp>
      <p:sp>
        <p:nvSpPr>
          <p:cNvPr id="18434" name="Rectangle 2">
            <a:extLst>
              <a:ext uri="{FF2B5EF4-FFF2-40B4-BE49-F238E27FC236}">
                <a16:creationId xmlns:a16="http://schemas.microsoft.com/office/drawing/2014/main" id="{843343ED-FC86-B64A-ABDB-1FB945A4BA29}"/>
              </a:ext>
            </a:extLst>
          </p:cNvPr>
          <p:cNvSpPr>
            <a:spLocks noGrp="1" noRot="1" noChangeAspect="1" noChangeArrowheads="1" noTextEdit="1"/>
          </p:cNvSpPr>
          <p:nvPr>
            <p:ph type="sldImg"/>
          </p:nvPr>
        </p:nvSpPr>
        <p:spPr>
          <a:ln/>
        </p:spPr>
      </p:sp>
      <p:sp>
        <p:nvSpPr>
          <p:cNvPr id="18435" name="Rectangle 3">
            <a:extLst>
              <a:ext uri="{FF2B5EF4-FFF2-40B4-BE49-F238E27FC236}">
                <a16:creationId xmlns:a16="http://schemas.microsoft.com/office/drawing/2014/main" id="{DD28CA2C-BF7B-AF49-9132-7F64792FD6F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800894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7">
            <a:extLst>
              <a:ext uri="{FF2B5EF4-FFF2-40B4-BE49-F238E27FC236}">
                <a16:creationId xmlns:a16="http://schemas.microsoft.com/office/drawing/2014/main" id="{4586596B-47B0-F24E-AB20-F64B6D212ED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485921F-5559-5D4E-8326-E874985D15B0}" type="slidenum">
              <a:rPr lang="en-US" altLang="zh-CN" sz="1200">
                <a:latin typeface="Arial" panose="020B0604020202020204" pitchFamily="34" charset="0"/>
              </a:rPr>
              <a:pPr/>
              <a:t>2</a:t>
            </a:fld>
            <a:endParaRPr lang="en-US" altLang="zh-CN" sz="1200">
              <a:latin typeface="Arial" panose="020B0604020202020204" pitchFamily="34" charset="0"/>
            </a:endParaRPr>
          </a:p>
        </p:txBody>
      </p:sp>
      <p:sp>
        <p:nvSpPr>
          <p:cNvPr id="20482" name="Rectangle 2">
            <a:extLst>
              <a:ext uri="{FF2B5EF4-FFF2-40B4-BE49-F238E27FC236}">
                <a16:creationId xmlns:a16="http://schemas.microsoft.com/office/drawing/2014/main" id="{B6DFC708-3354-9647-B116-8F6D1F0BA2E1}"/>
              </a:ext>
            </a:extLst>
          </p:cNvPr>
          <p:cNvSpPr>
            <a:spLocks noGrp="1" noRot="1" noChangeAspect="1" noChangeArrowheads="1" noTextEdit="1"/>
          </p:cNvSpPr>
          <p:nvPr>
            <p:ph type="sldImg"/>
          </p:nvPr>
        </p:nvSpPr>
        <p:spPr>
          <a:ln/>
        </p:spPr>
      </p:sp>
      <p:sp>
        <p:nvSpPr>
          <p:cNvPr id="20483" name="Rectangle 3">
            <a:extLst>
              <a:ext uri="{FF2B5EF4-FFF2-40B4-BE49-F238E27FC236}">
                <a16:creationId xmlns:a16="http://schemas.microsoft.com/office/drawing/2014/main" id="{A3849DEF-9DFF-F543-849C-82B0E65E683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367027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7">
            <a:extLst>
              <a:ext uri="{FF2B5EF4-FFF2-40B4-BE49-F238E27FC236}">
                <a16:creationId xmlns:a16="http://schemas.microsoft.com/office/drawing/2014/main" id="{C22E23AD-78BE-0047-8F80-2FDEAF0E61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5F655C1-D435-7141-8221-97A7AEB9AB3D}" type="slidenum">
              <a:rPr lang="en-US" altLang="zh-CN" sz="1200">
                <a:latin typeface="Arial" panose="020B0604020202020204" pitchFamily="34" charset="0"/>
              </a:rPr>
              <a:pPr/>
              <a:t>3</a:t>
            </a:fld>
            <a:endParaRPr lang="en-US" altLang="zh-CN" sz="1200">
              <a:latin typeface="Arial" panose="020B0604020202020204" pitchFamily="34" charset="0"/>
            </a:endParaRPr>
          </a:p>
        </p:txBody>
      </p:sp>
      <p:sp>
        <p:nvSpPr>
          <p:cNvPr id="22530" name="Rectangle 2">
            <a:extLst>
              <a:ext uri="{FF2B5EF4-FFF2-40B4-BE49-F238E27FC236}">
                <a16:creationId xmlns:a16="http://schemas.microsoft.com/office/drawing/2014/main" id="{0552D5C2-99AB-D148-AECC-502AC2F36C87}"/>
              </a:ext>
            </a:extLst>
          </p:cNvPr>
          <p:cNvSpPr>
            <a:spLocks noGrp="1" noRot="1" noChangeAspect="1" noChangeArrowheads="1" noTextEdit="1"/>
          </p:cNvSpPr>
          <p:nvPr>
            <p:ph type="sldImg"/>
          </p:nvPr>
        </p:nvSpPr>
        <p:spPr>
          <a:ln/>
        </p:spPr>
      </p:sp>
      <p:sp>
        <p:nvSpPr>
          <p:cNvPr id="22531" name="Rectangle 3">
            <a:extLst>
              <a:ext uri="{FF2B5EF4-FFF2-40B4-BE49-F238E27FC236}">
                <a16:creationId xmlns:a16="http://schemas.microsoft.com/office/drawing/2014/main" id="{F3C11ADB-8D70-5A46-AB2F-A9BB8908B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138276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7">
            <a:extLst>
              <a:ext uri="{FF2B5EF4-FFF2-40B4-BE49-F238E27FC236}">
                <a16:creationId xmlns:a16="http://schemas.microsoft.com/office/drawing/2014/main" id="{FD3A96A3-A52C-5E43-B617-13869B8D30B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5B8B50-FEE9-C849-AE93-6BF177EF705E}" type="slidenum">
              <a:rPr lang="en-US" altLang="zh-CN" sz="1200">
                <a:latin typeface="Arial" panose="020B0604020202020204" pitchFamily="34" charset="0"/>
              </a:rPr>
              <a:pPr/>
              <a:t>4</a:t>
            </a:fld>
            <a:endParaRPr lang="en-US" altLang="zh-CN" sz="1200">
              <a:latin typeface="Arial" panose="020B0604020202020204" pitchFamily="34" charset="0"/>
            </a:endParaRPr>
          </a:p>
        </p:txBody>
      </p:sp>
      <p:sp>
        <p:nvSpPr>
          <p:cNvPr id="24578" name="Rectangle 2">
            <a:extLst>
              <a:ext uri="{FF2B5EF4-FFF2-40B4-BE49-F238E27FC236}">
                <a16:creationId xmlns:a16="http://schemas.microsoft.com/office/drawing/2014/main" id="{DBA765D1-4836-E743-A850-8246FC9B87A3}"/>
              </a:ext>
            </a:extLst>
          </p:cNvPr>
          <p:cNvSpPr>
            <a:spLocks noGrp="1" noRot="1" noChangeAspect="1" noChangeArrowheads="1" noTextEdit="1"/>
          </p:cNvSpPr>
          <p:nvPr>
            <p:ph type="sldImg"/>
          </p:nvPr>
        </p:nvSpPr>
        <p:spPr>
          <a:ln/>
        </p:spPr>
      </p:sp>
      <p:sp>
        <p:nvSpPr>
          <p:cNvPr id="24579" name="Rectangle 3">
            <a:extLst>
              <a:ext uri="{FF2B5EF4-FFF2-40B4-BE49-F238E27FC236}">
                <a16:creationId xmlns:a16="http://schemas.microsoft.com/office/drawing/2014/main" id="{7F492407-B5C0-0F4F-9D29-1DD64C2B279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15521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Rectangle 7">
            <a:extLst>
              <a:ext uri="{FF2B5EF4-FFF2-40B4-BE49-F238E27FC236}">
                <a16:creationId xmlns:a16="http://schemas.microsoft.com/office/drawing/2014/main" id="{FFE5D6E6-DA4D-304E-BDB7-AF3E252A6E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980974-5D6F-BF46-9FF8-CF6911238AD3}" type="slidenum">
              <a:rPr lang="en-US" altLang="zh-CN" sz="1200">
                <a:latin typeface="Arial" panose="020B0604020202020204" pitchFamily="34" charset="0"/>
              </a:rPr>
              <a:pPr/>
              <a:t>5</a:t>
            </a:fld>
            <a:endParaRPr lang="en-US" altLang="zh-CN" sz="1200">
              <a:latin typeface="Arial" panose="020B0604020202020204" pitchFamily="34" charset="0"/>
            </a:endParaRPr>
          </a:p>
        </p:txBody>
      </p:sp>
      <p:sp>
        <p:nvSpPr>
          <p:cNvPr id="26626" name="Rectangle 2">
            <a:extLst>
              <a:ext uri="{FF2B5EF4-FFF2-40B4-BE49-F238E27FC236}">
                <a16:creationId xmlns:a16="http://schemas.microsoft.com/office/drawing/2014/main" id="{A76D086D-0D63-9D4C-9A63-2C3364F85794}"/>
              </a:ext>
            </a:extLst>
          </p:cNvPr>
          <p:cNvSpPr>
            <a:spLocks noGrp="1" noRot="1" noChangeAspect="1" noChangeArrowheads="1" noTextEdit="1"/>
          </p:cNvSpPr>
          <p:nvPr>
            <p:ph type="sldImg"/>
          </p:nvPr>
        </p:nvSpPr>
        <p:spPr>
          <a:ln/>
        </p:spPr>
      </p:sp>
      <p:sp>
        <p:nvSpPr>
          <p:cNvPr id="26627" name="Rectangle 3">
            <a:extLst>
              <a:ext uri="{FF2B5EF4-FFF2-40B4-BE49-F238E27FC236}">
                <a16:creationId xmlns:a16="http://schemas.microsoft.com/office/drawing/2014/main" id="{71C272B7-8EF0-7540-A892-60209342924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370591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Rectangle 7">
            <a:extLst>
              <a:ext uri="{FF2B5EF4-FFF2-40B4-BE49-F238E27FC236}">
                <a16:creationId xmlns:a16="http://schemas.microsoft.com/office/drawing/2014/main" id="{452CE29E-2948-0B46-89BE-33C281F046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C7D785-93C0-A245-AACD-96E49D9E74DC}" type="slidenum">
              <a:rPr lang="en-US" altLang="zh-CN" sz="1200">
                <a:latin typeface="Arial" panose="020B0604020202020204" pitchFamily="34" charset="0"/>
              </a:rPr>
              <a:pPr/>
              <a:t>6</a:t>
            </a:fld>
            <a:endParaRPr lang="en-US" altLang="zh-CN" sz="1200">
              <a:latin typeface="Arial" panose="020B0604020202020204" pitchFamily="34" charset="0"/>
            </a:endParaRPr>
          </a:p>
        </p:txBody>
      </p:sp>
      <p:sp>
        <p:nvSpPr>
          <p:cNvPr id="28674" name="Rectangle 2">
            <a:extLst>
              <a:ext uri="{FF2B5EF4-FFF2-40B4-BE49-F238E27FC236}">
                <a16:creationId xmlns:a16="http://schemas.microsoft.com/office/drawing/2014/main" id="{0192F229-8EB8-D340-8532-C00A52D1262C}"/>
              </a:ext>
            </a:extLst>
          </p:cNvPr>
          <p:cNvSpPr>
            <a:spLocks noGrp="1" noRot="1" noChangeAspect="1" noChangeArrowheads="1" noTextEdit="1"/>
          </p:cNvSpPr>
          <p:nvPr>
            <p:ph type="sldImg"/>
          </p:nvPr>
        </p:nvSpPr>
        <p:spPr>
          <a:ln/>
        </p:spPr>
      </p:sp>
      <p:sp>
        <p:nvSpPr>
          <p:cNvPr id="28675" name="Rectangle 3">
            <a:extLst>
              <a:ext uri="{FF2B5EF4-FFF2-40B4-BE49-F238E27FC236}">
                <a16:creationId xmlns:a16="http://schemas.microsoft.com/office/drawing/2014/main" id="{AA9568B8-4A1D-5842-AD05-50FAE7FABB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605661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7">
            <a:extLst>
              <a:ext uri="{FF2B5EF4-FFF2-40B4-BE49-F238E27FC236}">
                <a16:creationId xmlns:a16="http://schemas.microsoft.com/office/drawing/2014/main" id="{0094F06D-0717-D140-A842-D7FD189953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2B392-A68A-0147-90AA-2B5491837B78}" type="slidenum">
              <a:rPr lang="en-US" altLang="zh-CN" sz="1200">
                <a:latin typeface="Arial" panose="020B0604020202020204" pitchFamily="34" charset="0"/>
              </a:rPr>
              <a:pPr/>
              <a:t>7</a:t>
            </a:fld>
            <a:endParaRPr lang="en-US" altLang="zh-CN" sz="1200">
              <a:latin typeface="Arial" panose="020B0604020202020204" pitchFamily="34" charset="0"/>
            </a:endParaRPr>
          </a:p>
        </p:txBody>
      </p:sp>
      <p:sp>
        <p:nvSpPr>
          <p:cNvPr id="30722" name="Rectangle 2">
            <a:extLst>
              <a:ext uri="{FF2B5EF4-FFF2-40B4-BE49-F238E27FC236}">
                <a16:creationId xmlns:a16="http://schemas.microsoft.com/office/drawing/2014/main" id="{6F17783F-19EF-874E-AC60-87F8EFF68512}"/>
              </a:ext>
            </a:extLst>
          </p:cNvPr>
          <p:cNvSpPr>
            <a:spLocks noGrp="1" noRot="1" noChangeAspect="1" noChangeArrowheads="1" noTextEdit="1"/>
          </p:cNvSpPr>
          <p:nvPr>
            <p:ph type="sldImg"/>
          </p:nvPr>
        </p:nvSpPr>
        <p:spPr>
          <a:ln/>
        </p:spPr>
      </p:sp>
      <p:sp>
        <p:nvSpPr>
          <p:cNvPr id="30723" name="Rectangle 3">
            <a:extLst>
              <a:ext uri="{FF2B5EF4-FFF2-40B4-BE49-F238E27FC236}">
                <a16:creationId xmlns:a16="http://schemas.microsoft.com/office/drawing/2014/main" id="{D8667C74-BC2C-F04C-AF6B-CD5254CBB4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277190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Rectangle 7">
            <a:extLst>
              <a:ext uri="{FF2B5EF4-FFF2-40B4-BE49-F238E27FC236}">
                <a16:creationId xmlns:a16="http://schemas.microsoft.com/office/drawing/2014/main" id="{0C516A62-FF32-D944-8506-DFC8AF7E90F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48B2700-4930-0749-8A17-291FD7DE089E}" type="slidenum">
              <a:rPr lang="en-US" altLang="zh-CN" sz="1200">
                <a:latin typeface="Arial" panose="020B0604020202020204" pitchFamily="34" charset="0"/>
              </a:rPr>
              <a:pPr/>
              <a:t>8</a:t>
            </a:fld>
            <a:endParaRPr lang="en-US" altLang="zh-CN" sz="1200">
              <a:latin typeface="Arial" panose="020B0604020202020204" pitchFamily="34" charset="0"/>
            </a:endParaRPr>
          </a:p>
        </p:txBody>
      </p:sp>
      <p:sp>
        <p:nvSpPr>
          <p:cNvPr id="32770" name="Rectangle 2">
            <a:extLst>
              <a:ext uri="{FF2B5EF4-FFF2-40B4-BE49-F238E27FC236}">
                <a16:creationId xmlns:a16="http://schemas.microsoft.com/office/drawing/2014/main" id="{4F56FC58-2782-A541-A9BE-F9423B8A3DA2}"/>
              </a:ext>
            </a:extLst>
          </p:cNvPr>
          <p:cNvSpPr>
            <a:spLocks noGrp="1" noRot="1" noChangeAspect="1" noChangeArrowheads="1" noTextEdit="1"/>
          </p:cNvSpPr>
          <p:nvPr>
            <p:ph type="sldImg"/>
          </p:nvPr>
        </p:nvSpPr>
        <p:spPr>
          <a:ln/>
        </p:spPr>
      </p:sp>
      <p:sp>
        <p:nvSpPr>
          <p:cNvPr id="32771" name="Rectangle 3">
            <a:extLst>
              <a:ext uri="{FF2B5EF4-FFF2-40B4-BE49-F238E27FC236}">
                <a16:creationId xmlns:a16="http://schemas.microsoft.com/office/drawing/2014/main" id="{D2B6C07E-D1DB-B240-9CA5-E7D78FB0B3F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271225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Rectangle 7">
            <a:extLst>
              <a:ext uri="{FF2B5EF4-FFF2-40B4-BE49-F238E27FC236}">
                <a16:creationId xmlns:a16="http://schemas.microsoft.com/office/drawing/2014/main" id="{5FA19A45-0D57-234A-98D8-96479A3827C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06B7928-2CEE-DE47-A2B0-CEEF412BF8E2}" type="slidenum">
              <a:rPr lang="en-US" altLang="zh-CN" sz="1200">
                <a:latin typeface="Arial" panose="020B0604020202020204" pitchFamily="34" charset="0"/>
              </a:rPr>
              <a:pPr/>
              <a:t>9</a:t>
            </a:fld>
            <a:endParaRPr lang="en-US" altLang="zh-CN" sz="1200">
              <a:latin typeface="Arial" panose="020B0604020202020204" pitchFamily="34" charset="0"/>
            </a:endParaRPr>
          </a:p>
        </p:txBody>
      </p:sp>
      <p:sp>
        <p:nvSpPr>
          <p:cNvPr id="34818" name="Rectangle 2">
            <a:extLst>
              <a:ext uri="{FF2B5EF4-FFF2-40B4-BE49-F238E27FC236}">
                <a16:creationId xmlns:a16="http://schemas.microsoft.com/office/drawing/2014/main" id="{B7A1D672-861B-B24C-8E2A-B5F18086F1C6}"/>
              </a:ext>
            </a:extLst>
          </p:cNvPr>
          <p:cNvSpPr>
            <a:spLocks noGrp="1" noRot="1" noChangeAspect="1" noChangeArrowheads="1" noTextEdit="1"/>
          </p:cNvSpPr>
          <p:nvPr>
            <p:ph type="sldImg"/>
          </p:nvPr>
        </p:nvSpPr>
        <p:spPr>
          <a:ln/>
        </p:spPr>
      </p:sp>
      <p:sp>
        <p:nvSpPr>
          <p:cNvPr id="34819" name="Rectangle 3">
            <a:extLst>
              <a:ext uri="{FF2B5EF4-FFF2-40B4-BE49-F238E27FC236}">
                <a16:creationId xmlns:a16="http://schemas.microsoft.com/office/drawing/2014/main" id="{155C6D4E-C53E-094D-B649-11204EEF6B0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811473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Rectangle 7">
            <a:extLst>
              <a:ext uri="{FF2B5EF4-FFF2-40B4-BE49-F238E27FC236}">
                <a16:creationId xmlns:a16="http://schemas.microsoft.com/office/drawing/2014/main" id="{7FF08220-2F3F-B849-9689-CB67190B83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1D512DE-DABC-BB46-A92C-35C2B01E845F}" type="slidenum">
              <a:rPr lang="en-US" altLang="zh-CN" sz="1200">
                <a:latin typeface="Arial" panose="020B0604020202020204" pitchFamily="34" charset="0"/>
              </a:rPr>
              <a:pPr/>
              <a:t>10</a:t>
            </a:fld>
            <a:endParaRPr lang="en-US" altLang="zh-CN" sz="1200">
              <a:latin typeface="Arial" panose="020B0604020202020204" pitchFamily="34" charset="0"/>
            </a:endParaRPr>
          </a:p>
        </p:txBody>
      </p:sp>
      <p:sp>
        <p:nvSpPr>
          <p:cNvPr id="36866" name="Rectangle 2">
            <a:extLst>
              <a:ext uri="{FF2B5EF4-FFF2-40B4-BE49-F238E27FC236}">
                <a16:creationId xmlns:a16="http://schemas.microsoft.com/office/drawing/2014/main" id="{ED0C426F-DF84-1A4B-A422-85B78B2DD351}"/>
              </a:ext>
            </a:extLst>
          </p:cNvPr>
          <p:cNvSpPr>
            <a:spLocks noGrp="1" noRot="1" noChangeAspect="1" noChangeArrowheads="1" noTextEdit="1"/>
          </p:cNvSpPr>
          <p:nvPr>
            <p:ph type="sldImg"/>
          </p:nvPr>
        </p:nvSpPr>
        <p:spPr>
          <a:ln/>
        </p:spPr>
      </p:sp>
      <p:sp>
        <p:nvSpPr>
          <p:cNvPr id="36867" name="Rectangle 3">
            <a:extLst>
              <a:ext uri="{FF2B5EF4-FFF2-40B4-BE49-F238E27FC236}">
                <a16:creationId xmlns:a16="http://schemas.microsoft.com/office/drawing/2014/main" id="{24823C4C-533F-A34D-99ED-696672B6D7E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53828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Rectangle 7">
            <a:extLst>
              <a:ext uri="{FF2B5EF4-FFF2-40B4-BE49-F238E27FC236}">
                <a16:creationId xmlns:a16="http://schemas.microsoft.com/office/drawing/2014/main" id="{B2DFD65B-3528-514A-A787-3A6296D3A55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49940AE-ACC7-0F4F-A84A-42010D6E73CE}" type="slidenum">
              <a:rPr lang="en-US" altLang="zh-CN" sz="1200">
                <a:latin typeface="Arial" panose="020B0604020202020204" pitchFamily="34" charset="0"/>
              </a:rPr>
              <a:pPr/>
              <a:t>11</a:t>
            </a:fld>
            <a:endParaRPr lang="en-US" altLang="zh-CN" sz="1200">
              <a:latin typeface="Arial" panose="020B0604020202020204" pitchFamily="34" charset="0"/>
            </a:endParaRPr>
          </a:p>
        </p:txBody>
      </p:sp>
      <p:sp>
        <p:nvSpPr>
          <p:cNvPr id="38914" name="Rectangle 2">
            <a:extLst>
              <a:ext uri="{FF2B5EF4-FFF2-40B4-BE49-F238E27FC236}">
                <a16:creationId xmlns:a16="http://schemas.microsoft.com/office/drawing/2014/main" id="{CCA5F0FA-0C0C-384A-8804-C6D07C8A1BA5}"/>
              </a:ext>
            </a:extLst>
          </p:cNvPr>
          <p:cNvSpPr>
            <a:spLocks noGrp="1" noRot="1" noChangeAspect="1" noChangeArrowheads="1" noTextEdit="1"/>
          </p:cNvSpPr>
          <p:nvPr>
            <p:ph type="sldImg"/>
          </p:nvPr>
        </p:nvSpPr>
        <p:spPr>
          <a:ln/>
        </p:spPr>
      </p:sp>
      <p:sp>
        <p:nvSpPr>
          <p:cNvPr id="38915" name="Rectangle 3">
            <a:extLst>
              <a:ext uri="{FF2B5EF4-FFF2-40B4-BE49-F238E27FC236}">
                <a16:creationId xmlns:a16="http://schemas.microsoft.com/office/drawing/2014/main" id="{8C71598E-FCE7-C64D-BF93-2C966F8A28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76889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7">
            <a:extLst>
              <a:ext uri="{FF2B5EF4-FFF2-40B4-BE49-F238E27FC236}">
                <a16:creationId xmlns:a16="http://schemas.microsoft.com/office/drawing/2014/main" id="{49C9CF04-DFF1-4347-8FD8-E3150F08EA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A5BB8FE-0B71-E74F-99F2-12156569CAA3}" type="slidenum">
              <a:rPr lang="en-US" altLang="zh-CN" sz="1200">
                <a:latin typeface="Arial" panose="020B0604020202020204" pitchFamily="34" charset="0"/>
              </a:rPr>
              <a:pPr/>
              <a:t>12</a:t>
            </a:fld>
            <a:endParaRPr lang="en-US" altLang="zh-CN" sz="1200">
              <a:latin typeface="Arial" panose="020B0604020202020204" pitchFamily="34" charset="0"/>
            </a:endParaRPr>
          </a:p>
        </p:txBody>
      </p:sp>
      <p:sp>
        <p:nvSpPr>
          <p:cNvPr id="40962" name="Rectangle 2">
            <a:extLst>
              <a:ext uri="{FF2B5EF4-FFF2-40B4-BE49-F238E27FC236}">
                <a16:creationId xmlns:a16="http://schemas.microsoft.com/office/drawing/2014/main" id="{EB8BADFB-C79B-7A44-B537-326A321E974D}"/>
              </a:ext>
            </a:extLst>
          </p:cNvPr>
          <p:cNvSpPr>
            <a:spLocks noGrp="1" noRot="1" noChangeAspect="1" noChangeArrowheads="1" noTextEdit="1"/>
          </p:cNvSpPr>
          <p:nvPr>
            <p:ph type="sldImg"/>
          </p:nvPr>
        </p:nvSpPr>
        <p:spPr>
          <a:ln/>
        </p:spPr>
      </p:sp>
      <p:sp>
        <p:nvSpPr>
          <p:cNvPr id="40963" name="Rectangle 3">
            <a:extLst>
              <a:ext uri="{FF2B5EF4-FFF2-40B4-BE49-F238E27FC236}">
                <a16:creationId xmlns:a16="http://schemas.microsoft.com/office/drawing/2014/main" id="{03889068-71C1-5F49-A526-ED57453906F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400828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7">
            <a:extLst>
              <a:ext uri="{FF2B5EF4-FFF2-40B4-BE49-F238E27FC236}">
                <a16:creationId xmlns:a16="http://schemas.microsoft.com/office/drawing/2014/main" id="{5CA72516-88E5-7942-B4F3-2AB17E4579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3D4876-4D81-6741-94D5-68B39C72C712}" type="slidenum">
              <a:rPr lang="en-US" altLang="zh-CN" sz="1200">
                <a:latin typeface="Arial" panose="020B0604020202020204" pitchFamily="34" charset="0"/>
              </a:rPr>
              <a:pPr/>
              <a:t>13</a:t>
            </a:fld>
            <a:endParaRPr lang="en-US" altLang="zh-CN" sz="1200">
              <a:latin typeface="Arial" panose="020B0604020202020204" pitchFamily="34" charset="0"/>
            </a:endParaRPr>
          </a:p>
        </p:txBody>
      </p:sp>
      <p:sp>
        <p:nvSpPr>
          <p:cNvPr id="43010" name="Rectangle 2">
            <a:extLst>
              <a:ext uri="{FF2B5EF4-FFF2-40B4-BE49-F238E27FC236}">
                <a16:creationId xmlns:a16="http://schemas.microsoft.com/office/drawing/2014/main" id="{765F74A1-0F5D-CB4E-BC92-B9176417662F}"/>
              </a:ext>
            </a:extLst>
          </p:cNvPr>
          <p:cNvSpPr>
            <a:spLocks noGrp="1" noRot="1" noChangeAspect="1" noChangeArrowheads="1" noTextEdit="1"/>
          </p:cNvSpPr>
          <p:nvPr>
            <p:ph type="sldImg"/>
          </p:nvPr>
        </p:nvSpPr>
        <p:spPr>
          <a:ln/>
        </p:spPr>
      </p:sp>
      <p:sp>
        <p:nvSpPr>
          <p:cNvPr id="43011" name="Rectangle 3">
            <a:extLst>
              <a:ext uri="{FF2B5EF4-FFF2-40B4-BE49-F238E27FC236}">
                <a16:creationId xmlns:a16="http://schemas.microsoft.com/office/drawing/2014/main" id="{31003F4D-2E73-604A-A45F-4B1984415BD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223994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7">
            <a:extLst>
              <a:ext uri="{FF2B5EF4-FFF2-40B4-BE49-F238E27FC236}">
                <a16:creationId xmlns:a16="http://schemas.microsoft.com/office/drawing/2014/main" id="{B12057E6-80AB-FE49-874A-97E327F08C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2ED78E7-5C4C-CF42-BEDA-276C0F0E50AF}" type="slidenum">
              <a:rPr lang="en-US" altLang="zh-CN" sz="1200">
                <a:latin typeface="Arial" panose="020B0604020202020204" pitchFamily="34" charset="0"/>
              </a:rPr>
              <a:pPr/>
              <a:t>14</a:t>
            </a:fld>
            <a:endParaRPr lang="en-US" altLang="zh-CN" sz="1200">
              <a:latin typeface="Arial" panose="020B0604020202020204" pitchFamily="34" charset="0"/>
            </a:endParaRPr>
          </a:p>
        </p:txBody>
      </p:sp>
      <p:sp>
        <p:nvSpPr>
          <p:cNvPr id="45058" name="Rectangle 2">
            <a:extLst>
              <a:ext uri="{FF2B5EF4-FFF2-40B4-BE49-F238E27FC236}">
                <a16:creationId xmlns:a16="http://schemas.microsoft.com/office/drawing/2014/main" id="{579814DE-E14A-C74F-BA2D-1691872B660E}"/>
              </a:ext>
            </a:extLst>
          </p:cNvPr>
          <p:cNvSpPr>
            <a:spLocks noGrp="1" noRot="1" noChangeAspect="1" noChangeArrowheads="1" noTextEdit="1"/>
          </p:cNvSpPr>
          <p:nvPr>
            <p:ph type="sldImg"/>
          </p:nvPr>
        </p:nvSpPr>
        <p:spPr>
          <a:ln/>
        </p:spPr>
      </p:sp>
      <p:sp>
        <p:nvSpPr>
          <p:cNvPr id="45059" name="Rectangle 3">
            <a:extLst>
              <a:ext uri="{FF2B5EF4-FFF2-40B4-BE49-F238E27FC236}">
                <a16:creationId xmlns:a16="http://schemas.microsoft.com/office/drawing/2014/main" id="{A0114924-2D7E-0647-BEE0-6DC3878802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899162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7">
            <a:extLst>
              <a:ext uri="{FF2B5EF4-FFF2-40B4-BE49-F238E27FC236}">
                <a16:creationId xmlns:a16="http://schemas.microsoft.com/office/drawing/2014/main" id="{734B42C5-EC36-E744-B09D-73FBAAAE4E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E615152-AB56-0644-AABC-F863673D15DB}" type="slidenum">
              <a:rPr lang="en-US" altLang="zh-CN" sz="1200">
                <a:latin typeface="Arial" panose="020B0604020202020204" pitchFamily="34" charset="0"/>
              </a:rPr>
              <a:pPr/>
              <a:t>15</a:t>
            </a:fld>
            <a:endParaRPr lang="en-US" altLang="zh-CN" sz="1200">
              <a:latin typeface="Arial" panose="020B0604020202020204" pitchFamily="34" charset="0"/>
            </a:endParaRPr>
          </a:p>
        </p:txBody>
      </p:sp>
      <p:sp>
        <p:nvSpPr>
          <p:cNvPr id="47106" name="Rectangle 2">
            <a:extLst>
              <a:ext uri="{FF2B5EF4-FFF2-40B4-BE49-F238E27FC236}">
                <a16:creationId xmlns:a16="http://schemas.microsoft.com/office/drawing/2014/main" id="{8981A2F3-B589-0D42-9BCD-718A549B9B67}"/>
              </a:ext>
            </a:extLst>
          </p:cNvPr>
          <p:cNvSpPr>
            <a:spLocks noGrp="1" noRot="1" noChangeAspect="1" noChangeArrowheads="1" noTextEdit="1"/>
          </p:cNvSpPr>
          <p:nvPr>
            <p:ph type="sldImg"/>
          </p:nvPr>
        </p:nvSpPr>
        <p:spPr>
          <a:ln/>
        </p:spPr>
      </p:sp>
      <p:sp>
        <p:nvSpPr>
          <p:cNvPr id="47107" name="Rectangle 3">
            <a:extLst>
              <a:ext uri="{FF2B5EF4-FFF2-40B4-BE49-F238E27FC236}">
                <a16:creationId xmlns:a16="http://schemas.microsoft.com/office/drawing/2014/main" id="{F991EBE9-A0CC-E846-844A-11D775FCCC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812885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7">
            <a:extLst>
              <a:ext uri="{FF2B5EF4-FFF2-40B4-BE49-F238E27FC236}">
                <a16:creationId xmlns:a16="http://schemas.microsoft.com/office/drawing/2014/main" id="{419FEBBF-82BD-B340-9CB4-AD8A575F531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F26E68-8318-BC49-9DD7-DC6310C56180}" type="slidenum">
              <a:rPr lang="en-US" altLang="zh-CN" sz="1200">
                <a:latin typeface="Arial" panose="020B0604020202020204" pitchFamily="34" charset="0"/>
              </a:rPr>
              <a:pPr/>
              <a:t>16</a:t>
            </a:fld>
            <a:endParaRPr lang="en-US" altLang="zh-CN" sz="1200">
              <a:latin typeface="Arial" panose="020B0604020202020204" pitchFamily="34" charset="0"/>
            </a:endParaRPr>
          </a:p>
        </p:txBody>
      </p:sp>
      <p:sp>
        <p:nvSpPr>
          <p:cNvPr id="49154" name="Rectangle 2">
            <a:extLst>
              <a:ext uri="{FF2B5EF4-FFF2-40B4-BE49-F238E27FC236}">
                <a16:creationId xmlns:a16="http://schemas.microsoft.com/office/drawing/2014/main" id="{CDD513C8-C18F-B545-8630-061AD80D2C84}"/>
              </a:ext>
            </a:extLst>
          </p:cNvPr>
          <p:cNvSpPr>
            <a:spLocks noGrp="1" noRot="1" noChangeAspect="1" noChangeArrowheads="1" noTextEdit="1"/>
          </p:cNvSpPr>
          <p:nvPr>
            <p:ph type="sldImg"/>
          </p:nvPr>
        </p:nvSpPr>
        <p:spPr>
          <a:ln/>
        </p:spPr>
      </p:sp>
      <p:sp>
        <p:nvSpPr>
          <p:cNvPr id="49155" name="Rectangle 3">
            <a:extLst>
              <a:ext uri="{FF2B5EF4-FFF2-40B4-BE49-F238E27FC236}">
                <a16:creationId xmlns:a16="http://schemas.microsoft.com/office/drawing/2014/main" id="{35C6A4E2-0220-0D4A-83BA-BB44B9167A4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29947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7">
            <a:extLst>
              <a:ext uri="{FF2B5EF4-FFF2-40B4-BE49-F238E27FC236}">
                <a16:creationId xmlns:a16="http://schemas.microsoft.com/office/drawing/2014/main" id="{664FBB27-2626-704F-B5E1-AABBFC0FDE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9795B62-5184-9D48-8CD2-67E28B0C1F7C}" type="slidenum">
              <a:rPr lang="en-US" altLang="zh-CN" sz="1200">
                <a:latin typeface="Arial" panose="020B0604020202020204" pitchFamily="34" charset="0"/>
              </a:rPr>
              <a:pPr/>
              <a:t>17</a:t>
            </a:fld>
            <a:endParaRPr lang="en-US" altLang="zh-CN" sz="1200">
              <a:latin typeface="Arial" panose="020B0604020202020204" pitchFamily="34" charset="0"/>
            </a:endParaRPr>
          </a:p>
        </p:txBody>
      </p:sp>
      <p:sp>
        <p:nvSpPr>
          <p:cNvPr id="51202" name="Rectangle 2">
            <a:extLst>
              <a:ext uri="{FF2B5EF4-FFF2-40B4-BE49-F238E27FC236}">
                <a16:creationId xmlns:a16="http://schemas.microsoft.com/office/drawing/2014/main" id="{AC19F61C-3613-254A-B0D0-C83C95125526}"/>
              </a:ext>
            </a:extLst>
          </p:cNvPr>
          <p:cNvSpPr>
            <a:spLocks noGrp="1" noRot="1" noChangeAspect="1" noChangeArrowheads="1" noTextEdit="1"/>
          </p:cNvSpPr>
          <p:nvPr>
            <p:ph type="sldImg"/>
          </p:nvPr>
        </p:nvSpPr>
        <p:spPr>
          <a:ln/>
        </p:spPr>
      </p:sp>
      <p:sp>
        <p:nvSpPr>
          <p:cNvPr id="51203" name="Rectangle 3">
            <a:extLst>
              <a:ext uri="{FF2B5EF4-FFF2-40B4-BE49-F238E27FC236}">
                <a16:creationId xmlns:a16="http://schemas.microsoft.com/office/drawing/2014/main" id="{7AA678BF-D3BC-0942-A17F-48BCE8A1AB3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080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7">
            <a:extLst>
              <a:ext uri="{FF2B5EF4-FFF2-40B4-BE49-F238E27FC236}">
                <a16:creationId xmlns:a16="http://schemas.microsoft.com/office/drawing/2014/main" id="{A76C6DFA-3E35-1447-8734-EBE4435D33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61E387E-14CC-944A-A430-661255C43A94}" type="slidenum">
              <a:rPr lang="en-US" altLang="zh-CN" sz="1200">
                <a:latin typeface="Arial" panose="020B0604020202020204" pitchFamily="34" charset="0"/>
              </a:rPr>
              <a:pPr/>
              <a:t>18</a:t>
            </a:fld>
            <a:endParaRPr lang="en-US" altLang="zh-CN" sz="1200">
              <a:latin typeface="Arial" panose="020B0604020202020204" pitchFamily="34" charset="0"/>
            </a:endParaRPr>
          </a:p>
        </p:txBody>
      </p:sp>
      <p:sp>
        <p:nvSpPr>
          <p:cNvPr id="53250" name="Rectangle 2">
            <a:extLst>
              <a:ext uri="{FF2B5EF4-FFF2-40B4-BE49-F238E27FC236}">
                <a16:creationId xmlns:a16="http://schemas.microsoft.com/office/drawing/2014/main" id="{A497FEFC-A379-7144-97BB-710EC9788009}"/>
              </a:ext>
            </a:extLst>
          </p:cNvPr>
          <p:cNvSpPr>
            <a:spLocks noGrp="1" noRot="1" noChangeAspect="1" noChangeArrowheads="1" noTextEdit="1"/>
          </p:cNvSpPr>
          <p:nvPr>
            <p:ph type="sldImg"/>
          </p:nvPr>
        </p:nvSpPr>
        <p:spPr>
          <a:xfrm>
            <a:off x="-141288" y="860425"/>
            <a:ext cx="7631113" cy="4294188"/>
          </a:xfrm>
          <a:ln/>
        </p:spPr>
      </p:sp>
      <p:sp>
        <p:nvSpPr>
          <p:cNvPr id="53251" name="Rectangle 3">
            <a:extLst>
              <a:ext uri="{FF2B5EF4-FFF2-40B4-BE49-F238E27FC236}">
                <a16:creationId xmlns:a16="http://schemas.microsoft.com/office/drawing/2014/main" id="{D8653210-B075-5A44-B67F-F2487947D24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787114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7">
            <a:extLst>
              <a:ext uri="{FF2B5EF4-FFF2-40B4-BE49-F238E27FC236}">
                <a16:creationId xmlns:a16="http://schemas.microsoft.com/office/drawing/2014/main" id="{7986C032-31BD-D049-8AAE-79AE863D32F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2D4A20-3BBC-D740-9312-E3EDEF598484}" type="slidenum">
              <a:rPr lang="en-US" altLang="zh-CN" sz="1200">
                <a:latin typeface="Arial" panose="020B0604020202020204" pitchFamily="34" charset="0"/>
              </a:rPr>
              <a:pPr/>
              <a:t>19</a:t>
            </a:fld>
            <a:endParaRPr lang="en-US" altLang="zh-CN" sz="1200">
              <a:latin typeface="Arial" panose="020B0604020202020204" pitchFamily="34" charset="0"/>
            </a:endParaRPr>
          </a:p>
        </p:txBody>
      </p:sp>
      <p:sp>
        <p:nvSpPr>
          <p:cNvPr id="55298" name="Rectangle 2">
            <a:extLst>
              <a:ext uri="{FF2B5EF4-FFF2-40B4-BE49-F238E27FC236}">
                <a16:creationId xmlns:a16="http://schemas.microsoft.com/office/drawing/2014/main" id="{2C94EB7E-77A5-0C49-BA44-5F1A3BB97FE7}"/>
              </a:ext>
            </a:extLst>
          </p:cNvPr>
          <p:cNvSpPr>
            <a:spLocks noGrp="1" noRot="1" noChangeAspect="1" noChangeArrowheads="1" noTextEdit="1"/>
          </p:cNvSpPr>
          <p:nvPr>
            <p:ph type="sldImg"/>
          </p:nvPr>
        </p:nvSpPr>
        <p:spPr>
          <a:xfrm>
            <a:off x="-141288" y="860425"/>
            <a:ext cx="7631113" cy="4294188"/>
          </a:xfrm>
          <a:ln/>
        </p:spPr>
      </p:sp>
      <p:sp>
        <p:nvSpPr>
          <p:cNvPr id="55299" name="Rectangle 3">
            <a:extLst>
              <a:ext uri="{FF2B5EF4-FFF2-40B4-BE49-F238E27FC236}">
                <a16:creationId xmlns:a16="http://schemas.microsoft.com/office/drawing/2014/main" id="{73130B98-683C-4044-B060-2DF196D61BC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47361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Rectangle 7">
            <a:extLst>
              <a:ext uri="{FF2B5EF4-FFF2-40B4-BE49-F238E27FC236}">
                <a16:creationId xmlns:a16="http://schemas.microsoft.com/office/drawing/2014/main" id="{A679B7E8-6467-604D-B299-41D3B05B02E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52328A0-532E-2D47-B672-55AC12F90D5D}" type="slidenum">
              <a:rPr lang="en-US" altLang="zh-CN" sz="1200">
                <a:latin typeface="Arial" panose="020B0604020202020204" pitchFamily="34" charset="0"/>
              </a:rPr>
              <a:pPr/>
              <a:t>20</a:t>
            </a:fld>
            <a:endParaRPr lang="en-US" altLang="zh-CN" sz="1200">
              <a:latin typeface="Arial" panose="020B0604020202020204" pitchFamily="34" charset="0"/>
            </a:endParaRPr>
          </a:p>
        </p:txBody>
      </p:sp>
      <p:sp>
        <p:nvSpPr>
          <p:cNvPr id="57346" name="Rectangle 2">
            <a:extLst>
              <a:ext uri="{FF2B5EF4-FFF2-40B4-BE49-F238E27FC236}">
                <a16:creationId xmlns:a16="http://schemas.microsoft.com/office/drawing/2014/main" id="{22E24A79-1E27-A64B-968D-D1731AE5540E}"/>
              </a:ext>
            </a:extLst>
          </p:cNvPr>
          <p:cNvSpPr>
            <a:spLocks noGrp="1" noRot="1" noChangeAspect="1" noChangeArrowheads="1" noTextEdit="1"/>
          </p:cNvSpPr>
          <p:nvPr>
            <p:ph type="sldImg"/>
          </p:nvPr>
        </p:nvSpPr>
        <p:spPr>
          <a:xfrm>
            <a:off x="-141288" y="860425"/>
            <a:ext cx="7631113" cy="4294188"/>
          </a:xfrm>
          <a:ln/>
        </p:spPr>
      </p:sp>
      <p:sp>
        <p:nvSpPr>
          <p:cNvPr id="57347" name="Rectangle 3">
            <a:extLst>
              <a:ext uri="{FF2B5EF4-FFF2-40B4-BE49-F238E27FC236}">
                <a16:creationId xmlns:a16="http://schemas.microsoft.com/office/drawing/2014/main" id="{54C6F74F-0A05-574D-A90B-67BC727B21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5026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Rectangle 7">
            <a:extLst>
              <a:ext uri="{FF2B5EF4-FFF2-40B4-BE49-F238E27FC236}">
                <a16:creationId xmlns:a16="http://schemas.microsoft.com/office/drawing/2014/main" id="{B427E0C7-3311-824B-BE4C-DDB9D16F5D8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E08BAAF-57F3-A34E-9918-5ED6832F79A8}" type="slidenum">
              <a:rPr lang="en-US" altLang="zh-CN" sz="1200">
                <a:latin typeface="Arial" panose="020B0604020202020204" pitchFamily="34" charset="0"/>
              </a:rPr>
              <a:pPr/>
              <a:t>21</a:t>
            </a:fld>
            <a:endParaRPr lang="en-US" altLang="zh-CN" sz="1200">
              <a:latin typeface="Arial" panose="020B0604020202020204" pitchFamily="34" charset="0"/>
            </a:endParaRPr>
          </a:p>
        </p:txBody>
      </p:sp>
      <p:sp>
        <p:nvSpPr>
          <p:cNvPr id="59394" name="Rectangle 2">
            <a:extLst>
              <a:ext uri="{FF2B5EF4-FFF2-40B4-BE49-F238E27FC236}">
                <a16:creationId xmlns:a16="http://schemas.microsoft.com/office/drawing/2014/main" id="{E72A15FD-8D73-7248-AD4B-4E6A00E3C7C2}"/>
              </a:ext>
            </a:extLst>
          </p:cNvPr>
          <p:cNvSpPr>
            <a:spLocks noGrp="1" noRot="1" noChangeAspect="1" noChangeArrowheads="1" noTextEdit="1"/>
          </p:cNvSpPr>
          <p:nvPr>
            <p:ph type="sldImg"/>
          </p:nvPr>
        </p:nvSpPr>
        <p:spPr>
          <a:xfrm>
            <a:off x="-141288" y="860425"/>
            <a:ext cx="7631113" cy="4294188"/>
          </a:xfrm>
          <a:ln/>
        </p:spPr>
      </p:sp>
      <p:sp>
        <p:nvSpPr>
          <p:cNvPr id="59395" name="Rectangle 3">
            <a:extLst>
              <a:ext uri="{FF2B5EF4-FFF2-40B4-BE49-F238E27FC236}">
                <a16:creationId xmlns:a16="http://schemas.microsoft.com/office/drawing/2014/main" id="{2E94330F-0965-2F41-86FE-78515AF6ED5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4813071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7">
            <a:extLst>
              <a:ext uri="{FF2B5EF4-FFF2-40B4-BE49-F238E27FC236}">
                <a16:creationId xmlns:a16="http://schemas.microsoft.com/office/drawing/2014/main" id="{8ED57124-B887-AB47-BC20-26AD9605F3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C56D9E6-7199-224C-B315-6D575105B871}" type="slidenum">
              <a:rPr lang="en-US" altLang="zh-CN" sz="1200">
                <a:latin typeface="Arial" panose="020B0604020202020204" pitchFamily="34" charset="0"/>
              </a:rPr>
              <a:pPr/>
              <a:t>22</a:t>
            </a:fld>
            <a:endParaRPr lang="en-US" altLang="zh-CN" sz="1200">
              <a:latin typeface="Arial" panose="020B0604020202020204" pitchFamily="34" charset="0"/>
            </a:endParaRPr>
          </a:p>
        </p:txBody>
      </p:sp>
      <p:sp>
        <p:nvSpPr>
          <p:cNvPr id="61442" name="Rectangle 2">
            <a:extLst>
              <a:ext uri="{FF2B5EF4-FFF2-40B4-BE49-F238E27FC236}">
                <a16:creationId xmlns:a16="http://schemas.microsoft.com/office/drawing/2014/main" id="{25632708-5C25-4D4D-A428-C75F8F5C10FA}"/>
              </a:ext>
            </a:extLst>
          </p:cNvPr>
          <p:cNvSpPr>
            <a:spLocks noGrp="1" noRot="1" noChangeAspect="1" noChangeArrowheads="1" noTextEdit="1"/>
          </p:cNvSpPr>
          <p:nvPr>
            <p:ph type="sldImg"/>
          </p:nvPr>
        </p:nvSpPr>
        <p:spPr>
          <a:xfrm>
            <a:off x="-141288" y="860425"/>
            <a:ext cx="7631113" cy="4294188"/>
          </a:xfrm>
          <a:ln/>
        </p:spPr>
      </p:sp>
      <p:sp>
        <p:nvSpPr>
          <p:cNvPr id="61443" name="Rectangle 3">
            <a:extLst>
              <a:ext uri="{FF2B5EF4-FFF2-40B4-BE49-F238E27FC236}">
                <a16:creationId xmlns:a16="http://schemas.microsoft.com/office/drawing/2014/main" id="{80A1D5A2-C95A-C146-9EFD-C49A7E48115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01753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7">
            <a:extLst>
              <a:ext uri="{FF2B5EF4-FFF2-40B4-BE49-F238E27FC236}">
                <a16:creationId xmlns:a16="http://schemas.microsoft.com/office/drawing/2014/main" id="{F95D1FEC-FDB1-124B-8AE2-6DC0B93428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DB5D97F-1040-C043-AF25-9D3B07F4F5CD}" type="slidenum">
              <a:rPr lang="en-US" altLang="zh-CN" sz="1200">
                <a:latin typeface="Arial" panose="020B0604020202020204" pitchFamily="34" charset="0"/>
              </a:rPr>
              <a:pPr/>
              <a:t>23</a:t>
            </a:fld>
            <a:endParaRPr lang="en-US" altLang="zh-CN" sz="1200">
              <a:latin typeface="Arial" panose="020B0604020202020204" pitchFamily="34" charset="0"/>
            </a:endParaRPr>
          </a:p>
        </p:txBody>
      </p:sp>
      <p:sp>
        <p:nvSpPr>
          <p:cNvPr id="63490" name="Rectangle 2">
            <a:extLst>
              <a:ext uri="{FF2B5EF4-FFF2-40B4-BE49-F238E27FC236}">
                <a16:creationId xmlns:a16="http://schemas.microsoft.com/office/drawing/2014/main" id="{BF78EC1C-538B-8042-A4BA-E76DDF779F9E}"/>
              </a:ext>
            </a:extLst>
          </p:cNvPr>
          <p:cNvSpPr>
            <a:spLocks noGrp="1" noRot="1" noChangeAspect="1" noChangeArrowheads="1" noTextEdit="1"/>
          </p:cNvSpPr>
          <p:nvPr>
            <p:ph type="sldImg"/>
          </p:nvPr>
        </p:nvSpPr>
        <p:spPr>
          <a:ln/>
        </p:spPr>
      </p:sp>
      <p:sp>
        <p:nvSpPr>
          <p:cNvPr id="63491" name="Rectangle 3">
            <a:extLst>
              <a:ext uri="{FF2B5EF4-FFF2-40B4-BE49-F238E27FC236}">
                <a16:creationId xmlns:a16="http://schemas.microsoft.com/office/drawing/2014/main" id="{F92B4D46-B02C-7247-AD67-732AF571FE2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6963334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Rectangle 7">
            <a:extLst>
              <a:ext uri="{FF2B5EF4-FFF2-40B4-BE49-F238E27FC236}">
                <a16:creationId xmlns:a16="http://schemas.microsoft.com/office/drawing/2014/main" id="{3C56EBAC-ADA0-BE4F-95FF-D154E89867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B0A4709-FCCD-5846-BA63-AFF2BE66C270}" type="slidenum">
              <a:rPr lang="en-US" altLang="zh-CN" sz="1200">
                <a:latin typeface="Arial" panose="020B0604020202020204" pitchFamily="34" charset="0"/>
              </a:rPr>
              <a:pPr/>
              <a:t>24</a:t>
            </a:fld>
            <a:endParaRPr lang="en-US" altLang="zh-CN" sz="1200">
              <a:latin typeface="Arial" panose="020B0604020202020204" pitchFamily="34" charset="0"/>
            </a:endParaRPr>
          </a:p>
        </p:txBody>
      </p:sp>
      <p:sp>
        <p:nvSpPr>
          <p:cNvPr id="65538" name="Rectangle 2">
            <a:extLst>
              <a:ext uri="{FF2B5EF4-FFF2-40B4-BE49-F238E27FC236}">
                <a16:creationId xmlns:a16="http://schemas.microsoft.com/office/drawing/2014/main" id="{D3A17121-F6A6-EB43-96DC-55963AD55626}"/>
              </a:ext>
            </a:extLst>
          </p:cNvPr>
          <p:cNvSpPr>
            <a:spLocks noGrp="1" noRot="1" noChangeAspect="1" noChangeArrowheads="1" noTextEdit="1"/>
          </p:cNvSpPr>
          <p:nvPr>
            <p:ph type="sldImg"/>
          </p:nvPr>
        </p:nvSpPr>
        <p:spPr>
          <a:ln/>
        </p:spPr>
      </p:sp>
      <p:sp>
        <p:nvSpPr>
          <p:cNvPr id="65539" name="Rectangle 3">
            <a:extLst>
              <a:ext uri="{FF2B5EF4-FFF2-40B4-BE49-F238E27FC236}">
                <a16:creationId xmlns:a16="http://schemas.microsoft.com/office/drawing/2014/main" id="{F750E51E-EE5A-C248-9555-89AF88E19D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829485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7">
            <a:extLst>
              <a:ext uri="{FF2B5EF4-FFF2-40B4-BE49-F238E27FC236}">
                <a16:creationId xmlns:a16="http://schemas.microsoft.com/office/drawing/2014/main" id="{E18A1300-2F36-0445-BAF4-96C228BF570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62E0852-ED8C-4D4A-99D6-963BF6A0B9FA}" type="slidenum">
              <a:rPr lang="en-US" altLang="zh-CN" sz="1200">
                <a:latin typeface="Arial" panose="020B0604020202020204" pitchFamily="34" charset="0"/>
              </a:rPr>
              <a:pPr/>
              <a:t>25</a:t>
            </a:fld>
            <a:endParaRPr lang="en-US" altLang="zh-CN" sz="1200">
              <a:latin typeface="Arial" panose="020B0604020202020204" pitchFamily="34" charset="0"/>
            </a:endParaRPr>
          </a:p>
        </p:txBody>
      </p:sp>
      <p:sp>
        <p:nvSpPr>
          <p:cNvPr id="67586" name="Rectangle 2">
            <a:extLst>
              <a:ext uri="{FF2B5EF4-FFF2-40B4-BE49-F238E27FC236}">
                <a16:creationId xmlns:a16="http://schemas.microsoft.com/office/drawing/2014/main" id="{B6782024-54FD-B84E-9ADC-68A7B7563985}"/>
              </a:ext>
            </a:extLst>
          </p:cNvPr>
          <p:cNvSpPr>
            <a:spLocks noGrp="1" noRot="1" noChangeAspect="1" noChangeArrowheads="1" noTextEdit="1"/>
          </p:cNvSpPr>
          <p:nvPr>
            <p:ph type="sldImg"/>
          </p:nvPr>
        </p:nvSpPr>
        <p:spPr>
          <a:ln/>
        </p:spPr>
      </p:sp>
      <p:sp>
        <p:nvSpPr>
          <p:cNvPr id="67587" name="Rectangle 3">
            <a:extLst>
              <a:ext uri="{FF2B5EF4-FFF2-40B4-BE49-F238E27FC236}">
                <a16:creationId xmlns:a16="http://schemas.microsoft.com/office/drawing/2014/main" id="{625D2077-FA21-E946-BD93-D2446EEA95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779848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Rectangle 7">
            <a:extLst>
              <a:ext uri="{FF2B5EF4-FFF2-40B4-BE49-F238E27FC236}">
                <a16:creationId xmlns:a16="http://schemas.microsoft.com/office/drawing/2014/main" id="{E84C5890-0BED-624F-A923-64B43A4D3D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00AA7D0-5330-5F41-A0ED-B9799694B14C}" type="slidenum">
              <a:rPr lang="en-US" altLang="zh-CN" sz="1200">
                <a:latin typeface="Arial" panose="020B0604020202020204" pitchFamily="34" charset="0"/>
              </a:rPr>
              <a:pPr/>
              <a:t>26</a:t>
            </a:fld>
            <a:endParaRPr lang="en-US" altLang="zh-CN" sz="1200">
              <a:latin typeface="Arial" panose="020B0604020202020204" pitchFamily="34" charset="0"/>
            </a:endParaRPr>
          </a:p>
        </p:txBody>
      </p:sp>
      <p:sp>
        <p:nvSpPr>
          <p:cNvPr id="69634" name="Rectangle 2">
            <a:extLst>
              <a:ext uri="{FF2B5EF4-FFF2-40B4-BE49-F238E27FC236}">
                <a16:creationId xmlns:a16="http://schemas.microsoft.com/office/drawing/2014/main" id="{35E21D3E-F2A4-904E-9572-9488E9DE18A9}"/>
              </a:ext>
            </a:extLst>
          </p:cNvPr>
          <p:cNvSpPr>
            <a:spLocks noGrp="1" noRot="1" noChangeAspect="1" noChangeArrowheads="1" noTextEdit="1"/>
          </p:cNvSpPr>
          <p:nvPr>
            <p:ph type="sldImg"/>
          </p:nvPr>
        </p:nvSpPr>
        <p:spPr>
          <a:ln/>
        </p:spPr>
      </p:sp>
      <p:sp>
        <p:nvSpPr>
          <p:cNvPr id="69635" name="Rectangle 3">
            <a:extLst>
              <a:ext uri="{FF2B5EF4-FFF2-40B4-BE49-F238E27FC236}">
                <a16:creationId xmlns:a16="http://schemas.microsoft.com/office/drawing/2014/main" id="{CE5185C7-3062-4D4A-9C5B-B4C683E3B9D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62670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Rectangle 7">
            <a:extLst>
              <a:ext uri="{FF2B5EF4-FFF2-40B4-BE49-F238E27FC236}">
                <a16:creationId xmlns:a16="http://schemas.microsoft.com/office/drawing/2014/main" id="{23D055FF-F1FD-9E4A-B5ED-CB5B512838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0A641B4-6357-6D40-A4F6-E9C5E044E710}" type="slidenum">
              <a:rPr lang="en-US" altLang="zh-CN" sz="1200">
                <a:latin typeface="Arial" panose="020B0604020202020204" pitchFamily="34" charset="0"/>
              </a:rPr>
              <a:pPr/>
              <a:t>27</a:t>
            </a:fld>
            <a:endParaRPr lang="en-US" altLang="zh-CN" sz="1200">
              <a:latin typeface="Arial" panose="020B0604020202020204" pitchFamily="34" charset="0"/>
            </a:endParaRPr>
          </a:p>
        </p:txBody>
      </p:sp>
      <p:sp>
        <p:nvSpPr>
          <p:cNvPr id="71682" name="Rectangle 2">
            <a:extLst>
              <a:ext uri="{FF2B5EF4-FFF2-40B4-BE49-F238E27FC236}">
                <a16:creationId xmlns:a16="http://schemas.microsoft.com/office/drawing/2014/main" id="{EEC42707-F418-584C-9365-EE3FE2B83680}"/>
              </a:ext>
            </a:extLst>
          </p:cNvPr>
          <p:cNvSpPr>
            <a:spLocks noGrp="1" noRot="1" noChangeAspect="1" noChangeArrowheads="1" noTextEdit="1"/>
          </p:cNvSpPr>
          <p:nvPr>
            <p:ph type="sldImg"/>
          </p:nvPr>
        </p:nvSpPr>
        <p:spPr>
          <a:ln/>
        </p:spPr>
      </p:sp>
      <p:sp>
        <p:nvSpPr>
          <p:cNvPr id="71683" name="Rectangle 3">
            <a:extLst>
              <a:ext uri="{FF2B5EF4-FFF2-40B4-BE49-F238E27FC236}">
                <a16:creationId xmlns:a16="http://schemas.microsoft.com/office/drawing/2014/main" id="{CBC448F5-BEAC-C145-A344-E081C27716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8910402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Rectangle 7">
            <a:extLst>
              <a:ext uri="{FF2B5EF4-FFF2-40B4-BE49-F238E27FC236}">
                <a16:creationId xmlns:a16="http://schemas.microsoft.com/office/drawing/2014/main" id="{26B82FEB-8EB3-7143-BDAB-51C435BE167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36691-CE0F-584E-B474-1A45FF2EB8CC}" type="slidenum">
              <a:rPr lang="en-US" altLang="zh-CN" sz="1200">
                <a:latin typeface="Arial" panose="020B0604020202020204" pitchFamily="34" charset="0"/>
              </a:rPr>
              <a:pPr/>
              <a:t>28</a:t>
            </a:fld>
            <a:endParaRPr lang="en-US" altLang="zh-CN" sz="1200">
              <a:latin typeface="Arial" panose="020B0604020202020204" pitchFamily="34" charset="0"/>
            </a:endParaRPr>
          </a:p>
        </p:txBody>
      </p:sp>
      <p:sp>
        <p:nvSpPr>
          <p:cNvPr id="73730" name="Rectangle 2">
            <a:extLst>
              <a:ext uri="{FF2B5EF4-FFF2-40B4-BE49-F238E27FC236}">
                <a16:creationId xmlns:a16="http://schemas.microsoft.com/office/drawing/2014/main" id="{84ED6E8E-F2B3-4E46-A9BB-343459C4B3E0}"/>
              </a:ext>
            </a:extLst>
          </p:cNvPr>
          <p:cNvSpPr>
            <a:spLocks noGrp="1" noRot="1" noChangeAspect="1" noChangeArrowheads="1" noTextEdit="1"/>
          </p:cNvSpPr>
          <p:nvPr>
            <p:ph type="sldImg"/>
          </p:nvPr>
        </p:nvSpPr>
        <p:spPr>
          <a:ln/>
        </p:spPr>
      </p:sp>
      <p:sp>
        <p:nvSpPr>
          <p:cNvPr id="73731" name="Rectangle 3">
            <a:extLst>
              <a:ext uri="{FF2B5EF4-FFF2-40B4-BE49-F238E27FC236}">
                <a16:creationId xmlns:a16="http://schemas.microsoft.com/office/drawing/2014/main" id="{F6D0B8D8-A390-E64C-A13A-218B44D6AE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786015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a:extLst>
              <a:ext uri="{FF2B5EF4-FFF2-40B4-BE49-F238E27FC236}">
                <a16:creationId xmlns:a16="http://schemas.microsoft.com/office/drawing/2014/main" id="{1F2A4262-9C8F-3F47-A319-A132352C87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10AA21E-05B6-B943-8909-0AD1DDA08E1B}" type="slidenum">
              <a:rPr lang="en-US" altLang="zh-CN" sz="1200">
                <a:latin typeface="Arial" panose="020B0604020202020204" pitchFamily="34" charset="0"/>
              </a:rPr>
              <a:pPr/>
              <a:t>29</a:t>
            </a:fld>
            <a:endParaRPr lang="en-US" altLang="zh-CN" sz="1200">
              <a:latin typeface="Arial" panose="020B0604020202020204" pitchFamily="34" charset="0"/>
            </a:endParaRPr>
          </a:p>
        </p:txBody>
      </p:sp>
      <p:sp>
        <p:nvSpPr>
          <p:cNvPr id="75778" name="Rectangle 2">
            <a:extLst>
              <a:ext uri="{FF2B5EF4-FFF2-40B4-BE49-F238E27FC236}">
                <a16:creationId xmlns:a16="http://schemas.microsoft.com/office/drawing/2014/main" id="{3F954439-AC3C-7C49-84E9-EBC2E1C3A694}"/>
              </a:ext>
            </a:extLst>
          </p:cNvPr>
          <p:cNvSpPr>
            <a:spLocks noGrp="1" noRot="1" noChangeAspect="1" noChangeArrowheads="1" noTextEdit="1"/>
          </p:cNvSpPr>
          <p:nvPr>
            <p:ph type="sldImg"/>
          </p:nvPr>
        </p:nvSpPr>
        <p:spPr>
          <a:ln/>
        </p:spPr>
      </p:sp>
      <p:sp>
        <p:nvSpPr>
          <p:cNvPr id="75779" name="Rectangle 3">
            <a:extLst>
              <a:ext uri="{FF2B5EF4-FFF2-40B4-BE49-F238E27FC236}">
                <a16:creationId xmlns:a16="http://schemas.microsoft.com/office/drawing/2014/main" id="{2F4ACC6C-3EFC-5B4A-B459-1E8D2FEE41A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417132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7">
            <a:extLst>
              <a:ext uri="{FF2B5EF4-FFF2-40B4-BE49-F238E27FC236}">
                <a16:creationId xmlns:a16="http://schemas.microsoft.com/office/drawing/2014/main" id="{392600CC-8F9A-4048-B765-622CBB0213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BC4A21C-1AF3-214E-B83D-4832AE1B3A22}" type="slidenum">
              <a:rPr lang="en-US" altLang="zh-CN" sz="1200">
                <a:latin typeface="Arial" panose="020B0604020202020204" pitchFamily="34" charset="0"/>
              </a:rPr>
              <a:pPr/>
              <a:t>30</a:t>
            </a:fld>
            <a:endParaRPr lang="en-US" altLang="zh-CN" sz="1200">
              <a:latin typeface="Arial" panose="020B0604020202020204" pitchFamily="34" charset="0"/>
            </a:endParaRPr>
          </a:p>
        </p:txBody>
      </p:sp>
      <p:sp>
        <p:nvSpPr>
          <p:cNvPr id="77826" name="Rectangle 2">
            <a:extLst>
              <a:ext uri="{FF2B5EF4-FFF2-40B4-BE49-F238E27FC236}">
                <a16:creationId xmlns:a16="http://schemas.microsoft.com/office/drawing/2014/main" id="{F94D3290-6879-AC49-B299-D19B9065E4A7}"/>
              </a:ext>
            </a:extLst>
          </p:cNvPr>
          <p:cNvSpPr>
            <a:spLocks noGrp="1" noRot="1" noChangeAspect="1" noChangeArrowheads="1" noTextEdit="1"/>
          </p:cNvSpPr>
          <p:nvPr>
            <p:ph type="sldImg"/>
          </p:nvPr>
        </p:nvSpPr>
        <p:spPr>
          <a:ln/>
        </p:spPr>
      </p:sp>
      <p:sp>
        <p:nvSpPr>
          <p:cNvPr id="77827" name="Rectangle 3">
            <a:extLst>
              <a:ext uri="{FF2B5EF4-FFF2-40B4-BE49-F238E27FC236}">
                <a16:creationId xmlns:a16="http://schemas.microsoft.com/office/drawing/2014/main" id="{0DF5B607-B814-D14A-B5BB-B19D52E655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9849567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Rectangle 7">
            <a:extLst>
              <a:ext uri="{FF2B5EF4-FFF2-40B4-BE49-F238E27FC236}">
                <a16:creationId xmlns:a16="http://schemas.microsoft.com/office/drawing/2014/main" id="{407EEAC0-32DB-2540-82D0-44969969031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A4524B-DC24-4048-91D7-C3F8C8605934}" type="slidenum">
              <a:rPr lang="en-US" altLang="zh-CN" sz="1200">
                <a:latin typeface="Arial" panose="020B0604020202020204" pitchFamily="34" charset="0"/>
              </a:rPr>
              <a:pPr/>
              <a:t>31</a:t>
            </a:fld>
            <a:endParaRPr lang="en-US" altLang="zh-CN" sz="1200">
              <a:latin typeface="Arial" panose="020B0604020202020204" pitchFamily="34" charset="0"/>
            </a:endParaRPr>
          </a:p>
        </p:txBody>
      </p:sp>
      <p:sp>
        <p:nvSpPr>
          <p:cNvPr id="79874" name="Rectangle 2">
            <a:extLst>
              <a:ext uri="{FF2B5EF4-FFF2-40B4-BE49-F238E27FC236}">
                <a16:creationId xmlns:a16="http://schemas.microsoft.com/office/drawing/2014/main" id="{0BF63810-28E3-404E-B179-831D89FD490D}"/>
              </a:ext>
            </a:extLst>
          </p:cNvPr>
          <p:cNvSpPr>
            <a:spLocks noGrp="1" noRot="1" noChangeAspect="1" noChangeArrowheads="1" noTextEdit="1"/>
          </p:cNvSpPr>
          <p:nvPr>
            <p:ph type="sldImg"/>
          </p:nvPr>
        </p:nvSpPr>
        <p:spPr>
          <a:ln/>
        </p:spPr>
      </p:sp>
      <p:sp>
        <p:nvSpPr>
          <p:cNvPr id="79875" name="Rectangle 3">
            <a:extLst>
              <a:ext uri="{FF2B5EF4-FFF2-40B4-BE49-F238E27FC236}">
                <a16:creationId xmlns:a16="http://schemas.microsoft.com/office/drawing/2014/main" id="{DFC77A4D-1D7B-9349-98D0-B405F7CF17F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925465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Rectangle 7">
            <a:extLst>
              <a:ext uri="{FF2B5EF4-FFF2-40B4-BE49-F238E27FC236}">
                <a16:creationId xmlns:a16="http://schemas.microsoft.com/office/drawing/2014/main" id="{DFBE4B89-67BD-2B4D-97F6-A4AE11885F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FD9315-EC12-C847-9852-D8CC769B742B}" type="slidenum">
              <a:rPr lang="en-US" altLang="zh-CN" sz="1200">
                <a:latin typeface="Arial" panose="020B0604020202020204" pitchFamily="34" charset="0"/>
              </a:rPr>
              <a:pPr/>
              <a:t>32</a:t>
            </a:fld>
            <a:endParaRPr lang="en-US" altLang="zh-CN" sz="1200">
              <a:latin typeface="Arial" panose="020B0604020202020204" pitchFamily="34" charset="0"/>
            </a:endParaRPr>
          </a:p>
        </p:txBody>
      </p:sp>
      <p:sp>
        <p:nvSpPr>
          <p:cNvPr id="81922" name="Rectangle 2">
            <a:extLst>
              <a:ext uri="{FF2B5EF4-FFF2-40B4-BE49-F238E27FC236}">
                <a16:creationId xmlns:a16="http://schemas.microsoft.com/office/drawing/2014/main" id="{E3E37A95-218F-7346-858C-28E23C21874C}"/>
              </a:ext>
            </a:extLst>
          </p:cNvPr>
          <p:cNvSpPr>
            <a:spLocks noGrp="1" noRot="1" noChangeAspect="1" noChangeArrowheads="1" noTextEdit="1"/>
          </p:cNvSpPr>
          <p:nvPr>
            <p:ph type="sldImg"/>
          </p:nvPr>
        </p:nvSpPr>
        <p:spPr>
          <a:ln/>
        </p:spPr>
      </p:sp>
      <p:sp>
        <p:nvSpPr>
          <p:cNvPr id="81923" name="Rectangle 3">
            <a:extLst>
              <a:ext uri="{FF2B5EF4-FFF2-40B4-BE49-F238E27FC236}">
                <a16:creationId xmlns:a16="http://schemas.microsoft.com/office/drawing/2014/main" id="{9C2C7C30-4A55-EB45-8290-D92BA1321A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19797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7">
            <a:extLst>
              <a:ext uri="{FF2B5EF4-FFF2-40B4-BE49-F238E27FC236}">
                <a16:creationId xmlns:a16="http://schemas.microsoft.com/office/drawing/2014/main" id="{BA908D39-78A7-D74A-88E1-073D1C6BE4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5DEA5B-4710-6D4B-97FE-DD7FF3FE0E11}" type="slidenum">
              <a:rPr lang="en-US" altLang="zh-CN" sz="1200">
                <a:latin typeface="Arial" panose="020B0604020202020204" pitchFamily="34" charset="0"/>
              </a:rPr>
              <a:pPr/>
              <a:t>33</a:t>
            </a:fld>
            <a:endParaRPr lang="en-US" altLang="zh-CN" sz="1200">
              <a:latin typeface="Arial" panose="020B0604020202020204" pitchFamily="34" charset="0"/>
            </a:endParaRPr>
          </a:p>
        </p:txBody>
      </p:sp>
      <p:sp>
        <p:nvSpPr>
          <p:cNvPr id="83970" name="Rectangle 2">
            <a:extLst>
              <a:ext uri="{FF2B5EF4-FFF2-40B4-BE49-F238E27FC236}">
                <a16:creationId xmlns:a16="http://schemas.microsoft.com/office/drawing/2014/main" id="{4790C422-E2C5-E74C-A07F-05F85829DC8A}"/>
              </a:ext>
            </a:extLst>
          </p:cNvPr>
          <p:cNvSpPr>
            <a:spLocks noGrp="1" noRot="1" noChangeAspect="1" noChangeArrowheads="1" noTextEdit="1"/>
          </p:cNvSpPr>
          <p:nvPr>
            <p:ph type="sldImg"/>
          </p:nvPr>
        </p:nvSpPr>
        <p:spPr>
          <a:ln/>
        </p:spPr>
      </p:sp>
      <p:sp>
        <p:nvSpPr>
          <p:cNvPr id="83971" name="Rectangle 3">
            <a:extLst>
              <a:ext uri="{FF2B5EF4-FFF2-40B4-BE49-F238E27FC236}">
                <a16:creationId xmlns:a16="http://schemas.microsoft.com/office/drawing/2014/main" id="{51937968-28FF-2B46-BEB8-14F6734AEA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864782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Rectangle 7">
            <a:extLst>
              <a:ext uri="{FF2B5EF4-FFF2-40B4-BE49-F238E27FC236}">
                <a16:creationId xmlns:a16="http://schemas.microsoft.com/office/drawing/2014/main" id="{5BC65B19-F75E-CF46-9314-5A1BFC0F049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21760C-D281-0E4D-9E42-18B485195F72}" type="slidenum">
              <a:rPr lang="en-US" altLang="zh-CN" sz="1200">
                <a:latin typeface="Arial" panose="020B0604020202020204" pitchFamily="34" charset="0"/>
              </a:rPr>
              <a:pPr/>
              <a:t>34</a:t>
            </a:fld>
            <a:endParaRPr lang="en-US" altLang="zh-CN" sz="1200">
              <a:latin typeface="Arial" panose="020B0604020202020204" pitchFamily="34" charset="0"/>
            </a:endParaRPr>
          </a:p>
        </p:txBody>
      </p:sp>
      <p:sp>
        <p:nvSpPr>
          <p:cNvPr id="86018" name="Rectangle 2">
            <a:extLst>
              <a:ext uri="{FF2B5EF4-FFF2-40B4-BE49-F238E27FC236}">
                <a16:creationId xmlns:a16="http://schemas.microsoft.com/office/drawing/2014/main" id="{F0A983FC-00BB-5E48-92E4-900F1592ED15}"/>
              </a:ext>
            </a:extLst>
          </p:cNvPr>
          <p:cNvSpPr>
            <a:spLocks noGrp="1" noRot="1" noChangeAspect="1" noChangeArrowheads="1" noTextEdit="1"/>
          </p:cNvSpPr>
          <p:nvPr>
            <p:ph type="sldImg"/>
          </p:nvPr>
        </p:nvSpPr>
        <p:spPr>
          <a:ln/>
        </p:spPr>
      </p:sp>
      <p:sp>
        <p:nvSpPr>
          <p:cNvPr id="86019" name="Rectangle 3">
            <a:extLst>
              <a:ext uri="{FF2B5EF4-FFF2-40B4-BE49-F238E27FC236}">
                <a16:creationId xmlns:a16="http://schemas.microsoft.com/office/drawing/2014/main" id="{858F48F3-665F-C845-881F-C0AB944ED2C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99912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Rectangle 7">
            <a:extLst>
              <a:ext uri="{FF2B5EF4-FFF2-40B4-BE49-F238E27FC236}">
                <a16:creationId xmlns:a16="http://schemas.microsoft.com/office/drawing/2014/main" id="{ABCB6D70-3299-A949-89A3-E6343F1963D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933876-536C-1A41-A5CF-AD0298004A46}" type="slidenum">
              <a:rPr lang="en-US" altLang="zh-CN" sz="1200">
                <a:latin typeface="Arial" panose="020B0604020202020204" pitchFamily="34" charset="0"/>
              </a:rPr>
              <a:pPr/>
              <a:t>35</a:t>
            </a:fld>
            <a:endParaRPr lang="en-US" altLang="zh-CN" sz="1200">
              <a:latin typeface="Arial" panose="020B0604020202020204" pitchFamily="34" charset="0"/>
            </a:endParaRPr>
          </a:p>
        </p:txBody>
      </p:sp>
      <p:sp>
        <p:nvSpPr>
          <p:cNvPr id="88066" name="Rectangle 2">
            <a:extLst>
              <a:ext uri="{FF2B5EF4-FFF2-40B4-BE49-F238E27FC236}">
                <a16:creationId xmlns:a16="http://schemas.microsoft.com/office/drawing/2014/main" id="{0556756F-4D7D-DA44-90D2-90154B50C13A}"/>
              </a:ext>
            </a:extLst>
          </p:cNvPr>
          <p:cNvSpPr>
            <a:spLocks noGrp="1" noRot="1" noChangeAspect="1" noChangeArrowheads="1" noTextEdit="1"/>
          </p:cNvSpPr>
          <p:nvPr>
            <p:ph type="sldImg"/>
          </p:nvPr>
        </p:nvSpPr>
        <p:spPr>
          <a:ln/>
        </p:spPr>
      </p:sp>
      <p:sp>
        <p:nvSpPr>
          <p:cNvPr id="88067" name="Rectangle 3">
            <a:extLst>
              <a:ext uri="{FF2B5EF4-FFF2-40B4-BE49-F238E27FC236}">
                <a16:creationId xmlns:a16="http://schemas.microsoft.com/office/drawing/2014/main" id="{E6A2FB7E-0A1B-B842-95A3-83A7F8D088A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1055657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Rectangle 7">
            <a:extLst>
              <a:ext uri="{FF2B5EF4-FFF2-40B4-BE49-F238E27FC236}">
                <a16:creationId xmlns:a16="http://schemas.microsoft.com/office/drawing/2014/main" id="{4FE8C2DA-806D-F54E-B37E-752686AEF0D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965CE6-198A-CB42-AD85-BEBB3ED2E932}" type="slidenum">
              <a:rPr lang="en-US" altLang="zh-CN" sz="1200">
                <a:latin typeface="Arial" panose="020B0604020202020204" pitchFamily="34" charset="0"/>
              </a:rPr>
              <a:pPr/>
              <a:t>36</a:t>
            </a:fld>
            <a:endParaRPr lang="en-US" altLang="zh-CN" sz="1200">
              <a:latin typeface="Arial" panose="020B0604020202020204" pitchFamily="34" charset="0"/>
            </a:endParaRPr>
          </a:p>
        </p:txBody>
      </p:sp>
      <p:sp>
        <p:nvSpPr>
          <p:cNvPr id="90114" name="Rectangle 2">
            <a:extLst>
              <a:ext uri="{FF2B5EF4-FFF2-40B4-BE49-F238E27FC236}">
                <a16:creationId xmlns:a16="http://schemas.microsoft.com/office/drawing/2014/main" id="{8F8FA0C1-B1B0-0D48-9296-B6FB31F3CE3C}"/>
              </a:ext>
            </a:extLst>
          </p:cNvPr>
          <p:cNvSpPr>
            <a:spLocks noGrp="1" noRot="1" noChangeAspect="1" noChangeArrowheads="1" noTextEdit="1"/>
          </p:cNvSpPr>
          <p:nvPr>
            <p:ph type="sldImg"/>
          </p:nvPr>
        </p:nvSpPr>
        <p:spPr>
          <a:ln/>
        </p:spPr>
      </p:sp>
      <p:sp>
        <p:nvSpPr>
          <p:cNvPr id="90115" name="Rectangle 3">
            <a:extLst>
              <a:ext uri="{FF2B5EF4-FFF2-40B4-BE49-F238E27FC236}">
                <a16:creationId xmlns:a16="http://schemas.microsoft.com/office/drawing/2014/main" id="{D1C00BDC-A6A9-2E48-846C-4D165A2713C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32268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7">
            <a:extLst>
              <a:ext uri="{FF2B5EF4-FFF2-40B4-BE49-F238E27FC236}">
                <a16:creationId xmlns:a16="http://schemas.microsoft.com/office/drawing/2014/main" id="{DEB4E78B-352B-DB44-B579-D05503ECED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D1FEDD0-9009-B243-A12E-C8D9D11DBF7F}" type="slidenum">
              <a:rPr lang="en-US" altLang="zh-CN" sz="1200">
                <a:latin typeface="Arial" panose="020B0604020202020204" pitchFamily="34" charset="0"/>
              </a:rPr>
              <a:pPr/>
              <a:t>37</a:t>
            </a:fld>
            <a:endParaRPr lang="en-US" altLang="zh-CN" sz="1200">
              <a:latin typeface="Arial" panose="020B0604020202020204" pitchFamily="34" charset="0"/>
            </a:endParaRPr>
          </a:p>
        </p:txBody>
      </p:sp>
      <p:sp>
        <p:nvSpPr>
          <p:cNvPr id="92162" name="Rectangle 2">
            <a:extLst>
              <a:ext uri="{FF2B5EF4-FFF2-40B4-BE49-F238E27FC236}">
                <a16:creationId xmlns:a16="http://schemas.microsoft.com/office/drawing/2014/main" id="{E53E21EB-2363-9943-91ED-095791C7087C}"/>
              </a:ext>
            </a:extLst>
          </p:cNvPr>
          <p:cNvSpPr>
            <a:spLocks noGrp="1" noRot="1" noChangeAspect="1" noChangeArrowheads="1" noTextEdit="1"/>
          </p:cNvSpPr>
          <p:nvPr>
            <p:ph type="sldImg"/>
          </p:nvPr>
        </p:nvSpPr>
        <p:spPr>
          <a:ln/>
        </p:spPr>
      </p:sp>
      <p:sp>
        <p:nvSpPr>
          <p:cNvPr id="92163" name="Rectangle 3">
            <a:extLst>
              <a:ext uri="{FF2B5EF4-FFF2-40B4-BE49-F238E27FC236}">
                <a16:creationId xmlns:a16="http://schemas.microsoft.com/office/drawing/2014/main" id="{B1914B54-87A9-4F4B-BEEA-79669006D1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2844648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7">
            <a:extLst>
              <a:ext uri="{FF2B5EF4-FFF2-40B4-BE49-F238E27FC236}">
                <a16:creationId xmlns:a16="http://schemas.microsoft.com/office/drawing/2014/main" id="{1CBD2766-C242-E145-960F-154B9491A54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FD6BCE-3101-9A4E-BAE1-FEB98D7945D9}" type="slidenum">
              <a:rPr lang="en-US" altLang="zh-CN" sz="1200">
                <a:latin typeface="Arial" panose="020B0604020202020204" pitchFamily="34" charset="0"/>
              </a:rPr>
              <a:pPr/>
              <a:t>38</a:t>
            </a:fld>
            <a:endParaRPr lang="en-US" altLang="zh-CN" sz="1200">
              <a:latin typeface="Arial" panose="020B0604020202020204" pitchFamily="34" charset="0"/>
            </a:endParaRPr>
          </a:p>
        </p:txBody>
      </p:sp>
      <p:sp>
        <p:nvSpPr>
          <p:cNvPr id="94210" name="Rectangle 2">
            <a:extLst>
              <a:ext uri="{FF2B5EF4-FFF2-40B4-BE49-F238E27FC236}">
                <a16:creationId xmlns:a16="http://schemas.microsoft.com/office/drawing/2014/main" id="{5C228D17-692E-6941-B9A6-DE8E20C7E502}"/>
              </a:ext>
            </a:extLst>
          </p:cNvPr>
          <p:cNvSpPr>
            <a:spLocks noGrp="1" noRot="1" noChangeAspect="1" noChangeArrowheads="1" noTextEdit="1"/>
          </p:cNvSpPr>
          <p:nvPr>
            <p:ph type="sldImg"/>
          </p:nvPr>
        </p:nvSpPr>
        <p:spPr>
          <a:ln/>
        </p:spPr>
      </p:sp>
      <p:sp>
        <p:nvSpPr>
          <p:cNvPr id="94211" name="Rectangle 3">
            <a:extLst>
              <a:ext uri="{FF2B5EF4-FFF2-40B4-BE49-F238E27FC236}">
                <a16:creationId xmlns:a16="http://schemas.microsoft.com/office/drawing/2014/main" id="{D0E4ECA1-2DD2-1B49-87DE-EA971CD32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9039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7">
            <a:extLst>
              <a:ext uri="{FF2B5EF4-FFF2-40B4-BE49-F238E27FC236}">
                <a16:creationId xmlns:a16="http://schemas.microsoft.com/office/drawing/2014/main" id="{91FC2E0B-7831-AC41-9712-EF4046C600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3CC489F-545B-9C41-B2C2-9C914192F4A0}" type="slidenum">
              <a:rPr lang="en-US" altLang="zh-CN" sz="1200">
                <a:latin typeface="Arial" panose="020B0604020202020204" pitchFamily="34" charset="0"/>
              </a:rPr>
              <a:pPr/>
              <a:t>39</a:t>
            </a:fld>
            <a:endParaRPr lang="en-US" altLang="zh-CN" sz="1200">
              <a:latin typeface="Arial" panose="020B0604020202020204" pitchFamily="34" charset="0"/>
            </a:endParaRPr>
          </a:p>
        </p:txBody>
      </p:sp>
      <p:sp>
        <p:nvSpPr>
          <p:cNvPr id="96258" name="Rectangle 2">
            <a:extLst>
              <a:ext uri="{FF2B5EF4-FFF2-40B4-BE49-F238E27FC236}">
                <a16:creationId xmlns:a16="http://schemas.microsoft.com/office/drawing/2014/main" id="{25826116-6238-4641-8EA8-93419EC29E9F}"/>
              </a:ext>
            </a:extLst>
          </p:cNvPr>
          <p:cNvSpPr>
            <a:spLocks noGrp="1" noRot="1" noChangeAspect="1" noChangeArrowheads="1" noTextEdit="1"/>
          </p:cNvSpPr>
          <p:nvPr>
            <p:ph type="sldImg"/>
          </p:nvPr>
        </p:nvSpPr>
        <p:spPr>
          <a:ln/>
        </p:spPr>
      </p:sp>
      <p:sp>
        <p:nvSpPr>
          <p:cNvPr id="96259" name="Rectangle 3">
            <a:extLst>
              <a:ext uri="{FF2B5EF4-FFF2-40B4-BE49-F238E27FC236}">
                <a16:creationId xmlns:a16="http://schemas.microsoft.com/office/drawing/2014/main" id="{F50A6940-E978-B648-ACC2-145EE6820C1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85963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Rectangle 7">
            <a:extLst>
              <a:ext uri="{FF2B5EF4-FFF2-40B4-BE49-F238E27FC236}">
                <a16:creationId xmlns:a16="http://schemas.microsoft.com/office/drawing/2014/main" id="{CB84D2E3-FD0F-3A4E-85D1-CAC60784D6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AB3B71-5A46-6D40-9DA8-E9A967AA6B4C}" type="slidenum">
              <a:rPr lang="en-US" altLang="zh-CN" sz="1200">
                <a:latin typeface="Arial" panose="020B0604020202020204" pitchFamily="34" charset="0"/>
              </a:rPr>
              <a:pPr/>
              <a:t>40</a:t>
            </a:fld>
            <a:endParaRPr lang="en-US" altLang="zh-CN" sz="1200">
              <a:latin typeface="Arial" panose="020B0604020202020204" pitchFamily="34" charset="0"/>
            </a:endParaRPr>
          </a:p>
        </p:txBody>
      </p:sp>
      <p:sp>
        <p:nvSpPr>
          <p:cNvPr id="98306" name="Rectangle 2">
            <a:extLst>
              <a:ext uri="{FF2B5EF4-FFF2-40B4-BE49-F238E27FC236}">
                <a16:creationId xmlns:a16="http://schemas.microsoft.com/office/drawing/2014/main" id="{85D3ECF5-3306-4449-8278-3A21479F129D}"/>
              </a:ext>
            </a:extLst>
          </p:cNvPr>
          <p:cNvSpPr>
            <a:spLocks noGrp="1" noRot="1" noChangeAspect="1" noChangeArrowheads="1" noTextEdit="1"/>
          </p:cNvSpPr>
          <p:nvPr>
            <p:ph type="sldImg"/>
          </p:nvPr>
        </p:nvSpPr>
        <p:spPr>
          <a:ln/>
        </p:spPr>
      </p:sp>
      <p:sp>
        <p:nvSpPr>
          <p:cNvPr id="98307" name="Rectangle 3">
            <a:extLst>
              <a:ext uri="{FF2B5EF4-FFF2-40B4-BE49-F238E27FC236}">
                <a16:creationId xmlns:a16="http://schemas.microsoft.com/office/drawing/2014/main" id="{3002304A-84F8-5A4C-BC4E-6C7E5D1EF8A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zh-CN">
                <a:latin typeface="Arial" panose="020B0604020202020204" pitchFamily="34" charset="0"/>
                <a:ea typeface="宋体" panose="02010600030101010101" pitchFamily="2" charset="-122"/>
              </a:rPr>
              <a:t>127</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01111111</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369298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a:extLst>
              <a:ext uri="{FF2B5EF4-FFF2-40B4-BE49-F238E27FC236}">
                <a16:creationId xmlns:a16="http://schemas.microsoft.com/office/drawing/2014/main" id="{F4CC89BA-F0A4-B246-8F69-F565707BD3A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2E169E8-69C8-C14B-8D7B-04C08FB8D900}" type="slidenum">
              <a:rPr lang="en-US" altLang="zh-CN" sz="1200">
                <a:latin typeface="Arial" panose="020B0604020202020204" pitchFamily="34" charset="0"/>
              </a:rPr>
              <a:pPr/>
              <a:t>41</a:t>
            </a:fld>
            <a:endParaRPr lang="en-US" altLang="zh-CN" sz="1200">
              <a:latin typeface="Arial" panose="020B0604020202020204" pitchFamily="34" charset="0"/>
            </a:endParaRPr>
          </a:p>
        </p:txBody>
      </p:sp>
      <p:sp>
        <p:nvSpPr>
          <p:cNvPr id="100354" name="Rectangle 2">
            <a:extLst>
              <a:ext uri="{FF2B5EF4-FFF2-40B4-BE49-F238E27FC236}">
                <a16:creationId xmlns:a16="http://schemas.microsoft.com/office/drawing/2014/main" id="{29ADAE13-BEFD-DE48-BC84-63CB21827E12}"/>
              </a:ext>
            </a:extLst>
          </p:cNvPr>
          <p:cNvSpPr>
            <a:spLocks noGrp="1" noRot="1" noChangeAspect="1" noChangeArrowheads="1" noTextEdit="1"/>
          </p:cNvSpPr>
          <p:nvPr>
            <p:ph type="sldImg"/>
          </p:nvPr>
        </p:nvSpPr>
        <p:spPr>
          <a:ln/>
        </p:spPr>
      </p:sp>
      <p:sp>
        <p:nvSpPr>
          <p:cNvPr id="100355" name="Rectangle 3">
            <a:extLst>
              <a:ext uri="{FF2B5EF4-FFF2-40B4-BE49-F238E27FC236}">
                <a16:creationId xmlns:a16="http://schemas.microsoft.com/office/drawing/2014/main" id="{46DF7100-6469-6E4A-9A30-4DDCFECD37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040620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Rectangle 7">
            <a:extLst>
              <a:ext uri="{FF2B5EF4-FFF2-40B4-BE49-F238E27FC236}">
                <a16:creationId xmlns:a16="http://schemas.microsoft.com/office/drawing/2014/main" id="{FC119DE0-C0B0-D644-9397-4D3224E6756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0E6FF4-57E1-7846-A87D-E84F52E6DB91}" type="slidenum">
              <a:rPr lang="en-US" altLang="zh-CN" sz="1200">
                <a:latin typeface="Arial" panose="020B0604020202020204" pitchFamily="34" charset="0"/>
              </a:rPr>
              <a:pPr/>
              <a:t>42</a:t>
            </a:fld>
            <a:endParaRPr lang="en-US" altLang="zh-CN" sz="1200">
              <a:latin typeface="Arial" panose="020B0604020202020204" pitchFamily="34" charset="0"/>
            </a:endParaRPr>
          </a:p>
        </p:txBody>
      </p:sp>
      <p:sp>
        <p:nvSpPr>
          <p:cNvPr id="102402" name="Rectangle 2">
            <a:extLst>
              <a:ext uri="{FF2B5EF4-FFF2-40B4-BE49-F238E27FC236}">
                <a16:creationId xmlns:a16="http://schemas.microsoft.com/office/drawing/2014/main" id="{A6461A4C-C3BC-3446-8ECD-CA6557195535}"/>
              </a:ext>
            </a:extLst>
          </p:cNvPr>
          <p:cNvSpPr>
            <a:spLocks noGrp="1" noRot="1" noChangeAspect="1" noChangeArrowheads="1" noTextEdit="1"/>
          </p:cNvSpPr>
          <p:nvPr>
            <p:ph type="sldImg"/>
          </p:nvPr>
        </p:nvSpPr>
        <p:spPr>
          <a:ln/>
        </p:spPr>
      </p:sp>
      <p:sp>
        <p:nvSpPr>
          <p:cNvPr id="102403" name="Rectangle 3">
            <a:extLst>
              <a:ext uri="{FF2B5EF4-FFF2-40B4-BE49-F238E27FC236}">
                <a16:creationId xmlns:a16="http://schemas.microsoft.com/office/drawing/2014/main" id="{C3ED2313-B6E8-B64E-BE26-F83A662A883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456026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Rectangle 7">
            <a:extLst>
              <a:ext uri="{FF2B5EF4-FFF2-40B4-BE49-F238E27FC236}">
                <a16:creationId xmlns:a16="http://schemas.microsoft.com/office/drawing/2014/main" id="{9AE6E8BC-1A3B-904A-9D6C-F3AB38628C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7C0CB0-F10B-1048-9D6E-C7AD78D14188}" type="slidenum">
              <a:rPr lang="en-US" altLang="zh-CN" sz="1200">
                <a:latin typeface="Arial" panose="020B0604020202020204" pitchFamily="34" charset="0"/>
              </a:rPr>
              <a:pPr/>
              <a:t>43</a:t>
            </a:fld>
            <a:endParaRPr lang="en-US" altLang="zh-CN" sz="1200">
              <a:latin typeface="Arial" panose="020B0604020202020204" pitchFamily="34" charset="0"/>
            </a:endParaRPr>
          </a:p>
        </p:txBody>
      </p:sp>
      <p:sp>
        <p:nvSpPr>
          <p:cNvPr id="104450" name="Rectangle 2">
            <a:extLst>
              <a:ext uri="{FF2B5EF4-FFF2-40B4-BE49-F238E27FC236}">
                <a16:creationId xmlns:a16="http://schemas.microsoft.com/office/drawing/2014/main" id="{56CE0795-1385-8148-8DC6-026CFDD2CFBE}"/>
              </a:ext>
            </a:extLst>
          </p:cNvPr>
          <p:cNvSpPr>
            <a:spLocks noGrp="1" noRot="1" noChangeAspect="1" noChangeArrowheads="1" noTextEdit="1"/>
          </p:cNvSpPr>
          <p:nvPr>
            <p:ph type="sldImg"/>
          </p:nvPr>
        </p:nvSpPr>
        <p:spPr>
          <a:ln/>
        </p:spPr>
      </p:sp>
      <p:sp>
        <p:nvSpPr>
          <p:cNvPr id="104451" name="Rectangle 3">
            <a:extLst>
              <a:ext uri="{FF2B5EF4-FFF2-40B4-BE49-F238E27FC236}">
                <a16:creationId xmlns:a16="http://schemas.microsoft.com/office/drawing/2014/main" id="{2AFFE31A-E131-5B48-9B95-F78B819F313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15221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Rectangle 7">
            <a:extLst>
              <a:ext uri="{FF2B5EF4-FFF2-40B4-BE49-F238E27FC236}">
                <a16:creationId xmlns:a16="http://schemas.microsoft.com/office/drawing/2014/main" id="{D2367FA9-C4E4-BA40-AA8F-083887DE2B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26DD8E3-86FF-A04F-9CA3-54A49D12B452}" type="slidenum">
              <a:rPr lang="en-US" altLang="zh-CN" sz="1200">
                <a:latin typeface="Arial" panose="020B0604020202020204" pitchFamily="34" charset="0"/>
              </a:rPr>
              <a:pPr/>
              <a:t>44</a:t>
            </a:fld>
            <a:endParaRPr lang="en-US" altLang="zh-CN" sz="1200">
              <a:latin typeface="Arial" panose="020B0604020202020204" pitchFamily="34" charset="0"/>
            </a:endParaRPr>
          </a:p>
        </p:txBody>
      </p:sp>
      <p:sp>
        <p:nvSpPr>
          <p:cNvPr id="106498" name="Rectangle 2">
            <a:extLst>
              <a:ext uri="{FF2B5EF4-FFF2-40B4-BE49-F238E27FC236}">
                <a16:creationId xmlns:a16="http://schemas.microsoft.com/office/drawing/2014/main" id="{31CB87F8-7F63-AB4B-8CEF-B2AC92F6AEEF}"/>
              </a:ext>
            </a:extLst>
          </p:cNvPr>
          <p:cNvSpPr>
            <a:spLocks noGrp="1" noRot="1" noChangeAspect="1" noChangeArrowheads="1" noTextEdit="1"/>
          </p:cNvSpPr>
          <p:nvPr>
            <p:ph type="sldImg"/>
          </p:nvPr>
        </p:nvSpPr>
        <p:spPr>
          <a:ln/>
        </p:spPr>
      </p:sp>
      <p:sp>
        <p:nvSpPr>
          <p:cNvPr id="106499" name="Rectangle 3">
            <a:extLst>
              <a:ext uri="{FF2B5EF4-FFF2-40B4-BE49-F238E27FC236}">
                <a16:creationId xmlns:a16="http://schemas.microsoft.com/office/drawing/2014/main" id="{CDA31A6B-A3BF-544C-B8E5-5335469787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669210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Rectangle 7">
            <a:extLst>
              <a:ext uri="{FF2B5EF4-FFF2-40B4-BE49-F238E27FC236}">
                <a16:creationId xmlns:a16="http://schemas.microsoft.com/office/drawing/2014/main" id="{DF6A4D70-A172-914A-9F25-70FAB7DBD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2B461-61F9-0A49-B29B-C579ED217CCA}" type="slidenum">
              <a:rPr lang="en-US" altLang="zh-CN" sz="1200">
                <a:latin typeface="Arial" panose="020B0604020202020204" pitchFamily="34" charset="0"/>
              </a:rPr>
              <a:pPr/>
              <a:t>45</a:t>
            </a:fld>
            <a:endParaRPr lang="en-US" altLang="zh-CN" sz="1200">
              <a:latin typeface="Arial" panose="020B0604020202020204" pitchFamily="34" charset="0"/>
            </a:endParaRPr>
          </a:p>
        </p:txBody>
      </p:sp>
      <p:sp>
        <p:nvSpPr>
          <p:cNvPr id="108546" name="Rectangle 2">
            <a:extLst>
              <a:ext uri="{FF2B5EF4-FFF2-40B4-BE49-F238E27FC236}">
                <a16:creationId xmlns:a16="http://schemas.microsoft.com/office/drawing/2014/main" id="{0B6D3CA4-D038-2B49-A2DA-83DD8E775ABF}"/>
              </a:ext>
            </a:extLst>
          </p:cNvPr>
          <p:cNvSpPr>
            <a:spLocks noGrp="1" noRot="1" noChangeAspect="1" noChangeArrowheads="1" noTextEdit="1"/>
          </p:cNvSpPr>
          <p:nvPr>
            <p:ph type="sldImg"/>
          </p:nvPr>
        </p:nvSpPr>
        <p:spPr>
          <a:ln/>
        </p:spPr>
      </p:sp>
      <p:sp>
        <p:nvSpPr>
          <p:cNvPr id="108547" name="Rectangle 3">
            <a:extLst>
              <a:ext uri="{FF2B5EF4-FFF2-40B4-BE49-F238E27FC236}">
                <a16:creationId xmlns:a16="http://schemas.microsoft.com/office/drawing/2014/main" id="{39EB1E39-2DDA-5C40-9E6F-D6AA1C789DE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7656111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Rectangle 7">
            <a:extLst>
              <a:ext uri="{FF2B5EF4-FFF2-40B4-BE49-F238E27FC236}">
                <a16:creationId xmlns:a16="http://schemas.microsoft.com/office/drawing/2014/main" id="{21C12C9F-F44B-874F-BC1C-7CD5F26F0E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65FA028-3DE0-5341-AABE-2AE4C2EF93B1}" type="slidenum">
              <a:rPr lang="en-US" altLang="zh-CN" sz="1200">
                <a:latin typeface="Arial" panose="020B0604020202020204" pitchFamily="34" charset="0"/>
              </a:rPr>
              <a:pPr/>
              <a:t>46</a:t>
            </a:fld>
            <a:endParaRPr lang="en-US" altLang="zh-CN" sz="1200">
              <a:latin typeface="Arial" panose="020B0604020202020204" pitchFamily="34" charset="0"/>
            </a:endParaRPr>
          </a:p>
        </p:txBody>
      </p:sp>
      <p:sp>
        <p:nvSpPr>
          <p:cNvPr id="110594" name="Rectangle 2">
            <a:extLst>
              <a:ext uri="{FF2B5EF4-FFF2-40B4-BE49-F238E27FC236}">
                <a16:creationId xmlns:a16="http://schemas.microsoft.com/office/drawing/2014/main" id="{346C2DF7-B124-B043-954A-C8EB373F6AF3}"/>
              </a:ext>
            </a:extLst>
          </p:cNvPr>
          <p:cNvSpPr>
            <a:spLocks noGrp="1" noRot="1" noChangeAspect="1" noChangeArrowheads="1" noTextEdit="1"/>
          </p:cNvSpPr>
          <p:nvPr>
            <p:ph type="sldImg"/>
          </p:nvPr>
        </p:nvSpPr>
        <p:spPr>
          <a:ln/>
        </p:spPr>
      </p:sp>
      <p:sp>
        <p:nvSpPr>
          <p:cNvPr id="110595" name="Rectangle 3">
            <a:extLst>
              <a:ext uri="{FF2B5EF4-FFF2-40B4-BE49-F238E27FC236}">
                <a16:creationId xmlns:a16="http://schemas.microsoft.com/office/drawing/2014/main" id="{33AE55C3-AD04-5349-A560-F5114DF8A23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7551393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Rectangle 7">
            <a:extLst>
              <a:ext uri="{FF2B5EF4-FFF2-40B4-BE49-F238E27FC236}">
                <a16:creationId xmlns:a16="http://schemas.microsoft.com/office/drawing/2014/main" id="{1BC23213-B42A-204B-97D9-5D28BC94003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EA9741-33EB-4745-95B1-2B88DA4C8C68}" type="slidenum">
              <a:rPr lang="en-US" altLang="zh-CN" sz="1200">
                <a:latin typeface="Arial" panose="020B0604020202020204" pitchFamily="34" charset="0"/>
              </a:rPr>
              <a:pPr/>
              <a:t>47</a:t>
            </a:fld>
            <a:endParaRPr lang="en-US" altLang="zh-CN" sz="1200">
              <a:latin typeface="Arial" panose="020B0604020202020204" pitchFamily="34" charset="0"/>
            </a:endParaRPr>
          </a:p>
        </p:txBody>
      </p:sp>
      <p:sp>
        <p:nvSpPr>
          <p:cNvPr id="112642" name="Rectangle 2">
            <a:extLst>
              <a:ext uri="{FF2B5EF4-FFF2-40B4-BE49-F238E27FC236}">
                <a16:creationId xmlns:a16="http://schemas.microsoft.com/office/drawing/2014/main" id="{1D45A39D-D393-EF44-9688-C4D0FCF5F1F3}"/>
              </a:ext>
            </a:extLst>
          </p:cNvPr>
          <p:cNvSpPr>
            <a:spLocks noGrp="1" noRot="1" noChangeAspect="1" noChangeArrowheads="1" noTextEdit="1"/>
          </p:cNvSpPr>
          <p:nvPr>
            <p:ph type="sldImg"/>
          </p:nvPr>
        </p:nvSpPr>
        <p:spPr>
          <a:ln/>
        </p:spPr>
      </p:sp>
      <p:sp>
        <p:nvSpPr>
          <p:cNvPr id="112643" name="Rectangle 3">
            <a:extLst>
              <a:ext uri="{FF2B5EF4-FFF2-40B4-BE49-F238E27FC236}">
                <a16:creationId xmlns:a16="http://schemas.microsoft.com/office/drawing/2014/main" id="{A8F81BF7-882D-BC43-B894-FDBE1D0E94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5493945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a:extLst>
              <a:ext uri="{FF2B5EF4-FFF2-40B4-BE49-F238E27FC236}">
                <a16:creationId xmlns:a16="http://schemas.microsoft.com/office/drawing/2014/main" id="{72404A6B-FCDF-E44E-A3AC-E16B706540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9E5BDD-C921-9F41-947C-FA13BB07BA2A}" type="slidenum">
              <a:rPr lang="en-US" altLang="zh-CN" sz="1200">
                <a:latin typeface="Arial" panose="020B0604020202020204" pitchFamily="34" charset="0"/>
              </a:rPr>
              <a:pPr/>
              <a:t>48</a:t>
            </a:fld>
            <a:endParaRPr lang="en-US" altLang="zh-CN" sz="1200">
              <a:latin typeface="Arial" panose="020B0604020202020204" pitchFamily="34" charset="0"/>
            </a:endParaRPr>
          </a:p>
        </p:txBody>
      </p:sp>
      <p:sp>
        <p:nvSpPr>
          <p:cNvPr id="114690" name="Rectangle 2">
            <a:extLst>
              <a:ext uri="{FF2B5EF4-FFF2-40B4-BE49-F238E27FC236}">
                <a16:creationId xmlns:a16="http://schemas.microsoft.com/office/drawing/2014/main" id="{FB61EB17-CC42-0C4D-B395-A4394FD127B3}"/>
              </a:ext>
            </a:extLst>
          </p:cNvPr>
          <p:cNvSpPr>
            <a:spLocks noGrp="1" noRot="1" noChangeAspect="1" noChangeArrowheads="1" noTextEdit="1"/>
          </p:cNvSpPr>
          <p:nvPr>
            <p:ph type="sldImg"/>
          </p:nvPr>
        </p:nvSpPr>
        <p:spPr>
          <a:ln/>
        </p:spPr>
      </p:sp>
      <p:sp>
        <p:nvSpPr>
          <p:cNvPr id="114691" name="Rectangle 3">
            <a:extLst>
              <a:ext uri="{FF2B5EF4-FFF2-40B4-BE49-F238E27FC236}">
                <a16:creationId xmlns:a16="http://schemas.microsoft.com/office/drawing/2014/main" id="{3AB52162-CEAA-DB4A-B18A-B02A276AC16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884379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a:extLst>
              <a:ext uri="{FF2B5EF4-FFF2-40B4-BE49-F238E27FC236}">
                <a16:creationId xmlns:a16="http://schemas.microsoft.com/office/drawing/2014/main" id="{5BEF9C07-10A4-E04D-B4A5-C7112C66706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D8BE8D4-35B1-544D-B17A-95B806E89EB0}" type="slidenum">
              <a:rPr lang="en-US" altLang="zh-CN" sz="1200">
                <a:latin typeface="Arial" panose="020B0604020202020204" pitchFamily="34" charset="0"/>
              </a:rPr>
              <a:pPr/>
              <a:t>49</a:t>
            </a:fld>
            <a:endParaRPr lang="en-US" altLang="zh-CN" sz="1200">
              <a:latin typeface="Arial" panose="020B0604020202020204" pitchFamily="34" charset="0"/>
            </a:endParaRPr>
          </a:p>
        </p:txBody>
      </p:sp>
      <p:sp>
        <p:nvSpPr>
          <p:cNvPr id="116738" name="Rectangle 2">
            <a:extLst>
              <a:ext uri="{FF2B5EF4-FFF2-40B4-BE49-F238E27FC236}">
                <a16:creationId xmlns:a16="http://schemas.microsoft.com/office/drawing/2014/main" id="{1E5EFEEA-624C-EE40-9F83-4B9533330424}"/>
              </a:ext>
            </a:extLst>
          </p:cNvPr>
          <p:cNvSpPr>
            <a:spLocks noGrp="1" noRot="1" noChangeAspect="1" noChangeArrowheads="1" noTextEdit="1"/>
          </p:cNvSpPr>
          <p:nvPr>
            <p:ph type="sldImg"/>
          </p:nvPr>
        </p:nvSpPr>
        <p:spPr>
          <a:ln/>
        </p:spPr>
      </p:sp>
      <p:sp>
        <p:nvSpPr>
          <p:cNvPr id="116739" name="Rectangle 3">
            <a:extLst>
              <a:ext uri="{FF2B5EF4-FFF2-40B4-BE49-F238E27FC236}">
                <a16:creationId xmlns:a16="http://schemas.microsoft.com/office/drawing/2014/main" id="{72B0479E-812E-094B-B968-EBA24CC619F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56517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7">
            <a:extLst>
              <a:ext uri="{FF2B5EF4-FFF2-40B4-BE49-F238E27FC236}">
                <a16:creationId xmlns:a16="http://schemas.microsoft.com/office/drawing/2014/main" id="{921856EF-8CF2-6340-9348-D4A18E37F13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AFFEAD-0F1E-8C4F-BF0F-AAAE4A456AE1}" type="slidenum">
              <a:rPr lang="en-US" altLang="zh-CN" sz="1200">
                <a:latin typeface="Arial" panose="020B0604020202020204" pitchFamily="34" charset="0"/>
              </a:rPr>
              <a:pPr/>
              <a:t>50</a:t>
            </a:fld>
            <a:endParaRPr lang="en-US" altLang="zh-CN" sz="1200">
              <a:latin typeface="Arial" panose="020B0604020202020204" pitchFamily="34" charset="0"/>
            </a:endParaRPr>
          </a:p>
        </p:txBody>
      </p:sp>
      <p:sp>
        <p:nvSpPr>
          <p:cNvPr id="118786" name="Rectangle 2">
            <a:extLst>
              <a:ext uri="{FF2B5EF4-FFF2-40B4-BE49-F238E27FC236}">
                <a16:creationId xmlns:a16="http://schemas.microsoft.com/office/drawing/2014/main" id="{8BE1DE1B-0524-B346-AD76-546EE43B22CC}"/>
              </a:ext>
            </a:extLst>
          </p:cNvPr>
          <p:cNvSpPr>
            <a:spLocks noGrp="1" noRot="1" noChangeAspect="1" noChangeArrowheads="1" noTextEdit="1"/>
          </p:cNvSpPr>
          <p:nvPr>
            <p:ph type="sldImg"/>
          </p:nvPr>
        </p:nvSpPr>
        <p:spPr>
          <a:ln/>
        </p:spPr>
      </p:sp>
      <p:sp>
        <p:nvSpPr>
          <p:cNvPr id="118787" name="Rectangle 3">
            <a:extLst>
              <a:ext uri="{FF2B5EF4-FFF2-40B4-BE49-F238E27FC236}">
                <a16:creationId xmlns:a16="http://schemas.microsoft.com/office/drawing/2014/main" id="{FBAC4EC3-83C0-464F-8DB9-D619AAB29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72172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Rectangle 7">
            <a:extLst>
              <a:ext uri="{FF2B5EF4-FFF2-40B4-BE49-F238E27FC236}">
                <a16:creationId xmlns:a16="http://schemas.microsoft.com/office/drawing/2014/main" id="{F4CBFE65-E6F7-9048-BECA-CE4984AF78F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86D079-377B-E442-B803-9E858D633F0E}" type="slidenum">
              <a:rPr lang="en-US" altLang="zh-CN" sz="1200">
                <a:latin typeface="Arial" panose="020B0604020202020204" pitchFamily="34" charset="0"/>
              </a:rPr>
              <a:pPr/>
              <a:t>51</a:t>
            </a:fld>
            <a:endParaRPr lang="en-US" altLang="zh-CN" sz="1200">
              <a:latin typeface="Arial" panose="020B0604020202020204" pitchFamily="34" charset="0"/>
            </a:endParaRPr>
          </a:p>
        </p:txBody>
      </p:sp>
      <p:sp>
        <p:nvSpPr>
          <p:cNvPr id="120834" name="Rectangle 2">
            <a:extLst>
              <a:ext uri="{FF2B5EF4-FFF2-40B4-BE49-F238E27FC236}">
                <a16:creationId xmlns:a16="http://schemas.microsoft.com/office/drawing/2014/main" id="{4D9DE958-621A-9B4F-B520-CE29B207D68A}"/>
              </a:ext>
            </a:extLst>
          </p:cNvPr>
          <p:cNvSpPr>
            <a:spLocks noGrp="1" noRot="1" noChangeAspect="1" noChangeArrowheads="1" noTextEdit="1"/>
          </p:cNvSpPr>
          <p:nvPr>
            <p:ph type="sldImg"/>
          </p:nvPr>
        </p:nvSpPr>
        <p:spPr>
          <a:ln/>
        </p:spPr>
      </p:sp>
      <p:sp>
        <p:nvSpPr>
          <p:cNvPr id="120835" name="Rectangle 3">
            <a:extLst>
              <a:ext uri="{FF2B5EF4-FFF2-40B4-BE49-F238E27FC236}">
                <a16:creationId xmlns:a16="http://schemas.microsoft.com/office/drawing/2014/main" id="{A0489414-A9FF-4F43-846B-583FE807E74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753091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幻灯片图像占位符 1">
            <a:extLst>
              <a:ext uri="{FF2B5EF4-FFF2-40B4-BE49-F238E27FC236}">
                <a16:creationId xmlns:a16="http://schemas.microsoft.com/office/drawing/2014/main" id="{B293E8F2-BDA9-5845-8F08-FD270EA748CD}"/>
              </a:ext>
            </a:extLst>
          </p:cNvPr>
          <p:cNvSpPr>
            <a:spLocks noGrp="1" noRot="1" noChangeAspect="1" noChangeArrowheads="1" noTextEdit="1"/>
          </p:cNvSpPr>
          <p:nvPr>
            <p:ph type="sldImg"/>
          </p:nvPr>
        </p:nvSpPr>
        <p:spPr>
          <a:ln/>
        </p:spPr>
      </p:sp>
      <p:sp>
        <p:nvSpPr>
          <p:cNvPr id="122882" name="备注占位符 2">
            <a:extLst>
              <a:ext uri="{FF2B5EF4-FFF2-40B4-BE49-F238E27FC236}">
                <a16:creationId xmlns:a16="http://schemas.microsoft.com/office/drawing/2014/main" id="{A760BA8F-3706-C642-9A95-01FC1F643E7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，通常被称为本地回环地址</a:t>
            </a:r>
            <a:r>
              <a:rPr lang="en-US" altLang="zh-CN">
                <a:latin typeface="Arial" panose="020B0604020202020204" pitchFamily="34" charset="0"/>
                <a:ea typeface="宋体" panose="02010600030101010101" pitchFamily="2" charset="-122"/>
              </a:rPr>
              <a:t>(Loop back address)</a:t>
            </a:r>
            <a:r>
              <a:rPr lang="zh-CN" altLang="en-US">
                <a:latin typeface="Arial" panose="020B0604020202020204" pitchFamily="34" charset="0"/>
                <a:ea typeface="宋体" panose="02010600030101010101" pitchFamily="2" charset="-122"/>
              </a:rPr>
              <a:t>，不属于任何一个有类别地址类。它代表设备的本地虚拟接口，所以默认被看作是永远不会宕掉的接口。在</a:t>
            </a:r>
            <a:r>
              <a:rPr lang="en-US" altLang="zh-CN">
                <a:latin typeface="Arial" panose="020B0604020202020204" pitchFamily="34" charset="0"/>
                <a:ea typeface="宋体" panose="02010600030101010101" pitchFamily="2" charset="-122"/>
              </a:rPr>
              <a:t>windows</a:t>
            </a:r>
            <a:r>
              <a:rPr lang="zh-CN" altLang="en-US">
                <a:latin typeface="Arial" panose="020B0604020202020204" pitchFamily="34" charset="0"/>
                <a:ea typeface="宋体" panose="02010600030101010101" pitchFamily="2" charset="-122"/>
              </a:rPr>
              <a:t>操作系统中也有相似的定义，所以通常在不安装网卡前就可以</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通这个本地回环地址。一般都会用来检查本地网络协议、基本数据接口等是否正常的。</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主要作用有两个：一是测试本机的网络配置，能</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说明本机的网卡和</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协议安装都没有问题；另一个作用是某些</a:t>
            </a:r>
            <a:r>
              <a:rPr lang="en-US" altLang="zh-CN">
                <a:latin typeface="Arial" panose="020B0604020202020204" pitchFamily="34" charset="0"/>
                <a:ea typeface="宋体" panose="02010600030101010101" pitchFamily="2" charset="-122"/>
              </a:rPr>
              <a:t>SERVER/CLIENT</a:t>
            </a:r>
            <a:r>
              <a:rPr lang="zh-CN" altLang="en-US">
                <a:latin typeface="Arial" panose="020B0604020202020204" pitchFamily="34" charset="0"/>
                <a:ea typeface="宋体" panose="02010600030101010101" pitchFamily="2" charset="-122"/>
              </a:rPr>
              <a:t>的应用程序在运行时需调用服务器上的资源，一般要指定</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地址，但当该程序要在同一台机器上运行而没有别的</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时就可以把</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的资源装在本机，</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地址设为</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也同样可以运行。</a:t>
            </a:r>
            <a:endParaRPr kumimoji="1" lang="zh-CN" altLang="en-US">
              <a:latin typeface="Arial" panose="020B0604020202020204" pitchFamily="34" charset="0"/>
              <a:ea typeface="宋体" panose="02010600030101010101" pitchFamily="2" charset="-122"/>
            </a:endParaRPr>
          </a:p>
        </p:txBody>
      </p:sp>
      <p:sp>
        <p:nvSpPr>
          <p:cNvPr id="122883" name="幻灯片编号占位符 3">
            <a:extLst>
              <a:ext uri="{FF2B5EF4-FFF2-40B4-BE49-F238E27FC236}">
                <a16:creationId xmlns:a16="http://schemas.microsoft.com/office/drawing/2014/main" id="{1EDD58AC-ADE1-784D-8F7C-2A208461484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21201E-865F-0846-9C2E-8C81EC4983E4}" type="slidenum">
              <a:rPr lang="en-US" altLang="zh-CN" sz="1200">
                <a:latin typeface="Arial" panose="020B0604020202020204" pitchFamily="34" charset="0"/>
              </a:rPr>
              <a:pPr/>
              <a:t>52</a:t>
            </a:fld>
            <a:endParaRPr lang="en-US" altLang="zh-CN" sz="1200">
              <a:latin typeface="Arial" panose="020B0604020202020204" pitchFamily="34" charset="0"/>
            </a:endParaRPr>
          </a:p>
        </p:txBody>
      </p:sp>
    </p:spTree>
    <p:extLst>
      <p:ext uri="{BB962C8B-B14F-4D97-AF65-F5344CB8AC3E}">
        <p14:creationId xmlns:p14="http://schemas.microsoft.com/office/powerpoint/2010/main" val="31437661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7">
            <a:extLst>
              <a:ext uri="{FF2B5EF4-FFF2-40B4-BE49-F238E27FC236}">
                <a16:creationId xmlns:a16="http://schemas.microsoft.com/office/drawing/2014/main" id="{7B339738-65A1-334B-B26F-C9E0DF01965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6C03225-CED5-7842-8DC8-5CFCC58B833E}" type="slidenum">
              <a:rPr lang="en-US" altLang="zh-CN" sz="1200">
                <a:latin typeface="Arial" panose="020B0604020202020204" pitchFamily="34" charset="0"/>
              </a:rPr>
              <a:pPr/>
              <a:t>53</a:t>
            </a:fld>
            <a:endParaRPr lang="en-US" altLang="zh-CN" sz="1200">
              <a:latin typeface="Arial" panose="020B0604020202020204" pitchFamily="34" charset="0"/>
            </a:endParaRPr>
          </a:p>
        </p:txBody>
      </p:sp>
      <p:sp>
        <p:nvSpPr>
          <p:cNvPr id="124930" name="Rectangle 2">
            <a:extLst>
              <a:ext uri="{FF2B5EF4-FFF2-40B4-BE49-F238E27FC236}">
                <a16:creationId xmlns:a16="http://schemas.microsoft.com/office/drawing/2014/main" id="{26D82971-A6DB-1548-B6B2-96DC69E53DF3}"/>
              </a:ext>
            </a:extLst>
          </p:cNvPr>
          <p:cNvSpPr>
            <a:spLocks noGrp="1" noRot="1" noChangeAspect="1" noChangeArrowheads="1" noTextEdit="1"/>
          </p:cNvSpPr>
          <p:nvPr>
            <p:ph type="sldImg"/>
          </p:nvPr>
        </p:nvSpPr>
        <p:spPr>
          <a:ln/>
        </p:spPr>
      </p:sp>
      <p:sp>
        <p:nvSpPr>
          <p:cNvPr id="124931" name="Rectangle 3">
            <a:extLst>
              <a:ext uri="{FF2B5EF4-FFF2-40B4-BE49-F238E27FC236}">
                <a16:creationId xmlns:a16="http://schemas.microsoft.com/office/drawing/2014/main" id="{B888F9F3-DDA0-4249-88C1-3FEF1C91AE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9297465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Rectangle 7">
            <a:extLst>
              <a:ext uri="{FF2B5EF4-FFF2-40B4-BE49-F238E27FC236}">
                <a16:creationId xmlns:a16="http://schemas.microsoft.com/office/drawing/2014/main" id="{EEC45681-83FB-D34A-84A8-8C78A2A83F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250A975-8BF7-A04F-B791-EED1AEB37972}" type="slidenum">
              <a:rPr lang="en-US" altLang="zh-CN" sz="1200">
                <a:latin typeface="Arial" panose="020B0604020202020204" pitchFamily="34" charset="0"/>
              </a:rPr>
              <a:pPr/>
              <a:t>54</a:t>
            </a:fld>
            <a:endParaRPr lang="en-US" altLang="zh-CN" sz="1200">
              <a:latin typeface="Arial" panose="020B0604020202020204" pitchFamily="34" charset="0"/>
            </a:endParaRPr>
          </a:p>
        </p:txBody>
      </p:sp>
      <p:sp>
        <p:nvSpPr>
          <p:cNvPr id="126978" name="Rectangle 2">
            <a:extLst>
              <a:ext uri="{FF2B5EF4-FFF2-40B4-BE49-F238E27FC236}">
                <a16:creationId xmlns:a16="http://schemas.microsoft.com/office/drawing/2014/main" id="{AB5815CD-DFA4-284F-AD50-341297727B84}"/>
              </a:ext>
            </a:extLst>
          </p:cNvPr>
          <p:cNvSpPr>
            <a:spLocks noGrp="1" noRot="1" noChangeAspect="1" noChangeArrowheads="1" noTextEdit="1"/>
          </p:cNvSpPr>
          <p:nvPr>
            <p:ph type="sldImg"/>
          </p:nvPr>
        </p:nvSpPr>
        <p:spPr>
          <a:ln/>
        </p:spPr>
      </p:sp>
      <p:sp>
        <p:nvSpPr>
          <p:cNvPr id="126979" name="Rectangle 3">
            <a:extLst>
              <a:ext uri="{FF2B5EF4-FFF2-40B4-BE49-F238E27FC236}">
                <a16:creationId xmlns:a16="http://schemas.microsoft.com/office/drawing/2014/main" id="{C514A797-0F0E-8942-8B8A-0EF6510981F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21416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7">
            <a:extLst>
              <a:ext uri="{FF2B5EF4-FFF2-40B4-BE49-F238E27FC236}">
                <a16:creationId xmlns:a16="http://schemas.microsoft.com/office/drawing/2014/main" id="{8C8DE6DA-FA09-3645-9060-76C14142D7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3FB917-1849-B846-8EB8-E1D45C927CA6}" type="slidenum">
              <a:rPr lang="en-US" altLang="zh-CN" sz="1200">
                <a:latin typeface="Arial" panose="020B0604020202020204" pitchFamily="34" charset="0"/>
              </a:rPr>
              <a:pPr/>
              <a:t>55</a:t>
            </a:fld>
            <a:endParaRPr lang="en-US" altLang="zh-CN" sz="1200">
              <a:latin typeface="Arial" panose="020B0604020202020204" pitchFamily="34" charset="0"/>
            </a:endParaRPr>
          </a:p>
        </p:txBody>
      </p:sp>
      <p:sp>
        <p:nvSpPr>
          <p:cNvPr id="129026" name="Rectangle 2">
            <a:extLst>
              <a:ext uri="{FF2B5EF4-FFF2-40B4-BE49-F238E27FC236}">
                <a16:creationId xmlns:a16="http://schemas.microsoft.com/office/drawing/2014/main" id="{2DBA62D3-DC1B-2D4D-A841-29D2F7743EF6}"/>
              </a:ext>
            </a:extLst>
          </p:cNvPr>
          <p:cNvSpPr>
            <a:spLocks noGrp="1" noRot="1" noChangeAspect="1" noChangeArrowheads="1" noTextEdit="1"/>
          </p:cNvSpPr>
          <p:nvPr>
            <p:ph type="sldImg"/>
          </p:nvPr>
        </p:nvSpPr>
        <p:spPr>
          <a:ln/>
        </p:spPr>
      </p:sp>
      <p:sp>
        <p:nvSpPr>
          <p:cNvPr id="129027" name="Rectangle 3">
            <a:extLst>
              <a:ext uri="{FF2B5EF4-FFF2-40B4-BE49-F238E27FC236}">
                <a16:creationId xmlns:a16="http://schemas.microsoft.com/office/drawing/2014/main" id="{05AFF07F-AEAE-D640-8555-28845339D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829549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7">
            <a:extLst>
              <a:ext uri="{FF2B5EF4-FFF2-40B4-BE49-F238E27FC236}">
                <a16:creationId xmlns:a16="http://schemas.microsoft.com/office/drawing/2014/main" id="{DF15E436-E08D-F54C-91F7-414FF63F0DE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6C0E5-9A86-FA4C-98B3-CB6F09BFFCF5}" type="slidenum">
              <a:rPr lang="en-US" altLang="zh-CN" sz="1200">
                <a:latin typeface="Arial" panose="020B0604020202020204" pitchFamily="34" charset="0"/>
              </a:rPr>
              <a:pPr/>
              <a:t>56</a:t>
            </a:fld>
            <a:endParaRPr lang="en-US" altLang="zh-CN" sz="1200">
              <a:latin typeface="Arial" panose="020B0604020202020204" pitchFamily="34" charset="0"/>
            </a:endParaRPr>
          </a:p>
        </p:txBody>
      </p:sp>
      <p:sp>
        <p:nvSpPr>
          <p:cNvPr id="131074" name="Rectangle 2">
            <a:extLst>
              <a:ext uri="{FF2B5EF4-FFF2-40B4-BE49-F238E27FC236}">
                <a16:creationId xmlns:a16="http://schemas.microsoft.com/office/drawing/2014/main" id="{11BFE971-254A-1248-BEAE-8F5B5714818D}"/>
              </a:ext>
            </a:extLst>
          </p:cNvPr>
          <p:cNvSpPr>
            <a:spLocks noGrp="1" noRot="1" noChangeAspect="1" noChangeArrowheads="1" noTextEdit="1"/>
          </p:cNvSpPr>
          <p:nvPr>
            <p:ph type="sldImg"/>
          </p:nvPr>
        </p:nvSpPr>
        <p:spPr>
          <a:ln/>
        </p:spPr>
      </p:sp>
      <p:sp>
        <p:nvSpPr>
          <p:cNvPr id="131075" name="Rectangle 3">
            <a:extLst>
              <a:ext uri="{FF2B5EF4-FFF2-40B4-BE49-F238E27FC236}">
                <a16:creationId xmlns:a16="http://schemas.microsoft.com/office/drawing/2014/main" id="{1837B1BD-C2DA-E14C-B15C-8D38D73771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9827460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Rectangle 7">
            <a:extLst>
              <a:ext uri="{FF2B5EF4-FFF2-40B4-BE49-F238E27FC236}">
                <a16:creationId xmlns:a16="http://schemas.microsoft.com/office/drawing/2014/main" id="{E81E3E24-8ECA-C245-949C-A5A98295B88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A5E23A2-65F6-4B40-8893-43306EE6F092}" type="slidenum">
              <a:rPr lang="en-US" altLang="zh-CN" sz="1200">
                <a:latin typeface="Arial" panose="020B0604020202020204" pitchFamily="34" charset="0"/>
              </a:rPr>
              <a:pPr/>
              <a:t>57</a:t>
            </a:fld>
            <a:endParaRPr lang="en-US" altLang="zh-CN" sz="1200">
              <a:latin typeface="Arial" panose="020B0604020202020204" pitchFamily="34" charset="0"/>
            </a:endParaRPr>
          </a:p>
        </p:txBody>
      </p:sp>
      <p:sp>
        <p:nvSpPr>
          <p:cNvPr id="133122" name="Rectangle 2">
            <a:extLst>
              <a:ext uri="{FF2B5EF4-FFF2-40B4-BE49-F238E27FC236}">
                <a16:creationId xmlns:a16="http://schemas.microsoft.com/office/drawing/2014/main" id="{3E3B3DCD-2433-E14C-9535-B99D093D9F7B}"/>
              </a:ext>
            </a:extLst>
          </p:cNvPr>
          <p:cNvSpPr>
            <a:spLocks noGrp="1" noRot="1" noChangeAspect="1" noChangeArrowheads="1" noTextEdit="1"/>
          </p:cNvSpPr>
          <p:nvPr>
            <p:ph type="sldImg"/>
          </p:nvPr>
        </p:nvSpPr>
        <p:spPr>
          <a:ln/>
        </p:spPr>
      </p:sp>
      <p:sp>
        <p:nvSpPr>
          <p:cNvPr id="133123" name="Rectangle 3">
            <a:extLst>
              <a:ext uri="{FF2B5EF4-FFF2-40B4-BE49-F238E27FC236}">
                <a16:creationId xmlns:a16="http://schemas.microsoft.com/office/drawing/2014/main" id="{0E9E18E0-DB8F-A24A-B959-9BA1F79D1DE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3194611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7">
            <a:extLst>
              <a:ext uri="{FF2B5EF4-FFF2-40B4-BE49-F238E27FC236}">
                <a16:creationId xmlns:a16="http://schemas.microsoft.com/office/drawing/2014/main" id="{ED29B967-C17B-F349-BDCA-1E9C1562F98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CE5B3-0C03-2C4A-95B1-D2F701FE6C8C}" type="slidenum">
              <a:rPr lang="en-US" altLang="zh-CN" sz="1200">
                <a:latin typeface="Arial" panose="020B0604020202020204" pitchFamily="34" charset="0"/>
              </a:rPr>
              <a:pPr/>
              <a:t>58</a:t>
            </a:fld>
            <a:endParaRPr lang="en-US" altLang="zh-CN" sz="1200">
              <a:latin typeface="Arial" panose="020B0604020202020204" pitchFamily="34" charset="0"/>
            </a:endParaRPr>
          </a:p>
        </p:txBody>
      </p:sp>
      <p:sp>
        <p:nvSpPr>
          <p:cNvPr id="135170" name="Rectangle 2">
            <a:extLst>
              <a:ext uri="{FF2B5EF4-FFF2-40B4-BE49-F238E27FC236}">
                <a16:creationId xmlns:a16="http://schemas.microsoft.com/office/drawing/2014/main" id="{938268AD-F95F-6F4D-AD51-B095990EC303}"/>
              </a:ext>
            </a:extLst>
          </p:cNvPr>
          <p:cNvSpPr>
            <a:spLocks noGrp="1" noRot="1" noChangeAspect="1" noChangeArrowheads="1" noTextEdit="1"/>
          </p:cNvSpPr>
          <p:nvPr>
            <p:ph type="sldImg"/>
          </p:nvPr>
        </p:nvSpPr>
        <p:spPr>
          <a:ln/>
        </p:spPr>
      </p:sp>
      <p:sp>
        <p:nvSpPr>
          <p:cNvPr id="135171" name="Rectangle 3">
            <a:extLst>
              <a:ext uri="{FF2B5EF4-FFF2-40B4-BE49-F238E27FC236}">
                <a16:creationId xmlns:a16="http://schemas.microsoft.com/office/drawing/2014/main" id="{7BF102A1-74C0-A84C-AB59-92B540DCD0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958772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Rectangle 7">
            <a:extLst>
              <a:ext uri="{FF2B5EF4-FFF2-40B4-BE49-F238E27FC236}">
                <a16:creationId xmlns:a16="http://schemas.microsoft.com/office/drawing/2014/main" id="{D4C26B36-697E-4E4A-8002-7CAB759FACD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A6695F5-F15C-3B42-9FE2-76FB60B5800E}" type="slidenum">
              <a:rPr lang="en-US" altLang="zh-CN" sz="1200">
                <a:latin typeface="Arial" panose="020B0604020202020204" pitchFamily="34" charset="0"/>
              </a:rPr>
              <a:pPr/>
              <a:t>59</a:t>
            </a:fld>
            <a:endParaRPr lang="en-US" altLang="zh-CN" sz="1200">
              <a:latin typeface="Arial" panose="020B0604020202020204" pitchFamily="34" charset="0"/>
            </a:endParaRPr>
          </a:p>
        </p:txBody>
      </p:sp>
      <p:sp>
        <p:nvSpPr>
          <p:cNvPr id="137218" name="Rectangle 2">
            <a:extLst>
              <a:ext uri="{FF2B5EF4-FFF2-40B4-BE49-F238E27FC236}">
                <a16:creationId xmlns:a16="http://schemas.microsoft.com/office/drawing/2014/main" id="{6AE5E683-98C4-8E42-8605-D06995D068A8}"/>
              </a:ext>
            </a:extLst>
          </p:cNvPr>
          <p:cNvSpPr>
            <a:spLocks noGrp="1" noRot="1" noChangeAspect="1" noChangeArrowheads="1" noTextEdit="1"/>
          </p:cNvSpPr>
          <p:nvPr>
            <p:ph type="sldImg"/>
          </p:nvPr>
        </p:nvSpPr>
        <p:spPr>
          <a:ln/>
        </p:spPr>
      </p:sp>
      <p:sp>
        <p:nvSpPr>
          <p:cNvPr id="137219" name="Rectangle 3">
            <a:extLst>
              <a:ext uri="{FF2B5EF4-FFF2-40B4-BE49-F238E27FC236}">
                <a16:creationId xmlns:a16="http://schemas.microsoft.com/office/drawing/2014/main" id="{4B2365F5-F852-0445-8A85-6E8121725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513740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7">
            <a:extLst>
              <a:ext uri="{FF2B5EF4-FFF2-40B4-BE49-F238E27FC236}">
                <a16:creationId xmlns:a16="http://schemas.microsoft.com/office/drawing/2014/main" id="{A19D1D4A-7F59-2046-B2A0-2160483809D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E5DFA6-B507-6C4C-BA73-8E6D941D468C}" type="slidenum">
              <a:rPr lang="en-US" altLang="zh-CN" sz="1200">
                <a:latin typeface="Arial" panose="020B0604020202020204" pitchFamily="34" charset="0"/>
              </a:rPr>
              <a:pPr/>
              <a:t>60</a:t>
            </a:fld>
            <a:endParaRPr lang="en-US" altLang="zh-CN" sz="1200">
              <a:latin typeface="Arial" panose="020B0604020202020204" pitchFamily="34" charset="0"/>
            </a:endParaRPr>
          </a:p>
        </p:txBody>
      </p:sp>
      <p:sp>
        <p:nvSpPr>
          <p:cNvPr id="139266" name="Rectangle 2">
            <a:extLst>
              <a:ext uri="{FF2B5EF4-FFF2-40B4-BE49-F238E27FC236}">
                <a16:creationId xmlns:a16="http://schemas.microsoft.com/office/drawing/2014/main" id="{E2F1AD51-0882-BA46-84F6-9E820B1BB008}"/>
              </a:ext>
            </a:extLst>
          </p:cNvPr>
          <p:cNvSpPr>
            <a:spLocks noGrp="1" noRot="1" noChangeAspect="1" noChangeArrowheads="1" noTextEdit="1"/>
          </p:cNvSpPr>
          <p:nvPr>
            <p:ph type="sldImg"/>
          </p:nvPr>
        </p:nvSpPr>
        <p:spPr>
          <a:ln/>
        </p:spPr>
      </p:sp>
      <p:sp>
        <p:nvSpPr>
          <p:cNvPr id="139267" name="Rectangle 3">
            <a:extLst>
              <a:ext uri="{FF2B5EF4-FFF2-40B4-BE49-F238E27FC236}">
                <a16:creationId xmlns:a16="http://schemas.microsoft.com/office/drawing/2014/main" id="{12C74641-2D82-1E43-965C-0E9E1176D9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719689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Rectangle 7">
            <a:extLst>
              <a:ext uri="{FF2B5EF4-FFF2-40B4-BE49-F238E27FC236}">
                <a16:creationId xmlns:a16="http://schemas.microsoft.com/office/drawing/2014/main" id="{D1E9D3A0-F71A-E043-9A91-ACB374B6D4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55B12C3-7275-8B46-A38F-CC9BBC81F3D8}" type="slidenum">
              <a:rPr lang="en-US" altLang="zh-CN" sz="1200">
                <a:latin typeface="Arial" panose="020B0604020202020204" pitchFamily="34" charset="0"/>
              </a:rPr>
              <a:pPr/>
              <a:t>61</a:t>
            </a:fld>
            <a:endParaRPr lang="en-US" altLang="zh-CN" sz="1200">
              <a:latin typeface="Arial" panose="020B0604020202020204" pitchFamily="34" charset="0"/>
            </a:endParaRPr>
          </a:p>
        </p:txBody>
      </p:sp>
      <p:sp>
        <p:nvSpPr>
          <p:cNvPr id="141314" name="Rectangle 2">
            <a:extLst>
              <a:ext uri="{FF2B5EF4-FFF2-40B4-BE49-F238E27FC236}">
                <a16:creationId xmlns:a16="http://schemas.microsoft.com/office/drawing/2014/main" id="{E421F718-01D0-9C45-8FEE-D540614C80F2}"/>
              </a:ext>
            </a:extLst>
          </p:cNvPr>
          <p:cNvSpPr>
            <a:spLocks noGrp="1" noRot="1" noChangeAspect="1" noChangeArrowheads="1" noTextEdit="1"/>
          </p:cNvSpPr>
          <p:nvPr>
            <p:ph type="sldImg"/>
          </p:nvPr>
        </p:nvSpPr>
        <p:spPr>
          <a:ln/>
        </p:spPr>
      </p:sp>
      <p:sp>
        <p:nvSpPr>
          <p:cNvPr id="141315" name="Rectangle 3">
            <a:extLst>
              <a:ext uri="{FF2B5EF4-FFF2-40B4-BE49-F238E27FC236}">
                <a16:creationId xmlns:a16="http://schemas.microsoft.com/office/drawing/2014/main" id="{CE6D66EB-0929-B74C-A046-6E094C829E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04594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1" name="Rectangle 7">
            <a:extLst>
              <a:ext uri="{FF2B5EF4-FFF2-40B4-BE49-F238E27FC236}">
                <a16:creationId xmlns:a16="http://schemas.microsoft.com/office/drawing/2014/main" id="{CC43D6AB-ED41-3749-9418-6F66051A3BC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F34C3E-20D9-C547-8345-4E55B3731DEA}" type="slidenum">
              <a:rPr lang="en-US" altLang="zh-CN" sz="1200">
                <a:latin typeface="Arial" panose="020B0604020202020204" pitchFamily="34" charset="0"/>
              </a:rPr>
              <a:pPr/>
              <a:t>62</a:t>
            </a:fld>
            <a:endParaRPr lang="en-US" altLang="zh-CN" sz="1200">
              <a:latin typeface="Arial" panose="020B0604020202020204" pitchFamily="34" charset="0"/>
            </a:endParaRPr>
          </a:p>
        </p:txBody>
      </p:sp>
      <p:sp>
        <p:nvSpPr>
          <p:cNvPr id="143362" name="Rectangle 2">
            <a:extLst>
              <a:ext uri="{FF2B5EF4-FFF2-40B4-BE49-F238E27FC236}">
                <a16:creationId xmlns:a16="http://schemas.microsoft.com/office/drawing/2014/main" id="{04939C26-FB8D-864E-8277-E718C9C53FAB}"/>
              </a:ext>
            </a:extLst>
          </p:cNvPr>
          <p:cNvSpPr>
            <a:spLocks noGrp="1" noRot="1" noChangeAspect="1" noChangeArrowheads="1" noTextEdit="1"/>
          </p:cNvSpPr>
          <p:nvPr>
            <p:ph type="sldImg"/>
          </p:nvPr>
        </p:nvSpPr>
        <p:spPr>
          <a:ln/>
        </p:spPr>
      </p:sp>
      <p:sp>
        <p:nvSpPr>
          <p:cNvPr id="143363" name="Rectangle 3">
            <a:extLst>
              <a:ext uri="{FF2B5EF4-FFF2-40B4-BE49-F238E27FC236}">
                <a16:creationId xmlns:a16="http://schemas.microsoft.com/office/drawing/2014/main" id="{7F7B444B-7763-304A-9B23-64CB5995BB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9881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Rectangle 7">
            <a:extLst>
              <a:ext uri="{FF2B5EF4-FFF2-40B4-BE49-F238E27FC236}">
                <a16:creationId xmlns:a16="http://schemas.microsoft.com/office/drawing/2014/main" id="{966F2C61-6B98-0A4C-8FD5-84AE14A881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E16039A-D4C6-2940-B7C2-0A3EDFC23AF7}" type="slidenum">
              <a:rPr lang="en-US" altLang="zh-CN" sz="1200">
                <a:latin typeface="Arial" panose="020B0604020202020204" pitchFamily="34" charset="0"/>
              </a:rPr>
              <a:pPr/>
              <a:t>63</a:t>
            </a:fld>
            <a:endParaRPr lang="en-US" altLang="zh-CN" sz="1200">
              <a:latin typeface="Arial" panose="020B0604020202020204" pitchFamily="34" charset="0"/>
            </a:endParaRPr>
          </a:p>
        </p:txBody>
      </p:sp>
      <p:sp>
        <p:nvSpPr>
          <p:cNvPr id="145410" name="Rectangle 2">
            <a:extLst>
              <a:ext uri="{FF2B5EF4-FFF2-40B4-BE49-F238E27FC236}">
                <a16:creationId xmlns:a16="http://schemas.microsoft.com/office/drawing/2014/main" id="{B45F1F86-9F63-9C43-B8E7-0F36FDE27D07}"/>
              </a:ext>
            </a:extLst>
          </p:cNvPr>
          <p:cNvSpPr>
            <a:spLocks noGrp="1" noRot="1" noChangeAspect="1" noChangeArrowheads="1" noTextEdit="1"/>
          </p:cNvSpPr>
          <p:nvPr>
            <p:ph type="sldImg"/>
          </p:nvPr>
        </p:nvSpPr>
        <p:spPr>
          <a:ln/>
        </p:spPr>
      </p:sp>
      <p:sp>
        <p:nvSpPr>
          <p:cNvPr id="145411" name="Rectangle 3">
            <a:extLst>
              <a:ext uri="{FF2B5EF4-FFF2-40B4-BE49-F238E27FC236}">
                <a16:creationId xmlns:a16="http://schemas.microsoft.com/office/drawing/2014/main" id="{151219DF-1D0D-E44D-B533-D3B258813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5666372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Rectangle 7">
            <a:extLst>
              <a:ext uri="{FF2B5EF4-FFF2-40B4-BE49-F238E27FC236}">
                <a16:creationId xmlns:a16="http://schemas.microsoft.com/office/drawing/2014/main" id="{A54C0298-5270-2943-B24D-8874E63A111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5C2840E-392F-9140-BC8C-E7B2D0FDC32B}" type="slidenum">
              <a:rPr lang="en-US" altLang="zh-CN" sz="1200">
                <a:latin typeface="Arial" panose="020B0604020202020204" pitchFamily="34" charset="0"/>
              </a:rPr>
              <a:pPr/>
              <a:t>64</a:t>
            </a:fld>
            <a:endParaRPr lang="en-US" altLang="zh-CN" sz="1200">
              <a:latin typeface="Arial" panose="020B0604020202020204" pitchFamily="34" charset="0"/>
            </a:endParaRPr>
          </a:p>
        </p:txBody>
      </p:sp>
      <p:sp>
        <p:nvSpPr>
          <p:cNvPr id="147458" name="Rectangle 2">
            <a:extLst>
              <a:ext uri="{FF2B5EF4-FFF2-40B4-BE49-F238E27FC236}">
                <a16:creationId xmlns:a16="http://schemas.microsoft.com/office/drawing/2014/main" id="{57E228F7-9649-A04B-B56D-46A56AFD730B}"/>
              </a:ext>
            </a:extLst>
          </p:cNvPr>
          <p:cNvSpPr>
            <a:spLocks noGrp="1" noRot="1" noChangeAspect="1" noChangeArrowheads="1" noTextEdit="1"/>
          </p:cNvSpPr>
          <p:nvPr>
            <p:ph type="sldImg"/>
          </p:nvPr>
        </p:nvSpPr>
        <p:spPr>
          <a:ln/>
        </p:spPr>
      </p:sp>
      <p:sp>
        <p:nvSpPr>
          <p:cNvPr id="147459" name="Rectangle 3">
            <a:extLst>
              <a:ext uri="{FF2B5EF4-FFF2-40B4-BE49-F238E27FC236}">
                <a16:creationId xmlns:a16="http://schemas.microsoft.com/office/drawing/2014/main" id="{FFEFA693-DCD7-AD44-B0EF-829E38A322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8545052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Rectangle 7">
            <a:extLst>
              <a:ext uri="{FF2B5EF4-FFF2-40B4-BE49-F238E27FC236}">
                <a16:creationId xmlns:a16="http://schemas.microsoft.com/office/drawing/2014/main" id="{3FF90F7C-1CA0-B946-A3FF-9E29FCCDAEE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403D938-F3ED-FB48-8713-8AF9F2FF3E65}" type="slidenum">
              <a:rPr lang="en-US" altLang="zh-CN" sz="1200">
                <a:latin typeface="Arial" panose="020B0604020202020204" pitchFamily="34" charset="0"/>
              </a:rPr>
              <a:pPr/>
              <a:t>65</a:t>
            </a:fld>
            <a:endParaRPr lang="en-US" altLang="zh-CN" sz="1200">
              <a:latin typeface="Arial" panose="020B0604020202020204" pitchFamily="34" charset="0"/>
            </a:endParaRPr>
          </a:p>
        </p:txBody>
      </p:sp>
      <p:sp>
        <p:nvSpPr>
          <p:cNvPr id="149506" name="Rectangle 2">
            <a:extLst>
              <a:ext uri="{FF2B5EF4-FFF2-40B4-BE49-F238E27FC236}">
                <a16:creationId xmlns:a16="http://schemas.microsoft.com/office/drawing/2014/main" id="{B7BA5FE5-1299-884E-A5BC-85F4FDF62979}"/>
              </a:ext>
            </a:extLst>
          </p:cNvPr>
          <p:cNvSpPr>
            <a:spLocks noGrp="1" noRot="1" noChangeAspect="1" noChangeArrowheads="1" noTextEdit="1"/>
          </p:cNvSpPr>
          <p:nvPr>
            <p:ph type="sldImg"/>
          </p:nvPr>
        </p:nvSpPr>
        <p:spPr>
          <a:ln/>
        </p:spPr>
      </p:sp>
      <p:sp>
        <p:nvSpPr>
          <p:cNvPr id="149507" name="Rectangle 3">
            <a:extLst>
              <a:ext uri="{FF2B5EF4-FFF2-40B4-BE49-F238E27FC236}">
                <a16:creationId xmlns:a16="http://schemas.microsoft.com/office/drawing/2014/main" id="{B223D618-E24F-8544-9AFA-6BDA46E26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21275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Rectangle 7">
            <a:extLst>
              <a:ext uri="{FF2B5EF4-FFF2-40B4-BE49-F238E27FC236}">
                <a16:creationId xmlns:a16="http://schemas.microsoft.com/office/drawing/2014/main" id="{851A65F9-C32B-E348-8848-71A7EAF7E49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D6F337-6FDC-0E48-A76D-4B91EB9FDBD9}" type="slidenum">
              <a:rPr lang="en-US" altLang="zh-CN" sz="1200">
                <a:latin typeface="Arial" panose="020B0604020202020204" pitchFamily="34" charset="0"/>
              </a:rPr>
              <a:pPr/>
              <a:t>66</a:t>
            </a:fld>
            <a:endParaRPr lang="en-US" altLang="zh-CN" sz="1200">
              <a:latin typeface="Arial" panose="020B0604020202020204" pitchFamily="34" charset="0"/>
            </a:endParaRPr>
          </a:p>
        </p:txBody>
      </p:sp>
      <p:sp>
        <p:nvSpPr>
          <p:cNvPr id="151554" name="Rectangle 2">
            <a:extLst>
              <a:ext uri="{FF2B5EF4-FFF2-40B4-BE49-F238E27FC236}">
                <a16:creationId xmlns:a16="http://schemas.microsoft.com/office/drawing/2014/main" id="{2675C569-0306-5649-A023-CA276D1C8F8A}"/>
              </a:ext>
            </a:extLst>
          </p:cNvPr>
          <p:cNvSpPr>
            <a:spLocks noGrp="1" noRot="1" noChangeAspect="1" noChangeArrowheads="1" noTextEdit="1"/>
          </p:cNvSpPr>
          <p:nvPr>
            <p:ph type="sldImg"/>
          </p:nvPr>
        </p:nvSpPr>
        <p:spPr>
          <a:ln/>
        </p:spPr>
      </p:sp>
      <p:sp>
        <p:nvSpPr>
          <p:cNvPr id="151555" name="Rectangle 3">
            <a:extLst>
              <a:ext uri="{FF2B5EF4-FFF2-40B4-BE49-F238E27FC236}">
                <a16:creationId xmlns:a16="http://schemas.microsoft.com/office/drawing/2014/main" id="{AFF5B402-B591-8847-9507-5C1B9F98247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4919194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7">
            <a:extLst>
              <a:ext uri="{FF2B5EF4-FFF2-40B4-BE49-F238E27FC236}">
                <a16:creationId xmlns:a16="http://schemas.microsoft.com/office/drawing/2014/main" id="{6D3945BE-575B-0F45-BC15-8BCCC819D31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A6D8BE-2D17-4D4B-B35C-4D35062D36C7}" type="slidenum">
              <a:rPr lang="en-US" altLang="zh-CN" sz="1200">
                <a:latin typeface="Arial" panose="020B0604020202020204" pitchFamily="34" charset="0"/>
              </a:rPr>
              <a:pPr/>
              <a:t>67</a:t>
            </a:fld>
            <a:endParaRPr lang="en-US" altLang="zh-CN" sz="1200">
              <a:latin typeface="Arial" panose="020B0604020202020204" pitchFamily="34" charset="0"/>
            </a:endParaRPr>
          </a:p>
        </p:txBody>
      </p:sp>
      <p:sp>
        <p:nvSpPr>
          <p:cNvPr id="153602" name="Rectangle 2">
            <a:extLst>
              <a:ext uri="{FF2B5EF4-FFF2-40B4-BE49-F238E27FC236}">
                <a16:creationId xmlns:a16="http://schemas.microsoft.com/office/drawing/2014/main" id="{FED84A80-1461-5946-BF6C-48714327C565}"/>
              </a:ext>
            </a:extLst>
          </p:cNvPr>
          <p:cNvSpPr>
            <a:spLocks noGrp="1" noRot="1" noChangeAspect="1" noChangeArrowheads="1" noTextEdit="1"/>
          </p:cNvSpPr>
          <p:nvPr>
            <p:ph type="sldImg"/>
          </p:nvPr>
        </p:nvSpPr>
        <p:spPr>
          <a:ln/>
        </p:spPr>
      </p:sp>
      <p:sp>
        <p:nvSpPr>
          <p:cNvPr id="153603" name="Rectangle 3">
            <a:extLst>
              <a:ext uri="{FF2B5EF4-FFF2-40B4-BE49-F238E27FC236}">
                <a16:creationId xmlns:a16="http://schemas.microsoft.com/office/drawing/2014/main" id="{5F5061E1-3FC5-1E4F-8426-2C73A9D4DC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97856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7">
            <a:extLst>
              <a:ext uri="{FF2B5EF4-FFF2-40B4-BE49-F238E27FC236}">
                <a16:creationId xmlns:a16="http://schemas.microsoft.com/office/drawing/2014/main" id="{2688E01F-F3EC-C545-8BAA-7F33DFD573B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31B54F-7142-144D-962D-50EFFBE4A150}" type="slidenum">
              <a:rPr lang="en-US" altLang="zh-CN" sz="1200">
                <a:latin typeface="Arial" panose="020B0604020202020204" pitchFamily="34" charset="0"/>
              </a:rPr>
              <a:pPr/>
              <a:t>68</a:t>
            </a:fld>
            <a:endParaRPr lang="en-US" altLang="zh-CN" sz="1200">
              <a:latin typeface="Arial" panose="020B0604020202020204" pitchFamily="34" charset="0"/>
            </a:endParaRPr>
          </a:p>
        </p:txBody>
      </p:sp>
      <p:sp>
        <p:nvSpPr>
          <p:cNvPr id="157698" name="Rectangle 2">
            <a:extLst>
              <a:ext uri="{FF2B5EF4-FFF2-40B4-BE49-F238E27FC236}">
                <a16:creationId xmlns:a16="http://schemas.microsoft.com/office/drawing/2014/main" id="{885B79EB-724F-AE49-9CB2-6B1047EE0F2E}"/>
              </a:ext>
            </a:extLst>
          </p:cNvPr>
          <p:cNvSpPr>
            <a:spLocks noGrp="1" noRot="1" noChangeAspect="1" noChangeArrowheads="1" noTextEdit="1"/>
          </p:cNvSpPr>
          <p:nvPr>
            <p:ph type="sldImg"/>
          </p:nvPr>
        </p:nvSpPr>
        <p:spPr>
          <a:ln/>
        </p:spPr>
      </p:sp>
      <p:sp>
        <p:nvSpPr>
          <p:cNvPr id="157699" name="Rectangle 3">
            <a:extLst>
              <a:ext uri="{FF2B5EF4-FFF2-40B4-BE49-F238E27FC236}">
                <a16:creationId xmlns:a16="http://schemas.microsoft.com/office/drawing/2014/main" id="{F1406940-1A9A-E546-B077-736F006132D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368941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Rectangle 7">
            <a:extLst>
              <a:ext uri="{FF2B5EF4-FFF2-40B4-BE49-F238E27FC236}">
                <a16:creationId xmlns:a16="http://schemas.microsoft.com/office/drawing/2014/main" id="{568A08C7-2FA5-E442-95C2-2ED0CF7E74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6338B-B3D5-0646-96FB-BE7AC30B456D}" type="slidenum">
              <a:rPr lang="en-US" altLang="zh-CN" sz="1200">
                <a:latin typeface="Arial" panose="020B0604020202020204" pitchFamily="34" charset="0"/>
              </a:rPr>
              <a:pPr/>
              <a:t>69</a:t>
            </a:fld>
            <a:endParaRPr lang="en-US" altLang="zh-CN" sz="1200">
              <a:latin typeface="Arial" panose="020B0604020202020204" pitchFamily="34" charset="0"/>
            </a:endParaRPr>
          </a:p>
        </p:txBody>
      </p:sp>
      <p:sp>
        <p:nvSpPr>
          <p:cNvPr id="159746" name="Rectangle 2">
            <a:extLst>
              <a:ext uri="{FF2B5EF4-FFF2-40B4-BE49-F238E27FC236}">
                <a16:creationId xmlns:a16="http://schemas.microsoft.com/office/drawing/2014/main" id="{3C494385-1C1F-DC41-9F9F-B137A81B0E04}"/>
              </a:ext>
            </a:extLst>
          </p:cNvPr>
          <p:cNvSpPr>
            <a:spLocks noGrp="1" noRot="1" noChangeAspect="1" noChangeArrowheads="1" noTextEdit="1"/>
          </p:cNvSpPr>
          <p:nvPr>
            <p:ph type="sldImg"/>
          </p:nvPr>
        </p:nvSpPr>
        <p:spPr>
          <a:ln/>
        </p:spPr>
      </p:sp>
      <p:sp>
        <p:nvSpPr>
          <p:cNvPr id="159747" name="Rectangle 3">
            <a:extLst>
              <a:ext uri="{FF2B5EF4-FFF2-40B4-BE49-F238E27FC236}">
                <a16:creationId xmlns:a16="http://schemas.microsoft.com/office/drawing/2014/main" id="{DACE3EDF-A7ED-B847-BFC4-23C85755184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348447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7">
            <a:extLst>
              <a:ext uri="{FF2B5EF4-FFF2-40B4-BE49-F238E27FC236}">
                <a16:creationId xmlns:a16="http://schemas.microsoft.com/office/drawing/2014/main" id="{0A4E3CAF-BBA5-2448-B43B-D8C8B99324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787DA34-04A3-934A-A13A-68D343C77024}" type="slidenum">
              <a:rPr lang="en-US" altLang="zh-CN" sz="1200">
                <a:latin typeface="Arial" panose="020B0604020202020204" pitchFamily="34" charset="0"/>
              </a:rPr>
              <a:pPr/>
              <a:t>70</a:t>
            </a:fld>
            <a:endParaRPr lang="en-US" altLang="zh-CN" sz="1200">
              <a:latin typeface="Arial" panose="020B0604020202020204" pitchFamily="34" charset="0"/>
            </a:endParaRPr>
          </a:p>
        </p:txBody>
      </p:sp>
      <p:sp>
        <p:nvSpPr>
          <p:cNvPr id="161794" name="Rectangle 2">
            <a:extLst>
              <a:ext uri="{FF2B5EF4-FFF2-40B4-BE49-F238E27FC236}">
                <a16:creationId xmlns:a16="http://schemas.microsoft.com/office/drawing/2014/main" id="{1D92DDD3-7508-EE45-97C6-EB4CAF666F1E}"/>
              </a:ext>
            </a:extLst>
          </p:cNvPr>
          <p:cNvSpPr>
            <a:spLocks noGrp="1" noRot="1" noChangeAspect="1" noChangeArrowheads="1" noTextEdit="1"/>
          </p:cNvSpPr>
          <p:nvPr>
            <p:ph type="sldImg"/>
          </p:nvPr>
        </p:nvSpPr>
        <p:spPr>
          <a:ln/>
        </p:spPr>
      </p:sp>
      <p:sp>
        <p:nvSpPr>
          <p:cNvPr id="161795" name="Rectangle 3">
            <a:extLst>
              <a:ext uri="{FF2B5EF4-FFF2-40B4-BE49-F238E27FC236}">
                <a16:creationId xmlns:a16="http://schemas.microsoft.com/office/drawing/2014/main" id="{189B877C-4F26-A54F-87C9-D3C20600B3C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5051097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a:extLst>
              <a:ext uri="{FF2B5EF4-FFF2-40B4-BE49-F238E27FC236}">
                <a16:creationId xmlns:a16="http://schemas.microsoft.com/office/drawing/2014/main" id="{0081E96C-3945-F241-A926-55EC2724D8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487A5D-157D-734A-879D-D1099D8C7724}" type="slidenum">
              <a:rPr lang="en-US" altLang="zh-CN" sz="1200">
                <a:latin typeface="Arial" panose="020B0604020202020204" pitchFamily="34" charset="0"/>
              </a:rPr>
              <a:pPr/>
              <a:t>71</a:t>
            </a:fld>
            <a:endParaRPr lang="en-US" altLang="zh-CN" sz="1200">
              <a:latin typeface="Arial" panose="020B0604020202020204" pitchFamily="34" charset="0"/>
            </a:endParaRPr>
          </a:p>
        </p:txBody>
      </p:sp>
      <p:sp>
        <p:nvSpPr>
          <p:cNvPr id="163842" name="Rectangle 2">
            <a:extLst>
              <a:ext uri="{FF2B5EF4-FFF2-40B4-BE49-F238E27FC236}">
                <a16:creationId xmlns:a16="http://schemas.microsoft.com/office/drawing/2014/main" id="{D9DD08BB-8D84-5F4E-BFE3-F02A606188E6}"/>
              </a:ext>
            </a:extLst>
          </p:cNvPr>
          <p:cNvSpPr>
            <a:spLocks noGrp="1" noRot="1" noChangeAspect="1" noChangeArrowheads="1" noTextEdit="1"/>
          </p:cNvSpPr>
          <p:nvPr>
            <p:ph type="sldImg"/>
          </p:nvPr>
        </p:nvSpPr>
        <p:spPr>
          <a:ln/>
        </p:spPr>
      </p:sp>
      <p:sp>
        <p:nvSpPr>
          <p:cNvPr id="163843" name="Rectangle 3">
            <a:extLst>
              <a:ext uri="{FF2B5EF4-FFF2-40B4-BE49-F238E27FC236}">
                <a16:creationId xmlns:a16="http://schemas.microsoft.com/office/drawing/2014/main" id="{9BEDE421-BBEC-B947-B751-599C6F58D2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0027733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Rectangle 7">
            <a:extLst>
              <a:ext uri="{FF2B5EF4-FFF2-40B4-BE49-F238E27FC236}">
                <a16:creationId xmlns:a16="http://schemas.microsoft.com/office/drawing/2014/main" id="{034F56BC-78FB-BB49-8CEB-E66C77A965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55CCC22-F1F5-2848-BFDB-6E88A3522F75}" type="slidenum">
              <a:rPr lang="en-US" altLang="zh-CN" sz="1200">
                <a:latin typeface="Arial" panose="020B0604020202020204" pitchFamily="34" charset="0"/>
              </a:rPr>
              <a:pPr/>
              <a:t>72</a:t>
            </a:fld>
            <a:endParaRPr lang="en-US" altLang="zh-CN" sz="1200">
              <a:latin typeface="Arial" panose="020B0604020202020204" pitchFamily="34" charset="0"/>
            </a:endParaRPr>
          </a:p>
        </p:txBody>
      </p:sp>
      <p:sp>
        <p:nvSpPr>
          <p:cNvPr id="165890" name="Rectangle 2">
            <a:extLst>
              <a:ext uri="{FF2B5EF4-FFF2-40B4-BE49-F238E27FC236}">
                <a16:creationId xmlns:a16="http://schemas.microsoft.com/office/drawing/2014/main" id="{10314110-0CBB-5F41-B34F-841E0710F911}"/>
              </a:ext>
            </a:extLst>
          </p:cNvPr>
          <p:cNvSpPr>
            <a:spLocks noGrp="1" noRot="1" noChangeAspect="1" noChangeArrowheads="1" noTextEdit="1"/>
          </p:cNvSpPr>
          <p:nvPr>
            <p:ph type="sldImg"/>
          </p:nvPr>
        </p:nvSpPr>
        <p:spPr>
          <a:ln/>
        </p:spPr>
      </p:sp>
      <p:sp>
        <p:nvSpPr>
          <p:cNvPr id="165891" name="Rectangle 3">
            <a:extLst>
              <a:ext uri="{FF2B5EF4-FFF2-40B4-BE49-F238E27FC236}">
                <a16:creationId xmlns:a16="http://schemas.microsoft.com/office/drawing/2014/main" id="{5482B642-84EC-8C42-8E23-257194EFBB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3461144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7" name="Rectangle 7">
            <a:extLst>
              <a:ext uri="{FF2B5EF4-FFF2-40B4-BE49-F238E27FC236}">
                <a16:creationId xmlns:a16="http://schemas.microsoft.com/office/drawing/2014/main" id="{AC034AC9-29A6-864C-85FB-7CD3202109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4929ED-68AA-5840-969E-FDE3731F14C0}" type="slidenum">
              <a:rPr lang="en-US" altLang="zh-CN" sz="1200">
                <a:latin typeface="Arial" panose="020B0604020202020204" pitchFamily="34" charset="0"/>
              </a:rPr>
              <a:pPr/>
              <a:t>73</a:t>
            </a:fld>
            <a:endParaRPr lang="en-US" altLang="zh-CN" sz="1200">
              <a:latin typeface="Arial" panose="020B0604020202020204" pitchFamily="34" charset="0"/>
            </a:endParaRPr>
          </a:p>
        </p:txBody>
      </p:sp>
      <p:sp>
        <p:nvSpPr>
          <p:cNvPr id="167938" name="Rectangle 2">
            <a:extLst>
              <a:ext uri="{FF2B5EF4-FFF2-40B4-BE49-F238E27FC236}">
                <a16:creationId xmlns:a16="http://schemas.microsoft.com/office/drawing/2014/main" id="{6440F539-4447-5A44-BE4F-54C320CED607}"/>
              </a:ext>
            </a:extLst>
          </p:cNvPr>
          <p:cNvSpPr>
            <a:spLocks noGrp="1" noRot="1" noChangeAspect="1" noChangeArrowheads="1" noTextEdit="1"/>
          </p:cNvSpPr>
          <p:nvPr>
            <p:ph type="sldImg"/>
          </p:nvPr>
        </p:nvSpPr>
        <p:spPr>
          <a:ln/>
        </p:spPr>
      </p:sp>
      <p:sp>
        <p:nvSpPr>
          <p:cNvPr id="167939" name="Rectangle 3">
            <a:extLst>
              <a:ext uri="{FF2B5EF4-FFF2-40B4-BE49-F238E27FC236}">
                <a16:creationId xmlns:a16="http://schemas.microsoft.com/office/drawing/2014/main" id="{B8D97DD1-89C1-AF48-9876-7B7E945899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6289602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Rectangle 7">
            <a:extLst>
              <a:ext uri="{FF2B5EF4-FFF2-40B4-BE49-F238E27FC236}">
                <a16:creationId xmlns:a16="http://schemas.microsoft.com/office/drawing/2014/main" id="{D8EAC909-EB2F-C248-9EC6-BF2A218D5BB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F1D895-5EC1-AF4E-B1F8-373978A1B28E}" type="slidenum">
              <a:rPr lang="en-US" altLang="zh-CN" sz="1200">
                <a:latin typeface="Arial" panose="020B0604020202020204" pitchFamily="34" charset="0"/>
              </a:rPr>
              <a:pPr/>
              <a:t>74</a:t>
            </a:fld>
            <a:endParaRPr lang="en-US" altLang="zh-CN" sz="1200">
              <a:latin typeface="Arial" panose="020B0604020202020204" pitchFamily="34" charset="0"/>
            </a:endParaRPr>
          </a:p>
        </p:txBody>
      </p:sp>
      <p:sp>
        <p:nvSpPr>
          <p:cNvPr id="169986" name="Rectangle 2">
            <a:extLst>
              <a:ext uri="{FF2B5EF4-FFF2-40B4-BE49-F238E27FC236}">
                <a16:creationId xmlns:a16="http://schemas.microsoft.com/office/drawing/2014/main" id="{B01886A9-4EED-5A4F-B52C-3348422648D8}"/>
              </a:ext>
            </a:extLst>
          </p:cNvPr>
          <p:cNvSpPr>
            <a:spLocks noGrp="1" noRot="1" noChangeAspect="1" noChangeArrowheads="1" noTextEdit="1"/>
          </p:cNvSpPr>
          <p:nvPr>
            <p:ph type="sldImg"/>
          </p:nvPr>
        </p:nvSpPr>
        <p:spPr>
          <a:ln/>
        </p:spPr>
      </p:sp>
      <p:sp>
        <p:nvSpPr>
          <p:cNvPr id="169987" name="Rectangle 3">
            <a:extLst>
              <a:ext uri="{FF2B5EF4-FFF2-40B4-BE49-F238E27FC236}">
                <a16:creationId xmlns:a16="http://schemas.microsoft.com/office/drawing/2014/main" id="{47E2A93B-2214-F843-A52F-2AF3929A2FF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471432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7">
            <a:extLst>
              <a:ext uri="{FF2B5EF4-FFF2-40B4-BE49-F238E27FC236}">
                <a16:creationId xmlns:a16="http://schemas.microsoft.com/office/drawing/2014/main" id="{2A024A50-BA76-014F-9F17-D5549627D6E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A510CF-C57D-1F48-81D6-132115C96684}" type="slidenum">
              <a:rPr lang="en-US" altLang="zh-CN" sz="1200">
                <a:latin typeface="Arial" panose="020B0604020202020204" pitchFamily="34" charset="0"/>
              </a:rPr>
              <a:pPr/>
              <a:t>75</a:t>
            </a:fld>
            <a:endParaRPr lang="en-US" altLang="zh-CN" sz="1200">
              <a:latin typeface="Arial" panose="020B0604020202020204" pitchFamily="34" charset="0"/>
            </a:endParaRPr>
          </a:p>
        </p:txBody>
      </p:sp>
      <p:sp>
        <p:nvSpPr>
          <p:cNvPr id="172034" name="Rectangle 2">
            <a:extLst>
              <a:ext uri="{FF2B5EF4-FFF2-40B4-BE49-F238E27FC236}">
                <a16:creationId xmlns:a16="http://schemas.microsoft.com/office/drawing/2014/main" id="{B85985C9-7A57-C243-9B8F-584357491435}"/>
              </a:ext>
            </a:extLst>
          </p:cNvPr>
          <p:cNvSpPr>
            <a:spLocks noGrp="1" noRot="1" noChangeAspect="1" noChangeArrowheads="1" noTextEdit="1"/>
          </p:cNvSpPr>
          <p:nvPr>
            <p:ph type="sldImg"/>
          </p:nvPr>
        </p:nvSpPr>
        <p:spPr>
          <a:ln/>
        </p:spPr>
      </p:sp>
      <p:sp>
        <p:nvSpPr>
          <p:cNvPr id="172035" name="Rectangle 3">
            <a:extLst>
              <a:ext uri="{FF2B5EF4-FFF2-40B4-BE49-F238E27FC236}">
                <a16:creationId xmlns:a16="http://schemas.microsoft.com/office/drawing/2014/main" id="{37481906-8BD9-C642-8015-59DEBFBC5DF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3712934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a:extLst>
              <a:ext uri="{FF2B5EF4-FFF2-40B4-BE49-F238E27FC236}">
                <a16:creationId xmlns:a16="http://schemas.microsoft.com/office/drawing/2014/main" id="{2E0D98DA-0625-AA4E-AC26-9EBA26B43C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1C3BE9-30BD-8746-AE83-69A9D4FAA1F1}" type="slidenum">
              <a:rPr lang="en-US" altLang="zh-CN" sz="1200">
                <a:latin typeface="Arial" panose="020B0604020202020204" pitchFamily="34" charset="0"/>
              </a:rPr>
              <a:pPr/>
              <a:t>76</a:t>
            </a:fld>
            <a:endParaRPr lang="en-US" altLang="zh-CN" sz="1200">
              <a:latin typeface="Arial" panose="020B0604020202020204" pitchFamily="34" charset="0"/>
            </a:endParaRPr>
          </a:p>
        </p:txBody>
      </p:sp>
      <p:sp>
        <p:nvSpPr>
          <p:cNvPr id="174082" name="Rectangle 2">
            <a:extLst>
              <a:ext uri="{FF2B5EF4-FFF2-40B4-BE49-F238E27FC236}">
                <a16:creationId xmlns:a16="http://schemas.microsoft.com/office/drawing/2014/main" id="{E8754604-D2EC-5245-A190-C2F17CE7758D}"/>
              </a:ext>
            </a:extLst>
          </p:cNvPr>
          <p:cNvSpPr>
            <a:spLocks noGrp="1" noRot="1" noChangeAspect="1" noChangeArrowheads="1" noTextEdit="1"/>
          </p:cNvSpPr>
          <p:nvPr>
            <p:ph type="sldImg"/>
          </p:nvPr>
        </p:nvSpPr>
        <p:spPr>
          <a:ln/>
        </p:spPr>
      </p:sp>
      <p:sp>
        <p:nvSpPr>
          <p:cNvPr id="174083" name="Rectangle 3">
            <a:extLst>
              <a:ext uri="{FF2B5EF4-FFF2-40B4-BE49-F238E27FC236}">
                <a16:creationId xmlns:a16="http://schemas.microsoft.com/office/drawing/2014/main" id="{6C9C88E9-1A52-DF4D-929B-D6B53C6E87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2573384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Rectangle 7">
            <a:extLst>
              <a:ext uri="{FF2B5EF4-FFF2-40B4-BE49-F238E27FC236}">
                <a16:creationId xmlns:a16="http://schemas.microsoft.com/office/drawing/2014/main" id="{41CE5062-E33A-194E-B7F6-171E249F64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6460D5-9EFD-2045-A111-74FA718B50E8}" type="slidenum">
              <a:rPr lang="en-US" altLang="zh-CN" sz="1200">
                <a:latin typeface="Arial" panose="020B0604020202020204" pitchFamily="34" charset="0"/>
              </a:rPr>
              <a:pPr/>
              <a:t>77</a:t>
            </a:fld>
            <a:endParaRPr lang="en-US" altLang="zh-CN" sz="1200">
              <a:latin typeface="Arial" panose="020B0604020202020204" pitchFamily="34" charset="0"/>
            </a:endParaRPr>
          </a:p>
        </p:txBody>
      </p:sp>
      <p:sp>
        <p:nvSpPr>
          <p:cNvPr id="176130" name="Rectangle 2">
            <a:extLst>
              <a:ext uri="{FF2B5EF4-FFF2-40B4-BE49-F238E27FC236}">
                <a16:creationId xmlns:a16="http://schemas.microsoft.com/office/drawing/2014/main" id="{E14D0F07-167D-744F-9368-5D97846ADD50}"/>
              </a:ext>
            </a:extLst>
          </p:cNvPr>
          <p:cNvSpPr>
            <a:spLocks noGrp="1" noRot="1" noChangeAspect="1" noChangeArrowheads="1" noTextEdit="1"/>
          </p:cNvSpPr>
          <p:nvPr>
            <p:ph type="sldImg"/>
          </p:nvPr>
        </p:nvSpPr>
        <p:spPr>
          <a:ln/>
        </p:spPr>
      </p:sp>
      <p:sp>
        <p:nvSpPr>
          <p:cNvPr id="176131" name="Rectangle 3">
            <a:extLst>
              <a:ext uri="{FF2B5EF4-FFF2-40B4-BE49-F238E27FC236}">
                <a16:creationId xmlns:a16="http://schemas.microsoft.com/office/drawing/2014/main" id="{8EE60C0F-7411-5D4B-A33A-35823BB881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173115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Rectangle 7">
            <a:extLst>
              <a:ext uri="{FF2B5EF4-FFF2-40B4-BE49-F238E27FC236}">
                <a16:creationId xmlns:a16="http://schemas.microsoft.com/office/drawing/2014/main" id="{F8972A42-FDA8-E140-BA55-CCFD69CF40C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6A36A0-47C4-B84E-A907-D4D23606D67E}" type="slidenum">
              <a:rPr lang="en-US" altLang="zh-CN" sz="1200">
                <a:latin typeface="Arial" panose="020B0604020202020204" pitchFamily="34" charset="0"/>
              </a:rPr>
              <a:pPr/>
              <a:t>78</a:t>
            </a:fld>
            <a:endParaRPr lang="en-US" altLang="zh-CN" sz="1200">
              <a:latin typeface="Arial" panose="020B0604020202020204" pitchFamily="34" charset="0"/>
            </a:endParaRPr>
          </a:p>
        </p:txBody>
      </p:sp>
      <p:sp>
        <p:nvSpPr>
          <p:cNvPr id="178178" name="Rectangle 2">
            <a:extLst>
              <a:ext uri="{FF2B5EF4-FFF2-40B4-BE49-F238E27FC236}">
                <a16:creationId xmlns:a16="http://schemas.microsoft.com/office/drawing/2014/main" id="{6FEF5549-6D0E-6A46-8AEC-84124B78D9CB}"/>
              </a:ext>
            </a:extLst>
          </p:cNvPr>
          <p:cNvSpPr>
            <a:spLocks noGrp="1" noRot="1" noChangeAspect="1" noChangeArrowheads="1" noTextEdit="1"/>
          </p:cNvSpPr>
          <p:nvPr>
            <p:ph type="sldImg"/>
          </p:nvPr>
        </p:nvSpPr>
        <p:spPr>
          <a:ln/>
        </p:spPr>
      </p:sp>
      <p:sp>
        <p:nvSpPr>
          <p:cNvPr id="178179" name="Rectangle 3">
            <a:extLst>
              <a:ext uri="{FF2B5EF4-FFF2-40B4-BE49-F238E27FC236}">
                <a16:creationId xmlns:a16="http://schemas.microsoft.com/office/drawing/2014/main" id="{FA66821A-EE9B-8E40-93DD-83736A8D0C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1126744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Rectangle 7">
            <a:extLst>
              <a:ext uri="{FF2B5EF4-FFF2-40B4-BE49-F238E27FC236}">
                <a16:creationId xmlns:a16="http://schemas.microsoft.com/office/drawing/2014/main" id="{3FD0C7DB-9D49-C74E-A2B8-435AE9B21F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304EDC-4FFC-3A41-BA40-59FE4744E7BB}" type="slidenum">
              <a:rPr lang="en-US" altLang="zh-CN" sz="1200">
                <a:latin typeface="Arial" panose="020B0604020202020204" pitchFamily="34" charset="0"/>
              </a:rPr>
              <a:pPr/>
              <a:t>79</a:t>
            </a:fld>
            <a:endParaRPr lang="en-US" altLang="zh-CN" sz="1200">
              <a:latin typeface="Arial" panose="020B0604020202020204" pitchFamily="34" charset="0"/>
            </a:endParaRPr>
          </a:p>
        </p:txBody>
      </p:sp>
      <p:sp>
        <p:nvSpPr>
          <p:cNvPr id="180226" name="Rectangle 2">
            <a:extLst>
              <a:ext uri="{FF2B5EF4-FFF2-40B4-BE49-F238E27FC236}">
                <a16:creationId xmlns:a16="http://schemas.microsoft.com/office/drawing/2014/main" id="{9F6FBDD9-69AD-D848-9A5D-87EEF266C063}"/>
              </a:ext>
            </a:extLst>
          </p:cNvPr>
          <p:cNvSpPr>
            <a:spLocks noGrp="1" noRot="1" noChangeAspect="1" noChangeArrowheads="1" noTextEdit="1"/>
          </p:cNvSpPr>
          <p:nvPr>
            <p:ph type="sldImg"/>
          </p:nvPr>
        </p:nvSpPr>
        <p:spPr>
          <a:ln/>
        </p:spPr>
      </p:sp>
      <p:sp>
        <p:nvSpPr>
          <p:cNvPr id="180227" name="Rectangle 3">
            <a:extLst>
              <a:ext uri="{FF2B5EF4-FFF2-40B4-BE49-F238E27FC236}">
                <a16:creationId xmlns:a16="http://schemas.microsoft.com/office/drawing/2014/main" id="{21679534-1595-1446-8A65-D008F9987F0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138688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Rectangle 7">
            <a:extLst>
              <a:ext uri="{FF2B5EF4-FFF2-40B4-BE49-F238E27FC236}">
                <a16:creationId xmlns:a16="http://schemas.microsoft.com/office/drawing/2014/main" id="{6510F1A6-C5AA-9F48-8BB3-7753AF49F5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BC55F72-11FF-0440-BC01-84A1B97A5115}" type="slidenum">
              <a:rPr lang="en-US" altLang="zh-CN" sz="1200">
                <a:latin typeface="Arial" panose="020B0604020202020204" pitchFamily="34" charset="0"/>
              </a:rPr>
              <a:pPr/>
              <a:t>80</a:t>
            </a:fld>
            <a:endParaRPr lang="en-US" altLang="zh-CN" sz="1200">
              <a:latin typeface="Arial" panose="020B0604020202020204" pitchFamily="34" charset="0"/>
            </a:endParaRPr>
          </a:p>
        </p:txBody>
      </p:sp>
      <p:sp>
        <p:nvSpPr>
          <p:cNvPr id="182274" name="Rectangle 2">
            <a:extLst>
              <a:ext uri="{FF2B5EF4-FFF2-40B4-BE49-F238E27FC236}">
                <a16:creationId xmlns:a16="http://schemas.microsoft.com/office/drawing/2014/main" id="{984C0A12-9438-CF4A-8B40-42A8EEFEEC85}"/>
              </a:ext>
            </a:extLst>
          </p:cNvPr>
          <p:cNvSpPr>
            <a:spLocks noGrp="1" noRot="1" noChangeAspect="1" noChangeArrowheads="1" noTextEdit="1"/>
          </p:cNvSpPr>
          <p:nvPr>
            <p:ph type="sldImg"/>
          </p:nvPr>
        </p:nvSpPr>
        <p:spPr>
          <a:ln/>
        </p:spPr>
      </p:sp>
      <p:sp>
        <p:nvSpPr>
          <p:cNvPr id="182275" name="Rectangle 3">
            <a:extLst>
              <a:ext uri="{FF2B5EF4-FFF2-40B4-BE49-F238E27FC236}">
                <a16:creationId xmlns:a16="http://schemas.microsoft.com/office/drawing/2014/main" id="{7888990D-6F84-BF46-B72A-903E7A68BD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186248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7">
            <a:extLst>
              <a:ext uri="{FF2B5EF4-FFF2-40B4-BE49-F238E27FC236}">
                <a16:creationId xmlns:a16="http://schemas.microsoft.com/office/drawing/2014/main" id="{D7DF4825-84F3-5F48-8CAA-A25CF4380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93F5AD-F1AF-A647-A636-C77560382082}" type="slidenum">
              <a:rPr lang="en-US" altLang="zh-CN" sz="1200">
                <a:latin typeface="Arial" panose="020B0604020202020204" pitchFamily="34" charset="0"/>
              </a:rPr>
              <a:pPr/>
              <a:t>81</a:t>
            </a:fld>
            <a:endParaRPr lang="en-US" altLang="zh-CN" sz="1200">
              <a:latin typeface="Arial" panose="020B0604020202020204" pitchFamily="34" charset="0"/>
            </a:endParaRPr>
          </a:p>
        </p:txBody>
      </p:sp>
      <p:sp>
        <p:nvSpPr>
          <p:cNvPr id="184322" name="Rectangle 2">
            <a:extLst>
              <a:ext uri="{FF2B5EF4-FFF2-40B4-BE49-F238E27FC236}">
                <a16:creationId xmlns:a16="http://schemas.microsoft.com/office/drawing/2014/main" id="{B0E145BD-FA2D-F847-A2DF-267FB60975BD}"/>
              </a:ext>
            </a:extLst>
          </p:cNvPr>
          <p:cNvSpPr>
            <a:spLocks noGrp="1" noRot="1" noChangeAspect="1" noChangeArrowheads="1" noTextEdit="1"/>
          </p:cNvSpPr>
          <p:nvPr>
            <p:ph type="sldImg"/>
          </p:nvPr>
        </p:nvSpPr>
        <p:spPr>
          <a:ln/>
        </p:spPr>
      </p:sp>
      <p:sp>
        <p:nvSpPr>
          <p:cNvPr id="184323" name="Rectangle 3">
            <a:extLst>
              <a:ext uri="{FF2B5EF4-FFF2-40B4-BE49-F238E27FC236}">
                <a16:creationId xmlns:a16="http://schemas.microsoft.com/office/drawing/2014/main" id="{CE94FB70-3C69-DD4E-A5F0-86EDD804D5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2271800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Rectangle 7">
            <a:extLst>
              <a:ext uri="{FF2B5EF4-FFF2-40B4-BE49-F238E27FC236}">
                <a16:creationId xmlns:a16="http://schemas.microsoft.com/office/drawing/2014/main" id="{6332CE83-E9BA-5041-8616-63BAA681D35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C36804-FF45-5240-A11A-8BE29D660B95}" type="slidenum">
              <a:rPr lang="en-US" altLang="zh-CN" sz="1200">
                <a:latin typeface="Arial" panose="020B0604020202020204" pitchFamily="34" charset="0"/>
              </a:rPr>
              <a:pPr/>
              <a:t>82</a:t>
            </a:fld>
            <a:endParaRPr lang="en-US" altLang="zh-CN" sz="1200">
              <a:latin typeface="Arial" panose="020B0604020202020204" pitchFamily="34" charset="0"/>
            </a:endParaRPr>
          </a:p>
        </p:txBody>
      </p:sp>
      <p:sp>
        <p:nvSpPr>
          <p:cNvPr id="186370" name="Rectangle 2">
            <a:extLst>
              <a:ext uri="{FF2B5EF4-FFF2-40B4-BE49-F238E27FC236}">
                <a16:creationId xmlns:a16="http://schemas.microsoft.com/office/drawing/2014/main" id="{AA552A7E-A63A-D64C-B18E-FA080BD16CFB}"/>
              </a:ext>
            </a:extLst>
          </p:cNvPr>
          <p:cNvSpPr>
            <a:spLocks noGrp="1" noRot="1" noChangeAspect="1" noChangeArrowheads="1" noTextEdit="1"/>
          </p:cNvSpPr>
          <p:nvPr>
            <p:ph type="sldImg"/>
          </p:nvPr>
        </p:nvSpPr>
        <p:spPr>
          <a:ln/>
        </p:spPr>
      </p:sp>
      <p:sp>
        <p:nvSpPr>
          <p:cNvPr id="186371" name="Rectangle 3">
            <a:extLst>
              <a:ext uri="{FF2B5EF4-FFF2-40B4-BE49-F238E27FC236}">
                <a16:creationId xmlns:a16="http://schemas.microsoft.com/office/drawing/2014/main" id="{99DE9788-C6C5-5246-A7E7-554F9CD8DA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196696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Rectangle 7">
            <a:extLst>
              <a:ext uri="{FF2B5EF4-FFF2-40B4-BE49-F238E27FC236}">
                <a16:creationId xmlns:a16="http://schemas.microsoft.com/office/drawing/2014/main" id="{B837A107-BAB9-404C-BE05-0A05785CFF7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14EDE9B-C4A9-E44A-9EBF-6EC88B468214}" type="slidenum">
              <a:rPr lang="en-US" altLang="zh-CN" sz="1200">
                <a:latin typeface="Arial" panose="020B0604020202020204" pitchFamily="34" charset="0"/>
              </a:rPr>
              <a:pPr/>
              <a:t>83</a:t>
            </a:fld>
            <a:endParaRPr lang="en-US" altLang="zh-CN" sz="1200">
              <a:latin typeface="Arial" panose="020B0604020202020204" pitchFamily="34" charset="0"/>
            </a:endParaRPr>
          </a:p>
        </p:txBody>
      </p:sp>
      <p:sp>
        <p:nvSpPr>
          <p:cNvPr id="188418" name="Rectangle 2">
            <a:extLst>
              <a:ext uri="{FF2B5EF4-FFF2-40B4-BE49-F238E27FC236}">
                <a16:creationId xmlns:a16="http://schemas.microsoft.com/office/drawing/2014/main" id="{19934C20-B706-3142-9B36-A9C5651D2297}"/>
              </a:ext>
            </a:extLst>
          </p:cNvPr>
          <p:cNvSpPr>
            <a:spLocks noGrp="1" noRot="1" noChangeAspect="1" noChangeArrowheads="1" noTextEdit="1"/>
          </p:cNvSpPr>
          <p:nvPr>
            <p:ph type="sldImg"/>
          </p:nvPr>
        </p:nvSpPr>
        <p:spPr>
          <a:ln/>
        </p:spPr>
      </p:sp>
      <p:sp>
        <p:nvSpPr>
          <p:cNvPr id="188419" name="Rectangle 3">
            <a:extLst>
              <a:ext uri="{FF2B5EF4-FFF2-40B4-BE49-F238E27FC236}">
                <a16:creationId xmlns:a16="http://schemas.microsoft.com/office/drawing/2014/main" id="{0188BA11-D978-FC41-BD39-0E13330F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9469456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a:extLst>
              <a:ext uri="{FF2B5EF4-FFF2-40B4-BE49-F238E27FC236}">
                <a16:creationId xmlns:a16="http://schemas.microsoft.com/office/drawing/2014/main" id="{E73DD05F-D949-3B42-91C8-C92AB3B23C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6BCC7A-245E-AA4A-8F17-7D8CF3BBD2F2}" type="slidenum">
              <a:rPr lang="en-US" altLang="zh-CN" sz="1200">
                <a:latin typeface="Arial" panose="020B0604020202020204" pitchFamily="34" charset="0"/>
              </a:rPr>
              <a:pPr/>
              <a:t>84</a:t>
            </a:fld>
            <a:endParaRPr lang="en-US" altLang="zh-CN" sz="1200">
              <a:latin typeface="Arial" panose="020B0604020202020204" pitchFamily="34" charset="0"/>
            </a:endParaRPr>
          </a:p>
        </p:txBody>
      </p:sp>
      <p:sp>
        <p:nvSpPr>
          <p:cNvPr id="190466" name="Rectangle 2">
            <a:extLst>
              <a:ext uri="{FF2B5EF4-FFF2-40B4-BE49-F238E27FC236}">
                <a16:creationId xmlns:a16="http://schemas.microsoft.com/office/drawing/2014/main" id="{869F5953-0C2E-3B45-BDCE-6AFE6DF688D3}"/>
              </a:ext>
            </a:extLst>
          </p:cNvPr>
          <p:cNvSpPr>
            <a:spLocks noGrp="1" noRot="1" noChangeAspect="1" noChangeArrowheads="1" noTextEdit="1"/>
          </p:cNvSpPr>
          <p:nvPr>
            <p:ph type="sldImg"/>
          </p:nvPr>
        </p:nvSpPr>
        <p:spPr>
          <a:ln/>
        </p:spPr>
      </p:sp>
      <p:sp>
        <p:nvSpPr>
          <p:cNvPr id="190467" name="Rectangle 3">
            <a:extLst>
              <a:ext uri="{FF2B5EF4-FFF2-40B4-BE49-F238E27FC236}">
                <a16:creationId xmlns:a16="http://schemas.microsoft.com/office/drawing/2014/main" id="{B5CF8E2B-4A26-E645-AA0F-F39DAFDF97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919974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Rectangle 7">
            <a:extLst>
              <a:ext uri="{FF2B5EF4-FFF2-40B4-BE49-F238E27FC236}">
                <a16:creationId xmlns:a16="http://schemas.microsoft.com/office/drawing/2014/main" id="{4BD552A0-A097-A440-9A2E-AF2EEAF00F8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8E699D-879F-3E48-90F5-10DAC5F7F983}" type="slidenum">
              <a:rPr lang="en-US" altLang="zh-CN" sz="1200">
                <a:latin typeface="Arial" panose="020B0604020202020204" pitchFamily="34" charset="0"/>
              </a:rPr>
              <a:pPr/>
              <a:t>85</a:t>
            </a:fld>
            <a:endParaRPr lang="en-US" altLang="zh-CN" sz="1200">
              <a:latin typeface="Arial" panose="020B0604020202020204" pitchFamily="34" charset="0"/>
            </a:endParaRPr>
          </a:p>
        </p:txBody>
      </p:sp>
      <p:sp>
        <p:nvSpPr>
          <p:cNvPr id="192514" name="Rectangle 2">
            <a:extLst>
              <a:ext uri="{FF2B5EF4-FFF2-40B4-BE49-F238E27FC236}">
                <a16:creationId xmlns:a16="http://schemas.microsoft.com/office/drawing/2014/main" id="{D47C44C8-CBD8-144E-845B-BD00C54768FF}"/>
              </a:ext>
            </a:extLst>
          </p:cNvPr>
          <p:cNvSpPr>
            <a:spLocks noGrp="1" noRot="1" noChangeAspect="1" noChangeArrowheads="1" noTextEdit="1"/>
          </p:cNvSpPr>
          <p:nvPr>
            <p:ph type="sldImg"/>
          </p:nvPr>
        </p:nvSpPr>
        <p:spPr>
          <a:ln/>
        </p:spPr>
      </p:sp>
      <p:sp>
        <p:nvSpPr>
          <p:cNvPr id="192515" name="Rectangle 3">
            <a:extLst>
              <a:ext uri="{FF2B5EF4-FFF2-40B4-BE49-F238E27FC236}">
                <a16:creationId xmlns:a16="http://schemas.microsoft.com/office/drawing/2014/main" id="{28CFD634-621E-6342-9E85-1ADE2A02626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232749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7">
            <a:extLst>
              <a:ext uri="{FF2B5EF4-FFF2-40B4-BE49-F238E27FC236}">
                <a16:creationId xmlns:a16="http://schemas.microsoft.com/office/drawing/2014/main" id="{D5CE0A1E-70DB-B44D-89F6-CC013801E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3746CEC-82AC-054D-A064-6BF574F5CF22}" type="slidenum">
              <a:rPr lang="en-US" altLang="zh-CN" sz="1200">
                <a:latin typeface="Arial" panose="020B0604020202020204" pitchFamily="34" charset="0"/>
              </a:rPr>
              <a:pPr/>
              <a:t>86</a:t>
            </a:fld>
            <a:endParaRPr lang="en-US" altLang="zh-CN" sz="1200">
              <a:latin typeface="Arial" panose="020B0604020202020204" pitchFamily="34" charset="0"/>
            </a:endParaRPr>
          </a:p>
        </p:txBody>
      </p:sp>
      <p:sp>
        <p:nvSpPr>
          <p:cNvPr id="194562" name="Rectangle 2">
            <a:extLst>
              <a:ext uri="{FF2B5EF4-FFF2-40B4-BE49-F238E27FC236}">
                <a16:creationId xmlns:a16="http://schemas.microsoft.com/office/drawing/2014/main" id="{53BE9D1A-9AA7-4546-B489-A46B41C1D930}"/>
              </a:ext>
            </a:extLst>
          </p:cNvPr>
          <p:cNvSpPr>
            <a:spLocks noGrp="1" noRot="1" noChangeAspect="1" noChangeArrowheads="1" noTextEdit="1"/>
          </p:cNvSpPr>
          <p:nvPr>
            <p:ph type="sldImg"/>
          </p:nvPr>
        </p:nvSpPr>
        <p:spPr>
          <a:ln/>
        </p:spPr>
      </p:sp>
      <p:sp>
        <p:nvSpPr>
          <p:cNvPr id="194563" name="Rectangle 3">
            <a:extLst>
              <a:ext uri="{FF2B5EF4-FFF2-40B4-BE49-F238E27FC236}">
                <a16:creationId xmlns:a16="http://schemas.microsoft.com/office/drawing/2014/main" id="{10AF914A-D27C-FE4B-A658-91BE4A9097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8313799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Rectangle 7">
            <a:extLst>
              <a:ext uri="{FF2B5EF4-FFF2-40B4-BE49-F238E27FC236}">
                <a16:creationId xmlns:a16="http://schemas.microsoft.com/office/drawing/2014/main" id="{97A71AC9-6208-EB40-BE32-C2367B7408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66C7C30-AEF1-AA4D-ABB2-206A420C75BB}" type="slidenum">
              <a:rPr lang="en-US" altLang="zh-CN" sz="1200">
                <a:latin typeface="Arial" panose="020B0604020202020204" pitchFamily="34" charset="0"/>
              </a:rPr>
              <a:pPr/>
              <a:t>87</a:t>
            </a:fld>
            <a:endParaRPr lang="en-US" altLang="zh-CN" sz="1200">
              <a:latin typeface="Arial" panose="020B0604020202020204" pitchFamily="34" charset="0"/>
            </a:endParaRPr>
          </a:p>
        </p:txBody>
      </p:sp>
      <p:sp>
        <p:nvSpPr>
          <p:cNvPr id="196610" name="Rectangle 2">
            <a:extLst>
              <a:ext uri="{FF2B5EF4-FFF2-40B4-BE49-F238E27FC236}">
                <a16:creationId xmlns:a16="http://schemas.microsoft.com/office/drawing/2014/main" id="{E35D4C22-3F06-FF47-A252-95F7D1EF563C}"/>
              </a:ext>
            </a:extLst>
          </p:cNvPr>
          <p:cNvSpPr>
            <a:spLocks noGrp="1" noRot="1" noChangeAspect="1" noChangeArrowheads="1" noTextEdit="1"/>
          </p:cNvSpPr>
          <p:nvPr>
            <p:ph type="sldImg"/>
          </p:nvPr>
        </p:nvSpPr>
        <p:spPr>
          <a:ln/>
        </p:spPr>
      </p:sp>
      <p:sp>
        <p:nvSpPr>
          <p:cNvPr id="196611" name="Rectangle 3">
            <a:extLst>
              <a:ext uri="{FF2B5EF4-FFF2-40B4-BE49-F238E27FC236}">
                <a16:creationId xmlns:a16="http://schemas.microsoft.com/office/drawing/2014/main" id="{CF75C804-9A48-2849-98C9-5724EC5F8BA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1631931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7">
            <a:extLst>
              <a:ext uri="{FF2B5EF4-FFF2-40B4-BE49-F238E27FC236}">
                <a16:creationId xmlns:a16="http://schemas.microsoft.com/office/drawing/2014/main" id="{1A3E06EE-35B1-7843-902A-9294E49B79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7ECC170-63D6-5B43-9F94-5B2C44813366}" type="slidenum">
              <a:rPr lang="en-US" altLang="zh-CN" sz="1200">
                <a:latin typeface="Arial" panose="020B0604020202020204" pitchFamily="34" charset="0"/>
              </a:rPr>
              <a:pPr/>
              <a:t>88</a:t>
            </a:fld>
            <a:endParaRPr lang="en-US" altLang="zh-CN" sz="1200">
              <a:latin typeface="Arial" panose="020B0604020202020204" pitchFamily="34" charset="0"/>
            </a:endParaRPr>
          </a:p>
        </p:txBody>
      </p:sp>
      <p:sp>
        <p:nvSpPr>
          <p:cNvPr id="198658" name="Rectangle 2">
            <a:extLst>
              <a:ext uri="{FF2B5EF4-FFF2-40B4-BE49-F238E27FC236}">
                <a16:creationId xmlns:a16="http://schemas.microsoft.com/office/drawing/2014/main" id="{0A32A967-442C-DE4D-B4AF-9B988AD85FD5}"/>
              </a:ext>
            </a:extLst>
          </p:cNvPr>
          <p:cNvSpPr>
            <a:spLocks noGrp="1" noRot="1" noChangeAspect="1" noChangeArrowheads="1" noTextEdit="1"/>
          </p:cNvSpPr>
          <p:nvPr>
            <p:ph type="sldImg"/>
          </p:nvPr>
        </p:nvSpPr>
        <p:spPr>
          <a:ln/>
        </p:spPr>
      </p:sp>
      <p:sp>
        <p:nvSpPr>
          <p:cNvPr id="198659" name="Rectangle 3">
            <a:extLst>
              <a:ext uri="{FF2B5EF4-FFF2-40B4-BE49-F238E27FC236}">
                <a16:creationId xmlns:a16="http://schemas.microsoft.com/office/drawing/2014/main" id="{32B007DC-A289-B945-B814-BE0BC872AA9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2822831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Rectangle 7">
            <a:extLst>
              <a:ext uri="{FF2B5EF4-FFF2-40B4-BE49-F238E27FC236}">
                <a16:creationId xmlns:a16="http://schemas.microsoft.com/office/drawing/2014/main" id="{E92B045C-0324-BF4C-86BC-5AACD48A8EB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F6E06B-C775-564D-91DA-448119C189CA}" type="slidenum">
              <a:rPr lang="en-US" altLang="zh-CN" sz="1200">
                <a:latin typeface="Arial" panose="020B0604020202020204" pitchFamily="34" charset="0"/>
              </a:rPr>
              <a:pPr/>
              <a:t>89</a:t>
            </a:fld>
            <a:endParaRPr lang="en-US" altLang="zh-CN" sz="1200">
              <a:latin typeface="Arial" panose="020B0604020202020204" pitchFamily="34" charset="0"/>
            </a:endParaRPr>
          </a:p>
        </p:txBody>
      </p:sp>
      <p:sp>
        <p:nvSpPr>
          <p:cNvPr id="200706" name="Rectangle 2">
            <a:extLst>
              <a:ext uri="{FF2B5EF4-FFF2-40B4-BE49-F238E27FC236}">
                <a16:creationId xmlns:a16="http://schemas.microsoft.com/office/drawing/2014/main" id="{2D51D4E4-BE3A-0C43-B08B-2413992B4D85}"/>
              </a:ext>
            </a:extLst>
          </p:cNvPr>
          <p:cNvSpPr>
            <a:spLocks noGrp="1" noRot="1" noChangeAspect="1" noChangeArrowheads="1" noTextEdit="1"/>
          </p:cNvSpPr>
          <p:nvPr>
            <p:ph type="sldImg"/>
          </p:nvPr>
        </p:nvSpPr>
        <p:spPr>
          <a:ln/>
        </p:spPr>
      </p:sp>
      <p:sp>
        <p:nvSpPr>
          <p:cNvPr id="200707" name="Rectangle 3">
            <a:extLst>
              <a:ext uri="{FF2B5EF4-FFF2-40B4-BE49-F238E27FC236}">
                <a16:creationId xmlns:a16="http://schemas.microsoft.com/office/drawing/2014/main" id="{19008905-15A4-3442-886F-AC77AD6D6B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31677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7">
            <a:extLst>
              <a:ext uri="{FF2B5EF4-FFF2-40B4-BE49-F238E27FC236}">
                <a16:creationId xmlns:a16="http://schemas.microsoft.com/office/drawing/2014/main" id="{87645E42-BEBB-6140-B597-E4DA2E8F36F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6A0757F-DF1D-974A-AC81-2EAE2434BFC3}" type="slidenum">
              <a:rPr lang="en-US" altLang="zh-CN" sz="1200">
                <a:latin typeface="Arial" panose="020B0604020202020204" pitchFamily="34" charset="0"/>
              </a:rPr>
              <a:pPr/>
              <a:t>90</a:t>
            </a:fld>
            <a:endParaRPr lang="en-US" altLang="zh-CN" sz="1200">
              <a:latin typeface="Arial" panose="020B0604020202020204" pitchFamily="34" charset="0"/>
            </a:endParaRPr>
          </a:p>
        </p:txBody>
      </p:sp>
      <p:sp>
        <p:nvSpPr>
          <p:cNvPr id="202754" name="Rectangle 2">
            <a:extLst>
              <a:ext uri="{FF2B5EF4-FFF2-40B4-BE49-F238E27FC236}">
                <a16:creationId xmlns:a16="http://schemas.microsoft.com/office/drawing/2014/main" id="{6010EF88-724F-0E4F-9823-1364639CF83E}"/>
              </a:ext>
            </a:extLst>
          </p:cNvPr>
          <p:cNvSpPr>
            <a:spLocks noGrp="1" noRot="1" noChangeAspect="1" noChangeArrowheads="1" noTextEdit="1"/>
          </p:cNvSpPr>
          <p:nvPr>
            <p:ph type="sldImg"/>
          </p:nvPr>
        </p:nvSpPr>
        <p:spPr>
          <a:ln/>
        </p:spPr>
      </p:sp>
      <p:sp>
        <p:nvSpPr>
          <p:cNvPr id="202755" name="Rectangle 3">
            <a:extLst>
              <a:ext uri="{FF2B5EF4-FFF2-40B4-BE49-F238E27FC236}">
                <a16:creationId xmlns:a16="http://schemas.microsoft.com/office/drawing/2014/main" id="{510C6593-A1DF-F140-B589-C36476532D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448544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Rectangle 7">
            <a:extLst>
              <a:ext uri="{FF2B5EF4-FFF2-40B4-BE49-F238E27FC236}">
                <a16:creationId xmlns:a16="http://schemas.microsoft.com/office/drawing/2014/main" id="{FBB3F2D9-948E-7C4E-B8CE-8B71A9229CB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B8CDD23-FE21-464A-8CB3-D13038BEA404}" type="slidenum">
              <a:rPr lang="en-US" altLang="zh-CN" sz="1200">
                <a:latin typeface="Arial" panose="020B0604020202020204" pitchFamily="34" charset="0"/>
              </a:rPr>
              <a:pPr/>
              <a:t>91</a:t>
            </a:fld>
            <a:endParaRPr lang="en-US" altLang="zh-CN" sz="1200">
              <a:latin typeface="Arial" panose="020B0604020202020204" pitchFamily="34" charset="0"/>
            </a:endParaRPr>
          </a:p>
        </p:txBody>
      </p:sp>
      <p:sp>
        <p:nvSpPr>
          <p:cNvPr id="204802" name="Rectangle 2">
            <a:extLst>
              <a:ext uri="{FF2B5EF4-FFF2-40B4-BE49-F238E27FC236}">
                <a16:creationId xmlns:a16="http://schemas.microsoft.com/office/drawing/2014/main" id="{7D7D06E5-874C-D54B-8370-8E7BA32DDA20}"/>
              </a:ext>
            </a:extLst>
          </p:cNvPr>
          <p:cNvSpPr>
            <a:spLocks noGrp="1" noRot="1" noChangeAspect="1" noChangeArrowheads="1" noTextEdit="1"/>
          </p:cNvSpPr>
          <p:nvPr>
            <p:ph type="sldImg"/>
          </p:nvPr>
        </p:nvSpPr>
        <p:spPr>
          <a:ln/>
        </p:spPr>
      </p:sp>
      <p:sp>
        <p:nvSpPr>
          <p:cNvPr id="204803" name="Rectangle 3">
            <a:extLst>
              <a:ext uri="{FF2B5EF4-FFF2-40B4-BE49-F238E27FC236}">
                <a16:creationId xmlns:a16="http://schemas.microsoft.com/office/drawing/2014/main" id="{E1D00A97-080E-F24A-87A2-BEE2FC63A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4281289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7">
            <a:extLst>
              <a:ext uri="{FF2B5EF4-FFF2-40B4-BE49-F238E27FC236}">
                <a16:creationId xmlns:a16="http://schemas.microsoft.com/office/drawing/2014/main" id="{36976992-B314-5942-A819-1ACB53122F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3D127EA-28EB-0645-BA92-40B15AAC46A4}" type="slidenum">
              <a:rPr lang="en-US" altLang="zh-CN" sz="1200">
                <a:latin typeface="Arial" panose="020B0604020202020204" pitchFamily="34" charset="0"/>
              </a:rPr>
              <a:pPr/>
              <a:t>92</a:t>
            </a:fld>
            <a:endParaRPr lang="en-US" altLang="zh-CN" sz="1200">
              <a:latin typeface="Arial" panose="020B0604020202020204" pitchFamily="34" charset="0"/>
            </a:endParaRPr>
          </a:p>
        </p:txBody>
      </p:sp>
      <p:sp>
        <p:nvSpPr>
          <p:cNvPr id="206850" name="Rectangle 2">
            <a:extLst>
              <a:ext uri="{FF2B5EF4-FFF2-40B4-BE49-F238E27FC236}">
                <a16:creationId xmlns:a16="http://schemas.microsoft.com/office/drawing/2014/main" id="{49A76F39-8F28-D84A-B313-30D10FB56414}"/>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FC899119-2142-8241-8AB3-C91F75BC6C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986104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Rectangle 7">
            <a:extLst>
              <a:ext uri="{FF2B5EF4-FFF2-40B4-BE49-F238E27FC236}">
                <a16:creationId xmlns:a16="http://schemas.microsoft.com/office/drawing/2014/main" id="{9A8702D1-ACBB-C146-A14A-2BBCC469B4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0B0DF60-2B87-F841-864B-B58D31053ED2}" type="slidenum">
              <a:rPr lang="en-US" altLang="zh-CN" sz="1200">
                <a:latin typeface="Arial" panose="020B0604020202020204" pitchFamily="34" charset="0"/>
              </a:rPr>
              <a:pPr/>
              <a:t>93</a:t>
            </a:fld>
            <a:endParaRPr lang="en-US" altLang="zh-CN" sz="1200">
              <a:latin typeface="Arial" panose="020B0604020202020204" pitchFamily="34" charset="0"/>
            </a:endParaRPr>
          </a:p>
        </p:txBody>
      </p:sp>
      <p:sp>
        <p:nvSpPr>
          <p:cNvPr id="208898" name="Rectangle 2">
            <a:extLst>
              <a:ext uri="{FF2B5EF4-FFF2-40B4-BE49-F238E27FC236}">
                <a16:creationId xmlns:a16="http://schemas.microsoft.com/office/drawing/2014/main" id="{81E50CBC-95FE-6A4A-A66C-188F6AEAE496}"/>
              </a:ext>
            </a:extLst>
          </p:cNvPr>
          <p:cNvSpPr>
            <a:spLocks noGrp="1" noRot="1" noChangeAspect="1" noChangeArrowheads="1" noTextEdit="1"/>
          </p:cNvSpPr>
          <p:nvPr>
            <p:ph type="sldImg"/>
          </p:nvPr>
        </p:nvSpPr>
        <p:spPr>
          <a:ln/>
        </p:spPr>
      </p:sp>
      <p:sp>
        <p:nvSpPr>
          <p:cNvPr id="208899" name="Rectangle 3">
            <a:extLst>
              <a:ext uri="{FF2B5EF4-FFF2-40B4-BE49-F238E27FC236}">
                <a16:creationId xmlns:a16="http://schemas.microsoft.com/office/drawing/2014/main" id="{C074E7DE-6C3A-734F-A73A-46EDE2AF45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6728584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a:extLst>
              <a:ext uri="{FF2B5EF4-FFF2-40B4-BE49-F238E27FC236}">
                <a16:creationId xmlns:a16="http://schemas.microsoft.com/office/drawing/2014/main" id="{119C556E-1169-324D-B963-A660CCCBD7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601A28C-329E-0046-8C08-D28CC7640BBA}" type="slidenum">
              <a:rPr lang="en-US" altLang="zh-CN" sz="1200">
                <a:latin typeface="Arial" panose="020B0604020202020204" pitchFamily="34" charset="0"/>
              </a:rPr>
              <a:pPr/>
              <a:t>94</a:t>
            </a:fld>
            <a:endParaRPr lang="en-US" altLang="zh-CN" sz="1200">
              <a:latin typeface="Arial" panose="020B0604020202020204" pitchFamily="34" charset="0"/>
            </a:endParaRPr>
          </a:p>
        </p:txBody>
      </p:sp>
      <p:sp>
        <p:nvSpPr>
          <p:cNvPr id="210946" name="Rectangle 2">
            <a:extLst>
              <a:ext uri="{FF2B5EF4-FFF2-40B4-BE49-F238E27FC236}">
                <a16:creationId xmlns:a16="http://schemas.microsoft.com/office/drawing/2014/main" id="{9D4E5562-8422-1248-89E5-5553E8929DD2}"/>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F582DE46-926F-244A-AEDB-00983771E4B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6168033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97DA2E1B-CEBF-7B40-B3A6-8C90A213E7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7BB377-2552-BE47-B516-7955EA9793F9}" type="slidenum">
              <a:rPr lang="en-US" altLang="zh-CN" sz="1200">
                <a:latin typeface="Arial" panose="020B0604020202020204" pitchFamily="34" charset="0"/>
              </a:rPr>
              <a:pPr/>
              <a:t>95</a:t>
            </a:fld>
            <a:endParaRPr lang="en-US" altLang="zh-CN" sz="1200">
              <a:latin typeface="Arial" panose="020B0604020202020204" pitchFamily="34" charset="0"/>
            </a:endParaRPr>
          </a:p>
        </p:txBody>
      </p:sp>
      <p:sp>
        <p:nvSpPr>
          <p:cNvPr id="212994" name="Rectangle 2">
            <a:extLst>
              <a:ext uri="{FF2B5EF4-FFF2-40B4-BE49-F238E27FC236}">
                <a16:creationId xmlns:a16="http://schemas.microsoft.com/office/drawing/2014/main" id="{7E18934F-E260-8C43-A8E3-A9758D5933A6}"/>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B2237799-EACB-154E-9256-E189E52147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594740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D904CEFA-0124-8E47-B62C-42B8C7C7307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D20887-BD42-2142-90EB-98813CE7A3F2}" type="slidenum">
              <a:rPr lang="en-US" altLang="zh-CN" sz="1200">
                <a:latin typeface="Arial" panose="020B0604020202020204" pitchFamily="34" charset="0"/>
              </a:rPr>
              <a:pPr/>
              <a:t>96</a:t>
            </a:fld>
            <a:endParaRPr lang="en-US" altLang="zh-CN" sz="1200">
              <a:latin typeface="Arial" panose="020B0604020202020204" pitchFamily="34" charset="0"/>
            </a:endParaRPr>
          </a:p>
        </p:txBody>
      </p:sp>
      <p:sp>
        <p:nvSpPr>
          <p:cNvPr id="215042" name="Rectangle 2">
            <a:extLst>
              <a:ext uri="{FF2B5EF4-FFF2-40B4-BE49-F238E27FC236}">
                <a16:creationId xmlns:a16="http://schemas.microsoft.com/office/drawing/2014/main" id="{D3FDB580-050D-7E43-A9AF-4D3A1A132B73}"/>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0FDF16DB-7886-794C-AA17-14F0A2CE9F8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8365018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7">
            <a:extLst>
              <a:ext uri="{FF2B5EF4-FFF2-40B4-BE49-F238E27FC236}">
                <a16:creationId xmlns:a16="http://schemas.microsoft.com/office/drawing/2014/main" id="{31CA1B32-EE3B-7E42-8E7D-1A51EAC1E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25F89A7-1239-F948-87CC-A59D41AB74CF}" type="slidenum">
              <a:rPr lang="en-US" altLang="zh-CN" sz="1200">
                <a:latin typeface="Arial" panose="020B0604020202020204" pitchFamily="34" charset="0"/>
              </a:rPr>
              <a:pPr/>
              <a:t>97</a:t>
            </a:fld>
            <a:endParaRPr lang="en-US" altLang="zh-CN" sz="1200">
              <a:latin typeface="Arial" panose="020B0604020202020204" pitchFamily="34" charset="0"/>
            </a:endParaRPr>
          </a:p>
        </p:txBody>
      </p:sp>
      <p:sp>
        <p:nvSpPr>
          <p:cNvPr id="217090" name="Rectangle 2">
            <a:extLst>
              <a:ext uri="{FF2B5EF4-FFF2-40B4-BE49-F238E27FC236}">
                <a16:creationId xmlns:a16="http://schemas.microsoft.com/office/drawing/2014/main" id="{99468AC4-85EC-EB41-BE60-6A303A59E947}"/>
              </a:ext>
            </a:extLst>
          </p:cNvPr>
          <p:cNvSpPr>
            <a:spLocks noGrp="1" noRot="1" noChangeAspect="1" noChangeArrowheads="1" noTextEdit="1"/>
          </p:cNvSpPr>
          <p:nvPr>
            <p:ph type="sldImg"/>
          </p:nvPr>
        </p:nvSpPr>
        <p:spPr>
          <a:ln/>
        </p:spPr>
      </p:sp>
      <p:sp>
        <p:nvSpPr>
          <p:cNvPr id="217091" name="Rectangle 3">
            <a:extLst>
              <a:ext uri="{FF2B5EF4-FFF2-40B4-BE49-F238E27FC236}">
                <a16:creationId xmlns:a16="http://schemas.microsoft.com/office/drawing/2014/main" id="{5F386E4C-4CF3-2047-B564-5C884821AC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7093558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7">
            <a:extLst>
              <a:ext uri="{FF2B5EF4-FFF2-40B4-BE49-F238E27FC236}">
                <a16:creationId xmlns:a16="http://schemas.microsoft.com/office/drawing/2014/main" id="{0C66A42F-FDD5-8A44-9029-619791E0A8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BB1732F-6C98-EC41-A8B4-0FD7CCC4ADA5}" type="slidenum">
              <a:rPr lang="en-US" altLang="zh-CN" sz="1200">
                <a:latin typeface="Arial" panose="020B0604020202020204" pitchFamily="34" charset="0"/>
              </a:rPr>
              <a:pPr/>
              <a:t>98</a:t>
            </a:fld>
            <a:endParaRPr lang="en-US" altLang="zh-CN" sz="1200">
              <a:latin typeface="Arial" panose="020B0604020202020204" pitchFamily="34" charset="0"/>
            </a:endParaRPr>
          </a:p>
        </p:txBody>
      </p:sp>
      <p:sp>
        <p:nvSpPr>
          <p:cNvPr id="219138" name="Rectangle 2">
            <a:extLst>
              <a:ext uri="{FF2B5EF4-FFF2-40B4-BE49-F238E27FC236}">
                <a16:creationId xmlns:a16="http://schemas.microsoft.com/office/drawing/2014/main" id="{31A448E0-FCDB-9D4D-972F-59AA0902DBB7}"/>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8A39D9DA-A63A-1D43-A621-B8B31F2E0D2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8018779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Rectangle 7">
            <a:extLst>
              <a:ext uri="{FF2B5EF4-FFF2-40B4-BE49-F238E27FC236}">
                <a16:creationId xmlns:a16="http://schemas.microsoft.com/office/drawing/2014/main" id="{F11BB4E3-9C5B-0241-BD0A-5FDFDDC50A4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024C0A-279A-1A44-905E-3857EEB739D4}" type="slidenum">
              <a:rPr lang="en-US" altLang="zh-CN" sz="1200">
                <a:latin typeface="Arial" panose="020B0604020202020204" pitchFamily="34" charset="0"/>
              </a:rPr>
              <a:pPr/>
              <a:t>99</a:t>
            </a:fld>
            <a:endParaRPr lang="en-US" altLang="zh-CN" sz="1200">
              <a:latin typeface="Arial" panose="020B0604020202020204" pitchFamily="34" charset="0"/>
            </a:endParaRPr>
          </a:p>
        </p:txBody>
      </p:sp>
      <p:sp>
        <p:nvSpPr>
          <p:cNvPr id="221186" name="Rectangle 2">
            <a:extLst>
              <a:ext uri="{FF2B5EF4-FFF2-40B4-BE49-F238E27FC236}">
                <a16:creationId xmlns:a16="http://schemas.microsoft.com/office/drawing/2014/main" id="{AD527408-6AEE-D24E-AF01-10366A5F0E02}"/>
              </a:ext>
            </a:extLst>
          </p:cNvPr>
          <p:cNvSpPr>
            <a:spLocks noGrp="1" noRot="1" noChangeAspect="1" noChangeArrowheads="1" noTextEdit="1"/>
          </p:cNvSpPr>
          <p:nvPr>
            <p:ph type="sldImg"/>
          </p:nvPr>
        </p:nvSpPr>
        <p:spPr>
          <a:ln/>
        </p:spPr>
      </p:sp>
      <p:sp>
        <p:nvSpPr>
          <p:cNvPr id="221187" name="Rectangle 3">
            <a:extLst>
              <a:ext uri="{FF2B5EF4-FFF2-40B4-BE49-F238E27FC236}">
                <a16:creationId xmlns:a16="http://schemas.microsoft.com/office/drawing/2014/main" id="{2D097232-2045-594E-9214-033CEFB01D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63012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7">
            <a:extLst>
              <a:ext uri="{FF2B5EF4-FFF2-40B4-BE49-F238E27FC236}">
                <a16:creationId xmlns:a16="http://schemas.microsoft.com/office/drawing/2014/main" id="{CE81E132-3971-A040-8232-8D3552FFD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050E2-4CED-8147-ABC4-9515F5737DDA}" type="slidenum">
              <a:rPr lang="en-US" altLang="zh-CN" sz="1200">
                <a:latin typeface="Arial" panose="020B0604020202020204" pitchFamily="34" charset="0"/>
              </a:rPr>
              <a:pPr/>
              <a:t>100</a:t>
            </a:fld>
            <a:endParaRPr lang="en-US" altLang="zh-CN" sz="1200">
              <a:latin typeface="Arial" panose="020B0604020202020204" pitchFamily="34" charset="0"/>
            </a:endParaRPr>
          </a:p>
        </p:txBody>
      </p:sp>
      <p:sp>
        <p:nvSpPr>
          <p:cNvPr id="223234" name="Rectangle 2">
            <a:extLst>
              <a:ext uri="{FF2B5EF4-FFF2-40B4-BE49-F238E27FC236}">
                <a16:creationId xmlns:a16="http://schemas.microsoft.com/office/drawing/2014/main" id="{207FE91A-E6B0-B546-BE4D-BDB7F3972398}"/>
              </a:ext>
            </a:extLst>
          </p:cNvPr>
          <p:cNvSpPr>
            <a:spLocks noGrp="1" noRot="1" noChangeAspect="1" noChangeArrowheads="1" noTextEdit="1"/>
          </p:cNvSpPr>
          <p:nvPr>
            <p:ph type="sldImg"/>
          </p:nvPr>
        </p:nvSpPr>
        <p:spPr>
          <a:ln/>
        </p:spPr>
      </p:sp>
      <p:sp>
        <p:nvSpPr>
          <p:cNvPr id="223235" name="Rectangle 3">
            <a:extLst>
              <a:ext uri="{FF2B5EF4-FFF2-40B4-BE49-F238E27FC236}">
                <a16:creationId xmlns:a16="http://schemas.microsoft.com/office/drawing/2014/main" id="{FF6665B1-3B63-B04D-AC98-FFC064AF87E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3234132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Rectangle 7">
            <a:extLst>
              <a:ext uri="{FF2B5EF4-FFF2-40B4-BE49-F238E27FC236}">
                <a16:creationId xmlns:a16="http://schemas.microsoft.com/office/drawing/2014/main" id="{062B8621-0422-2C4B-9D1C-C5A02F3FEF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DC089E9-1759-164A-AA4B-B6D3C5FFD92C}" type="slidenum">
              <a:rPr lang="en-US" altLang="zh-CN" sz="1200">
                <a:latin typeface="Arial" panose="020B0604020202020204" pitchFamily="34" charset="0"/>
              </a:rPr>
              <a:pPr/>
              <a:t>101</a:t>
            </a:fld>
            <a:endParaRPr lang="en-US" altLang="zh-CN" sz="1200">
              <a:latin typeface="Arial" panose="020B0604020202020204" pitchFamily="34" charset="0"/>
            </a:endParaRPr>
          </a:p>
        </p:txBody>
      </p:sp>
      <p:sp>
        <p:nvSpPr>
          <p:cNvPr id="225282" name="Rectangle 2">
            <a:extLst>
              <a:ext uri="{FF2B5EF4-FFF2-40B4-BE49-F238E27FC236}">
                <a16:creationId xmlns:a16="http://schemas.microsoft.com/office/drawing/2014/main" id="{4A50CDEA-4C3D-5D4A-8EC9-39D819077347}"/>
              </a:ext>
            </a:extLst>
          </p:cNvPr>
          <p:cNvSpPr>
            <a:spLocks noGrp="1" noRot="1" noChangeAspect="1" noChangeArrowheads="1" noTextEdit="1"/>
          </p:cNvSpPr>
          <p:nvPr>
            <p:ph type="sldImg"/>
          </p:nvPr>
        </p:nvSpPr>
        <p:spPr>
          <a:ln/>
        </p:spPr>
      </p:sp>
      <p:sp>
        <p:nvSpPr>
          <p:cNvPr id="225283" name="Rectangle 3">
            <a:extLst>
              <a:ext uri="{FF2B5EF4-FFF2-40B4-BE49-F238E27FC236}">
                <a16:creationId xmlns:a16="http://schemas.microsoft.com/office/drawing/2014/main" id="{40FA8BAC-8200-4241-9097-F245DF6390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607368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7">
            <a:extLst>
              <a:ext uri="{FF2B5EF4-FFF2-40B4-BE49-F238E27FC236}">
                <a16:creationId xmlns:a16="http://schemas.microsoft.com/office/drawing/2014/main" id="{D833031A-CB7F-524E-A24B-8151031B38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D899BF9-824E-2B47-8786-A5BA65227A5E}" type="slidenum">
              <a:rPr lang="en-US" altLang="zh-CN" sz="1200">
                <a:latin typeface="Arial" panose="020B0604020202020204" pitchFamily="34" charset="0"/>
              </a:rPr>
              <a:pPr/>
              <a:t>102</a:t>
            </a:fld>
            <a:endParaRPr lang="en-US" altLang="zh-CN" sz="1200">
              <a:latin typeface="Arial" panose="020B0604020202020204" pitchFamily="34" charset="0"/>
            </a:endParaRPr>
          </a:p>
        </p:txBody>
      </p:sp>
      <p:sp>
        <p:nvSpPr>
          <p:cNvPr id="227330" name="Rectangle 2">
            <a:extLst>
              <a:ext uri="{FF2B5EF4-FFF2-40B4-BE49-F238E27FC236}">
                <a16:creationId xmlns:a16="http://schemas.microsoft.com/office/drawing/2014/main" id="{DD7166E1-0E25-214D-912F-6A2157556BEA}"/>
              </a:ext>
            </a:extLst>
          </p:cNvPr>
          <p:cNvSpPr>
            <a:spLocks noGrp="1" noRot="1" noChangeAspect="1" noChangeArrowheads="1" noTextEdit="1"/>
          </p:cNvSpPr>
          <p:nvPr>
            <p:ph type="sldImg"/>
          </p:nvPr>
        </p:nvSpPr>
        <p:spPr>
          <a:ln/>
        </p:spPr>
      </p:sp>
      <p:sp>
        <p:nvSpPr>
          <p:cNvPr id="227331" name="Rectangle 3">
            <a:extLst>
              <a:ext uri="{FF2B5EF4-FFF2-40B4-BE49-F238E27FC236}">
                <a16:creationId xmlns:a16="http://schemas.microsoft.com/office/drawing/2014/main" id="{B74218B3-9D44-1A45-A1D2-F92FB58D9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9773913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Rectangle 7">
            <a:extLst>
              <a:ext uri="{FF2B5EF4-FFF2-40B4-BE49-F238E27FC236}">
                <a16:creationId xmlns:a16="http://schemas.microsoft.com/office/drawing/2014/main" id="{7F6452EA-000C-044E-A49E-D0FE869F79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5BDEB8-5FA9-3A43-AD9A-070AAC86D3D1}" type="slidenum">
              <a:rPr lang="en-US" altLang="zh-CN" sz="1200">
                <a:latin typeface="Arial" panose="020B0604020202020204" pitchFamily="34" charset="0"/>
              </a:rPr>
              <a:pPr/>
              <a:t>103</a:t>
            </a:fld>
            <a:endParaRPr lang="en-US" altLang="zh-CN" sz="1200">
              <a:latin typeface="Arial" panose="020B0604020202020204" pitchFamily="34" charset="0"/>
            </a:endParaRPr>
          </a:p>
        </p:txBody>
      </p:sp>
      <p:sp>
        <p:nvSpPr>
          <p:cNvPr id="229378" name="Rectangle 2">
            <a:extLst>
              <a:ext uri="{FF2B5EF4-FFF2-40B4-BE49-F238E27FC236}">
                <a16:creationId xmlns:a16="http://schemas.microsoft.com/office/drawing/2014/main" id="{77B1CE14-15EF-F341-A781-047A21B3853C}"/>
              </a:ext>
            </a:extLst>
          </p:cNvPr>
          <p:cNvSpPr>
            <a:spLocks noGrp="1" noRot="1" noChangeAspect="1" noChangeArrowheads="1" noTextEdit="1"/>
          </p:cNvSpPr>
          <p:nvPr>
            <p:ph type="sldImg"/>
          </p:nvPr>
        </p:nvSpPr>
        <p:spPr>
          <a:ln/>
        </p:spPr>
      </p:sp>
      <p:sp>
        <p:nvSpPr>
          <p:cNvPr id="229379" name="Rectangle 3">
            <a:extLst>
              <a:ext uri="{FF2B5EF4-FFF2-40B4-BE49-F238E27FC236}">
                <a16:creationId xmlns:a16="http://schemas.microsoft.com/office/drawing/2014/main" id="{8F8C37BF-7386-224E-93BA-0A8E4628D9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0972009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Rectangle 7">
            <a:extLst>
              <a:ext uri="{FF2B5EF4-FFF2-40B4-BE49-F238E27FC236}">
                <a16:creationId xmlns:a16="http://schemas.microsoft.com/office/drawing/2014/main" id="{3F26E87E-C6CC-6444-AC0F-79AFA88659F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B019D5-8A60-A043-8193-CEEC29724C4B}" type="slidenum">
              <a:rPr lang="en-US" altLang="zh-CN" sz="1200">
                <a:latin typeface="Arial" panose="020B0604020202020204" pitchFamily="34" charset="0"/>
              </a:rPr>
              <a:pPr/>
              <a:t>104</a:t>
            </a:fld>
            <a:endParaRPr lang="en-US" altLang="zh-CN" sz="1200">
              <a:latin typeface="Arial" panose="020B0604020202020204" pitchFamily="34" charset="0"/>
            </a:endParaRPr>
          </a:p>
        </p:txBody>
      </p:sp>
      <p:sp>
        <p:nvSpPr>
          <p:cNvPr id="231426" name="Rectangle 2">
            <a:extLst>
              <a:ext uri="{FF2B5EF4-FFF2-40B4-BE49-F238E27FC236}">
                <a16:creationId xmlns:a16="http://schemas.microsoft.com/office/drawing/2014/main" id="{0DDD8534-6F6E-814C-B9CB-7E532B880C7A}"/>
              </a:ext>
            </a:extLst>
          </p:cNvPr>
          <p:cNvSpPr>
            <a:spLocks noGrp="1" noRot="1" noChangeAspect="1" noChangeArrowheads="1" noTextEdit="1"/>
          </p:cNvSpPr>
          <p:nvPr>
            <p:ph type="sldImg"/>
          </p:nvPr>
        </p:nvSpPr>
        <p:spPr>
          <a:ln/>
        </p:spPr>
      </p:sp>
      <p:sp>
        <p:nvSpPr>
          <p:cNvPr id="231427" name="Rectangle 3">
            <a:extLst>
              <a:ext uri="{FF2B5EF4-FFF2-40B4-BE49-F238E27FC236}">
                <a16:creationId xmlns:a16="http://schemas.microsoft.com/office/drawing/2014/main" id="{C61DFA1C-3DB4-1A47-910F-3E8025DF8C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5149737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Rectangle 7">
            <a:extLst>
              <a:ext uri="{FF2B5EF4-FFF2-40B4-BE49-F238E27FC236}">
                <a16:creationId xmlns:a16="http://schemas.microsoft.com/office/drawing/2014/main" id="{E0896969-46CA-AC44-B35C-8D90C1064EF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13E7B1-C0A0-7045-B362-930BC1208A83}" type="slidenum">
              <a:rPr lang="en-US" altLang="zh-CN" sz="1200">
                <a:latin typeface="Arial" panose="020B0604020202020204" pitchFamily="34" charset="0"/>
              </a:rPr>
              <a:pPr/>
              <a:t>105</a:t>
            </a:fld>
            <a:endParaRPr lang="en-US" altLang="zh-CN" sz="1200">
              <a:latin typeface="Arial" panose="020B0604020202020204" pitchFamily="34" charset="0"/>
            </a:endParaRPr>
          </a:p>
        </p:txBody>
      </p:sp>
      <p:sp>
        <p:nvSpPr>
          <p:cNvPr id="233474" name="Rectangle 2">
            <a:extLst>
              <a:ext uri="{FF2B5EF4-FFF2-40B4-BE49-F238E27FC236}">
                <a16:creationId xmlns:a16="http://schemas.microsoft.com/office/drawing/2014/main" id="{FD3D0240-0137-B74F-BEC4-B3831E0B3BE4}"/>
              </a:ext>
            </a:extLst>
          </p:cNvPr>
          <p:cNvSpPr>
            <a:spLocks noGrp="1" noRot="1" noChangeAspect="1" noChangeArrowheads="1" noTextEdit="1"/>
          </p:cNvSpPr>
          <p:nvPr>
            <p:ph type="sldImg"/>
          </p:nvPr>
        </p:nvSpPr>
        <p:spPr>
          <a:ln/>
        </p:spPr>
      </p:sp>
      <p:sp>
        <p:nvSpPr>
          <p:cNvPr id="233475" name="Rectangle 3">
            <a:extLst>
              <a:ext uri="{FF2B5EF4-FFF2-40B4-BE49-F238E27FC236}">
                <a16:creationId xmlns:a16="http://schemas.microsoft.com/office/drawing/2014/main" id="{AAF93A77-4196-0B44-B4E7-7047ED5E531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356318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Rectangle 7">
            <a:extLst>
              <a:ext uri="{FF2B5EF4-FFF2-40B4-BE49-F238E27FC236}">
                <a16:creationId xmlns:a16="http://schemas.microsoft.com/office/drawing/2014/main" id="{C88AD7E4-5143-AE4A-8611-1551C817F66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CAAF47-3F2E-9F42-B93A-7A8E07A45F0B}" type="slidenum">
              <a:rPr lang="en-US" altLang="zh-CN" sz="1200">
                <a:latin typeface="Arial" panose="020B0604020202020204" pitchFamily="34" charset="0"/>
              </a:rPr>
              <a:pPr/>
              <a:t>106</a:t>
            </a:fld>
            <a:endParaRPr lang="en-US" altLang="zh-CN" sz="1200">
              <a:latin typeface="Arial" panose="020B0604020202020204" pitchFamily="34" charset="0"/>
            </a:endParaRPr>
          </a:p>
        </p:txBody>
      </p:sp>
      <p:sp>
        <p:nvSpPr>
          <p:cNvPr id="235522" name="Rectangle 2">
            <a:extLst>
              <a:ext uri="{FF2B5EF4-FFF2-40B4-BE49-F238E27FC236}">
                <a16:creationId xmlns:a16="http://schemas.microsoft.com/office/drawing/2014/main" id="{6C9419D1-9F9D-8D4E-879F-D8DE99641D67}"/>
              </a:ext>
            </a:extLst>
          </p:cNvPr>
          <p:cNvSpPr>
            <a:spLocks noGrp="1" noRot="1" noChangeAspect="1" noChangeArrowheads="1" noTextEdit="1"/>
          </p:cNvSpPr>
          <p:nvPr>
            <p:ph type="sldImg"/>
          </p:nvPr>
        </p:nvSpPr>
        <p:spPr>
          <a:ln/>
        </p:spPr>
      </p:sp>
      <p:sp>
        <p:nvSpPr>
          <p:cNvPr id="235523" name="Rectangle 3">
            <a:extLst>
              <a:ext uri="{FF2B5EF4-FFF2-40B4-BE49-F238E27FC236}">
                <a16:creationId xmlns:a16="http://schemas.microsoft.com/office/drawing/2014/main" id="{BCC252C6-CF25-974A-9ECC-A8E9C6D1FD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0859224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Rectangle 7">
            <a:extLst>
              <a:ext uri="{FF2B5EF4-FFF2-40B4-BE49-F238E27FC236}">
                <a16:creationId xmlns:a16="http://schemas.microsoft.com/office/drawing/2014/main" id="{65AE354C-B406-7C41-9AB1-2311173FB5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F4E57F-E7ED-3447-AE4E-87A4577A9CF2}" type="slidenum">
              <a:rPr lang="en-US" altLang="zh-CN" sz="1200">
                <a:latin typeface="Arial" panose="020B0604020202020204" pitchFamily="34" charset="0"/>
              </a:rPr>
              <a:pPr/>
              <a:t>107</a:t>
            </a:fld>
            <a:endParaRPr lang="en-US" altLang="zh-CN" sz="1200">
              <a:latin typeface="Arial" panose="020B0604020202020204" pitchFamily="34" charset="0"/>
            </a:endParaRPr>
          </a:p>
        </p:txBody>
      </p:sp>
      <p:sp>
        <p:nvSpPr>
          <p:cNvPr id="237570" name="Rectangle 2">
            <a:extLst>
              <a:ext uri="{FF2B5EF4-FFF2-40B4-BE49-F238E27FC236}">
                <a16:creationId xmlns:a16="http://schemas.microsoft.com/office/drawing/2014/main" id="{73AE5335-E9B2-D343-9B69-8E81D3400B4E}"/>
              </a:ext>
            </a:extLst>
          </p:cNvPr>
          <p:cNvSpPr>
            <a:spLocks noGrp="1" noRot="1" noChangeAspect="1" noChangeArrowheads="1" noTextEdit="1"/>
          </p:cNvSpPr>
          <p:nvPr>
            <p:ph type="sldImg"/>
          </p:nvPr>
        </p:nvSpPr>
        <p:spPr>
          <a:ln/>
        </p:spPr>
      </p:sp>
      <p:sp>
        <p:nvSpPr>
          <p:cNvPr id="237571" name="Rectangle 3">
            <a:extLst>
              <a:ext uri="{FF2B5EF4-FFF2-40B4-BE49-F238E27FC236}">
                <a16:creationId xmlns:a16="http://schemas.microsoft.com/office/drawing/2014/main" id="{813B3B7E-E7FF-DA46-B991-B7619009C6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2370942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7">
            <a:extLst>
              <a:ext uri="{FF2B5EF4-FFF2-40B4-BE49-F238E27FC236}">
                <a16:creationId xmlns:a16="http://schemas.microsoft.com/office/drawing/2014/main" id="{063B63D2-108C-DE4C-A0CA-7708726E02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BC1838-C574-3243-B60D-48818FE0DCF4}" type="slidenum">
              <a:rPr lang="en-US" altLang="zh-CN" sz="1200">
                <a:latin typeface="Arial" panose="020B0604020202020204" pitchFamily="34" charset="0"/>
              </a:rPr>
              <a:pPr/>
              <a:t>108</a:t>
            </a:fld>
            <a:endParaRPr lang="en-US" altLang="zh-CN" sz="1200">
              <a:latin typeface="Arial" panose="020B0604020202020204" pitchFamily="34" charset="0"/>
            </a:endParaRPr>
          </a:p>
        </p:txBody>
      </p:sp>
      <p:sp>
        <p:nvSpPr>
          <p:cNvPr id="239618" name="Rectangle 2">
            <a:extLst>
              <a:ext uri="{FF2B5EF4-FFF2-40B4-BE49-F238E27FC236}">
                <a16:creationId xmlns:a16="http://schemas.microsoft.com/office/drawing/2014/main" id="{B0EB6F57-1498-9B4E-8350-6ECBAF9B1014}"/>
              </a:ext>
            </a:extLst>
          </p:cNvPr>
          <p:cNvSpPr>
            <a:spLocks noGrp="1" noRot="1" noChangeAspect="1" noChangeArrowheads="1" noTextEdit="1"/>
          </p:cNvSpPr>
          <p:nvPr>
            <p:ph type="sldImg"/>
          </p:nvPr>
        </p:nvSpPr>
        <p:spPr>
          <a:ln/>
        </p:spPr>
      </p:sp>
      <p:sp>
        <p:nvSpPr>
          <p:cNvPr id="239619" name="Rectangle 3">
            <a:extLst>
              <a:ext uri="{FF2B5EF4-FFF2-40B4-BE49-F238E27FC236}">
                <a16:creationId xmlns:a16="http://schemas.microsoft.com/office/drawing/2014/main" id="{95BFA432-950A-E54D-B51D-E8E0B9F133C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8583767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7">
            <a:extLst>
              <a:ext uri="{FF2B5EF4-FFF2-40B4-BE49-F238E27FC236}">
                <a16:creationId xmlns:a16="http://schemas.microsoft.com/office/drawing/2014/main" id="{2A60C7E0-756E-C045-B1EB-5433278214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7694AF6-896A-B849-85CC-AD0D28BB7E5D}" type="slidenum">
              <a:rPr lang="en-US" altLang="zh-CN" sz="1200">
                <a:latin typeface="Arial" panose="020B0604020202020204" pitchFamily="34" charset="0"/>
              </a:rPr>
              <a:pPr/>
              <a:t>109</a:t>
            </a:fld>
            <a:endParaRPr lang="en-US" altLang="zh-CN" sz="1200">
              <a:latin typeface="Arial" panose="020B0604020202020204" pitchFamily="34" charset="0"/>
            </a:endParaRPr>
          </a:p>
        </p:txBody>
      </p:sp>
      <p:sp>
        <p:nvSpPr>
          <p:cNvPr id="241666" name="Rectangle 2">
            <a:extLst>
              <a:ext uri="{FF2B5EF4-FFF2-40B4-BE49-F238E27FC236}">
                <a16:creationId xmlns:a16="http://schemas.microsoft.com/office/drawing/2014/main" id="{20DF3534-09AB-7E40-AE8D-96666DD09F75}"/>
              </a:ext>
            </a:extLst>
          </p:cNvPr>
          <p:cNvSpPr>
            <a:spLocks noGrp="1" noRot="1" noChangeAspect="1" noChangeArrowheads="1" noTextEdit="1"/>
          </p:cNvSpPr>
          <p:nvPr>
            <p:ph type="sldImg"/>
          </p:nvPr>
        </p:nvSpPr>
        <p:spPr>
          <a:ln/>
        </p:spPr>
      </p:sp>
      <p:sp>
        <p:nvSpPr>
          <p:cNvPr id="241667" name="Rectangle 3">
            <a:extLst>
              <a:ext uri="{FF2B5EF4-FFF2-40B4-BE49-F238E27FC236}">
                <a16:creationId xmlns:a16="http://schemas.microsoft.com/office/drawing/2014/main" id="{826B1A6D-CCFA-4444-8270-6A1E17F1697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546602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a:extLst>
              <a:ext uri="{FF2B5EF4-FFF2-40B4-BE49-F238E27FC236}">
                <a16:creationId xmlns:a16="http://schemas.microsoft.com/office/drawing/2014/main" id="{14AA7186-28DA-AF48-A54B-0E9448C3B48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660CADF-776C-DC45-AF65-C7036B2EA4F1}" type="slidenum">
              <a:rPr lang="en-US" altLang="zh-CN" sz="1200">
                <a:latin typeface="Arial" panose="020B0604020202020204" pitchFamily="34" charset="0"/>
              </a:rPr>
              <a:pPr/>
              <a:t>110</a:t>
            </a:fld>
            <a:endParaRPr lang="en-US" altLang="zh-CN" sz="1200">
              <a:latin typeface="Arial" panose="020B0604020202020204" pitchFamily="34" charset="0"/>
            </a:endParaRPr>
          </a:p>
        </p:txBody>
      </p:sp>
      <p:sp>
        <p:nvSpPr>
          <p:cNvPr id="243714" name="Rectangle 2">
            <a:extLst>
              <a:ext uri="{FF2B5EF4-FFF2-40B4-BE49-F238E27FC236}">
                <a16:creationId xmlns:a16="http://schemas.microsoft.com/office/drawing/2014/main" id="{D6038504-C961-3941-9E62-989939734618}"/>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9764ABEF-2215-774B-997D-9129DDFAA4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9290010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Rectangle 7">
            <a:extLst>
              <a:ext uri="{FF2B5EF4-FFF2-40B4-BE49-F238E27FC236}">
                <a16:creationId xmlns:a16="http://schemas.microsoft.com/office/drawing/2014/main" id="{2EE23585-D68C-B547-AA58-564B2476C1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51516B-6B42-D849-BF5D-E981380B2176}" type="slidenum">
              <a:rPr lang="en-US" altLang="zh-CN" sz="1200">
                <a:latin typeface="Arial" panose="020B0604020202020204" pitchFamily="34" charset="0"/>
              </a:rPr>
              <a:pPr/>
              <a:t>111</a:t>
            </a:fld>
            <a:endParaRPr lang="en-US" altLang="zh-CN" sz="1200">
              <a:latin typeface="Arial" panose="020B0604020202020204" pitchFamily="34" charset="0"/>
            </a:endParaRPr>
          </a:p>
        </p:txBody>
      </p:sp>
      <p:sp>
        <p:nvSpPr>
          <p:cNvPr id="245762" name="Rectangle 2">
            <a:extLst>
              <a:ext uri="{FF2B5EF4-FFF2-40B4-BE49-F238E27FC236}">
                <a16:creationId xmlns:a16="http://schemas.microsoft.com/office/drawing/2014/main" id="{D109F5A1-1C7D-2849-8F0B-AE5B24705913}"/>
              </a:ext>
            </a:extLst>
          </p:cNvPr>
          <p:cNvSpPr>
            <a:spLocks noGrp="1" noRot="1" noChangeAspect="1" noChangeArrowheads="1" noTextEdit="1"/>
          </p:cNvSpPr>
          <p:nvPr>
            <p:ph type="sldImg"/>
          </p:nvPr>
        </p:nvSpPr>
        <p:spPr>
          <a:ln/>
        </p:spPr>
      </p:sp>
      <p:sp>
        <p:nvSpPr>
          <p:cNvPr id="245763" name="Rectangle 3">
            <a:extLst>
              <a:ext uri="{FF2B5EF4-FFF2-40B4-BE49-F238E27FC236}">
                <a16:creationId xmlns:a16="http://schemas.microsoft.com/office/drawing/2014/main" id="{095F41B2-83BC-A548-8AA0-1B4739FF91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8158095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09" name="Rectangle 7">
            <a:extLst>
              <a:ext uri="{FF2B5EF4-FFF2-40B4-BE49-F238E27FC236}">
                <a16:creationId xmlns:a16="http://schemas.microsoft.com/office/drawing/2014/main" id="{9B6158D9-0E65-BF4C-8A0A-0EB4508CB2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DF0EB-0525-F644-9D97-FD782ED93784}" type="slidenum">
              <a:rPr lang="en-US" altLang="zh-CN" sz="1200">
                <a:latin typeface="Arial" panose="020B0604020202020204" pitchFamily="34" charset="0"/>
              </a:rPr>
              <a:pPr/>
              <a:t>112</a:t>
            </a:fld>
            <a:endParaRPr lang="en-US" altLang="zh-CN" sz="1200">
              <a:latin typeface="Arial" panose="020B0604020202020204" pitchFamily="34" charset="0"/>
            </a:endParaRPr>
          </a:p>
        </p:txBody>
      </p:sp>
      <p:sp>
        <p:nvSpPr>
          <p:cNvPr id="247810" name="Rectangle 2">
            <a:extLst>
              <a:ext uri="{FF2B5EF4-FFF2-40B4-BE49-F238E27FC236}">
                <a16:creationId xmlns:a16="http://schemas.microsoft.com/office/drawing/2014/main" id="{1DB52CED-2941-1348-BA1B-A95BEC376CAD}"/>
              </a:ext>
            </a:extLst>
          </p:cNvPr>
          <p:cNvSpPr>
            <a:spLocks noGrp="1" noRot="1" noChangeAspect="1" noChangeArrowheads="1" noTextEdit="1"/>
          </p:cNvSpPr>
          <p:nvPr>
            <p:ph type="sldImg"/>
          </p:nvPr>
        </p:nvSpPr>
        <p:spPr>
          <a:ln/>
        </p:spPr>
      </p:sp>
      <p:sp>
        <p:nvSpPr>
          <p:cNvPr id="247811" name="Rectangle 3">
            <a:extLst>
              <a:ext uri="{FF2B5EF4-FFF2-40B4-BE49-F238E27FC236}">
                <a16:creationId xmlns:a16="http://schemas.microsoft.com/office/drawing/2014/main" id="{F42D4BB2-CCE4-1746-83B1-8465DCA953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577985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7">
            <a:extLst>
              <a:ext uri="{FF2B5EF4-FFF2-40B4-BE49-F238E27FC236}">
                <a16:creationId xmlns:a16="http://schemas.microsoft.com/office/drawing/2014/main" id="{33237D3E-6F59-0F44-BAED-377253C63E3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8CA08C-1E8C-2B4C-ADAB-0415B05F5AE5}" type="slidenum">
              <a:rPr lang="en-US" altLang="zh-CN" sz="1200">
                <a:latin typeface="Arial" panose="020B0604020202020204" pitchFamily="34" charset="0"/>
              </a:rPr>
              <a:pPr/>
              <a:t>113</a:t>
            </a:fld>
            <a:endParaRPr lang="en-US" altLang="zh-CN" sz="1200">
              <a:latin typeface="Arial" panose="020B0604020202020204" pitchFamily="34" charset="0"/>
            </a:endParaRPr>
          </a:p>
        </p:txBody>
      </p:sp>
      <p:sp>
        <p:nvSpPr>
          <p:cNvPr id="249858" name="Rectangle 2">
            <a:extLst>
              <a:ext uri="{FF2B5EF4-FFF2-40B4-BE49-F238E27FC236}">
                <a16:creationId xmlns:a16="http://schemas.microsoft.com/office/drawing/2014/main" id="{69FD473E-CE9B-BB40-BC96-16BFE3185684}"/>
              </a:ext>
            </a:extLst>
          </p:cNvPr>
          <p:cNvSpPr>
            <a:spLocks noGrp="1" noRot="1" noChangeAspect="1" noChangeArrowheads="1" noTextEdit="1"/>
          </p:cNvSpPr>
          <p:nvPr>
            <p:ph type="sldImg"/>
          </p:nvPr>
        </p:nvSpPr>
        <p:spPr>
          <a:ln/>
        </p:spPr>
      </p:sp>
      <p:sp>
        <p:nvSpPr>
          <p:cNvPr id="249859" name="Rectangle 3">
            <a:extLst>
              <a:ext uri="{FF2B5EF4-FFF2-40B4-BE49-F238E27FC236}">
                <a16:creationId xmlns:a16="http://schemas.microsoft.com/office/drawing/2014/main" id="{506169EA-38EE-F44B-894C-BEAAF99953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886922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Rectangle 7">
            <a:extLst>
              <a:ext uri="{FF2B5EF4-FFF2-40B4-BE49-F238E27FC236}">
                <a16:creationId xmlns:a16="http://schemas.microsoft.com/office/drawing/2014/main" id="{36715C05-0C2F-4643-BB2F-6B8EDED9A73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3712D9-7ADA-DF40-AD5C-536A4F99CA9A}" type="slidenum">
              <a:rPr lang="en-US" altLang="zh-CN" sz="1200">
                <a:latin typeface="Arial" panose="020B0604020202020204" pitchFamily="34" charset="0"/>
              </a:rPr>
              <a:pPr/>
              <a:t>114</a:t>
            </a:fld>
            <a:endParaRPr lang="en-US" altLang="zh-CN" sz="1200">
              <a:latin typeface="Arial" panose="020B0604020202020204" pitchFamily="34" charset="0"/>
            </a:endParaRPr>
          </a:p>
        </p:txBody>
      </p:sp>
      <p:sp>
        <p:nvSpPr>
          <p:cNvPr id="251906" name="Rectangle 2">
            <a:extLst>
              <a:ext uri="{FF2B5EF4-FFF2-40B4-BE49-F238E27FC236}">
                <a16:creationId xmlns:a16="http://schemas.microsoft.com/office/drawing/2014/main" id="{6879DA8D-9147-8E44-A272-E9F8D6060462}"/>
              </a:ext>
            </a:extLst>
          </p:cNvPr>
          <p:cNvSpPr>
            <a:spLocks noGrp="1" noRot="1" noChangeAspect="1" noChangeArrowheads="1" noTextEdit="1"/>
          </p:cNvSpPr>
          <p:nvPr>
            <p:ph type="sldImg"/>
          </p:nvPr>
        </p:nvSpPr>
        <p:spPr>
          <a:ln/>
        </p:spPr>
      </p:sp>
      <p:sp>
        <p:nvSpPr>
          <p:cNvPr id="251907" name="Rectangle 3">
            <a:extLst>
              <a:ext uri="{FF2B5EF4-FFF2-40B4-BE49-F238E27FC236}">
                <a16:creationId xmlns:a16="http://schemas.microsoft.com/office/drawing/2014/main" id="{F533B7C2-B112-1D45-A4B0-8C0979FDB66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5505473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7">
            <a:extLst>
              <a:ext uri="{FF2B5EF4-FFF2-40B4-BE49-F238E27FC236}">
                <a16:creationId xmlns:a16="http://schemas.microsoft.com/office/drawing/2014/main" id="{BBE5E028-5A1C-8143-B194-364B0795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4FADE2-CF66-A44A-B9FC-91D49D47541A}" type="slidenum">
              <a:rPr lang="en-US" altLang="zh-CN" sz="1200">
                <a:latin typeface="Arial" panose="020B0604020202020204" pitchFamily="34" charset="0"/>
              </a:rPr>
              <a:pPr/>
              <a:t>115</a:t>
            </a:fld>
            <a:endParaRPr lang="en-US" altLang="zh-CN" sz="1200">
              <a:latin typeface="Arial" panose="020B0604020202020204" pitchFamily="34" charset="0"/>
            </a:endParaRPr>
          </a:p>
        </p:txBody>
      </p:sp>
      <p:sp>
        <p:nvSpPr>
          <p:cNvPr id="253954" name="Rectangle 2">
            <a:extLst>
              <a:ext uri="{FF2B5EF4-FFF2-40B4-BE49-F238E27FC236}">
                <a16:creationId xmlns:a16="http://schemas.microsoft.com/office/drawing/2014/main" id="{FE685508-BACA-1C4D-B253-40C5ACFEE8B0}"/>
              </a:ext>
            </a:extLst>
          </p:cNvPr>
          <p:cNvSpPr>
            <a:spLocks noGrp="1" noRot="1" noChangeAspect="1" noChangeArrowheads="1" noTextEdit="1"/>
          </p:cNvSpPr>
          <p:nvPr>
            <p:ph type="sldImg"/>
          </p:nvPr>
        </p:nvSpPr>
        <p:spPr>
          <a:ln/>
        </p:spPr>
      </p:sp>
      <p:sp>
        <p:nvSpPr>
          <p:cNvPr id="253955" name="Rectangle 3">
            <a:extLst>
              <a:ext uri="{FF2B5EF4-FFF2-40B4-BE49-F238E27FC236}">
                <a16:creationId xmlns:a16="http://schemas.microsoft.com/office/drawing/2014/main" id="{D0C8A04B-ADED-8F42-830B-F91114179B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4963687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a:extLst>
              <a:ext uri="{FF2B5EF4-FFF2-40B4-BE49-F238E27FC236}">
                <a16:creationId xmlns:a16="http://schemas.microsoft.com/office/drawing/2014/main" id="{3F05E3B7-0F44-BD42-8E08-479C6278ED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6E02FBD-E40C-D74A-BF2F-7732BA3D33B3}" type="slidenum">
              <a:rPr lang="en-US" altLang="zh-CN" sz="1200">
                <a:latin typeface="Arial" panose="020B0604020202020204" pitchFamily="34" charset="0"/>
              </a:rPr>
              <a:pPr/>
              <a:t>116</a:t>
            </a:fld>
            <a:endParaRPr lang="en-US" altLang="zh-CN" sz="1200">
              <a:latin typeface="Arial" panose="020B0604020202020204" pitchFamily="34" charset="0"/>
            </a:endParaRPr>
          </a:p>
        </p:txBody>
      </p:sp>
      <p:sp>
        <p:nvSpPr>
          <p:cNvPr id="256002" name="Rectangle 2">
            <a:extLst>
              <a:ext uri="{FF2B5EF4-FFF2-40B4-BE49-F238E27FC236}">
                <a16:creationId xmlns:a16="http://schemas.microsoft.com/office/drawing/2014/main" id="{F29A8FAB-8EE8-E640-896B-01705BF4310F}"/>
              </a:ext>
            </a:extLst>
          </p:cNvPr>
          <p:cNvSpPr>
            <a:spLocks noGrp="1" noRot="1" noChangeAspect="1" noChangeArrowheads="1" noTextEdit="1"/>
          </p:cNvSpPr>
          <p:nvPr>
            <p:ph type="sldImg"/>
          </p:nvPr>
        </p:nvSpPr>
        <p:spPr>
          <a:ln/>
        </p:spPr>
      </p:sp>
      <p:sp>
        <p:nvSpPr>
          <p:cNvPr id="256003" name="Rectangle 3">
            <a:extLst>
              <a:ext uri="{FF2B5EF4-FFF2-40B4-BE49-F238E27FC236}">
                <a16:creationId xmlns:a16="http://schemas.microsoft.com/office/drawing/2014/main" id="{EAF1F8D0-2CEE-E04F-9470-0168F1FF2C4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7060920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Rectangle 7">
            <a:extLst>
              <a:ext uri="{FF2B5EF4-FFF2-40B4-BE49-F238E27FC236}">
                <a16:creationId xmlns:a16="http://schemas.microsoft.com/office/drawing/2014/main" id="{20153595-7C4B-8D4A-AFE9-3C576B459A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2FD9C1-747F-3D44-981A-8C8A340673CC}" type="slidenum">
              <a:rPr lang="en-US" altLang="zh-CN" sz="1200">
                <a:latin typeface="Arial" panose="020B0604020202020204" pitchFamily="34" charset="0"/>
              </a:rPr>
              <a:pPr/>
              <a:t>117</a:t>
            </a:fld>
            <a:endParaRPr lang="en-US" altLang="zh-CN" sz="1200">
              <a:latin typeface="Arial" panose="020B0604020202020204" pitchFamily="34" charset="0"/>
            </a:endParaRPr>
          </a:p>
        </p:txBody>
      </p:sp>
      <p:sp>
        <p:nvSpPr>
          <p:cNvPr id="258050" name="Rectangle 2">
            <a:extLst>
              <a:ext uri="{FF2B5EF4-FFF2-40B4-BE49-F238E27FC236}">
                <a16:creationId xmlns:a16="http://schemas.microsoft.com/office/drawing/2014/main" id="{C03E4EAB-170E-1C48-94CB-03427035302E}"/>
              </a:ext>
            </a:extLst>
          </p:cNvPr>
          <p:cNvSpPr>
            <a:spLocks noGrp="1" noRot="1" noChangeAspect="1" noChangeArrowheads="1" noTextEdit="1"/>
          </p:cNvSpPr>
          <p:nvPr>
            <p:ph type="sldImg"/>
          </p:nvPr>
        </p:nvSpPr>
        <p:spPr>
          <a:ln/>
        </p:spPr>
      </p:sp>
      <p:sp>
        <p:nvSpPr>
          <p:cNvPr id="258051" name="Rectangle 3">
            <a:extLst>
              <a:ext uri="{FF2B5EF4-FFF2-40B4-BE49-F238E27FC236}">
                <a16:creationId xmlns:a16="http://schemas.microsoft.com/office/drawing/2014/main" id="{3452FF37-AE9F-FD41-A6A9-7A878ACDA30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24754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幻灯片图像占位符 1">
            <a:extLst>
              <a:ext uri="{FF2B5EF4-FFF2-40B4-BE49-F238E27FC236}">
                <a16:creationId xmlns:a16="http://schemas.microsoft.com/office/drawing/2014/main" id="{5DB0D717-35B1-DC4D-9ED4-010921A43B2F}"/>
              </a:ext>
            </a:extLst>
          </p:cNvPr>
          <p:cNvSpPr>
            <a:spLocks noGrp="1" noRot="1" noChangeAspect="1" noChangeArrowheads="1" noTextEdit="1"/>
          </p:cNvSpPr>
          <p:nvPr>
            <p:ph type="sldImg"/>
          </p:nvPr>
        </p:nvSpPr>
        <p:spPr>
          <a:ln/>
        </p:spPr>
      </p:sp>
      <p:sp>
        <p:nvSpPr>
          <p:cNvPr id="261122" name="备注占位符 2">
            <a:extLst>
              <a:ext uri="{FF2B5EF4-FFF2-40B4-BE49-F238E27FC236}">
                <a16:creationId xmlns:a16="http://schemas.microsoft.com/office/drawing/2014/main" id="{4BD4D591-C454-CD4D-87B1-E84FA1A546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kumimoji="1" lang="zh-CN" altLang="en-US" dirty="0">
              <a:latin typeface="Arial" panose="020B0604020202020204" pitchFamily="34" charset="0"/>
              <a:ea typeface="宋体" panose="02010600030101010101" pitchFamily="2" charset="-122"/>
            </a:endParaRPr>
          </a:p>
        </p:txBody>
      </p:sp>
      <p:sp>
        <p:nvSpPr>
          <p:cNvPr id="261123" name="幻灯片编号占位符 3">
            <a:extLst>
              <a:ext uri="{FF2B5EF4-FFF2-40B4-BE49-F238E27FC236}">
                <a16:creationId xmlns:a16="http://schemas.microsoft.com/office/drawing/2014/main" id="{E5C296B3-2018-9242-B257-185052B58A8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ED0C46-CD80-CC43-870F-62A663D008AC}" type="slidenum">
              <a:rPr lang="en-US" altLang="zh-CN" sz="1200">
                <a:latin typeface="Arial" panose="020B0604020202020204" pitchFamily="34" charset="0"/>
              </a:rPr>
              <a:pPr/>
              <a:t>119</a:t>
            </a:fld>
            <a:endParaRPr lang="en-US" altLang="zh-CN" sz="1200">
              <a:latin typeface="Arial" panose="020B0604020202020204" pitchFamily="34" charset="0"/>
            </a:endParaRPr>
          </a:p>
        </p:txBody>
      </p:sp>
    </p:spTree>
    <p:extLst>
      <p:ext uri="{BB962C8B-B14F-4D97-AF65-F5344CB8AC3E}">
        <p14:creationId xmlns:p14="http://schemas.microsoft.com/office/powerpoint/2010/main" val="350796531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幻灯片图像占位符 1">
            <a:extLst>
              <a:ext uri="{FF2B5EF4-FFF2-40B4-BE49-F238E27FC236}">
                <a16:creationId xmlns:a16="http://schemas.microsoft.com/office/drawing/2014/main" id="{ED16EFD4-8A39-2B4A-B97F-2CE3990B477D}"/>
              </a:ext>
            </a:extLst>
          </p:cNvPr>
          <p:cNvSpPr>
            <a:spLocks noGrp="1" noRot="1" noChangeAspect="1" noChangeArrowheads="1" noTextEdit="1"/>
          </p:cNvSpPr>
          <p:nvPr>
            <p:ph type="sldImg"/>
          </p:nvPr>
        </p:nvSpPr>
        <p:spPr>
          <a:xfrm>
            <a:off x="139700" y="768350"/>
            <a:ext cx="6819900" cy="3836988"/>
          </a:xfrm>
          <a:ln/>
        </p:spPr>
      </p:sp>
      <p:sp>
        <p:nvSpPr>
          <p:cNvPr id="263170" name="备注占位符 2">
            <a:extLst>
              <a:ext uri="{FF2B5EF4-FFF2-40B4-BE49-F238E27FC236}">
                <a16:creationId xmlns:a16="http://schemas.microsoft.com/office/drawing/2014/main" id="{ADA2B9F6-2F3D-4546-8A86-F3D8F21E76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3171" name="幻灯片编号占位符 3">
            <a:extLst>
              <a:ext uri="{FF2B5EF4-FFF2-40B4-BE49-F238E27FC236}">
                <a16:creationId xmlns:a16="http://schemas.microsoft.com/office/drawing/2014/main" id="{78A49CE2-9E5F-2D4E-8A5F-251D5F77985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86C65C9-7B85-9740-8388-A0C1BDD29460}" type="slidenum">
              <a:rPr lang="en-US" altLang="zh-CN" sz="1200">
                <a:latin typeface="Arial" panose="020B0604020202020204" pitchFamily="34" charset="0"/>
              </a:rPr>
              <a:pPr/>
              <a:t>120</a:t>
            </a:fld>
            <a:endParaRPr lang="en-US" altLang="zh-CN" sz="1200">
              <a:latin typeface="Arial" panose="020B0604020202020204" pitchFamily="34" charset="0"/>
            </a:endParaRPr>
          </a:p>
        </p:txBody>
      </p:sp>
    </p:spTree>
    <p:extLst>
      <p:ext uri="{BB962C8B-B14F-4D97-AF65-F5344CB8AC3E}">
        <p14:creationId xmlns:p14="http://schemas.microsoft.com/office/powerpoint/2010/main" val="175041955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幻灯片图像占位符 1">
            <a:extLst>
              <a:ext uri="{FF2B5EF4-FFF2-40B4-BE49-F238E27FC236}">
                <a16:creationId xmlns:a16="http://schemas.microsoft.com/office/drawing/2014/main" id="{226387E1-AF74-C143-87DD-6B42C83D4CDD}"/>
              </a:ext>
            </a:extLst>
          </p:cNvPr>
          <p:cNvSpPr>
            <a:spLocks noGrp="1" noRot="1" noChangeAspect="1" noChangeArrowheads="1" noTextEdit="1"/>
          </p:cNvSpPr>
          <p:nvPr>
            <p:ph type="sldImg"/>
          </p:nvPr>
        </p:nvSpPr>
        <p:spPr>
          <a:xfrm>
            <a:off x="139700" y="768350"/>
            <a:ext cx="6819900" cy="3836988"/>
          </a:xfrm>
          <a:ln/>
        </p:spPr>
      </p:sp>
      <p:sp>
        <p:nvSpPr>
          <p:cNvPr id="265218" name="备注占位符 2">
            <a:extLst>
              <a:ext uri="{FF2B5EF4-FFF2-40B4-BE49-F238E27FC236}">
                <a16:creationId xmlns:a16="http://schemas.microsoft.com/office/drawing/2014/main" id="{18DECACE-1423-8B46-8F21-E47668E83DE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Arial" panose="020B0604020202020204" pitchFamily="34" charset="0"/>
              <a:ea typeface="宋体" panose="02010600030101010101" pitchFamily="2" charset="-122"/>
            </a:endParaRPr>
          </a:p>
        </p:txBody>
      </p:sp>
      <p:sp>
        <p:nvSpPr>
          <p:cNvPr id="265219" name="幻灯片编号占位符 3">
            <a:extLst>
              <a:ext uri="{FF2B5EF4-FFF2-40B4-BE49-F238E27FC236}">
                <a16:creationId xmlns:a16="http://schemas.microsoft.com/office/drawing/2014/main" id="{4F6E33FD-9D46-EF41-A408-20F04E053029}"/>
              </a:ext>
            </a:extLst>
          </p:cNvPr>
          <p:cNvSpPr>
            <a:spLocks noGrp="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0AA97E4-14A4-AA42-8DFE-DCE63FB4F431}" type="slidenum">
              <a:rPr lang="en-US" altLang="zh-CN" sz="1200">
                <a:latin typeface="Arial" panose="020B0604020202020204" pitchFamily="34" charset="0"/>
              </a:rPr>
              <a:pPr/>
              <a:t>121</a:t>
            </a:fld>
            <a:endParaRPr lang="en-US" altLang="zh-CN" sz="1200">
              <a:latin typeface="Arial" panose="020B0604020202020204" pitchFamily="34" charset="0"/>
            </a:endParaRPr>
          </a:p>
        </p:txBody>
      </p:sp>
    </p:spTree>
    <p:extLst>
      <p:ext uri="{BB962C8B-B14F-4D97-AF65-F5344CB8AC3E}">
        <p14:creationId xmlns:p14="http://schemas.microsoft.com/office/powerpoint/2010/main" val="323046162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幻灯片图像占位符 1">
            <a:extLst>
              <a:ext uri="{FF2B5EF4-FFF2-40B4-BE49-F238E27FC236}">
                <a16:creationId xmlns:a16="http://schemas.microsoft.com/office/drawing/2014/main" id="{3D794249-DCF1-8E4E-BFEB-D6B53680C770}"/>
              </a:ext>
            </a:extLst>
          </p:cNvPr>
          <p:cNvSpPr>
            <a:spLocks noGrp="1" noRot="1" noChangeAspect="1" noChangeArrowheads="1" noTextEdit="1"/>
          </p:cNvSpPr>
          <p:nvPr>
            <p:ph type="sldImg"/>
          </p:nvPr>
        </p:nvSpPr>
        <p:spPr>
          <a:xfrm>
            <a:off x="139700" y="768350"/>
            <a:ext cx="6819900" cy="3836988"/>
          </a:xfrm>
          <a:ln/>
        </p:spPr>
      </p:sp>
      <p:sp>
        <p:nvSpPr>
          <p:cNvPr id="267266" name="备注占位符 2">
            <a:extLst>
              <a:ext uri="{FF2B5EF4-FFF2-40B4-BE49-F238E27FC236}">
                <a16:creationId xmlns:a16="http://schemas.microsoft.com/office/drawing/2014/main" id="{D6526663-BCAD-4740-868F-E94C37DAC7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7267" name="幻灯片编号占位符 3">
            <a:extLst>
              <a:ext uri="{FF2B5EF4-FFF2-40B4-BE49-F238E27FC236}">
                <a16:creationId xmlns:a16="http://schemas.microsoft.com/office/drawing/2014/main" id="{21231079-FC06-4C43-A85C-C7850DCB212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180E101-1AD7-8A43-8ED2-749DDCD628AD}" type="slidenum">
              <a:rPr lang="en-US" altLang="zh-CN" sz="1200">
                <a:latin typeface="Arial" panose="020B0604020202020204" pitchFamily="34" charset="0"/>
              </a:rPr>
              <a:pPr/>
              <a:t>122</a:t>
            </a:fld>
            <a:endParaRPr lang="en-US" altLang="zh-CN" sz="1200">
              <a:latin typeface="Arial" panose="020B0604020202020204" pitchFamily="34" charset="0"/>
            </a:endParaRPr>
          </a:p>
        </p:txBody>
      </p:sp>
    </p:spTree>
    <p:extLst>
      <p:ext uri="{BB962C8B-B14F-4D97-AF65-F5344CB8AC3E}">
        <p14:creationId xmlns:p14="http://schemas.microsoft.com/office/powerpoint/2010/main" val="74786099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幻灯片图像占位符 1">
            <a:extLst>
              <a:ext uri="{FF2B5EF4-FFF2-40B4-BE49-F238E27FC236}">
                <a16:creationId xmlns:a16="http://schemas.microsoft.com/office/drawing/2014/main" id="{299A3977-8916-DE45-BFB4-3F60F512B147}"/>
              </a:ext>
            </a:extLst>
          </p:cNvPr>
          <p:cNvSpPr>
            <a:spLocks noGrp="1" noRot="1" noChangeAspect="1" noChangeArrowheads="1" noTextEdit="1"/>
          </p:cNvSpPr>
          <p:nvPr>
            <p:ph type="sldImg"/>
          </p:nvPr>
        </p:nvSpPr>
        <p:spPr>
          <a:xfrm>
            <a:off x="139700" y="768350"/>
            <a:ext cx="6819900" cy="3836988"/>
          </a:xfrm>
          <a:ln/>
        </p:spPr>
      </p:sp>
      <p:sp>
        <p:nvSpPr>
          <p:cNvPr id="269314" name="备注占位符 2">
            <a:extLst>
              <a:ext uri="{FF2B5EF4-FFF2-40B4-BE49-F238E27FC236}">
                <a16:creationId xmlns:a16="http://schemas.microsoft.com/office/drawing/2014/main" id="{6B9D44D4-6DF8-A646-AB1A-393A181EA8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9315" name="幻灯片编号占位符 3">
            <a:extLst>
              <a:ext uri="{FF2B5EF4-FFF2-40B4-BE49-F238E27FC236}">
                <a16:creationId xmlns:a16="http://schemas.microsoft.com/office/drawing/2014/main" id="{F9D3A001-A860-BE48-9C25-2F39763D38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D0768B9-779D-E245-A7F9-F4B856482010}" type="slidenum">
              <a:rPr lang="en-US" altLang="zh-CN" sz="1200">
                <a:latin typeface="Arial" panose="020B0604020202020204" pitchFamily="34" charset="0"/>
              </a:rPr>
              <a:pPr/>
              <a:t>123</a:t>
            </a:fld>
            <a:endParaRPr lang="en-US" altLang="zh-CN" sz="1200">
              <a:latin typeface="Arial" panose="020B0604020202020204" pitchFamily="34" charset="0"/>
            </a:endParaRPr>
          </a:p>
        </p:txBody>
      </p:sp>
    </p:spTree>
    <p:extLst>
      <p:ext uri="{BB962C8B-B14F-4D97-AF65-F5344CB8AC3E}">
        <p14:creationId xmlns:p14="http://schemas.microsoft.com/office/powerpoint/2010/main" val="4812474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a:extLst>
              <a:ext uri="{FF2B5EF4-FFF2-40B4-BE49-F238E27FC236}">
                <a16:creationId xmlns:a16="http://schemas.microsoft.com/office/drawing/2014/main" id="{BB2E20DA-C8B4-6048-A045-F30D7438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DFD944-386D-804A-8607-1FDD0F0C905A}" type="slidenum">
              <a:rPr lang="en-US" altLang="zh-CN" sz="1200">
                <a:latin typeface="Arial" panose="020B0604020202020204" pitchFamily="34" charset="0"/>
              </a:rPr>
              <a:pPr/>
              <a:t>124</a:t>
            </a:fld>
            <a:endParaRPr lang="en-US" altLang="zh-CN" sz="1200">
              <a:latin typeface="Arial" panose="020B0604020202020204" pitchFamily="34" charset="0"/>
            </a:endParaRPr>
          </a:p>
        </p:txBody>
      </p:sp>
      <p:sp>
        <p:nvSpPr>
          <p:cNvPr id="271362" name="Rectangle 2">
            <a:extLst>
              <a:ext uri="{FF2B5EF4-FFF2-40B4-BE49-F238E27FC236}">
                <a16:creationId xmlns:a16="http://schemas.microsoft.com/office/drawing/2014/main" id="{ABC29DFC-09D0-ED4B-B3CD-FED4A31BCBF0}"/>
              </a:ext>
            </a:extLst>
          </p:cNvPr>
          <p:cNvSpPr>
            <a:spLocks noGrp="1" noRot="1" noChangeAspect="1" noChangeArrowheads="1" noTextEdit="1"/>
          </p:cNvSpPr>
          <p:nvPr>
            <p:ph type="sldImg"/>
          </p:nvPr>
        </p:nvSpPr>
        <p:spPr>
          <a:ln/>
        </p:spPr>
      </p:sp>
      <p:sp>
        <p:nvSpPr>
          <p:cNvPr id="271363" name="Rectangle 3">
            <a:extLst>
              <a:ext uri="{FF2B5EF4-FFF2-40B4-BE49-F238E27FC236}">
                <a16:creationId xmlns:a16="http://schemas.microsoft.com/office/drawing/2014/main" id="{504CC3E6-20B3-174C-AB7B-DB0C490054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3974691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7">
            <a:extLst>
              <a:ext uri="{FF2B5EF4-FFF2-40B4-BE49-F238E27FC236}">
                <a16:creationId xmlns:a16="http://schemas.microsoft.com/office/drawing/2014/main" id="{BF454E40-860E-144D-8D2A-CF19BA7277F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C73826-E4BD-734F-9093-F24D3852AB7C}" type="slidenum">
              <a:rPr lang="en-US" altLang="zh-CN" sz="1200">
                <a:latin typeface="Arial" panose="020B0604020202020204" pitchFamily="34" charset="0"/>
              </a:rPr>
              <a:pPr/>
              <a:t>125</a:t>
            </a:fld>
            <a:endParaRPr lang="en-US" altLang="zh-CN" sz="1200">
              <a:latin typeface="Arial" panose="020B0604020202020204" pitchFamily="34" charset="0"/>
            </a:endParaRPr>
          </a:p>
        </p:txBody>
      </p:sp>
      <p:sp>
        <p:nvSpPr>
          <p:cNvPr id="273410" name="Rectangle 2">
            <a:extLst>
              <a:ext uri="{FF2B5EF4-FFF2-40B4-BE49-F238E27FC236}">
                <a16:creationId xmlns:a16="http://schemas.microsoft.com/office/drawing/2014/main" id="{81487208-6EBB-5C41-B18C-CE20003E14C5}"/>
              </a:ext>
            </a:extLst>
          </p:cNvPr>
          <p:cNvSpPr>
            <a:spLocks noGrp="1" noRot="1" noChangeAspect="1" noChangeArrowheads="1" noTextEdit="1"/>
          </p:cNvSpPr>
          <p:nvPr>
            <p:ph type="sldImg"/>
          </p:nvPr>
        </p:nvSpPr>
        <p:spPr>
          <a:ln/>
        </p:spPr>
      </p:sp>
      <p:sp>
        <p:nvSpPr>
          <p:cNvPr id="273411" name="Rectangle 3">
            <a:extLst>
              <a:ext uri="{FF2B5EF4-FFF2-40B4-BE49-F238E27FC236}">
                <a16:creationId xmlns:a16="http://schemas.microsoft.com/office/drawing/2014/main" id="{7657FB88-FE5B-6847-9CD2-2BCB394A7A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721666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a:extLst>
              <a:ext uri="{FF2B5EF4-FFF2-40B4-BE49-F238E27FC236}">
                <a16:creationId xmlns:a16="http://schemas.microsoft.com/office/drawing/2014/main" id="{06D3EEE7-959C-4647-8493-65574621D75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2DFC4A-3BD3-8348-B91F-C5021E92723B}" type="slidenum">
              <a:rPr lang="en-US" altLang="zh-CN" sz="1200">
                <a:latin typeface="Arial" panose="020B0604020202020204" pitchFamily="34" charset="0"/>
              </a:rPr>
              <a:pPr/>
              <a:t>126</a:t>
            </a:fld>
            <a:endParaRPr lang="en-US" altLang="zh-CN" sz="1200">
              <a:latin typeface="Arial" panose="020B0604020202020204" pitchFamily="34" charset="0"/>
            </a:endParaRPr>
          </a:p>
        </p:txBody>
      </p:sp>
      <p:sp>
        <p:nvSpPr>
          <p:cNvPr id="275458" name="Rectangle 2">
            <a:extLst>
              <a:ext uri="{FF2B5EF4-FFF2-40B4-BE49-F238E27FC236}">
                <a16:creationId xmlns:a16="http://schemas.microsoft.com/office/drawing/2014/main" id="{D5F446A7-0D8F-B246-95C2-3AE11B3182A4}"/>
              </a:ext>
            </a:extLst>
          </p:cNvPr>
          <p:cNvSpPr>
            <a:spLocks noGrp="1" noRot="1" noChangeAspect="1" noChangeArrowheads="1" noTextEdit="1"/>
          </p:cNvSpPr>
          <p:nvPr>
            <p:ph type="sldImg"/>
          </p:nvPr>
        </p:nvSpPr>
        <p:spPr>
          <a:ln/>
        </p:spPr>
      </p:sp>
      <p:sp>
        <p:nvSpPr>
          <p:cNvPr id="275459" name="Rectangle 3">
            <a:extLst>
              <a:ext uri="{FF2B5EF4-FFF2-40B4-BE49-F238E27FC236}">
                <a16:creationId xmlns:a16="http://schemas.microsoft.com/office/drawing/2014/main" id="{6A2A75A4-D593-8147-B2B7-CA8D2D2CBCA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343569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a:extLst>
              <a:ext uri="{FF2B5EF4-FFF2-40B4-BE49-F238E27FC236}">
                <a16:creationId xmlns:a16="http://schemas.microsoft.com/office/drawing/2014/main" id="{14670368-64D8-F44F-AE0A-BB46D64224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7E913E-461C-8746-9C9F-62CDA6C86942}" type="slidenum">
              <a:rPr lang="en-US" altLang="zh-CN" sz="1200">
                <a:latin typeface="Arial" panose="020B0604020202020204" pitchFamily="34" charset="0"/>
              </a:rPr>
              <a:pPr/>
              <a:t>127</a:t>
            </a:fld>
            <a:endParaRPr lang="en-US" altLang="zh-CN" sz="1200">
              <a:latin typeface="Arial" panose="020B0604020202020204" pitchFamily="34" charset="0"/>
            </a:endParaRPr>
          </a:p>
        </p:txBody>
      </p:sp>
      <p:sp>
        <p:nvSpPr>
          <p:cNvPr id="277506" name="Rectangle 2">
            <a:extLst>
              <a:ext uri="{FF2B5EF4-FFF2-40B4-BE49-F238E27FC236}">
                <a16:creationId xmlns:a16="http://schemas.microsoft.com/office/drawing/2014/main" id="{A712B9FA-DFBC-C449-9E12-1A9FD37377DA}"/>
              </a:ext>
            </a:extLst>
          </p:cNvPr>
          <p:cNvSpPr>
            <a:spLocks noGrp="1" noRot="1" noChangeAspect="1" noChangeArrowheads="1" noTextEdit="1"/>
          </p:cNvSpPr>
          <p:nvPr>
            <p:ph type="sldImg"/>
          </p:nvPr>
        </p:nvSpPr>
        <p:spPr>
          <a:ln/>
        </p:spPr>
      </p:sp>
      <p:sp>
        <p:nvSpPr>
          <p:cNvPr id="277507" name="Rectangle 3">
            <a:extLst>
              <a:ext uri="{FF2B5EF4-FFF2-40B4-BE49-F238E27FC236}">
                <a16:creationId xmlns:a16="http://schemas.microsoft.com/office/drawing/2014/main" id="{129600F5-610C-684B-B419-2E4448AC342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996672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a:extLst>
              <a:ext uri="{FF2B5EF4-FFF2-40B4-BE49-F238E27FC236}">
                <a16:creationId xmlns:a16="http://schemas.microsoft.com/office/drawing/2014/main" id="{2AA806F2-5277-F747-BEAF-244BDAE4B2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06FE37-A55B-D444-9FD4-1C047D9F9DD6}" type="slidenum">
              <a:rPr lang="en-US" altLang="zh-CN" sz="1200">
                <a:latin typeface="Arial" panose="020B0604020202020204" pitchFamily="34" charset="0"/>
              </a:rPr>
              <a:pPr/>
              <a:t>128</a:t>
            </a:fld>
            <a:endParaRPr lang="en-US" altLang="zh-CN" sz="1200">
              <a:latin typeface="Arial" panose="020B0604020202020204" pitchFamily="34" charset="0"/>
            </a:endParaRPr>
          </a:p>
        </p:txBody>
      </p:sp>
      <p:sp>
        <p:nvSpPr>
          <p:cNvPr id="279554" name="Rectangle 2">
            <a:extLst>
              <a:ext uri="{FF2B5EF4-FFF2-40B4-BE49-F238E27FC236}">
                <a16:creationId xmlns:a16="http://schemas.microsoft.com/office/drawing/2014/main" id="{AF671CA4-6EF2-074A-9EE3-BEEDE7880745}"/>
              </a:ext>
            </a:extLst>
          </p:cNvPr>
          <p:cNvSpPr>
            <a:spLocks noGrp="1" noRot="1" noChangeAspect="1" noChangeArrowheads="1" noTextEdit="1"/>
          </p:cNvSpPr>
          <p:nvPr>
            <p:ph type="sldImg"/>
          </p:nvPr>
        </p:nvSpPr>
        <p:spPr>
          <a:xfrm>
            <a:off x="992188" y="768350"/>
            <a:ext cx="5114925" cy="3836988"/>
          </a:xfrm>
          <a:ln/>
        </p:spPr>
      </p:sp>
      <p:sp>
        <p:nvSpPr>
          <p:cNvPr id="279555" name="Rectangle 3">
            <a:extLst>
              <a:ext uri="{FF2B5EF4-FFF2-40B4-BE49-F238E27FC236}">
                <a16:creationId xmlns:a16="http://schemas.microsoft.com/office/drawing/2014/main" id="{A2ECB628-148E-7444-B8F5-56BCCCA392F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848614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a:extLst>
              <a:ext uri="{FF2B5EF4-FFF2-40B4-BE49-F238E27FC236}">
                <a16:creationId xmlns:a16="http://schemas.microsoft.com/office/drawing/2014/main" id="{EFD3E495-B864-A240-BF9C-AA9415687F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5F5CD9-6328-8448-9F09-2764F648A944}" type="slidenum">
              <a:rPr lang="en-US" altLang="zh-CN" sz="1200">
                <a:latin typeface="Arial" panose="020B0604020202020204" pitchFamily="34" charset="0"/>
              </a:rPr>
              <a:pPr/>
              <a:t>129</a:t>
            </a:fld>
            <a:endParaRPr lang="en-US" altLang="zh-CN" sz="1200">
              <a:latin typeface="Arial" panose="020B0604020202020204" pitchFamily="34" charset="0"/>
            </a:endParaRPr>
          </a:p>
        </p:txBody>
      </p:sp>
      <p:sp>
        <p:nvSpPr>
          <p:cNvPr id="281602" name="Rectangle 2">
            <a:extLst>
              <a:ext uri="{FF2B5EF4-FFF2-40B4-BE49-F238E27FC236}">
                <a16:creationId xmlns:a16="http://schemas.microsoft.com/office/drawing/2014/main" id="{68CD976A-B0DC-B54A-954D-9DD9D5542A8F}"/>
              </a:ext>
            </a:extLst>
          </p:cNvPr>
          <p:cNvSpPr>
            <a:spLocks noGrp="1" noRot="1" noChangeAspect="1" noChangeArrowheads="1" noTextEdit="1"/>
          </p:cNvSpPr>
          <p:nvPr>
            <p:ph type="sldImg"/>
          </p:nvPr>
        </p:nvSpPr>
        <p:spPr>
          <a:xfrm>
            <a:off x="992188" y="768350"/>
            <a:ext cx="5114925" cy="3836988"/>
          </a:xfrm>
          <a:ln/>
        </p:spPr>
      </p:sp>
      <p:sp>
        <p:nvSpPr>
          <p:cNvPr id="281603" name="Rectangle 3">
            <a:extLst>
              <a:ext uri="{FF2B5EF4-FFF2-40B4-BE49-F238E27FC236}">
                <a16:creationId xmlns:a16="http://schemas.microsoft.com/office/drawing/2014/main" id="{ECC2DF6A-32BC-3E46-B61C-DF1AB91F78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944896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Rectangle 7">
            <a:extLst>
              <a:ext uri="{FF2B5EF4-FFF2-40B4-BE49-F238E27FC236}">
                <a16:creationId xmlns:a16="http://schemas.microsoft.com/office/drawing/2014/main" id="{409158D0-5A7B-584D-A59C-BF06D8D4C5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EA0F0D-53ED-6341-88B0-C776B81CEC2E}" type="slidenum">
              <a:rPr lang="en-US" altLang="zh-CN" sz="1200">
                <a:latin typeface="Arial" panose="020B0604020202020204" pitchFamily="34" charset="0"/>
              </a:rPr>
              <a:pPr/>
              <a:t>130</a:t>
            </a:fld>
            <a:endParaRPr lang="en-US" altLang="zh-CN" sz="1200">
              <a:latin typeface="Arial" panose="020B0604020202020204" pitchFamily="34" charset="0"/>
            </a:endParaRPr>
          </a:p>
        </p:txBody>
      </p:sp>
      <p:sp>
        <p:nvSpPr>
          <p:cNvPr id="283650" name="Rectangle 2">
            <a:extLst>
              <a:ext uri="{FF2B5EF4-FFF2-40B4-BE49-F238E27FC236}">
                <a16:creationId xmlns:a16="http://schemas.microsoft.com/office/drawing/2014/main" id="{F683B065-0290-F54D-BD5D-6B494103934D}"/>
              </a:ext>
            </a:extLst>
          </p:cNvPr>
          <p:cNvSpPr>
            <a:spLocks noGrp="1" noRot="1" noChangeAspect="1" noChangeArrowheads="1" noTextEdit="1"/>
          </p:cNvSpPr>
          <p:nvPr>
            <p:ph type="sldImg"/>
          </p:nvPr>
        </p:nvSpPr>
        <p:spPr>
          <a:xfrm>
            <a:off x="139700" y="768350"/>
            <a:ext cx="6819900" cy="3836988"/>
          </a:xfrm>
          <a:ln/>
        </p:spPr>
      </p:sp>
      <p:sp>
        <p:nvSpPr>
          <p:cNvPr id="283651" name="Rectangle 3">
            <a:extLst>
              <a:ext uri="{FF2B5EF4-FFF2-40B4-BE49-F238E27FC236}">
                <a16:creationId xmlns:a16="http://schemas.microsoft.com/office/drawing/2014/main" id="{7D1E16EA-30F7-C94C-A5FB-A03AAC97B0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5427955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7" name="Rectangle 7">
            <a:extLst>
              <a:ext uri="{FF2B5EF4-FFF2-40B4-BE49-F238E27FC236}">
                <a16:creationId xmlns:a16="http://schemas.microsoft.com/office/drawing/2014/main" id="{2FB98628-4539-0645-B76D-F52AE638E9C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59728D5-033D-7049-A103-F3DB5211E7D9}" type="slidenum">
              <a:rPr lang="en-US" altLang="zh-CN" sz="1200">
                <a:latin typeface="Arial" panose="020B0604020202020204" pitchFamily="34" charset="0"/>
              </a:rPr>
              <a:pPr/>
              <a:t>131</a:t>
            </a:fld>
            <a:endParaRPr lang="en-US" altLang="zh-CN" sz="1200">
              <a:latin typeface="Arial" panose="020B0604020202020204" pitchFamily="34" charset="0"/>
            </a:endParaRPr>
          </a:p>
        </p:txBody>
      </p:sp>
      <p:sp>
        <p:nvSpPr>
          <p:cNvPr id="285698" name="Rectangle 2">
            <a:extLst>
              <a:ext uri="{FF2B5EF4-FFF2-40B4-BE49-F238E27FC236}">
                <a16:creationId xmlns:a16="http://schemas.microsoft.com/office/drawing/2014/main" id="{2FB4B0D8-6290-3744-9F7E-842708D05A1F}"/>
              </a:ext>
            </a:extLst>
          </p:cNvPr>
          <p:cNvSpPr>
            <a:spLocks noGrp="1" noRot="1" noChangeAspect="1" noChangeArrowheads="1" noTextEdit="1"/>
          </p:cNvSpPr>
          <p:nvPr>
            <p:ph type="sldImg"/>
          </p:nvPr>
        </p:nvSpPr>
        <p:spPr>
          <a:xfrm>
            <a:off x="139700" y="768350"/>
            <a:ext cx="6819900" cy="3836988"/>
          </a:xfrm>
          <a:ln/>
        </p:spPr>
      </p:sp>
      <p:sp>
        <p:nvSpPr>
          <p:cNvPr id="285699" name="Rectangle 3">
            <a:extLst>
              <a:ext uri="{FF2B5EF4-FFF2-40B4-BE49-F238E27FC236}">
                <a16:creationId xmlns:a16="http://schemas.microsoft.com/office/drawing/2014/main" id="{9B393C6B-4D37-C645-A1AC-1F102E9E21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4001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69" name="Rectangle 7">
            <a:extLst>
              <a:ext uri="{FF2B5EF4-FFF2-40B4-BE49-F238E27FC236}">
                <a16:creationId xmlns:a16="http://schemas.microsoft.com/office/drawing/2014/main" id="{0A3E603E-E107-494F-B288-76B99BFCC3A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4FF7713-CC20-D74B-B71D-B7BDDA0FEF83}" type="slidenum">
              <a:rPr lang="en-US" altLang="zh-CN" sz="1200">
                <a:latin typeface="Arial" panose="020B0604020202020204" pitchFamily="34" charset="0"/>
              </a:rPr>
              <a:pPr/>
              <a:t>133</a:t>
            </a:fld>
            <a:endParaRPr lang="en-US" altLang="zh-CN" sz="1200">
              <a:latin typeface="Arial" panose="020B0604020202020204" pitchFamily="34" charset="0"/>
            </a:endParaRPr>
          </a:p>
        </p:txBody>
      </p:sp>
      <p:sp>
        <p:nvSpPr>
          <p:cNvPr id="288770" name="Rectangle 2">
            <a:extLst>
              <a:ext uri="{FF2B5EF4-FFF2-40B4-BE49-F238E27FC236}">
                <a16:creationId xmlns:a16="http://schemas.microsoft.com/office/drawing/2014/main" id="{D0F11F44-75CA-014C-980D-E7A420E86D2E}"/>
              </a:ext>
            </a:extLst>
          </p:cNvPr>
          <p:cNvSpPr>
            <a:spLocks noGrp="1" noRot="1" noChangeAspect="1" noChangeArrowheads="1" noTextEdit="1"/>
          </p:cNvSpPr>
          <p:nvPr>
            <p:ph type="sldImg"/>
          </p:nvPr>
        </p:nvSpPr>
        <p:spPr>
          <a:xfrm>
            <a:off x="139700" y="768350"/>
            <a:ext cx="6819900" cy="3836988"/>
          </a:xfrm>
          <a:ln/>
        </p:spPr>
      </p:sp>
      <p:sp>
        <p:nvSpPr>
          <p:cNvPr id="288771" name="Rectangle 3">
            <a:extLst>
              <a:ext uri="{FF2B5EF4-FFF2-40B4-BE49-F238E27FC236}">
                <a16:creationId xmlns:a16="http://schemas.microsoft.com/office/drawing/2014/main" id="{4BF8D4DA-80C5-0E44-BA50-D83C002EFA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622533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幻灯片图像占位符 1">
            <a:extLst>
              <a:ext uri="{FF2B5EF4-FFF2-40B4-BE49-F238E27FC236}">
                <a16:creationId xmlns:a16="http://schemas.microsoft.com/office/drawing/2014/main" id="{92C75973-E30C-5C42-A9CA-88185166FE4E}"/>
              </a:ext>
            </a:extLst>
          </p:cNvPr>
          <p:cNvSpPr>
            <a:spLocks noGrp="1" noRot="1" noChangeAspect="1" noChangeArrowheads="1" noTextEdit="1"/>
          </p:cNvSpPr>
          <p:nvPr>
            <p:ph type="sldImg"/>
          </p:nvPr>
        </p:nvSpPr>
        <p:spPr>
          <a:xfrm>
            <a:off x="139700" y="768350"/>
            <a:ext cx="6819900" cy="3836988"/>
          </a:xfrm>
          <a:ln/>
        </p:spPr>
      </p:sp>
      <p:sp>
        <p:nvSpPr>
          <p:cNvPr id="290818" name="备注占位符 2">
            <a:extLst>
              <a:ext uri="{FF2B5EF4-FFF2-40B4-BE49-F238E27FC236}">
                <a16:creationId xmlns:a16="http://schemas.microsoft.com/office/drawing/2014/main" id="{375E883C-B66F-D940-B75E-79C6C1D517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90819" name="幻灯片编号占位符 3">
            <a:extLst>
              <a:ext uri="{FF2B5EF4-FFF2-40B4-BE49-F238E27FC236}">
                <a16:creationId xmlns:a16="http://schemas.microsoft.com/office/drawing/2014/main" id="{11162236-B3C5-F343-AB24-60F40A58B22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E3796D-495C-F447-9DC5-3CB718286025}" type="slidenum">
              <a:rPr lang="en-US" altLang="zh-CN" sz="1200">
                <a:latin typeface="Arial" panose="020B0604020202020204" pitchFamily="34" charset="0"/>
              </a:rPr>
              <a:pPr/>
              <a:t>134</a:t>
            </a:fld>
            <a:endParaRPr lang="en-US" altLang="zh-CN" sz="1200">
              <a:latin typeface="Arial" panose="020B0604020202020204" pitchFamily="34" charset="0"/>
            </a:endParaRPr>
          </a:p>
        </p:txBody>
      </p:sp>
    </p:spTree>
    <p:extLst>
      <p:ext uri="{BB962C8B-B14F-4D97-AF65-F5344CB8AC3E}">
        <p14:creationId xmlns:p14="http://schemas.microsoft.com/office/powerpoint/2010/main" val="358323980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9" name="Rectangle 7">
            <a:extLst>
              <a:ext uri="{FF2B5EF4-FFF2-40B4-BE49-F238E27FC236}">
                <a16:creationId xmlns:a16="http://schemas.microsoft.com/office/drawing/2014/main" id="{646BB920-5D0A-644C-9139-970095A701A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EE7B816-2A13-8547-9993-1ECFA754668A}" type="slidenum">
              <a:rPr lang="en-US" altLang="zh-CN" sz="1200">
                <a:latin typeface="Arial" panose="020B0604020202020204" pitchFamily="34" charset="0"/>
              </a:rPr>
              <a:pPr/>
              <a:t>136</a:t>
            </a:fld>
            <a:endParaRPr lang="en-US" altLang="zh-CN" sz="1200">
              <a:latin typeface="Arial" panose="020B0604020202020204" pitchFamily="34" charset="0"/>
            </a:endParaRPr>
          </a:p>
        </p:txBody>
      </p:sp>
      <p:sp>
        <p:nvSpPr>
          <p:cNvPr id="293890" name="Rectangle 2">
            <a:extLst>
              <a:ext uri="{FF2B5EF4-FFF2-40B4-BE49-F238E27FC236}">
                <a16:creationId xmlns:a16="http://schemas.microsoft.com/office/drawing/2014/main" id="{2FA5A964-6DCE-6343-9DE5-82DB2335C62B}"/>
              </a:ext>
            </a:extLst>
          </p:cNvPr>
          <p:cNvSpPr>
            <a:spLocks noGrp="1" noRot="1" noChangeAspect="1" noChangeArrowheads="1" noTextEdit="1"/>
          </p:cNvSpPr>
          <p:nvPr>
            <p:ph type="sldImg"/>
          </p:nvPr>
        </p:nvSpPr>
        <p:spPr>
          <a:ln/>
        </p:spPr>
      </p:sp>
      <p:sp>
        <p:nvSpPr>
          <p:cNvPr id="293891" name="Rectangle 3">
            <a:extLst>
              <a:ext uri="{FF2B5EF4-FFF2-40B4-BE49-F238E27FC236}">
                <a16:creationId xmlns:a16="http://schemas.microsoft.com/office/drawing/2014/main" id="{F393A000-1CAB-004D-B416-3B4961F8BAA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86923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a:extLst>
              <a:ext uri="{FF2B5EF4-FFF2-40B4-BE49-F238E27FC236}">
                <a16:creationId xmlns:a16="http://schemas.microsoft.com/office/drawing/2014/main" id="{84CE5BC9-5145-5940-9ACB-86882170C09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FA114C-DBBA-2746-96D3-D2E085DC34D7}" type="slidenum">
              <a:rPr lang="en-US" altLang="zh-CN" sz="1200">
                <a:latin typeface="Arial" panose="020B0604020202020204" pitchFamily="34" charset="0"/>
              </a:rPr>
              <a:pPr/>
              <a:t>137</a:t>
            </a:fld>
            <a:endParaRPr lang="en-US" altLang="zh-CN" sz="1200">
              <a:latin typeface="Arial" panose="020B0604020202020204" pitchFamily="34" charset="0"/>
            </a:endParaRPr>
          </a:p>
        </p:txBody>
      </p:sp>
      <p:sp>
        <p:nvSpPr>
          <p:cNvPr id="295938" name="Rectangle 2">
            <a:extLst>
              <a:ext uri="{FF2B5EF4-FFF2-40B4-BE49-F238E27FC236}">
                <a16:creationId xmlns:a16="http://schemas.microsoft.com/office/drawing/2014/main" id="{B161E11C-2887-C04C-8498-197F23EE2161}"/>
              </a:ext>
            </a:extLst>
          </p:cNvPr>
          <p:cNvSpPr>
            <a:spLocks noGrp="1" noRot="1" noChangeAspect="1" noChangeArrowheads="1" noTextEdit="1"/>
          </p:cNvSpPr>
          <p:nvPr>
            <p:ph type="sldImg"/>
          </p:nvPr>
        </p:nvSpPr>
        <p:spPr>
          <a:ln/>
        </p:spPr>
      </p:sp>
      <p:sp>
        <p:nvSpPr>
          <p:cNvPr id="295939" name="Rectangle 3">
            <a:extLst>
              <a:ext uri="{FF2B5EF4-FFF2-40B4-BE49-F238E27FC236}">
                <a16:creationId xmlns:a16="http://schemas.microsoft.com/office/drawing/2014/main" id="{2D371EF6-BFF8-E148-B900-87377F26C20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4180037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5" name="Rectangle 7">
            <a:extLst>
              <a:ext uri="{FF2B5EF4-FFF2-40B4-BE49-F238E27FC236}">
                <a16:creationId xmlns:a16="http://schemas.microsoft.com/office/drawing/2014/main" id="{9B10CE9E-90FC-4B47-B93C-524B236854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AA2FA3-375F-7D4D-8C6A-818AAD4241DF}" type="slidenum">
              <a:rPr lang="en-US" altLang="zh-CN" sz="1200">
                <a:latin typeface="Arial" panose="020B0604020202020204" pitchFamily="34" charset="0"/>
              </a:rPr>
              <a:pPr/>
              <a:t>138</a:t>
            </a:fld>
            <a:endParaRPr lang="en-US" altLang="zh-CN" sz="1200">
              <a:latin typeface="Arial" panose="020B0604020202020204" pitchFamily="34" charset="0"/>
            </a:endParaRPr>
          </a:p>
        </p:txBody>
      </p:sp>
      <p:sp>
        <p:nvSpPr>
          <p:cNvPr id="297986" name="Rectangle 2">
            <a:extLst>
              <a:ext uri="{FF2B5EF4-FFF2-40B4-BE49-F238E27FC236}">
                <a16:creationId xmlns:a16="http://schemas.microsoft.com/office/drawing/2014/main" id="{5A3A58DB-39C8-7640-9594-5B4305463002}"/>
              </a:ext>
            </a:extLst>
          </p:cNvPr>
          <p:cNvSpPr>
            <a:spLocks noGrp="1" noRot="1" noChangeAspect="1" noChangeArrowheads="1" noTextEdit="1"/>
          </p:cNvSpPr>
          <p:nvPr>
            <p:ph type="sldImg"/>
          </p:nvPr>
        </p:nvSpPr>
        <p:spPr>
          <a:ln/>
        </p:spPr>
      </p:sp>
      <p:sp>
        <p:nvSpPr>
          <p:cNvPr id="297987" name="Rectangle 3">
            <a:extLst>
              <a:ext uri="{FF2B5EF4-FFF2-40B4-BE49-F238E27FC236}">
                <a16:creationId xmlns:a16="http://schemas.microsoft.com/office/drawing/2014/main" id="{0A8F06D5-8CA7-5148-A5FD-E159A8378D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922145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3" name="Rectangle 7">
            <a:extLst>
              <a:ext uri="{FF2B5EF4-FFF2-40B4-BE49-F238E27FC236}">
                <a16:creationId xmlns:a16="http://schemas.microsoft.com/office/drawing/2014/main" id="{3142B172-1990-5148-AD7B-884F128F07B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1DAFAAD-61A0-3044-8429-66D49E92F546}" type="slidenum">
              <a:rPr lang="en-US" altLang="zh-CN" sz="1200">
                <a:latin typeface="Arial" panose="020B0604020202020204" pitchFamily="34" charset="0"/>
              </a:rPr>
              <a:pPr/>
              <a:t>139</a:t>
            </a:fld>
            <a:endParaRPr lang="en-US" altLang="zh-CN" sz="1200">
              <a:latin typeface="Arial" panose="020B0604020202020204" pitchFamily="34" charset="0"/>
            </a:endParaRPr>
          </a:p>
        </p:txBody>
      </p:sp>
      <p:sp>
        <p:nvSpPr>
          <p:cNvPr id="300034" name="Rectangle 2">
            <a:extLst>
              <a:ext uri="{FF2B5EF4-FFF2-40B4-BE49-F238E27FC236}">
                <a16:creationId xmlns:a16="http://schemas.microsoft.com/office/drawing/2014/main" id="{257B370E-226D-2F4A-890E-4D4FEABCC172}"/>
              </a:ext>
            </a:extLst>
          </p:cNvPr>
          <p:cNvSpPr>
            <a:spLocks noGrp="1" noRot="1" noChangeAspect="1" noChangeArrowheads="1" noTextEdit="1"/>
          </p:cNvSpPr>
          <p:nvPr>
            <p:ph type="sldImg"/>
          </p:nvPr>
        </p:nvSpPr>
        <p:spPr>
          <a:ln/>
        </p:spPr>
      </p:sp>
      <p:sp>
        <p:nvSpPr>
          <p:cNvPr id="300035" name="Rectangle 3">
            <a:extLst>
              <a:ext uri="{FF2B5EF4-FFF2-40B4-BE49-F238E27FC236}">
                <a16:creationId xmlns:a16="http://schemas.microsoft.com/office/drawing/2014/main" id="{CE2AF119-6426-4746-A272-728B642CD37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62903342"/>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Rectangle 7">
            <a:extLst>
              <a:ext uri="{FF2B5EF4-FFF2-40B4-BE49-F238E27FC236}">
                <a16:creationId xmlns:a16="http://schemas.microsoft.com/office/drawing/2014/main" id="{DBBB145B-0105-6246-AB7B-1D4B315F2AB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CDA875-BCD2-CD47-8937-240867DA9427}" type="slidenum">
              <a:rPr lang="en-US" altLang="zh-CN" sz="1200">
                <a:latin typeface="Arial" panose="020B0604020202020204" pitchFamily="34" charset="0"/>
              </a:rPr>
              <a:pPr/>
              <a:t>140</a:t>
            </a:fld>
            <a:endParaRPr lang="en-US" altLang="zh-CN" sz="1200">
              <a:latin typeface="Arial" panose="020B0604020202020204" pitchFamily="34" charset="0"/>
            </a:endParaRPr>
          </a:p>
        </p:txBody>
      </p:sp>
      <p:sp>
        <p:nvSpPr>
          <p:cNvPr id="302082" name="Rectangle 2">
            <a:extLst>
              <a:ext uri="{FF2B5EF4-FFF2-40B4-BE49-F238E27FC236}">
                <a16:creationId xmlns:a16="http://schemas.microsoft.com/office/drawing/2014/main" id="{6F5D79AE-9013-0F40-B8BA-E7E25D1E7066}"/>
              </a:ext>
            </a:extLst>
          </p:cNvPr>
          <p:cNvSpPr>
            <a:spLocks noGrp="1" noRot="1" noChangeAspect="1" noChangeArrowheads="1" noTextEdit="1"/>
          </p:cNvSpPr>
          <p:nvPr>
            <p:ph type="sldImg"/>
          </p:nvPr>
        </p:nvSpPr>
        <p:spPr>
          <a:ln/>
        </p:spPr>
      </p:sp>
      <p:sp>
        <p:nvSpPr>
          <p:cNvPr id="302083" name="Rectangle 3">
            <a:extLst>
              <a:ext uri="{FF2B5EF4-FFF2-40B4-BE49-F238E27FC236}">
                <a16:creationId xmlns:a16="http://schemas.microsoft.com/office/drawing/2014/main" id="{C63AB96A-EF1F-5749-B107-A9570FF623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56055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a:extLst>
              <a:ext uri="{FF2B5EF4-FFF2-40B4-BE49-F238E27FC236}">
                <a16:creationId xmlns:a16="http://schemas.microsoft.com/office/drawing/2014/main" id="{A73C0AFF-3556-E14D-A419-0E1E39B006F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964FAB7-35B0-6E48-AFE1-C5E3533F5D60}" type="slidenum">
              <a:rPr lang="en-US" altLang="zh-CN" sz="1200">
                <a:latin typeface="Arial" panose="020B0604020202020204" pitchFamily="34" charset="0"/>
              </a:rPr>
              <a:pPr/>
              <a:t>141</a:t>
            </a:fld>
            <a:endParaRPr lang="en-US" altLang="zh-CN" sz="1200">
              <a:latin typeface="Arial" panose="020B0604020202020204" pitchFamily="34" charset="0"/>
            </a:endParaRPr>
          </a:p>
        </p:txBody>
      </p:sp>
      <p:sp>
        <p:nvSpPr>
          <p:cNvPr id="304130" name="Rectangle 2">
            <a:extLst>
              <a:ext uri="{FF2B5EF4-FFF2-40B4-BE49-F238E27FC236}">
                <a16:creationId xmlns:a16="http://schemas.microsoft.com/office/drawing/2014/main" id="{2A1FEC9C-40E1-D043-8B0E-B1ABF7E67000}"/>
              </a:ext>
            </a:extLst>
          </p:cNvPr>
          <p:cNvSpPr>
            <a:spLocks noGrp="1" noRot="1" noChangeAspect="1" noChangeArrowheads="1" noTextEdit="1"/>
          </p:cNvSpPr>
          <p:nvPr>
            <p:ph type="sldImg"/>
          </p:nvPr>
        </p:nvSpPr>
        <p:spPr>
          <a:ln/>
        </p:spPr>
      </p:sp>
      <p:sp>
        <p:nvSpPr>
          <p:cNvPr id="304131" name="Rectangle 3">
            <a:extLst>
              <a:ext uri="{FF2B5EF4-FFF2-40B4-BE49-F238E27FC236}">
                <a16:creationId xmlns:a16="http://schemas.microsoft.com/office/drawing/2014/main" id="{06CC72F9-C356-F64B-9605-719970905AD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2090123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Rectangle 7">
            <a:extLst>
              <a:ext uri="{FF2B5EF4-FFF2-40B4-BE49-F238E27FC236}">
                <a16:creationId xmlns:a16="http://schemas.microsoft.com/office/drawing/2014/main" id="{3DE2215F-426D-BB40-B0AC-2C87C3F306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9BBF7C-1360-3640-8445-2673DFF22220}" type="slidenum">
              <a:rPr lang="en-US" altLang="zh-CN" sz="1200">
                <a:latin typeface="Arial" panose="020B0604020202020204" pitchFamily="34" charset="0"/>
              </a:rPr>
              <a:pPr/>
              <a:t>142</a:t>
            </a:fld>
            <a:endParaRPr lang="en-US" altLang="zh-CN" sz="1200">
              <a:latin typeface="Arial" panose="020B0604020202020204" pitchFamily="34" charset="0"/>
            </a:endParaRPr>
          </a:p>
        </p:txBody>
      </p:sp>
      <p:sp>
        <p:nvSpPr>
          <p:cNvPr id="306178" name="Rectangle 2">
            <a:extLst>
              <a:ext uri="{FF2B5EF4-FFF2-40B4-BE49-F238E27FC236}">
                <a16:creationId xmlns:a16="http://schemas.microsoft.com/office/drawing/2014/main" id="{29829CC4-1E14-D746-B63A-22D366A1364B}"/>
              </a:ext>
            </a:extLst>
          </p:cNvPr>
          <p:cNvSpPr>
            <a:spLocks noGrp="1" noRot="1" noChangeAspect="1" noChangeArrowheads="1" noTextEdit="1"/>
          </p:cNvSpPr>
          <p:nvPr>
            <p:ph type="sldImg"/>
          </p:nvPr>
        </p:nvSpPr>
        <p:spPr>
          <a:ln/>
        </p:spPr>
      </p:sp>
      <p:sp>
        <p:nvSpPr>
          <p:cNvPr id="306179" name="Rectangle 3">
            <a:extLst>
              <a:ext uri="{FF2B5EF4-FFF2-40B4-BE49-F238E27FC236}">
                <a16:creationId xmlns:a16="http://schemas.microsoft.com/office/drawing/2014/main" id="{3889B4CF-3950-2445-A7B8-94377E44325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797270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Rectangle 7">
            <a:extLst>
              <a:ext uri="{FF2B5EF4-FFF2-40B4-BE49-F238E27FC236}">
                <a16:creationId xmlns:a16="http://schemas.microsoft.com/office/drawing/2014/main" id="{1E76FAE6-CFE2-7744-B95F-F9E1E3177FB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2FC69B5-EB4A-6E43-885A-9E0C755F648A}" type="slidenum">
              <a:rPr lang="en-US" altLang="zh-CN" sz="1200">
                <a:latin typeface="Arial" panose="020B0604020202020204" pitchFamily="34" charset="0"/>
              </a:rPr>
              <a:pPr/>
              <a:t>143</a:t>
            </a:fld>
            <a:endParaRPr lang="en-US" altLang="zh-CN" sz="1200">
              <a:latin typeface="Arial" panose="020B0604020202020204" pitchFamily="34" charset="0"/>
            </a:endParaRPr>
          </a:p>
        </p:txBody>
      </p:sp>
      <p:sp>
        <p:nvSpPr>
          <p:cNvPr id="308226" name="Rectangle 2">
            <a:extLst>
              <a:ext uri="{FF2B5EF4-FFF2-40B4-BE49-F238E27FC236}">
                <a16:creationId xmlns:a16="http://schemas.microsoft.com/office/drawing/2014/main" id="{FCB570F3-92E5-A041-BC56-0BE2ED857C00}"/>
              </a:ext>
            </a:extLst>
          </p:cNvPr>
          <p:cNvSpPr>
            <a:spLocks noGrp="1" noRot="1" noChangeAspect="1" noChangeArrowheads="1" noTextEdit="1"/>
          </p:cNvSpPr>
          <p:nvPr>
            <p:ph type="sldImg"/>
          </p:nvPr>
        </p:nvSpPr>
        <p:spPr>
          <a:ln/>
        </p:spPr>
      </p:sp>
      <p:sp>
        <p:nvSpPr>
          <p:cNvPr id="308227" name="Rectangle 3">
            <a:extLst>
              <a:ext uri="{FF2B5EF4-FFF2-40B4-BE49-F238E27FC236}">
                <a16:creationId xmlns:a16="http://schemas.microsoft.com/office/drawing/2014/main" id="{098D4F25-2AE7-1443-AD22-E789825082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2804513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Rectangle 7">
            <a:extLst>
              <a:ext uri="{FF2B5EF4-FFF2-40B4-BE49-F238E27FC236}">
                <a16:creationId xmlns:a16="http://schemas.microsoft.com/office/drawing/2014/main" id="{1D0E371A-8128-764C-AF7F-287FE65614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7806842-011A-3A42-B573-441F274B25D0}" type="slidenum">
              <a:rPr lang="en-US" altLang="zh-CN" sz="1200">
                <a:latin typeface="Arial" panose="020B0604020202020204" pitchFamily="34" charset="0"/>
              </a:rPr>
              <a:pPr/>
              <a:t>144</a:t>
            </a:fld>
            <a:endParaRPr lang="en-US" altLang="zh-CN" sz="1200">
              <a:latin typeface="Arial" panose="020B0604020202020204" pitchFamily="34" charset="0"/>
            </a:endParaRPr>
          </a:p>
        </p:txBody>
      </p:sp>
      <p:sp>
        <p:nvSpPr>
          <p:cNvPr id="310274" name="Rectangle 2">
            <a:extLst>
              <a:ext uri="{FF2B5EF4-FFF2-40B4-BE49-F238E27FC236}">
                <a16:creationId xmlns:a16="http://schemas.microsoft.com/office/drawing/2014/main" id="{1CE07349-B371-2B48-9429-5710CE6D9BE1}"/>
              </a:ext>
            </a:extLst>
          </p:cNvPr>
          <p:cNvSpPr>
            <a:spLocks noGrp="1" noRot="1" noChangeAspect="1" noChangeArrowheads="1" noTextEdit="1"/>
          </p:cNvSpPr>
          <p:nvPr>
            <p:ph type="sldImg"/>
          </p:nvPr>
        </p:nvSpPr>
        <p:spPr>
          <a:ln/>
        </p:spPr>
      </p:sp>
      <p:sp>
        <p:nvSpPr>
          <p:cNvPr id="310275" name="Rectangle 3">
            <a:extLst>
              <a:ext uri="{FF2B5EF4-FFF2-40B4-BE49-F238E27FC236}">
                <a16:creationId xmlns:a16="http://schemas.microsoft.com/office/drawing/2014/main" id="{462B9FD3-C393-0C4E-8745-05BF591688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3874351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Rectangle 7">
            <a:extLst>
              <a:ext uri="{FF2B5EF4-FFF2-40B4-BE49-F238E27FC236}">
                <a16:creationId xmlns:a16="http://schemas.microsoft.com/office/drawing/2014/main" id="{57908586-742A-E749-B211-EC3ADC3E2FD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78BB616-F2D2-6442-AC4D-BE71D2BA21A8}" type="slidenum">
              <a:rPr lang="en-US" altLang="zh-CN" sz="1200">
                <a:latin typeface="Arial" panose="020B0604020202020204" pitchFamily="34" charset="0"/>
              </a:rPr>
              <a:pPr/>
              <a:t>145</a:t>
            </a:fld>
            <a:endParaRPr lang="en-US" altLang="zh-CN" sz="1200">
              <a:latin typeface="Arial" panose="020B0604020202020204" pitchFamily="34" charset="0"/>
            </a:endParaRPr>
          </a:p>
        </p:txBody>
      </p:sp>
      <p:sp>
        <p:nvSpPr>
          <p:cNvPr id="312322" name="Rectangle 2">
            <a:extLst>
              <a:ext uri="{FF2B5EF4-FFF2-40B4-BE49-F238E27FC236}">
                <a16:creationId xmlns:a16="http://schemas.microsoft.com/office/drawing/2014/main" id="{126D7A75-810C-A44E-A1AC-522130B8B22A}"/>
              </a:ext>
            </a:extLst>
          </p:cNvPr>
          <p:cNvSpPr>
            <a:spLocks noGrp="1" noRot="1" noChangeAspect="1" noChangeArrowheads="1" noTextEdit="1"/>
          </p:cNvSpPr>
          <p:nvPr>
            <p:ph type="sldImg"/>
          </p:nvPr>
        </p:nvSpPr>
        <p:spPr>
          <a:ln/>
        </p:spPr>
      </p:sp>
      <p:sp>
        <p:nvSpPr>
          <p:cNvPr id="312323" name="Rectangle 3">
            <a:extLst>
              <a:ext uri="{FF2B5EF4-FFF2-40B4-BE49-F238E27FC236}">
                <a16:creationId xmlns:a16="http://schemas.microsoft.com/office/drawing/2014/main" id="{3EA24D24-13AC-BA40-BB48-A6D0A3EB330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401149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a:extLst>
              <a:ext uri="{FF2B5EF4-FFF2-40B4-BE49-F238E27FC236}">
                <a16:creationId xmlns:a16="http://schemas.microsoft.com/office/drawing/2014/main" id="{7F61608C-2B98-D944-9FDC-90D4E80A63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002408-606F-A847-828E-967B17724855}" type="slidenum">
              <a:rPr lang="en-US" altLang="zh-CN" sz="1200">
                <a:latin typeface="Arial" panose="020B0604020202020204" pitchFamily="34" charset="0"/>
              </a:rPr>
              <a:pPr/>
              <a:t>146</a:t>
            </a:fld>
            <a:endParaRPr lang="en-US" altLang="zh-CN" sz="1200">
              <a:latin typeface="Arial" panose="020B0604020202020204" pitchFamily="34" charset="0"/>
            </a:endParaRPr>
          </a:p>
        </p:txBody>
      </p:sp>
      <p:sp>
        <p:nvSpPr>
          <p:cNvPr id="318466" name="Rectangle 2">
            <a:extLst>
              <a:ext uri="{FF2B5EF4-FFF2-40B4-BE49-F238E27FC236}">
                <a16:creationId xmlns:a16="http://schemas.microsoft.com/office/drawing/2014/main" id="{FCDA69BE-A75D-034E-AC9C-DF76F22E7266}"/>
              </a:ext>
            </a:extLst>
          </p:cNvPr>
          <p:cNvSpPr>
            <a:spLocks noGrp="1" noRot="1" noChangeAspect="1" noChangeArrowheads="1" noTextEdit="1"/>
          </p:cNvSpPr>
          <p:nvPr>
            <p:ph type="sldImg"/>
          </p:nvPr>
        </p:nvSpPr>
        <p:spPr>
          <a:ln/>
        </p:spPr>
      </p:sp>
      <p:sp>
        <p:nvSpPr>
          <p:cNvPr id="318467" name="Rectangle 3">
            <a:extLst>
              <a:ext uri="{FF2B5EF4-FFF2-40B4-BE49-F238E27FC236}">
                <a16:creationId xmlns:a16="http://schemas.microsoft.com/office/drawing/2014/main" id="{77E8D4A4-B3F9-F744-96D8-BDC8B57869B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638135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3" name="Rectangle 7">
            <a:extLst>
              <a:ext uri="{FF2B5EF4-FFF2-40B4-BE49-F238E27FC236}">
                <a16:creationId xmlns:a16="http://schemas.microsoft.com/office/drawing/2014/main" id="{08AC7364-2966-0C4B-9081-6997E0B347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C12BA0C-1E44-D449-BCF1-767A4488AFCD}" type="slidenum">
              <a:rPr lang="en-US" altLang="zh-CN" sz="1200">
                <a:latin typeface="Arial" panose="020B0604020202020204" pitchFamily="34" charset="0"/>
              </a:rPr>
              <a:pPr/>
              <a:t>147</a:t>
            </a:fld>
            <a:endParaRPr lang="en-US" altLang="zh-CN" sz="1200">
              <a:latin typeface="Arial" panose="020B0604020202020204" pitchFamily="34" charset="0"/>
            </a:endParaRPr>
          </a:p>
        </p:txBody>
      </p:sp>
      <p:sp>
        <p:nvSpPr>
          <p:cNvPr id="320514" name="Rectangle 2">
            <a:extLst>
              <a:ext uri="{FF2B5EF4-FFF2-40B4-BE49-F238E27FC236}">
                <a16:creationId xmlns:a16="http://schemas.microsoft.com/office/drawing/2014/main" id="{0DE13948-9A5B-5642-A3BE-78A85D3C8B6B}"/>
              </a:ext>
            </a:extLst>
          </p:cNvPr>
          <p:cNvSpPr>
            <a:spLocks noGrp="1" noRot="1" noChangeAspect="1" noChangeArrowheads="1" noTextEdit="1"/>
          </p:cNvSpPr>
          <p:nvPr>
            <p:ph type="sldImg"/>
          </p:nvPr>
        </p:nvSpPr>
        <p:spPr>
          <a:ln/>
        </p:spPr>
      </p:sp>
      <p:sp>
        <p:nvSpPr>
          <p:cNvPr id="320515" name="Rectangle 3">
            <a:extLst>
              <a:ext uri="{FF2B5EF4-FFF2-40B4-BE49-F238E27FC236}">
                <a16:creationId xmlns:a16="http://schemas.microsoft.com/office/drawing/2014/main" id="{3A0D5B8B-6557-404B-870E-9F2D708C90E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0867152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1" name="Rectangle 7">
            <a:extLst>
              <a:ext uri="{FF2B5EF4-FFF2-40B4-BE49-F238E27FC236}">
                <a16:creationId xmlns:a16="http://schemas.microsoft.com/office/drawing/2014/main" id="{A23AF1D3-A931-DD4C-9EE0-BAECF15DEE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2285B69-F2CA-7940-8E0A-AC9C1AEFC93D}" type="slidenum">
              <a:rPr lang="en-US" altLang="zh-CN" sz="1200">
                <a:latin typeface="Arial" panose="020B0604020202020204" pitchFamily="34" charset="0"/>
              </a:rPr>
              <a:pPr/>
              <a:t>148</a:t>
            </a:fld>
            <a:endParaRPr lang="en-US" altLang="zh-CN" sz="1200">
              <a:latin typeface="Arial" panose="020B0604020202020204" pitchFamily="34" charset="0"/>
            </a:endParaRPr>
          </a:p>
        </p:txBody>
      </p:sp>
      <p:sp>
        <p:nvSpPr>
          <p:cNvPr id="322562" name="Rectangle 2">
            <a:extLst>
              <a:ext uri="{FF2B5EF4-FFF2-40B4-BE49-F238E27FC236}">
                <a16:creationId xmlns:a16="http://schemas.microsoft.com/office/drawing/2014/main" id="{1B702DF7-105D-9B4A-8F0D-0AAEEDD92723}"/>
              </a:ext>
            </a:extLst>
          </p:cNvPr>
          <p:cNvSpPr>
            <a:spLocks noGrp="1" noRot="1" noChangeAspect="1" noChangeArrowheads="1" noTextEdit="1"/>
          </p:cNvSpPr>
          <p:nvPr>
            <p:ph type="sldImg"/>
          </p:nvPr>
        </p:nvSpPr>
        <p:spPr>
          <a:ln/>
        </p:spPr>
      </p:sp>
      <p:sp>
        <p:nvSpPr>
          <p:cNvPr id="322563" name="Rectangle 3">
            <a:extLst>
              <a:ext uri="{FF2B5EF4-FFF2-40B4-BE49-F238E27FC236}">
                <a16:creationId xmlns:a16="http://schemas.microsoft.com/office/drawing/2014/main" id="{5BEE414D-3D69-0247-A8E8-20DCE19307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271751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09" name="Rectangle 7">
            <a:extLst>
              <a:ext uri="{FF2B5EF4-FFF2-40B4-BE49-F238E27FC236}">
                <a16:creationId xmlns:a16="http://schemas.microsoft.com/office/drawing/2014/main" id="{ADCC7720-796E-1645-B9B3-500B903E903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168DFF-2A01-FC4C-A53A-1CF0211AEF80}" type="slidenum">
              <a:rPr lang="en-US" altLang="zh-CN" sz="1200">
                <a:latin typeface="Arial" panose="020B0604020202020204" pitchFamily="34" charset="0"/>
              </a:rPr>
              <a:pPr/>
              <a:t>149</a:t>
            </a:fld>
            <a:endParaRPr lang="en-US" altLang="zh-CN" sz="1200">
              <a:latin typeface="Arial" panose="020B0604020202020204" pitchFamily="34" charset="0"/>
            </a:endParaRPr>
          </a:p>
        </p:txBody>
      </p:sp>
      <p:sp>
        <p:nvSpPr>
          <p:cNvPr id="324610" name="Rectangle 2">
            <a:extLst>
              <a:ext uri="{FF2B5EF4-FFF2-40B4-BE49-F238E27FC236}">
                <a16:creationId xmlns:a16="http://schemas.microsoft.com/office/drawing/2014/main" id="{B8CBE343-6617-3244-B923-7E8737A3334C}"/>
              </a:ext>
            </a:extLst>
          </p:cNvPr>
          <p:cNvSpPr>
            <a:spLocks noGrp="1" noRot="1" noChangeAspect="1" noChangeArrowheads="1" noTextEdit="1"/>
          </p:cNvSpPr>
          <p:nvPr>
            <p:ph type="sldImg"/>
          </p:nvPr>
        </p:nvSpPr>
        <p:spPr>
          <a:ln/>
        </p:spPr>
      </p:sp>
      <p:sp>
        <p:nvSpPr>
          <p:cNvPr id="324611" name="Rectangle 3">
            <a:extLst>
              <a:ext uri="{FF2B5EF4-FFF2-40B4-BE49-F238E27FC236}">
                <a16:creationId xmlns:a16="http://schemas.microsoft.com/office/drawing/2014/main" id="{45EA1E63-7B26-7348-9339-482B09F0D6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790297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7" name="Rectangle 7">
            <a:extLst>
              <a:ext uri="{FF2B5EF4-FFF2-40B4-BE49-F238E27FC236}">
                <a16:creationId xmlns:a16="http://schemas.microsoft.com/office/drawing/2014/main" id="{077E88CF-89A3-C44C-A109-F2A41540A9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F3CFEBE-6EB4-7B40-B21C-59251748DB63}" type="slidenum">
              <a:rPr lang="en-US" altLang="zh-CN" sz="1200">
                <a:latin typeface="Arial" panose="020B0604020202020204" pitchFamily="34" charset="0"/>
              </a:rPr>
              <a:pPr/>
              <a:t>150</a:t>
            </a:fld>
            <a:endParaRPr lang="en-US" altLang="zh-CN" sz="1200">
              <a:latin typeface="Arial" panose="020B0604020202020204" pitchFamily="34" charset="0"/>
            </a:endParaRPr>
          </a:p>
        </p:txBody>
      </p:sp>
      <p:sp>
        <p:nvSpPr>
          <p:cNvPr id="326658" name="Rectangle 2">
            <a:extLst>
              <a:ext uri="{FF2B5EF4-FFF2-40B4-BE49-F238E27FC236}">
                <a16:creationId xmlns:a16="http://schemas.microsoft.com/office/drawing/2014/main" id="{9AAB6956-D819-7C47-A242-5BA094832F12}"/>
              </a:ext>
            </a:extLst>
          </p:cNvPr>
          <p:cNvSpPr>
            <a:spLocks noGrp="1" noRot="1" noChangeAspect="1" noChangeArrowheads="1" noTextEdit="1"/>
          </p:cNvSpPr>
          <p:nvPr>
            <p:ph type="sldImg"/>
          </p:nvPr>
        </p:nvSpPr>
        <p:spPr>
          <a:ln/>
        </p:spPr>
      </p:sp>
      <p:sp>
        <p:nvSpPr>
          <p:cNvPr id="326659" name="Rectangle 3">
            <a:extLst>
              <a:ext uri="{FF2B5EF4-FFF2-40B4-BE49-F238E27FC236}">
                <a16:creationId xmlns:a16="http://schemas.microsoft.com/office/drawing/2014/main" id="{FFB7ED2C-F226-604C-B5E2-268CF09D2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0547134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5" name="Rectangle 7">
            <a:extLst>
              <a:ext uri="{FF2B5EF4-FFF2-40B4-BE49-F238E27FC236}">
                <a16:creationId xmlns:a16="http://schemas.microsoft.com/office/drawing/2014/main" id="{CEE3CA38-5262-684D-8A49-3FB1DB764F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12C858-5D58-4843-AA0D-0B74D206C51B}" type="slidenum">
              <a:rPr lang="en-US" altLang="zh-CN" sz="1200">
                <a:latin typeface="Arial" panose="020B0604020202020204" pitchFamily="34" charset="0"/>
              </a:rPr>
              <a:pPr/>
              <a:t>151</a:t>
            </a:fld>
            <a:endParaRPr lang="en-US" altLang="zh-CN" sz="1200">
              <a:latin typeface="Arial" panose="020B0604020202020204" pitchFamily="34" charset="0"/>
            </a:endParaRPr>
          </a:p>
        </p:txBody>
      </p:sp>
      <p:sp>
        <p:nvSpPr>
          <p:cNvPr id="328706" name="Rectangle 2">
            <a:extLst>
              <a:ext uri="{FF2B5EF4-FFF2-40B4-BE49-F238E27FC236}">
                <a16:creationId xmlns:a16="http://schemas.microsoft.com/office/drawing/2014/main" id="{AA62DDDD-86A0-B746-894C-40ADAA009FBA}"/>
              </a:ext>
            </a:extLst>
          </p:cNvPr>
          <p:cNvSpPr>
            <a:spLocks noGrp="1" noRot="1" noChangeAspect="1" noChangeArrowheads="1" noTextEdit="1"/>
          </p:cNvSpPr>
          <p:nvPr>
            <p:ph type="sldImg"/>
          </p:nvPr>
        </p:nvSpPr>
        <p:spPr>
          <a:ln/>
        </p:spPr>
      </p:sp>
      <p:sp>
        <p:nvSpPr>
          <p:cNvPr id="328707" name="Rectangle 3">
            <a:extLst>
              <a:ext uri="{FF2B5EF4-FFF2-40B4-BE49-F238E27FC236}">
                <a16:creationId xmlns:a16="http://schemas.microsoft.com/office/drawing/2014/main" id="{D64E4A09-4EC2-654B-A4C6-ECCC24B7FF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548297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3" name="Rectangle 7">
            <a:extLst>
              <a:ext uri="{FF2B5EF4-FFF2-40B4-BE49-F238E27FC236}">
                <a16:creationId xmlns:a16="http://schemas.microsoft.com/office/drawing/2014/main" id="{2673C69F-9259-884A-BED2-E8F98DA9AE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C60C8DD-4F9B-CB49-8AA2-BA563E7A5691}" type="slidenum">
              <a:rPr lang="en-US" altLang="zh-CN" sz="1200">
                <a:latin typeface="Arial" panose="020B0604020202020204" pitchFamily="34" charset="0"/>
              </a:rPr>
              <a:pPr/>
              <a:t>152</a:t>
            </a:fld>
            <a:endParaRPr lang="en-US" altLang="zh-CN" sz="1200">
              <a:latin typeface="Arial" panose="020B0604020202020204" pitchFamily="34" charset="0"/>
            </a:endParaRPr>
          </a:p>
        </p:txBody>
      </p:sp>
      <p:sp>
        <p:nvSpPr>
          <p:cNvPr id="330754" name="Rectangle 2">
            <a:extLst>
              <a:ext uri="{FF2B5EF4-FFF2-40B4-BE49-F238E27FC236}">
                <a16:creationId xmlns:a16="http://schemas.microsoft.com/office/drawing/2014/main" id="{1C17A9CF-C110-DD41-913D-5A9CA55B5BC9}"/>
              </a:ext>
            </a:extLst>
          </p:cNvPr>
          <p:cNvSpPr>
            <a:spLocks noGrp="1" noRot="1" noChangeAspect="1" noChangeArrowheads="1" noTextEdit="1"/>
          </p:cNvSpPr>
          <p:nvPr>
            <p:ph type="sldImg"/>
          </p:nvPr>
        </p:nvSpPr>
        <p:spPr>
          <a:ln/>
        </p:spPr>
      </p:sp>
      <p:sp>
        <p:nvSpPr>
          <p:cNvPr id="330755" name="Rectangle 3">
            <a:extLst>
              <a:ext uri="{FF2B5EF4-FFF2-40B4-BE49-F238E27FC236}">
                <a16:creationId xmlns:a16="http://schemas.microsoft.com/office/drawing/2014/main" id="{6ED00E1A-6EB4-374A-B476-33B15E44EC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9103408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49" name="Rectangle 7">
            <a:extLst>
              <a:ext uri="{FF2B5EF4-FFF2-40B4-BE49-F238E27FC236}">
                <a16:creationId xmlns:a16="http://schemas.microsoft.com/office/drawing/2014/main" id="{9B50E052-BA48-5741-9D0B-B6F1FB053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DD600A-B876-7B46-B0AE-BD912B3E6ACD}" type="slidenum">
              <a:rPr lang="en-US" altLang="zh-CN" sz="1200">
                <a:latin typeface="Arial" panose="020B0604020202020204" pitchFamily="34" charset="0"/>
              </a:rPr>
              <a:pPr/>
              <a:t>153</a:t>
            </a:fld>
            <a:endParaRPr lang="en-US" altLang="zh-CN" sz="1200">
              <a:latin typeface="Arial" panose="020B0604020202020204" pitchFamily="34" charset="0"/>
            </a:endParaRPr>
          </a:p>
        </p:txBody>
      </p:sp>
      <p:sp>
        <p:nvSpPr>
          <p:cNvPr id="334850" name="Rectangle 2">
            <a:extLst>
              <a:ext uri="{FF2B5EF4-FFF2-40B4-BE49-F238E27FC236}">
                <a16:creationId xmlns:a16="http://schemas.microsoft.com/office/drawing/2014/main" id="{86702279-78E2-6943-A5C4-3DA252A4DD5D}"/>
              </a:ext>
            </a:extLst>
          </p:cNvPr>
          <p:cNvSpPr>
            <a:spLocks noGrp="1" noRot="1" noChangeAspect="1" noChangeArrowheads="1" noTextEdit="1"/>
          </p:cNvSpPr>
          <p:nvPr>
            <p:ph type="sldImg"/>
          </p:nvPr>
        </p:nvSpPr>
        <p:spPr>
          <a:ln/>
        </p:spPr>
      </p:sp>
      <p:sp>
        <p:nvSpPr>
          <p:cNvPr id="334851" name="Rectangle 3">
            <a:extLst>
              <a:ext uri="{FF2B5EF4-FFF2-40B4-BE49-F238E27FC236}">
                <a16:creationId xmlns:a16="http://schemas.microsoft.com/office/drawing/2014/main" id="{09A4A6C5-2132-7446-A3DF-AA72079426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53546002"/>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a:extLst>
              <a:ext uri="{FF2B5EF4-FFF2-40B4-BE49-F238E27FC236}">
                <a16:creationId xmlns:a16="http://schemas.microsoft.com/office/drawing/2014/main" id="{682EB665-0F36-FB4C-81DE-49FAD39FD5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B8208-C8B5-3B42-8E88-08388E500D79}" type="slidenum">
              <a:rPr lang="en-US" altLang="zh-CN" sz="1200">
                <a:latin typeface="Arial" panose="020B0604020202020204" pitchFamily="34" charset="0"/>
              </a:rPr>
              <a:pPr/>
              <a:t>154</a:t>
            </a:fld>
            <a:endParaRPr lang="en-US" altLang="zh-CN" sz="1200">
              <a:latin typeface="Arial" panose="020B0604020202020204" pitchFamily="34" charset="0"/>
            </a:endParaRPr>
          </a:p>
        </p:txBody>
      </p:sp>
      <p:sp>
        <p:nvSpPr>
          <p:cNvPr id="336898" name="Rectangle 2">
            <a:extLst>
              <a:ext uri="{FF2B5EF4-FFF2-40B4-BE49-F238E27FC236}">
                <a16:creationId xmlns:a16="http://schemas.microsoft.com/office/drawing/2014/main" id="{58BF30BF-5761-964B-B175-FBB6858CFB27}"/>
              </a:ext>
            </a:extLst>
          </p:cNvPr>
          <p:cNvSpPr>
            <a:spLocks noGrp="1" noRot="1" noChangeAspect="1" noChangeArrowheads="1" noTextEdit="1"/>
          </p:cNvSpPr>
          <p:nvPr>
            <p:ph type="sldImg"/>
          </p:nvPr>
        </p:nvSpPr>
        <p:spPr>
          <a:ln/>
        </p:spPr>
      </p:sp>
      <p:sp>
        <p:nvSpPr>
          <p:cNvPr id="336899" name="Rectangle 3">
            <a:extLst>
              <a:ext uri="{FF2B5EF4-FFF2-40B4-BE49-F238E27FC236}">
                <a16:creationId xmlns:a16="http://schemas.microsoft.com/office/drawing/2014/main" id="{86A43CCC-D091-E044-B384-A10F5C46BFB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431729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5" name="Rectangle 7">
            <a:extLst>
              <a:ext uri="{FF2B5EF4-FFF2-40B4-BE49-F238E27FC236}">
                <a16:creationId xmlns:a16="http://schemas.microsoft.com/office/drawing/2014/main" id="{5AF4DA2F-0E4B-6048-BB54-B1C4B0A902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75105B-C4E5-3B49-A4B0-8803C271CCE0}" type="slidenum">
              <a:rPr lang="en-US" altLang="zh-CN" sz="1200">
                <a:latin typeface="Arial" panose="020B0604020202020204" pitchFamily="34" charset="0"/>
              </a:rPr>
              <a:pPr/>
              <a:t>155</a:t>
            </a:fld>
            <a:endParaRPr lang="en-US" altLang="zh-CN" sz="1200">
              <a:latin typeface="Arial" panose="020B0604020202020204" pitchFamily="34" charset="0"/>
            </a:endParaRPr>
          </a:p>
        </p:txBody>
      </p:sp>
      <p:sp>
        <p:nvSpPr>
          <p:cNvPr id="338946" name="Rectangle 2">
            <a:extLst>
              <a:ext uri="{FF2B5EF4-FFF2-40B4-BE49-F238E27FC236}">
                <a16:creationId xmlns:a16="http://schemas.microsoft.com/office/drawing/2014/main" id="{BB6DEDCC-5851-B24E-B889-B7B74C06DCF2}"/>
              </a:ext>
            </a:extLst>
          </p:cNvPr>
          <p:cNvSpPr>
            <a:spLocks noGrp="1" noRot="1" noChangeAspect="1" noChangeArrowheads="1" noTextEdit="1"/>
          </p:cNvSpPr>
          <p:nvPr>
            <p:ph type="sldImg"/>
          </p:nvPr>
        </p:nvSpPr>
        <p:spPr>
          <a:ln/>
        </p:spPr>
      </p:sp>
      <p:sp>
        <p:nvSpPr>
          <p:cNvPr id="338947" name="Rectangle 3">
            <a:extLst>
              <a:ext uri="{FF2B5EF4-FFF2-40B4-BE49-F238E27FC236}">
                <a16:creationId xmlns:a16="http://schemas.microsoft.com/office/drawing/2014/main" id="{73DC0CF3-A36E-7A47-9099-DC111885DD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90331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7">
            <a:extLst>
              <a:ext uri="{FF2B5EF4-FFF2-40B4-BE49-F238E27FC236}">
                <a16:creationId xmlns:a16="http://schemas.microsoft.com/office/drawing/2014/main" id="{ADF5AD72-D63C-1741-BEF6-2CB6D2FA0AF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8902C91-8B69-7447-8024-E72ED7A92F9C}" type="slidenum">
              <a:rPr lang="en-US" altLang="zh-CN" sz="1200">
                <a:latin typeface="Arial" panose="020B0604020202020204" pitchFamily="34" charset="0"/>
              </a:rPr>
              <a:pPr/>
              <a:t>156</a:t>
            </a:fld>
            <a:endParaRPr lang="en-US" altLang="zh-CN" sz="1200">
              <a:latin typeface="Arial" panose="020B0604020202020204" pitchFamily="34" charset="0"/>
            </a:endParaRPr>
          </a:p>
        </p:txBody>
      </p:sp>
      <p:sp>
        <p:nvSpPr>
          <p:cNvPr id="340994" name="Rectangle 2">
            <a:extLst>
              <a:ext uri="{FF2B5EF4-FFF2-40B4-BE49-F238E27FC236}">
                <a16:creationId xmlns:a16="http://schemas.microsoft.com/office/drawing/2014/main" id="{FA081CAC-D25E-C74C-AD50-414BCF954792}"/>
              </a:ext>
            </a:extLst>
          </p:cNvPr>
          <p:cNvSpPr>
            <a:spLocks noGrp="1" noRot="1" noChangeAspect="1" noChangeArrowheads="1" noTextEdit="1"/>
          </p:cNvSpPr>
          <p:nvPr>
            <p:ph type="sldImg"/>
          </p:nvPr>
        </p:nvSpPr>
        <p:spPr>
          <a:ln/>
        </p:spPr>
      </p:sp>
      <p:sp>
        <p:nvSpPr>
          <p:cNvPr id="340995" name="Rectangle 3">
            <a:extLst>
              <a:ext uri="{FF2B5EF4-FFF2-40B4-BE49-F238E27FC236}">
                <a16:creationId xmlns:a16="http://schemas.microsoft.com/office/drawing/2014/main" id="{3826EC2E-6FBD-E54D-B41E-072CCC5A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8360043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1" name="Rectangle 7">
            <a:extLst>
              <a:ext uri="{FF2B5EF4-FFF2-40B4-BE49-F238E27FC236}">
                <a16:creationId xmlns:a16="http://schemas.microsoft.com/office/drawing/2014/main" id="{591635E8-34EB-244A-B63F-56F0AEBB71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411DA2-2DA1-E44B-B336-32E80BCCFBDE}" type="slidenum">
              <a:rPr lang="en-US" altLang="zh-CN" sz="1200">
                <a:latin typeface="Arial" panose="020B0604020202020204" pitchFamily="34" charset="0"/>
              </a:rPr>
              <a:pPr/>
              <a:t>157</a:t>
            </a:fld>
            <a:endParaRPr lang="en-US" altLang="zh-CN" sz="1200">
              <a:latin typeface="Arial" panose="020B0604020202020204" pitchFamily="34" charset="0"/>
            </a:endParaRPr>
          </a:p>
        </p:txBody>
      </p:sp>
      <p:sp>
        <p:nvSpPr>
          <p:cNvPr id="343042" name="Rectangle 2">
            <a:extLst>
              <a:ext uri="{FF2B5EF4-FFF2-40B4-BE49-F238E27FC236}">
                <a16:creationId xmlns:a16="http://schemas.microsoft.com/office/drawing/2014/main" id="{3AF2B7AD-9980-724C-9C18-94865B49BA67}"/>
              </a:ext>
            </a:extLst>
          </p:cNvPr>
          <p:cNvSpPr>
            <a:spLocks noGrp="1" noRot="1" noChangeAspect="1" noChangeArrowheads="1" noTextEdit="1"/>
          </p:cNvSpPr>
          <p:nvPr>
            <p:ph type="sldImg"/>
          </p:nvPr>
        </p:nvSpPr>
        <p:spPr>
          <a:ln/>
        </p:spPr>
      </p:sp>
      <p:sp>
        <p:nvSpPr>
          <p:cNvPr id="343043" name="Rectangle 3">
            <a:extLst>
              <a:ext uri="{FF2B5EF4-FFF2-40B4-BE49-F238E27FC236}">
                <a16:creationId xmlns:a16="http://schemas.microsoft.com/office/drawing/2014/main" id="{DBE34C19-957F-C944-AD55-7A36FDA7C9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195066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Rectangle 7">
            <a:extLst>
              <a:ext uri="{FF2B5EF4-FFF2-40B4-BE49-F238E27FC236}">
                <a16:creationId xmlns:a16="http://schemas.microsoft.com/office/drawing/2014/main" id="{2604B91F-F097-0548-9E90-571A5B3FF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86E1F33-6BAE-B949-BA53-56FE60FE8A01}" type="slidenum">
              <a:rPr lang="en-US" altLang="zh-CN" sz="1200">
                <a:latin typeface="Arial" panose="020B0604020202020204" pitchFamily="34" charset="0"/>
              </a:rPr>
              <a:pPr/>
              <a:t>158</a:t>
            </a:fld>
            <a:endParaRPr lang="en-US" altLang="zh-CN" sz="1200">
              <a:latin typeface="Arial" panose="020B0604020202020204" pitchFamily="34" charset="0"/>
            </a:endParaRPr>
          </a:p>
        </p:txBody>
      </p:sp>
      <p:sp>
        <p:nvSpPr>
          <p:cNvPr id="345090" name="Rectangle 2">
            <a:extLst>
              <a:ext uri="{FF2B5EF4-FFF2-40B4-BE49-F238E27FC236}">
                <a16:creationId xmlns:a16="http://schemas.microsoft.com/office/drawing/2014/main" id="{D395FE13-C71F-5540-AC24-029ED7BAD259}"/>
              </a:ext>
            </a:extLst>
          </p:cNvPr>
          <p:cNvSpPr>
            <a:spLocks noGrp="1" noRot="1" noChangeAspect="1" noChangeArrowheads="1" noTextEdit="1"/>
          </p:cNvSpPr>
          <p:nvPr>
            <p:ph type="sldImg"/>
          </p:nvPr>
        </p:nvSpPr>
        <p:spPr>
          <a:ln/>
        </p:spPr>
      </p:sp>
      <p:sp>
        <p:nvSpPr>
          <p:cNvPr id="345091" name="Rectangle 3">
            <a:extLst>
              <a:ext uri="{FF2B5EF4-FFF2-40B4-BE49-F238E27FC236}">
                <a16:creationId xmlns:a16="http://schemas.microsoft.com/office/drawing/2014/main" id="{2CAD31C5-1591-A248-988B-FEA3E039FA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270066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7" name="Rectangle 7">
            <a:extLst>
              <a:ext uri="{FF2B5EF4-FFF2-40B4-BE49-F238E27FC236}">
                <a16:creationId xmlns:a16="http://schemas.microsoft.com/office/drawing/2014/main" id="{CC125636-03BB-CE42-BA8C-C882D738BAE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903D91-4130-D045-A1C9-A9E44AF67718}" type="slidenum">
              <a:rPr lang="en-US" altLang="zh-CN" sz="1200">
                <a:latin typeface="Arial" panose="020B0604020202020204" pitchFamily="34" charset="0"/>
              </a:rPr>
              <a:pPr/>
              <a:t>159</a:t>
            </a:fld>
            <a:endParaRPr lang="en-US" altLang="zh-CN" sz="1200">
              <a:latin typeface="Arial" panose="020B0604020202020204" pitchFamily="34" charset="0"/>
            </a:endParaRPr>
          </a:p>
        </p:txBody>
      </p:sp>
      <p:sp>
        <p:nvSpPr>
          <p:cNvPr id="347138" name="Rectangle 2">
            <a:extLst>
              <a:ext uri="{FF2B5EF4-FFF2-40B4-BE49-F238E27FC236}">
                <a16:creationId xmlns:a16="http://schemas.microsoft.com/office/drawing/2014/main" id="{CFC71CB9-04DF-4746-8621-33A18D0D4FFA}"/>
              </a:ext>
            </a:extLst>
          </p:cNvPr>
          <p:cNvSpPr>
            <a:spLocks noGrp="1" noRot="1" noChangeAspect="1" noChangeArrowheads="1" noTextEdit="1"/>
          </p:cNvSpPr>
          <p:nvPr>
            <p:ph type="sldImg"/>
          </p:nvPr>
        </p:nvSpPr>
        <p:spPr>
          <a:ln/>
        </p:spPr>
      </p:sp>
      <p:sp>
        <p:nvSpPr>
          <p:cNvPr id="347139" name="Rectangle 3">
            <a:extLst>
              <a:ext uri="{FF2B5EF4-FFF2-40B4-BE49-F238E27FC236}">
                <a16:creationId xmlns:a16="http://schemas.microsoft.com/office/drawing/2014/main" id="{CA1280A6-9A5D-A14B-BC7C-496E7BE61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0221531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5" name="Rectangle 7">
            <a:extLst>
              <a:ext uri="{FF2B5EF4-FFF2-40B4-BE49-F238E27FC236}">
                <a16:creationId xmlns:a16="http://schemas.microsoft.com/office/drawing/2014/main" id="{F70F513E-4969-8F49-BA5D-ECD33E0314A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374EBAE-5F5C-5842-AC5D-6CC095BFD633}" type="slidenum">
              <a:rPr lang="en-US" altLang="zh-CN" sz="1200">
                <a:latin typeface="Arial" panose="020B0604020202020204" pitchFamily="34" charset="0"/>
              </a:rPr>
              <a:pPr/>
              <a:t>160</a:t>
            </a:fld>
            <a:endParaRPr lang="en-US" altLang="zh-CN" sz="1200">
              <a:latin typeface="Arial" panose="020B0604020202020204" pitchFamily="34" charset="0"/>
            </a:endParaRPr>
          </a:p>
        </p:txBody>
      </p:sp>
      <p:sp>
        <p:nvSpPr>
          <p:cNvPr id="349186" name="Rectangle 2">
            <a:extLst>
              <a:ext uri="{FF2B5EF4-FFF2-40B4-BE49-F238E27FC236}">
                <a16:creationId xmlns:a16="http://schemas.microsoft.com/office/drawing/2014/main" id="{59D12B9D-F2B8-C244-8902-B3F95010F55E}"/>
              </a:ext>
            </a:extLst>
          </p:cNvPr>
          <p:cNvSpPr>
            <a:spLocks noGrp="1" noRot="1" noChangeAspect="1" noChangeArrowheads="1" noTextEdit="1"/>
          </p:cNvSpPr>
          <p:nvPr>
            <p:ph type="sldImg"/>
          </p:nvPr>
        </p:nvSpPr>
        <p:spPr>
          <a:ln/>
        </p:spPr>
      </p:sp>
      <p:sp>
        <p:nvSpPr>
          <p:cNvPr id="349187" name="Rectangle 3">
            <a:extLst>
              <a:ext uri="{FF2B5EF4-FFF2-40B4-BE49-F238E27FC236}">
                <a16:creationId xmlns:a16="http://schemas.microsoft.com/office/drawing/2014/main" id="{2EE6D33E-5FED-C741-9696-6364EC62B2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1971861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3" name="幻灯片图像占位符 1">
            <a:extLst>
              <a:ext uri="{FF2B5EF4-FFF2-40B4-BE49-F238E27FC236}">
                <a16:creationId xmlns:a16="http://schemas.microsoft.com/office/drawing/2014/main" id="{4B4ABEB6-43D9-C84A-8BF1-1C40FE5E9DD7}"/>
              </a:ext>
            </a:extLst>
          </p:cNvPr>
          <p:cNvSpPr>
            <a:spLocks noGrp="1" noRot="1" noChangeAspect="1" noChangeArrowheads="1" noTextEdit="1"/>
          </p:cNvSpPr>
          <p:nvPr>
            <p:ph type="sldImg"/>
          </p:nvPr>
        </p:nvSpPr>
        <p:spPr>
          <a:xfrm>
            <a:off x="139700" y="768350"/>
            <a:ext cx="6819900" cy="3836988"/>
          </a:xfrm>
          <a:ln/>
        </p:spPr>
      </p:sp>
      <p:sp>
        <p:nvSpPr>
          <p:cNvPr id="351234" name="备注占位符 2">
            <a:extLst>
              <a:ext uri="{FF2B5EF4-FFF2-40B4-BE49-F238E27FC236}">
                <a16:creationId xmlns:a16="http://schemas.microsoft.com/office/drawing/2014/main" id="{E11217F4-AF9A-BF43-B7F3-BE44FE1F4D7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dirty="0">
                <a:latin typeface="Arial" panose="020B0604020202020204" pitchFamily="34" charset="0"/>
                <a:ea typeface="宋体" panose="02010600030101010101" pitchFamily="2" charset="-122"/>
              </a:rPr>
              <a:t>这种更新过程如图所示。（</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）部分表示一个子网。（</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）部分的前</a:t>
            </a:r>
            <a:r>
              <a:rPr lang="en-US" altLang="zh-CN" dirty="0">
                <a:latin typeface="Arial" panose="020B0604020202020204" pitchFamily="34" charset="0"/>
                <a:ea typeface="宋体" panose="02010600030101010101" pitchFamily="2" charset="-122"/>
              </a:rPr>
              <a:t>4</a:t>
            </a:r>
            <a:r>
              <a:rPr lang="zh-CN" altLang="en-US" dirty="0">
                <a:latin typeface="Arial" panose="020B0604020202020204" pitchFamily="34" charset="0"/>
                <a:ea typeface="宋体" panose="02010600030101010101" pitchFamily="2" charset="-122"/>
              </a:rPr>
              <a:t>列表示路由器</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从相邻节点收到的时间延迟矢量。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认为到</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C</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25ms</a:t>
            </a:r>
            <a:r>
              <a:rPr lang="zh-CN" altLang="en-US" dirty="0">
                <a:latin typeface="Arial" panose="020B0604020202020204" pitchFamily="34" charset="0"/>
                <a:ea typeface="宋体" panose="02010600030101010101" pitchFamily="2" charset="-122"/>
              </a:rPr>
              <a:t>， 到</a:t>
            </a:r>
            <a:r>
              <a:rPr lang="en-US" altLang="zh-CN" dirty="0">
                <a:latin typeface="Arial" panose="020B0604020202020204" pitchFamily="34" charset="0"/>
                <a:ea typeface="宋体" panose="02010600030101010101" pitchFamily="2" charset="-122"/>
              </a:rPr>
              <a:t>D</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40ms</a:t>
            </a:r>
            <a:r>
              <a:rPr lang="zh-CN" altLang="en-US" dirty="0">
                <a:latin typeface="Arial" panose="020B0604020202020204" pitchFamily="34" charset="0"/>
                <a:ea typeface="宋体" panose="02010600030101010101" pitchFamily="2" charset="-122"/>
              </a:rPr>
              <a:t>等。假定</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巳测量或预计它到相邻节点</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的延迟分别为</a:t>
            </a:r>
            <a:r>
              <a:rPr lang="en-US" altLang="zh-CN" dirty="0">
                <a:latin typeface="Arial" panose="020B0604020202020204" pitchFamily="34" charset="0"/>
                <a:ea typeface="宋体" panose="02010600030101010101" pitchFamily="2" charset="-122"/>
              </a:rPr>
              <a:t>8ms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10ms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6ms</a:t>
            </a:r>
            <a:r>
              <a:rPr lang="zh-CN" altLang="en-US" dirty="0">
                <a:latin typeface="Arial" panose="020B0604020202020204" pitchFamily="34" charset="0"/>
                <a:ea typeface="宋体" panose="02010600030101010101" pitchFamily="2" charset="-122"/>
              </a:rPr>
              <a:t>。</a:t>
            </a:r>
            <a:br>
              <a:rPr lang="zh-CN" altLang="en-US" dirty="0">
                <a:latin typeface="Arial" panose="020B0604020202020204" pitchFamily="34" charset="0"/>
                <a:ea typeface="宋体" panose="02010600030101010101" pitchFamily="2" charset="-122"/>
              </a:rPr>
            </a:br>
            <a:r>
              <a:rPr lang="zh-CN" altLang="en-US" dirty="0">
                <a:latin typeface="Arial" panose="020B0604020202020204" pitchFamily="34" charset="0"/>
                <a:ea typeface="宋体" panose="02010600030101010101" pitchFamily="2" charset="-122"/>
              </a:rPr>
              <a:t>考察一下怎样计算到路由器</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的新路由。它知道如果经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转发分组到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的话，需要</a:t>
            </a:r>
            <a:r>
              <a:rPr lang="en-US" altLang="zh-CN" dirty="0">
                <a:latin typeface="Arial" panose="020B0604020202020204" pitchFamily="34" charset="0"/>
                <a:ea typeface="宋体" panose="02010600030101010101" pitchFamily="2" charset="-122"/>
              </a:rPr>
              <a:t>26ms</a:t>
            </a:r>
            <a:r>
              <a:rPr lang="zh-CN" altLang="en-US" dirty="0">
                <a:latin typeface="Arial" panose="020B0604020202020204" pitchFamily="34" charset="0"/>
                <a:ea typeface="宋体" panose="02010600030101010101" pitchFamily="2" charset="-122"/>
              </a:rPr>
              <a:t>。类似地，它能计算出经</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 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分别各需</a:t>
            </a:r>
            <a:r>
              <a:rPr lang="en-US" altLang="zh-CN" dirty="0">
                <a:latin typeface="Arial" panose="020B0604020202020204" pitchFamily="34" charset="0"/>
                <a:ea typeface="宋体" panose="02010600030101010101" pitchFamily="2" charset="-122"/>
              </a:rPr>
              <a:t>41</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31+10</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6+2</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37</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31+6</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。这些值中最好的是</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，因此，它就在路由选择表中填上到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18ms</a:t>
            </a:r>
            <a:r>
              <a:rPr lang="zh-CN" altLang="en-US" dirty="0">
                <a:latin typeface="Arial" panose="020B0604020202020204" pitchFamily="34" charset="0"/>
                <a:ea typeface="宋体" panose="02010600030101010101" pitchFamily="2" charset="-122"/>
              </a:rPr>
              <a:t>， 所用的路由经由</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。对所有其他目的地作相同的计算， 得到的路由选择表如图中最后一列所示。</a:t>
            </a:r>
            <a:br>
              <a:rPr lang="zh-CN" altLang="en-US" dirty="0">
                <a:latin typeface="Arial" panose="020B0604020202020204" pitchFamily="34" charset="0"/>
                <a:ea typeface="宋体" panose="02010600030101010101" pitchFamily="2" charset="-122"/>
              </a:rPr>
            </a:br>
            <a:endParaRPr lang="zh-CN" altLang="en-US" dirty="0">
              <a:latin typeface="Arial" panose="020B0604020202020204" pitchFamily="34" charset="0"/>
              <a:ea typeface="宋体" panose="02010600030101010101" pitchFamily="2" charset="-122"/>
            </a:endParaRPr>
          </a:p>
        </p:txBody>
      </p:sp>
      <p:sp>
        <p:nvSpPr>
          <p:cNvPr id="351235" name="幻灯片编号占位符 3">
            <a:extLst>
              <a:ext uri="{FF2B5EF4-FFF2-40B4-BE49-F238E27FC236}">
                <a16:creationId xmlns:a16="http://schemas.microsoft.com/office/drawing/2014/main" id="{7FFE2FB2-F83D-DB4C-AF0D-C35E056E747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EFD7D-D95D-EB43-8CD4-F29FDE9D3B05}" type="slidenum">
              <a:rPr lang="en-US" altLang="zh-CN" sz="1200">
                <a:latin typeface="Arial" panose="020B0604020202020204" pitchFamily="34" charset="0"/>
              </a:rPr>
              <a:pPr/>
              <a:t>161</a:t>
            </a:fld>
            <a:endParaRPr lang="en-US" altLang="zh-CN" sz="1200">
              <a:latin typeface="Arial" panose="020B0604020202020204" pitchFamily="34" charset="0"/>
            </a:endParaRPr>
          </a:p>
        </p:txBody>
      </p:sp>
    </p:spTree>
    <p:extLst>
      <p:ext uri="{BB962C8B-B14F-4D97-AF65-F5344CB8AC3E}">
        <p14:creationId xmlns:p14="http://schemas.microsoft.com/office/powerpoint/2010/main" val="369033615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1" name="Rectangle 7">
            <a:extLst>
              <a:ext uri="{FF2B5EF4-FFF2-40B4-BE49-F238E27FC236}">
                <a16:creationId xmlns:a16="http://schemas.microsoft.com/office/drawing/2014/main" id="{677EE67A-05F9-2345-97A7-8DC607BD4C4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2C7C7D-385A-6240-9466-163D449B4CB5}" type="slidenum">
              <a:rPr lang="en-US" altLang="zh-CN" sz="1200">
                <a:latin typeface="Arial" panose="020B0604020202020204" pitchFamily="34" charset="0"/>
              </a:rPr>
              <a:pPr/>
              <a:t>162</a:t>
            </a:fld>
            <a:endParaRPr lang="en-US" altLang="zh-CN" sz="1200">
              <a:latin typeface="Arial" panose="020B0604020202020204" pitchFamily="34" charset="0"/>
            </a:endParaRPr>
          </a:p>
        </p:txBody>
      </p:sp>
      <p:sp>
        <p:nvSpPr>
          <p:cNvPr id="353282" name="Rectangle 2">
            <a:extLst>
              <a:ext uri="{FF2B5EF4-FFF2-40B4-BE49-F238E27FC236}">
                <a16:creationId xmlns:a16="http://schemas.microsoft.com/office/drawing/2014/main" id="{7F1EC4E3-102E-AD4B-B0E1-0E53FE339994}"/>
              </a:ext>
            </a:extLst>
          </p:cNvPr>
          <p:cNvSpPr>
            <a:spLocks noGrp="1" noRot="1" noChangeAspect="1" noChangeArrowheads="1" noTextEdit="1"/>
          </p:cNvSpPr>
          <p:nvPr>
            <p:ph type="sldImg"/>
          </p:nvPr>
        </p:nvSpPr>
        <p:spPr>
          <a:ln/>
        </p:spPr>
      </p:sp>
      <p:sp>
        <p:nvSpPr>
          <p:cNvPr id="353283" name="Rectangle 3">
            <a:extLst>
              <a:ext uri="{FF2B5EF4-FFF2-40B4-BE49-F238E27FC236}">
                <a16:creationId xmlns:a16="http://schemas.microsoft.com/office/drawing/2014/main" id="{D57D51D5-08D3-0044-BD3F-37E7D0B2F98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5484862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29" name="Rectangle 7">
            <a:extLst>
              <a:ext uri="{FF2B5EF4-FFF2-40B4-BE49-F238E27FC236}">
                <a16:creationId xmlns:a16="http://schemas.microsoft.com/office/drawing/2014/main" id="{B0F43A2A-0A4B-0B42-88BA-11B031BB4A8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D965B04-7867-914D-A22C-5B2E5177B002}" type="slidenum">
              <a:rPr lang="en-US" altLang="zh-CN" sz="1200">
                <a:latin typeface="Arial" panose="020B0604020202020204" pitchFamily="34" charset="0"/>
              </a:rPr>
              <a:pPr/>
              <a:t>163</a:t>
            </a:fld>
            <a:endParaRPr lang="en-US" altLang="zh-CN" sz="1200">
              <a:latin typeface="Arial" panose="020B0604020202020204" pitchFamily="34" charset="0"/>
            </a:endParaRPr>
          </a:p>
        </p:txBody>
      </p:sp>
      <p:sp>
        <p:nvSpPr>
          <p:cNvPr id="355330" name="Rectangle 2">
            <a:extLst>
              <a:ext uri="{FF2B5EF4-FFF2-40B4-BE49-F238E27FC236}">
                <a16:creationId xmlns:a16="http://schemas.microsoft.com/office/drawing/2014/main" id="{5EFA3145-F00E-E048-B46B-F3E51BFFE99A}"/>
              </a:ext>
            </a:extLst>
          </p:cNvPr>
          <p:cNvSpPr>
            <a:spLocks noGrp="1" noRot="1" noChangeAspect="1" noChangeArrowheads="1" noTextEdit="1"/>
          </p:cNvSpPr>
          <p:nvPr>
            <p:ph type="sldImg"/>
          </p:nvPr>
        </p:nvSpPr>
        <p:spPr>
          <a:ln/>
        </p:spPr>
      </p:sp>
      <p:sp>
        <p:nvSpPr>
          <p:cNvPr id="355331" name="Rectangle 3">
            <a:extLst>
              <a:ext uri="{FF2B5EF4-FFF2-40B4-BE49-F238E27FC236}">
                <a16:creationId xmlns:a16="http://schemas.microsoft.com/office/drawing/2014/main" id="{858C6527-0AF1-3643-B8E2-F762932FB1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4551494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7" name="Rectangle 7">
            <a:extLst>
              <a:ext uri="{FF2B5EF4-FFF2-40B4-BE49-F238E27FC236}">
                <a16:creationId xmlns:a16="http://schemas.microsoft.com/office/drawing/2014/main" id="{5C17D213-193E-2E41-B917-E6BF04C60E6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6C40CB-347F-734C-8287-43239082A20E}" type="slidenum">
              <a:rPr lang="en-US" altLang="zh-CN" sz="1200">
                <a:latin typeface="Arial" panose="020B0604020202020204" pitchFamily="34" charset="0"/>
              </a:rPr>
              <a:pPr/>
              <a:t>164</a:t>
            </a:fld>
            <a:endParaRPr lang="en-US" altLang="zh-CN" sz="1200">
              <a:latin typeface="Arial" panose="020B0604020202020204" pitchFamily="34" charset="0"/>
            </a:endParaRPr>
          </a:p>
        </p:txBody>
      </p:sp>
      <p:sp>
        <p:nvSpPr>
          <p:cNvPr id="357378" name="Rectangle 2">
            <a:extLst>
              <a:ext uri="{FF2B5EF4-FFF2-40B4-BE49-F238E27FC236}">
                <a16:creationId xmlns:a16="http://schemas.microsoft.com/office/drawing/2014/main" id="{43284D53-0D40-DA4E-B47F-65C9041A37E1}"/>
              </a:ext>
            </a:extLst>
          </p:cNvPr>
          <p:cNvSpPr>
            <a:spLocks noGrp="1" noRot="1" noChangeAspect="1" noChangeArrowheads="1" noTextEdit="1"/>
          </p:cNvSpPr>
          <p:nvPr>
            <p:ph type="sldImg"/>
          </p:nvPr>
        </p:nvSpPr>
        <p:spPr>
          <a:ln/>
        </p:spPr>
      </p:sp>
      <p:sp>
        <p:nvSpPr>
          <p:cNvPr id="357379" name="Rectangle 3">
            <a:extLst>
              <a:ext uri="{FF2B5EF4-FFF2-40B4-BE49-F238E27FC236}">
                <a16:creationId xmlns:a16="http://schemas.microsoft.com/office/drawing/2014/main" id="{81C9DAC5-6988-DD48-BE73-56F28F58E9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9844425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7" name="幻灯片图像占位符 1">
            <a:extLst>
              <a:ext uri="{FF2B5EF4-FFF2-40B4-BE49-F238E27FC236}">
                <a16:creationId xmlns:a16="http://schemas.microsoft.com/office/drawing/2014/main" id="{E612A327-B09A-B745-AB13-0160A7E99922}"/>
              </a:ext>
            </a:extLst>
          </p:cNvPr>
          <p:cNvSpPr>
            <a:spLocks noGrp="1" noRot="1" noChangeAspect="1" noChangeArrowheads="1" noTextEdit="1"/>
          </p:cNvSpPr>
          <p:nvPr>
            <p:ph type="sldImg"/>
          </p:nvPr>
        </p:nvSpPr>
        <p:spPr>
          <a:xfrm>
            <a:off x="139700" y="768350"/>
            <a:ext cx="6819900" cy="3836988"/>
          </a:xfrm>
          <a:ln/>
        </p:spPr>
      </p:sp>
      <p:sp>
        <p:nvSpPr>
          <p:cNvPr id="372738" name="备注占位符 2">
            <a:extLst>
              <a:ext uri="{FF2B5EF4-FFF2-40B4-BE49-F238E27FC236}">
                <a16:creationId xmlns:a16="http://schemas.microsoft.com/office/drawing/2014/main" id="{765B9229-4AD1-3A47-982E-4F5B55F2DF6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理论上已提出多种解决无穷计算问题的完美办法。但这些办法一个比一个复杂，一个比一个更不实用。这里，我们将只介绍其中的一种方法，并谈一谈其失败之处。 现在，让我们看看</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下网后的情况。在第一次交换时，</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发现直达路径已没有了，而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也报告说到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的距离为无穷大，因为两个邻居都到不了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便将它到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的距离也设为无穷大。第二次交换时，</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发现从它的两个邻居节点都不能到达</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，它也将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标为不可到达。使用水平分裂法，坏消息以每交换一次一个节点的速度传播，这比不用水平分裂方法要好得多。</a:t>
            </a:r>
          </a:p>
        </p:txBody>
      </p:sp>
      <p:sp>
        <p:nvSpPr>
          <p:cNvPr id="372739" name="幻灯片编号占位符 3">
            <a:extLst>
              <a:ext uri="{FF2B5EF4-FFF2-40B4-BE49-F238E27FC236}">
                <a16:creationId xmlns:a16="http://schemas.microsoft.com/office/drawing/2014/main" id="{0BA97C49-823C-5F40-A507-C531E3C7EF4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CBF9099-8FEC-0248-B42D-37F61D871318}" type="slidenum">
              <a:rPr lang="en-US" altLang="zh-CN" sz="1200">
                <a:latin typeface="Arial" panose="020B0604020202020204" pitchFamily="34" charset="0"/>
              </a:rPr>
              <a:pPr/>
              <a:t>166</a:t>
            </a:fld>
            <a:endParaRPr lang="en-US" altLang="zh-CN" sz="1200">
              <a:latin typeface="Arial" panose="020B0604020202020204" pitchFamily="34" charset="0"/>
            </a:endParaRPr>
          </a:p>
        </p:txBody>
      </p:sp>
    </p:spTree>
    <p:extLst>
      <p:ext uri="{BB962C8B-B14F-4D97-AF65-F5344CB8AC3E}">
        <p14:creationId xmlns:p14="http://schemas.microsoft.com/office/powerpoint/2010/main" val="394183611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5" name="Rectangle 7">
            <a:extLst>
              <a:ext uri="{FF2B5EF4-FFF2-40B4-BE49-F238E27FC236}">
                <a16:creationId xmlns:a16="http://schemas.microsoft.com/office/drawing/2014/main" id="{9B4954FF-CAAA-E945-B65E-A77856916AD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443B76-7518-C344-BFFD-4DB9A34E62AF}" type="slidenum">
              <a:rPr lang="en-US" altLang="zh-CN" sz="1200">
                <a:latin typeface="Arial" panose="020B0604020202020204" pitchFamily="34" charset="0"/>
              </a:rPr>
              <a:pPr/>
              <a:t>167</a:t>
            </a:fld>
            <a:endParaRPr lang="en-US" altLang="zh-CN" sz="1200">
              <a:latin typeface="Arial" panose="020B0604020202020204" pitchFamily="34" charset="0"/>
            </a:endParaRPr>
          </a:p>
        </p:txBody>
      </p:sp>
      <p:sp>
        <p:nvSpPr>
          <p:cNvPr id="374786" name="Rectangle 2">
            <a:extLst>
              <a:ext uri="{FF2B5EF4-FFF2-40B4-BE49-F238E27FC236}">
                <a16:creationId xmlns:a16="http://schemas.microsoft.com/office/drawing/2014/main" id="{97D95BDE-DC92-3642-8917-A2763C4D47DA}"/>
              </a:ext>
            </a:extLst>
          </p:cNvPr>
          <p:cNvSpPr>
            <a:spLocks noGrp="1" noRot="1" noChangeAspect="1" noChangeArrowheads="1" noTextEdit="1"/>
          </p:cNvSpPr>
          <p:nvPr>
            <p:ph type="sldImg"/>
          </p:nvPr>
        </p:nvSpPr>
        <p:spPr>
          <a:ln/>
        </p:spPr>
      </p:sp>
      <p:sp>
        <p:nvSpPr>
          <p:cNvPr id="374787" name="Rectangle 3">
            <a:extLst>
              <a:ext uri="{FF2B5EF4-FFF2-40B4-BE49-F238E27FC236}">
                <a16:creationId xmlns:a16="http://schemas.microsoft.com/office/drawing/2014/main" id="{0E057ED1-5630-4D41-8647-31FCE97760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0194114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3" name="Rectangle 7">
            <a:extLst>
              <a:ext uri="{FF2B5EF4-FFF2-40B4-BE49-F238E27FC236}">
                <a16:creationId xmlns:a16="http://schemas.microsoft.com/office/drawing/2014/main" id="{29B4F3BE-A69B-E14A-A981-B9E00AE14A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F08FC2-B578-B447-B20C-EAB1803B776C}" type="slidenum">
              <a:rPr lang="en-US" altLang="zh-CN" sz="1200">
                <a:latin typeface="Arial" panose="020B0604020202020204" pitchFamily="34" charset="0"/>
              </a:rPr>
              <a:pPr/>
              <a:t>168</a:t>
            </a:fld>
            <a:endParaRPr lang="en-US" altLang="zh-CN" sz="1200">
              <a:latin typeface="Arial" panose="020B0604020202020204" pitchFamily="34" charset="0"/>
            </a:endParaRPr>
          </a:p>
        </p:txBody>
      </p:sp>
      <p:sp>
        <p:nvSpPr>
          <p:cNvPr id="376834" name="Rectangle 2">
            <a:extLst>
              <a:ext uri="{FF2B5EF4-FFF2-40B4-BE49-F238E27FC236}">
                <a16:creationId xmlns:a16="http://schemas.microsoft.com/office/drawing/2014/main" id="{0053D51C-479F-A64C-B234-00F55B0C1B09}"/>
              </a:ext>
            </a:extLst>
          </p:cNvPr>
          <p:cNvSpPr>
            <a:spLocks noGrp="1" noRot="1" noChangeAspect="1" noChangeArrowheads="1" noTextEdit="1"/>
          </p:cNvSpPr>
          <p:nvPr>
            <p:ph type="sldImg"/>
          </p:nvPr>
        </p:nvSpPr>
        <p:spPr>
          <a:ln/>
        </p:spPr>
      </p:sp>
      <p:sp>
        <p:nvSpPr>
          <p:cNvPr id="376835" name="Rectangle 3">
            <a:extLst>
              <a:ext uri="{FF2B5EF4-FFF2-40B4-BE49-F238E27FC236}">
                <a16:creationId xmlns:a16="http://schemas.microsoft.com/office/drawing/2014/main" id="{5ACA1115-AE32-734F-B12C-73780A423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754018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1" name="Rectangle 7">
            <a:extLst>
              <a:ext uri="{FF2B5EF4-FFF2-40B4-BE49-F238E27FC236}">
                <a16:creationId xmlns:a16="http://schemas.microsoft.com/office/drawing/2014/main" id="{A7FD1CA6-74B1-ED47-81F8-83C3B22D01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D53B0D9-2B52-AC42-81FF-3934BA83A3DD}" type="slidenum">
              <a:rPr lang="en-US" altLang="zh-CN" sz="1200">
                <a:latin typeface="Arial" panose="020B0604020202020204" pitchFamily="34" charset="0"/>
              </a:rPr>
              <a:pPr/>
              <a:t>169</a:t>
            </a:fld>
            <a:endParaRPr lang="en-US" altLang="zh-CN" sz="1200">
              <a:latin typeface="Arial" panose="020B0604020202020204" pitchFamily="34" charset="0"/>
            </a:endParaRPr>
          </a:p>
        </p:txBody>
      </p:sp>
      <p:sp>
        <p:nvSpPr>
          <p:cNvPr id="378882" name="Rectangle 2">
            <a:extLst>
              <a:ext uri="{FF2B5EF4-FFF2-40B4-BE49-F238E27FC236}">
                <a16:creationId xmlns:a16="http://schemas.microsoft.com/office/drawing/2014/main" id="{A2EBAF32-6243-1247-8BCD-FA5C10D7E7D2}"/>
              </a:ext>
            </a:extLst>
          </p:cNvPr>
          <p:cNvSpPr>
            <a:spLocks noGrp="1" noRot="1" noChangeAspect="1" noChangeArrowheads="1" noTextEdit="1"/>
          </p:cNvSpPr>
          <p:nvPr>
            <p:ph type="sldImg"/>
          </p:nvPr>
        </p:nvSpPr>
        <p:spPr>
          <a:ln/>
        </p:spPr>
      </p:sp>
      <p:sp>
        <p:nvSpPr>
          <p:cNvPr id="378883" name="Rectangle 3">
            <a:extLst>
              <a:ext uri="{FF2B5EF4-FFF2-40B4-BE49-F238E27FC236}">
                <a16:creationId xmlns:a16="http://schemas.microsoft.com/office/drawing/2014/main" id="{FC425B6A-8DEC-A544-9047-D8A3707D70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1005410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29" name="幻灯片图像占位符 1">
            <a:extLst>
              <a:ext uri="{FF2B5EF4-FFF2-40B4-BE49-F238E27FC236}">
                <a16:creationId xmlns:a16="http://schemas.microsoft.com/office/drawing/2014/main" id="{54B6603D-D754-0D4D-9A98-7B35B10B5442}"/>
              </a:ext>
            </a:extLst>
          </p:cNvPr>
          <p:cNvSpPr>
            <a:spLocks noGrp="1" noRot="1" noChangeAspect="1" noChangeArrowheads="1" noTextEdit="1"/>
          </p:cNvSpPr>
          <p:nvPr>
            <p:ph type="sldImg"/>
          </p:nvPr>
        </p:nvSpPr>
        <p:spPr>
          <a:xfrm>
            <a:off x="139700" y="768350"/>
            <a:ext cx="6819900" cy="3836988"/>
          </a:xfrm>
          <a:ln/>
        </p:spPr>
      </p:sp>
      <p:sp>
        <p:nvSpPr>
          <p:cNvPr id="380930" name="备注占位符 2">
            <a:extLst>
              <a:ext uri="{FF2B5EF4-FFF2-40B4-BE49-F238E27FC236}">
                <a16:creationId xmlns:a16="http://schemas.microsoft.com/office/drawing/2014/main" id="{90DFFC93-AE5E-804C-A4CD-FA98FBBC7A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直到</a:t>
            </a:r>
            <a:r>
              <a:rPr lang="en-US" altLang="zh-CN">
                <a:latin typeface="Arial" panose="020B0604020202020204" pitchFamily="34" charset="0"/>
                <a:ea typeface="宋体" panose="02010600030101010101" pitchFamily="2" charset="-122"/>
              </a:rPr>
              <a:t>1979</a:t>
            </a:r>
            <a:r>
              <a:rPr lang="zh-CN" altLang="en-US">
                <a:latin typeface="Arial" panose="020B0604020202020204" pitchFamily="34" charset="0"/>
                <a:ea typeface="宋体" panose="02010600030101010101" pitchFamily="2" charset="-122"/>
              </a:rPr>
              <a:t>年， </a:t>
            </a:r>
            <a:r>
              <a:rPr lang="en-US" altLang="zh-CN">
                <a:latin typeface="Arial" panose="020B0604020202020204" pitchFamily="34" charset="0"/>
                <a:ea typeface="宋体" panose="02010600030101010101" pitchFamily="2" charset="-122"/>
              </a:rPr>
              <a:t>ARPANET</a:t>
            </a:r>
            <a:r>
              <a:rPr lang="zh-CN" altLang="en-US">
                <a:latin typeface="Arial" panose="020B0604020202020204" pitchFamily="34" charset="0"/>
                <a:ea typeface="宋体" panose="02010600030101010101" pitchFamily="2" charset="-122"/>
              </a:rPr>
              <a:t>都用的是距离矢量路由选择，之后变为由链路状态路由选择所代替。两个主要问题导致了距离矢量路由选择算法的消亡。第一，因为延迟度量是队列长度，在选择路由时，并没有将线路的带宽考虑进去。 开始，所有的线路都是</a:t>
            </a:r>
            <a:r>
              <a:rPr lang="en-US" altLang="zh-CN">
                <a:latin typeface="Arial" panose="020B0604020202020204" pitchFamily="34" charset="0"/>
                <a:ea typeface="宋体" panose="02010600030101010101" pitchFamily="2" charset="-122"/>
              </a:rPr>
              <a:t>56Kb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，因此线路带宽并不是待考虑的因素。但当有些线路升级为</a:t>
            </a:r>
            <a:r>
              <a:rPr lang="en-US" altLang="zh-CN">
                <a:latin typeface="Arial" panose="020B0604020202020204" pitchFamily="34" charset="0"/>
                <a:ea typeface="宋体" panose="02010600030101010101" pitchFamily="2" charset="-122"/>
              </a:rPr>
              <a:t>230Kb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，乃至</a:t>
            </a:r>
            <a:r>
              <a:rPr lang="en-US" altLang="zh-CN">
                <a:latin typeface="Arial" panose="020B0604020202020204" pitchFamily="34" charset="0"/>
                <a:ea typeface="宋体" panose="02010600030101010101" pitchFamily="2" charset="-122"/>
              </a:rPr>
              <a:t>1.544Mb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后，不考虑带宽因素就很成问题了。当然，也可以在延时变量中加入线路带宽因子。但第二个问题依然存在，也就是算法往往耗去过多时间用于记录信息，即使使用了像水平分离这样的技术。因此，它被一种全新的算法，现在叫作链路状态路由选择（</a:t>
            </a:r>
            <a:r>
              <a:rPr lang="en-US" altLang="zh-CN">
                <a:latin typeface="Arial" panose="020B0604020202020204" pitchFamily="34" charset="0"/>
                <a:ea typeface="宋体" panose="02010600030101010101" pitchFamily="2" charset="-122"/>
              </a:rPr>
              <a:t>link state routing</a:t>
            </a:r>
            <a:r>
              <a:rPr lang="zh-CN" altLang="en-US">
                <a:latin typeface="Arial" panose="020B0604020202020204" pitchFamily="34" charset="0"/>
                <a:ea typeface="宋体" panose="02010600030101010101" pitchFamily="2" charset="-122"/>
              </a:rPr>
              <a:t>）算法所替代。 现在各种各样的链路状态路由选择算法得到了广泛的应用。</a:t>
            </a:r>
          </a:p>
        </p:txBody>
      </p:sp>
      <p:sp>
        <p:nvSpPr>
          <p:cNvPr id="380931" name="幻灯片编号占位符 3">
            <a:extLst>
              <a:ext uri="{FF2B5EF4-FFF2-40B4-BE49-F238E27FC236}">
                <a16:creationId xmlns:a16="http://schemas.microsoft.com/office/drawing/2014/main" id="{3BA22BF7-46F9-6641-BD00-448FFA2455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FDD28D-83C4-5E43-BCB5-06B1A16CDECB}" type="slidenum">
              <a:rPr lang="en-US" altLang="zh-CN" sz="1200">
                <a:latin typeface="Arial" panose="020B0604020202020204" pitchFamily="34" charset="0"/>
              </a:rPr>
              <a:pPr/>
              <a:t>170</a:t>
            </a:fld>
            <a:endParaRPr lang="en-US" altLang="zh-CN" sz="1200">
              <a:latin typeface="Arial" panose="020B0604020202020204" pitchFamily="34" charset="0"/>
            </a:endParaRPr>
          </a:p>
        </p:txBody>
      </p:sp>
    </p:spTree>
    <p:extLst>
      <p:ext uri="{BB962C8B-B14F-4D97-AF65-F5344CB8AC3E}">
        <p14:creationId xmlns:p14="http://schemas.microsoft.com/office/powerpoint/2010/main" val="57819292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7" name="幻灯片图像占位符 1">
            <a:extLst>
              <a:ext uri="{FF2B5EF4-FFF2-40B4-BE49-F238E27FC236}">
                <a16:creationId xmlns:a16="http://schemas.microsoft.com/office/drawing/2014/main" id="{520E93F5-E2AF-5B4C-93EF-3B1F35161603}"/>
              </a:ext>
            </a:extLst>
          </p:cNvPr>
          <p:cNvSpPr>
            <a:spLocks noGrp="1" noRot="1" noChangeAspect="1" noChangeArrowheads="1" noTextEdit="1"/>
          </p:cNvSpPr>
          <p:nvPr>
            <p:ph type="sldImg"/>
          </p:nvPr>
        </p:nvSpPr>
        <p:spPr>
          <a:xfrm>
            <a:off x="139700" y="768350"/>
            <a:ext cx="6819900" cy="3836988"/>
          </a:xfrm>
          <a:ln/>
        </p:spPr>
      </p:sp>
      <p:sp>
        <p:nvSpPr>
          <p:cNvPr id="382978" name="备注占位符 2">
            <a:extLst>
              <a:ext uri="{FF2B5EF4-FFF2-40B4-BE49-F238E27FC236}">
                <a16:creationId xmlns:a16="http://schemas.microsoft.com/office/drawing/2014/main" id="{CAFE5494-222D-724C-BA3F-22588D087D3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当一个路由器启动以后，它的第一个任务就是要知道谁是它的邻居， 这是通过向每条点到点线路发送特殊的</a:t>
            </a:r>
            <a:r>
              <a:rPr lang="en-US" altLang="zh-CN">
                <a:latin typeface="Arial" panose="020B0604020202020204" pitchFamily="34" charset="0"/>
                <a:ea typeface="宋体" panose="02010600030101010101" pitchFamily="2" charset="-122"/>
              </a:rPr>
              <a:t>HELLO</a:t>
            </a:r>
            <a:r>
              <a:rPr lang="zh-CN" altLang="en-US">
                <a:latin typeface="Arial" panose="020B0604020202020204" pitchFamily="34" charset="0"/>
                <a:ea typeface="宋体" panose="02010600030101010101" pitchFamily="2" charset="-122"/>
              </a:rPr>
              <a:t>分组来实现的。在另一端的路由器应发送回来一个应答来说明它是谁。这个名字必须是全局惟一的，因为当一个远端路由器得知有</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个路由器都连在</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时，它得弄清是否这</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个路由器指的是同一个</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当两个或多个路由器由一个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连接起来时， 情况就更复杂了一点。 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 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将</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直接连接起来。每个路由器都是与其他的路由器相连。</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一种模型化</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的方法是将它本身当作一个节点，如图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）所示。 这里，我们引入了一个新的人工节点</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相连。从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经</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的路径在这里表示为路径</a:t>
            </a:r>
            <a:r>
              <a:rPr lang="en-US" altLang="zh-CN">
                <a:latin typeface="Arial" panose="020B0604020202020204" pitchFamily="34" charset="0"/>
                <a:ea typeface="宋体" panose="02010600030101010101" pitchFamily="2" charset="-122"/>
              </a:rPr>
              <a:t>ANC</a:t>
            </a:r>
            <a:r>
              <a:rPr lang="zh-CN" altLang="en-US">
                <a:latin typeface="Arial" panose="020B0604020202020204" pitchFamily="34" charset="0"/>
                <a:ea typeface="宋体" panose="02010600030101010101" pitchFamily="2" charset="-122"/>
              </a:rPr>
              <a:t>。</a:t>
            </a:r>
          </a:p>
        </p:txBody>
      </p:sp>
      <p:sp>
        <p:nvSpPr>
          <p:cNvPr id="382979" name="幻灯片编号占位符 3">
            <a:extLst>
              <a:ext uri="{FF2B5EF4-FFF2-40B4-BE49-F238E27FC236}">
                <a16:creationId xmlns:a16="http://schemas.microsoft.com/office/drawing/2014/main" id="{441724A6-F2FD-9F48-92F8-DD4592E055F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E91A6B-9657-314B-B22E-8C6E4129ED0C}" type="slidenum">
              <a:rPr lang="en-US" altLang="zh-CN" sz="1200">
                <a:latin typeface="Arial" panose="020B0604020202020204" pitchFamily="34" charset="0"/>
              </a:rPr>
              <a:pPr/>
              <a:t>171</a:t>
            </a:fld>
            <a:endParaRPr lang="en-US" altLang="zh-CN" sz="1200">
              <a:latin typeface="Arial" panose="020B0604020202020204" pitchFamily="34" charset="0"/>
            </a:endParaRPr>
          </a:p>
        </p:txBody>
      </p:sp>
    </p:spTree>
    <p:extLst>
      <p:ext uri="{BB962C8B-B14F-4D97-AF65-F5344CB8AC3E}">
        <p14:creationId xmlns:p14="http://schemas.microsoft.com/office/powerpoint/2010/main" val="94000146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幻灯片图像占位符 1">
            <a:extLst>
              <a:ext uri="{FF2B5EF4-FFF2-40B4-BE49-F238E27FC236}">
                <a16:creationId xmlns:a16="http://schemas.microsoft.com/office/drawing/2014/main" id="{C9B339F7-8505-7B48-95A9-19E246ED99AB}"/>
              </a:ext>
            </a:extLst>
          </p:cNvPr>
          <p:cNvSpPr>
            <a:spLocks noGrp="1" noRot="1" noChangeAspect="1" noChangeArrowheads="1" noTextEdit="1"/>
          </p:cNvSpPr>
          <p:nvPr>
            <p:ph type="sldImg"/>
          </p:nvPr>
        </p:nvSpPr>
        <p:spPr>
          <a:xfrm>
            <a:off x="139700" y="768350"/>
            <a:ext cx="6819900" cy="3836988"/>
          </a:xfrm>
          <a:ln/>
        </p:spPr>
      </p:sp>
      <p:sp>
        <p:nvSpPr>
          <p:cNvPr id="385026" name="备注占位符 2">
            <a:extLst>
              <a:ext uri="{FF2B5EF4-FFF2-40B4-BE49-F238E27FC236}">
                <a16:creationId xmlns:a16="http://schemas.microsoft.com/office/drawing/2014/main" id="{EF5FFD5D-B9B2-EC4A-8AB7-B54AB1BBB4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链路状态路由选择需要每个路由器知道它到邻居节点的延迟，至少得有个可信的估计值。取得延迟时间的最直接方式就是发送一个要求对方立即响应的特殊的</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分组。通过测量一个来回的时间再除以</a:t>
            </a:r>
            <a:r>
              <a:rPr lang="en-US" altLang="zh-CN">
                <a:latin typeface="Arial" panose="020B0604020202020204" pitchFamily="34" charset="0"/>
                <a:ea typeface="宋体" panose="02010600030101010101" pitchFamily="2" charset="-122"/>
              </a:rPr>
              <a:t>2</a:t>
            </a:r>
            <a:r>
              <a:rPr lang="zh-CN" altLang="en-US">
                <a:latin typeface="Arial" panose="020B0604020202020204" pitchFamily="34" charset="0"/>
                <a:ea typeface="宋体" panose="02010600030101010101" pitchFamily="2" charset="-122"/>
              </a:rPr>
              <a:t>，发送方路由器就可以得到一个可靠的延迟估计值。想要更精确些，可以重复这一过程多次。再取平均值。</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其中一个有趣的话题是，在测量延迟时是否将载荷考虑进去。如果要考虑载荷因素，往返时间应该从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分组进入队列时开始计时；如果忽略载荷，计时器就得从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分组排列队列第一位时开始计时。</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两种方法都会有争议。在延时测量中引入流量因素意味着当一个路由器在两条具个相同带宽的线路间进行选择时，如果一条线路总是很繁忙。刚另一条相比要好得多，那么后者将被认为是一条更短的路径。这种选样能导致良好的性能。</a:t>
            </a:r>
            <a:endParaRPr lang="en-US" altLang="zh-CN">
              <a:latin typeface="Arial" panose="020B0604020202020204" pitchFamily="34" charset="0"/>
              <a:ea typeface="宋体" panose="02010600030101010101" pitchFamily="2" charset="-122"/>
            </a:endParaRPr>
          </a:p>
          <a:p>
            <a:endParaRPr lang="en-US" altLang="zh-CN">
              <a:latin typeface="Arial" panose="020B0604020202020204" pitchFamily="34" charset="0"/>
              <a:ea typeface="宋体" panose="02010600030101010101" pitchFamily="2" charset="-122"/>
            </a:endParaRPr>
          </a:p>
        </p:txBody>
      </p:sp>
      <p:sp>
        <p:nvSpPr>
          <p:cNvPr id="385027" name="幻灯片编号占位符 3">
            <a:extLst>
              <a:ext uri="{FF2B5EF4-FFF2-40B4-BE49-F238E27FC236}">
                <a16:creationId xmlns:a16="http://schemas.microsoft.com/office/drawing/2014/main" id="{64FFFB6B-D025-BF48-9A84-24A0D827FE0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E74DAA-46B5-CF44-B9AD-2593AFECC72E}" type="slidenum">
              <a:rPr lang="en-US" altLang="zh-CN" sz="1200">
                <a:latin typeface="Arial" panose="020B0604020202020204" pitchFamily="34" charset="0"/>
              </a:rPr>
              <a:pPr/>
              <a:t>172</a:t>
            </a:fld>
            <a:endParaRPr lang="en-US" altLang="zh-CN" sz="1200">
              <a:latin typeface="Arial" panose="020B0604020202020204" pitchFamily="34" charset="0"/>
            </a:endParaRPr>
          </a:p>
        </p:txBody>
      </p:sp>
    </p:spTree>
    <p:extLst>
      <p:ext uri="{BB962C8B-B14F-4D97-AF65-F5344CB8AC3E}">
        <p14:creationId xmlns:p14="http://schemas.microsoft.com/office/powerpoint/2010/main" val="214398347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3" name="幻灯片图像占位符 1">
            <a:extLst>
              <a:ext uri="{FF2B5EF4-FFF2-40B4-BE49-F238E27FC236}">
                <a16:creationId xmlns:a16="http://schemas.microsoft.com/office/drawing/2014/main" id="{936966F7-ACC5-5546-8438-96793AAD87CA}"/>
              </a:ext>
            </a:extLst>
          </p:cNvPr>
          <p:cNvSpPr>
            <a:spLocks noGrp="1" noRot="1" noChangeAspect="1" noChangeArrowheads="1" noTextEdit="1"/>
          </p:cNvSpPr>
          <p:nvPr>
            <p:ph type="sldImg"/>
          </p:nvPr>
        </p:nvSpPr>
        <p:spPr>
          <a:xfrm>
            <a:off x="139700" y="768350"/>
            <a:ext cx="6819900" cy="3836988"/>
          </a:xfrm>
          <a:ln/>
        </p:spPr>
      </p:sp>
      <p:sp>
        <p:nvSpPr>
          <p:cNvPr id="387074" name="备注占位符 2">
            <a:extLst>
              <a:ext uri="{FF2B5EF4-FFF2-40B4-BE49-F238E27FC236}">
                <a16:creationId xmlns:a16="http://schemas.microsoft.com/office/drawing/2014/main" id="{C808F422-2BD0-AB40-B60F-ACC09165B70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一旦用于交换的信息收集起来，下一步就是构造一个包含所有数据的分组。 该分组以发送者的标志符开头， 紧跟着是顺序号和年龄（后面再介绍），和一个邻居节点列表，对于每个邻居节点，都给出了到它们的延迟。图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）给出了一个示例子网， 其延时标在线路上，相应的</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个链路状态分组见图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a:t>
            </a:r>
            <a:endParaRPr lang="en-US" altLang="zh-CN">
              <a:latin typeface="Arial" panose="020B0604020202020204" pitchFamily="34" charset="0"/>
              <a:ea typeface="宋体" panose="02010600030101010101" pitchFamily="2" charset="-122"/>
            </a:endParaRPr>
          </a:p>
          <a:p>
            <a:r>
              <a:rPr lang="zh-CN" altLang="en-US">
                <a:latin typeface="Arial" panose="020B0604020202020204" pitchFamily="34" charset="0"/>
                <a:ea typeface="宋体" panose="02010600030101010101" pitchFamily="2" charset="-122"/>
              </a:rPr>
              <a:t>创建路接状态分组很容易，难的是决定何时创建分组，一种可能性是定期创建，即每隔一定时间间隔就创建一次，另一种可能性是当出现重大事件时（像线路或邻居节点的增删，或它的特征值的明显改变时）再创建。</a:t>
            </a:r>
          </a:p>
          <a:p>
            <a:endParaRPr lang="zh-CN" altLang="en-US">
              <a:latin typeface="Arial" panose="020B0604020202020204" pitchFamily="34" charset="0"/>
              <a:ea typeface="宋体" panose="02010600030101010101" pitchFamily="2" charset="-122"/>
            </a:endParaRPr>
          </a:p>
        </p:txBody>
      </p:sp>
      <p:sp>
        <p:nvSpPr>
          <p:cNvPr id="387075" name="幻灯片编号占位符 3">
            <a:extLst>
              <a:ext uri="{FF2B5EF4-FFF2-40B4-BE49-F238E27FC236}">
                <a16:creationId xmlns:a16="http://schemas.microsoft.com/office/drawing/2014/main" id="{418141CD-A64D-7D4C-9C6B-0B88A829A5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9F7A56-ABFA-3441-8476-4457CC91865E}" type="slidenum">
              <a:rPr lang="en-US" altLang="zh-CN" sz="1200">
                <a:latin typeface="Arial" panose="020B0604020202020204" pitchFamily="34" charset="0"/>
              </a:rPr>
              <a:pPr/>
              <a:t>173</a:t>
            </a:fld>
            <a:endParaRPr lang="en-US" altLang="zh-CN" sz="1200">
              <a:latin typeface="Arial" panose="020B0604020202020204" pitchFamily="34" charset="0"/>
            </a:endParaRPr>
          </a:p>
        </p:txBody>
      </p:sp>
    </p:spTree>
    <p:extLst>
      <p:ext uri="{BB962C8B-B14F-4D97-AF65-F5344CB8AC3E}">
        <p14:creationId xmlns:p14="http://schemas.microsoft.com/office/powerpoint/2010/main" val="421030350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1" name="幻灯片图像占位符 1">
            <a:extLst>
              <a:ext uri="{FF2B5EF4-FFF2-40B4-BE49-F238E27FC236}">
                <a16:creationId xmlns:a16="http://schemas.microsoft.com/office/drawing/2014/main" id="{16BE2DBD-9EDB-304C-BBE6-DFBED0EF168D}"/>
              </a:ext>
            </a:extLst>
          </p:cNvPr>
          <p:cNvSpPr>
            <a:spLocks noGrp="1" noRot="1" noChangeAspect="1" noChangeArrowheads="1" noTextEdit="1"/>
          </p:cNvSpPr>
          <p:nvPr>
            <p:ph type="sldImg"/>
          </p:nvPr>
        </p:nvSpPr>
        <p:spPr>
          <a:xfrm>
            <a:off x="139700" y="768350"/>
            <a:ext cx="6819900" cy="3836988"/>
          </a:xfrm>
          <a:ln/>
        </p:spPr>
      </p:sp>
      <p:sp>
        <p:nvSpPr>
          <p:cNvPr id="389122" name="备注占位符 2">
            <a:extLst>
              <a:ext uri="{FF2B5EF4-FFF2-40B4-BE49-F238E27FC236}">
                <a16:creationId xmlns:a16="http://schemas.microsoft.com/office/drawing/2014/main" id="{FCA39B37-72D0-2D42-B50B-C64CF3DD6B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为了控制扩散，每个分组包含一个顺序号。该顺序号在每次发送新分组时加</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 路由器记下它所见过的所有信息对（源路由器，顺序号）。当一个新的链路状态分组到达时，它先查看一下该分组是否已收到过。如果是新的，把它再向除了进入线路之外的所有线路发布； 如果是重复的， 则丢弃它。如果一个分组的顺序号比目前为止已到达的最大的顺序号还小，则被认为己过时而拒绝。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这个算法有一点问题，但这些问题是可以控制的。首先，如果顺序号循环使用，就会发生冲突。解决办法是使用</a:t>
            </a:r>
            <a:r>
              <a:rPr lang="en-US" altLang="zh-CN">
                <a:latin typeface="Arial" panose="020B0604020202020204" pitchFamily="34" charset="0"/>
                <a:ea typeface="宋体" panose="02010600030101010101" pitchFamily="2" charset="-122"/>
              </a:rPr>
              <a:t>32</a:t>
            </a:r>
            <a:r>
              <a:rPr lang="zh-CN" altLang="en-US">
                <a:latin typeface="Arial" panose="020B0604020202020204" pitchFamily="34" charset="0"/>
                <a:ea typeface="宋体" panose="02010600030101010101" pitchFamily="2" charset="-122"/>
              </a:rPr>
              <a:t>位的顺序号；如果每秒钟发送一个链路状态分组， 就得花</a:t>
            </a:r>
            <a:r>
              <a:rPr lang="en-US" altLang="zh-CN">
                <a:latin typeface="Arial" panose="020B0604020202020204" pitchFamily="34" charset="0"/>
                <a:ea typeface="宋体" panose="02010600030101010101" pitchFamily="2" charset="-122"/>
              </a:rPr>
              <a:t>137</a:t>
            </a:r>
            <a:r>
              <a:rPr lang="zh-CN" altLang="en-US">
                <a:latin typeface="Arial" panose="020B0604020202020204" pitchFamily="34" charset="0"/>
                <a:ea typeface="宋体" panose="02010600030101010101" pitchFamily="2" charset="-122"/>
              </a:rPr>
              <a:t>年才能使计数循环回来，所以避免了发生冲突的可能性。</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其次，如果一个路由器崩溃了，它将丢失其顺序号。如果它再从</a:t>
            </a:r>
            <a:r>
              <a:rPr lang="en-US" altLang="zh-CN">
                <a:latin typeface="Arial" panose="020B0604020202020204" pitchFamily="34" charset="0"/>
                <a:ea typeface="宋体" panose="02010600030101010101" pitchFamily="2" charset="-122"/>
              </a:rPr>
              <a:t>0</a:t>
            </a:r>
            <a:r>
              <a:rPr lang="zh-CN" altLang="en-US">
                <a:latin typeface="Arial" panose="020B0604020202020204" pitchFamily="34" charset="0"/>
                <a:ea typeface="宋体" panose="02010600030101010101" pitchFamily="2" charset="-122"/>
              </a:rPr>
              <a:t>开始，那么后面的分组可能会被当作重复分组而被拒绝。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第三，如果顺序号传送后出现错误，</a:t>
            </a:r>
            <a:r>
              <a:rPr lang="en-US" altLang="zh-CN">
                <a:latin typeface="Arial" panose="020B0604020202020204" pitchFamily="34" charset="0"/>
                <a:ea typeface="宋体" panose="02010600030101010101" pitchFamily="2" charset="-122"/>
              </a:rPr>
              <a:t>4</a:t>
            </a:r>
            <a:r>
              <a:rPr lang="zh-CN" altLang="en-US">
                <a:latin typeface="Arial" panose="020B0604020202020204" pitchFamily="34" charset="0"/>
                <a:ea typeface="宋体" panose="02010600030101010101" pitchFamily="2" charset="-122"/>
              </a:rPr>
              <a:t>被错看成</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（一个位错误），分组</a:t>
            </a:r>
            <a:r>
              <a:rPr lang="en-US" altLang="zh-CN">
                <a:latin typeface="Arial" panose="020B0604020202020204" pitchFamily="34" charset="0"/>
                <a:ea typeface="宋体" panose="02010600030101010101" pitchFamily="2" charset="-122"/>
              </a:rPr>
              <a:t>5</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都会被当成过时分组而遭拒绝，因为当前顺序号被认为是</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解决这些问题的办法是，在每个分组的顺序号之后再加上年龄字段（</a:t>
            </a:r>
            <a:r>
              <a:rPr lang="en-US" altLang="zh-CN">
                <a:latin typeface="Arial" panose="020B0604020202020204" pitchFamily="34" charset="0"/>
                <a:ea typeface="宋体" panose="02010600030101010101" pitchFamily="2" charset="-122"/>
              </a:rPr>
              <a:t>age</a:t>
            </a:r>
            <a:r>
              <a:rPr lang="zh-CN" altLang="en-US">
                <a:latin typeface="Arial" panose="020B0604020202020204" pitchFamily="34" charset="0"/>
                <a:ea typeface="宋体" panose="02010600030101010101" pitchFamily="2" charset="-122"/>
              </a:rPr>
              <a:t>），每秒钟将年龄递减</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，当年龄变成零时，来自于那个路由器的信息就被丢弃掉。 比如说，通常每</a:t>
            </a:r>
            <a:r>
              <a:rPr lang="en-US" altLang="zh-CN">
                <a:latin typeface="Arial" panose="020B0604020202020204" pitchFamily="34" charset="0"/>
                <a:ea typeface="宋体" panose="02010600030101010101" pitchFamily="2" charset="-122"/>
              </a:rPr>
              <a:t>10</a:t>
            </a:r>
            <a:r>
              <a:rPr lang="zh-CN" altLang="en-US">
                <a:latin typeface="Arial" panose="020B0604020202020204" pitchFamily="34" charset="0"/>
                <a:ea typeface="宋体" panose="02010600030101010101" pitchFamily="2" charset="-122"/>
              </a:rPr>
              <a:t>秒进入一个新分组，因此当路由器关掉后， 路由器的信息便会过时（或者</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个连续的分组都被丢失，不太可能发生）。 在初始化扩散过程中， 年龄字段也一样递减，以保证没有任何分组会丢失并无限长地存活下去（一个年龄为零的分组将被丢弃）。</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89123" name="幻灯片编号占位符 3">
            <a:extLst>
              <a:ext uri="{FF2B5EF4-FFF2-40B4-BE49-F238E27FC236}">
                <a16:creationId xmlns:a16="http://schemas.microsoft.com/office/drawing/2014/main" id="{2DA5F97E-7829-F54D-8C91-83813FA4312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BCD09B-9B44-B04B-9029-F7619E958FE3}" type="slidenum">
              <a:rPr lang="en-US" altLang="zh-CN" sz="1200">
                <a:latin typeface="Arial" panose="020B0604020202020204" pitchFamily="34" charset="0"/>
              </a:rPr>
              <a:pPr/>
              <a:t>174</a:t>
            </a:fld>
            <a:endParaRPr lang="en-US" altLang="zh-CN" sz="1200">
              <a:latin typeface="Arial" panose="020B0604020202020204" pitchFamily="34" charset="0"/>
            </a:endParaRPr>
          </a:p>
        </p:txBody>
      </p:sp>
    </p:spTree>
    <p:extLst>
      <p:ext uri="{BB962C8B-B14F-4D97-AF65-F5344CB8AC3E}">
        <p14:creationId xmlns:p14="http://schemas.microsoft.com/office/powerpoint/2010/main" val="74421914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7" name="幻灯片图像占位符 1">
            <a:extLst>
              <a:ext uri="{FF2B5EF4-FFF2-40B4-BE49-F238E27FC236}">
                <a16:creationId xmlns:a16="http://schemas.microsoft.com/office/drawing/2014/main" id="{CA126281-6EEC-0F41-9FE2-0D917DD1DF2D}"/>
              </a:ext>
            </a:extLst>
          </p:cNvPr>
          <p:cNvSpPr>
            <a:spLocks noGrp="1" noRot="1" noChangeAspect="1" noChangeArrowheads="1" noTextEdit="1"/>
          </p:cNvSpPr>
          <p:nvPr>
            <p:ph type="sldImg"/>
          </p:nvPr>
        </p:nvSpPr>
        <p:spPr>
          <a:xfrm>
            <a:off x="139700" y="768350"/>
            <a:ext cx="6819900" cy="3836988"/>
          </a:xfrm>
          <a:ln/>
        </p:spPr>
      </p:sp>
      <p:sp>
        <p:nvSpPr>
          <p:cNvPr id="393218" name="备注占位符 2">
            <a:extLst>
              <a:ext uri="{FF2B5EF4-FFF2-40B4-BE49-F238E27FC236}">
                <a16:creationId xmlns:a16="http://schemas.microsoft.com/office/drawing/2014/main" id="{0FFACEDB-F6E5-2D4D-A679-B458501AEC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对该算法的一些细化会使之更健壮。当一个链路状态分组扩散到一个路由器时，它并不立即排队等待传送。相反，它先被送到一个保持区中等待一小会儿。如果已有来自同一路由器的其他链路状态分组先行到达，则比较一下它们的顺序号。 如果相等， 重复分组就被丢弃。如果不相等，老的分组就被丢弃。为了防止路由器至路由器线路出问题，所有的链路状态分组都要应答。一旦线路空闲，保持区就会循环扫描以选择发送一个分组或应答。</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如图</a:t>
            </a:r>
            <a:r>
              <a:rPr lang="en-US" altLang="zh-CN">
                <a:latin typeface="Arial" panose="020B0604020202020204" pitchFamily="34" charset="0"/>
                <a:ea typeface="宋体" panose="02010600030101010101" pitchFamily="2" charset="-122"/>
              </a:rPr>
              <a:t>5-12</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）所示子网中，路由器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所用的数据结构如图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所示。这里的每一行对应于一个新近到达，但还未安全处理完毕的链路状态分组。 这张表记录了分组来自何处， 它的顺序号和年龄以及状态数据。另外，对应于</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的每条输出线（到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）各有一个传送和应答标志位。传送标志位表示分组必须发向所指示的线路，应答标志位表示应向哪儿发送应答。如果重复分组在原外组未出缓冲区时到达，标志位就得进行一下修改。例如， 在第四个分组还未被处理完之前，又有一个</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的状态拷贝从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到达，那么标志位就应改为</a:t>
            </a:r>
            <a:r>
              <a:rPr lang="en-US" altLang="zh-CN">
                <a:latin typeface="Arial" panose="020B0604020202020204" pitchFamily="34" charset="0"/>
                <a:ea typeface="宋体" panose="02010600030101010101" pitchFamily="2" charset="-122"/>
              </a:rPr>
              <a:t>100011</a:t>
            </a:r>
            <a:r>
              <a:rPr lang="zh-CN" altLang="en-US">
                <a:latin typeface="Arial" panose="020B0604020202020204" pitchFamily="34" charset="0"/>
                <a:ea typeface="宋体" panose="02010600030101010101" pitchFamily="2" charset="-122"/>
              </a:rPr>
              <a:t>，表示应向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发应答，而不必再发向那儿。</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93219" name="幻灯片编号占位符 3">
            <a:extLst>
              <a:ext uri="{FF2B5EF4-FFF2-40B4-BE49-F238E27FC236}">
                <a16:creationId xmlns:a16="http://schemas.microsoft.com/office/drawing/2014/main" id="{235568EF-2C5B-2549-B8C7-0E1F51D6E33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B80602-8FCE-D840-BB0C-CCD8B1A64935}" type="slidenum">
              <a:rPr lang="en-US" altLang="zh-CN" sz="1200">
                <a:latin typeface="Arial" panose="020B0604020202020204" pitchFamily="34" charset="0"/>
              </a:rPr>
              <a:pPr/>
              <a:t>176</a:t>
            </a:fld>
            <a:endParaRPr lang="en-US" altLang="zh-CN" sz="1200">
              <a:latin typeface="Arial" panose="020B0604020202020204" pitchFamily="34" charset="0"/>
            </a:endParaRPr>
          </a:p>
        </p:txBody>
      </p:sp>
    </p:spTree>
    <p:extLst>
      <p:ext uri="{BB962C8B-B14F-4D97-AF65-F5344CB8AC3E}">
        <p14:creationId xmlns:p14="http://schemas.microsoft.com/office/powerpoint/2010/main" val="109244519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5" name="幻灯片图像占位符 1">
            <a:extLst>
              <a:ext uri="{FF2B5EF4-FFF2-40B4-BE49-F238E27FC236}">
                <a16:creationId xmlns:a16="http://schemas.microsoft.com/office/drawing/2014/main" id="{54DE1FCB-E23E-BD45-951F-1A9BD922AA5F}"/>
              </a:ext>
            </a:extLst>
          </p:cNvPr>
          <p:cNvSpPr>
            <a:spLocks noGrp="1" noRot="1" noChangeAspect="1" noChangeArrowheads="1" noTextEdit="1"/>
          </p:cNvSpPr>
          <p:nvPr>
            <p:ph type="sldImg"/>
          </p:nvPr>
        </p:nvSpPr>
        <p:spPr>
          <a:xfrm>
            <a:off x="139700" y="768350"/>
            <a:ext cx="6819900" cy="3836988"/>
          </a:xfrm>
          <a:ln/>
        </p:spPr>
      </p:sp>
      <p:sp>
        <p:nvSpPr>
          <p:cNvPr id="395266" name="备注占位符 2">
            <a:extLst>
              <a:ext uri="{FF2B5EF4-FFF2-40B4-BE49-F238E27FC236}">
                <a16:creationId xmlns:a16="http://schemas.microsoft.com/office/drawing/2014/main" id="{69B14718-F59C-8B4B-A025-421496106FB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在图中， 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来的链路状态分组可直接到达，所以它必须被发送给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，并且给</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发应答，如标志位所示。类似地，从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来的分组必须发向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，并向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发应答。仍是， 第三个来自</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的分组就有所不同，它有两次到达，一次经过</a:t>
            </a:r>
            <a:r>
              <a:rPr lang="en-US" altLang="zh-CN">
                <a:latin typeface="Arial" panose="020B0604020202020204" pitchFamily="34" charset="0"/>
                <a:ea typeface="宋体" panose="02010600030101010101" pitchFamily="2" charset="-122"/>
              </a:rPr>
              <a:t>EAB</a:t>
            </a:r>
            <a:r>
              <a:rPr lang="zh-CN" altLang="en-US">
                <a:latin typeface="Arial" panose="020B0604020202020204" pitchFamily="34" charset="0"/>
                <a:ea typeface="宋体" panose="02010600030101010101" pitchFamily="2" charset="-122"/>
              </a:rPr>
              <a:t>，一次经过</a:t>
            </a:r>
            <a:r>
              <a:rPr lang="en-US" altLang="zh-CN">
                <a:latin typeface="Arial" panose="020B0604020202020204" pitchFamily="34" charset="0"/>
                <a:ea typeface="宋体" panose="02010600030101010101" pitchFamily="2" charset="-122"/>
              </a:rPr>
              <a:t>EFB</a:t>
            </a:r>
            <a:r>
              <a:rPr lang="zh-CN" altLang="en-US">
                <a:latin typeface="Arial" panose="020B0604020202020204" pitchFamily="34" charset="0"/>
                <a:ea typeface="宋体" panose="02010600030101010101" pitchFamily="2" charset="-122"/>
              </a:rPr>
              <a:t>，因此，它只需发往</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，但要向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发应答，如标志位所示。</a:t>
            </a:r>
          </a:p>
        </p:txBody>
      </p:sp>
      <p:sp>
        <p:nvSpPr>
          <p:cNvPr id="395267" name="幻灯片编号占位符 3">
            <a:extLst>
              <a:ext uri="{FF2B5EF4-FFF2-40B4-BE49-F238E27FC236}">
                <a16:creationId xmlns:a16="http://schemas.microsoft.com/office/drawing/2014/main" id="{8B5B6443-76DD-E146-B0A6-55A1FD5313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DCE94CF-04D4-F544-9B52-BEF494D6E2E3}" type="slidenum">
              <a:rPr lang="en-US" altLang="zh-CN" sz="1200">
                <a:latin typeface="Arial" panose="020B0604020202020204" pitchFamily="34" charset="0"/>
              </a:rPr>
              <a:pPr/>
              <a:t>177</a:t>
            </a:fld>
            <a:endParaRPr lang="en-US" altLang="zh-CN" sz="1200">
              <a:latin typeface="Arial" panose="020B0604020202020204" pitchFamily="34" charset="0"/>
            </a:endParaRPr>
          </a:p>
        </p:txBody>
      </p:sp>
    </p:spTree>
    <p:extLst>
      <p:ext uri="{BB962C8B-B14F-4D97-AF65-F5344CB8AC3E}">
        <p14:creationId xmlns:p14="http://schemas.microsoft.com/office/powerpoint/2010/main" val="297498679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3" name="幻灯片图像占位符 1">
            <a:extLst>
              <a:ext uri="{FF2B5EF4-FFF2-40B4-BE49-F238E27FC236}">
                <a16:creationId xmlns:a16="http://schemas.microsoft.com/office/drawing/2014/main" id="{EC04E174-CEB7-F344-A3CD-0BBC048638A4}"/>
              </a:ext>
            </a:extLst>
          </p:cNvPr>
          <p:cNvSpPr>
            <a:spLocks noGrp="1" noRot="1" noChangeAspect="1" noChangeArrowheads="1" noTextEdit="1"/>
          </p:cNvSpPr>
          <p:nvPr>
            <p:ph type="sldImg"/>
          </p:nvPr>
        </p:nvSpPr>
        <p:spPr>
          <a:xfrm>
            <a:off x="139700" y="768350"/>
            <a:ext cx="6819900" cy="3836988"/>
          </a:xfrm>
          <a:ln/>
        </p:spPr>
      </p:sp>
      <p:sp>
        <p:nvSpPr>
          <p:cNvPr id="397314" name="备注占位符 2">
            <a:extLst>
              <a:ext uri="{FF2B5EF4-FFF2-40B4-BE49-F238E27FC236}">
                <a16:creationId xmlns:a16="http://schemas.microsoft.com/office/drawing/2014/main" id="{4F862543-A0EB-4841-B2C7-43BBBF7C5B8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一旦一个路由器积累了一整套的链路状态分组，它便可以重组整个子网结构，因为每条线路出现过了。实际上，链条线路都出现了两次，两个方向各出现一次。两个值可以取平均，也可以分开用。</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现在</a:t>
            </a:r>
            <a:r>
              <a:rPr lang="en-US" altLang="zh-CN">
                <a:latin typeface="Arial" panose="020B0604020202020204" pitchFamily="34" charset="0"/>
                <a:ea typeface="宋体" panose="02010600030101010101" pitchFamily="2" charset="-122"/>
              </a:rPr>
              <a:t>Dijstra</a:t>
            </a:r>
            <a:r>
              <a:rPr lang="zh-CN" altLang="en-US">
                <a:latin typeface="Arial" panose="020B0604020202020204" pitchFamily="34" charset="0"/>
                <a:ea typeface="宋体" panose="02010600030101010101" pitchFamily="2" charset="-122"/>
              </a:rPr>
              <a:t>的算法就可以在内部运行， 以确定到所有可能目的地的最短路径。此算法的结果可以安装在路由选择表中，并且通常通过操作恢复。对于一个有</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个路由器，每个路由器有</a:t>
            </a:r>
            <a:r>
              <a:rPr lang="en-US" altLang="zh-CN">
                <a:latin typeface="Arial" panose="020B0604020202020204" pitchFamily="34" charset="0"/>
                <a:ea typeface="宋体" panose="02010600030101010101" pitchFamily="2" charset="-122"/>
              </a:rPr>
              <a:t>k</a:t>
            </a:r>
            <a:r>
              <a:rPr lang="zh-CN" altLang="en-US">
                <a:latin typeface="Arial" panose="020B0604020202020204" pitchFamily="34" charset="0"/>
                <a:ea typeface="宋体" panose="02010600030101010101" pitchFamily="2" charset="-122"/>
              </a:rPr>
              <a:t>个邻居节点的子网来说，所需的存储输入数据的空间为</a:t>
            </a:r>
            <a:r>
              <a:rPr lang="en-US" altLang="zh-CN">
                <a:latin typeface="Arial" panose="020B0604020202020204" pitchFamily="34" charset="0"/>
                <a:ea typeface="宋体" panose="02010600030101010101" pitchFamily="2" charset="-122"/>
              </a:rPr>
              <a:t>kn</a:t>
            </a:r>
            <a:r>
              <a:rPr lang="zh-CN" altLang="en-US">
                <a:latin typeface="Arial" panose="020B0604020202020204" pitchFamily="34" charset="0"/>
                <a:ea typeface="宋体" panose="02010600030101010101" pitchFamily="2" charset="-122"/>
              </a:rPr>
              <a:t>的倍数。对于大的子网，这可能还是个问题。而且，计算时间也可能成为一个问题，然而，在很多实际应用中，链路状态路由选择算法工作得很好。</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但是， 硬件或软件问题也能破坏该算法 （对于其他算法也一样）。例如，如果一个路由器声明它拥有一条其实并不存在的线路，或忘记了一条确实存在的线路，子网图将会是不正确的。如果路由器不能正常地向前传递分组，或在向前传递时将分组破坏了，也会出现麻烦。 最后， 如果它的存储空间溢出或路由计算出错，也会导致错误。当子网逐渐增加到成百上干或上万个节点时，某些路由器崩溃的可能性就变得个不忽视了。解决这个问题的技巧是，在不可避免地发生连续事故后，尽量将破坏限制在最小的范围之内。</a:t>
            </a:r>
          </a:p>
        </p:txBody>
      </p:sp>
      <p:sp>
        <p:nvSpPr>
          <p:cNvPr id="397315" name="幻灯片编号占位符 3">
            <a:extLst>
              <a:ext uri="{FF2B5EF4-FFF2-40B4-BE49-F238E27FC236}">
                <a16:creationId xmlns:a16="http://schemas.microsoft.com/office/drawing/2014/main" id="{BA3EAA83-171C-0141-893A-80828B9F112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BF9C93-D90E-3C44-9885-2ABB6D833301}" type="slidenum">
              <a:rPr lang="en-US" altLang="zh-CN" sz="1200">
                <a:latin typeface="Arial" panose="020B0604020202020204" pitchFamily="34" charset="0"/>
              </a:rPr>
              <a:pPr/>
              <a:t>178</a:t>
            </a:fld>
            <a:endParaRPr lang="en-US" altLang="zh-CN" sz="1200">
              <a:latin typeface="Arial" panose="020B0604020202020204" pitchFamily="34" charset="0"/>
            </a:endParaRPr>
          </a:p>
        </p:txBody>
      </p:sp>
    </p:spTree>
    <p:extLst>
      <p:ext uri="{BB962C8B-B14F-4D97-AF65-F5344CB8AC3E}">
        <p14:creationId xmlns:p14="http://schemas.microsoft.com/office/powerpoint/2010/main" val="261019013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5" name="Rectangle 7">
            <a:extLst>
              <a:ext uri="{FF2B5EF4-FFF2-40B4-BE49-F238E27FC236}">
                <a16:creationId xmlns:a16="http://schemas.microsoft.com/office/drawing/2014/main" id="{3CBDC585-7D55-5147-BCE2-C1BD8DAADCA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D9E880-67DD-6044-B337-C5F15D5768AF}" type="slidenum">
              <a:rPr lang="en-US" altLang="zh-CN" sz="1200">
                <a:latin typeface="Arial" panose="020B0604020202020204" pitchFamily="34" charset="0"/>
              </a:rPr>
              <a:pPr/>
              <a:t>179</a:t>
            </a:fld>
            <a:endParaRPr lang="en-US" altLang="zh-CN" sz="1200">
              <a:latin typeface="Arial" panose="020B0604020202020204" pitchFamily="34" charset="0"/>
            </a:endParaRPr>
          </a:p>
        </p:txBody>
      </p:sp>
      <p:sp>
        <p:nvSpPr>
          <p:cNvPr id="400386" name="Rectangle 2">
            <a:extLst>
              <a:ext uri="{FF2B5EF4-FFF2-40B4-BE49-F238E27FC236}">
                <a16:creationId xmlns:a16="http://schemas.microsoft.com/office/drawing/2014/main" id="{4FFA8868-A81B-804F-B45F-0328380E41DD}"/>
              </a:ext>
            </a:extLst>
          </p:cNvPr>
          <p:cNvSpPr>
            <a:spLocks noGrp="1" noRot="1" noChangeAspect="1" noChangeArrowheads="1" noTextEdit="1"/>
          </p:cNvSpPr>
          <p:nvPr>
            <p:ph type="sldImg"/>
          </p:nvPr>
        </p:nvSpPr>
        <p:spPr>
          <a:ln/>
        </p:spPr>
      </p:sp>
      <p:sp>
        <p:nvSpPr>
          <p:cNvPr id="400387" name="Rectangle 3">
            <a:extLst>
              <a:ext uri="{FF2B5EF4-FFF2-40B4-BE49-F238E27FC236}">
                <a16:creationId xmlns:a16="http://schemas.microsoft.com/office/drawing/2014/main" id="{E2BB5AB6-BDB2-744B-8D84-3061591245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471807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1" name="Rectangle 7">
            <a:extLst>
              <a:ext uri="{FF2B5EF4-FFF2-40B4-BE49-F238E27FC236}">
                <a16:creationId xmlns:a16="http://schemas.microsoft.com/office/drawing/2014/main" id="{F9D45511-9F24-EB4C-888D-EE78954FAF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141EF1-AB6A-1B47-968A-68B20C1C4546}" type="slidenum">
              <a:rPr lang="en-US" altLang="zh-CN" sz="1200">
                <a:latin typeface="Arial" panose="020B0604020202020204" pitchFamily="34" charset="0"/>
              </a:rPr>
              <a:pPr/>
              <a:t>180</a:t>
            </a:fld>
            <a:endParaRPr lang="en-US" altLang="zh-CN" sz="1200">
              <a:latin typeface="Arial" panose="020B0604020202020204" pitchFamily="34" charset="0"/>
            </a:endParaRPr>
          </a:p>
        </p:txBody>
      </p:sp>
      <p:sp>
        <p:nvSpPr>
          <p:cNvPr id="424962" name="Rectangle 2">
            <a:extLst>
              <a:ext uri="{FF2B5EF4-FFF2-40B4-BE49-F238E27FC236}">
                <a16:creationId xmlns:a16="http://schemas.microsoft.com/office/drawing/2014/main" id="{329EBD8B-80E1-F14A-9D84-FDBBD3349754}"/>
              </a:ext>
            </a:extLst>
          </p:cNvPr>
          <p:cNvSpPr>
            <a:spLocks noGrp="1" noRot="1" noChangeAspect="1" noChangeArrowheads="1" noTextEdit="1"/>
          </p:cNvSpPr>
          <p:nvPr>
            <p:ph type="sldImg"/>
          </p:nvPr>
        </p:nvSpPr>
        <p:spPr>
          <a:ln/>
        </p:spPr>
      </p:sp>
      <p:sp>
        <p:nvSpPr>
          <p:cNvPr id="424963" name="Rectangle 3">
            <a:extLst>
              <a:ext uri="{FF2B5EF4-FFF2-40B4-BE49-F238E27FC236}">
                <a16:creationId xmlns:a16="http://schemas.microsoft.com/office/drawing/2014/main" id="{42A2ED12-6140-BC4E-A1A9-A033ED2572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10342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09" name="Rectangle 7">
            <a:extLst>
              <a:ext uri="{FF2B5EF4-FFF2-40B4-BE49-F238E27FC236}">
                <a16:creationId xmlns:a16="http://schemas.microsoft.com/office/drawing/2014/main" id="{CC9083EC-A108-B24D-BC08-96D390060C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71107A5-B048-0241-9B83-7AB3A39B7FB9}" type="slidenum">
              <a:rPr lang="en-US" altLang="zh-CN" sz="1200">
                <a:latin typeface="Arial" panose="020B0604020202020204" pitchFamily="34" charset="0"/>
              </a:rPr>
              <a:pPr/>
              <a:t>181</a:t>
            </a:fld>
            <a:endParaRPr lang="en-US" altLang="zh-CN" sz="1200">
              <a:latin typeface="Arial" panose="020B0604020202020204" pitchFamily="34" charset="0"/>
            </a:endParaRPr>
          </a:p>
        </p:txBody>
      </p:sp>
      <p:sp>
        <p:nvSpPr>
          <p:cNvPr id="427010" name="Rectangle 2">
            <a:extLst>
              <a:ext uri="{FF2B5EF4-FFF2-40B4-BE49-F238E27FC236}">
                <a16:creationId xmlns:a16="http://schemas.microsoft.com/office/drawing/2014/main" id="{128F1657-6FC5-2A4E-9866-B3A81447326B}"/>
              </a:ext>
            </a:extLst>
          </p:cNvPr>
          <p:cNvSpPr>
            <a:spLocks noGrp="1" noRot="1" noChangeAspect="1" noChangeArrowheads="1" noTextEdit="1"/>
          </p:cNvSpPr>
          <p:nvPr>
            <p:ph type="sldImg"/>
          </p:nvPr>
        </p:nvSpPr>
        <p:spPr>
          <a:ln/>
        </p:spPr>
      </p:sp>
      <p:sp>
        <p:nvSpPr>
          <p:cNvPr id="427011" name="Rectangle 3">
            <a:extLst>
              <a:ext uri="{FF2B5EF4-FFF2-40B4-BE49-F238E27FC236}">
                <a16:creationId xmlns:a16="http://schemas.microsoft.com/office/drawing/2014/main" id="{62B1C2E0-2E21-B84A-A8D2-61385C281C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6712132"/>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7" name="Rectangle 7">
            <a:extLst>
              <a:ext uri="{FF2B5EF4-FFF2-40B4-BE49-F238E27FC236}">
                <a16:creationId xmlns:a16="http://schemas.microsoft.com/office/drawing/2014/main" id="{9E0FA723-0672-E445-ADE5-1E896B2525F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4C3791A-DBCA-CE44-B159-5A8FB4977226}" type="slidenum">
              <a:rPr lang="en-US" altLang="zh-CN" sz="1200">
                <a:latin typeface="Arial" panose="020B0604020202020204" pitchFamily="34" charset="0"/>
              </a:rPr>
              <a:pPr/>
              <a:t>182</a:t>
            </a:fld>
            <a:endParaRPr lang="en-US" altLang="zh-CN" sz="1200">
              <a:latin typeface="Arial" panose="020B0604020202020204" pitchFamily="34" charset="0"/>
            </a:endParaRPr>
          </a:p>
        </p:txBody>
      </p:sp>
      <p:sp>
        <p:nvSpPr>
          <p:cNvPr id="429058" name="Rectangle 2">
            <a:extLst>
              <a:ext uri="{FF2B5EF4-FFF2-40B4-BE49-F238E27FC236}">
                <a16:creationId xmlns:a16="http://schemas.microsoft.com/office/drawing/2014/main" id="{F6256E20-9B1C-0F47-895B-0841137B095A}"/>
              </a:ext>
            </a:extLst>
          </p:cNvPr>
          <p:cNvSpPr>
            <a:spLocks noGrp="1" noRot="1" noChangeAspect="1" noChangeArrowheads="1" noTextEdit="1"/>
          </p:cNvSpPr>
          <p:nvPr>
            <p:ph type="sldImg"/>
          </p:nvPr>
        </p:nvSpPr>
        <p:spPr>
          <a:ln/>
        </p:spPr>
      </p:sp>
      <p:sp>
        <p:nvSpPr>
          <p:cNvPr id="429059" name="Rectangle 3">
            <a:extLst>
              <a:ext uri="{FF2B5EF4-FFF2-40B4-BE49-F238E27FC236}">
                <a16:creationId xmlns:a16="http://schemas.microsoft.com/office/drawing/2014/main" id="{42AE6411-95AC-534A-BDBB-D42B2481AAB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376455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5" name="Rectangle 7">
            <a:extLst>
              <a:ext uri="{FF2B5EF4-FFF2-40B4-BE49-F238E27FC236}">
                <a16:creationId xmlns:a16="http://schemas.microsoft.com/office/drawing/2014/main" id="{D37CCEC4-93D4-454F-9930-5F7BBE6F529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B1624F-2371-B94C-9337-09A91ADEF07A}" type="slidenum">
              <a:rPr lang="en-US" altLang="zh-CN" sz="1200">
                <a:latin typeface="Arial" panose="020B0604020202020204" pitchFamily="34" charset="0"/>
              </a:rPr>
              <a:pPr/>
              <a:t>183</a:t>
            </a:fld>
            <a:endParaRPr lang="en-US" altLang="zh-CN" sz="1200">
              <a:latin typeface="Arial" panose="020B0604020202020204" pitchFamily="34" charset="0"/>
            </a:endParaRPr>
          </a:p>
        </p:txBody>
      </p:sp>
      <p:sp>
        <p:nvSpPr>
          <p:cNvPr id="431106" name="Rectangle 2">
            <a:extLst>
              <a:ext uri="{FF2B5EF4-FFF2-40B4-BE49-F238E27FC236}">
                <a16:creationId xmlns:a16="http://schemas.microsoft.com/office/drawing/2014/main" id="{E0470009-CC30-1A41-9E1B-2D90437B2F74}"/>
              </a:ext>
            </a:extLst>
          </p:cNvPr>
          <p:cNvSpPr>
            <a:spLocks noGrp="1" noRot="1" noChangeAspect="1" noChangeArrowheads="1" noTextEdit="1"/>
          </p:cNvSpPr>
          <p:nvPr>
            <p:ph type="sldImg"/>
          </p:nvPr>
        </p:nvSpPr>
        <p:spPr>
          <a:ln/>
        </p:spPr>
      </p:sp>
      <p:sp>
        <p:nvSpPr>
          <p:cNvPr id="431107" name="Rectangle 3">
            <a:extLst>
              <a:ext uri="{FF2B5EF4-FFF2-40B4-BE49-F238E27FC236}">
                <a16:creationId xmlns:a16="http://schemas.microsoft.com/office/drawing/2014/main" id="{2C9C3B7D-C439-E543-81A2-D4AB3D7F2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4955544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3" name="Rectangle 7">
            <a:extLst>
              <a:ext uri="{FF2B5EF4-FFF2-40B4-BE49-F238E27FC236}">
                <a16:creationId xmlns:a16="http://schemas.microsoft.com/office/drawing/2014/main" id="{A2DD29DE-DD2B-384C-A378-A883533C6D9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8BB54FE-0E3F-824D-A164-BF63A808A56B}" type="slidenum">
              <a:rPr lang="en-US" altLang="zh-CN" sz="1200">
                <a:latin typeface="Arial" panose="020B0604020202020204" pitchFamily="34" charset="0"/>
              </a:rPr>
              <a:pPr/>
              <a:t>184</a:t>
            </a:fld>
            <a:endParaRPr lang="en-US" altLang="zh-CN" sz="1200">
              <a:latin typeface="Arial" panose="020B0604020202020204" pitchFamily="34" charset="0"/>
            </a:endParaRPr>
          </a:p>
        </p:txBody>
      </p:sp>
      <p:sp>
        <p:nvSpPr>
          <p:cNvPr id="433154" name="Rectangle 2">
            <a:extLst>
              <a:ext uri="{FF2B5EF4-FFF2-40B4-BE49-F238E27FC236}">
                <a16:creationId xmlns:a16="http://schemas.microsoft.com/office/drawing/2014/main" id="{EFDDB2E0-7072-EC4F-8E24-B86D20EE1AC6}"/>
              </a:ext>
            </a:extLst>
          </p:cNvPr>
          <p:cNvSpPr>
            <a:spLocks noGrp="1" noRot="1" noChangeAspect="1" noChangeArrowheads="1" noTextEdit="1"/>
          </p:cNvSpPr>
          <p:nvPr>
            <p:ph type="sldImg"/>
          </p:nvPr>
        </p:nvSpPr>
        <p:spPr>
          <a:ln/>
        </p:spPr>
      </p:sp>
      <p:sp>
        <p:nvSpPr>
          <p:cNvPr id="433155" name="Rectangle 3">
            <a:extLst>
              <a:ext uri="{FF2B5EF4-FFF2-40B4-BE49-F238E27FC236}">
                <a16:creationId xmlns:a16="http://schemas.microsoft.com/office/drawing/2014/main" id="{F0A3A393-8905-FC41-AB91-2E04F2AAEA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0852998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3" name="Rectangle 7">
            <a:extLst>
              <a:ext uri="{FF2B5EF4-FFF2-40B4-BE49-F238E27FC236}">
                <a16:creationId xmlns:a16="http://schemas.microsoft.com/office/drawing/2014/main" id="{68129C4C-8474-844B-B7B7-09FB77F060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3C825F-0EBD-DF43-A4FE-D50B6AB60FDD}" type="slidenum">
              <a:rPr lang="en-US" altLang="zh-CN" sz="1200">
                <a:latin typeface="Arial" panose="020B0604020202020204" pitchFamily="34" charset="0"/>
              </a:rPr>
              <a:pPr/>
              <a:t>185</a:t>
            </a:fld>
            <a:endParaRPr lang="en-US" altLang="zh-CN" sz="1200">
              <a:latin typeface="Arial" panose="020B0604020202020204" pitchFamily="34" charset="0"/>
            </a:endParaRPr>
          </a:p>
        </p:txBody>
      </p:sp>
      <p:sp>
        <p:nvSpPr>
          <p:cNvPr id="443394" name="Rectangle 2">
            <a:extLst>
              <a:ext uri="{FF2B5EF4-FFF2-40B4-BE49-F238E27FC236}">
                <a16:creationId xmlns:a16="http://schemas.microsoft.com/office/drawing/2014/main" id="{9A7D255F-EEB9-5245-BD5B-E0C8BE8A9864}"/>
              </a:ext>
            </a:extLst>
          </p:cNvPr>
          <p:cNvSpPr>
            <a:spLocks noGrp="1" noRot="1" noChangeAspect="1" noChangeArrowheads="1" noTextEdit="1"/>
          </p:cNvSpPr>
          <p:nvPr>
            <p:ph type="sldImg"/>
          </p:nvPr>
        </p:nvSpPr>
        <p:spPr>
          <a:ln/>
        </p:spPr>
      </p:sp>
      <p:sp>
        <p:nvSpPr>
          <p:cNvPr id="443395" name="Rectangle 3">
            <a:extLst>
              <a:ext uri="{FF2B5EF4-FFF2-40B4-BE49-F238E27FC236}">
                <a16:creationId xmlns:a16="http://schemas.microsoft.com/office/drawing/2014/main" id="{D93E2FDA-E4A3-2F48-8E16-45184D7DDE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6379133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Rectangle 7">
            <a:extLst>
              <a:ext uri="{FF2B5EF4-FFF2-40B4-BE49-F238E27FC236}">
                <a16:creationId xmlns:a16="http://schemas.microsoft.com/office/drawing/2014/main" id="{818C1E73-9EF5-C14A-A625-052C8F59AD3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8918D6-B413-9C4D-A798-91E1D883AA6A}" type="slidenum">
              <a:rPr lang="en-US" altLang="zh-CN" sz="1200">
                <a:latin typeface="Arial" panose="020B0604020202020204" pitchFamily="34" charset="0"/>
              </a:rPr>
              <a:pPr/>
              <a:t>186</a:t>
            </a:fld>
            <a:endParaRPr lang="en-US" altLang="zh-CN" sz="1200">
              <a:latin typeface="Arial" panose="020B0604020202020204" pitchFamily="34" charset="0"/>
            </a:endParaRPr>
          </a:p>
        </p:txBody>
      </p:sp>
      <p:sp>
        <p:nvSpPr>
          <p:cNvPr id="445442" name="Rectangle 2">
            <a:extLst>
              <a:ext uri="{FF2B5EF4-FFF2-40B4-BE49-F238E27FC236}">
                <a16:creationId xmlns:a16="http://schemas.microsoft.com/office/drawing/2014/main" id="{19AFB8A3-BE94-CB4F-BAFE-3694E79512EF}"/>
              </a:ext>
            </a:extLst>
          </p:cNvPr>
          <p:cNvSpPr>
            <a:spLocks noGrp="1" noRot="1" noChangeAspect="1" noChangeArrowheads="1" noTextEdit="1"/>
          </p:cNvSpPr>
          <p:nvPr>
            <p:ph type="sldImg"/>
          </p:nvPr>
        </p:nvSpPr>
        <p:spPr>
          <a:ln/>
        </p:spPr>
      </p:sp>
      <p:sp>
        <p:nvSpPr>
          <p:cNvPr id="445443" name="Rectangle 3">
            <a:extLst>
              <a:ext uri="{FF2B5EF4-FFF2-40B4-BE49-F238E27FC236}">
                <a16:creationId xmlns:a16="http://schemas.microsoft.com/office/drawing/2014/main" id="{3DC54CB1-839D-0445-90DF-FBBF61ADE47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8162797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3" name="Rectangle 7">
            <a:extLst>
              <a:ext uri="{FF2B5EF4-FFF2-40B4-BE49-F238E27FC236}">
                <a16:creationId xmlns:a16="http://schemas.microsoft.com/office/drawing/2014/main" id="{8F1A65B0-5044-184C-AF00-7BFF0E630C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85C4268-EE72-9441-B37B-B4235EA73E65}" type="slidenum">
              <a:rPr lang="en-US" altLang="zh-CN" sz="1200">
                <a:latin typeface="Arial" panose="020B0604020202020204" pitchFamily="34" charset="0"/>
              </a:rPr>
              <a:pPr/>
              <a:t>187</a:t>
            </a:fld>
            <a:endParaRPr lang="en-US" altLang="zh-CN" sz="1200">
              <a:latin typeface="Arial" panose="020B0604020202020204" pitchFamily="34" charset="0"/>
            </a:endParaRPr>
          </a:p>
        </p:txBody>
      </p:sp>
      <p:sp>
        <p:nvSpPr>
          <p:cNvPr id="453634" name="Rectangle 2">
            <a:extLst>
              <a:ext uri="{FF2B5EF4-FFF2-40B4-BE49-F238E27FC236}">
                <a16:creationId xmlns:a16="http://schemas.microsoft.com/office/drawing/2014/main" id="{11282799-8523-3C43-AA1A-2B84D5422C60}"/>
              </a:ext>
            </a:extLst>
          </p:cNvPr>
          <p:cNvSpPr>
            <a:spLocks noGrp="1" noRot="1" noChangeAspect="1" noChangeArrowheads="1" noTextEdit="1"/>
          </p:cNvSpPr>
          <p:nvPr>
            <p:ph type="sldImg"/>
          </p:nvPr>
        </p:nvSpPr>
        <p:spPr>
          <a:ln/>
        </p:spPr>
      </p:sp>
      <p:sp>
        <p:nvSpPr>
          <p:cNvPr id="453635" name="Rectangle 3">
            <a:extLst>
              <a:ext uri="{FF2B5EF4-FFF2-40B4-BE49-F238E27FC236}">
                <a16:creationId xmlns:a16="http://schemas.microsoft.com/office/drawing/2014/main" id="{E7FCDD10-1C96-5344-8212-31C8A41F2D0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080562"/>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1" name="Rectangle 7">
            <a:extLst>
              <a:ext uri="{FF2B5EF4-FFF2-40B4-BE49-F238E27FC236}">
                <a16:creationId xmlns:a16="http://schemas.microsoft.com/office/drawing/2014/main" id="{D9231BCE-3BE5-7148-ACBB-DAC91363CF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9273313-20FB-634E-AA14-75EAA1A185B1}" type="slidenum">
              <a:rPr lang="en-US" altLang="zh-CN" sz="1200">
                <a:latin typeface="Arial" panose="020B0604020202020204" pitchFamily="34" charset="0"/>
              </a:rPr>
              <a:pPr/>
              <a:t>188</a:t>
            </a:fld>
            <a:endParaRPr lang="en-US" altLang="zh-CN" sz="1200">
              <a:latin typeface="Arial" panose="020B0604020202020204" pitchFamily="34" charset="0"/>
            </a:endParaRPr>
          </a:p>
        </p:txBody>
      </p:sp>
      <p:sp>
        <p:nvSpPr>
          <p:cNvPr id="455682" name="Rectangle 2">
            <a:extLst>
              <a:ext uri="{FF2B5EF4-FFF2-40B4-BE49-F238E27FC236}">
                <a16:creationId xmlns:a16="http://schemas.microsoft.com/office/drawing/2014/main" id="{C1C2CBDD-8B3C-C841-8A90-2EB3FBB899C4}"/>
              </a:ext>
            </a:extLst>
          </p:cNvPr>
          <p:cNvSpPr>
            <a:spLocks noGrp="1" noRot="1" noChangeAspect="1" noChangeArrowheads="1" noTextEdit="1"/>
          </p:cNvSpPr>
          <p:nvPr>
            <p:ph type="sldImg"/>
          </p:nvPr>
        </p:nvSpPr>
        <p:spPr>
          <a:ln/>
        </p:spPr>
      </p:sp>
      <p:sp>
        <p:nvSpPr>
          <p:cNvPr id="455683" name="Rectangle 3">
            <a:extLst>
              <a:ext uri="{FF2B5EF4-FFF2-40B4-BE49-F238E27FC236}">
                <a16:creationId xmlns:a16="http://schemas.microsoft.com/office/drawing/2014/main" id="{C6344763-5895-8943-884C-D12DC5EABC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695390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29" name="Rectangle 7">
            <a:extLst>
              <a:ext uri="{FF2B5EF4-FFF2-40B4-BE49-F238E27FC236}">
                <a16:creationId xmlns:a16="http://schemas.microsoft.com/office/drawing/2014/main" id="{C454BB49-7EF6-A149-82B3-D25D7C12F5A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0598DD-CC62-524C-8391-783B44B8079E}" type="slidenum">
              <a:rPr lang="en-US" altLang="zh-CN" sz="1200">
                <a:latin typeface="Arial" panose="020B0604020202020204" pitchFamily="34" charset="0"/>
              </a:rPr>
              <a:pPr/>
              <a:t>189</a:t>
            </a:fld>
            <a:endParaRPr lang="en-US" altLang="zh-CN" sz="1200">
              <a:latin typeface="Arial" panose="020B0604020202020204" pitchFamily="34" charset="0"/>
            </a:endParaRPr>
          </a:p>
        </p:txBody>
      </p:sp>
      <p:sp>
        <p:nvSpPr>
          <p:cNvPr id="457730" name="Rectangle 2">
            <a:extLst>
              <a:ext uri="{FF2B5EF4-FFF2-40B4-BE49-F238E27FC236}">
                <a16:creationId xmlns:a16="http://schemas.microsoft.com/office/drawing/2014/main" id="{8F08B058-88A1-404D-90FD-8BB50A130BA4}"/>
              </a:ext>
            </a:extLst>
          </p:cNvPr>
          <p:cNvSpPr>
            <a:spLocks noGrp="1" noRot="1" noChangeAspect="1" noChangeArrowheads="1" noTextEdit="1"/>
          </p:cNvSpPr>
          <p:nvPr>
            <p:ph type="sldImg"/>
          </p:nvPr>
        </p:nvSpPr>
        <p:spPr>
          <a:ln/>
        </p:spPr>
      </p:sp>
      <p:sp>
        <p:nvSpPr>
          <p:cNvPr id="457731" name="Rectangle 3">
            <a:extLst>
              <a:ext uri="{FF2B5EF4-FFF2-40B4-BE49-F238E27FC236}">
                <a16:creationId xmlns:a16="http://schemas.microsoft.com/office/drawing/2014/main" id="{05F3CD42-C0C8-4C45-A4ED-21D015D4A3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3508386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7" name="Rectangle 7">
            <a:extLst>
              <a:ext uri="{FF2B5EF4-FFF2-40B4-BE49-F238E27FC236}">
                <a16:creationId xmlns:a16="http://schemas.microsoft.com/office/drawing/2014/main" id="{17A501BC-70CF-D747-8335-1D1A1A9DFC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0F6A8CA-CD0D-7F4F-A196-8AD32524B72F}" type="slidenum">
              <a:rPr lang="en-US" altLang="zh-CN" sz="1200">
                <a:latin typeface="Arial" panose="020B0604020202020204" pitchFamily="34" charset="0"/>
              </a:rPr>
              <a:pPr/>
              <a:t>190</a:t>
            </a:fld>
            <a:endParaRPr lang="en-US" altLang="zh-CN" sz="1200">
              <a:latin typeface="Arial" panose="020B0604020202020204" pitchFamily="34" charset="0"/>
            </a:endParaRPr>
          </a:p>
        </p:txBody>
      </p:sp>
      <p:sp>
        <p:nvSpPr>
          <p:cNvPr id="459778" name="Rectangle 2">
            <a:extLst>
              <a:ext uri="{FF2B5EF4-FFF2-40B4-BE49-F238E27FC236}">
                <a16:creationId xmlns:a16="http://schemas.microsoft.com/office/drawing/2014/main" id="{6290D4AD-775B-CF42-8D50-4CBFC8E509E4}"/>
              </a:ext>
            </a:extLst>
          </p:cNvPr>
          <p:cNvSpPr>
            <a:spLocks noGrp="1" noRot="1" noChangeAspect="1" noChangeArrowheads="1" noTextEdit="1"/>
          </p:cNvSpPr>
          <p:nvPr>
            <p:ph type="sldImg"/>
          </p:nvPr>
        </p:nvSpPr>
        <p:spPr>
          <a:ln/>
        </p:spPr>
      </p:sp>
      <p:sp>
        <p:nvSpPr>
          <p:cNvPr id="459779" name="Rectangle 3">
            <a:extLst>
              <a:ext uri="{FF2B5EF4-FFF2-40B4-BE49-F238E27FC236}">
                <a16:creationId xmlns:a16="http://schemas.microsoft.com/office/drawing/2014/main" id="{EDCEF7CB-5925-654D-8B04-22B1A331B28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7356632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5" name="Rectangle 7">
            <a:extLst>
              <a:ext uri="{FF2B5EF4-FFF2-40B4-BE49-F238E27FC236}">
                <a16:creationId xmlns:a16="http://schemas.microsoft.com/office/drawing/2014/main" id="{67C01CB1-B89F-CC4A-AC6D-C0C4B9D3514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563C8C2-61EE-B241-ACC9-8D2EB41AC75C}" type="slidenum">
              <a:rPr lang="en-US" altLang="zh-CN" sz="1200">
                <a:latin typeface="Arial" panose="020B0604020202020204" pitchFamily="34" charset="0"/>
              </a:rPr>
              <a:pPr/>
              <a:t>191</a:t>
            </a:fld>
            <a:endParaRPr lang="en-US" altLang="zh-CN" sz="1200">
              <a:latin typeface="Arial" panose="020B0604020202020204" pitchFamily="34" charset="0"/>
            </a:endParaRPr>
          </a:p>
        </p:txBody>
      </p:sp>
      <p:sp>
        <p:nvSpPr>
          <p:cNvPr id="461826" name="Rectangle 2">
            <a:extLst>
              <a:ext uri="{FF2B5EF4-FFF2-40B4-BE49-F238E27FC236}">
                <a16:creationId xmlns:a16="http://schemas.microsoft.com/office/drawing/2014/main" id="{6DF0B8C6-89DF-D445-9493-B97A8E055CE6}"/>
              </a:ext>
            </a:extLst>
          </p:cNvPr>
          <p:cNvSpPr>
            <a:spLocks noGrp="1" noRot="1" noChangeAspect="1" noChangeArrowheads="1" noTextEdit="1"/>
          </p:cNvSpPr>
          <p:nvPr>
            <p:ph type="sldImg"/>
          </p:nvPr>
        </p:nvSpPr>
        <p:spPr>
          <a:ln/>
        </p:spPr>
      </p:sp>
      <p:sp>
        <p:nvSpPr>
          <p:cNvPr id="461827" name="Rectangle 3">
            <a:extLst>
              <a:ext uri="{FF2B5EF4-FFF2-40B4-BE49-F238E27FC236}">
                <a16:creationId xmlns:a16="http://schemas.microsoft.com/office/drawing/2014/main" id="{20F7769A-D618-A84A-9A57-2F3B01518B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37171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7" name="Rectangle 7">
            <a:extLst>
              <a:ext uri="{FF2B5EF4-FFF2-40B4-BE49-F238E27FC236}">
                <a16:creationId xmlns:a16="http://schemas.microsoft.com/office/drawing/2014/main" id="{825649D3-218A-C642-98CD-AD421994B38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FC786F-1A2A-E94E-9BDC-A953B8FE8C5F}" type="slidenum">
              <a:rPr lang="en-US" altLang="zh-CN" sz="1200">
                <a:latin typeface="Arial" panose="020B0604020202020204" pitchFamily="34" charset="0"/>
              </a:rPr>
              <a:pPr/>
              <a:t>193</a:t>
            </a:fld>
            <a:endParaRPr lang="en-US" altLang="zh-CN" sz="1200">
              <a:latin typeface="Arial" panose="020B0604020202020204" pitchFamily="34" charset="0"/>
            </a:endParaRPr>
          </a:p>
        </p:txBody>
      </p:sp>
      <p:sp>
        <p:nvSpPr>
          <p:cNvPr id="464898" name="Rectangle 2">
            <a:extLst>
              <a:ext uri="{FF2B5EF4-FFF2-40B4-BE49-F238E27FC236}">
                <a16:creationId xmlns:a16="http://schemas.microsoft.com/office/drawing/2014/main" id="{C2B2F830-8550-7B41-BEFD-2CBE8F0457B9}"/>
              </a:ext>
            </a:extLst>
          </p:cNvPr>
          <p:cNvSpPr>
            <a:spLocks noGrp="1" noRot="1" noChangeAspect="1" noChangeArrowheads="1" noTextEdit="1"/>
          </p:cNvSpPr>
          <p:nvPr>
            <p:ph type="sldImg"/>
          </p:nvPr>
        </p:nvSpPr>
        <p:spPr>
          <a:xfrm>
            <a:off x="139700" y="768350"/>
            <a:ext cx="6819900" cy="3836988"/>
          </a:xfrm>
          <a:ln/>
        </p:spPr>
      </p:sp>
      <p:sp>
        <p:nvSpPr>
          <p:cNvPr id="464899" name="Rectangle 3">
            <a:extLst>
              <a:ext uri="{FF2B5EF4-FFF2-40B4-BE49-F238E27FC236}">
                <a16:creationId xmlns:a16="http://schemas.microsoft.com/office/drawing/2014/main" id="{A6B493A3-46B8-F742-9267-866FC08657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38388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Rectangle 7">
            <a:extLst>
              <a:ext uri="{FF2B5EF4-FFF2-40B4-BE49-F238E27FC236}">
                <a16:creationId xmlns:a16="http://schemas.microsoft.com/office/drawing/2014/main" id="{BBB1EC68-3895-E542-80D6-58F174023E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5A9050A-6B31-C84E-98F1-217EDFDC88EC}" type="slidenum">
              <a:rPr lang="en-US" altLang="zh-CN" sz="1200">
                <a:latin typeface="Arial" panose="020B0604020202020204" pitchFamily="34" charset="0"/>
              </a:rPr>
              <a:pPr/>
              <a:t>194</a:t>
            </a:fld>
            <a:endParaRPr lang="en-US" altLang="zh-CN" sz="1200">
              <a:latin typeface="Arial" panose="020B0604020202020204" pitchFamily="34" charset="0"/>
            </a:endParaRPr>
          </a:p>
        </p:txBody>
      </p:sp>
      <p:sp>
        <p:nvSpPr>
          <p:cNvPr id="466946" name="Rectangle 2">
            <a:extLst>
              <a:ext uri="{FF2B5EF4-FFF2-40B4-BE49-F238E27FC236}">
                <a16:creationId xmlns:a16="http://schemas.microsoft.com/office/drawing/2014/main" id="{A11FFA4C-D274-CE42-8AC4-EAA6901A46A1}"/>
              </a:ext>
            </a:extLst>
          </p:cNvPr>
          <p:cNvSpPr>
            <a:spLocks noGrp="1" noRot="1" noChangeAspect="1" noChangeArrowheads="1" noTextEdit="1"/>
          </p:cNvSpPr>
          <p:nvPr>
            <p:ph type="sldImg"/>
          </p:nvPr>
        </p:nvSpPr>
        <p:spPr>
          <a:xfrm>
            <a:off x="992188" y="768350"/>
            <a:ext cx="5114925" cy="3836988"/>
          </a:xfrm>
          <a:ln/>
        </p:spPr>
      </p:sp>
      <p:sp>
        <p:nvSpPr>
          <p:cNvPr id="466947" name="Rectangle 3">
            <a:extLst>
              <a:ext uri="{FF2B5EF4-FFF2-40B4-BE49-F238E27FC236}">
                <a16:creationId xmlns:a16="http://schemas.microsoft.com/office/drawing/2014/main" id="{CECC9109-BC3C-514D-A9D3-9F44508EFF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605346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7" name="Rectangle 7">
            <a:extLst>
              <a:ext uri="{FF2B5EF4-FFF2-40B4-BE49-F238E27FC236}">
                <a16:creationId xmlns:a16="http://schemas.microsoft.com/office/drawing/2014/main" id="{5D29F060-971A-6B48-9FF3-740567AC91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95358A-9706-DD46-AA5A-B4481A81CDD9}" type="slidenum">
              <a:rPr lang="en-US" altLang="zh-CN" sz="1200">
                <a:latin typeface="Arial" panose="020B0604020202020204" pitchFamily="34" charset="0"/>
              </a:rPr>
              <a:pPr/>
              <a:t>196</a:t>
            </a:fld>
            <a:endParaRPr lang="en-US" altLang="zh-CN" sz="1200">
              <a:latin typeface="Arial" panose="020B0604020202020204" pitchFamily="34" charset="0"/>
            </a:endParaRPr>
          </a:p>
        </p:txBody>
      </p:sp>
      <p:sp>
        <p:nvSpPr>
          <p:cNvPr id="470018" name="Rectangle 2">
            <a:extLst>
              <a:ext uri="{FF2B5EF4-FFF2-40B4-BE49-F238E27FC236}">
                <a16:creationId xmlns:a16="http://schemas.microsoft.com/office/drawing/2014/main" id="{719848C0-5699-874B-95A8-25A5C2736B5D}"/>
              </a:ext>
            </a:extLst>
          </p:cNvPr>
          <p:cNvSpPr>
            <a:spLocks noGrp="1" noRot="1" noChangeAspect="1" noChangeArrowheads="1" noTextEdit="1"/>
          </p:cNvSpPr>
          <p:nvPr>
            <p:ph type="sldImg"/>
          </p:nvPr>
        </p:nvSpPr>
        <p:spPr>
          <a:xfrm>
            <a:off x="139700" y="768350"/>
            <a:ext cx="6819900" cy="3836988"/>
          </a:xfrm>
          <a:ln/>
        </p:spPr>
      </p:sp>
      <p:sp>
        <p:nvSpPr>
          <p:cNvPr id="470019" name="Rectangle 3">
            <a:extLst>
              <a:ext uri="{FF2B5EF4-FFF2-40B4-BE49-F238E27FC236}">
                <a16:creationId xmlns:a16="http://schemas.microsoft.com/office/drawing/2014/main" id="{DD420592-7508-3646-938B-387E24698F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4162964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5" name="Rectangle 7">
            <a:extLst>
              <a:ext uri="{FF2B5EF4-FFF2-40B4-BE49-F238E27FC236}">
                <a16:creationId xmlns:a16="http://schemas.microsoft.com/office/drawing/2014/main" id="{154539AF-454E-DD45-B6EB-9B7AEB0A47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B00D4D-8D54-BC4F-A0A1-A71C8B3CB85E}" type="slidenum">
              <a:rPr lang="en-US" altLang="zh-CN" sz="1200">
                <a:latin typeface="Arial" panose="020B0604020202020204" pitchFamily="34" charset="0"/>
              </a:rPr>
              <a:pPr/>
              <a:t>197</a:t>
            </a:fld>
            <a:endParaRPr lang="en-US" altLang="zh-CN" sz="1200">
              <a:latin typeface="Arial" panose="020B0604020202020204" pitchFamily="34" charset="0"/>
            </a:endParaRPr>
          </a:p>
        </p:txBody>
      </p:sp>
      <p:sp>
        <p:nvSpPr>
          <p:cNvPr id="472066" name="Rectangle 2">
            <a:extLst>
              <a:ext uri="{FF2B5EF4-FFF2-40B4-BE49-F238E27FC236}">
                <a16:creationId xmlns:a16="http://schemas.microsoft.com/office/drawing/2014/main" id="{73B190DD-A207-3649-9867-F232EF5F87C8}"/>
              </a:ext>
            </a:extLst>
          </p:cNvPr>
          <p:cNvSpPr>
            <a:spLocks noGrp="1" noRot="1" noChangeAspect="1" noChangeArrowheads="1" noTextEdit="1"/>
          </p:cNvSpPr>
          <p:nvPr>
            <p:ph type="sldImg"/>
          </p:nvPr>
        </p:nvSpPr>
        <p:spPr>
          <a:xfrm>
            <a:off x="992188" y="768350"/>
            <a:ext cx="5114925" cy="3836988"/>
          </a:xfrm>
          <a:ln/>
        </p:spPr>
      </p:sp>
      <p:sp>
        <p:nvSpPr>
          <p:cNvPr id="472067" name="Rectangle 3">
            <a:extLst>
              <a:ext uri="{FF2B5EF4-FFF2-40B4-BE49-F238E27FC236}">
                <a16:creationId xmlns:a16="http://schemas.microsoft.com/office/drawing/2014/main" id="{2D2B500E-129B-7042-8E6C-120A341158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7305313"/>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3" name="Rectangle 7">
            <a:extLst>
              <a:ext uri="{FF2B5EF4-FFF2-40B4-BE49-F238E27FC236}">
                <a16:creationId xmlns:a16="http://schemas.microsoft.com/office/drawing/2014/main" id="{DDA2DB15-6B43-304F-A6DF-042A06248F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8FC87-E950-F843-9201-61210EC3E58A}" type="slidenum">
              <a:rPr lang="en-US" altLang="zh-CN" sz="1200">
                <a:latin typeface="Arial" panose="020B0604020202020204" pitchFamily="34" charset="0"/>
              </a:rPr>
              <a:pPr/>
              <a:t>198</a:t>
            </a:fld>
            <a:endParaRPr lang="en-US" altLang="zh-CN" sz="1200">
              <a:latin typeface="Arial" panose="020B0604020202020204" pitchFamily="34" charset="0"/>
            </a:endParaRPr>
          </a:p>
        </p:txBody>
      </p:sp>
      <p:sp>
        <p:nvSpPr>
          <p:cNvPr id="474114" name="Rectangle 2">
            <a:extLst>
              <a:ext uri="{FF2B5EF4-FFF2-40B4-BE49-F238E27FC236}">
                <a16:creationId xmlns:a16="http://schemas.microsoft.com/office/drawing/2014/main" id="{3AB34743-BBE7-6744-928E-F9CBA2798D04}"/>
              </a:ext>
            </a:extLst>
          </p:cNvPr>
          <p:cNvSpPr>
            <a:spLocks noGrp="1" noRot="1" noChangeAspect="1" noChangeArrowheads="1" noTextEdit="1"/>
          </p:cNvSpPr>
          <p:nvPr>
            <p:ph type="sldImg"/>
          </p:nvPr>
        </p:nvSpPr>
        <p:spPr>
          <a:xfrm>
            <a:off x="992188" y="768350"/>
            <a:ext cx="5114925" cy="3836988"/>
          </a:xfrm>
          <a:ln/>
        </p:spPr>
      </p:sp>
      <p:sp>
        <p:nvSpPr>
          <p:cNvPr id="474115" name="Rectangle 3">
            <a:extLst>
              <a:ext uri="{FF2B5EF4-FFF2-40B4-BE49-F238E27FC236}">
                <a16:creationId xmlns:a16="http://schemas.microsoft.com/office/drawing/2014/main" id="{4D2EBF75-C3FC-FE49-B2A1-CAEAD9793EB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2549959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5" name="Rectangle 7">
            <a:extLst>
              <a:ext uri="{FF2B5EF4-FFF2-40B4-BE49-F238E27FC236}">
                <a16:creationId xmlns:a16="http://schemas.microsoft.com/office/drawing/2014/main" id="{A8D3DA7F-C3B5-B245-A02C-45A373A8205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1FEE62-7342-F447-B61D-70BCC4ADAB86}" type="slidenum">
              <a:rPr lang="en-US" altLang="zh-CN" sz="1200">
                <a:latin typeface="Arial" panose="020B0604020202020204" pitchFamily="34" charset="0"/>
              </a:rPr>
              <a:pPr/>
              <a:t>200</a:t>
            </a:fld>
            <a:endParaRPr lang="en-US" altLang="zh-CN" sz="1200">
              <a:latin typeface="Arial" panose="020B0604020202020204" pitchFamily="34" charset="0"/>
            </a:endParaRPr>
          </a:p>
        </p:txBody>
      </p:sp>
      <p:sp>
        <p:nvSpPr>
          <p:cNvPr id="477186" name="Rectangle 2">
            <a:extLst>
              <a:ext uri="{FF2B5EF4-FFF2-40B4-BE49-F238E27FC236}">
                <a16:creationId xmlns:a16="http://schemas.microsoft.com/office/drawing/2014/main" id="{46D991FA-458A-C142-A29D-A712B8E2073A}"/>
              </a:ext>
            </a:extLst>
          </p:cNvPr>
          <p:cNvSpPr>
            <a:spLocks noGrp="1" noRot="1" noChangeAspect="1" noChangeArrowheads="1" noTextEdit="1"/>
          </p:cNvSpPr>
          <p:nvPr>
            <p:ph type="sldImg"/>
          </p:nvPr>
        </p:nvSpPr>
        <p:spPr>
          <a:xfrm>
            <a:off x="992188" y="768350"/>
            <a:ext cx="5114925" cy="3836988"/>
          </a:xfrm>
          <a:ln/>
        </p:spPr>
      </p:sp>
      <p:sp>
        <p:nvSpPr>
          <p:cNvPr id="477187" name="Rectangle 3">
            <a:extLst>
              <a:ext uri="{FF2B5EF4-FFF2-40B4-BE49-F238E27FC236}">
                <a16:creationId xmlns:a16="http://schemas.microsoft.com/office/drawing/2014/main" id="{5824C810-7004-9A40-A1C6-3089D5BAAB9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858049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3" name="Rectangle 7">
            <a:extLst>
              <a:ext uri="{FF2B5EF4-FFF2-40B4-BE49-F238E27FC236}">
                <a16:creationId xmlns:a16="http://schemas.microsoft.com/office/drawing/2014/main" id="{038BC777-2D5B-3149-90DF-23581743D0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54D8CCA-AEDC-2C47-AD23-2B5739866887}" type="slidenum">
              <a:rPr lang="en-US" altLang="zh-CN" sz="1200">
                <a:latin typeface="Arial" panose="020B0604020202020204" pitchFamily="34" charset="0"/>
              </a:rPr>
              <a:pPr/>
              <a:t>201</a:t>
            </a:fld>
            <a:endParaRPr lang="en-US" altLang="zh-CN" sz="1200">
              <a:latin typeface="Arial" panose="020B0604020202020204" pitchFamily="34" charset="0"/>
            </a:endParaRPr>
          </a:p>
        </p:txBody>
      </p:sp>
      <p:sp>
        <p:nvSpPr>
          <p:cNvPr id="479234" name="Rectangle 2">
            <a:extLst>
              <a:ext uri="{FF2B5EF4-FFF2-40B4-BE49-F238E27FC236}">
                <a16:creationId xmlns:a16="http://schemas.microsoft.com/office/drawing/2014/main" id="{526AFC54-ACA4-B34E-B6C9-5FF89092321F}"/>
              </a:ext>
            </a:extLst>
          </p:cNvPr>
          <p:cNvSpPr>
            <a:spLocks noGrp="1" noRot="1" noChangeAspect="1" noChangeArrowheads="1" noTextEdit="1"/>
          </p:cNvSpPr>
          <p:nvPr>
            <p:ph type="sldImg"/>
          </p:nvPr>
        </p:nvSpPr>
        <p:spPr>
          <a:xfrm>
            <a:off x="992188" y="768350"/>
            <a:ext cx="5114925" cy="3836988"/>
          </a:xfrm>
          <a:ln/>
        </p:spPr>
      </p:sp>
      <p:sp>
        <p:nvSpPr>
          <p:cNvPr id="479235" name="Rectangle 3">
            <a:extLst>
              <a:ext uri="{FF2B5EF4-FFF2-40B4-BE49-F238E27FC236}">
                <a16:creationId xmlns:a16="http://schemas.microsoft.com/office/drawing/2014/main" id="{4D7C6649-368F-C44A-8987-E347A7664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1907135"/>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Rectangle 7">
            <a:extLst>
              <a:ext uri="{FF2B5EF4-FFF2-40B4-BE49-F238E27FC236}">
                <a16:creationId xmlns:a16="http://schemas.microsoft.com/office/drawing/2014/main" id="{D5F075BA-EA53-C949-8351-70008FF501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E904692-A99D-C444-AB6C-3F829980CFD4}" type="slidenum">
              <a:rPr lang="en-US" altLang="zh-CN" sz="1200">
                <a:latin typeface="Arial" panose="020B0604020202020204" pitchFamily="34" charset="0"/>
              </a:rPr>
              <a:pPr/>
              <a:t>205</a:t>
            </a:fld>
            <a:endParaRPr lang="en-US" altLang="zh-CN" sz="1200">
              <a:latin typeface="Arial" panose="020B0604020202020204" pitchFamily="34" charset="0"/>
            </a:endParaRPr>
          </a:p>
        </p:txBody>
      </p:sp>
      <p:sp>
        <p:nvSpPr>
          <p:cNvPr id="484354" name="Rectangle 2">
            <a:extLst>
              <a:ext uri="{FF2B5EF4-FFF2-40B4-BE49-F238E27FC236}">
                <a16:creationId xmlns:a16="http://schemas.microsoft.com/office/drawing/2014/main" id="{5BAEFE66-766C-F54B-8F23-E75CAFDB68B5}"/>
              </a:ext>
            </a:extLst>
          </p:cNvPr>
          <p:cNvSpPr>
            <a:spLocks noGrp="1" noRot="1" noChangeAspect="1" noChangeArrowheads="1" noTextEdit="1"/>
          </p:cNvSpPr>
          <p:nvPr>
            <p:ph type="sldImg"/>
          </p:nvPr>
        </p:nvSpPr>
        <p:spPr>
          <a:xfrm>
            <a:off x="139700" y="768350"/>
            <a:ext cx="6819900" cy="3836988"/>
          </a:xfrm>
          <a:ln/>
        </p:spPr>
      </p:sp>
      <p:sp>
        <p:nvSpPr>
          <p:cNvPr id="484355" name="Rectangle 3">
            <a:extLst>
              <a:ext uri="{FF2B5EF4-FFF2-40B4-BE49-F238E27FC236}">
                <a16:creationId xmlns:a16="http://schemas.microsoft.com/office/drawing/2014/main" id="{A02B3004-6449-8A41-AD89-4DA4B243331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4889927"/>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7" name="Rectangle 7">
            <a:extLst>
              <a:ext uri="{FF2B5EF4-FFF2-40B4-BE49-F238E27FC236}">
                <a16:creationId xmlns:a16="http://schemas.microsoft.com/office/drawing/2014/main" id="{100A537E-3011-BA40-94C4-6140A1D743E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EA19D15-9062-3C43-91CF-29A6081D81E5}" type="slidenum">
              <a:rPr lang="en-US" altLang="zh-CN" sz="1200">
                <a:latin typeface="Arial" panose="020B0604020202020204" pitchFamily="34" charset="0"/>
              </a:rPr>
              <a:pPr/>
              <a:t>215</a:t>
            </a:fld>
            <a:endParaRPr lang="en-US" altLang="zh-CN" sz="1200">
              <a:latin typeface="Arial" panose="020B0604020202020204" pitchFamily="34" charset="0"/>
            </a:endParaRPr>
          </a:p>
        </p:txBody>
      </p:sp>
      <p:sp>
        <p:nvSpPr>
          <p:cNvPr id="495618" name="Rectangle 2">
            <a:extLst>
              <a:ext uri="{FF2B5EF4-FFF2-40B4-BE49-F238E27FC236}">
                <a16:creationId xmlns:a16="http://schemas.microsoft.com/office/drawing/2014/main" id="{D4AF56CC-9F49-4145-BBE8-E29D58B2F32E}"/>
              </a:ext>
            </a:extLst>
          </p:cNvPr>
          <p:cNvSpPr>
            <a:spLocks noGrp="1" noRot="1" noChangeAspect="1" noChangeArrowheads="1" noTextEdit="1"/>
          </p:cNvSpPr>
          <p:nvPr>
            <p:ph type="sldImg"/>
          </p:nvPr>
        </p:nvSpPr>
        <p:spPr>
          <a:xfrm>
            <a:off x="992188" y="768350"/>
            <a:ext cx="5114925" cy="3836988"/>
          </a:xfrm>
          <a:ln/>
        </p:spPr>
      </p:sp>
      <p:sp>
        <p:nvSpPr>
          <p:cNvPr id="495619" name="Rectangle 3">
            <a:extLst>
              <a:ext uri="{FF2B5EF4-FFF2-40B4-BE49-F238E27FC236}">
                <a16:creationId xmlns:a16="http://schemas.microsoft.com/office/drawing/2014/main" id="{C357CD29-1AE4-A845-BA38-8D16DB2654C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9600814"/>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Rectangle 7">
            <a:extLst>
              <a:ext uri="{FF2B5EF4-FFF2-40B4-BE49-F238E27FC236}">
                <a16:creationId xmlns:a16="http://schemas.microsoft.com/office/drawing/2014/main" id="{EC888599-16E4-6644-8E93-1517614D7C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E3825C-3E4A-6D4C-86C5-B8494D12CFD1}" type="slidenum">
              <a:rPr lang="en-US" altLang="zh-CN" sz="1200">
                <a:latin typeface="Arial" panose="020B0604020202020204" pitchFamily="34" charset="0"/>
              </a:rPr>
              <a:pPr/>
              <a:t>216</a:t>
            </a:fld>
            <a:endParaRPr lang="en-US" altLang="zh-CN" sz="1200">
              <a:latin typeface="Arial" panose="020B0604020202020204" pitchFamily="34" charset="0"/>
            </a:endParaRPr>
          </a:p>
        </p:txBody>
      </p:sp>
      <p:sp>
        <p:nvSpPr>
          <p:cNvPr id="497666" name="Rectangle 2">
            <a:extLst>
              <a:ext uri="{FF2B5EF4-FFF2-40B4-BE49-F238E27FC236}">
                <a16:creationId xmlns:a16="http://schemas.microsoft.com/office/drawing/2014/main" id="{9A776049-D46E-3648-AA08-721AD1EFFBE4}"/>
              </a:ext>
            </a:extLst>
          </p:cNvPr>
          <p:cNvSpPr>
            <a:spLocks noGrp="1" noRot="1" noChangeAspect="1" noChangeArrowheads="1" noTextEdit="1"/>
          </p:cNvSpPr>
          <p:nvPr>
            <p:ph type="sldImg"/>
          </p:nvPr>
        </p:nvSpPr>
        <p:spPr>
          <a:xfrm>
            <a:off x="992188" y="768350"/>
            <a:ext cx="5114925" cy="3836988"/>
          </a:xfrm>
          <a:ln/>
        </p:spPr>
      </p:sp>
      <p:sp>
        <p:nvSpPr>
          <p:cNvPr id="497667" name="Rectangle 3">
            <a:extLst>
              <a:ext uri="{FF2B5EF4-FFF2-40B4-BE49-F238E27FC236}">
                <a16:creationId xmlns:a16="http://schemas.microsoft.com/office/drawing/2014/main" id="{E85E80B9-65C4-2541-A53F-9216EB06A9C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7744794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7" name="Rectangle 7">
            <a:extLst>
              <a:ext uri="{FF2B5EF4-FFF2-40B4-BE49-F238E27FC236}">
                <a16:creationId xmlns:a16="http://schemas.microsoft.com/office/drawing/2014/main" id="{E4B3047E-5BBB-804C-A28A-7BA4A65C109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323DF04-F4EF-5742-9E0B-BEE8E3F0E0DF}" type="slidenum">
              <a:rPr lang="en-US" altLang="zh-CN" sz="1200">
                <a:latin typeface="Arial" panose="020B0604020202020204" pitchFamily="34" charset="0"/>
              </a:rPr>
              <a:pPr/>
              <a:t>218</a:t>
            </a:fld>
            <a:endParaRPr lang="en-US" altLang="zh-CN" sz="1200">
              <a:latin typeface="Arial" panose="020B0604020202020204" pitchFamily="34" charset="0"/>
            </a:endParaRPr>
          </a:p>
        </p:txBody>
      </p:sp>
      <p:sp>
        <p:nvSpPr>
          <p:cNvPr id="500738" name="Rectangle 2">
            <a:extLst>
              <a:ext uri="{FF2B5EF4-FFF2-40B4-BE49-F238E27FC236}">
                <a16:creationId xmlns:a16="http://schemas.microsoft.com/office/drawing/2014/main" id="{D4AD9C12-5194-FE4E-9F92-B9D4D0980135}"/>
              </a:ext>
            </a:extLst>
          </p:cNvPr>
          <p:cNvSpPr>
            <a:spLocks noGrp="1" noRot="1" noChangeAspect="1" noChangeArrowheads="1" noTextEdit="1"/>
          </p:cNvSpPr>
          <p:nvPr>
            <p:ph type="sldImg"/>
          </p:nvPr>
        </p:nvSpPr>
        <p:spPr>
          <a:xfrm>
            <a:off x="992188" y="768350"/>
            <a:ext cx="5114925" cy="3836988"/>
          </a:xfrm>
          <a:ln/>
        </p:spPr>
      </p:sp>
      <p:sp>
        <p:nvSpPr>
          <p:cNvPr id="500739" name="Rectangle 3">
            <a:extLst>
              <a:ext uri="{FF2B5EF4-FFF2-40B4-BE49-F238E27FC236}">
                <a16:creationId xmlns:a16="http://schemas.microsoft.com/office/drawing/2014/main" id="{FB5284D2-F9C1-E140-9DF3-E4FC6BFFE5E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0819673"/>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5" name="Rectangle 7">
            <a:extLst>
              <a:ext uri="{FF2B5EF4-FFF2-40B4-BE49-F238E27FC236}">
                <a16:creationId xmlns:a16="http://schemas.microsoft.com/office/drawing/2014/main" id="{1B169699-5B57-6647-A38C-EF718DF6D2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304DB5-2954-DB49-8B69-5E705890A24F}" type="slidenum">
              <a:rPr lang="en-US" altLang="zh-CN" sz="1200">
                <a:latin typeface="Arial" panose="020B0604020202020204" pitchFamily="34" charset="0"/>
              </a:rPr>
              <a:pPr/>
              <a:t>219</a:t>
            </a:fld>
            <a:endParaRPr lang="en-US" altLang="zh-CN" sz="1200">
              <a:latin typeface="Arial" panose="020B0604020202020204" pitchFamily="34" charset="0"/>
            </a:endParaRPr>
          </a:p>
        </p:txBody>
      </p:sp>
      <p:sp>
        <p:nvSpPr>
          <p:cNvPr id="502786" name="Rectangle 2">
            <a:extLst>
              <a:ext uri="{FF2B5EF4-FFF2-40B4-BE49-F238E27FC236}">
                <a16:creationId xmlns:a16="http://schemas.microsoft.com/office/drawing/2014/main" id="{13E46B58-FD03-0943-947A-65950A28D08E}"/>
              </a:ext>
            </a:extLst>
          </p:cNvPr>
          <p:cNvSpPr>
            <a:spLocks noGrp="1" noRot="1" noChangeAspect="1" noChangeArrowheads="1" noTextEdit="1"/>
          </p:cNvSpPr>
          <p:nvPr>
            <p:ph type="sldImg"/>
          </p:nvPr>
        </p:nvSpPr>
        <p:spPr>
          <a:xfrm>
            <a:off x="992188" y="768350"/>
            <a:ext cx="5114925" cy="3836988"/>
          </a:xfrm>
          <a:ln/>
        </p:spPr>
      </p:sp>
      <p:sp>
        <p:nvSpPr>
          <p:cNvPr id="502787" name="Rectangle 3">
            <a:extLst>
              <a:ext uri="{FF2B5EF4-FFF2-40B4-BE49-F238E27FC236}">
                <a16:creationId xmlns:a16="http://schemas.microsoft.com/office/drawing/2014/main" id="{C1A5AFB2-E0CD-784C-B14F-70FF7A475B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562065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3" name="Rectangle 7">
            <a:extLst>
              <a:ext uri="{FF2B5EF4-FFF2-40B4-BE49-F238E27FC236}">
                <a16:creationId xmlns:a16="http://schemas.microsoft.com/office/drawing/2014/main" id="{7B9FD5E7-A65C-5D42-810E-DD1D1ABD9BC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EDD918-4D28-DF4E-9DC1-B92FC13150C8}" type="slidenum">
              <a:rPr lang="en-US" altLang="zh-CN" sz="1200">
                <a:latin typeface="Arial" panose="020B0604020202020204" pitchFamily="34" charset="0"/>
              </a:rPr>
              <a:pPr/>
              <a:t>220</a:t>
            </a:fld>
            <a:endParaRPr lang="en-US" altLang="zh-CN" sz="1200">
              <a:latin typeface="Arial" panose="020B0604020202020204" pitchFamily="34" charset="0"/>
            </a:endParaRPr>
          </a:p>
        </p:txBody>
      </p:sp>
      <p:sp>
        <p:nvSpPr>
          <p:cNvPr id="504834" name="Rectangle 2">
            <a:extLst>
              <a:ext uri="{FF2B5EF4-FFF2-40B4-BE49-F238E27FC236}">
                <a16:creationId xmlns:a16="http://schemas.microsoft.com/office/drawing/2014/main" id="{D5191EE9-3D96-9D4D-B07F-00E891B89E3B}"/>
              </a:ext>
            </a:extLst>
          </p:cNvPr>
          <p:cNvSpPr>
            <a:spLocks noGrp="1" noRot="1" noChangeAspect="1" noChangeArrowheads="1" noTextEdit="1"/>
          </p:cNvSpPr>
          <p:nvPr>
            <p:ph type="sldImg"/>
          </p:nvPr>
        </p:nvSpPr>
        <p:spPr>
          <a:xfrm>
            <a:off x="992188" y="768350"/>
            <a:ext cx="5114925" cy="3836988"/>
          </a:xfrm>
          <a:ln/>
        </p:spPr>
      </p:sp>
      <p:sp>
        <p:nvSpPr>
          <p:cNvPr id="504835" name="Rectangle 3">
            <a:extLst>
              <a:ext uri="{FF2B5EF4-FFF2-40B4-BE49-F238E27FC236}">
                <a16:creationId xmlns:a16="http://schemas.microsoft.com/office/drawing/2014/main" id="{32C4631F-0804-8C4B-A659-378478656C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8118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1" name="Rectangle 7">
            <a:extLst>
              <a:ext uri="{FF2B5EF4-FFF2-40B4-BE49-F238E27FC236}">
                <a16:creationId xmlns:a16="http://schemas.microsoft.com/office/drawing/2014/main" id="{81EC5A07-DFC9-5844-9860-06FD6D7A6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7E79F8-EC14-434E-BC22-2CA92DB0FAA1}" type="slidenum">
              <a:rPr lang="en-US" altLang="zh-CN" sz="1200">
                <a:latin typeface="Arial" panose="020B0604020202020204" pitchFamily="34" charset="0"/>
              </a:rPr>
              <a:pPr/>
              <a:t>221</a:t>
            </a:fld>
            <a:endParaRPr lang="en-US" altLang="zh-CN" sz="1200">
              <a:latin typeface="Arial" panose="020B0604020202020204" pitchFamily="34" charset="0"/>
            </a:endParaRPr>
          </a:p>
        </p:txBody>
      </p:sp>
      <p:sp>
        <p:nvSpPr>
          <p:cNvPr id="506882" name="Rectangle 2">
            <a:extLst>
              <a:ext uri="{FF2B5EF4-FFF2-40B4-BE49-F238E27FC236}">
                <a16:creationId xmlns:a16="http://schemas.microsoft.com/office/drawing/2014/main" id="{54253913-1ED9-3C4F-8A0E-32FD1F09B415}"/>
              </a:ext>
            </a:extLst>
          </p:cNvPr>
          <p:cNvSpPr>
            <a:spLocks noGrp="1" noRot="1" noChangeAspect="1" noChangeArrowheads="1" noTextEdit="1"/>
          </p:cNvSpPr>
          <p:nvPr>
            <p:ph type="sldImg"/>
          </p:nvPr>
        </p:nvSpPr>
        <p:spPr>
          <a:xfrm>
            <a:off x="992188" y="768350"/>
            <a:ext cx="5114925" cy="3836988"/>
          </a:xfrm>
          <a:ln/>
        </p:spPr>
      </p:sp>
      <p:sp>
        <p:nvSpPr>
          <p:cNvPr id="506883" name="Rectangle 3">
            <a:extLst>
              <a:ext uri="{FF2B5EF4-FFF2-40B4-BE49-F238E27FC236}">
                <a16:creationId xmlns:a16="http://schemas.microsoft.com/office/drawing/2014/main" id="{95D9D7E1-1378-3040-A91E-8BB8F01AE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6385185"/>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29" name="Rectangle 7">
            <a:extLst>
              <a:ext uri="{FF2B5EF4-FFF2-40B4-BE49-F238E27FC236}">
                <a16:creationId xmlns:a16="http://schemas.microsoft.com/office/drawing/2014/main" id="{74943389-2A91-2541-8027-D6B389A43D7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0EBBF0-86BE-8E45-9B15-663A377781FB}" type="slidenum">
              <a:rPr lang="en-US" altLang="zh-CN" sz="1200">
                <a:latin typeface="Arial" panose="020B0604020202020204" pitchFamily="34" charset="0"/>
              </a:rPr>
              <a:pPr/>
              <a:t>222</a:t>
            </a:fld>
            <a:endParaRPr lang="en-US" altLang="zh-CN" sz="1200">
              <a:latin typeface="Arial" panose="020B0604020202020204" pitchFamily="34" charset="0"/>
            </a:endParaRPr>
          </a:p>
        </p:txBody>
      </p:sp>
      <p:sp>
        <p:nvSpPr>
          <p:cNvPr id="508930" name="Rectangle 2">
            <a:extLst>
              <a:ext uri="{FF2B5EF4-FFF2-40B4-BE49-F238E27FC236}">
                <a16:creationId xmlns:a16="http://schemas.microsoft.com/office/drawing/2014/main" id="{37CD1FEF-BAF3-A742-9E7B-412A30064ED5}"/>
              </a:ext>
            </a:extLst>
          </p:cNvPr>
          <p:cNvSpPr>
            <a:spLocks noGrp="1" noRot="1" noChangeAspect="1" noChangeArrowheads="1" noTextEdit="1"/>
          </p:cNvSpPr>
          <p:nvPr>
            <p:ph type="sldImg"/>
          </p:nvPr>
        </p:nvSpPr>
        <p:spPr>
          <a:xfrm>
            <a:off x="139700" y="768350"/>
            <a:ext cx="6819900" cy="3836988"/>
          </a:xfrm>
          <a:ln/>
        </p:spPr>
      </p:sp>
      <p:sp>
        <p:nvSpPr>
          <p:cNvPr id="508931" name="Rectangle 3">
            <a:extLst>
              <a:ext uri="{FF2B5EF4-FFF2-40B4-BE49-F238E27FC236}">
                <a16:creationId xmlns:a16="http://schemas.microsoft.com/office/drawing/2014/main" id="{22E45A84-0BA9-3749-90B6-E7E5D73C62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1773700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7" name="Rectangle 7">
            <a:extLst>
              <a:ext uri="{FF2B5EF4-FFF2-40B4-BE49-F238E27FC236}">
                <a16:creationId xmlns:a16="http://schemas.microsoft.com/office/drawing/2014/main" id="{B705183B-9722-0241-BF06-F1039268C1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ABE59F-B87B-D346-8298-803FED73A468}" type="slidenum">
              <a:rPr lang="en-US" altLang="zh-CN" sz="1200">
                <a:latin typeface="Arial" panose="020B0604020202020204" pitchFamily="34" charset="0"/>
              </a:rPr>
              <a:pPr/>
              <a:t>223</a:t>
            </a:fld>
            <a:endParaRPr lang="en-US" altLang="zh-CN" sz="1200">
              <a:latin typeface="Arial" panose="020B0604020202020204" pitchFamily="34" charset="0"/>
            </a:endParaRPr>
          </a:p>
        </p:txBody>
      </p:sp>
      <p:sp>
        <p:nvSpPr>
          <p:cNvPr id="510978" name="Rectangle 2">
            <a:extLst>
              <a:ext uri="{FF2B5EF4-FFF2-40B4-BE49-F238E27FC236}">
                <a16:creationId xmlns:a16="http://schemas.microsoft.com/office/drawing/2014/main" id="{817CC5F9-ECC4-CC46-928B-21711D8A37F6}"/>
              </a:ext>
            </a:extLst>
          </p:cNvPr>
          <p:cNvSpPr>
            <a:spLocks noGrp="1" noRot="1" noChangeAspect="1" noChangeArrowheads="1" noTextEdit="1"/>
          </p:cNvSpPr>
          <p:nvPr>
            <p:ph type="sldImg"/>
          </p:nvPr>
        </p:nvSpPr>
        <p:spPr>
          <a:xfrm>
            <a:off x="139700" y="768350"/>
            <a:ext cx="6819900" cy="3836988"/>
          </a:xfrm>
          <a:ln/>
        </p:spPr>
      </p:sp>
      <p:sp>
        <p:nvSpPr>
          <p:cNvPr id="510979" name="Rectangle 3">
            <a:extLst>
              <a:ext uri="{FF2B5EF4-FFF2-40B4-BE49-F238E27FC236}">
                <a16:creationId xmlns:a16="http://schemas.microsoft.com/office/drawing/2014/main" id="{1DC6BB14-D8CA-CB45-8632-F02D2EFD23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这段路径是</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网络，因此，路由器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不能向</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转发</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分组，因为</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只使用</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协议。路由器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把</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分组首部转换为</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分组首部后发送给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。等到</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分组到达</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出口路由器</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室，再恢复成原来的</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分组。需要注意的是，</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分组首部中的某些字段无法恢复，变为空缺，这种损失是不可避免的。</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7872798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49" name="Rectangle 7">
            <a:extLst>
              <a:ext uri="{FF2B5EF4-FFF2-40B4-BE49-F238E27FC236}">
                <a16:creationId xmlns:a16="http://schemas.microsoft.com/office/drawing/2014/main" id="{F6AF0D36-6828-4145-AE37-49B5AB0E31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E91C144-21D2-D041-B4E0-8508FF9893AB}" type="slidenum">
              <a:rPr lang="en-US" altLang="zh-CN" sz="1200">
                <a:latin typeface="Arial" panose="020B0604020202020204" pitchFamily="34" charset="0"/>
              </a:rPr>
              <a:pPr/>
              <a:t>225</a:t>
            </a:fld>
            <a:endParaRPr lang="en-US" altLang="zh-CN" sz="1200">
              <a:latin typeface="Arial" panose="020B0604020202020204" pitchFamily="34" charset="0"/>
            </a:endParaRPr>
          </a:p>
        </p:txBody>
      </p:sp>
      <p:sp>
        <p:nvSpPr>
          <p:cNvPr id="514050" name="Rectangle 2">
            <a:extLst>
              <a:ext uri="{FF2B5EF4-FFF2-40B4-BE49-F238E27FC236}">
                <a16:creationId xmlns:a16="http://schemas.microsoft.com/office/drawing/2014/main" id="{D85D9803-5CFA-DB40-A9A4-73DB761EA416}"/>
              </a:ext>
            </a:extLst>
          </p:cNvPr>
          <p:cNvSpPr>
            <a:spLocks noGrp="1" noRot="1" noChangeAspect="1" noChangeArrowheads="1" noTextEdit="1"/>
          </p:cNvSpPr>
          <p:nvPr>
            <p:ph type="sldImg"/>
          </p:nvPr>
        </p:nvSpPr>
        <p:spPr>
          <a:xfrm>
            <a:off x="139700" y="768350"/>
            <a:ext cx="6819900" cy="3836988"/>
          </a:xfrm>
          <a:ln/>
        </p:spPr>
      </p:sp>
      <p:sp>
        <p:nvSpPr>
          <p:cNvPr id="514051" name="Rectangle 3">
            <a:extLst>
              <a:ext uri="{FF2B5EF4-FFF2-40B4-BE49-F238E27FC236}">
                <a16:creationId xmlns:a16="http://schemas.microsoft.com/office/drawing/2014/main" id="{361373D5-59BA-A04B-B735-161BA67EB09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336320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7" name="Rectangle 7">
            <a:extLst>
              <a:ext uri="{FF2B5EF4-FFF2-40B4-BE49-F238E27FC236}">
                <a16:creationId xmlns:a16="http://schemas.microsoft.com/office/drawing/2014/main" id="{7951845A-29B5-EB45-AED4-105BEFBB8C1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C33F77A-D604-1749-B123-88A7A413703F}" type="slidenum">
              <a:rPr lang="en-US" altLang="zh-CN" sz="1200">
                <a:latin typeface="Arial" panose="020B0604020202020204" pitchFamily="34" charset="0"/>
              </a:rPr>
              <a:pPr/>
              <a:t>226</a:t>
            </a:fld>
            <a:endParaRPr lang="en-US" altLang="zh-CN" sz="1200">
              <a:latin typeface="Arial" panose="020B0604020202020204" pitchFamily="34" charset="0"/>
            </a:endParaRPr>
          </a:p>
        </p:txBody>
      </p:sp>
      <p:sp>
        <p:nvSpPr>
          <p:cNvPr id="516098" name="Rectangle 2">
            <a:extLst>
              <a:ext uri="{FF2B5EF4-FFF2-40B4-BE49-F238E27FC236}">
                <a16:creationId xmlns:a16="http://schemas.microsoft.com/office/drawing/2014/main" id="{BC51108A-78F3-BF47-81FC-D820BC32681A}"/>
              </a:ext>
            </a:extLst>
          </p:cNvPr>
          <p:cNvSpPr>
            <a:spLocks noGrp="1" noRot="1" noChangeAspect="1" noChangeArrowheads="1" noTextEdit="1"/>
          </p:cNvSpPr>
          <p:nvPr>
            <p:ph type="sldImg"/>
          </p:nvPr>
        </p:nvSpPr>
        <p:spPr>
          <a:xfrm>
            <a:off x="139700" y="768350"/>
            <a:ext cx="6819900" cy="3836988"/>
          </a:xfrm>
          <a:ln/>
        </p:spPr>
      </p:sp>
      <p:sp>
        <p:nvSpPr>
          <p:cNvPr id="516099" name="Rectangle 3">
            <a:extLst>
              <a:ext uri="{FF2B5EF4-FFF2-40B4-BE49-F238E27FC236}">
                <a16:creationId xmlns:a16="http://schemas.microsoft.com/office/drawing/2014/main" id="{0162134E-C611-D248-B93A-A5E5660C15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53835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zh-CN" altLang="en-US"/>
              <a:t>单击此处编辑母版副标题样式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D5C0BC42-EF27-463F-9615-4680CD467AA5}" type="slidenum">
              <a:rPr lang="zh-CN" altLang="en-US"/>
              <a:pPr>
                <a:defRPr/>
              </a:pPr>
              <a:t>‹#›</a:t>
            </a:fld>
            <a:endParaRPr lang="zh-CN" altLang="en-US" sz="1400"/>
          </a:p>
        </p:txBody>
      </p:sp>
    </p:spTree>
    <p:extLst>
      <p:ext uri="{BB962C8B-B14F-4D97-AF65-F5344CB8AC3E}">
        <p14:creationId xmlns:p14="http://schemas.microsoft.com/office/powerpoint/2010/main" val="2950317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grpSp>
        <p:nvGrpSpPr>
          <p:cNvPr id="4" name="组合 10"/>
          <p:cNvGrpSpPr>
            <a:grpSpLocks/>
          </p:cNvGrpSpPr>
          <p:nvPr userDrawn="1"/>
        </p:nvGrpSpPr>
        <p:grpSpPr bwMode="auto">
          <a:xfrm>
            <a:off x="8077200" y="247650"/>
            <a:ext cx="642938" cy="571500"/>
            <a:chOff x="8086750" y="247634"/>
            <a:chExt cx="642942" cy="571504"/>
          </a:xfrm>
        </p:grpSpPr>
        <p:sp>
          <p:nvSpPr>
            <p:cNvPr id="5" name="矩形 4"/>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6" name="矩形 5"/>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0" name="组合 1"/>
          <p:cNvGrpSpPr>
            <a:grpSpLocks/>
          </p:cNvGrpSpPr>
          <p:nvPr userDrawn="1"/>
        </p:nvGrpSpPr>
        <p:grpSpPr bwMode="auto">
          <a:xfrm>
            <a:off x="160255" y="872395"/>
            <a:ext cx="8803047" cy="82961"/>
            <a:chOff x="0" y="0"/>
            <a:chExt cx="10080625" cy="103239"/>
          </a:xfrm>
        </p:grpSpPr>
        <p:sp>
          <p:nvSpPr>
            <p:cNvPr id="11"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2"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 name="内容占位符 2"/>
          <p:cNvSpPr>
            <a:spLocks noGrp="1"/>
          </p:cNvSpPr>
          <p:nvPr>
            <p:ph idx="1"/>
          </p:nvPr>
        </p:nvSpPr>
        <p:spPr>
          <a:xfrm>
            <a:off x="133563" y="1104900"/>
            <a:ext cx="8804953" cy="3708326"/>
          </a:xfrm>
        </p:spPr>
        <p:txBody>
          <a:bodyPr/>
          <a:lstStyle>
            <a:lvl1pPr marL="273050" indent="-273050">
              <a:lnSpc>
                <a:spcPct val="100000"/>
              </a:lnSpc>
              <a:buFont typeface="Wingdings" pitchFamily="2" charset="2"/>
              <a:buChar char="l"/>
              <a:tabLst/>
              <a:defRPr sz="2400" baseline="0">
                <a:latin typeface="Times New Roman" panose="02020603050405020304" pitchFamily="18" charset="0"/>
                <a:ea typeface="微软雅黑" panose="020B0503020204020204" pitchFamily="34" charset="-122"/>
              </a:defRPr>
            </a:lvl1pPr>
            <a:lvl2pPr marL="538163" indent="-254000">
              <a:lnSpc>
                <a:spcPct val="100000"/>
              </a:lnSpc>
              <a:buClr>
                <a:srgbClr val="C00000"/>
              </a:buClr>
              <a:buFont typeface="Wingdings" pitchFamily="2" charset="2"/>
              <a:buChar char="Ø"/>
              <a:tabLst/>
              <a:defRPr sz="2000" baseline="0">
                <a:solidFill>
                  <a:srgbClr val="C00000"/>
                </a:solidFill>
                <a:latin typeface="Times New Roman" panose="02020603050405020304" pitchFamily="18" charset="0"/>
                <a:ea typeface="微软雅黑" panose="020B0503020204020204" pitchFamily="34" charset="-122"/>
              </a:defRPr>
            </a:lvl2pPr>
            <a:lvl3pPr marL="893763" indent="-265113">
              <a:lnSpc>
                <a:spcPct val="100000"/>
              </a:lnSpc>
              <a:buClr>
                <a:srgbClr val="002060"/>
              </a:buClr>
              <a:buFont typeface="Wingdings" pitchFamily="2" charset="2"/>
              <a:buChar char="u"/>
              <a:tabLst/>
              <a:defRPr sz="1800" baseline="0">
                <a:solidFill>
                  <a:srgbClr val="002060"/>
                </a:solidFill>
                <a:latin typeface="Times New Roman" panose="02020603050405020304" pitchFamily="18" charset="0"/>
                <a:ea typeface="微软雅黑" panose="020B0503020204020204" pitchFamily="34" charset="-122"/>
              </a:defRPr>
            </a:lvl3pPr>
            <a:lvl4pPr marL="1208088" indent="-263525">
              <a:lnSpc>
                <a:spcPct val="100000"/>
              </a:lnSpc>
              <a:buFont typeface="Wingdings" pitchFamily="2" charset="2"/>
              <a:buChar char="ü"/>
              <a:tabLst/>
              <a:defRPr sz="1800" baseline="0">
                <a:solidFill>
                  <a:srgbClr val="00B050"/>
                </a:solidFill>
                <a:latin typeface="Times New Roman" panose="02020603050405020304" pitchFamily="18" charset="0"/>
                <a:ea typeface="微软雅黑" panose="020B0503020204020204" pitchFamily="34" charset="-122"/>
              </a:defRPr>
            </a:lvl4pPr>
            <a:lvl5pPr marL="1512888" indent="-233363">
              <a:lnSpc>
                <a:spcPct val="100000"/>
              </a:lnSpc>
              <a:tabLst/>
              <a:defRPr sz="1800" baseline="0">
                <a:latin typeface="Times New Roman" panose="02020603050405020304" pitchFamily="18" charset="0"/>
                <a:ea typeface="微软雅黑" panose="020B0503020204020204"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13" name="灯片编号占位符 5"/>
          <p:cNvSpPr>
            <a:spLocks noGrp="1" noChangeArrowheads="1"/>
          </p:cNvSpPr>
          <p:nvPr>
            <p:ph type="sldNum" sz="quarter" idx="10"/>
          </p:nvPr>
        </p:nvSpPr>
        <p:spPr>
          <a:xfrm>
            <a:off x="8577262" y="4868863"/>
            <a:ext cx="528637" cy="274637"/>
          </a:xfrm>
        </p:spPr>
        <p:txBody>
          <a:bodyPr/>
          <a:lstStyle>
            <a:lvl1pPr algn="r" eaLnBrk="1" hangingPunct="1">
              <a:buFont typeface="Arial" panose="020B0604020202020204" pitchFamily="34" charset="0"/>
              <a:buNone/>
              <a:defRPr/>
            </a:lvl1pPr>
          </a:lstStyle>
          <a:p>
            <a:pPr>
              <a:defRPr/>
            </a:pPr>
            <a:fld id="{C50E9340-F481-4835-BB46-3567A1160972}" type="slidenum">
              <a:rPr lang="zh-CN" altLang="en-US"/>
              <a:pPr>
                <a:defRPr/>
              </a:pPr>
              <a:t>‹#›</a:t>
            </a:fld>
            <a:endParaRPr lang="zh-CN" altLang="en-US" sz="1400" dirty="0"/>
          </a:p>
        </p:txBody>
      </p:sp>
      <p:sp>
        <p:nvSpPr>
          <p:cNvPr id="15" name="标题 14"/>
          <p:cNvSpPr>
            <a:spLocks noGrp="1"/>
          </p:cNvSpPr>
          <p:nvPr>
            <p:ph type="title"/>
          </p:nvPr>
        </p:nvSpPr>
        <p:spPr>
          <a:xfrm>
            <a:off x="133563" y="254319"/>
            <a:ext cx="8804953" cy="647700"/>
          </a:xfrm>
        </p:spPr>
        <p:txBody>
          <a:bodyPr/>
          <a:lstStyle>
            <a:lvl1pPr>
              <a:defRPr sz="3200" b="0" baseline="0">
                <a:latin typeface="Times New Roman" panose="02020603050405020304" pitchFamily="18" charset="0"/>
                <a:ea typeface="微软雅黑" panose="020B0503020204020204"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26098038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grpSp>
        <p:nvGrpSpPr>
          <p:cNvPr id="5" name="组合 10"/>
          <p:cNvGrpSpPr>
            <a:grpSpLocks/>
          </p:cNvGrpSpPr>
          <p:nvPr userDrawn="1"/>
        </p:nvGrpSpPr>
        <p:grpSpPr bwMode="auto">
          <a:xfrm>
            <a:off x="8077200" y="247650"/>
            <a:ext cx="642938" cy="571500"/>
            <a:chOff x="8086750" y="247634"/>
            <a:chExt cx="642942" cy="571504"/>
          </a:xfrm>
        </p:grpSpPr>
        <p:sp>
          <p:nvSpPr>
            <p:cNvPr id="6" name="矩形 5"/>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10" name="矩形 9"/>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1" name="组合 1"/>
          <p:cNvGrpSpPr>
            <a:grpSpLocks/>
          </p:cNvGrpSpPr>
          <p:nvPr userDrawn="1"/>
        </p:nvGrpSpPr>
        <p:grpSpPr bwMode="auto">
          <a:xfrm>
            <a:off x="216819" y="864992"/>
            <a:ext cx="8464960" cy="65089"/>
            <a:chOff x="0" y="0"/>
            <a:chExt cx="10080625" cy="103239"/>
          </a:xfrm>
        </p:grpSpPr>
        <p:sp>
          <p:nvSpPr>
            <p:cNvPr id="12"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3"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 name="标题 1"/>
          <p:cNvSpPr>
            <a:spLocks noGrp="1"/>
          </p:cNvSpPr>
          <p:nvPr>
            <p:ph type="title"/>
          </p:nvPr>
        </p:nvSpPr>
        <p:spPr>
          <a:xfrm>
            <a:off x="113122" y="274638"/>
            <a:ext cx="8607016" cy="609601"/>
          </a:xfrm>
        </p:spPr>
        <p:txBody>
          <a:bodyPr/>
          <a:lstStyle>
            <a:lvl1pPr>
              <a:defRPr sz="2800" b="0"/>
            </a:lvl1pPr>
          </a:lstStyle>
          <a:p>
            <a:r>
              <a:rPr lang="zh-CN" altLang="en-US" dirty="0"/>
              <a:t>单击此处编辑母版标题样式</a:t>
            </a:r>
          </a:p>
        </p:txBody>
      </p:sp>
      <p:sp>
        <p:nvSpPr>
          <p:cNvPr id="3" name="内容占位符 2"/>
          <p:cNvSpPr>
            <a:spLocks noGrp="1"/>
          </p:cNvSpPr>
          <p:nvPr>
            <p:ph sz="half" idx="1"/>
          </p:nvPr>
        </p:nvSpPr>
        <p:spPr>
          <a:xfrm>
            <a:off x="113122" y="1028700"/>
            <a:ext cx="4401728" cy="3863340"/>
          </a:xfrm>
        </p:spPr>
        <p:txBody>
          <a:bodyPr/>
          <a:lstStyle>
            <a:lvl1pPr marL="342900" indent="-342900">
              <a:lnSpc>
                <a:spcPct val="100000"/>
              </a:lnSpc>
              <a:buFont typeface="Wingdings" pitchFamily="2" charset="2"/>
              <a:buChar char="l"/>
              <a:defRPr sz="2100"/>
            </a:lvl1pPr>
            <a:lvl2pPr marL="685800" indent="-342900">
              <a:lnSpc>
                <a:spcPct val="100000"/>
              </a:lnSpc>
              <a:buClr>
                <a:srgbClr val="C00000"/>
              </a:buClr>
              <a:buFont typeface="Wingdings" pitchFamily="2" charset="2"/>
              <a:buChar char="Ø"/>
              <a:defRPr sz="1800">
                <a:solidFill>
                  <a:srgbClr val="C00000"/>
                </a:solidFill>
              </a:defRPr>
            </a:lvl2pPr>
            <a:lvl3pPr marL="1028700" indent="-342900">
              <a:lnSpc>
                <a:spcPct val="100000"/>
              </a:lnSpc>
              <a:buClr>
                <a:srgbClr val="0070C0"/>
              </a:buClr>
              <a:buFont typeface="Wingdings" pitchFamily="2" charset="2"/>
              <a:buChar char="u"/>
              <a:defRPr sz="1500">
                <a:solidFill>
                  <a:srgbClr val="0070C0"/>
                </a:solidFill>
              </a:defRPr>
            </a:lvl3pPr>
            <a:lvl4pPr marL="1371600" indent="-342900">
              <a:lnSpc>
                <a:spcPct val="100000"/>
              </a:lnSpc>
              <a:buFont typeface="Wingdings" pitchFamily="2" charset="2"/>
              <a:buChar char="ü"/>
              <a:defRPr sz="1400">
                <a:solidFill>
                  <a:schemeClr val="accent1"/>
                </a:solidFill>
              </a:defRPr>
            </a:lvl4pPr>
            <a:lvl5pPr marL="1714500" indent="-342900">
              <a:lnSpc>
                <a:spcPct val="100000"/>
              </a:lnSpc>
              <a:buFont typeface="Wingdings" pitchFamily="2" charset="2"/>
              <a:buChar char="p"/>
              <a:defRPr sz="1400"/>
            </a:lvl5pPr>
            <a:lvl6pPr>
              <a:defRPr sz="1400"/>
            </a:lvl6pPr>
            <a:lvl7pPr>
              <a:defRPr sz="1400"/>
            </a:lvl7pPr>
            <a:lvl8pPr>
              <a:defRPr sz="1400"/>
            </a:lvl8pPr>
            <a:lvl9pPr>
              <a:defRPr sz="14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29149" y="1028700"/>
            <a:ext cx="4269753" cy="3863340"/>
          </a:xfrm>
        </p:spPr>
        <p:txBody>
          <a:bodyPr/>
          <a:lstStyle>
            <a:lvl1pPr marL="342900" indent="-342900" algn="l" rtl="0" eaLnBrk="0" fontAlgn="base" hangingPunct="0">
              <a:lnSpc>
                <a:spcPct val="100000"/>
              </a:lnSpc>
              <a:spcAft>
                <a:spcPct val="0"/>
              </a:spcAft>
              <a:buFont typeface="Wingdings" pitchFamily="2" charset="2"/>
              <a:defRPr lang="zh-CN" altLang="en-US" sz="2100" dirty="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00000"/>
              </a:lnSpc>
              <a:spcAft>
                <a:spcPct val="0"/>
              </a:spcAft>
              <a:buFont typeface="Wingdings" pitchFamily="2" charset="2"/>
              <a:defRPr lang="zh-CN" altLang="en-US" sz="1800" dirty="0">
                <a:solidFill>
                  <a:srgbClr val="C00000"/>
                </a:solidFill>
                <a:latin typeface="+mn-ea"/>
                <a:ea typeface="+mn-ea"/>
                <a:sym typeface="Calibri" panose="020F0502020204030204" pitchFamily="34" charset="0"/>
              </a:defRPr>
            </a:lvl2pPr>
            <a:lvl3pPr marL="1028700" indent="-342900" algn="l" rtl="0" eaLnBrk="0" fontAlgn="base" hangingPunct="0">
              <a:lnSpc>
                <a:spcPct val="100000"/>
              </a:lnSpc>
              <a:spcAft>
                <a:spcPct val="0"/>
              </a:spcAft>
              <a:buFont typeface="Wingdings" pitchFamily="2" charset="2"/>
              <a:defRPr lang="zh-CN" altLang="en-US" sz="1500" dirty="0">
                <a:solidFill>
                  <a:srgbClr val="0070C0"/>
                </a:solidFill>
                <a:latin typeface="+mn-ea"/>
                <a:ea typeface="+mn-ea"/>
                <a:sym typeface="Calibri" panose="020F0502020204030204" pitchFamily="34" charset="0"/>
              </a:defRPr>
            </a:lvl3pPr>
            <a:lvl4pPr marL="1371600" indent="-342900" algn="l" rtl="0" eaLnBrk="0" fontAlgn="base" hangingPunct="0">
              <a:lnSpc>
                <a:spcPct val="100000"/>
              </a:lnSpc>
              <a:spcAft>
                <a:spcPct val="0"/>
              </a:spcAft>
              <a:buFont typeface="Wingdings" pitchFamily="2" charset="2"/>
              <a:defRPr lang="zh-CN" altLang="en-US" sz="1400" dirty="0">
                <a:solidFill>
                  <a:schemeClr val="accent1"/>
                </a:solidFill>
                <a:latin typeface="+mn-ea"/>
                <a:ea typeface="+mn-ea"/>
                <a:sym typeface="Calibri" panose="020F0502020204030204" pitchFamily="34" charset="0"/>
              </a:defRPr>
            </a:lvl4pPr>
            <a:lvl5pPr marL="1714500" indent="-342900" algn="l" rtl="0" eaLnBrk="0" fontAlgn="base" hangingPunct="0">
              <a:lnSpc>
                <a:spcPct val="100000"/>
              </a:lnSpc>
              <a:spcAft>
                <a:spcPct val="0"/>
              </a:spcAft>
              <a:buFont typeface="Wingdings" pitchFamily="2" charset="2"/>
              <a:defRPr lang="zh-CN" altLang="en-US" sz="1400" dirty="0">
                <a:solidFill>
                  <a:schemeClr val="tx1"/>
                </a:solidFill>
                <a:latin typeface="+mn-ea"/>
                <a:ea typeface="+mn-ea"/>
                <a:sym typeface="Calibri" panose="020F0502020204030204" pitchFamily="34" charset="0"/>
              </a:defRPr>
            </a:lvl5pPr>
            <a:lvl6pPr>
              <a:defRPr sz="1400"/>
            </a:lvl6pPr>
            <a:lvl7pPr>
              <a:defRPr sz="1400"/>
            </a:lvl7pPr>
            <a:lvl8pPr>
              <a:defRPr sz="1400"/>
            </a:lvl8pPr>
            <a:lvl9pPr>
              <a:defRPr sz="1400"/>
            </a:lvl9pPr>
          </a:lstStyle>
          <a:p>
            <a:pPr marL="342900" lvl="0" indent="-342900" algn="l" rtl="0" eaLnBrk="0" fontAlgn="base" hangingPunct="0">
              <a:lnSpc>
                <a:spcPct val="100000"/>
              </a:lnSpc>
              <a:spcBef>
                <a:spcPts val="750"/>
              </a:spcBef>
              <a:spcAft>
                <a:spcPct val="0"/>
              </a:spcAft>
              <a:buClr>
                <a:srgbClr val="3F762B"/>
              </a:buClr>
              <a:buFont typeface="Wingdings" pitchFamily="2" charset="2"/>
              <a:buChar char="l"/>
            </a:pPr>
            <a:r>
              <a:rPr lang="zh-CN" altLang="en-US" dirty="0"/>
              <a:t>单击此处编辑母版文本样式</a:t>
            </a:r>
          </a:p>
          <a:p>
            <a:pPr marL="685800" lvl="1" indent="-342900" algn="l" rtl="0" eaLnBrk="0" fontAlgn="base" hangingPunct="0">
              <a:lnSpc>
                <a:spcPct val="100000"/>
              </a:lnSpc>
              <a:spcBef>
                <a:spcPts val="375"/>
              </a:spcBef>
              <a:spcAft>
                <a:spcPct val="0"/>
              </a:spcAft>
              <a:buClr>
                <a:srgbClr val="C00000"/>
              </a:buClr>
              <a:buFont typeface="Wingdings" pitchFamily="2" charset="2"/>
              <a:buChar char="Ø"/>
            </a:pPr>
            <a:r>
              <a:rPr lang="zh-CN" altLang="en-US" dirty="0"/>
              <a:t>第二级</a:t>
            </a:r>
          </a:p>
          <a:p>
            <a:pPr marL="1028700" lvl="2" indent="-342900" algn="l" rtl="0" eaLnBrk="0" fontAlgn="base" hangingPunct="0">
              <a:lnSpc>
                <a:spcPct val="100000"/>
              </a:lnSpc>
              <a:spcBef>
                <a:spcPts val="375"/>
              </a:spcBef>
              <a:spcAft>
                <a:spcPct val="0"/>
              </a:spcAft>
              <a:buClr>
                <a:srgbClr val="0070C0"/>
              </a:buClr>
              <a:buFont typeface="Wingdings" pitchFamily="2" charset="2"/>
              <a:buChar char="u"/>
            </a:pPr>
            <a:r>
              <a:rPr lang="zh-CN" altLang="en-US" dirty="0"/>
              <a:t>第三级</a:t>
            </a:r>
          </a:p>
          <a:p>
            <a:pPr marL="1371600" lvl="3" indent="-342900" algn="l" rtl="0" eaLnBrk="0" fontAlgn="base" hangingPunct="0">
              <a:lnSpc>
                <a:spcPct val="100000"/>
              </a:lnSpc>
              <a:spcBef>
                <a:spcPts val="375"/>
              </a:spcBef>
              <a:spcAft>
                <a:spcPct val="0"/>
              </a:spcAft>
              <a:buClr>
                <a:srgbClr val="3F762B"/>
              </a:buClr>
              <a:buFont typeface="Wingdings" pitchFamily="2" charset="2"/>
              <a:buChar char="ü"/>
            </a:pPr>
            <a:r>
              <a:rPr lang="zh-CN" altLang="en-US" dirty="0"/>
              <a:t>第四级</a:t>
            </a:r>
          </a:p>
          <a:p>
            <a:pPr marL="1714500" lvl="4" indent="-342900" algn="l" rtl="0" eaLnBrk="0" fontAlgn="base" hangingPunct="0">
              <a:lnSpc>
                <a:spcPct val="100000"/>
              </a:lnSpc>
              <a:spcBef>
                <a:spcPts val="375"/>
              </a:spcBef>
              <a:spcAft>
                <a:spcPct val="0"/>
              </a:spcAft>
              <a:buClr>
                <a:srgbClr val="3F762B"/>
              </a:buClr>
              <a:buFont typeface="Wingdings" pitchFamily="2" charset="2"/>
              <a:buChar char="p"/>
            </a:pPr>
            <a:r>
              <a:rPr lang="zh-CN" altLang="en-US" dirty="0"/>
              <a:t>第五级</a:t>
            </a:r>
          </a:p>
        </p:txBody>
      </p:sp>
      <p:sp>
        <p:nvSpPr>
          <p:cNvPr id="14" name="灯片编号占位符 5"/>
          <p:cNvSpPr>
            <a:spLocks noGrp="1" noChangeArrowheads="1"/>
          </p:cNvSpPr>
          <p:nvPr>
            <p:ph type="sldNum" sz="quarter" idx="10"/>
          </p:nvPr>
        </p:nvSpPr>
        <p:spPr>
          <a:xfrm>
            <a:off x="8681778" y="4868863"/>
            <a:ext cx="424121" cy="274637"/>
          </a:xfrm>
        </p:spPr>
        <p:txBody>
          <a:bodyPr/>
          <a:lstStyle>
            <a:lvl1pPr algn="r" eaLnBrk="1" hangingPunct="1">
              <a:buFont typeface="Arial" panose="020B0604020202020204" pitchFamily="34" charset="0"/>
              <a:buNone/>
              <a:defRPr/>
            </a:lvl1pPr>
          </a:lstStyle>
          <a:p>
            <a:pPr>
              <a:defRPr/>
            </a:pPr>
            <a:fld id="{AA8417A7-6640-4A8D-B5CB-4C6531206FA7}" type="slidenum">
              <a:rPr lang="zh-CN" altLang="en-US"/>
              <a:pPr>
                <a:defRPr/>
              </a:pPr>
              <a:t>‹#›</a:t>
            </a:fld>
            <a:endParaRPr lang="zh-CN" altLang="en-US" sz="1400" dirty="0"/>
          </a:p>
        </p:txBody>
      </p:sp>
    </p:spTree>
    <p:extLst>
      <p:ext uri="{BB962C8B-B14F-4D97-AF65-F5344CB8AC3E}">
        <p14:creationId xmlns:p14="http://schemas.microsoft.com/office/powerpoint/2010/main" val="25753816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710" y="3305176"/>
            <a:ext cx="7772400" cy="1021556"/>
          </a:xfrm>
        </p:spPr>
        <p:txBody>
          <a:bodyPr anchor="t"/>
          <a:lstStyle>
            <a:lvl1pPr algn="l">
              <a:defRPr sz="3000" b="1" cap="all"/>
            </a:lvl1pPr>
          </a:lstStyle>
          <a:p>
            <a:r>
              <a:rPr lang="zh-CN" altLang="en-US"/>
              <a:t>单击此处编辑母版标题样式</a:t>
            </a:r>
          </a:p>
        </p:txBody>
      </p:sp>
      <p:sp>
        <p:nvSpPr>
          <p:cNvPr id="3" name="文本占位符 2"/>
          <p:cNvSpPr>
            <a:spLocks noGrp="1"/>
          </p:cNvSpPr>
          <p:nvPr>
            <p:ph type="body" idx="1"/>
          </p:nvPr>
        </p:nvSpPr>
        <p:spPr>
          <a:xfrm>
            <a:off x="722710" y="2180035"/>
            <a:ext cx="7772400" cy="1125140"/>
          </a:xfrm>
        </p:spPr>
        <p:txBody>
          <a:bodyPr anchor="b"/>
          <a:lstStyle>
            <a:lvl1pPr marL="0" indent="0">
              <a:buNone/>
              <a:defRPr sz="1500"/>
            </a:lvl1pPr>
            <a:lvl2pPr marL="342900" indent="0">
              <a:buNone/>
              <a:defRPr sz="1400"/>
            </a:lvl2pPr>
            <a:lvl3pPr marL="685800" indent="0">
              <a:buNone/>
              <a:defRPr sz="1200"/>
            </a:lvl3pPr>
            <a:lvl4pPr marL="1028700" indent="0">
              <a:buNone/>
              <a:defRPr sz="1100"/>
            </a:lvl4pPr>
            <a:lvl5pPr marL="1371600" indent="0">
              <a:buNone/>
              <a:defRPr sz="1100"/>
            </a:lvl5pPr>
            <a:lvl6pPr marL="1714500" indent="0">
              <a:buNone/>
              <a:defRPr sz="1100"/>
            </a:lvl6pPr>
            <a:lvl7pPr marL="2057400" indent="0">
              <a:buNone/>
              <a:defRPr sz="1100"/>
            </a:lvl7pPr>
            <a:lvl8pPr marL="2400300" indent="0">
              <a:buNone/>
              <a:defRPr sz="1100"/>
            </a:lvl8pPr>
            <a:lvl9pPr marL="2743200" indent="0">
              <a:buNone/>
              <a:defRPr sz="1100"/>
            </a:lvl9pPr>
          </a:lstStyle>
          <a:p>
            <a:pPr lvl="0"/>
            <a:r>
              <a:rPr lang="zh-CN" altLang="en-US"/>
              <a:t>单击此处编辑母版文本样式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25A64131-0B9F-4DFD-BA54-781528EAC636}" type="slidenum">
              <a:rPr lang="zh-CN" altLang="en-US"/>
              <a:pPr>
                <a:defRPr/>
              </a:pPr>
              <a:t>‹#›</a:t>
            </a:fld>
            <a:endParaRPr lang="zh-CN" altLang="en-US" sz="1400" dirty="0"/>
          </a:p>
        </p:txBody>
      </p:sp>
    </p:spTree>
    <p:extLst>
      <p:ext uri="{BB962C8B-B14F-4D97-AF65-F5344CB8AC3E}">
        <p14:creationId xmlns:p14="http://schemas.microsoft.com/office/powerpoint/2010/main" val="215724341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5"/>
            <a:ext cx="4039791"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4628" y="1151335"/>
            <a:ext cx="4042172"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内容占位符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8"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9"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AA2B5F-D50E-471C-818F-E555865E9438}" type="slidenum">
              <a:rPr lang="zh-CN" altLang="en-US"/>
              <a:pPr>
                <a:defRPr/>
              </a:pPr>
              <a:t>‹#›</a:t>
            </a:fld>
            <a:endParaRPr lang="zh-CN" altLang="en-US" sz="1400"/>
          </a:p>
        </p:txBody>
      </p:sp>
    </p:spTree>
    <p:extLst>
      <p:ext uri="{BB962C8B-B14F-4D97-AF65-F5344CB8AC3E}">
        <p14:creationId xmlns:p14="http://schemas.microsoft.com/office/powerpoint/2010/main" val="104730533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414EEDC2-B28F-4732-A1A2-D191721D09FE}" type="slidenum">
              <a:rPr lang="zh-CN" altLang="en-US"/>
              <a:pPr>
                <a:defRPr/>
              </a:pPr>
              <a:t>‹#›</a:t>
            </a:fld>
            <a:endParaRPr lang="zh-CN" altLang="en-US" sz="1400"/>
          </a:p>
        </p:txBody>
      </p:sp>
    </p:spTree>
    <p:extLst>
      <p:ext uri="{BB962C8B-B14F-4D97-AF65-F5344CB8AC3E}">
        <p14:creationId xmlns:p14="http://schemas.microsoft.com/office/powerpoint/2010/main" val="3333492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3"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4"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A5789380-00E9-4AE5-AB7C-F2ED5ABAC363}" type="slidenum">
              <a:rPr lang="zh-CN" altLang="en-US"/>
              <a:pPr>
                <a:defRPr/>
              </a:pPr>
              <a:t>‹#›</a:t>
            </a:fld>
            <a:endParaRPr lang="zh-CN" altLang="en-US" sz="1400"/>
          </a:p>
        </p:txBody>
      </p:sp>
    </p:spTree>
    <p:extLst>
      <p:ext uri="{BB962C8B-B14F-4D97-AF65-F5344CB8AC3E}">
        <p14:creationId xmlns:p14="http://schemas.microsoft.com/office/powerpoint/2010/main" val="2502411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4787"/>
            <a:ext cx="3008710" cy="871538"/>
          </a:xfrm>
        </p:spPr>
        <p:txBody>
          <a:bodyPr anchor="b"/>
          <a:lstStyle>
            <a:lvl1pPr algn="l">
              <a:defRPr sz="1500" b="1"/>
            </a:lvl1pPr>
          </a:lstStyle>
          <a:p>
            <a:r>
              <a:rPr lang="zh-CN" altLang="en-US"/>
              <a:t>单击此处编辑母版标题样式</a:t>
            </a:r>
          </a:p>
        </p:txBody>
      </p:sp>
      <p:sp>
        <p:nvSpPr>
          <p:cNvPr id="3" name="内容占位符 2"/>
          <p:cNvSpPr>
            <a:spLocks noGrp="1"/>
          </p:cNvSpPr>
          <p:nvPr>
            <p:ph idx="1"/>
          </p:nvPr>
        </p:nvSpPr>
        <p:spPr>
          <a:xfrm>
            <a:off x="3575448" y="204788"/>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076326"/>
            <a:ext cx="3008710" cy="351829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CBD04581-45B2-4FB5-88F5-FC7C0857ADB2}" type="slidenum">
              <a:rPr lang="zh-CN" altLang="en-US"/>
              <a:pPr>
                <a:defRPr/>
              </a:pPr>
              <a:t>‹#›</a:t>
            </a:fld>
            <a:endParaRPr lang="zh-CN" altLang="en-US" sz="1400"/>
          </a:p>
        </p:txBody>
      </p:sp>
    </p:spTree>
    <p:extLst>
      <p:ext uri="{BB962C8B-B14F-4D97-AF65-F5344CB8AC3E}">
        <p14:creationId xmlns:p14="http://schemas.microsoft.com/office/powerpoint/2010/main" val="17739488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1891" y="3600450"/>
            <a:ext cx="5486400" cy="425054"/>
          </a:xfrm>
        </p:spPr>
        <p:txBody>
          <a:bodyPr anchor="b"/>
          <a:lstStyle>
            <a:lvl1pPr algn="l">
              <a:defRPr sz="1500" b="1"/>
            </a:lvl1pPr>
          </a:lstStyle>
          <a:p>
            <a:r>
              <a:rPr lang="zh-CN" altLang="en-US"/>
              <a:t>单击此处编辑母版标题样式</a:t>
            </a:r>
          </a:p>
        </p:txBody>
      </p:sp>
      <p:sp>
        <p:nvSpPr>
          <p:cNvPr id="3" name="图片占位符 2"/>
          <p:cNvSpPr>
            <a:spLocks noGrp="1"/>
          </p:cNvSpPr>
          <p:nvPr>
            <p:ph type="pic" idx="1"/>
          </p:nvPr>
        </p:nvSpPr>
        <p:spPr>
          <a:xfrm>
            <a:off x="1791891"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zh-CN" altLang="en-US" noProof="0">
              <a:sym typeface="Calibri" pitchFamily="34" charset="0"/>
            </a:endParaRPr>
          </a:p>
        </p:txBody>
      </p:sp>
      <p:sp>
        <p:nvSpPr>
          <p:cNvPr id="4" name="文本占位符 3"/>
          <p:cNvSpPr>
            <a:spLocks noGrp="1"/>
          </p:cNvSpPr>
          <p:nvPr>
            <p:ph type="body" sz="half" idx="2"/>
          </p:nvPr>
        </p:nvSpPr>
        <p:spPr>
          <a:xfrm>
            <a:off x="1791891" y="4025503"/>
            <a:ext cx="5486400" cy="60364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87E5BF29-83EB-4F5A-B881-8F89B5025731}" type="slidenum">
              <a:rPr lang="zh-CN" altLang="en-US"/>
              <a:pPr>
                <a:defRPr/>
              </a:pPr>
              <a:t>‹#›</a:t>
            </a:fld>
            <a:endParaRPr lang="zh-CN" altLang="en-US" sz="1400"/>
          </a:p>
        </p:txBody>
      </p:sp>
    </p:spTree>
    <p:extLst>
      <p:ext uri="{BB962C8B-B14F-4D97-AF65-F5344CB8AC3E}">
        <p14:creationId xmlns:p14="http://schemas.microsoft.com/office/powerpoint/2010/main" val="42400946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7DC13C36-27F2-455C-9692-68C09D675194}" type="slidenum">
              <a:rPr lang="zh-CN" altLang="en-US"/>
              <a:pPr>
                <a:defRPr/>
              </a:pPr>
              <a:t>‹#›</a:t>
            </a:fld>
            <a:endParaRPr lang="zh-CN" altLang="en-US" sz="1400"/>
          </a:p>
        </p:txBody>
      </p:sp>
    </p:spTree>
    <p:extLst>
      <p:ext uri="{BB962C8B-B14F-4D97-AF65-F5344CB8AC3E}">
        <p14:creationId xmlns:p14="http://schemas.microsoft.com/office/powerpoint/2010/main" val="5350210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43675" y="273844"/>
            <a:ext cx="1971675" cy="4358879"/>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28650" y="273844"/>
            <a:ext cx="5800725" cy="4358879"/>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B9ABE1-3756-4DC5-A8E7-A897F4F6505B}" type="slidenum">
              <a:rPr lang="zh-CN" altLang="en-US"/>
              <a:pPr>
                <a:defRPr/>
              </a:pPr>
              <a:t>‹#›</a:t>
            </a:fld>
            <a:endParaRPr lang="zh-CN" altLang="en-US" sz="1400"/>
          </a:p>
        </p:txBody>
      </p:sp>
    </p:spTree>
    <p:extLst>
      <p:ext uri="{BB962C8B-B14F-4D97-AF65-F5344CB8AC3E}">
        <p14:creationId xmlns:p14="http://schemas.microsoft.com/office/powerpoint/2010/main" val="31532556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28650" y="273844"/>
            <a:ext cx="7886700" cy="994172"/>
          </a:xfrm>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1BED966B-A667-4019-92AC-739406FFC366}" type="slidenum">
              <a:rPr lang="zh-CN" altLang="en-US"/>
              <a:pPr>
                <a:defRPr/>
              </a:pPr>
              <a:t>‹#›</a:t>
            </a:fld>
            <a:endParaRPr lang="zh-CN" altLang="en-US" sz="1400"/>
          </a:p>
        </p:txBody>
      </p:sp>
    </p:spTree>
    <p:extLst>
      <p:ext uri="{BB962C8B-B14F-4D97-AF65-F5344CB8AC3E}">
        <p14:creationId xmlns:p14="http://schemas.microsoft.com/office/powerpoint/2010/main" val="31922799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047750"/>
            <a:ext cx="5715000" cy="35814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45533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276350"/>
            <a:ext cx="5715000" cy="3352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753230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E7CA9478-788D-42C7-BC35-88005760C6DD}" type="slidenum">
              <a:rPr lang="en-US" smtClean="0"/>
              <a:t>‹#›</a:t>
            </a:fld>
            <a:endParaRPr lang="en-US"/>
          </a:p>
        </p:txBody>
      </p:sp>
    </p:spTree>
    <p:extLst>
      <p:ext uri="{BB962C8B-B14F-4D97-AF65-F5344CB8AC3E}">
        <p14:creationId xmlns:p14="http://schemas.microsoft.com/office/powerpoint/2010/main" val="133382922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OverObj">
  <p:cSld name="标题和文本在内容之上">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85800" y="30861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B96255E1-C439-AD48-B245-D57659CDB86C}"/>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92E0AF3A-844E-8540-9275-6B27B90A1B60}"/>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4BA5CA2B-D2DD-1248-A343-5AC0523C6348}"/>
              </a:ext>
            </a:extLst>
          </p:cNvPr>
          <p:cNvSpPr>
            <a:spLocks noGrp="1" noChangeArrowheads="1"/>
          </p:cNvSpPr>
          <p:nvPr>
            <p:ph type="sldNum" sz="quarter" idx="12"/>
          </p:nvPr>
        </p:nvSpPr>
        <p:spPr/>
        <p:txBody>
          <a:bodyPr/>
          <a:lstStyle>
            <a:lvl1pPr>
              <a:defRPr/>
            </a:lvl1pPr>
          </a:lstStyle>
          <a:p>
            <a:fld id="{4987DDEE-BECE-1940-9968-0367E45BAD15}" type="slidenum">
              <a:rPr lang="en-US" altLang="zh-CN"/>
              <a:pPr/>
              <a:t>‹#›</a:t>
            </a:fld>
            <a:endParaRPr lang="en-US" altLang="zh-CN"/>
          </a:p>
        </p:txBody>
      </p:sp>
    </p:spTree>
    <p:extLst>
      <p:ext uri="{BB962C8B-B14F-4D97-AF65-F5344CB8AC3E}">
        <p14:creationId xmlns:p14="http://schemas.microsoft.com/office/powerpoint/2010/main" val="2259251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936FB545-A91F-8D44-B2D4-1B63479F163D}"/>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6ABFDF7C-AA2D-9343-BAD5-3569A8843A78}"/>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E9B92F7C-EDA8-7545-9947-887E2A0DB4CA}"/>
              </a:ext>
            </a:extLst>
          </p:cNvPr>
          <p:cNvSpPr>
            <a:spLocks noGrp="1" noChangeArrowheads="1"/>
          </p:cNvSpPr>
          <p:nvPr>
            <p:ph type="sldNum" sz="quarter" idx="12"/>
          </p:nvPr>
        </p:nvSpPr>
        <p:spPr/>
        <p:txBody>
          <a:bodyPr/>
          <a:lstStyle>
            <a:lvl1pPr>
              <a:defRPr/>
            </a:lvl1pPr>
          </a:lstStyle>
          <a:p>
            <a:fld id="{2354AB2B-AA2E-D543-8A52-C819C151DFE5}" type="slidenum">
              <a:rPr lang="en-US" altLang="zh-CN"/>
              <a:pPr/>
              <a:t>‹#›</a:t>
            </a:fld>
            <a:endParaRPr lang="en-US" altLang="zh-CN"/>
          </a:p>
        </p:txBody>
      </p:sp>
    </p:spTree>
    <p:extLst>
      <p:ext uri="{BB962C8B-B14F-4D97-AF65-F5344CB8AC3E}">
        <p14:creationId xmlns:p14="http://schemas.microsoft.com/office/powerpoint/2010/main" val="31614652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26" name="标题占位符 1"/>
          <p:cNvSpPr>
            <a:spLocks noGrp="1" noChangeArrowheads="1"/>
          </p:cNvSpPr>
          <p:nvPr>
            <p:ph type="title" idx="4294967295"/>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zh-CN">
                <a:sym typeface="Calibri Light" panose="020F0302020204030204" pitchFamily="34" charset="0"/>
              </a:rPr>
              <a:t>单击此处编辑母版标题样式</a:t>
            </a:r>
          </a:p>
        </p:txBody>
      </p:sp>
      <p:sp>
        <p:nvSpPr>
          <p:cNvPr id="1027" name="文本占位符 2"/>
          <p:cNvSpPr>
            <a:spLocks noGrp="1" noChangeArrowheads="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zh-CN">
                <a:sym typeface="Calibri" panose="020F0502020204030204" pitchFamily="34" charset="0"/>
              </a:rPr>
              <a:t>单击此处编辑母版文本样式</a:t>
            </a:r>
          </a:p>
          <a:p>
            <a:pPr lvl="1"/>
            <a:r>
              <a:rPr lang="zh-CN" altLang="zh-CN">
                <a:sym typeface="Calibri" panose="020F0502020204030204" pitchFamily="34" charset="0"/>
              </a:rPr>
              <a:t>第二级</a:t>
            </a:r>
          </a:p>
          <a:p>
            <a:pPr lvl="2"/>
            <a:r>
              <a:rPr lang="zh-CN" altLang="zh-CN">
                <a:sym typeface="Calibri" panose="020F0502020204030204" pitchFamily="34" charset="0"/>
              </a:rPr>
              <a:t>第三级</a:t>
            </a:r>
          </a:p>
          <a:p>
            <a:pPr lvl="3"/>
            <a:r>
              <a:rPr lang="zh-CN" altLang="zh-CN">
                <a:sym typeface="Calibri" panose="020F0502020204030204" pitchFamily="34" charset="0"/>
              </a:rPr>
              <a:t>第四级</a:t>
            </a:r>
          </a:p>
          <a:p>
            <a:pPr lvl="4"/>
            <a:r>
              <a:rPr lang="zh-CN" altLang="zh-CN">
                <a:sym typeface="Calibri" panose="020F0502020204030204" pitchFamily="34" charset="0"/>
              </a:rPr>
              <a:t>第五级</a:t>
            </a:r>
          </a:p>
        </p:txBody>
      </p:sp>
      <p:sp>
        <p:nvSpPr>
          <p:cNvPr id="4" name="灯片编号占位符 5"/>
          <p:cNvSpPr>
            <a:spLocks noGrp="1" noChangeArrowheads="1"/>
          </p:cNvSpPr>
          <p:nvPr>
            <p:ph type="sldNum" sz="quarter" idx="4"/>
          </p:nvPr>
        </p:nvSpPr>
        <p:spPr>
          <a:xfrm>
            <a:off x="6994525" y="4868863"/>
            <a:ext cx="2057400" cy="274637"/>
          </a:xfrm>
          <a:prstGeom prst="rect">
            <a:avLst/>
          </a:prstGeom>
        </p:spPr>
        <p:txBody>
          <a:bodyPr vert="horz" wrap="square" lIns="91440" tIns="45720" rIns="91440" bIns="45720" numCol="1" anchor="t" anchorCtr="0" compatLnSpc="1">
            <a:prstTxWarp prst="textNoShape">
              <a:avLst/>
            </a:prstTxWarp>
          </a:bodyPr>
          <a:lstStyle>
            <a:lvl1pPr algn="r" eaLnBrk="1" hangingPunct="1">
              <a:buFont typeface="Arial" panose="020B0604020202020204" pitchFamily="34" charset="0"/>
              <a:buNone/>
              <a:defRPr sz="1200"/>
            </a:lvl1pPr>
          </a:lstStyle>
          <a:p>
            <a:pPr>
              <a:defRPr/>
            </a:pPr>
            <a:fld id="{9B2D4FF2-4AC7-41C9-A20C-4C4B558FB8A5}" type="slidenum">
              <a:rPr lang="zh-CN" altLang="en-US"/>
              <a:pPr>
                <a:defRPr/>
              </a:pPr>
              <a:t>‹#›</a:t>
            </a:fld>
            <a:endParaRPr lang="zh-CN" altLang="en-US" sz="1050" dirty="0"/>
          </a:p>
        </p:txBody>
      </p:sp>
    </p:spTree>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 id="2147483984" r:id="rId12"/>
    <p:sldLayoutId id="2147483985" r:id="rId13"/>
    <p:sldLayoutId id="2147483986" r:id="rId14"/>
    <p:sldLayoutId id="2147483987" r:id="rId15"/>
    <p:sldLayoutId id="2147483988" r:id="rId16"/>
    <p:sldLayoutId id="2147483989" r:id="rId17"/>
  </p:sldLayoutIdLst>
  <p:hf hdr="0" ftr="0" dt="0"/>
  <p:txStyles>
    <p:titleStyle>
      <a:lvl1pPr marL="685800" indent="-685800" algn="l" rtl="0" eaLnBrk="0" fontAlgn="base" hangingPunct="0">
        <a:lnSpc>
          <a:spcPct val="90000"/>
        </a:lnSpc>
        <a:spcBef>
          <a:spcPct val="0"/>
        </a:spcBef>
        <a:spcAft>
          <a:spcPct val="0"/>
        </a:spcAft>
        <a:defRPr sz="2400" b="1">
          <a:solidFill>
            <a:schemeClr val="tx1"/>
          </a:solidFill>
          <a:latin typeface="+mj-ea"/>
          <a:ea typeface="+mj-ea"/>
          <a:cs typeface="+mj-cs"/>
          <a:sym typeface="Calibri Light" panose="020F0302020204030204" pitchFamily="34" charset="0"/>
        </a:defRPr>
      </a:lvl1pPr>
      <a:lvl2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2pPr>
      <a:lvl3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3pPr>
      <a:lvl4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4pPr>
      <a:lvl5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5pPr>
      <a:lvl6pPr marL="10287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6pPr>
      <a:lvl7pPr marL="13716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7pPr>
      <a:lvl8pPr marL="17145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8pPr>
      <a:lvl9pPr marL="20574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9pPr>
    </p:titleStyle>
    <p:body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emf"/></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emf"/><Relationship Id="rId7" Type="http://schemas.openxmlformats.org/officeDocument/2006/relationships/image" Target="../media/image1.emf"/><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jpeg"/><Relationship Id="rId4" Type="http://schemas.openxmlformats.org/officeDocument/2006/relationships/image" Target="../media/image5.emf"/></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7" Type="http://schemas.openxmlformats.org/officeDocument/2006/relationships/image" Target="../media/image1.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10.emf"/><Relationship Id="rId5" Type="http://schemas.openxmlformats.org/officeDocument/2006/relationships/oleObject" Target="../embeddings/oleObject1.bin"/><Relationship Id="rId4" Type="http://schemas.openxmlformats.org/officeDocument/2006/relationships/image" Target="../media/image2.emf"/></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0.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2.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3.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4.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5.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6.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7.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4.emf"/><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3.emf"/></Relationships>
</file>

<file path=ppt/slides/_rels/slide120.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notesSlide" Target="../notesSlides/notesSlide184.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10.emf"/><Relationship Id="rId5" Type="http://schemas.openxmlformats.org/officeDocument/2006/relationships/oleObject" Target="../embeddings/oleObject2.bin"/><Relationship Id="rId4" Type="http://schemas.openxmlformats.org/officeDocument/2006/relationships/image" Target="../media/image1.emf"/></Relationships>
</file>

<file path=ppt/slides/_rels/slide190.xml.rels><?xml version="1.0" encoding="UTF-8" standalone="yes"?>
<Relationships xmlns="http://schemas.openxmlformats.org/package/2006/relationships"><Relationship Id="rId3" Type="http://schemas.openxmlformats.org/officeDocument/2006/relationships/notesSlide" Target="../notesSlides/notesSlide185.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0.emf"/><Relationship Id="rId5" Type="http://schemas.openxmlformats.org/officeDocument/2006/relationships/oleObject" Target="../embeddings/oleObject3.bin"/><Relationship Id="rId4" Type="http://schemas.openxmlformats.org/officeDocument/2006/relationships/image" Target="../media/image1.emf"/></Relationships>
</file>

<file path=ppt/slides/_rels/slide19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86.xml"/><Relationship Id="rId1" Type="http://schemas.openxmlformats.org/officeDocument/2006/relationships/slideLayout" Target="../slideLayouts/slideLayout2.xml"/><Relationship Id="rId4" Type="http://schemas.openxmlformats.org/officeDocument/2006/relationships/image" Target="../media/image1.emf"/></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189.xml"/><Relationship Id="rId7" Type="http://schemas.openxmlformats.org/officeDocument/2006/relationships/image" Target="../media/image3.emf"/><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4.emf"/><Relationship Id="rId5" Type="http://schemas.openxmlformats.org/officeDocument/2006/relationships/image" Target="../media/image10.emf"/><Relationship Id="rId4" Type="http://schemas.openxmlformats.org/officeDocument/2006/relationships/oleObject" Target="../embeddings/oleObject4.bin"/></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2.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3.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a:extLst>
              <a:ext uri="{FF2B5EF4-FFF2-40B4-BE49-F238E27FC236}">
                <a16:creationId xmlns:a16="http://schemas.microsoft.com/office/drawing/2014/main" id="{81A646AB-2684-5048-9393-E71B5EBAC5BE}"/>
              </a:ext>
            </a:extLst>
          </p:cNvPr>
          <p:cNvSpPr>
            <a:spLocks noGrp="1" noChangeArrowheads="1"/>
          </p:cNvSpPr>
          <p:nvPr>
            <p:ph type="ctrTitle"/>
          </p:nvPr>
        </p:nvSpPr>
        <p:spPr/>
        <p:txBody>
          <a:bodyPr/>
          <a:lstStyle/>
          <a:p>
            <a:pPr algn="ctr" eaLnBrk="1" hangingPunct="1"/>
            <a:r>
              <a:rPr lang="zh-CN" altLang="en-US" sz="4000" dirty="0">
                <a:latin typeface="Times New Roman" panose="02020603050405020304" pitchFamily="18" charset="0"/>
                <a:ea typeface="宋体" panose="02010600030101010101" pitchFamily="2" charset="-122"/>
              </a:rPr>
              <a:t>计算机网络（第 </a:t>
            </a:r>
            <a:r>
              <a:rPr lang="en-US" altLang="zh-CN" sz="4000">
                <a:latin typeface="Times New Roman" panose="02020603050405020304" pitchFamily="18" charset="0"/>
                <a:ea typeface="宋体" panose="02010600030101010101" pitchFamily="2" charset="-122"/>
              </a:rPr>
              <a:t>6/7/8 </a:t>
            </a:r>
            <a:r>
              <a:rPr lang="zh-CN" altLang="en-US" sz="4000" dirty="0">
                <a:latin typeface="Times New Roman" panose="02020603050405020304" pitchFamily="18" charset="0"/>
                <a:ea typeface="宋体" panose="02010600030101010101" pitchFamily="2" charset="-122"/>
              </a:rPr>
              <a:t>版）</a:t>
            </a:r>
          </a:p>
        </p:txBody>
      </p:sp>
      <p:sp>
        <p:nvSpPr>
          <p:cNvPr id="17410" name="Rectangle 3">
            <a:extLst>
              <a:ext uri="{FF2B5EF4-FFF2-40B4-BE49-F238E27FC236}">
                <a16:creationId xmlns:a16="http://schemas.microsoft.com/office/drawing/2014/main" id="{7CEE9BA5-9FD3-FF45-B600-C8D0E6F4B5B6}"/>
              </a:ext>
            </a:extLst>
          </p:cNvPr>
          <p:cNvSpPr>
            <a:spLocks noGrp="1" noChangeArrowheads="1"/>
          </p:cNvSpPr>
          <p:nvPr>
            <p:ph type="subTitle" idx="1"/>
          </p:nvPr>
        </p:nvSpPr>
        <p:spPr/>
        <p:txBody>
          <a:bodyPr/>
          <a:lstStyle/>
          <a:p>
            <a:pPr eaLnBrk="1" hangingPunct="1">
              <a:buFont typeface="Wingdings" pitchFamily="2" charset="2"/>
              <a:buNone/>
            </a:pPr>
            <a:r>
              <a:rPr lang="zh-CN" altLang="en-US">
                <a:latin typeface="Times New Roman" panose="02020603050405020304" pitchFamily="18" charset="0"/>
                <a:ea typeface="宋体" panose="02010600030101010101" pitchFamily="2" charset="-122"/>
              </a:rPr>
              <a:t>第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章  网络层</a:t>
            </a:r>
          </a:p>
        </p:txBody>
      </p:sp>
    </p:spTree>
    <p:extLst>
      <p:ext uri="{BB962C8B-B14F-4D97-AF65-F5344CB8AC3E}">
        <p14:creationId xmlns:p14="http://schemas.microsoft.com/office/powerpoint/2010/main" val="22703670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2">
            <a:extLst>
              <a:ext uri="{FF2B5EF4-FFF2-40B4-BE49-F238E27FC236}">
                <a16:creationId xmlns:a16="http://schemas.microsoft.com/office/drawing/2014/main" id="{DA610AF0-1D3B-4945-B851-347A5F9D1334}"/>
              </a:ext>
            </a:extLst>
          </p:cNvPr>
          <p:cNvSpPr>
            <a:spLocks noGrp="1" noChangeArrowheads="1"/>
          </p:cNvSpPr>
          <p:nvPr>
            <p:ph type="title"/>
          </p:nvPr>
        </p:nvSpPr>
        <p:spPr>
          <a:xfrm>
            <a:off x="104777" y="357187"/>
            <a:ext cx="6638924" cy="576263"/>
          </a:xfrm>
        </p:spPr>
        <p:txBody>
          <a:bodyPr/>
          <a:lstStyle/>
          <a:p>
            <a:pPr eaLnBrk="1" hangingPunct="1"/>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dirty="0">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dirty="0">
                <a:latin typeface="Times New Roman" panose="02020603050405020304" pitchFamily="18" charset="0"/>
                <a:ea typeface="宋体" panose="02010600030101010101" pitchFamily="2" charset="-122"/>
              </a:rPr>
              <a:t>网络层</a:t>
            </a:r>
          </a:p>
        </p:txBody>
      </p:sp>
      <p:sp>
        <p:nvSpPr>
          <p:cNvPr id="19458" name="Rectangle 3">
            <a:extLst>
              <a:ext uri="{FF2B5EF4-FFF2-40B4-BE49-F238E27FC236}">
                <a16:creationId xmlns:a16="http://schemas.microsoft.com/office/drawing/2014/main" id="{C35E68C3-0B22-D64D-BE67-5FF8E833F428}"/>
              </a:ext>
            </a:extLst>
          </p:cNvPr>
          <p:cNvSpPr>
            <a:spLocks noGrp="1" noChangeArrowheads="1"/>
          </p:cNvSpPr>
          <p:nvPr>
            <p:ph type="body" idx="1"/>
          </p:nvPr>
        </p:nvSpPr>
        <p:spPr>
          <a:xfrm>
            <a:off x="251460" y="956548"/>
            <a:ext cx="8641079" cy="4137422"/>
          </a:xfrm>
        </p:spPr>
        <p:txBody>
          <a:bodyPr/>
          <a:lstStyle/>
          <a:p>
            <a:pPr eaLnBrk="1" hangingPunct="1">
              <a:spcBef>
                <a:spcPts val="200"/>
              </a:spcBef>
              <a:buFont typeface="Wingdings" pitchFamily="2" charset="2"/>
              <a:buNone/>
            </a:pPr>
            <a:r>
              <a:rPr lang="en-US" altLang="zh-CN" sz="375" dirty="0">
                <a:ea typeface="宋体" panose="02010600030101010101" pitchFamily="2" charset="-122"/>
              </a:rPr>
              <a:t> </a:t>
            </a:r>
            <a:r>
              <a:rPr lang="en-US" altLang="zh-CN" sz="1800" dirty="0">
                <a:ea typeface="宋体" panose="02010600030101010101" pitchFamily="2" charset="-122"/>
              </a:rPr>
              <a:t>4.1  </a:t>
            </a:r>
            <a:r>
              <a:rPr lang="zh-CN" altLang="en-US" sz="1800" dirty="0">
                <a:ea typeface="宋体" panose="02010600030101010101" pitchFamily="2" charset="-122"/>
              </a:rPr>
              <a:t>网络层提供的两种服务</a:t>
            </a:r>
          </a:p>
          <a:p>
            <a:pPr eaLnBrk="1" hangingPunct="1">
              <a:spcBef>
                <a:spcPts val="200"/>
              </a:spcBef>
              <a:buFont typeface="Wingdings" pitchFamily="2" charset="2"/>
              <a:buNone/>
            </a:pPr>
            <a:r>
              <a:rPr lang="en-US" altLang="zh-CN" sz="1800" dirty="0">
                <a:solidFill>
                  <a:srgbClr val="C00000"/>
                </a:solidFill>
                <a:ea typeface="宋体" panose="02010600030101010101" pitchFamily="2" charset="-122"/>
              </a:rPr>
              <a:t>4.2  </a:t>
            </a:r>
            <a:r>
              <a:rPr lang="zh-CN" altLang="en-US" sz="1800" dirty="0">
                <a:solidFill>
                  <a:srgbClr val="C00000"/>
                </a:solidFill>
                <a:ea typeface="宋体" panose="02010600030101010101" pitchFamily="2" charset="-122"/>
              </a:rPr>
              <a:t>网际协议 </a:t>
            </a:r>
            <a:r>
              <a:rPr lang="en-US" altLang="zh-CN" sz="1800" dirty="0">
                <a:solidFill>
                  <a:srgbClr val="C00000"/>
                </a:solidFill>
                <a:ea typeface="宋体" panose="02010600030101010101" pitchFamily="2" charset="-122"/>
              </a:rPr>
              <a:t>IP</a:t>
            </a:r>
          </a:p>
          <a:p>
            <a:pPr eaLnBrk="1" hangingPunct="1">
              <a:spcBef>
                <a:spcPts val="200"/>
              </a:spcBef>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4.2.1  </a:t>
            </a:r>
            <a:r>
              <a:rPr lang="zh-CN" altLang="en-US" sz="1800" dirty="0">
                <a:ea typeface="宋体" panose="02010600030101010101" pitchFamily="2" charset="-122"/>
              </a:rPr>
              <a:t>虚拟互连网络</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4.2.2  </a:t>
            </a:r>
            <a:r>
              <a:rPr lang="zh-CN" altLang="en-US" sz="1800" dirty="0">
                <a:ea typeface="宋体" panose="02010600030101010101" pitchFamily="2" charset="-122"/>
              </a:rPr>
              <a:t>分类的 </a:t>
            </a:r>
            <a:r>
              <a:rPr lang="en-US" altLang="zh-CN" sz="1800" dirty="0">
                <a:ea typeface="宋体" panose="02010600030101010101" pitchFamily="2" charset="-122"/>
              </a:rPr>
              <a:t>IP </a:t>
            </a:r>
            <a:r>
              <a:rPr lang="zh-CN" altLang="en-US" sz="1800" dirty="0">
                <a:ea typeface="宋体" panose="02010600030101010101" pitchFamily="2" charset="-122"/>
              </a:rPr>
              <a:t>地址	</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4.2.3  IP </a:t>
            </a:r>
            <a:r>
              <a:rPr lang="zh-CN" altLang="en-US" sz="1800" dirty="0">
                <a:ea typeface="宋体" panose="02010600030101010101" pitchFamily="2" charset="-122"/>
              </a:rPr>
              <a:t>地址与硬件地址</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4.2.4  </a:t>
            </a:r>
            <a:r>
              <a:rPr lang="zh-CN" altLang="en-US" sz="1800" dirty="0">
                <a:ea typeface="宋体" panose="02010600030101010101" pitchFamily="2" charset="-122"/>
              </a:rPr>
              <a:t>地址解析协议 </a:t>
            </a:r>
            <a:r>
              <a:rPr lang="en-US" altLang="zh-CN" sz="1800" dirty="0">
                <a:ea typeface="宋体" panose="02010600030101010101" pitchFamily="2" charset="-122"/>
              </a:rPr>
              <a:t>ARP</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4.2.5  IP </a:t>
            </a:r>
            <a:r>
              <a:rPr lang="zh-CN" altLang="en-US" sz="1800" dirty="0">
                <a:ea typeface="宋体" panose="02010600030101010101" pitchFamily="2" charset="-122"/>
              </a:rPr>
              <a:t>数据报的格式</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4.2.6  IP </a:t>
            </a:r>
            <a:r>
              <a:rPr lang="zh-CN" altLang="en-US" sz="1800" dirty="0">
                <a:ea typeface="宋体" panose="02010600030101010101" pitchFamily="2" charset="-122"/>
              </a:rPr>
              <a:t>层转发分组的流程</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solidFill>
                  <a:srgbClr val="C00000"/>
                </a:solidFill>
                <a:ea typeface="宋体" panose="02010600030101010101" pitchFamily="2" charset="-122"/>
              </a:rPr>
              <a:t>4.3  </a:t>
            </a:r>
            <a:r>
              <a:rPr lang="zh-CN" altLang="en-US" sz="1800" dirty="0">
                <a:solidFill>
                  <a:srgbClr val="C00000"/>
                </a:solidFill>
                <a:ea typeface="宋体" panose="02010600030101010101" pitchFamily="2" charset="-122"/>
              </a:rPr>
              <a:t>划分子网和构造超网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4.3.1  </a:t>
            </a:r>
            <a:r>
              <a:rPr lang="zh-CN" altLang="en-US" sz="1800" dirty="0">
                <a:ea typeface="宋体" panose="02010600030101010101" pitchFamily="2" charset="-122"/>
              </a:rPr>
              <a:t>划分子网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4.3.2  </a:t>
            </a:r>
            <a:r>
              <a:rPr lang="zh-CN" altLang="en-US" sz="1800" dirty="0">
                <a:ea typeface="宋体" panose="02010600030101010101" pitchFamily="2" charset="-122"/>
              </a:rPr>
              <a:t>使用子网时分组转发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4.3.3  </a:t>
            </a:r>
            <a:r>
              <a:rPr lang="zh-CN" altLang="en-US" sz="1800" dirty="0">
                <a:ea typeface="宋体" panose="02010600030101010101" pitchFamily="2" charset="-122"/>
              </a:rPr>
              <a:t>无分类编址 </a:t>
            </a:r>
            <a:r>
              <a:rPr lang="en-US" altLang="zh-CN" sz="1800" dirty="0">
                <a:ea typeface="宋体" panose="02010600030101010101" pitchFamily="2" charset="-122"/>
              </a:rPr>
              <a:t>CIDR</a:t>
            </a:r>
            <a:r>
              <a:rPr lang="zh-CN" altLang="en-US" sz="1800" dirty="0">
                <a:ea typeface="宋体" panose="02010600030101010101" pitchFamily="2" charset="-122"/>
              </a:rPr>
              <a:t>（构造超网）</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ea typeface="宋体" panose="02010600030101010101" pitchFamily="2" charset="-122"/>
              </a:rPr>
              <a:t>4.4  </a:t>
            </a:r>
            <a:r>
              <a:rPr lang="zh-CN" altLang="en-US" sz="1800" dirty="0">
                <a:ea typeface="宋体" panose="02010600030101010101" pitchFamily="2" charset="-122"/>
              </a:rPr>
              <a:t>网际控制报文协议 </a:t>
            </a:r>
            <a:r>
              <a:rPr lang="en-US" altLang="zh-CN" sz="1800" dirty="0">
                <a:ea typeface="宋体" panose="02010600030101010101" pitchFamily="2" charset="-122"/>
              </a:rPr>
              <a:t>ICMP</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4.4.1  ICMP </a:t>
            </a:r>
            <a:r>
              <a:rPr lang="zh-CN" altLang="en-US" sz="1800" dirty="0">
                <a:ea typeface="宋体" panose="02010600030101010101" pitchFamily="2" charset="-122"/>
              </a:rPr>
              <a:t>报文的种类</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4.4.2  ICMP </a:t>
            </a:r>
            <a:r>
              <a:rPr lang="zh-CN" altLang="en-US" sz="1800" dirty="0">
                <a:ea typeface="宋体" panose="02010600030101010101" pitchFamily="2" charset="-122"/>
              </a:rPr>
              <a:t>的应用举例</a:t>
            </a:r>
          </a:p>
          <a:p>
            <a:pPr eaLnBrk="1" hangingPunct="1">
              <a:spcBef>
                <a:spcPts val="200"/>
              </a:spcBef>
              <a:buFont typeface="Wingdings" pitchFamily="2" charset="2"/>
              <a:buNone/>
            </a:pPr>
            <a:endParaRPr lang="zh-CN" altLang="en-US" sz="1800" dirty="0">
              <a:ea typeface="宋体" panose="02010600030101010101" pitchFamily="2" charset="-122"/>
            </a:endParaRPr>
          </a:p>
        </p:txBody>
      </p:sp>
      <p:sp>
        <p:nvSpPr>
          <p:cNvPr id="19459" name="幻灯片编号占位符 1">
            <a:extLst>
              <a:ext uri="{FF2B5EF4-FFF2-40B4-BE49-F238E27FC236}">
                <a16:creationId xmlns:a16="http://schemas.microsoft.com/office/drawing/2014/main" id="{42C278A9-12E4-6643-8E25-816917A5D43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9352E9-ACDC-2E4D-A883-911E7BB321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8883175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Rectangle 2">
            <a:extLst>
              <a:ext uri="{FF2B5EF4-FFF2-40B4-BE49-F238E27FC236}">
                <a16:creationId xmlns:a16="http://schemas.microsoft.com/office/drawing/2014/main" id="{8B7E7D0F-7968-C74D-A7D4-279E7C0F618F}"/>
              </a:ext>
            </a:extLst>
          </p:cNvPr>
          <p:cNvSpPr>
            <a:spLocks noGrp="1" noChangeArrowheads="1"/>
          </p:cNvSpPr>
          <p:nvPr>
            <p:ph type="title"/>
          </p:nvPr>
        </p:nvSpPr>
        <p:spPr>
          <a:xfrm>
            <a:off x="194310" y="303610"/>
            <a:ext cx="6495813" cy="576263"/>
          </a:xfrm>
        </p:spPr>
        <p:txBody>
          <a:bodyPr/>
          <a:lstStyle/>
          <a:p>
            <a:pPr eaLnBrk="1" hangingPunct="1"/>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a:latin typeface="Times New Roman" panose="02020603050405020304" pitchFamily="18" charset="0"/>
                <a:ea typeface="宋体" panose="02010600030101010101" pitchFamily="2" charset="-122"/>
              </a:rPr>
              <a:t>网络层（续）</a:t>
            </a:r>
          </a:p>
        </p:txBody>
      </p:sp>
      <p:sp>
        <p:nvSpPr>
          <p:cNvPr id="21506" name="Rectangle 3">
            <a:extLst>
              <a:ext uri="{FF2B5EF4-FFF2-40B4-BE49-F238E27FC236}">
                <a16:creationId xmlns:a16="http://schemas.microsoft.com/office/drawing/2014/main" id="{AB045D1F-6380-4E47-9AE5-1D450AC52D8E}"/>
              </a:ext>
            </a:extLst>
          </p:cNvPr>
          <p:cNvSpPr>
            <a:spLocks noGrp="1" noChangeArrowheads="1"/>
          </p:cNvSpPr>
          <p:nvPr>
            <p:ph type="body" idx="1"/>
          </p:nvPr>
        </p:nvSpPr>
        <p:spPr>
          <a:xfrm>
            <a:off x="194310" y="1005840"/>
            <a:ext cx="8698229" cy="3887629"/>
          </a:xfrm>
        </p:spPr>
        <p:txBody>
          <a:bodyPr/>
          <a:lstStyle/>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4.5  </a:t>
            </a:r>
            <a:r>
              <a:rPr lang="zh-CN" altLang="en-US" sz="1800" dirty="0">
                <a:solidFill>
                  <a:srgbClr val="C00000"/>
                </a:solidFill>
                <a:ea typeface="宋体" panose="02010600030101010101" pitchFamily="2" charset="-122"/>
              </a:rPr>
              <a:t>因特网的路由选择协议</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4.5.1  </a:t>
            </a:r>
            <a:r>
              <a:rPr lang="zh-CN" altLang="en-US" sz="1800" dirty="0">
                <a:ea typeface="宋体" panose="02010600030101010101" pitchFamily="2" charset="-122"/>
              </a:rPr>
              <a:t>有关路由选择协议的几个基本概念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4.5.2  </a:t>
            </a:r>
            <a:r>
              <a:rPr lang="zh-CN" altLang="en-US" sz="1800" dirty="0">
                <a:ea typeface="宋体" panose="02010600030101010101" pitchFamily="2" charset="-122"/>
              </a:rPr>
              <a:t>内部网关协议 </a:t>
            </a:r>
            <a:r>
              <a:rPr lang="en-US" altLang="zh-CN" sz="1800" dirty="0">
                <a:ea typeface="宋体" panose="02010600030101010101" pitchFamily="2" charset="-122"/>
              </a:rPr>
              <a:t>RIP</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4.5.3  </a:t>
            </a:r>
            <a:r>
              <a:rPr lang="zh-CN" altLang="en-US" sz="1800" dirty="0">
                <a:ea typeface="宋体" panose="02010600030101010101" pitchFamily="2" charset="-122"/>
              </a:rPr>
              <a:t>内部网关协议 </a:t>
            </a:r>
            <a:r>
              <a:rPr lang="en-US" altLang="zh-CN" sz="1800" dirty="0">
                <a:ea typeface="宋体" panose="02010600030101010101" pitchFamily="2" charset="-122"/>
              </a:rPr>
              <a:t>OSPF</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4.5.4  </a:t>
            </a:r>
            <a:r>
              <a:rPr lang="zh-CN" altLang="en-US" sz="1800" dirty="0">
                <a:ea typeface="宋体" panose="02010600030101010101" pitchFamily="2" charset="-122"/>
              </a:rPr>
              <a:t>外部网关协议 </a:t>
            </a:r>
            <a:r>
              <a:rPr lang="en-US" altLang="zh-CN" sz="1800" dirty="0">
                <a:ea typeface="宋体" panose="02010600030101010101" pitchFamily="2" charset="-122"/>
              </a:rPr>
              <a:t>BGP</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4.5.5  </a:t>
            </a:r>
            <a:r>
              <a:rPr lang="zh-CN" altLang="en-US" sz="1800" dirty="0">
                <a:ea typeface="宋体" panose="02010600030101010101" pitchFamily="2" charset="-122"/>
              </a:rPr>
              <a:t>路由器的构成 </a:t>
            </a:r>
          </a:p>
          <a:p>
            <a:pPr eaLnBrk="1" hangingPunct="1">
              <a:lnSpc>
                <a:spcPct val="80000"/>
              </a:lnSpc>
              <a:buFont typeface="Wingdings" pitchFamily="2" charset="2"/>
              <a:buNone/>
            </a:pPr>
            <a:r>
              <a:rPr lang="en-US" altLang="zh-CN" sz="1800" dirty="0">
                <a:ea typeface="宋体" panose="02010600030101010101" pitchFamily="2" charset="-122"/>
              </a:rPr>
              <a:t>4.6  IP </a:t>
            </a:r>
            <a:r>
              <a:rPr lang="zh-CN" altLang="en-US" sz="1800" dirty="0">
                <a:ea typeface="宋体" panose="02010600030101010101" pitchFamily="2" charset="-122"/>
              </a:rPr>
              <a:t>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4.6.1  IP </a:t>
            </a:r>
            <a:r>
              <a:rPr lang="zh-CN" altLang="en-US" sz="1800" dirty="0">
                <a:ea typeface="宋体" panose="02010600030101010101" pitchFamily="2" charset="-122"/>
              </a:rPr>
              <a:t>多播的基本概念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在局域网上进行硬件多播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因特网组管理协议 </a:t>
            </a:r>
            <a:r>
              <a:rPr lang="en-US" altLang="zh-CN" sz="1800" dirty="0">
                <a:ea typeface="宋体" panose="02010600030101010101" pitchFamily="2" charset="-122"/>
              </a:rPr>
              <a:t>IGMP </a:t>
            </a:r>
            <a:r>
              <a:rPr lang="zh-CN" altLang="en-US" sz="1800" dirty="0">
                <a:ea typeface="宋体" panose="02010600030101010101" pitchFamily="2" charset="-122"/>
              </a:rPr>
              <a:t>和多播路由选择协议</a:t>
            </a:r>
          </a:p>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4.7  </a:t>
            </a:r>
            <a:r>
              <a:rPr lang="zh-CN" altLang="en-US" sz="1800" dirty="0">
                <a:solidFill>
                  <a:srgbClr val="C00000"/>
                </a:solidFill>
                <a:ea typeface="宋体" panose="02010600030101010101" pitchFamily="2" charset="-122"/>
              </a:rPr>
              <a:t>虚拟专用网 </a:t>
            </a:r>
            <a:r>
              <a:rPr lang="en-US" altLang="zh-CN" sz="1800" dirty="0">
                <a:solidFill>
                  <a:srgbClr val="C00000"/>
                </a:solidFill>
                <a:ea typeface="宋体" panose="02010600030101010101" pitchFamily="2" charset="-122"/>
              </a:rPr>
              <a:t>VPN </a:t>
            </a:r>
            <a:r>
              <a:rPr lang="zh-CN" altLang="en-US" sz="1800" dirty="0">
                <a:solidFill>
                  <a:srgbClr val="C00000"/>
                </a:solidFill>
                <a:ea typeface="宋体" panose="02010600030101010101" pitchFamily="2" charset="-122"/>
              </a:rPr>
              <a:t>和网络地址转换 </a:t>
            </a:r>
            <a:r>
              <a:rPr lang="en-US" altLang="zh-CN" sz="1800" dirty="0">
                <a:solidFill>
                  <a:srgbClr val="C00000"/>
                </a:solidFill>
                <a:ea typeface="宋体" panose="02010600030101010101" pitchFamily="2" charset="-122"/>
              </a:rPr>
              <a:t>NAT</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4.7.1  </a:t>
            </a:r>
            <a:r>
              <a:rPr lang="zh-CN" altLang="en-US" sz="1800" dirty="0">
                <a:ea typeface="宋体" panose="02010600030101010101" pitchFamily="2" charset="-122"/>
              </a:rPr>
              <a:t>虚拟专用网 </a:t>
            </a:r>
            <a:r>
              <a:rPr lang="en-US" altLang="zh-CN" sz="1800" dirty="0">
                <a:ea typeface="宋体" panose="02010600030101010101" pitchFamily="2" charset="-122"/>
              </a:rPr>
              <a:t>VPN</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4.7.2  </a:t>
            </a:r>
            <a:r>
              <a:rPr lang="zh-CN" altLang="en-US" sz="1800" dirty="0">
                <a:ea typeface="宋体" panose="02010600030101010101" pitchFamily="2" charset="-122"/>
              </a:rPr>
              <a:t>网络地址转换 </a:t>
            </a:r>
            <a:r>
              <a:rPr lang="en-US" altLang="zh-CN" sz="1800" dirty="0">
                <a:ea typeface="宋体" panose="02010600030101010101" pitchFamily="2" charset="-122"/>
              </a:rPr>
              <a:t>NAT </a:t>
            </a:r>
          </a:p>
        </p:txBody>
      </p:sp>
      <p:sp>
        <p:nvSpPr>
          <p:cNvPr id="21507" name="幻灯片编号占位符 1">
            <a:extLst>
              <a:ext uri="{FF2B5EF4-FFF2-40B4-BE49-F238E27FC236}">
                <a16:creationId xmlns:a16="http://schemas.microsoft.com/office/drawing/2014/main" id="{498E2FBD-3505-924B-AAD8-362FA616DA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0B3232-1526-CF45-A8A3-0E17B0A827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578611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2">
            <a:extLst>
              <a:ext uri="{FF2B5EF4-FFF2-40B4-BE49-F238E27FC236}">
                <a16:creationId xmlns:a16="http://schemas.microsoft.com/office/drawing/2014/main" id="{CAE71C71-8217-7C4D-ACB4-939F463CA9E9}"/>
              </a:ext>
            </a:extLst>
          </p:cNvPr>
          <p:cNvSpPr>
            <a:spLocks noGrp="1" noChangeArrowheads="1"/>
          </p:cNvSpPr>
          <p:nvPr>
            <p:ph type="title"/>
          </p:nvPr>
        </p:nvSpPr>
        <p:spPr>
          <a:xfrm>
            <a:off x="133564" y="195263"/>
            <a:ext cx="7273316" cy="790575"/>
          </a:xfrm>
        </p:spPr>
        <p:txBody>
          <a:bodyPr/>
          <a:lstStyle/>
          <a:p>
            <a:pPr eaLnBrk="1" hangingPunct="1"/>
            <a:r>
              <a:rPr lang="zh-CN" altLang="en-US" dirty="0">
                <a:latin typeface="Times New Roman" panose="02020603050405020304" pitchFamily="18" charset="0"/>
                <a:ea typeface="宋体" panose="02010600030101010101" pitchFamily="2" charset="-122"/>
              </a:rPr>
              <a:t>本章最重要的内容</a:t>
            </a:r>
          </a:p>
        </p:txBody>
      </p:sp>
      <p:sp>
        <p:nvSpPr>
          <p:cNvPr id="23554" name="Rectangle 3">
            <a:extLst>
              <a:ext uri="{FF2B5EF4-FFF2-40B4-BE49-F238E27FC236}">
                <a16:creationId xmlns:a16="http://schemas.microsoft.com/office/drawing/2014/main" id="{1211728A-9C54-A446-B18A-7044B22997AA}"/>
              </a:ext>
            </a:extLst>
          </p:cNvPr>
          <p:cNvSpPr>
            <a:spLocks noGrp="1" noChangeArrowheads="1"/>
          </p:cNvSpPr>
          <p:nvPr>
            <p:ph type="body" idx="1"/>
          </p:nvPr>
        </p:nvSpPr>
        <p:spPr/>
        <p:txBody>
          <a:bodyPr/>
          <a:lstStyle/>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虚拟互连网络的概念</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地址与物理地址的关系</a:t>
            </a:r>
          </a:p>
          <a:p>
            <a:pPr marL="452438" indent="-452438"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传统的分类的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地址（包括子网掩码）和无分类域间路由选择 </a:t>
            </a:r>
            <a:r>
              <a:rPr lang="en-US" altLang="zh-CN" dirty="0">
                <a:latin typeface="Times New Roman" panose="02020603050405020304" pitchFamily="18" charset="0"/>
                <a:ea typeface="宋体" panose="02010600030101010101" pitchFamily="2" charset="-122"/>
              </a:rPr>
              <a:t>CIDR</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路由选择协议的工作原理</a:t>
            </a:r>
          </a:p>
        </p:txBody>
      </p:sp>
      <p:sp>
        <p:nvSpPr>
          <p:cNvPr id="23555" name="幻灯片编号占位符 1">
            <a:extLst>
              <a:ext uri="{FF2B5EF4-FFF2-40B4-BE49-F238E27FC236}">
                <a16:creationId xmlns:a16="http://schemas.microsoft.com/office/drawing/2014/main" id="{5D33FFCE-6ADA-C546-A011-29E7C7CC4EB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5AFA71-A5E2-4146-8BC3-141079F2CE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591932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
            <a:extLst>
              <a:ext uri="{FF2B5EF4-FFF2-40B4-BE49-F238E27FC236}">
                <a16:creationId xmlns:a16="http://schemas.microsoft.com/office/drawing/2014/main" id="{1331D197-916B-E644-AF3C-8E65FD4876CC}"/>
              </a:ext>
            </a:extLst>
          </p:cNvPr>
          <p:cNvSpPr>
            <a:spLocks noGrp="1" noChangeArrowheads="1"/>
          </p:cNvSpPr>
          <p:nvPr>
            <p:ph type="title"/>
          </p:nvPr>
        </p:nvSpPr>
        <p:spPr>
          <a:xfrm>
            <a:off x="160021" y="195263"/>
            <a:ext cx="7193280" cy="736997"/>
          </a:xfrm>
        </p:spPr>
        <p:txBody>
          <a:bodyPr/>
          <a:lstStyle/>
          <a:p>
            <a:pPr eaLnBrk="1" hangingPunct="1"/>
            <a:r>
              <a:rPr lang="en-US" altLang="zh-CN" dirty="0">
                <a:latin typeface="Times New Roman" panose="02020603050405020304" pitchFamily="18" charset="0"/>
                <a:ea typeface="宋体" panose="02010600030101010101" pitchFamily="2" charset="-122"/>
              </a:rPr>
              <a:t>4.1  </a:t>
            </a:r>
            <a:r>
              <a:rPr lang="zh-CN" altLang="en-US" dirty="0">
                <a:latin typeface="Times New Roman" panose="02020603050405020304" pitchFamily="18" charset="0"/>
                <a:ea typeface="宋体" panose="02010600030101010101" pitchFamily="2" charset="-122"/>
              </a:rPr>
              <a:t>网络层提供的两种服务 </a:t>
            </a:r>
          </a:p>
        </p:txBody>
      </p:sp>
      <p:sp>
        <p:nvSpPr>
          <p:cNvPr id="25602" name="Rectangle 3">
            <a:extLst>
              <a:ext uri="{FF2B5EF4-FFF2-40B4-BE49-F238E27FC236}">
                <a16:creationId xmlns:a16="http://schemas.microsoft.com/office/drawing/2014/main" id="{58448183-7CF2-104B-8535-96C41225BBB5}"/>
              </a:ext>
            </a:extLst>
          </p:cNvPr>
          <p:cNvSpPr>
            <a:spLocks noGrp="1" noChangeArrowheads="1"/>
          </p:cNvSpPr>
          <p:nvPr>
            <p:ph type="body" idx="1"/>
          </p:nvPr>
        </p:nvSpPr>
        <p:spPr>
          <a:xfrm>
            <a:off x="160020" y="1113235"/>
            <a:ext cx="8755379" cy="3240881"/>
          </a:xfrm>
        </p:spPr>
        <p:txBody>
          <a:bodyPr/>
          <a:lstStyle/>
          <a:p>
            <a:pPr eaLnBrk="1" hangingPunct="1"/>
            <a:r>
              <a:rPr lang="zh-CN" altLang="en-US" dirty="0">
                <a:latin typeface="Times New Roman" panose="02020603050405020304" pitchFamily="18" charset="0"/>
                <a:ea typeface="宋体" panose="02010600030101010101" pitchFamily="2" charset="-122"/>
              </a:rPr>
              <a:t>在计算机网络领域，网络层应该向运输层提供怎样的服务（“面向连接”还是“无连接”）曾引起了长期的争论。</a:t>
            </a:r>
          </a:p>
          <a:p>
            <a:pPr eaLnBrk="1" hangingPunct="1"/>
            <a:r>
              <a:rPr lang="zh-CN" altLang="en-US" dirty="0">
                <a:latin typeface="Times New Roman" panose="02020603050405020304" pitchFamily="18" charset="0"/>
                <a:ea typeface="宋体" panose="02010600030101010101" pitchFamily="2" charset="-122"/>
              </a:rPr>
              <a:t>争论焦点的实质就是：在计算机通信中，</a:t>
            </a:r>
            <a:r>
              <a:rPr lang="zh-CN" altLang="en-US" dirty="0">
                <a:solidFill>
                  <a:schemeClr val="hlink"/>
                </a:solidFill>
                <a:latin typeface="Times New Roman" panose="02020603050405020304" pitchFamily="18" charset="0"/>
                <a:ea typeface="宋体" panose="02010600030101010101" pitchFamily="2" charset="-122"/>
              </a:rPr>
              <a:t>可靠交付应当由谁来负责？</a:t>
            </a:r>
            <a:r>
              <a:rPr lang="zh-CN" altLang="en-US" dirty="0">
                <a:latin typeface="Times New Roman" panose="02020603050405020304" pitchFamily="18" charset="0"/>
                <a:ea typeface="宋体" panose="02010600030101010101" pitchFamily="2" charset="-122"/>
              </a:rPr>
              <a:t>是</a:t>
            </a:r>
            <a:r>
              <a:rPr lang="zh-CN" altLang="en-US" dirty="0">
                <a:solidFill>
                  <a:schemeClr val="hlink"/>
                </a:solidFill>
                <a:latin typeface="Times New Roman" panose="02020603050405020304" pitchFamily="18" charset="0"/>
                <a:ea typeface="宋体" panose="02010600030101010101" pitchFamily="2" charset="-122"/>
              </a:rPr>
              <a:t>网络</a:t>
            </a:r>
            <a:r>
              <a:rPr lang="zh-CN" altLang="en-US" dirty="0">
                <a:latin typeface="Times New Roman" panose="02020603050405020304" pitchFamily="18" charset="0"/>
                <a:ea typeface="宋体" panose="02010600030101010101" pitchFamily="2" charset="-122"/>
              </a:rPr>
              <a:t>还是</a:t>
            </a:r>
            <a:r>
              <a:rPr lang="zh-CN" altLang="en-US" dirty="0">
                <a:solidFill>
                  <a:schemeClr val="hlink"/>
                </a:solidFill>
                <a:latin typeface="Times New Roman" panose="02020603050405020304" pitchFamily="18" charset="0"/>
                <a:ea typeface="宋体" panose="02010600030101010101" pitchFamily="2" charset="-122"/>
              </a:rPr>
              <a:t>端系统</a:t>
            </a:r>
            <a:r>
              <a:rPr lang="zh-CN" altLang="en-US" dirty="0">
                <a:latin typeface="Times New Roman" panose="02020603050405020304" pitchFamily="18" charset="0"/>
                <a:ea typeface="宋体" panose="02010600030101010101" pitchFamily="2" charset="-122"/>
              </a:rPr>
              <a:t>？ </a:t>
            </a:r>
          </a:p>
        </p:txBody>
      </p:sp>
      <p:sp>
        <p:nvSpPr>
          <p:cNvPr id="25603" name="幻灯片编号占位符 1">
            <a:extLst>
              <a:ext uri="{FF2B5EF4-FFF2-40B4-BE49-F238E27FC236}">
                <a16:creationId xmlns:a16="http://schemas.microsoft.com/office/drawing/2014/main" id="{BFA59CA9-3BEF-ED4A-9297-CDFC07722C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C2FE47F-79C8-CF4D-8410-3F592A9ACA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204868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Rectangle 2">
            <a:extLst>
              <a:ext uri="{FF2B5EF4-FFF2-40B4-BE49-F238E27FC236}">
                <a16:creationId xmlns:a16="http://schemas.microsoft.com/office/drawing/2014/main" id="{F2C38503-BA13-6643-A0FF-30C9DD8F8EA8}"/>
              </a:ext>
            </a:extLst>
          </p:cNvPr>
          <p:cNvSpPr>
            <a:spLocks noGrp="1" noChangeArrowheads="1"/>
          </p:cNvSpPr>
          <p:nvPr>
            <p:ph type="title"/>
          </p:nvPr>
        </p:nvSpPr>
        <p:spPr>
          <a:xfrm>
            <a:off x="133563" y="160735"/>
            <a:ext cx="7841244" cy="736997"/>
          </a:xfrm>
        </p:spPr>
        <p:txBody>
          <a:bodyPr/>
          <a:lstStyle/>
          <a:p>
            <a:pPr eaLnBrk="1" hangingPunct="1"/>
            <a:r>
              <a:rPr lang="zh-CN" altLang="en-US" sz="3000" dirty="0">
                <a:ea typeface="宋体" panose="02010600030101010101" pitchFamily="2" charset="-122"/>
              </a:rPr>
              <a:t>电信网的成功经验</a:t>
            </a:r>
            <a:r>
              <a:rPr lang="en-US" altLang="zh-CN" sz="3000" dirty="0">
                <a:ea typeface="宋体" panose="02010600030101010101" pitchFamily="2" charset="-122"/>
              </a:rPr>
              <a:t>:</a:t>
            </a:r>
            <a:r>
              <a:rPr lang="zh-CN" altLang="en-US" sz="3000" dirty="0">
                <a:ea typeface="宋体" panose="02010600030101010101" pitchFamily="2" charset="-122"/>
              </a:rPr>
              <a:t>让网络负责可靠交付 </a:t>
            </a:r>
          </a:p>
        </p:txBody>
      </p:sp>
      <p:sp>
        <p:nvSpPr>
          <p:cNvPr id="27650" name="Rectangle 3">
            <a:extLst>
              <a:ext uri="{FF2B5EF4-FFF2-40B4-BE49-F238E27FC236}">
                <a16:creationId xmlns:a16="http://schemas.microsoft.com/office/drawing/2014/main" id="{E110FF9D-C501-B04F-8125-DCB8314CFFD1}"/>
              </a:ext>
            </a:extLst>
          </p:cNvPr>
          <p:cNvSpPr>
            <a:spLocks noGrp="1" noChangeArrowheads="1"/>
          </p:cNvSpPr>
          <p:nvPr>
            <p:ph type="body" idx="1"/>
          </p:nvPr>
        </p:nvSpPr>
        <p:spPr/>
        <p:txBody>
          <a:bodyPr/>
          <a:lstStyle/>
          <a:p>
            <a:pPr eaLnBrk="1" hangingPunct="1"/>
            <a:r>
              <a:rPr lang="zh-CN" altLang="en-US">
                <a:solidFill>
                  <a:schemeClr val="hlink"/>
                </a:solidFill>
                <a:latin typeface="Times New Roman" panose="02020603050405020304" pitchFamily="18" charset="0"/>
                <a:ea typeface="宋体" panose="02010600030101010101" pitchFamily="2" charset="-122"/>
              </a:rPr>
              <a:t>面向连接</a:t>
            </a:r>
            <a:r>
              <a:rPr lang="zh-CN" altLang="en-US">
                <a:latin typeface="Times New Roman" panose="02020603050405020304" pitchFamily="18" charset="0"/>
                <a:ea typeface="宋体" panose="02010600030101010101" pitchFamily="2" charset="-122"/>
              </a:rPr>
              <a:t>的通信方式 </a:t>
            </a:r>
          </a:p>
          <a:p>
            <a:pPr eaLnBrk="1" hangingPunct="1"/>
            <a:r>
              <a:rPr lang="zh-CN" altLang="en-US">
                <a:latin typeface="Times New Roman" panose="02020603050405020304" pitchFamily="18" charset="0"/>
                <a:ea typeface="宋体" panose="02010600030101010101" pitchFamily="2" charset="-122"/>
              </a:rPr>
              <a:t>建立</a:t>
            </a:r>
            <a:r>
              <a:rPr lang="zh-CN" altLang="en-US">
                <a:solidFill>
                  <a:schemeClr val="hlink"/>
                </a:solidFill>
                <a:latin typeface="Times New Roman" panose="02020603050405020304" pitchFamily="18" charset="0"/>
                <a:ea typeface="宋体" panose="02010600030101010101" pitchFamily="2" charset="-122"/>
              </a:rPr>
              <a:t>虚电路</a:t>
            </a:r>
            <a:r>
              <a:rPr lang="en-US" altLang="zh-CN">
                <a:latin typeface="Times New Roman" panose="02020603050405020304" pitchFamily="18" charset="0"/>
                <a:ea typeface="宋体" panose="02010600030101010101" pitchFamily="2" charset="-122"/>
              </a:rPr>
              <a:t>(Virtual Circuit)</a:t>
            </a:r>
            <a:r>
              <a:rPr lang="zh-CN" altLang="en-US">
                <a:latin typeface="Times New Roman" panose="02020603050405020304" pitchFamily="18" charset="0"/>
                <a:ea typeface="宋体" panose="02010600030101010101" pitchFamily="2" charset="-122"/>
              </a:rPr>
              <a:t>，以保证双方通信所需的一切网络资源。 </a:t>
            </a:r>
          </a:p>
          <a:p>
            <a:pPr eaLnBrk="1" hangingPunct="1"/>
            <a:r>
              <a:rPr lang="zh-CN" altLang="en-US">
                <a:latin typeface="Times New Roman" panose="02020603050405020304" pitchFamily="18" charset="0"/>
                <a:ea typeface="宋体" panose="02010600030101010101" pitchFamily="2" charset="-122"/>
              </a:rPr>
              <a:t>如果再使用</a:t>
            </a:r>
            <a:r>
              <a:rPr lang="zh-CN" altLang="en-US">
                <a:solidFill>
                  <a:srgbClr val="C00000"/>
                </a:solidFill>
                <a:latin typeface="Times New Roman" panose="02020603050405020304" pitchFamily="18" charset="0"/>
                <a:ea typeface="宋体" panose="02010600030101010101" pitchFamily="2" charset="-122"/>
              </a:rPr>
              <a:t>可靠传输的网络协议</a:t>
            </a:r>
            <a:r>
              <a:rPr lang="zh-CN" altLang="en-US">
                <a:latin typeface="Times New Roman" panose="02020603050405020304" pitchFamily="18" charset="0"/>
                <a:ea typeface="宋体" panose="02010600030101010101" pitchFamily="2" charset="-122"/>
              </a:rPr>
              <a:t>，就可使所发送的分组无差错按序到达终点。 </a:t>
            </a:r>
          </a:p>
        </p:txBody>
      </p:sp>
      <p:sp>
        <p:nvSpPr>
          <p:cNvPr id="27651" name="幻灯片编号占位符 1">
            <a:extLst>
              <a:ext uri="{FF2B5EF4-FFF2-40B4-BE49-F238E27FC236}">
                <a16:creationId xmlns:a16="http://schemas.microsoft.com/office/drawing/2014/main" id="{A2F22614-E556-2E4E-8C68-E094A129C82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F62E78-114B-E44C-9D83-19FF4C7C852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6922468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5">
            <a:extLst>
              <a:ext uri="{FF2B5EF4-FFF2-40B4-BE49-F238E27FC236}">
                <a16:creationId xmlns:a16="http://schemas.microsoft.com/office/drawing/2014/main" id="{4BC2DC3C-CF00-3E47-BB90-E9D9DD189AB9}"/>
              </a:ext>
            </a:extLst>
          </p:cNvPr>
          <p:cNvSpPr>
            <a:spLocks noChangeArrowheads="1"/>
          </p:cNvSpPr>
          <p:nvPr/>
        </p:nvSpPr>
        <p:spPr bwMode="auto">
          <a:xfrm>
            <a:off x="6705600" y="2518172"/>
            <a:ext cx="989410"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8" name="Text Box 16">
            <a:extLst>
              <a:ext uri="{FF2B5EF4-FFF2-40B4-BE49-F238E27FC236}">
                <a16:creationId xmlns:a16="http://schemas.microsoft.com/office/drawing/2014/main" id="{08AA22F2-2425-7A43-AE0B-51E27D249E0D}"/>
              </a:ext>
            </a:extLst>
          </p:cNvPr>
          <p:cNvSpPr txBox="1">
            <a:spLocks noChangeArrowheads="1"/>
          </p:cNvSpPr>
          <p:nvPr/>
        </p:nvSpPr>
        <p:spPr bwMode="auto">
          <a:xfrm>
            <a:off x="6638382" y="2026444"/>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699" name="Rectangle 7">
            <a:extLst>
              <a:ext uri="{FF2B5EF4-FFF2-40B4-BE49-F238E27FC236}">
                <a16:creationId xmlns:a16="http://schemas.microsoft.com/office/drawing/2014/main" id="{404A4C54-B00D-E54A-B38C-F2978DDDE644}"/>
              </a:ext>
            </a:extLst>
          </p:cNvPr>
          <p:cNvSpPr>
            <a:spLocks noChangeArrowheads="1"/>
          </p:cNvSpPr>
          <p:nvPr/>
        </p:nvSpPr>
        <p:spPr bwMode="auto">
          <a:xfrm>
            <a:off x="1353741" y="2447926"/>
            <a:ext cx="989409"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0" name="Text Box 8">
            <a:extLst>
              <a:ext uri="{FF2B5EF4-FFF2-40B4-BE49-F238E27FC236}">
                <a16:creationId xmlns:a16="http://schemas.microsoft.com/office/drawing/2014/main" id="{26FD9D9F-7E90-AB48-BB2E-8C99D413CEBC}"/>
              </a:ext>
            </a:extLst>
          </p:cNvPr>
          <p:cNvSpPr txBox="1">
            <a:spLocks noChangeArrowheads="1"/>
          </p:cNvSpPr>
          <p:nvPr/>
        </p:nvSpPr>
        <p:spPr bwMode="auto">
          <a:xfrm>
            <a:off x="1286522" y="19621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701" name="Rectangle 2">
            <a:extLst>
              <a:ext uri="{FF2B5EF4-FFF2-40B4-BE49-F238E27FC236}">
                <a16:creationId xmlns:a16="http://schemas.microsoft.com/office/drawing/2014/main" id="{7A3381B5-22EA-A341-9B42-101B2E84C0FB}"/>
              </a:ext>
            </a:extLst>
          </p:cNvPr>
          <p:cNvSpPr>
            <a:spLocks noGrp="1" noChangeArrowheads="1"/>
          </p:cNvSpPr>
          <p:nvPr>
            <p:ph type="title"/>
          </p:nvPr>
        </p:nvSpPr>
        <p:spPr>
          <a:xfrm>
            <a:off x="171451" y="150019"/>
            <a:ext cx="7105650" cy="735806"/>
          </a:xfrm>
        </p:spPr>
        <p:txBody>
          <a:bodyPr/>
          <a:lstStyle/>
          <a:p>
            <a:pPr eaLnBrk="1" hangingPunct="1"/>
            <a:r>
              <a:rPr lang="zh-CN" altLang="en-US" dirty="0">
                <a:latin typeface="Times New Roman" panose="02020603050405020304" pitchFamily="18" charset="0"/>
                <a:ea typeface="宋体" panose="02010600030101010101" pitchFamily="2" charset="-122"/>
              </a:rPr>
              <a:t>方式一、虚电路服务</a:t>
            </a:r>
          </a:p>
        </p:txBody>
      </p:sp>
      <p:sp>
        <p:nvSpPr>
          <p:cNvPr id="29702" name="Line 4">
            <a:extLst>
              <a:ext uri="{FF2B5EF4-FFF2-40B4-BE49-F238E27FC236}">
                <a16:creationId xmlns:a16="http://schemas.microsoft.com/office/drawing/2014/main" id="{2E005E35-B919-8C43-BCA3-6394EDBEF741}"/>
              </a:ext>
            </a:extLst>
          </p:cNvPr>
          <p:cNvSpPr>
            <a:spLocks noChangeShapeType="1"/>
          </p:cNvSpPr>
          <p:nvPr/>
        </p:nvSpPr>
        <p:spPr bwMode="auto">
          <a:xfrm>
            <a:off x="4545806" y="2209801"/>
            <a:ext cx="44054" cy="4214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3" name="Line 5">
            <a:extLst>
              <a:ext uri="{FF2B5EF4-FFF2-40B4-BE49-F238E27FC236}">
                <a16:creationId xmlns:a16="http://schemas.microsoft.com/office/drawing/2014/main" id="{B4373F63-F4B0-FD47-924C-0B32479AA089}"/>
              </a:ext>
            </a:extLst>
          </p:cNvPr>
          <p:cNvSpPr>
            <a:spLocks noChangeShapeType="1"/>
          </p:cNvSpPr>
          <p:nvPr/>
        </p:nvSpPr>
        <p:spPr bwMode="auto">
          <a:xfrm>
            <a:off x="2601516" y="2859882"/>
            <a:ext cx="381000" cy="1940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4" name="Rectangle 9">
            <a:extLst>
              <a:ext uri="{FF2B5EF4-FFF2-40B4-BE49-F238E27FC236}">
                <a16:creationId xmlns:a16="http://schemas.microsoft.com/office/drawing/2014/main" id="{95C68C70-5079-864B-AFA1-6A3D323F0613}"/>
              </a:ext>
            </a:extLst>
          </p:cNvPr>
          <p:cNvSpPr>
            <a:spLocks noChangeArrowheads="1"/>
          </p:cNvSpPr>
          <p:nvPr/>
        </p:nvSpPr>
        <p:spPr bwMode="auto">
          <a:xfrm>
            <a:off x="1338262" y="1991916"/>
            <a:ext cx="1015604" cy="1120378"/>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5" name="Line 10">
            <a:extLst>
              <a:ext uri="{FF2B5EF4-FFF2-40B4-BE49-F238E27FC236}">
                <a16:creationId xmlns:a16="http://schemas.microsoft.com/office/drawing/2014/main" id="{93A8BEBE-FFDE-EB49-83EC-D2978ECE4059}"/>
              </a:ext>
            </a:extLst>
          </p:cNvPr>
          <p:cNvSpPr>
            <a:spLocks noChangeShapeType="1"/>
          </p:cNvSpPr>
          <p:nvPr/>
        </p:nvSpPr>
        <p:spPr bwMode="auto">
          <a:xfrm>
            <a:off x="1338262" y="2247900"/>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6" name="Line 11">
            <a:extLst>
              <a:ext uri="{FF2B5EF4-FFF2-40B4-BE49-F238E27FC236}">
                <a16:creationId xmlns:a16="http://schemas.microsoft.com/office/drawing/2014/main" id="{A33E26A0-19BF-364F-8D85-59B68475AB21}"/>
              </a:ext>
            </a:extLst>
          </p:cNvPr>
          <p:cNvSpPr>
            <a:spLocks noChangeShapeType="1"/>
          </p:cNvSpPr>
          <p:nvPr/>
        </p:nvSpPr>
        <p:spPr bwMode="auto">
          <a:xfrm>
            <a:off x="1338262" y="2463404"/>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7" name="Line 12">
            <a:extLst>
              <a:ext uri="{FF2B5EF4-FFF2-40B4-BE49-F238E27FC236}">
                <a16:creationId xmlns:a16="http://schemas.microsoft.com/office/drawing/2014/main" id="{554D1855-92ED-7D4A-BEC7-4642D754E715}"/>
              </a:ext>
            </a:extLst>
          </p:cNvPr>
          <p:cNvSpPr>
            <a:spLocks noChangeShapeType="1"/>
          </p:cNvSpPr>
          <p:nvPr/>
        </p:nvSpPr>
        <p:spPr bwMode="auto">
          <a:xfrm>
            <a:off x="1338262" y="2671763"/>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8" name="Line 13">
            <a:extLst>
              <a:ext uri="{FF2B5EF4-FFF2-40B4-BE49-F238E27FC236}">
                <a16:creationId xmlns:a16="http://schemas.microsoft.com/office/drawing/2014/main" id="{178463F3-1CF4-234F-972C-D3F9EA569CCB}"/>
              </a:ext>
            </a:extLst>
          </p:cNvPr>
          <p:cNvSpPr>
            <a:spLocks noChangeShapeType="1"/>
          </p:cNvSpPr>
          <p:nvPr/>
        </p:nvSpPr>
        <p:spPr bwMode="auto">
          <a:xfrm>
            <a:off x="1338262" y="2930129"/>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9" name="Rectangle 17">
            <a:extLst>
              <a:ext uri="{FF2B5EF4-FFF2-40B4-BE49-F238E27FC236}">
                <a16:creationId xmlns:a16="http://schemas.microsoft.com/office/drawing/2014/main" id="{40EB8C58-EAED-524F-B30B-9498B6E64045}"/>
              </a:ext>
            </a:extLst>
          </p:cNvPr>
          <p:cNvSpPr>
            <a:spLocks noChangeArrowheads="1"/>
          </p:cNvSpPr>
          <p:nvPr/>
        </p:nvSpPr>
        <p:spPr bwMode="auto">
          <a:xfrm>
            <a:off x="6690123" y="2075260"/>
            <a:ext cx="1015603" cy="1132284"/>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10" name="Line 18">
            <a:extLst>
              <a:ext uri="{FF2B5EF4-FFF2-40B4-BE49-F238E27FC236}">
                <a16:creationId xmlns:a16="http://schemas.microsoft.com/office/drawing/2014/main" id="{045BE68C-83E7-134F-9DA0-160883B80921}"/>
              </a:ext>
            </a:extLst>
          </p:cNvPr>
          <p:cNvSpPr>
            <a:spLocks noChangeShapeType="1"/>
          </p:cNvSpPr>
          <p:nvPr/>
        </p:nvSpPr>
        <p:spPr bwMode="auto">
          <a:xfrm>
            <a:off x="6690123" y="2301479"/>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1" name="Line 19">
            <a:extLst>
              <a:ext uri="{FF2B5EF4-FFF2-40B4-BE49-F238E27FC236}">
                <a16:creationId xmlns:a16="http://schemas.microsoft.com/office/drawing/2014/main" id="{365A661D-858E-8144-8A8B-D10036EF8570}"/>
              </a:ext>
            </a:extLst>
          </p:cNvPr>
          <p:cNvSpPr>
            <a:spLocks noChangeShapeType="1"/>
          </p:cNvSpPr>
          <p:nvPr/>
        </p:nvSpPr>
        <p:spPr bwMode="auto">
          <a:xfrm>
            <a:off x="6690123" y="251817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2" name="Line 20">
            <a:extLst>
              <a:ext uri="{FF2B5EF4-FFF2-40B4-BE49-F238E27FC236}">
                <a16:creationId xmlns:a16="http://schemas.microsoft.com/office/drawing/2014/main" id="{49A7C265-4C2A-154E-BE35-54283459D9AD}"/>
              </a:ext>
            </a:extLst>
          </p:cNvPr>
          <p:cNvSpPr>
            <a:spLocks noChangeShapeType="1"/>
          </p:cNvSpPr>
          <p:nvPr/>
        </p:nvSpPr>
        <p:spPr bwMode="auto">
          <a:xfrm>
            <a:off x="6690123" y="2742010"/>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3" name="Line 21">
            <a:extLst>
              <a:ext uri="{FF2B5EF4-FFF2-40B4-BE49-F238E27FC236}">
                <a16:creationId xmlns:a16="http://schemas.microsoft.com/office/drawing/2014/main" id="{467D6190-1954-F946-B6CA-77CF92D7EB09}"/>
              </a:ext>
            </a:extLst>
          </p:cNvPr>
          <p:cNvSpPr>
            <a:spLocks noChangeShapeType="1"/>
          </p:cNvSpPr>
          <p:nvPr/>
        </p:nvSpPr>
        <p:spPr bwMode="auto">
          <a:xfrm>
            <a:off x="6690123" y="299442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4" name="Text Box 22">
            <a:extLst>
              <a:ext uri="{FF2B5EF4-FFF2-40B4-BE49-F238E27FC236}">
                <a16:creationId xmlns:a16="http://schemas.microsoft.com/office/drawing/2014/main" id="{E3491477-6B47-5045-9FF0-2D5BA221886A}"/>
              </a:ext>
            </a:extLst>
          </p:cNvPr>
          <p:cNvSpPr txBox="1">
            <a:spLocks noChangeArrowheads="1"/>
          </p:cNvSpPr>
          <p:nvPr/>
        </p:nvSpPr>
        <p:spPr bwMode="auto">
          <a:xfrm>
            <a:off x="2439591" y="2158604"/>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29715" name="Picture 23">
            <a:extLst>
              <a:ext uri="{FF2B5EF4-FFF2-40B4-BE49-F238E27FC236}">
                <a16:creationId xmlns:a16="http://schemas.microsoft.com/office/drawing/2014/main" id="{D9ECC12D-1445-1048-8500-E2781395C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1016" y="2447926"/>
            <a:ext cx="444103" cy="488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16" name="Line 24">
            <a:extLst>
              <a:ext uri="{FF2B5EF4-FFF2-40B4-BE49-F238E27FC236}">
                <a16:creationId xmlns:a16="http://schemas.microsoft.com/office/drawing/2014/main" id="{B4C6CFAE-D433-3D40-B241-CA9D79644A13}"/>
              </a:ext>
            </a:extLst>
          </p:cNvPr>
          <p:cNvSpPr>
            <a:spLocks noChangeShapeType="1"/>
          </p:cNvSpPr>
          <p:nvPr/>
        </p:nvSpPr>
        <p:spPr bwMode="auto">
          <a:xfrm>
            <a:off x="3234929" y="3053954"/>
            <a:ext cx="1206103" cy="4548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7" name="Line 25">
            <a:extLst>
              <a:ext uri="{FF2B5EF4-FFF2-40B4-BE49-F238E27FC236}">
                <a16:creationId xmlns:a16="http://schemas.microsoft.com/office/drawing/2014/main" id="{0672B125-9EC0-3D45-8EE6-669D1558FE0E}"/>
              </a:ext>
            </a:extLst>
          </p:cNvPr>
          <p:cNvSpPr>
            <a:spLocks noChangeShapeType="1"/>
          </p:cNvSpPr>
          <p:nvPr/>
        </p:nvSpPr>
        <p:spPr bwMode="auto">
          <a:xfrm flipV="1">
            <a:off x="3171825" y="2728913"/>
            <a:ext cx="1396604" cy="3250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8" name="Line 26">
            <a:extLst>
              <a:ext uri="{FF2B5EF4-FFF2-40B4-BE49-F238E27FC236}">
                <a16:creationId xmlns:a16="http://schemas.microsoft.com/office/drawing/2014/main" id="{8F0C2F40-15D6-2042-A356-269CDF1DC03C}"/>
              </a:ext>
            </a:extLst>
          </p:cNvPr>
          <p:cNvSpPr>
            <a:spLocks noChangeShapeType="1"/>
          </p:cNvSpPr>
          <p:nvPr/>
        </p:nvSpPr>
        <p:spPr bwMode="auto">
          <a:xfrm>
            <a:off x="4694635" y="2728913"/>
            <a:ext cx="1143000" cy="3893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9" name="Line 27">
            <a:extLst>
              <a:ext uri="{FF2B5EF4-FFF2-40B4-BE49-F238E27FC236}">
                <a16:creationId xmlns:a16="http://schemas.microsoft.com/office/drawing/2014/main" id="{548D88AE-981D-794B-9DC8-DFCCDDE3A01F}"/>
              </a:ext>
            </a:extLst>
          </p:cNvPr>
          <p:cNvSpPr>
            <a:spLocks noChangeShapeType="1"/>
          </p:cNvSpPr>
          <p:nvPr/>
        </p:nvSpPr>
        <p:spPr bwMode="auto">
          <a:xfrm flipV="1">
            <a:off x="4568429" y="3184922"/>
            <a:ext cx="1269206" cy="3238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0" name="Line 28">
            <a:extLst>
              <a:ext uri="{FF2B5EF4-FFF2-40B4-BE49-F238E27FC236}">
                <a16:creationId xmlns:a16="http://schemas.microsoft.com/office/drawing/2014/main" id="{6CA8E099-0D84-BF4C-8A7A-F7B04C8A19DD}"/>
              </a:ext>
            </a:extLst>
          </p:cNvPr>
          <p:cNvSpPr>
            <a:spLocks noChangeShapeType="1"/>
          </p:cNvSpPr>
          <p:nvPr/>
        </p:nvSpPr>
        <p:spPr bwMode="auto">
          <a:xfrm flipV="1">
            <a:off x="5900738" y="2859881"/>
            <a:ext cx="507206" cy="2583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9721" name="Group 29">
            <a:extLst>
              <a:ext uri="{FF2B5EF4-FFF2-40B4-BE49-F238E27FC236}">
                <a16:creationId xmlns:a16="http://schemas.microsoft.com/office/drawing/2014/main" id="{741CD3B5-B6C7-D349-AFD5-A473A1B3FFC7}"/>
              </a:ext>
            </a:extLst>
          </p:cNvPr>
          <p:cNvGrpSpPr>
            <a:grpSpLocks/>
          </p:cNvGrpSpPr>
          <p:nvPr/>
        </p:nvGrpSpPr>
        <p:grpSpPr bwMode="auto">
          <a:xfrm>
            <a:off x="6216261" y="2174081"/>
            <a:ext cx="448095" cy="782241"/>
            <a:chOff x="5283" y="1002"/>
            <a:chExt cx="320" cy="545"/>
          </a:xfrm>
        </p:grpSpPr>
        <p:sp>
          <p:nvSpPr>
            <p:cNvPr id="29733" name="Text Box 30">
              <a:extLst>
                <a:ext uri="{FF2B5EF4-FFF2-40B4-BE49-F238E27FC236}">
                  <a16:creationId xmlns:a16="http://schemas.microsoft.com/office/drawing/2014/main" id="{6D66F557-A57D-3D45-AF9F-7B5D4EFCD405}"/>
                </a:ext>
              </a:extLst>
            </p:cNvPr>
            <p:cNvSpPr txBox="1">
              <a:spLocks noChangeArrowheads="1"/>
            </p:cNvSpPr>
            <p:nvPr/>
          </p:nvSpPr>
          <p:spPr bwMode="auto">
            <a:xfrm>
              <a:off x="5283" y="1002"/>
              <a:ext cx="320"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29734" name="Picture 31">
              <a:extLst>
                <a:ext uri="{FF2B5EF4-FFF2-40B4-BE49-F238E27FC236}">
                  <a16:creationId xmlns:a16="http://schemas.microsoft.com/office/drawing/2014/main" id="{5EAA8B1B-6645-B747-AE98-23E2D13D47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722" name="Line 32">
            <a:extLst>
              <a:ext uri="{FF2B5EF4-FFF2-40B4-BE49-F238E27FC236}">
                <a16:creationId xmlns:a16="http://schemas.microsoft.com/office/drawing/2014/main" id="{DE28A6F2-048D-0144-9302-F928929C2A1E}"/>
              </a:ext>
            </a:extLst>
          </p:cNvPr>
          <p:cNvSpPr>
            <a:spLocks noChangeShapeType="1"/>
          </p:cNvSpPr>
          <p:nvPr/>
        </p:nvSpPr>
        <p:spPr bwMode="auto">
          <a:xfrm flipV="1">
            <a:off x="3171825" y="2144316"/>
            <a:ext cx="1332310" cy="845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3" name="Line 33">
            <a:extLst>
              <a:ext uri="{FF2B5EF4-FFF2-40B4-BE49-F238E27FC236}">
                <a16:creationId xmlns:a16="http://schemas.microsoft.com/office/drawing/2014/main" id="{1C383F59-873A-124A-B568-95D4DA9946E8}"/>
              </a:ext>
            </a:extLst>
          </p:cNvPr>
          <p:cNvSpPr>
            <a:spLocks noChangeShapeType="1"/>
          </p:cNvSpPr>
          <p:nvPr/>
        </p:nvSpPr>
        <p:spPr bwMode="auto">
          <a:xfrm>
            <a:off x="4631532" y="2144316"/>
            <a:ext cx="1269206" cy="9096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9724" name="Picture 34">
            <a:extLst>
              <a:ext uri="{FF2B5EF4-FFF2-40B4-BE49-F238E27FC236}">
                <a16:creationId xmlns:a16="http://schemas.microsoft.com/office/drawing/2014/main" id="{073EF167-D6BC-DF4C-BCF2-4274424FA59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03935" y="2924176"/>
            <a:ext cx="458390"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5" name="Picture 35">
            <a:extLst>
              <a:ext uri="{FF2B5EF4-FFF2-40B4-BE49-F238E27FC236}">
                <a16:creationId xmlns:a16="http://schemas.microsoft.com/office/drawing/2014/main" id="{EC3F1FDA-B3A8-9F4A-B7D4-19FC5490F5C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77929" y="2599135"/>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6" name="Picture 36">
            <a:extLst>
              <a:ext uri="{FF2B5EF4-FFF2-40B4-BE49-F238E27FC236}">
                <a16:creationId xmlns:a16="http://schemas.microsoft.com/office/drawing/2014/main" id="{3D29819C-0779-E449-87B8-DEC73B551D4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0532" y="3378994"/>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7" name="Picture 37">
            <a:extLst>
              <a:ext uri="{FF2B5EF4-FFF2-40B4-BE49-F238E27FC236}">
                <a16:creationId xmlns:a16="http://schemas.microsoft.com/office/drawing/2014/main" id="{C8C6D786-BF99-9644-8447-999ADE0781B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7135" y="2989660"/>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8" name="Picture 38">
            <a:extLst>
              <a:ext uri="{FF2B5EF4-FFF2-40B4-BE49-F238E27FC236}">
                <a16:creationId xmlns:a16="http://schemas.microsoft.com/office/drawing/2014/main" id="{72FB6A50-B4DA-AC44-9A8A-508676ADCC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13635" y="2013348"/>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29" name="Freeform 39">
            <a:extLst>
              <a:ext uri="{FF2B5EF4-FFF2-40B4-BE49-F238E27FC236}">
                <a16:creationId xmlns:a16="http://schemas.microsoft.com/office/drawing/2014/main" id="{C29B0C97-F96E-0042-AB14-2D17B0CE0072}"/>
              </a:ext>
            </a:extLst>
          </p:cNvPr>
          <p:cNvSpPr>
            <a:spLocks/>
          </p:cNvSpPr>
          <p:nvPr/>
        </p:nvSpPr>
        <p:spPr bwMode="auto">
          <a:xfrm>
            <a:off x="2216944" y="2616994"/>
            <a:ext cx="4636294" cy="621506"/>
          </a:xfrm>
          <a:custGeom>
            <a:avLst/>
            <a:gdLst>
              <a:gd name="T0" fmla="*/ 0 w 3314"/>
              <a:gd name="T1" fmla="*/ 0 h 433"/>
              <a:gd name="T2" fmla="*/ 2147483646 w 3314"/>
              <a:gd name="T3" fmla="*/ 2147483646 h 433"/>
              <a:gd name="T4" fmla="*/ 2147483646 w 3314"/>
              <a:gd name="T5" fmla="*/ 2147483646 h 433"/>
              <a:gd name="T6" fmla="*/ 2147483646 w 3314"/>
              <a:gd name="T7" fmla="*/ 2147483646 h 433"/>
              <a:gd name="T8" fmla="*/ 2147483646 w 3314"/>
              <a:gd name="T9" fmla="*/ 2147483646 h 433"/>
              <a:gd name="T10" fmla="*/ 2147483646 w 3314"/>
              <a:gd name="T11" fmla="*/ 2147483646 h 433"/>
              <a:gd name="T12" fmla="*/ 2147483646 w 3314"/>
              <a:gd name="T13" fmla="*/ 2147483646 h 433"/>
              <a:gd name="T14" fmla="*/ 2147483646 w 3314"/>
              <a:gd name="T15" fmla="*/ 2147483646 h 433"/>
              <a:gd name="T16" fmla="*/ 2147483646 w 3314"/>
              <a:gd name="T17" fmla="*/ 2147483646 h 433"/>
              <a:gd name="T18" fmla="*/ 2147483646 w 3314"/>
              <a:gd name="T19" fmla="*/ 2147483646 h 433"/>
              <a:gd name="T20" fmla="*/ 2147483646 w 3314"/>
              <a:gd name="T21" fmla="*/ 2147483646 h 433"/>
              <a:gd name="T22" fmla="*/ 2147483646 w 3314"/>
              <a:gd name="T23" fmla="*/ 2147483646 h 433"/>
              <a:gd name="T24" fmla="*/ 2147483646 w 3314"/>
              <a:gd name="T25" fmla="*/ 2147483646 h 433"/>
              <a:gd name="T26" fmla="*/ 2147483646 w 3314"/>
              <a:gd name="T27" fmla="*/ 2147483646 h 433"/>
              <a:gd name="T28" fmla="*/ 2147483646 w 3314"/>
              <a:gd name="T29" fmla="*/ 2147483646 h 4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chemeClr val="hlink"/>
            </a:solidFill>
            <a:round/>
            <a:headEnd type="triangl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30" name="Text Box 40">
            <a:extLst>
              <a:ext uri="{FF2B5EF4-FFF2-40B4-BE49-F238E27FC236}">
                <a16:creationId xmlns:a16="http://schemas.microsoft.com/office/drawing/2014/main" id="{98FDAB0E-9C9E-2D4A-B995-A9D5333A3C06}"/>
              </a:ext>
            </a:extLst>
          </p:cNvPr>
          <p:cNvSpPr txBox="1">
            <a:spLocks noChangeArrowheads="1"/>
          </p:cNvSpPr>
          <p:nvPr/>
        </p:nvSpPr>
        <p:spPr bwMode="auto">
          <a:xfrm>
            <a:off x="4249342" y="2931319"/>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Arial" panose="020B0604020202020204" pitchFamily="34" charset="0"/>
                <a:ea typeface="宋体" panose="02010600030101010101" pitchFamily="2" charset="-122"/>
                <a:cs typeface="黑体" panose="02010609060101010101" pitchFamily="49" charset="-122"/>
              </a:rPr>
              <a:t>虚电路</a:t>
            </a:r>
            <a:endParaRPr lang="zh-CN" altLang="en-US" sz="18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934956" name="Text Box 44">
            <a:extLst>
              <a:ext uri="{FF2B5EF4-FFF2-40B4-BE49-F238E27FC236}">
                <a16:creationId xmlns:a16="http://schemas.microsoft.com/office/drawing/2014/main" id="{4E5B437C-50C9-8143-B673-F3F014F1548D}"/>
              </a:ext>
            </a:extLst>
          </p:cNvPr>
          <p:cNvSpPr txBox="1">
            <a:spLocks noChangeArrowheads="1"/>
          </p:cNvSpPr>
          <p:nvPr/>
        </p:nvSpPr>
        <p:spPr bwMode="auto">
          <a:xfrm>
            <a:off x="1601391" y="3911203"/>
            <a:ext cx="6114174"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的所有分组都沿着同一条虚电路传送</a:t>
            </a:r>
          </a:p>
        </p:txBody>
      </p:sp>
      <p:sp>
        <p:nvSpPr>
          <p:cNvPr id="29732" name="幻灯片编号占位符 1">
            <a:extLst>
              <a:ext uri="{FF2B5EF4-FFF2-40B4-BE49-F238E27FC236}">
                <a16:creationId xmlns:a16="http://schemas.microsoft.com/office/drawing/2014/main" id="{EDF73FEF-10EA-2640-A591-E9620A4CA8F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D7AE9A-7E3A-904B-AE85-0686256094F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3522395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Rectangle 2">
            <a:extLst>
              <a:ext uri="{FF2B5EF4-FFF2-40B4-BE49-F238E27FC236}">
                <a16:creationId xmlns:a16="http://schemas.microsoft.com/office/drawing/2014/main" id="{34771EB6-DF31-4442-8663-C886D254A104}"/>
              </a:ext>
            </a:extLst>
          </p:cNvPr>
          <p:cNvSpPr>
            <a:spLocks noGrp="1" noChangeArrowheads="1"/>
          </p:cNvSpPr>
          <p:nvPr>
            <p:ph type="title"/>
          </p:nvPr>
        </p:nvSpPr>
        <p:spPr>
          <a:xfrm>
            <a:off x="133563" y="250032"/>
            <a:ext cx="7166160" cy="651272"/>
          </a:xfrm>
        </p:spPr>
        <p:txBody>
          <a:bodyPr/>
          <a:lstStyle/>
          <a:p>
            <a:pPr eaLnBrk="1" hangingPunct="1"/>
            <a:r>
              <a:rPr lang="zh-CN" altLang="en-US" dirty="0">
                <a:latin typeface="Times New Roman" panose="02020603050405020304" pitchFamily="18" charset="0"/>
                <a:ea typeface="宋体" panose="02010600030101010101" pitchFamily="2" charset="-122"/>
              </a:rPr>
              <a:t>虚电路是逻辑连接</a:t>
            </a:r>
          </a:p>
        </p:txBody>
      </p:sp>
      <p:sp>
        <p:nvSpPr>
          <p:cNvPr id="31746" name="Rectangle 3">
            <a:extLst>
              <a:ext uri="{FF2B5EF4-FFF2-40B4-BE49-F238E27FC236}">
                <a16:creationId xmlns:a16="http://schemas.microsoft.com/office/drawing/2014/main" id="{A48BAB76-4102-E94D-8B68-DADF15DB192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虚电路表示这只是一条</a:t>
            </a:r>
            <a:r>
              <a:rPr lang="zh-CN" altLang="en-US">
                <a:solidFill>
                  <a:schemeClr val="hlink"/>
                </a:solidFill>
                <a:latin typeface="Times New Roman" panose="02020603050405020304" pitchFamily="18" charset="0"/>
                <a:ea typeface="宋体" panose="02010600030101010101" pitchFamily="2" charset="-122"/>
              </a:rPr>
              <a:t>逻辑上的连接</a:t>
            </a:r>
            <a:r>
              <a:rPr lang="zh-CN" altLang="en-US">
                <a:latin typeface="Times New Roman" panose="02020603050405020304" pitchFamily="18" charset="0"/>
                <a:ea typeface="宋体" panose="02010600030101010101" pitchFamily="2" charset="-122"/>
              </a:rPr>
              <a:t>，分组都沿着这条逻辑连接按照</a:t>
            </a:r>
            <a:r>
              <a:rPr lang="zh-CN" altLang="en-US">
                <a:solidFill>
                  <a:srgbClr val="C00000"/>
                </a:solidFill>
                <a:latin typeface="Times New Roman" panose="02020603050405020304" pitchFamily="18" charset="0"/>
                <a:ea typeface="宋体" panose="02010600030101010101" pitchFamily="2" charset="-122"/>
              </a:rPr>
              <a:t>存储转发方式</a:t>
            </a:r>
            <a:r>
              <a:rPr lang="zh-CN" altLang="en-US">
                <a:latin typeface="Times New Roman" panose="02020603050405020304" pitchFamily="18" charset="0"/>
                <a:ea typeface="宋体" panose="02010600030101010101" pitchFamily="2" charset="-122"/>
              </a:rPr>
              <a:t>传送，而并不是真正建立了一条物理连接。</a:t>
            </a:r>
          </a:p>
          <a:p>
            <a:pPr eaLnBrk="1" hangingPunct="1"/>
            <a:r>
              <a:rPr lang="zh-CN" altLang="en-US">
                <a:latin typeface="Times New Roman" panose="02020603050405020304" pitchFamily="18" charset="0"/>
                <a:ea typeface="宋体" panose="02010600030101010101" pitchFamily="2" charset="-122"/>
              </a:rPr>
              <a:t>请注意，电路交换的电话通信是先建立了一条</a:t>
            </a:r>
            <a:r>
              <a:rPr lang="zh-CN" altLang="en-US">
                <a:solidFill>
                  <a:schemeClr val="hlink"/>
                </a:solidFill>
                <a:latin typeface="Times New Roman" panose="02020603050405020304" pitchFamily="18" charset="0"/>
                <a:ea typeface="宋体" panose="02010600030101010101" pitchFamily="2" charset="-122"/>
              </a:rPr>
              <a:t>真正的连接</a:t>
            </a:r>
            <a:r>
              <a:rPr lang="zh-CN" altLang="en-US">
                <a:latin typeface="Times New Roman" panose="02020603050405020304" pitchFamily="18" charset="0"/>
                <a:ea typeface="宋体" panose="02010600030101010101" pitchFamily="2" charset="-122"/>
              </a:rPr>
              <a:t>。因此分组交换的虚连接和电路交换的连接只是类似，但并不完全一样。 </a:t>
            </a:r>
          </a:p>
        </p:txBody>
      </p:sp>
      <p:sp>
        <p:nvSpPr>
          <p:cNvPr id="31747" name="幻灯片编号占位符 1">
            <a:extLst>
              <a:ext uri="{FF2B5EF4-FFF2-40B4-BE49-F238E27FC236}">
                <a16:creationId xmlns:a16="http://schemas.microsoft.com/office/drawing/2014/main" id="{4B294D39-3ED6-F748-9AA1-03E36110AC7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8D0EB8A-FBBD-3542-859C-A574BB7201E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0187732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Rectangle 2">
            <a:extLst>
              <a:ext uri="{FF2B5EF4-FFF2-40B4-BE49-F238E27FC236}">
                <a16:creationId xmlns:a16="http://schemas.microsoft.com/office/drawing/2014/main" id="{A2430EA8-4430-CC41-910B-267930B6CA38}"/>
              </a:ext>
            </a:extLst>
          </p:cNvPr>
          <p:cNvSpPr>
            <a:spLocks noGrp="1" noChangeArrowheads="1"/>
          </p:cNvSpPr>
          <p:nvPr>
            <p:ph type="title"/>
          </p:nvPr>
        </p:nvSpPr>
        <p:spPr>
          <a:xfrm>
            <a:off x="133563" y="172165"/>
            <a:ext cx="7462625" cy="707945"/>
          </a:xfrm>
        </p:spPr>
        <p:txBody>
          <a:bodyPr/>
          <a:lstStyle/>
          <a:p>
            <a:pPr eaLnBrk="1" hangingPunct="1"/>
            <a:r>
              <a:rPr lang="zh-CN" altLang="en-US" dirty="0">
                <a:ea typeface="宋体" panose="02010600030101010101" pitchFamily="2" charset="-122"/>
              </a:rPr>
              <a:t>因特网采用的设计思路</a:t>
            </a:r>
          </a:p>
        </p:txBody>
      </p:sp>
      <p:sp>
        <p:nvSpPr>
          <p:cNvPr id="33794" name="Rectangle 3">
            <a:extLst>
              <a:ext uri="{FF2B5EF4-FFF2-40B4-BE49-F238E27FC236}">
                <a16:creationId xmlns:a16="http://schemas.microsoft.com/office/drawing/2014/main" id="{47903BAE-23DF-0347-8ECC-BC714A3AD47D}"/>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网络层向上只提供简单</a:t>
            </a:r>
            <a:r>
              <a:rPr lang="zh-CN" altLang="en-US" dirty="0">
                <a:solidFill>
                  <a:schemeClr val="hlink"/>
                </a:solidFill>
                <a:ea typeface="宋体" panose="02010600030101010101" pitchFamily="2" charset="-122"/>
              </a:rPr>
              <a:t>灵活的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无连接的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尽最大努力交付</a:t>
            </a:r>
            <a:r>
              <a:rPr lang="zh-CN" altLang="en-US" dirty="0">
                <a:ea typeface="宋体" panose="02010600030101010101" pitchFamily="2" charset="-122"/>
              </a:rPr>
              <a:t>的</a:t>
            </a:r>
            <a:r>
              <a:rPr lang="zh-CN" altLang="en-US" dirty="0">
                <a:solidFill>
                  <a:schemeClr val="hlink"/>
                </a:solidFill>
                <a:ea typeface="宋体" panose="02010600030101010101" pitchFamily="2" charset="-122"/>
              </a:rPr>
              <a:t>数据报服务</a:t>
            </a:r>
            <a:r>
              <a:rPr lang="zh-CN" altLang="en-US" dirty="0">
                <a:ea typeface="宋体" panose="02010600030101010101" pitchFamily="2" charset="-122"/>
              </a:rPr>
              <a:t>。</a:t>
            </a:r>
          </a:p>
          <a:p>
            <a:pPr eaLnBrk="1" hangingPunct="1"/>
            <a:r>
              <a:rPr lang="zh-CN" altLang="en-US" dirty="0">
                <a:ea typeface="宋体" panose="02010600030101010101" pitchFamily="2" charset="-122"/>
              </a:rPr>
              <a:t>网络在发送分组时不需要先建立连接。每一个分组（即 </a:t>
            </a:r>
            <a:r>
              <a:rPr lang="en-US" altLang="zh-CN" dirty="0">
                <a:ea typeface="宋体" panose="02010600030101010101" pitchFamily="2" charset="-122"/>
              </a:rPr>
              <a:t>IP </a:t>
            </a:r>
            <a:r>
              <a:rPr lang="zh-CN" altLang="en-US" dirty="0">
                <a:ea typeface="宋体" panose="02010600030101010101" pitchFamily="2" charset="-122"/>
              </a:rPr>
              <a:t>数据报）独立发送，与其前后的分组无关（不进行编号）。</a:t>
            </a:r>
          </a:p>
          <a:p>
            <a:pPr eaLnBrk="1" hangingPunct="1"/>
            <a:r>
              <a:rPr lang="zh-CN" altLang="en-US" dirty="0">
                <a:ea typeface="宋体" panose="02010600030101010101" pitchFamily="2" charset="-122"/>
              </a:rPr>
              <a:t>网络层不提供服务质量的承诺。即所传送的分组可能出错、丢失、重复和失序（不按序到达终点），当然也不保证分组传送的时限。 </a:t>
            </a:r>
          </a:p>
        </p:txBody>
      </p:sp>
      <p:sp>
        <p:nvSpPr>
          <p:cNvPr id="33795" name="幻灯片编号占位符 1">
            <a:extLst>
              <a:ext uri="{FF2B5EF4-FFF2-40B4-BE49-F238E27FC236}">
                <a16:creationId xmlns:a16="http://schemas.microsoft.com/office/drawing/2014/main" id="{FFB01360-6D3C-5748-8025-1FEDCDA70F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408A910-07FC-E240-A9CE-2ED5B0CADD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7174086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2">
            <a:extLst>
              <a:ext uri="{FF2B5EF4-FFF2-40B4-BE49-F238E27FC236}">
                <a16:creationId xmlns:a16="http://schemas.microsoft.com/office/drawing/2014/main" id="{9A006A98-4B70-3B43-B180-D0A5B20D1613}"/>
              </a:ext>
            </a:extLst>
          </p:cNvPr>
          <p:cNvSpPr>
            <a:spLocks noGrp="1" noChangeArrowheads="1"/>
          </p:cNvSpPr>
          <p:nvPr>
            <p:ph type="title"/>
          </p:nvPr>
        </p:nvSpPr>
        <p:spPr>
          <a:xfrm>
            <a:off x="171450" y="160735"/>
            <a:ext cx="7316391" cy="736997"/>
          </a:xfrm>
        </p:spPr>
        <p:txBody>
          <a:bodyPr/>
          <a:lstStyle/>
          <a:p>
            <a:pPr eaLnBrk="1" hangingPunct="1"/>
            <a:r>
              <a:rPr lang="zh-CN" altLang="en-US" dirty="0">
                <a:ea typeface="宋体" panose="02010600030101010101" pitchFamily="2" charset="-122"/>
              </a:rPr>
              <a:t>尽最大努力交付的好处</a:t>
            </a:r>
          </a:p>
        </p:txBody>
      </p:sp>
      <p:sp>
        <p:nvSpPr>
          <p:cNvPr id="35842" name="Rectangle 3">
            <a:extLst>
              <a:ext uri="{FF2B5EF4-FFF2-40B4-BE49-F238E27FC236}">
                <a16:creationId xmlns:a16="http://schemas.microsoft.com/office/drawing/2014/main" id="{79EE78D2-F5C2-0F43-A1FB-5837D1A1A1D8}"/>
              </a:ext>
            </a:extLst>
          </p:cNvPr>
          <p:cNvSpPr>
            <a:spLocks noGrp="1" noChangeArrowheads="1"/>
          </p:cNvSpPr>
          <p:nvPr>
            <p:ph type="body" idx="1"/>
          </p:nvPr>
        </p:nvSpPr>
        <p:spPr>
          <a:xfrm>
            <a:off x="240030" y="1039415"/>
            <a:ext cx="8663940" cy="4104085"/>
          </a:xfrm>
        </p:spPr>
        <p:txBody>
          <a:bodyPr/>
          <a:lstStyle/>
          <a:p>
            <a:pPr eaLnBrk="1" hangingPunct="1"/>
            <a:r>
              <a:rPr lang="zh-CN" altLang="en-US" dirty="0">
                <a:ea typeface="宋体" panose="02010600030101010101" pitchFamily="2" charset="-122"/>
              </a:rPr>
              <a:t>由于传输网络</a:t>
            </a:r>
            <a:r>
              <a:rPr lang="zh-CN" altLang="en-US" dirty="0">
                <a:solidFill>
                  <a:srgbClr val="C00000"/>
                </a:solidFill>
                <a:ea typeface="宋体" panose="02010600030101010101" pitchFamily="2" charset="-122"/>
              </a:rPr>
              <a:t>不提供端到端</a:t>
            </a:r>
            <a:r>
              <a:rPr lang="zh-CN" altLang="en-US" dirty="0">
                <a:ea typeface="宋体" panose="02010600030101010101" pitchFamily="2" charset="-122"/>
              </a:rPr>
              <a:t>的可靠传输服务，这就使网络中的路由器可以做得比较简单，而且价格低廉（与电信网的交换机相比较）。</a:t>
            </a:r>
          </a:p>
          <a:p>
            <a:pPr eaLnBrk="1" hangingPunct="1"/>
            <a:r>
              <a:rPr lang="zh-CN" altLang="en-US" dirty="0">
                <a:ea typeface="宋体" panose="02010600030101010101" pitchFamily="2" charset="-122"/>
              </a:rPr>
              <a:t>如果主机（即端系统）中的进程之间的通信需要是可靠的，那么就由网络的</a:t>
            </a:r>
            <a:r>
              <a:rPr lang="zh-CN" altLang="en-US" dirty="0">
                <a:solidFill>
                  <a:srgbClr val="C00000"/>
                </a:solidFill>
                <a:ea typeface="宋体" panose="02010600030101010101" pitchFamily="2" charset="-122"/>
              </a:rPr>
              <a:t>主机中</a:t>
            </a:r>
            <a:r>
              <a:rPr lang="zh-CN" altLang="en-US" dirty="0">
                <a:ea typeface="宋体" panose="02010600030101010101" pitchFamily="2" charset="-122"/>
              </a:rPr>
              <a:t>的</a:t>
            </a:r>
            <a:r>
              <a:rPr lang="zh-CN" altLang="en-US" dirty="0">
                <a:solidFill>
                  <a:srgbClr val="C00000"/>
                </a:solidFill>
                <a:ea typeface="宋体" panose="02010600030101010101" pitchFamily="2" charset="-122"/>
              </a:rPr>
              <a:t>运输层</a:t>
            </a:r>
            <a:r>
              <a:rPr lang="zh-CN" altLang="en-US" dirty="0">
                <a:ea typeface="宋体" panose="02010600030101010101" pitchFamily="2" charset="-122"/>
              </a:rPr>
              <a:t>负责（包括差错处理、流量控制等）。</a:t>
            </a:r>
          </a:p>
          <a:p>
            <a:pPr eaLnBrk="1" hangingPunct="1"/>
            <a:r>
              <a:rPr lang="zh-CN" altLang="en-US" dirty="0">
                <a:ea typeface="宋体" panose="02010600030101010101" pitchFamily="2" charset="-122"/>
              </a:rPr>
              <a:t>采用这种设计思路的好处是：网络的</a:t>
            </a:r>
            <a:r>
              <a:rPr lang="zh-CN" altLang="en-US" dirty="0">
                <a:solidFill>
                  <a:srgbClr val="C00000"/>
                </a:solidFill>
                <a:ea typeface="宋体" panose="02010600030101010101" pitchFamily="2" charset="-122"/>
              </a:rPr>
              <a:t>造价</a:t>
            </a:r>
            <a:r>
              <a:rPr lang="zh-CN" altLang="en-US" dirty="0">
                <a:ea typeface="宋体" panose="02010600030101010101" pitchFamily="2" charset="-122"/>
              </a:rPr>
              <a:t>大大</a:t>
            </a:r>
            <a:r>
              <a:rPr lang="zh-CN" altLang="en-US" dirty="0">
                <a:solidFill>
                  <a:srgbClr val="C00000"/>
                </a:solidFill>
                <a:ea typeface="宋体" panose="02010600030101010101" pitchFamily="2" charset="-122"/>
              </a:rPr>
              <a:t>降低</a:t>
            </a:r>
            <a:r>
              <a:rPr lang="zh-CN" altLang="en-US" dirty="0">
                <a:ea typeface="宋体" panose="02010600030101010101" pitchFamily="2" charset="-122"/>
              </a:rPr>
              <a:t>，运行方式</a:t>
            </a:r>
            <a:r>
              <a:rPr lang="zh-CN" altLang="en-US" dirty="0">
                <a:solidFill>
                  <a:srgbClr val="C00000"/>
                </a:solidFill>
                <a:ea typeface="宋体" panose="02010600030101010101" pitchFamily="2" charset="-122"/>
              </a:rPr>
              <a:t>灵活</a:t>
            </a:r>
            <a:r>
              <a:rPr lang="zh-CN" altLang="en-US" dirty="0">
                <a:ea typeface="宋体" panose="02010600030101010101" pitchFamily="2" charset="-122"/>
              </a:rPr>
              <a:t>，能够适应多种应用。</a:t>
            </a:r>
          </a:p>
          <a:p>
            <a:pPr eaLnBrk="1" hangingPunct="1"/>
            <a:r>
              <a:rPr lang="zh-CN" altLang="en-US" dirty="0">
                <a:ea typeface="宋体" panose="02010600030101010101" pitchFamily="2" charset="-122"/>
              </a:rPr>
              <a:t>因特网能够发展到今日的规模，充分证明了当初采用这种设计思路的正确性。 </a:t>
            </a:r>
          </a:p>
        </p:txBody>
      </p:sp>
      <p:sp>
        <p:nvSpPr>
          <p:cNvPr id="35843" name="幻灯片编号占位符 1">
            <a:extLst>
              <a:ext uri="{FF2B5EF4-FFF2-40B4-BE49-F238E27FC236}">
                <a16:creationId xmlns:a16="http://schemas.microsoft.com/office/drawing/2014/main" id="{83A32746-439C-9F4B-A7EB-647AB61F32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1775BD7-9B09-854D-AA98-226D10E565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0346772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Rectangle 16">
            <a:extLst>
              <a:ext uri="{FF2B5EF4-FFF2-40B4-BE49-F238E27FC236}">
                <a16:creationId xmlns:a16="http://schemas.microsoft.com/office/drawing/2014/main" id="{27CA6F1F-F184-F64B-A275-C6D13C287CE2}"/>
              </a:ext>
            </a:extLst>
          </p:cNvPr>
          <p:cNvSpPr>
            <a:spLocks noChangeArrowheads="1"/>
          </p:cNvSpPr>
          <p:nvPr/>
        </p:nvSpPr>
        <p:spPr bwMode="auto">
          <a:xfrm>
            <a:off x="6653213" y="2441973"/>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0" name="Text Box 17">
            <a:extLst>
              <a:ext uri="{FF2B5EF4-FFF2-40B4-BE49-F238E27FC236}">
                <a16:creationId xmlns:a16="http://schemas.microsoft.com/office/drawing/2014/main" id="{1F852F48-A3B2-9B44-963F-8ADE8AFCD3D1}"/>
              </a:ext>
            </a:extLst>
          </p:cNvPr>
          <p:cNvSpPr txBox="1">
            <a:spLocks noChangeArrowheads="1"/>
          </p:cNvSpPr>
          <p:nvPr/>
        </p:nvSpPr>
        <p:spPr bwMode="auto">
          <a:xfrm>
            <a:off x="6553847" y="19240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1" name="Rectangle 8">
            <a:extLst>
              <a:ext uri="{FF2B5EF4-FFF2-40B4-BE49-F238E27FC236}">
                <a16:creationId xmlns:a16="http://schemas.microsoft.com/office/drawing/2014/main" id="{77725F46-868B-0548-93DD-D086240D08EE}"/>
              </a:ext>
            </a:extLst>
          </p:cNvPr>
          <p:cNvSpPr>
            <a:spLocks noChangeArrowheads="1"/>
          </p:cNvSpPr>
          <p:nvPr/>
        </p:nvSpPr>
        <p:spPr bwMode="auto">
          <a:xfrm>
            <a:off x="1621632" y="2375298"/>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2" name="Text Box 9">
            <a:extLst>
              <a:ext uri="{FF2B5EF4-FFF2-40B4-BE49-F238E27FC236}">
                <a16:creationId xmlns:a16="http://schemas.microsoft.com/office/drawing/2014/main" id="{A60E63C6-965D-6745-B0E7-ACF036817A11}"/>
              </a:ext>
            </a:extLst>
          </p:cNvPr>
          <p:cNvSpPr txBox="1">
            <a:spLocks noChangeArrowheads="1"/>
          </p:cNvSpPr>
          <p:nvPr/>
        </p:nvSpPr>
        <p:spPr bwMode="auto">
          <a:xfrm>
            <a:off x="1523457" y="1869282"/>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3" name="Rectangle 2">
            <a:extLst>
              <a:ext uri="{FF2B5EF4-FFF2-40B4-BE49-F238E27FC236}">
                <a16:creationId xmlns:a16="http://schemas.microsoft.com/office/drawing/2014/main" id="{53890AD3-056B-D84D-B1E8-22790CCCEC77}"/>
              </a:ext>
            </a:extLst>
          </p:cNvPr>
          <p:cNvSpPr>
            <a:spLocks noGrp="1" noChangeArrowheads="1"/>
          </p:cNvSpPr>
          <p:nvPr>
            <p:ph type="title"/>
          </p:nvPr>
        </p:nvSpPr>
        <p:spPr>
          <a:xfrm>
            <a:off x="137160" y="160735"/>
            <a:ext cx="6756559" cy="736997"/>
          </a:xfrm>
        </p:spPr>
        <p:txBody>
          <a:bodyPr/>
          <a:lstStyle/>
          <a:p>
            <a:pPr eaLnBrk="1" hangingPunct="1"/>
            <a:r>
              <a:rPr lang="zh-CN" altLang="en-US" sz="3000" dirty="0">
                <a:ea typeface="宋体" panose="02010600030101010101" pitchFamily="2" charset="-122"/>
              </a:rPr>
              <a:t>方式二、数据报服务</a:t>
            </a:r>
          </a:p>
        </p:txBody>
      </p:sp>
      <p:sp>
        <p:nvSpPr>
          <p:cNvPr id="37894" name="Line 4">
            <a:extLst>
              <a:ext uri="{FF2B5EF4-FFF2-40B4-BE49-F238E27FC236}">
                <a16:creationId xmlns:a16="http://schemas.microsoft.com/office/drawing/2014/main" id="{188258F3-5056-0240-8693-BCE48342F14D}"/>
              </a:ext>
            </a:extLst>
          </p:cNvPr>
          <p:cNvSpPr>
            <a:spLocks noChangeShapeType="1"/>
          </p:cNvSpPr>
          <p:nvPr/>
        </p:nvSpPr>
        <p:spPr bwMode="auto">
          <a:xfrm>
            <a:off x="4638676" y="2084785"/>
            <a:ext cx="40481" cy="4357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5" name="AutoShape 5">
            <a:extLst>
              <a:ext uri="{FF2B5EF4-FFF2-40B4-BE49-F238E27FC236}">
                <a16:creationId xmlns:a16="http://schemas.microsoft.com/office/drawing/2014/main" id="{62BF08A8-9975-134D-B46A-732DD76F8328}"/>
              </a:ext>
            </a:extLst>
          </p:cNvPr>
          <p:cNvSpPr>
            <a:spLocks noChangeArrowheads="1"/>
          </p:cNvSpPr>
          <p:nvPr/>
        </p:nvSpPr>
        <p:spPr bwMode="auto">
          <a:xfrm>
            <a:off x="3987404" y="2959894"/>
            <a:ext cx="477440" cy="470297"/>
          </a:xfrm>
          <a:prstGeom prst="irregularSeal2">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6" name="Line 6">
            <a:extLst>
              <a:ext uri="{FF2B5EF4-FFF2-40B4-BE49-F238E27FC236}">
                <a16:creationId xmlns:a16="http://schemas.microsoft.com/office/drawing/2014/main" id="{E9DD2607-DC3A-284E-8B29-E0E3109A527E}"/>
              </a:ext>
            </a:extLst>
          </p:cNvPr>
          <p:cNvSpPr>
            <a:spLocks noChangeShapeType="1"/>
          </p:cNvSpPr>
          <p:nvPr/>
        </p:nvSpPr>
        <p:spPr bwMode="auto">
          <a:xfrm>
            <a:off x="2794398" y="2758679"/>
            <a:ext cx="358378" cy="2012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7" name="Rectangle 10">
            <a:extLst>
              <a:ext uri="{FF2B5EF4-FFF2-40B4-BE49-F238E27FC236}">
                <a16:creationId xmlns:a16="http://schemas.microsoft.com/office/drawing/2014/main" id="{B5DA7307-A56B-C44D-A02D-C5BFDD3259F4}"/>
              </a:ext>
            </a:extLst>
          </p:cNvPr>
          <p:cNvSpPr>
            <a:spLocks noChangeArrowheads="1"/>
          </p:cNvSpPr>
          <p:nvPr/>
        </p:nvSpPr>
        <p:spPr bwMode="auto">
          <a:xfrm>
            <a:off x="1606153" y="1916906"/>
            <a:ext cx="956072"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8" name="Line 11">
            <a:extLst>
              <a:ext uri="{FF2B5EF4-FFF2-40B4-BE49-F238E27FC236}">
                <a16:creationId xmlns:a16="http://schemas.microsoft.com/office/drawing/2014/main" id="{EC29A21B-0E42-2B4B-A721-B8B733363E8E}"/>
              </a:ext>
            </a:extLst>
          </p:cNvPr>
          <p:cNvSpPr>
            <a:spLocks noChangeShapeType="1"/>
          </p:cNvSpPr>
          <p:nvPr/>
        </p:nvSpPr>
        <p:spPr bwMode="auto">
          <a:xfrm>
            <a:off x="1606153" y="2158604"/>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9" name="Line 12">
            <a:extLst>
              <a:ext uri="{FF2B5EF4-FFF2-40B4-BE49-F238E27FC236}">
                <a16:creationId xmlns:a16="http://schemas.microsoft.com/office/drawing/2014/main" id="{64C7F17C-9944-F141-A4D3-6FF7DDCA70EB}"/>
              </a:ext>
            </a:extLst>
          </p:cNvPr>
          <p:cNvSpPr>
            <a:spLocks noChangeShapeType="1"/>
          </p:cNvSpPr>
          <p:nvPr/>
        </p:nvSpPr>
        <p:spPr bwMode="auto">
          <a:xfrm>
            <a:off x="1606153" y="2382441"/>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0" name="Line 13">
            <a:extLst>
              <a:ext uri="{FF2B5EF4-FFF2-40B4-BE49-F238E27FC236}">
                <a16:creationId xmlns:a16="http://schemas.microsoft.com/office/drawing/2014/main" id="{7ACB1378-1A0E-8F46-A7DA-A7D7814CC4B0}"/>
              </a:ext>
            </a:extLst>
          </p:cNvPr>
          <p:cNvSpPr>
            <a:spLocks noChangeShapeType="1"/>
          </p:cNvSpPr>
          <p:nvPr/>
        </p:nvSpPr>
        <p:spPr bwMode="auto">
          <a:xfrm>
            <a:off x="1606153" y="2606279"/>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1" name="Line 14">
            <a:extLst>
              <a:ext uri="{FF2B5EF4-FFF2-40B4-BE49-F238E27FC236}">
                <a16:creationId xmlns:a16="http://schemas.microsoft.com/office/drawing/2014/main" id="{B7AAFE2F-E3E5-0347-823F-B501224E05B0}"/>
              </a:ext>
            </a:extLst>
          </p:cNvPr>
          <p:cNvSpPr>
            <a:spLocks noChangeShapeType="1"/>
          </p:cNvSpPr>
          <p:nvPr/>
        </p:nvSpPr>
        <p:spPr bwMode="auto">
          <a:xfrm>
            <a:off x="1606153" y="2832497"/>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2" name="Rectangle 18">
            <a:extLst>
              <a:ext uri="{FF2B5EF4-FFF2-40B4-BE49-F238E27FC236}">
                <a16:creationId xmlns:a16="http://schemas.microsoft.com/office/drawing/2014/main" id="{4968FFD2-EC34-C045-B69B-3069714D9D30}"/>
              </a:ext>
            </a:extLst>
          </p:cNvPr>
          <p:cNvSpPr>
            <a:spLocks noChangeArrowheads="1"/>
          </p:cNvSpPr>
          <p:nvPr/>
        </p:nvSpPr>
        <p:spPr bwMode="auto">
          <a:xfrm>
            <a:off x="6638926" y="1983581"/>
            <a:ext cx="954881"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03" name="Line 19">
            <a:extLst>
              <a:ext uri="{FF2B5EF4-FFF2-40B4-BE49-F238E27FC236}">
                <a16:creationId xmlns:a16="http://schemas.microsoft.com/office/drawing/2014/main" id="{6104D4B0-A092-7C44-8961-88FB3DF093FA}"/>
              </a:ext>
            </a:extLst>
          </p:cNvPr>
          <p:cNvSpPr>
            <a:spLocks noChangeShapeType="1"/>
          </p:cNvSpPr>
          <p:nvPr/>
        </p:nvSpPr>
        <p:spPr bwMode="auto">
          <a:xfrm>
            <a:off x="6638926" y="2225279"/>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4" name="Line 20">
            <a:extLst>
              <a:ext uri="{FF2B5EF4-FFF2-40B4-BE49-F238E27FC236}">
                <a16:creationId xmlns:a16="http://schemas.microsoft.com/office/drawing/2014/main" id="{F90870E4-4519-B245-B0AF-CA1F7A4BA1E6}"/>
              </a:ext>
            </a:extLst>
          </p:cNvPr>
          <p:cNvSpPr>
            <a:spLocks noChangeShapeType="1"/>
          </p:cNvSpPr>
          <p:nvPr/>
        </p:nvSpPr>
        <p:spPr bwMode="auto">
          <a:xfrm>
            <a:off x="6638926" y="2449116"/>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5" name="Line 21">
            <a:extLst>
              <a:ext uri="{FF2B5EF4-FFF2-40B4-BE49-F238E27FC236}">
                <a16:creationId xmlns:a16="http://schemas.microsoft.com/office/drawing/2014/main" id="{6989149F-7297-A847-9B97-7972248BC379}"/>
              </a:ext>
            </a:extLst>
          </p:cNvPr>
          <p:cNvSpPr>
            <a:spLocks noChangeShapeType="1"/>
          </p:cNvSpPr>
          <p:nvPr/>
        </p:nvSpPr>
        <p:spPr bwMode="auto">
          <a:xfrm>
            <a:off x="6638926" y="2672954"/>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6" name="Line 22">
            <a:extLst>
              <a:ext uri="{FF2B5EF4-FFF2-40B4-BE49-F238E27FC236}">
                <a16:creationId xmlns:a16="http://schemas.microsoft.com/office/drawing/2014/main" id="{DFB95DA4-1D01-0C43-B119-D4477D640F21}"/>
              </a:ext>
            </a:extLst>
          </p:cNvPr>
          <p:cNvSpPr>
            <a:spLocks noChangeShapeType="1"/>
          </p:cNvSpPr>
          <p:nvPr/>
        </p:nvSpPr>
        <p:spPr bwMode="auto">
          <a:xfrm>
            <a:off x="6638926" y="2899172"/>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7" name="Text Box 23">
            <a:extLst>
              <a:ext uri="{FF2B5EF4-FFF2-40B4-BE49-F238E27FC236}">
                <a16:creationId xmlns:a16="http://schemas.microsoft.com/office/drawing/2014/main" id="{D5545D9B-12E9-4641-BB0F-395A1882C8EB}"/>
              </a:ext>
            </a:extLst>
          </p:cNvPr>
          <p:cNvSpPr txBox="1">
            <a:spLocks noChangeArrowheads="1"/>
          </p:cNvSpPr>
          <p:nvPr/>
        </p:nvSpPr>
        <p:spPr bwMode="auto">
          <a:xfrm>
            <a:off x="2675335" y="2049066"/>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37908" name="Picture 24">
            <a:extLst>
              <a:ext uri="{FF2B5EF4-FFF2-40B4-BE49-F238E27FC236}">
                <a16:creationId xmlns:a16="http://schemas.microsoft.com/office/drawing/2014/main" id="{C1CF15B9-8ED5-1A4E-9272-C8D11895D60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5804" y="2332435"/>
            <a:ext cx="416719"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909" name="Line 25">
            <a:extLst>
              <a:ext uri="{FF2B5EF4-FFF2-40B4-BE49-F238E27FC236}">
                <a16:creationId xmlns:a16="http://schemas.microsoft.com/office/drawing/2014/main" id="{43731162-1177-6C4F-8C57-8D187B51354F}"/>
              </a:ext>
            </a:extLst>
          </p:cNvPr>
          <p:cNvSpPr>
            <a:spLocks noChangeShapeType="1"/>
          </p:cNvSpPr>
          <p:nvPr/>
        </p:nvSpPr>
        <p:spPr bwMode="auto">
          <a:xfrm>
            <a:off x="3390900" y="2959894"/>
            <a:ext cx="1133475" cy="4702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0" name="Line 26">
            <a:extLst>
              <a:ext uri="{FF2B5EF4-FFF2-40B4-BE49-F238E27FC236}">
                <a16:creationId xmlns:a16="http://schemas.microsoft.com/office/drawing/2014/main" id="{96038DC1-EE0E-CE47-AC9E-9888F3BA2C5A}"/>
              </a:ext>
            </a:extLst>
          </p:cNvPr>
          <p:cNvSpPr>
            <a:spLocks noChangeShapeType="1"/>
          </p:cNvSpPr>
          <p:nvPr/>
        </p:nvSpPr>
        <p:spPr bwMode="auto">
          <a:xfrm flipV="1">
            <a:off x="3331369" y="2622947"/>
            <a:ext cx="1313260" cy="3369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1" name="Line 27">
            <a:extLst>
              <a:ext uri="{FF2B5EF4-FFF2-40B4-BE49-F238E27FC236}">
                <a16:creationId xmlns:a16="http://schemas.microsoft.com/office/drawing/2014/main" id="{E6303ADF-2449-E34D-A568-89CA18E53A40}"/>
              </a:ext>
            </a:extLst>
          </p:cNvPr>
          <p:cNvSpPr>
            <a:spLocks noChangeShapeType="1"/>
          </p:cNvSpPr>
          <p:nvPr/>
        </p:nvSpPr>
        <p:spPr bwMode="auto">
          <a:xfrm>
            <a:off x="4762500" y="2622947"/>
            <a:ext cx="1075135" cy="403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2" name="Line 28">
            <a:extLst>
              <a:ext uri="{FF2B5EF4-FFF2-40B4-BE49-F238E27FC236}">
                <a16:creationId xmlns:a16="http://schemas.microsoft.com/office/drawing/2014/main" id="{C614C347-E814-914B-A2AD-7CFEE1D7D251}"/>
              </a:ext>
            </a:extLst>
          </p:cNvPr>
          <p:cNvSpPr>
            <a:spLocks noChangeShapeType="1"/>
          </p:cNvSpPr>
          <p:nvPr/>
        </p:nvSpPr>
        <p:spPr bwMode="auto">
          <a:xfrm flipV="1">
            <a:off x="4644629" y="3094435"/>
            <a:ext cx="1193006" cy="3357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3" name="Line 29">
            <a:extLst>
              <a:ext uri="{FF2B5EF4-FFF2-40B4-BE49-F238E27FC236}">
                <a16:creationId xmlns:a16="http://schemas.microsoft.com/office/drawing/2014/main" id="{851A150D-0691-3041-8F1F-EE0F1B032633}"/>
              </a:ext>
            </a:extLst>
          </p:cNvPr>
          <p:cNvSpPr>
            <a:spLocks noChangeShapeType="1"/>
          </p:cNvSpPr>
          <p:nvPr/>
        </p:nvSpPr>
        <p:spPr bwMode="auto">
          <a:xfrm flipV="1">
            <a:off x="5895975" y="2758679"/>
            <a:ext cx="477441" cy="2678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914" name="Group 30">
            <a:extLst>
              <a:ext uri="{FF2B5EF4-FFF2-40B4-BE49-F238E27FC236}">
                <a16:creationId xmlns:a16="http://schemas.microsoft.com/office/drawing/2014/main" id="{0483F66E-187C-B346-8509-F5A4F7053063}"/>
              </a:ext>
            </a:extLst>
          </p:cNvPr>
          <p:cNvGrpSpPr>
            <a:grpSpLocks/>
          </p:cNvGrpSpPr>
          <p:nvPr/>
        </p:nvGrpSpPr>
        <p:grpSpPr bwMode="auto">
          <a:xfrm>
            <a:off x="6194821" y="2049066"/>
            <a:ext cx="446954" cy="808434"/>
            <a:chOff x="5284" y="1002"/>
            <a:chExt cx="340" cy="545"/>
          </a:xfrm>
        </p:grpSpPr>
        <p:sp>
          <p:nvSpPr>
            <p:cNvPr id="37958" name="Text Box 31">
              <a:extLst>
                <a:ext uri="{FF2B5EF4-FFF2-40B4-BE49-F238E27FC236}">
                  <a16:creationId xmlns:a16="http://schemas.microsoft.com/office/drawing/2014/main" id="{76E65C47-8136-C343-83DD-0746335819D8}"/>
                </a:ext>
              </a:extLst>
            </p:cNvPr>
            <p:cNvSpPr txBox="1">
              <a:spLocks noChangeArrowheads="1"/>
            </p:cNvSpPr>
            <p:nvPr/>
          </p:nvSpPr>
          <p:spPr bwMode="auto">
            <a:xfrm>
              <a:off x="5284" y="1002"/>
              <a:ext cx="340"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37959" name="Picture 32">
              <a:extLst>
                <a:ext uri="{FF2B5EF4-FFF2-40B4-BE49-F238E27FC236}">
                  <a16:creationId xmlns:a16="http://schemas.microsoft.com/office/drawing/2014/main" id="{5F5623B2-0F31-924F-927C-C66C366917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915" name="Line 33">
            <a:extLst>
              <a:ext uri="{FF2B5EF4-FFF2-40B4-BE49-F238E27FC236}">
                <a16:creationId xmlns:a16="http://schemas.microsoft.com/office/drawing/2014/main" id="{F1DEE918-691F-9444-9BBF-F3F75191809E}"/>
              </a:ext>
            </a:extLst>
          </p:cNvPr>
          <p:cNvSpPr>
            <a:spLocks noChangeShapeType="1"/>
          </p:cNvSpPr>
          <p:nvPr/>
        </p:nvSpPr>
        <p:spPr bwMode="auto">
          <a:xfrm flipV="1">
            <a:off x="3331369" y="2018110"/>
            <a:ext cx="1252538" cy="875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6" name="Line 34">
            <a:extLst>
              <a:ext uri="{FF2B5EF4-FFF2-40B4-BE49-F238E27FC236}">
                <a16:creationId xmlns:a16="http://schemas.microsoft.com/office/drawing/2014/main" id="{A979ABF6-8BD2-E945-B27A-4D0E9795465F}"/>
              </a:ext>
            </a:extLst>
          </p:cNvPr>
          <p:cNvSpPr>
            <a:spLocks noChangeShapeType="1"/>
          </p:cNvSpPr>
          <p:nvPr/>
        </p:nvSpPr>
        <p:spPr bwMode="auto">
          <a:xfrm>
            <a:off x="4702969" y="2018110"/>
            <a:ext cx="1193006" cy="9417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37917" name="Picture 35">
            <a:extLst>
              <a:ext uri="{FF2B5EF4-FFF2-40B4-BE49-F238E27FC236}">
                <a16:creationId xmlns:a16="http://schemas.microsoft.com/office/drawing/2014/main" id="{45B7B94B-E6C4-C341-847F-9E8992AC7A7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8957" y="2825354"/>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8" name="Picture 36">
            <a:extLst>
              <a:ext uri="{FF2B5EF4-FFF2-40B4-BE49-F238E27FC236}">
                <a16:creationId xmlns:a16="http://schemas.microsoft.com/office/drawing/2014/main" id="{4A3108F9-05AB-7443-AB11-02E124DEFF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4844" y="2489598"/>
            <a:ext cx="432197" cy="269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9" name="Picture 37">
            <a:extLst>
              <a:ext uri="{FF2B5EF4-FFF2-40B4-BE49-F238E27FC236}">
                <a16:creationId xmlns:a16="http://schemas.microsoft.com/office/drawing/2014/main" id="{F85847BA-38EB-7F47-A3E2-39BE00E13F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5782" y="3296842"/>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0" name="Picture 38">
            <a:extLst>
              <a:ext uri="{FF2B5EF4-FFF2-40B4-BE49-F238E27FC236}">
                <a16:creationId xmlns:a16="http://schemas.microsoft.com/office/drawing/2014/main" id="{C1EECFF3-B99E-9A49-9697-A6D588B78DF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7851" y="289321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1" name="Picture 39">
            <a:extLst>
              <a:ext uri="{FF2B5EF4-FFF2-40B4-BE49-F238E27FC236}">
                <a16:creationId xmlns:a16="http://schemas.microsoft.com/office/drawing/2014/main" id="{F74D8416-F139-134F-9368-F71D3C4BFD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04122" y="188356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922" name="Group 40">
            <a:extLst>
              <a:ext uri="{FF2B5EF4-FFF2-40B4-BE49-F238E27FC236}">
                <a16:creationId xmlns:a16="http://schemas.microsoft.com/office/drawing/2014/main" id="{1520B76E-7426-6A46-9AF0-AE7BA79D565E}"/>
              </a:ext>
            </a:extLst>
          </p:cNvPr>
          <p:cNvGrpSpPr>
            <a:grpSpLocks/>
          </p:cNvGrpSpPr>
          <p:nvPr/>
        </p:nvGrpSpPr>
        <p:grpSpPr bwMode="auto">
          <a:xfrm rot="1386369">
            <a:off x="2853929" y="2892029"/>
            <a:ext cx="225028" cy="97631"/>
            <a:chOff x="2064" y="1776"/>
            <a:chExt cx="171" cy="66"/>
          </a:xfrm>
        </p:grpSpPr>
        <p:sp>
          <p:nvSpPr>
            <p:cNvPr id="37956" name="Rectangle 41">
              <a:extLst>
                <a:ext uri="{FF2B5EF4-FFF2-40B4-BE49-F238E27FC236}">
                  <a16:creationId xmlns:a16="http://schemas.microsoft.com/office/drawing/2014/main" id="{4CA316A6-1BA1-F74F-B70B-FFB1D32D48E4}"/>
                </a:ext>
              </a:extLst>
            </p:cNvPr>
            <p:cNvSpPr>
              <a:spLocks noChangeArrowheads="1"/>
            </p:cNvSpPr>
            <p:nvPr/>
          </p:nvSpPr>
          <p:spPr bwMode="auto">
            <a:xfrm>
              <a:off x="2061"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7" name="Line 42">
              <a:extLst>
                <a:ext uri="{FF2B5EF4-FFF2-40B4-BE49-F238E27FC236}">
                  <a16:creationId xmlns:a16="http://schemas.microsoft.com/office/drawing/2014/main" id="{9A10C588-3A0F-FE46-8333-066BADD8AD4D}"/>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3" name="Group 43">
            <a:extLst>
              <a:ext uri="{FF2B5EF4-FFF2-40B4-BE49-F238E27FC236}">
                <a16:creationId xmlns:a16="http://schemas.microsoft.com/office/drawing/2014/main" id="{916F132E-73B7-3E4C-8F56-4D7B178F8058}"/>
              </a:ext>
            </a:extLst>
          </p:cNvPr>
          <p:cNvGrpSpPr>
            <a:grpSpLocks/>
          </p:cNvGrpSpPr>
          <p:nvPr/>
        </p:nvGrpSpPr>
        <p:grpSpPr bwMode="auto">
          <a:xfrm rot="20724003">
            <a:off x="5001816" y="3161110"/>
            <a:ext cx="225028" cy="97631"/>
            <a:chOff x="2064" y="1776"/>
            <a:chExt cx="171" cy="66"/>
          </a:xfrm>
        </p:grpSpPr>
        <p:sp>
          <p:nvSpPr>
            <p:cNvPr id="37954" name="Rectangle 44">
              <a:extLst>
                <a:ext uri="{FF2B5EF4-FFF2-40B4-BE49-F238E27FC236}">
                  <a16:creationId xmlns:a16="http://schemas.microsoft.com/office/drawing/2014/main" id="{54ECE645-FAF5-1F47-875A-E8DF446C801C}"/>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5" name="Line 45">
              <a:extLst>
                <a:ext uri="{FF2B5EF4-FFF2-40B4-BE49-F238E27FC236}">
                  <a16:creationId xmlns:a16="http://schemas.microsoft.com/office/drawing/2014/main" id="{4FB10DD6-CBBD-EC4B-8D86-5579508BD788}"/>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4" name="Group 46">
            <a:extLst>
              <a:ext uri="{FF2B5EF4-FFF2-40B4-BE49-F238E27FC236}">
                <a16:creationId xmlns:a16="http://schemas.microsoft.com/office/drawing/2014/main" id="{5A528443-11A0-3147-8F51-DB4E178F255B}"/>
              </a:ext>
            </a:extLst>
          </p:cNvPr>
          <p:cNvGrpSpPr>
            <a:grpSpLocks/>
          </p:cNvGrpSpPr>
          <p:nvPr/>
        </p:nvGrpSpPr>
        <p:grpSpPr bwMode="auto">
          <a:xfrm rot="20084499">
            <a:off x="6016229" y="2758679"/>
            <a:ext cx="225028" cy="97631"/>
            <a:chOff x="2064" y="1776"/>
            <a:chExt cx="171" cy="66"/>
          </a:xfrm>
        </p:grpSpPr>
        <p:sp>
          <p:nvSpPr>
            <p:cNvPr id="37952" name="Rectangle 47">
              <a:extLst>
                <a:ext uri="{FF2B5EF4-FFF2-40B4-BE49-F238E27FC236}">
                  <a16:creationId xmlns:a16="http://schemas.microsoft.com/office/drawing/2014/main" id="{DED18CFB-9147-F449-A04E-4B99EFF3B792}"/>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3" name="Line 48">
              <a:extLst>
                <a:ext uri="{FF2B5EF4-FFF2-40B4-BE49-F238E27FC236}">
                  <a16:creationId xmlns:a16="http://schemas.microsoft.com/office/drawing/2014/main" id="{CC7BDFFA-932B-2344-975C-0797038760CF}"/>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5" name="Group 49">
            <a:extLst>
              <a:ext uri="{FF2B5EF4-FFF2-40B4-BE49-F238E27FC236}">
                <a16:creationId xmlns:a16="http://schemas.microsoft.com/office/drawing/2014/main" id="{4F348254-3671-6C40-8F92-5E20009665E2}"/>
              </a:ext>
            </a:extLst>
          </p:cNvPr>
          <p:cNvGrpSpPr>
            <a:grpSpLocks/>
          </p:cNvGrpSpPr>
          <p:nvPr/>
        </p:nvGrpSpPr>
        <p:grpSpPr bwMode="auto">
          <a:xfrm rot="19662556">
            <a:off x="3808810" y="2287192"/>
            <a:ext cx="225028" cy="97631"/>
            <a:chOff x="2064" y="1776"/>
            <a:chExt cx="171" cy="66"/>
          </a:xfrm>
        </p:grpSpPr>
        <p:sp>
          <p:nvSpPr>
            <p:cNvPr id="37950" name="Rectangle 50">
              <a:extLst>
                <a:ext uri="{FF2B5EF4-FFF2-40B4-BE49-F238E27FC236}">
                  <a16:creationId xmlns:a16="http://schemas.microsoft.com/office/drawing/2014/main" id="{CDBBD697-CE9D-F54A-B51C-36B1A347B4D1}"/>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1" name="Line 51">
              <a:extLst>
                <a:ext uri="{FF2B5EF4-FFF2-40B4-BE49-F238E27FC236}">
                  <a16:creationId xmlns:a16="http://schemas.microsoft.com/office/drawing/2014/main" id="{18BE9921-888E-1549-85D3-86624EA1E827}"/>
                </a:ext>
              </a:extLst>
            </p:cNvPr>
            <p:cNvSpPr>
              <a:spLocks noChangeShapeType="1"/>
            </p:cNvSpPr>
            <p:nvPr/>
          </p:nvSpPr>
          <p:spPr bwMode="auto">
            <a:xfrm flipV="1">
              <a:off x="2118" y="1807"/>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6" name="Group 52">
            <a:extLst>
              <a:ext uri="{FF2B5EF4-FFF2-40B4-BE49-F238E27FC236}">
                <a16:creationId xmlns:a16="http://schemas.microsoft.com/office/drawing/2014/main" id="{4534A343-F582-134A-B8D6-798073E83A45}"/>
              </a:ext>
            </a:extLst>
          </p:cNvPr>
          <p:cNvGrpSpPr>
            <a:grpSpLocks/>
          </p:cNvGrpSpPr>
          <p:nvPr/>
        </p:nvGrpSpPr>
        <p:grpSpPr bwMode="auto">
          <a:xfrm rot="2078388">
            <a:off x="5061348" y="2219326"/>
            <a:ext cx="225028" cy="98822"/>
            <a:chOff x="2064" y="1776"/>
            <a:chExt cx="171" cy="66"/>
          </a:xfrm>
        </p:grpSpPr>
        <p:sp>
          <p:nvSpPr>
            <p:cNvPr id="37948" name="Rectangle 53">
              <a:extLst>
                <a:ext uri="{FF2B5EF4-FFF2-40B4-BE49-F238E27FC236}">
                  <a16:creationId xmlns:a16="http://schemas.microsoft.com/office/drawing/2014/main" id="{4207A4DB-0CA4-BE4D-AC57-7768E0E4062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9" name="Line 54">
              <a:extLst>
                <a:ext uri="{FF2B5EF4-FFF2-40B4-BE49-F238E27FC236}">
                  <a16:creationId xmlns:a16="http://schemas.microsoft.com/office/drawing/2014/main" id="{1172866E-B812-2540-9CCF-5AEF881B40F3}"/>
                </a:ext>
              </a:extLst>
            </p:cNvPr>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7" name="Group 55">
            <a:extLst>
              <a:ext uri="{FF2B5EF4-FFF2-40B4-BE49-F238E27FC236}">
                <a16:creationId xmlns:a16="http://schemas.microsoft.com/office/drawing/2014/main" id="{A791E22A-EE97-224E-99BB-35FC6C0C9283}"/>
              </a:ext>
            </a:extLst>
          </p:cNvPr>
          <p:cNvGrpSpPr>
            <a:grpSpLocks/>
          </p:cNvGrpSpPr>
          <p:nvPr/>
        </p:nvGrpSpPr>
        <p:grpSpPr bwMode="auto">
          <a:xfrm rot="1117181">
            <a:off x="4106466" y="3161110"/>
            <a:ext cx="225028" cy="97631"/>
            <a:chOff x="2064" y="1776"/>
            <a:chExt cx="171" cy="66"/>
          </a:xfrm>
        </p:grpSpPr>
        <p:sp>
          <p:nvSpPr>
            <p:cNvPr id="37946" name="Rectangle 56">
              <a:extLst>
                <a:ext uri="{FF2B5EF4-FFF2-40B4-BE49-F238E27FC236}">
                  <a16:creationId xmlns:a16="http://schemas.microsoft.com/office/drawing/2014/main" id="{439CBD04-512F-4C4C-8AA8-333C35D3A490}"/>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7" name="Line 57">
              <a:extLst>
                <a:ext uri="{FF2B5EF4-FFF2-40B4-BE49-F238E27FC236}">
                  <a16:creationId xmlns:a16="http://schemas.microsoft.com/office/drawing/2014/main" id="{8328AA44-F9A9-4941-9F9B-1A5EFA867C10}"/>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8" name="Group 58">
            <a:extLst>
              <a:ext uri="{FF2B5EF4-FFF2-40B4-BE49-F238E27FC236}">
                <a16:creationId xmlns:a16="http://schemas.microsoft.com/office/drawing/2014/main" id="{21514C48-B705-FE41-BE7D-FF6F455DB8B7}"/>
              </a:ext>
            </a:extLst>
          </p:cNvPr>
          <p:cNvGrpSpPr>
            <a:grpSpLocks/>
          </p:cNvGrpSpPr>
          <p:nvPr/>
        </p:nvGrpSpPr>
        <p:grpSpPr bwMode="auto">
          <a:xfrm rot="20669726">
            <a:off x="4180285" y="2556273"/>
            <a:ext cx="223838" cy="97631"/>
            <a:chOff x="2064" y="1776"/>
            <a:chExt cx="171" cy="66"/>
          </a:xfrm>
        </p:grpSpPr>
        <p:sp>
          <p:nvSpPr>
            <p:cNvPr id="37944" name="Rectangle 59">
              <a:extLst>
                <a:ext uri="{FF2B5EF4-FFF2-40B4-BE49-F238E27FC236}">
                  <a16:creationId xmlns:a16="http://schemas.microsoft.com/office/drawing/2014/main" id="{9F7FC917-23B7-6B49-9E0F-EA5107102CD3}"/>
                </a:ext>
              </a:extLst>
            </p:cNvPr>
            <p:cNvSpPr>
              <a:spLocks noChangeArrowheads="1"/>
            </p:cNvSpPr>
            <p:nvPr/>
          </p:nvSpPr>
          <p:spPr bwMode="auto">
            <a:xfrm>
              <a:off x="206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5" name="Line 60">
              <a:extLst>
                <a:ext uri="{FF2B5EF4-FFF2-40B4-BE49-F238E27FC236}">
                  <a16:creationId xmlns:a16="http://schemas.microsoft.com/office/drawing/2014/main" id="{62F717E5-7C95-A74D-B6D2-D872DD564FF0}"/>
                </a:ext>
              </a:extLst>
            </p:cNvPr>
            <p:cNvSpPr>
              <a:spLocks noChangeShapeType="1"/>
            </p:cNvSpPr>
            <p:nvPr/>
          </p:nvSpPr>
          <p:spPr bwMode="auto">
            <a:xfrm flipV="1">
              <a:off x="2114" y="1805"/>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9" name="Group 61">
            <a:extLst>
              <a:ext uri="{FF2B5EF4-FFF2-40B4-BE49-F238E27FC236}">
                <a16:creationId xmlns:a16="http://schemas.microsoft.com/office/drawing/2014/main" id="{FE90C750-10C5-B047-AE7D-774A7BF8E9A4}"/>
              </a:ext>
            </a:extLst>
          </p:cNvPr>
          <p:cNvGrpSpPr>
            <a:grpSpLocks/>
          </p:cNvGrpSpPr>
          <p:nvPr/>
        </p:nvGrpSpPr>
        <p:grpSpPr bwMode="auto">
          <a:xfrm rot="1197535">
            <a:off x="3630216" y="2959894"/>
            <a:ext cx="225028" cy="97631"/>
            <a:chOff x="2064" y="1776"/>
            <a:chExt cx="171" cy="66"/>
          </a:xfrm>
        </p:grpSpPr>
        <p:sp>
          <p:nvSpPr>
            <p:cNvPr id="37942" name="Rectangle 62">
              <a:extLst>
                <a:ext uri="{FF2B5EF4-FFF2-40B4-BE49-F238E27FC236}">
                  <a16:creationId xmlns:a16="http://schemas.microsoft.com/office/drawing/2014/main" id="{BB4D7992-22EA-8B4F-8D05-61B3764016FC}"/>
                </a:ext>
              </a:extLst>
            </p:cNvPr>
            <p:cNvSpPr>
              <a:spLocks noChangeArrowheads="1"/>
            </p:cNvSpPr>
            <p:nvPr/>
          </p:nvSpPr>
          <p:spPr bwMode="auto">
            <a:xfrm>
              <a:off x="205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3" name="Line 63">
              <a:extLst>
                <a:ext uri="{FF2B5EF4-FFF2-40B4-BE49-F238E27FC236}">
                  <a16:creationId xmlns:a16="http://schemas.microsoft.com/office/drawing/2014/main" id="{B169A5CA-3097-254A-BF39-3637500742F0}"/>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0" name="Line 64">
            <a:extLst>
              <a:ext uri="{FF2B5EF4-FFF2-40B4-BE49-F238E27FC236}">
                <a16:creationId xmlns:a16="http://schemas.microsoft.com/office/drawing/2014/main" id="{D7474932-498D-A84A-9029-BEA6B13A8095}"/>
              </a:ext>
            </a:extLst>
          </p:cNvPr>
          <p:cNvSpPr>
            <a:spLocks noChangeShapeType="1"/>
          </p:cNvSpPr>
          <p:nvPr/>
        </p:nvSpPr>
        <p:spPr bwMode="auto">
          <a:xfrm>
            <a:off x="2434829" y="2556273"/>
            <a:ext cx="419100" cy="335756"/>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nvGrpSpPr>
          <p:cNvPr id="37931" name="Group 65">
            <a:extLst>
              <a:ext uri="{FF2B5EF4-FFF2-40B4-BE49-F238E27FC236}">
                <a16:creationId xmlns:a16="http://schemas.microsoft.com/office/drawing/2014/main" id="{81A96398-BE36-A049-B15A-09C1D3A60C67}"/>
              </a:ext>
            </a:extLst>
          </p:cNvPr>
          <p:cNvGrpSpPr>
            <a:grpSpLocks/>
          </p:cNvGrpSpPr>
          <p:nvPr/>
        </p:nvGrpSpPr>
        <p:grpSpPr bwMode="auto">
          <a:xfrm rot="1022761">
            <a:off x="5180410" y="2689623"/>
            <a:ext cx="225028" cy="97631"/>
            <a:chOff x="2064" y="1776"/>
            <a:chExt cx="171" cy="66"/>
          </a:xfrm>
        </p:grpSpPr>
        <p:sp>
          <p:nvSpPr>
            <p:cNvPr id="37940" name="Rectangle 66">
              <a:extLst>
                <a:ext uri="{FF2B5EF4-FFF2-40B4-BE49-F238E27FC236}">
                  <a16:creationId xmlns:a16="http://schemas.microsoft.com/office/drawing/2014/main" id="{6FEB3558-C5ED-CE40-AB88-FEAEE6E9BCF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1" name="Line 67">
              <a:extLst>
                <a:ext uri="{FF2B5EF4-FFF2-40B4-BE49-F238E27FC236}">
                  <a16:creationId xmlns:a16="http://schemas.microsoft.com/office/drawing/2014/main" id="{D2752ADD-CD6B-354F-AC0F-133B51D863B7}"/>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2" name="Line 68">
            <a:extLst>
              <a:ext uri="{FF2B5EF4-FFF2-40B4-BE49-F238E27FC236}">
                <a16:creationId xmlns:a16="http://schemas.microsoft.com/office/drawing/2014/main" id="{06168497-385D-0844-A6D1-93322931A461}"/>
              </a:ext>
            </a:extLst>
          </p:cNvPr>
          <p:cNvSpPr>
            <a:spLocks noChangeShapeType="1"/>
          </p:cNvSpPr>
          <p:nvPr/>
        </p:nvSpPr>
        <p:spPr bwMode="auto">
          <a:xfrm flipV="1">
            <a:off x="6016228" y="2556272"/>
            <a:ext cx="776288" cy="536972"/>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7933" name="Text Box 69">
            <a:extLst>
              <a:ext uri="{FF2B5EF4-FFF2-40B4-BE49-F238E27FC236}">
                <a16:creationId xmlns:a16="http://schemas.microsoft.com/office/drawing/2014/main" id="{A61D7E9E-1998-0345-AEF8-B5ED1A47410F}"/>
              </a:ext>
            </a:extLst>
          </p:cNvPr>
          <p:cNvSpPr txBox="1">
            <a:spLocks noChangeArrowheads="1"/>
          </p:cNvSpPr>
          <p:nvPr/>
        </p:nvSpPr>
        <p:spPr bwMode="auto">
          <a:xfrm>
            <a:off x="3275410" y="2003823"/>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37934" name="Text Box 71">
            <a:extLst>
              <a:ext uri="{FF2B5EF4-FFF2-40B4-BE49-F238E27FC236}">
                <a16:creationId xmlns:a16="http://schemas.microsoft.com/office/drawing/2014/main" id="{63D65601-4778-2548-ADAF-12FDA30F6086}"/>
              </a:ext>
            </a:extLst>
          </p:cNvPr>
          <p:cNvSpPr txBox="1">
            <a:spLocks noChangeArrowheads="1"/>
          </p:cNvSpPr>
          <p:nvPr/>
        </p:nvSpPr>
        <p:spPr bwMode="auto">
          <a:xfrm>
            <a:off x="4393407" y="29432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丢失</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grpSp>
        <p:nvGrpSpPr>
          <p:cNvPr id="37935" name="Group 72">
            <a:extLst>
              <a:ext uri="{FF2B5EF4-FFF2-40B4-BE49-F238E27FC236}">
                <a16:creationId xmlns:a16="http://schemas.microsoft.com/office/drawing/2014/main" id="{3474C8AC-6759-BA46-8310-FB39523B6ED2}"/>
              </a:ext>
            </a:extLst>
          </p:cNvPr>
          <p:cNvGrpSpPr>
            <a:grpSpLocks/>
          </p:cNvGrpSpPr>
          <p:nvPr/>
        </p:nvGrpSpPr>
        <p:grpSpPr bwMode="auto">
          <a:xfrm rot="5035623">
            <a:off x="4613672" y="2264569"/>
            <a:ext cx="253604" cy="86915"/>
            <a:chOff x="2064" y="1776"/>
            <a:chExt cx="171" cy="66"/>
          </a:xfrm>
        </p:grpSpPr>
        <p:sp>
          <p:nvSpPr>
            <p:cNvPr id="37938" name="Rectangle 73">
              <a:extLst>
                <a:ext uri="{FF2B5EF4-FFF2-40B4-BE49-F238E27FC236}">
                  <a16:creationId xmlns:a16="http://schemas.microsoft.com/office/drawing/2014/main" id="{2398B795-BEC5-DA4F-A019-B3441A098E33}"/>
                </a:ext>
              </a:extLst>
            </p:cNvPr>
            <p:cNvSpPr>
              <a:spLocks noChangeArrowheads="1"/>
            </p:cNvSpPr>
            <p:nvPr/>
          </p:nvSpPr>
          <p:spPr bwMode="auto">
            <a:xfrm>
              <a:off x="2064" y="1777"/>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39" name="Line 74">
              <a:extLst>
                <a:ext uri="{FF2B5EF4-FFF2-40B4-BE49-F238E27FC236}">
                  <a16:creationId xmlns:a16="http://schemas.microsoft.com/office/drawing/2014/main" id="{8EDEF568-47AC-C047-948E-B452609544C9}"/>
                </a:ext>
              </a:extLst>
            </p:cNvPr>
            <p:cNvSpPr>
              <a:spLocks noChangeShapeType="1"/>
            </p:cNvSpPr>
            <p:nvPr/>
          </p:nvSpPr>
          <p:spPr bwMode="auto">
            <a:xfrm flipV="1">
              <a:off x="2116" y="1803"/>
              <a:ext cx="117" cy="5"/>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945228" name="Text Box 76">
            <a:extLst>
              <a:ext uri="{FF2B5EF4-FFF2-40B4-BE49-F238E27FC236}">
                <a16:creationId xmlns:a16="http://schemas.microsoft.com/office/drawing/2014/main" id="{C9A5F827-E9F1-024B-9F82-BC1535CDA287}"/>
              </a:ext>
            </a:extLst>
          </p:cNvPr>
          <p:cNvSpPr txBox="1">
            <a:spLocks noChangeArrowheads="1"/>
          </p:cNvSpPr>
          <p:nvPr/>
        </p:nvSpPr>
        <p:spPr bwMode="auto">
          <a:xfrm>
            <a:off x="2050257" y="3911203"/>
            <a:ext cx="5306261"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的分组可能沿着不同路径传送</a:t>
            </a:r>
          </a:p>
        </p:txBody>
      </p:sp>
      <p:sp>
        <p:nvSpPr>
          <p:cNvPr id="37937" name="幻灯片编号占位符 1">
            <a:extLst>
              <a:ext uri="{FF2B5EF4-FFF2-40B4-BE49-F238E27FC236}">
                <a16:creationId xmlns:a16="http://schemas.microsoft.com/office/drawing/2014/main" id="{9ADF265D-B95C-A247-94D7-2E1CDF360C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F80E96D-4158-5A4D-A550-09D2A770BA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320405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937" name="Rectangle 4">
            <a:extLst>
              <a:ext uri="{FF2B5EF4-FFF2-40B4-BE49-F238E27FC236}">
                <a16:creationId xmlns:a16="http://schemas.microsoft.com/office/drawing/2014/main" id="{0C222DF9-24BB-0148-83B6-A77DEB934FFA}"/>
              </a:ext>
            </a:extLst>
          </p:cNvPr>
          <p:cNvSpPr>
            <a:spLocks noChangeArrowheads="1"/>
          </p:cNvSpPr>
          <p:nvPr/>
        </p:nvSpPr>
        <p:spPr bwMode="auto">
          <a:xfrm>
            <a:off x="1972582" y="353899"/>
            <a:ext cx="5032148"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dirty="0">
                <a:solidFill>
                  <a:schemeClr val="tx1"/>
                </a:solidFill>
                <a:latin typeface="微软雅黑" panose="020B0503020204020204" pitchFamily="34" charset="-122"/>
                <a:ea typeface="宋体" panose="02010600030101010101" pitchFamily="2" charset="-122"/>
              </a:rPr>
              <a:t>虚电路服务与数据报服务的对比</a:t>
            </a:r>
            <a:endParaRPr lang="zh-CN" altLang="en-US" sz="4500" dirty="0">
              <a:solidFill>
                <a:schemeClr val="tx1"/>
              </a:solidFill>
              <a:latin typeface="微软雅黑" panose="020B0503020204020204" pitchFamily="34" charset="-122"/>
              <a:ea typeface="宋体" panose="02010600030101010101" pitchFamily="2" charset="-122"/>
            </a:endParaRPr>
          </a:p>
        </p:txBody>
      </p:sp>
      <p:graphicFrame>
        <p:nvGraphicFramePr>
          <p:cNvPr id="947371" name="Group 171">
            <a:extLst>
              <a:ext uri="{FF2B5EF4-FFF2-40B4-BE49-F238E27FC236}">
                <a16:creationId xmlns:a16="http://schemas.microsoft.com/office/drawing/2014/main" id="{E86A5DC7-BC72-604C-B90C-A350A4B9F374}"/>
              </a:ext>
            </a:extLst>
          </p:cNvPr>
          <p:cNvGraphicFramePr>
            <a:graphicFrameLocks noGrp="1"/>
          </p:cNvGraphicFramePr>
          <p:nvPr>
            <p:extLst>
              <p:ext uri="{D42A27DB-BD31-4B8C-83A1-F6EECF244321}">
                <p14:modId xmlns:p14="http://schemas.microsoft.com/office/powerpoint/2010/main" val="350511391"/>
              </p:ext>
            </p:extLst>
          </p:nvPr>
        </p:nvGraphicFramePr>
        <p:xfrm>
          <a:off x="1223963" y="901303"/>
          <a:ext cx="6642498" cy="3833812"/>
        </p:xfrm>
        <a:graphic>
          <a:graphicData uri="http://schemas.openxmlformats.org/drawingml/2006/table">
            <a:tbl>
              <a:tblPr/>
              <a:tblGrid>
                <a:gridCol w="1512094">
                  <a:extLst>
                    <a:ext uri="{9D8B030D-6E8A-4147-A177-3AD203B41FA5}">
                      <a16:colId xmlns:a16="http://schemas.microsoft.com/office/drawing/2014/main" val="20000"/>
                    </a:ext>
                  </a:extLst>
                </a:gridCol>
                <a:gridCol w="2496741">
                  <a:extLst>
                    <a:ext uri="{9D8B030D-6E8A-4147-A177-3AD203B41FA5}">
                      <a16:colId xmlns:a16="http://schemas.microsoft.com/office/drawing/2014/main" val="20001"/>
                    </a:ext>
                  </a:extLst>
                </a:gridCol>
                <a:gridCol w="2633663">
                  <a:extLst>
                    <a:ext uri="{9D8B030D-6E8A-4147-A177-3AD203B41FA5}">
                      <a16:colId xmlns:a16="http://schemas.microsoft.com/office/drawing/2014/main" val="20002"/>
                    </a:ext>
                  </a:extLst>
                </a:gridCol>
              </a:tblGrid>
              <a:tr h="46791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对比的方面</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虚电路服务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数据报服务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思路</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可靠通信应当由网络来保证</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可靠通信应当由用户主机来保证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连接的建立</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必须有</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不需要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终点地址</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仅在连接建立阶段使用，每个分组使用短的虚电路号</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每个分组都有终点的完整地址</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分组的转发</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属于同一条虚电路的分组均按照同一路由进行转发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每个分组独立选择路由进行转发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当结点出故障时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所有通过出故障的结点的虚电路均不能工作</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出故障的结点可能会丢失分组，一些路由可能会发生变化</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分组的顺序</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总是按发送顺序到达终点</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到达终点时不一定按发送顺序</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66556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端到端的差错处理和流量控制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可以由网络负责，也可以由用户主机负责</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由用户主机负责</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39976" name="幻灯片编号占位符 1">
            <a:extLst>
              <a:ext uri="{FF2B5EF4-FFF2-40B4-BE49-F238E27FC236}">
                <a16:creationId xmlns:a16="http://schemas.microsoft.com/office/drawing/2014/main" id="{A60DA3FA-F296-4F4D-A5CA-A77A82C1CF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921360B-F6E0-B64F-AB73-7ABBA26650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336176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Rectangle 2">
            <a:extLst>
              <a:ext uri="{FF2B5EF4-FFF2-40B4-BE49-F238E27FC236}">
                <a16:creationId xmlns:a16="http://schemas.microsoft.com/office/drawing/2014/main" id="{20B5D263-135B-F64F-9CEA-A700908F8FFB}"/>
              </a:ext>
            </a:extLst>
          </p:cNvPr>
          <p:cNvSpPr>
            <a:spLocks noGrp="1" noChangeArrowheads="1"/>
          </p:cNvSpPr>
          <p:nvPr>
            <p:ph type="title"/>
          </p:nvPr>
        </p:nvSpPr>
        <p:spPr>
          <a:xfrm>
            <a:off x="160020" y="195263"/>
            <a:ext cx="6874193" cy="736997"/>
          </a:xfrm>
        </p:spPr>
        <p:txBody>
          <a:bodyPr/>
          <a:lstStyle/>
          <a:p>
            <a:pPr eaLnBrk="1" hangingPunct="1"/>
            <a:r>
              <a:rPr lang="en-US" altLang="zh-CN" dirty="0">
                <a:latin typeface="Times New Roman" panose="02020603050405020304" pitchFamily="18" charset="0"/>
                <a:ea typeface="宋体" panose="02010600030101010101" pitchFamily="2" charset="-122"/>
              </a:rPr>
              <a:t>4.2  </a:t>
            </a:r>
            <a:r>
              <a:rPr lang="zh-CN" altLang="en-US" dirty="0">
                <a:latin typeface="Times New Roman" panose="02020603050405020304" pitchFamily="18" charset="0"/>
                <a:ea typeface="宋体" panose="02010600030101010101" pitchFamily="2" charset="-122"/>
              </a:rPr>
              <a:t>网际协议</a:t>
            </a:r>
            <a:r>
              <a:rPr lang="en-US" altLang="zh-CN" dirty="0">
                <a:latin typeface="Times New Roman" panose="02020603050405020304" pitchFamily="18" charset="0"/>
                <a:ea typeface="宋体" panose="02010600030101010101" pitchFamily="2" charset="-122"/>
              </a:rPr>
              <a:t>IP </a:t>
            </a:r>
          </a:p>
        </p:txBody>
      </p:sp>
      <p:sp>
        <p:nvSpPr>
          <p:cNvPr id="41986" name="Rectangle 3">
            <a:extLst>
              <a:ext uri="{FF2B5EF4-FFF2-40B4-BE49-F238E27FC236}">
                <a16:creationId xmlns:a16="http://schemas.microsoft.com/office/drawing/2014/main" id="{A60033FA-0013-4040-A675-7A1F5D3972A5}"/>
              </a:ext>
            </a:extLst>
          </p:cNvPr>
          <p:cNvSpPr>
            <a:spLocks noGrp="1" noChangeArrowheads="1"/>
          </p:cNvSpPr>
          <p:nvPr>
            <p:ph type="body" idx="1"/>
          </p:nvPr>
        </p:nvSpPr>
        <p:spPr>
          <a:xfrm>
            <a:off x="160020" y="1006079"/>
            <a:ext cx="8778240" cy="4019550"/>
          </a:xfrm>
        </p:spPr>
        <p:txBody>
          <a:bodyPr/>
          <a:lstStyle/>
          <a:p>
            <a:pPr eaLnBrk="1" hangingPunct="1"/>
            <a:r>
              <a:rPr lang="zh-CN" altLang="en-US" dirty="0">
                <a:ea typeface="宋体" panose="02010600030101010101" pitchFamily="2" charset="-122"/>
              </a:rPr>
              <a:t>网际协议 </a:t>
            </a:r>
            <a:r>
              <a:rPr lang="en-US" altLang="zh-CN" dirty="0">
                <a:ea typeface="宋体" panose="02010600030101010101" pitchFamily="2" charset="-122"/>
              </a:rPr>
              <a:t>IP </a:t>
            </a:r>
            <a:r>
              <a:rPr lang="zh-CN" altLang="en-US" dirty="0">
                <a:ea typeface="宋体" panose="02010600030101010101" pitchFamily="2" charset="-122"/>
              </a:rPr>
              <a:t>是 </a:t>
            </a:r>
            <a:r>
              <a:rPr lang="en-US" altLang="zh-CN" dirty="0">
                <a:ea typeface="宋体" panose="02010600030101010101" pitchFamily="2" charset="-122"/>
              </a:rPr>
              <a:t>TCP/IP </a:t>
            </a:r>
            <a:r>
              <a:rPr lang="zh-CN" altLang="en-US" dirty="0">
                <a:ea typeface="宋体" panose="02010600030101010101" pitchFamily="2" charset="-122"/>
              </a:rPr>
              <a:t>体系中两个最主要的协议之一。与 </a:t>
            </a:r>
            <a:r>
              <a:rPr lang="en-US" altLang="zh-CN" dirty="0">
                <a:ea typeface="宋体" panose="02010600030101010101" pitchFamily="2" charset="-122"/>
              </a:rPr>
              <a:t>IP </a:t>
            </a:r>
            <a:r>
              <a:rPr lang="zh-CN" altLang="en-US" dirty="0">
                <a:ea typeface="宋体" panose="02010600030101010101" pitchFamily="2" charset="-122"/>
              </a:rPr>
              <a:t>协议配套使用的还有三个协议：</a:t>
            </a:r>
          </a:p>
          <a:p>
            <a:pPr lvl="1" eaLnBrk="1" hangingPunct="1"/>
            <a:r>
              <a:rPr lang="zh-CN" altLang="en-US" dirty="0">
                <a:ea typeface="宋体" panose="02010600030101010101" pitchFamily="2" charset="-122"/>
              </a:rPr>
              <a:t>地址解析协议 </a:t>
            </a:r>
            <a:r>
              <a:rPr lang="en-US" altLang="zh-CN" dirty="0">
                <a:ea typeface="宋体" panose="02010600030101010101" pitchFamily="2" charset="-122"/>
              </a:rPr>
              <a:t>ARP</a:t>
            </a:r>
          </a:p>
          <a:p>
            <a:pPr lvl="1" eaLnBrk="1" hangingPunct="1">
              <a:buFont typeface="Wingdings" pitchFamily="2" charset="2"/>
              <a:buNone/>
            </a:pPr>
            <a:r>
              <a:rPr lang="en-US" altLang="zh-CN" dirty="0">
                <a:ea typeface="宋体" panose="02010600030101010101" pitchFamily="2" charset="-122"/>
              </a:rPr>
              <a:t>    (Address Resolution Protocol)</a:t>
            </a:r>
          </a:p>
          <a:p>
            <a:pPr lvl="1" eaLnBrk="1" hangingPunct="1"/>
            <a:r>
              <a:rPr lang="zh-CN" altLang="en-US" dirty="0">
                <a:ea typeface="宋体" panose="02010600030101010101" pitchFamily="2" charset="-122"/>
              </a:rPr>
              <a:t>网际控制报文协议 </a:t>
            </a:r>
            <a:r>
              <a:rPr lang="en-US" altLang="zh-CN" dirty="0">
                <a:ea typeface="宋体" panose="02010600030101010101" pitchFamily="2" charset="-122"/>
              </a:rPr>
              <a:t>ICMP</a:t>
            </a:r>
          </a:p>
          <a:p>
            <a:pPr lvl="1" eaLnBrk="1" hangingPunct="1">
              <a:buFont typeface="Wingdings" pitchFamily="2" charset="2"/>
              <a:buNone/>
            </a:pPr>
            <a:r>
              <a:rPr lang="en-US" altLang="zh-CN" dirty="0">
                <a:ea typeface="宋体" panose="02010600030101010101" pitchFamily="2" charset="-122"/>
              </a:rPr>
              <a:t>   (Internet Control Message Protocol)</a:t>
            </a:r>
          </a:p>
          <a:p>
            <a:pPr lvl="1" eaLnBrk="1" hangingPunct="1"/>
            <a:r>
              <a:rPr lang="zh-CN" altLang="en-US" dirty="0">
                <a:ea typeface="宋体" panose="02010600030101010101" pitchFamily="2" charset="-122"/>
              </a:rPr>
              <a:t>网际组管理协议 </a:t>
            </a:r>
            <a:r>
              <a:rPr lang="en-US" altLang="zh-CN" dirty="0">
                <a:ea typeface="宋体" panose="02010600030101010101" pitchFamily="2" charset="-122"/>
              </a:rPr>
              <a:t>IGMP</a:t>
            </a:r>
          </a:p>
          <a:p>
            <a:pPr lvl="1" eaLnBrk="1" hangingPunct="1">
              <a:buFont typeface="Wingdings" pitchFamily="2" charset="2"/>
              <a:buNone/>
            </a:pPr>
            <a:r>
              <a:rPr lang="en-US" altLang="zh-CN" dirty="0">
                <a:ea typeface="宋体" panose="02010600030101010101" pitchFamily="2" charset="-122"/>
              </a:rPr>
              <a:t>   (Internet Group Management Protocol)</a:t>
            </a:r>
          </a:p>
        </p:txBody>
      </p:sp>
      <p:sp>
        <p:nvSpPr>
          <p:cNvPr id="41987" name="幻灯片编号占位符 1">
            <a:extLst>
              <a:ext uri="{FF2B5EF4-FFF2-40B4-BE49-F238E27FC236}">
                <a16:creationId xmlns:a16="http://schemas.microsoft.com/office/drawing/2014/main" id="{4799C6C1-FA6D-7B47-8D16-6D58843168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129387-DB6A-0F44-A08C-F14921620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341204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Rectangle 2">
            <a:extLst>
              <a:ext uri="{FF2B5EF4-FFF2-40B4-BE49-F238E27FC236}">
                <a16:creationId xmlns:a16="http://schemas.microsoft.com/office/drawing/2014/main" id="{573D658C-3EFC-7D4E-A609-99090A6C07FF}"/>
              </a:ext>
            </a:extLst>
          </p:cNvPr>
          <p:cNvSpPr>
            <a:spLocks noGrp="1" noChangeArrowheads="1"/>
          </p:cNvSpPr>
          <p:nvPr>
            <p:ph type="title"/>
          </p:nvPr>
        </p:nvSpPr>
        <p:spPr>
          <a:xfrm>
            <a:off x="148590" y="160735"/>
            <a:ext cx="7232095" cy="733425"/>
          </a:xfrm>
        </p:spPr>
        <p:txBody>
          <a:bodyPr/>
          <a:lstStyle/>
          <a:p>
            <a:pPr eaLnBrk="1" hangingPunct="1"/>
            <a:r>
              <a:rPr lang="zh-CN" altLang="en-US" sz="3000" dirty="0">
                <a:ea typeface="宋体" panose="02010600030101010101" pitchFamily="2" charset="-122"/>
              </a:rPr>
              <a:t>网际层的 </a:t>
            </a:r>
            <a:r>
              <a:rPr lang="en-US" altLang="zh-CN" sz="3000" dirty="0">
                <a:ea typeface="宋体" panose="02010600030101010101" pitchFamily="2" charset="-122"/>
              </a:rPr>
              <a:t>IP </a:t>
            </a:r>
            <a:r>
              <a:rPr lang="zh-CN" altLang="en-US" sz="3000" dirty="0">
                <a:ea typeface="宋体" panose="02010600030101010101" pitchFamily="2" charset="-122"/>
              </a:rPr>
              <a:t>协议及配套协议</a:t>
            </a:r>
          </a:p>
        </p:txBody>
      </p:sp>
      <p:sp>
        <p:nvSpPr>
          <p:cNvPr id="44034" name="Rectangle 4">
            <a:extLst>
              <a:ext uri="{FF2B5EF4-FFF2-40B4-BE49-F238E27FC236}">
                <a16:creationId xmlns:a16="http://schemas.microsoft.com/office/drawing/2014/main" id="{DEEF39FC-B179-D243-B26B-1C734E861900}"/>
              </a:ext>
            </a:extLst>
          </p:cNvPr>
          <p:cNvSpPr>
            <a:spLocks noChangeArrowheads="1"/>
          </p:cNvSpPr>
          <p:nvPr/>
        </p:nvSpPr>
        <p:spPr bwMode="auto">
          <a:xfrm>
            <a:off x="3574257" y="2561035"/>
            <a:ext cx="3050381" cy="110370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35" name="Rectangle 5">
            <a:extLst>
              <a:ext uri="{FF2B5EF4-FFF2-40B4-BE49-F238E27FC236}">
                <a16:creationId xmlns:a16="http://schemas.microsoft.com/office/drawing/2014/main" id="{74B87622-2117-DB47-B8CD-311858B12759}"/>
              </a:ext>
            </a:extLst>
          </p:cNvPr>
          <p:cNvSpPr>
            <a:spLocks noChangeArrowheads="1"/>
          </p:cNvSpPr>
          <p:nvPr/>
        </p:nvSpPr>
        <p:spPr bwMode="auto">
          <a:xfrm>
            <a:off x="3574257" y="1515666"/>
            <a:ext cx="3050381" cy="255627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800">
              <a:solidFill>
                <a:schemeClr val="folHlink"/>
              </a:solidFill>
              <a:latin typeface="Arial" panose="020B0604020202020204" pitchFamily="34" charset="0"/>
              <a:ea typeface="黑体" panose="02010609060101010101" pitchFamily="49" charset="-122"/>
              <a:cs typeface="黑体" panose="02010609060101010101" pitchFamily="49" charset="-122"/>
            </a:endParaRPr>
          </a:p>
        </p:txBody>
      </p:sp>
      <p:sp>
        <p:nvSpPr>
          <p:cNvPr id="44036" name="Line 6">
            <a:extLst>
              <a:ext uri="{FF2B5EF4-FFF2-40B4-BE49-F238E27FC236}">
                <a16:creationId xmlns:a16="http://schemas.microsoft.com/office/drawing/2014/main" id="{98F79D7C-E419-0842-A954-749E216186BC}"/>
              </a:ext>
            </a:extLst>
          </p:cNvPr>
          <p:cNvSpPr>
            <a:spLocks noChangeShapeType="1"/>
          </p:cNvSpPr>
          <p:nvPr/>
        </p:nvSpPr>
        <p:spPr bwMode="auto">
          <a:xfrm>
            <a:off x="3574257" y="2155031"/>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7" name="Line 7">
            <a:extLst>
              <a:ext uri="{FF2B5EF4-FFF2-40B4-BE49-F238E27FC236}">
                <a16:creationId xmlns:a16="http://schemas.microsoft.com/office/drawing/2014/main" id="{2F04B7B2-A402-3C40-8F61-3453EC854D88}"/>
              </a:ext>
            </a:extLst>
          </p:cNvPr>
          <p:cNvSpPr>
            <a:spLocks noChangeShapeType="1"/>
          </p:cNvSpPr>
          <p:nvPr/>
        </p:nvSpPr>
        <p:spPr bwMode="auto">
          <a:xfrm>
            <a:off x="3574257" y="2561035"/>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8" name="Text Box 8">
            <a:extLst>
              <a:ext uri="{FF2B5EF4-FFF2-40B4-BE49-F238E27FC236}">
                <a16:creationId xmlns:a16="http://schemas.microsoft.com/office/drawing/2014/main" id="{7BC02DAB-C3E0-4543-8564-8A0CD9C0FDE4}"/>
              </a:ext>
            </a:extLst>
          </p:cNvPr>
          <p:cNvSpPr txBox="1">
            <a:spLocks noChangeArrowheads="1"/>
          </p:cNvSpPr>
          <p:nvPr/>
        </p:nvSpPr>
        <p:spPr bwMode="auto">
          <a:xfrm>
            <a:off x="4305300" y="1526381"/>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chemeClr val="tx1"/>
                </a:solidFill>
                <a:latin typeface="Arial" panose="020B0604020202020204" pitchFamily="34" charset="0"/>
                <a:ea typeface="宋体" panose="02010600030101010101" pitchFamily="2" charset="-122"/>
                <a:cs typeface="黑体" panose="02010609060101010101" pitchFamily="49" charset="-122"/>
              </a:rPr>
              <a:t>各种应用层协议</a:t>
            </a:r>
          </a:p>
        </p:txBody>
      </p:sp>
      <p:sp>
        <p:nvSpPr>
          <p:cNvPr id="44039" name="Text Box 9">
            <a:extLst>
              <a:ext uri="{FF2B5EF4-FFF2-40B4-BE49-F238E27FC236}">
                <a16:creationId xmlns:a16="http://schemas.microsoft.com/office/drawing/2014/main" id="{D2E58568-B34A-F04D-8EBE-A8CFA365DA19}"/>
              </a:ext>
            </a:extLst>
          </p:cNvPr>
          <p:cNvSpPr txBox="1">
            <a:spLocks noChangeArrowheads="1"/>
          </p:cNvSpPr>
          <p:nvPr/>
        </p:nvSpPr>
        <p:spPr bwMode="auto">
          <a:xfrm>
            <a:off x="2141935" y="3759994"/>
            <a:ext cx="146706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75000"/>
              </a:lnSpc>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网络接口层</a:t>
            </a:r>
          </a:p>
        </p:txBody>
      </p:sp>
      <p:sp>
        <p:nvSpPr>
          <p:cNvPr id="44040" name="Text Box 10">
            <a:extLst>
              <a:ext uri="{FF2B5EF4-FFF2-40B4-BE49-F238E27FC236}">
                <a16:creationId xmlns:a16="http://schemas.microsoft.com/office/drawing/2014/main" id="{AA235A74-F898-A045-B391-1F35F1DE7D70}"/>
              </a:ext>
            </a:extLst>
          </p:cNvPr>
          <p:cNvSpPr txBox="1">
            <a:spLocks noChangeArrowheads="1"/>
          </p:cNvSpPr>
          <p:nvPr/>
        </p:nvSpPr>
        <p:spPr bwMode="auto">
          <a:xfrm>
            <a:off x="3917156" y="1815704"/>
            <a:ext cx="25062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rPr>
              <a:t>(HTTP, FTP, SMTP </a:t>
            </a:r>
            <a:r>
              <a:rPr kumimoji="1" lang="zh-CN" altLang="zh-CN" sz="1800" dirty="0">
                <a:solidFill>
                  <a:schemeClr val="tx1"/>
                </a:solidFill>
                <a:latin typeface="Arial" panose="020B0604020202020204" pitchFamily="34" charset="0"/>
                <a:ea typeface="宋体" panose="02010600030101010101" pitchFamily="2" charset="-122"/>
              </a:rPr>
              <a:t>等</a:t>
            </a:r>
            <a:r>
              <a:rPr kumimoji="1" lang="en-US" altLang="zh-CN" sz="1800" dirty="0">
                <a:solidFill>
                  <a:schemeClr val="tx1"/>
                </a:solidFill>
                <a:latin typeface="Arial" panose="020B0604020202020204" pitchFamily="34" charset="0"/>
                <a:ea typeface="宋体" panose="02010600030101010101" pitchFamily="2" charset="-122"/>
              </a:rPr>
              <a:t>)</a:t>
            </a:r>
          </a:p>
        </p:txBody>
      </p:sp>
      <p:sp>
        <p:nvSpPr>
          <p:cNvPr id="44041" name="Rectangle 11">
            <a:extLst>
              <a:ext uri="{FF2B5EF4-FFF2-40B4-BE49-F238E27FC236}">
                <a16:creationId xmlns:a16="http://schemas.microsoft.com/office/drawing/2014/main" id="{F04DF921-4485-0640-B0CF-5DB60FE293BA}"/>
              </a:ext>
            </a:extLst>
          </p:cNvPr>
          <p:cNvSpPr>
            <a:spLocks noChangeArrowheads="1"/>
          </p:cNvSpPr>
          <p:nvPr/>
        </p:nvSpPr>
        <p:spPr bwMode="auto">
          <a:xfrm>
            <a:off x="3570685" y="4130278"/>
            <a:ext cx="3053953" cy="547688"/>
          </a:xfrm>
          <a:prstGeom prst="rect">
            <a:avLst/>
          </a:prstGeom>
          <a:solidFill>
            <a:srgbClr val="FFFFFF">
              <a:alpha val="49019"/>
            </a:srgbClr>
          </a:solidFill>
          <a:ln w="9525">
            <a:solidFill>
              <a:schemeClr val="tx1"/>
            </a:solidFill>
            <a:prstDash val="dash"/>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42" name="Text Box 12">
            <a:extLst>
              <a:ext uri="{FF2B5EF4-FFF2-40B4-BE49-F238E27FC236}">
                <a16:creationId xmlns:a16="http://schemas.microsoft.com/office/drawing/2014/main" id="{206AEA34-9819-924D-ADC3-9BD10115B409}"/>
              </a:ext>
            </a:extLst>
          </p:cNvPr>
          <p:cNvSpPr txBox="1">
            <a:spLocks noChangeArrowheads="1"/>
          </p:cNvSpPr>
          <p:nvPr/>
        </p:nvSpPr>
        <p:spPr bwMode="auto">
          <a:xfrm>
            <a:off x="4572000" y="4226719"/>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物理硬件</a:t>
            </a:r>
          </a:p>
        </p:txBody>
      </p:sp>
      <p:sp>
        <p:nvSpPr>
          <p:cNvPr id="44043" name="Text Box 13">
            <a:extLst>
              <a:ext uri="{FF2B5EF4-FFF2-40B4-BE49-F238E27FC236}">
                <a16:creationId xmlns:a16="http://schemas.microsoft.com/office/drawing/2014/main" id="{F234AC61-E864-EA4C-A969-E73AA18C05F6}"/>
              </a:ext>
            </a:extLst>
          </p:cNvPr>
          <p:cNvSpPr txBox="1">
            <a:spLocks noChangeArrowheads="1"/>
          </p:cNvSpPr>
          <p:nvPr/>
        </p:nvSpPr>
        <p:spPr bwMode="auto">
          <a:xfrm>
            <a:off x="2505076" y="2175272"/>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运输层</a:t>
            </a:r>
          </a:p>
        </p:txBody>
      </p:sp>
      <p:sp>
        <p:nvSpPr>
          <p:cNvPr id="44044" name="Text Box 14">
            <a:extLst>
              <a:ext uri="{FF2B5EF4-FFF2-40B4-BE49-F238E27FC236}">
                <a16:creationId xmlns:a16="http://schemas.microsoft.com/office/drawing/2014/main" id="{FAF4DA05-5948-3845-B7D8-572648011244}"/>
              </a:ext>
            </a:extLst>
          </p:cNvPr>
          <p:cNvSpPr txBox="1">
            <a:spLocks noChangeArrowheads="1"/>
          </p:cNvSpPr>
          <p:nvPr/>
        </p:nvSpPr>
        <p:spPr bwMode="auto">
          <a:xfrm>
            <a:off x="4654154" y="2193131"/>
            <a:ext cx="12321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TCP, UDP</a:t>
            </a:r>
          </a:p>
        </p:txBody>
      </p:sp>
      <p:sp>
        <p:nvSpPr>
          <p:cNvPr id="44045" name="Text Box 15">
            <a:extLst>
              <a:ext uri="{FF2B5EF4-FFF2-40B4-BE49-F238E27FC236}">
                <a16:creationId xmlns:a16="http://schemas.microsoft.com/office/drawing/2014/main" id="{14DD0D1D-1A82-F145-83BE-BBF70B5BE2E9}"/>
              </a:ext>
            </a:extLst>
          </p:cNvPr>
          <p:cNvSpPr txBox="1">
            <a:spLocks noChangeArrowheads="1"/>
          </p:cNvSpPr>
          <p:nvPr/>
        </p:nvSpPr>
        <p:spPr bwMode="auto">
          <a:xfrm>
            <a:off x="2540794" y="1650206"/>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应用层</a:t>
            </a:r>
          </a:p>
        </p:txBody>
      </p:sp>
      <p:sp>
        <p:nvSpPr>
          <p:cNvPr id="44046" name="Rectangle 16">
            <a:extLst>
              <a:ext uri="{FF2B5EF4-FFF2-40B4-BE49-F238E27FC236}">
                <a16:creationId xmlns:a16="http://schemas.microsoft.com/office/drawing/2014/main" id="{9E7EEF53-4386-234E-8DC6-535E2EA178AC}"/>
              </a:ext>
            </a:extLst>
          </p:cNvPr>
          <p:cNvSpPr>
            <a:spLocks noChangeArrowheads="1"/>
          </p:cNvSpPr>
          <p:nvPr/>
        </p:nvSpPr>
        <p:spPr bwMode="auto">
          <a:xfrm>
            <a:off x="3637360" y="2595563"/>
            <a:ext cx="727472"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ICMP</a:t>
            </a:r>
          </a:p>
        </p:txBody>
      </p:sp>
      <p:sp>
        <p:nvSpPr>
          <p:cNvPr id="44047" name="Text Box 17">
            <a:extLst>
              <a:ext uri="{FF2B5EF4-FFF2-40B4-BE49-F238E27FC236}">
                <a16:creationId xmlns:a16="http://schemas.microsoft.com/office/drawing/2014/main" id="{59715C33-4B7F-6142-B3F7-AD1AAB253D33}"/>
              </a:ext>
            </a:extLst>
          </p:cNvPr>
          <p:cNvSpPr txBox="1">
            <a:spLocks noChangeArrowheads="1"/>
          </p:cNvSpPr>
          <p:nvPr/>
        </p:nvSpPr>
        <p:spPr bwMode="auto">
          <a:xfrm>
            <a:off x="5008960" y="2865835"/>
            <a:ext cx="4026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chemeClr val="folHlink"/>
                </a:solidFill>
                <a:latin typeface="Arial" panose="020B0604020202020204" pitchFamily="34" charset="0"/>
                <a:ea typeface="宋体" panose="02010600030101010101" pitchFamily="2" charset="-122"/>
                <a:cs typeface="黑体" panose="02010609060101010101" pitchFamily="49" charset="-122"/>
              </a:rPr>
              <a:t>IP</a:t>
            </a:r>
          </a:p>
        </p:txBody>
      </p:sp>
      <p:sp>
        <p:nvSpPr>
          <p:cNvPr id="44048" name="Rectangle 19">
            <a:extLst>
              <a:ext uri="{FF2B5EF4-FFF2-40B4-BE49-F238E27FC236}">
                <a16:creationId xmlns:a16="http://schemas.microsoft.com/office/drawing/2014/main" id="{2F9FB56E-B470-6945-B60F-C35B0303A505}"/>
              </a:ext>
            </a:extLst>
          </p:cNvPr>
          <p:cNvSpPr>
            <a:spLocks noChangeArrowheads="1"/>
          </p:cNvSpPr>
          <p:nvPr/>
        </p:nvSpPr>
        <p:spPr bwMode="auto">
          <a:xfrm>
            <a:off x="5897166" y="3317082"/>
            <a:ext cx="663178"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ARP</a:t>
            </a:r>
          </a:p>
        </p:txBody>
      </p:sp>
      <p:sp>
        <p:nvSpPr>
          <p:cNvPr id="44049" name="Text Box 20">
            <a:extLst>
              <a:ext uri="{FF2B5EF4-FFF2-40B4-BE49-F238E27FC236}">
                <a16:creationId xmlns:a16="http://schemas.microsoft.com/office/drawing/2014/main" id="{7146BF39-5ADC-D541-B7E1-594DC106693B}"/>
              </a:ext>
            </a:extLst>
          </p:cNvPr>
          <p:cNvSpPr txBox="1">
            <a:spLocks noChangeArrowheads="1"/>
          </p:cNvSpPr>
          <p:nvPr/>
        </p:nvSpPr>
        <p:spPr bwMode="auto">
          <a:xfrm>
            <a:off x="4268391" y="3706416"/>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与各种网络接口</a:t>
            </a:r>
          </a:p>
        </p:txBody>
      </p:sp>
      <p:sp>
        <p:nvSpPr>
          <p:cNvPr id="44050" name="Line 21">
            <a:extLst>
              <a:ext uri="{FF2B5EF4-FFF2-40B4-BE49-F238E27FC236}">
                <a16:creationId xmlns:a16="http://schemas.microsoft.com/office/drawing/2014/main" id="{199894E5-DC90-7B4E-B839-0308732BED71}"/>
              </a:ext>
            </a:extLst>
          </p:cNvPr>
          <p:cNvSpPr>
            <a:spLocks noChangeShapeType="1"/>
          </p:cNvSpPr>
          <p:nvPr/>
        </p:nvSpPr>
        <p:spPr bwMode="auto">
          <a:xfrm>
            <a:off x="3574257" y="3664744"/>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1" name="Line 22">
            <a:extLst>
              <a:ext uri="{FF2B5EF4-FFF2-40B4-BE49-F238E27FC236}">
                <a16:creationId xmlns:a16="http://schemas.microsoft.com/office/drawing/2014/main" id="{781CB9C4-78AC-E647-8BAD-AC35EA6BAADA}"/>
              </a:ext>
            </a:extLst>
          </p:cNvPr>
          <p:cNvSpPr>
            <a:spLocks noChangeShapeType="1"/>
          </p:cNvSpPr>
          <p:nvPr/>
        </p:nvSpPr>
        <p:spPr bwMode="auto">
          <a:xfrm>
            <a:off x="2344341" y="2155031"/>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2" name="Line 23">
            <a:extLst>
              <a:ext uri="{FF2B5EF4-FFF2-40B4-BE49-F238E27FC236}">
                <a16:creationId xmlns:a16="http://schemas.microsoft.com/office/drawing/2014/main" id="{94E2E4B7-E5D2-454E-9DDE-461B3E7252FB}"/>
              </a:ext>
            </a:extLst>
          </p:cNvPr>
          <p:cNvSpPr>
            <a:spLocks noChangeShapeType="1"/>
          </p:cNvSpPr>
          <p:nvPr/>
        </p:nvSpPr>
        <p:spPr bwMode="auto">
          <a:xfrm>
            <a:off x="2344341" y="2561035"/>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3" name="Line 24">
            <a:extLst>
              <a:ext uri="{FF2B5EF4-FFF2-40B4-BE49-F238E27FC236}">
                <a16:creationId xmlns:a16="http://schemas.microsoft.com/office/drawing/2014/main" id="{C252C4C0-6FFD-B346-9194-23C54FF80D81}"/>
              </a:ext>
            </a:extLst>
          </p:cNvPr>
          <p:cNvSpPr>
            <a:spLocks noChangeShapeType="1"/>
          </p:cNvSpPr>
          <p:nvPr/>
        </p:nvSpPr>
        <p:spPr bwMode="auto">
          <a:xfrm>
            <a:off x="2364582" y="3662363"/>
            <a:ext cx="1145381" cy="23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4" name="Line 25">
            <a:extLst>
              <a:ext uri="{FF2B5EF4-FFF2-40B4-BE49-F238E27FC236}">
                <a16:creationId xmlns:a16="http://schemas.microsoft.com/office/drawing/2014/main" id="{4F43406F-094A-104C-9C0F-D92721E95993}"/>
              </a:ext>
            </a:extLst>
          </p:cNvPr>
          <p:cNvSpPr>
            <a:spLocks noChangeShapeType="1"/>
          </p:cNvSpPr>
          <p:nvPr/>
        </p:nvSpPr>
        <p:spPr bwMode="auto">
          <a:xfrm>
            <a:off x="2908697" y="2561035"/>
            <a:ext cx="0" cy="110370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4055" name="Text Box 26">
            <a:extLst>
              <a:ext uri="{FF2B5EF4-FFF2-40B4-BE49-F238E27FC236}">
                <a16:creationId xmlns:a16="http://schemas.microsoft.com/office/drawing/2014/main" id="{C14AE898-2927-114C-9874-764F93FF4650}"/>
              </a:ext>
            </a:extLst>
          </p:cNvPr>
          <p:cNvSpPr txBox="1">
            <a:spLocks noChangeArrowheads="1"/>
          </p:cNvSpPr>
          <p:nvPr/>
        </p:nvSpPr>
        <p:spPr bwMode="auto">
          <a:xfrm>
            <a:off x="2250594" y="2772967"/>
            <a:ext cx="1338829" cy="6463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（网际层）</a:t>
            </a:r>
          </a:p>
        </p:txBody>
      </p:sp>
      <p:sp>
        <p:nvSpPr>
          <p:cNvPr id="44056" name="Rectangle 27">
            <a:extLst>
              <a:ext uri="{FF2B5EF4-FFF2-40B4-BE49-F238E27FC236}">
                <a16:creationId xmlns:a16="http://schemas.microsoft.com/office/drawing/2014/main" id="{71181D6E-366B-AC4E-85E2-123121E4937E}"/>
              </a:ext>
            </a:extLst>
          </p:cNvPr>
          <p:cNvSpPr>
            <a:spLocks noChangeArrowheads="1"/>
          </p:cNvSpPr>
          <p:nvPr/>
        </p:nvSpPr>
        <p:spPr bwMode="auto">
          <a:xfrm>
            <a:off x="4400551" y="2595563"/>
            <a:ext cx="726281"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IGMP</a:t>
            </a:r>
          </a:p>
        </p:txBody>
      </p:sp>
      <p:sp>
        <p:nvSpPr>
          <p:cNvPr id="44057" name="Line 28">
            <a:extLst>
              <a:ext uri="{FF2B5EF4-FFF2-40B4-BE49-F238E27FC236}">
                <a16:creationId xmlns:a16="http://schemas.microsoft.com/office/drawing/2014/main" id="{190E67BA-FCCF-8E40-9E5D-5B78EEFF4644}"/>
              </a:ext>
            </a:extLst>
          </p:cNvPr>
          <p:cNvSpPr>
            <a:spLocks noChangeShapeType="1"/>
          </p:cNvSpPr>
          <p:nvPr/>
        </p:nvSpPr>
        <p:spPr bwMode="auto">
          <a:xfrm flipV="1">
            <a:off x="2353866" y="1515666"/>
            <a:ext cx="11560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8" name="Line 29">
            <a:extLst>
              <a:ext uri="{FF2B5EF4-FFF2-40B4-BE49-F238E27FC236}">
                <a16:creationId xmlns:a16="http://schemas.microsoft.com/office/drawing/2014/main" id="{842E55AC-4741-D645-8CDF-8E61D3D2A313}"/>
              </a:ext>
            </a:extLst>
          </p:cNvPr>
          <p:cNvSpPr>
            <a:spLocks noChangeShapeType="1"/>
          </p:cNvSpPr>
          <p:nvPr/>
        </p:nvSpPr>
        <p:spPr bwMode="auto">
          <a:xfrm>
            <a:off x="2333625" y="4071938"/>
            <a:ext cx="11763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9" name="幻灯片编号占位符 1">
            <a:extLst>
              <a:ext uri="{FF2B5EF4-FFF2-40B4-BE49-F238E27FC236}">
                <a16:creationId xmlns:a16="http://schemas.microsoft.com/office/drawing/2014/main" id="{B5992E30-D2C6-2F48-B7F5-D8909155029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837D7A5-6EAE-7C46-823E-1409B28523B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513782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Rectangle 3">
            <a:extLst>
              <a:ext uri="{FF2B5EF4-FFF2-40B4-BE49-F238E27FC236}">
                <a16:creationId xmlns:a16="http://schemas.microsoft.com/office/drawing/2014/main" id="{90224659-9098-2743-BEC1-B2FAC890F9E7}"/>
              </a:ext>
            </a:extLst>
          </p:cNvPr>
          <p:cNvSpPr>
            <a:spLocks noGrp="1" noChangeArrowheads="1"/>
          </p:cNvSpPr>
          <p:nvPr>
            <p:ph type="body" idx="1"/>
          </p:nvPr>
        </p:nvSpPr>
        <p:spPr>
          <a:xfrm>
            <a:off x="160020" y="1059657"/>
            <a:ext cx="8801100" cy="3780235"/>
          </a:xfrm>
        </p:spPr>
        <p:txBody>
          <a:bodyPr/>
          <a:lstStyle/>
          <a:p>
            <a:pPr eaLnBrk="1" hangingPunct="1"/>
            <a:r>
              <a:rPr lang="zh-CN" altLang="en-US" dirty="0">
                <a:latin typeface="微软雅黑" panose="020B0503020204020204" pitchFamily="34" charset="-122"/>
                <a:ea typeface="宋体" panose="02010600030101010101" pitchFamily="2" charset="-122"/>
              </a:rPr>
              <a:t>互连在一起的网络要进行通信，会遇到许多问题需要解决，如：</a:t>
            </a:r>
          </a:p>
          <a:p>
            <a:pPr lvl="1" eaLnBrk="1" hangingPunct="1"/>
            <a:r>
              <a:rPr lang="zh-CN" altLang="en-US" sz="1800" dirty="0">
                <a:latin typeface="微软雅黑" panose="020B0503020204020204" pitchFamily="34" charset="-122"/>
                <a:ea typeface="宋体" panose="02010600030101010101" pitchFamily="2" charset="-122"/>
              </a:rPr>
              <a:t>不同的寻址方案</a:t>
            </a:r>
          </a:p>
          <a:p>
            <a:pPr lvl="1" eaLnBrk="1" hangingPunct="1"/>
            <a:r>
              <a:rPr lang="zh-CN" altLang="en-US" sz="1800" dirty="0">
                <a:latin typeface="微软雅黑" panose="020B0503020204020204" pitchFamily="34" charset="-122"/>
                <a:ea typeface="宋体" panose="02010600030101010101" pitchFamily="2" charset="-122"/>
              </a:rPr>
              <a:t>不同的最大分组长度</a:t>
            </a:r>
          </a:p>
          <a:p>
            <a:pPr lvl="1" eaLnBrk="1" hangingPunct="1"/>
            <a:r>
              <a:rPr lang="zh-CN" altLang="en-US" sz="1800" dirty="0">
                <a:latin typeface="微软雅黑" panose="020B0503020204020204" pitchFamily="34" charset="-122"/>
                <a:ea typeface="宋体" panose="02010600030101010101" pitchFamily="2" charset="-122"/>
              </a:rPr>
              <a:t>不同的网络接入机制</a:t>
            </a:r>
          </a:p>
          <a:p>
            <a:pPr lvl="1" eaLnBrk="1" hangingPunct="1"/>
            <a:r>
              <a:rPr lang="zh-CN" altLang="en-US" sz="1800" dirty="0">
                <a:latin typeface="微软雅黑" panose="020B0503020204020204" pitchFamily="34" charset="-122"/>
                <a:ea typeface="宋体" panose="02010600030101010101" pitchFamily="2" charset="-122"/>
              </a:rPr>
              <a:t>不同的超时控制</a:t>
            </a:r>
          </a:p>
          <a:p>
            <a:pPr lvl="1" eaLnBrk="1" hangingPunct="1"/>
            <a:r>
              <a:rPr lang="zh-CN" altLang="en-US" sz="1800" dirty="0">
                <a:latin typeface="微软雅黑" panose="020B0503020204020204" pitchFamily="34" charset="-122"/>
                <a:ea typeface="宋体" panose="02010600030101010101" pitchFamily="2" charset="-122"/>
              </a:rPr>
              <a:t>不同的差错恢复方法</a:t>
            </a:r>
          </a:p>
          <a:p>
            <a:pPr lvl="1" eaLnBrk="1" hangingPunct="1"/>
            <a:r>
              <a:rPr lang="zh-CN" altLang="en-US" sz="1800" dirty="0">
                <a:latin typeface="微软雅黑" panose="020B0503020204020204" pitchFamily="34" charset="-122"/>
                <a:ea typeface="宋体" panose="02010600030101010101" pitchFamily="2" charset="-122"/>
              </a:rPr>
              <a:t>不同的状态报告方法</a:t>
            </a:r>
          </a:p>
          <a:p>
            <a:pPr lvl="1" eaLnBrk="1" hangingPunct="1"/>
            <a:r>
              <a:rPr lang="zh-CN" altLang="en-US" sz="1800" dirty="0">
                <a:latin typeface="微软雅黑" panose="020B0503020204020204" pitchFamily="34" charset="-122"/>
                <a:ea typeface="宋体" panose="02010600030101010101" pitchFamily="2" charset="-122"/>
              </a:rPr>
              <a:t>不同的路由选择技术</a:t>
            </a:r>
          </a:p>
          <a:p>
            <a:pPr lvl="1" eaLnBrk="1" hangingPunct="1"/>
            <a:r>
              <a:rPr lang="zh-CN" altLang="en-US" sz="1800" dirty="0">
                <a:latin typeface="微软雅黑" panose="020B0503020204020204" pitchFamily="34" charset="-122"/>
                <a:ea typeface="宋体" panose="02010600030101010101" pitchFamily="2" charset="-122"/>
              </a:rPr>
              <a:t>不同的用户接入控制</a:t>
            </a:r>
          </a:p>
          <a:p>
            <a:pPr lvl="1" eaLnBrk="1" hangingPunct="1"/>
            <a:r>
              <a:rPr lang="zh-CN" altLang="en-US" sz="1800" dirty="0">
                <a:latin typeface="微软雅黑" panose="020B0503020204020204" pitchFamily="34" charset="-122"/>
                <a:ea typeface="宋体" panose="02010600030101010101" pitchFamily="2" charset="-122"/>
              </a:rPr>
              <a:t>不同的服务（面向连接服务和无连接服务）</a:t>
            </a:r>
          </a:p>
          <a:p>
            <a:pPr lvl="1" eaLnBrk="1" hangingPunct="1"/>
            <a:r>
              <a:rPr lang="zh-CN" altLang="en-US" sz="1800" dirty="0">
                <a:latin typeface="微软雅黑" panose="020B0503020204020204" pitchFamily="34" charset="-122"/>
                <a:ea typeface="宋体" panose="02010600030101010101" pitchFamily="2" charset="-122"/>
              </a:rPr>
              <a:t>不同的管理与控制方式 </a:t>
            </a:r>
          </a:p>
        </p:txBody>
      </p:sp>
      <p:sp>
        <p:nvSpPr>
          <p:cNvPr id="46082" name="Rectangle 2">
            <a:extLst>
              <a:ext uri="{FF2B5EF4-FFF2-40B4-BE49-F238E27FC236}">
                <a16:creationId xmlns:a16="http://schemas.microsoft.com/office/drawing/2014/main" id="{8D523B4B-2708-3847-AA5C-A04462CF7CC9}"/>
              </a:ext>
            </a:extLst>
          </p:cNvPr>
          <p:cNvSpPr>
            <a:spLocks noGrp="1" noChangeArrowheads="1"/>
          </p:cNvSpPr>
          <p:nvPr>
            <p:ph type="title"/>
          </p:nvPr>
        </p:nvSpPr>
        <p:spPr>
          <a:xfrm>
            <a:off x="160020" y="141685"/>
            <a:ext cx="7069455" cy="790575"/>
          </a:xfrm>
        </p:spPr>
        <p:txBody>
          <a:bodyPr/>
          <a:lstStyle/>
          <a:p>
            <a:pPr eaLnBrk="1" hangingPunct="1"/>
            <a:r>
              <a:rPr lang="en-US" altLang="zh-CN" dirty="0">
                <a:latin typeface="Times New Roman" panose="02020603050405020304" pitchFamily="18" charset="0"/>
                <a:ea typeface="宋体" panose="02010600030101010101" pitchFamily="2" charset="-122"/>
              </a:rPr>
              <a:t>4.2.1  </a:t>
            </a:r>
            <a:r>
              <a:rPr lang="zh-CN" altLang="en-US" dirty="0">
                <a:latin typeface="Times New Roman" panose="02020603050405020304" pitchFamily="18" charset="0"/>
                <a:ea typeface="宋体" panose="02010600030101010101" pitchFamily="2" charset="-122"/>
              </a:rPr>
              <a:t>虚拟互连网络 </a:t>
            </a:r>
          </a:p>
        </p:txBody>
      </p:sp>
      <p:sp>
        <p:nvSpPr>
          <p:cNvPr id="46083" name="幻灯片编号占位符 1">
            <a:extLst>
              <a:ext uri="{FF2B5EF4-FFF2-40B4-BE49-F238E27FC236}">
                <a16:creationId xmlns:a16="http://schemas.microsoft.com/office/drawing/2014/main" id="{7BA8CA69-DDF3-824E-ADC1-98709F4858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8B210D7-BD2C-C047-A568-7CE04044EA2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632391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a:extLst>
              <a:ext uri="{FF2B5EF4-FFF2-40B4-BE49-F238E27FC236}">
                <a16:creationId xmlns:a16="http://schemas.microsoft.com/office/drawing/2014/main" id="{D8E3D594-A069-E84E-9DAE-5655CA294463}"/>
              </a:ext>
            </a:extLst>
          </p:cNvPr>
          <p:cNvSpPr>
            <a:spLocks noGrp="1" noChangeArrowheads="1"/>
          </p:cNvSpPr>
          <p:nvPr>
            <p:ph type="body" idx="1"/>
          </p:nvPr>
        </p:nvSpPr>
        <p:spPr>
          <a:xfrm>
            <a:off x="225028" y="1059657"/>
            <a:ext cx="8690372" cy="3780235"/>
          </a:xfrm>
        </p:spPr>
        <p:txBody>
          <a:bodyPr/>
          <a:lstStyle/>
          <a:p>
            <a:pPr eaLnBrk="1" hangingPunct="1">
              <a:lnSpc>
                <a:spcPct val="120000"/>
              </a:lnSpc>
            </a:pPr>
            <a:r>
              <a:rPr lang="zh-CN" altLang="en-US" dirty="0">
                <a:solidFill>
                  <a:schemeClr val="hlink"/>
                </a:solidFill>
                <a:latin typeface="微软雅黑" panose="020B0503020204020204" pitchFamily="34" charset="-122"/>
                <a:ea typeface="宋体" panose="02010600030101010101" pitchFamily="2" charset="-122"/>
              </a:rPr>
              <a:t>中间设备</a:t>
            </a:r>
            <a:r>
              <a:rPr lang="zh-CN" altLang="en-US" dirty="0">
                <a:latin typeface="微软雅黑" panose="020B0503020204020204" pitchFamily="34" charset="-122"/>
                <a:ea typeface="宋体" panose="02010600030101010101" pitchFamily="2" charset="-122"/>
              </a:rPr>
              <a:t>又称为</a:t>
            </a:r>
            <a:r>
              <a:rPr lang="zh-CN" altLang="en-US" dirty="0">
                <a:solidFill>
                  <a:schemeClr val="hlink"/>
                </a:solidFill>
                <a:latin typeface="微软雅黑" panose="020B0503020204020204" pitchFamily="34" charset="-122"/>
                <a:ea typeface="宋体" panose="02010600030101010101" pitchFamily="2" charset="-122"/>
              </a:rPr>
              <a:t>中间系统</a:t>
            </a:r>
            <a:r>
              <a:rPr lang="zh-CN" altLang="en-US" dirty="0">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中继</a:t>
            </a:r>
            <a:r>
              <a:rPr lang="en-US" altLang="zh-CN" dirty="0">
                <a:latin typeface="微软雅黑" panose="020B0503020204020204" pitchFamily="34" charset="-122"/>
                <a:ea typeface="宋体" panose="02010600030101010101" pitchFamily="2" charset="-122"/>
              </a:rPr>
              <a:t>(relay)</a:t>
            </a:r>
            <a:r>
              <a:rPr lang="zh-CN" altLang="en-US" dirty="0">
                <a:latin typeface="微软雅黑" panose="020B0503020204020204" pitchFamily="34" charset="-122"/>
                <a:ea typeface="宋体" panose="02010600030101010101" pitchFamily="2" charset="-122"/>
              </a:rPr>
              <a:t>系统。</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物理层中继系统：</a:t>
            </a:r>
            <a:r>
              <a:rPr lang="zh-CN" altLang="en-US" dirty="0">
                <a:solidFill>
                  <a:schemeClr val="hlink"/>
                </a:solidFill>
                <a:latin typeface="微软雅黑" panose="020B0503020204020204" pitchFamily="34" charset="-122"/>
                <a:ea typeface="宋体" panose="02010600030101010101" pitchFamily="2" charset="-122"/>
              </a:rPr>
              <a:t>转发器</a:t>
            </a:r>
            <a:r>
              <a:rPr lang="en-US" altLang="zh-CN" dirty="0">
                <a:solidFill>
                  <a:srgbClr val="333399"/>
                </a:solidFill>
                <a:latin typeface="微软雅黑" panose="020B0503020204020204" pitchFamily="34" charset="-122"/>
                <a:ea typeface="宋体" panose="02010600030101010101" pitchFamily="2" charset="-122"/>
              </a:rPr>
              <a:t>(repeater)</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集线器</a:t>
            </a:r>
            <a:r>
              <a:rPr lang="en-US" altLang="zh-CN" dirty="0">
                <a:solidFill>
                  <a:srgbClr val="333399"/>
                </a:solidFill>
                <a:latin typeface="微软雅黑" panose="020B0503020204020204" pitchFamily="34" charset="-122"/>
                <a:ea typeface="宋体" panose="02010600030101010101" pitchFamily="2" charset="-122"/>
              </a:rPr>
              <a:t>(Hub)</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数据链路层中继系统：</a:t>
            </a:r>
            <a:r>
              <a:rPr lang="zh-CN" altLang="en-US" dirty="0">
                <a:solidFill>
                  <a:schemeClr val="hlink"/>
                </a:solidFill>
                <a:latin typeface="微软雅黑" panose="020B0503020204020204" pitchFamily="34" charset="-122"/>
                <a:ea typeface="宋体" panose="02010600030101010101" pitchFamily="2" charset="-122"/>
              </a:rPr>
              <a:t>网桥</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桥接器</a:t>
            </a:r>
            <a:r>
              <a:rPr lang="en-US" altLang="zh-CN" dirty="0">
                <a:solidFill>
                  <a:srgbClr val="333399"/>
                </a:solidFill>
                <a:latin typeface="微软雅黑" panose="020B0503020204020204" pitchFamily="34" charset="-122"/>
                <a:ea typeface="宋体" panose="02010600030101010101" pitchFamily="2" charset="-122"/>
              </a:rPr>
              <a:t>(bridge)</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网络层中继系统：</a:t>
            </a:r>
            <a:r>
              <a:rPr lang="zh-CN" altLang="en-US" dirty="0">
                <a:solidFill>
                  <a:schemeClr val="hlink"/>
                </a:solidFill>
                <a:latin typeface="微软雅黑" panose="020B0503020204020204" pitchFamily="34" charset="-122"/>
                <a:ea typeface="宋体" panose="02010600030101010101" pitchFamily="2" charset="-122"/>
              </a:rPr>
              <a:t>路由器</a:t>
            </a:r>
            <a:r>
              <a:rPr lang="en-US" altLang="zh-CN" dirty="0">
                <a:solidFill>
                  <a:srgbClr val="333399"/>
                </a:solidFill>
                <a:latin typeface="微软雅黑" panose="020B0503020204020204" pitchFamily="34" charset="-122"/>
                <a:ea typeface="宋体" panose="02010600030101010101" pitchFamily="2" charset="-122"/>
              </a:rPr>
              <a:t>(router)</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网桥和路由器的混合物：</a:t>
            </a:r>
            <a:r>
              <a:rPr lang="zh-CN" altLang="en-US" dirty="0">
                <a:solidFill>
                  <a:schemeClr val="hlink"/>
                </a:solidFill>
                <a:latin typeface="微软雅黑" panose="020B0503020204020204" pitchFamily="34" charset="-122"/>
                <a:ea typeface="宋体" panose="02010600030101010101" pitchFamily="2" charset="-122"/>
              </a:rPr>
              <a:t>桥路器</a:t>
            </a:r>
            <a:r>
              <a:rPr lang="en-US" altLang="zh-CN" dirty="0">
                <a:solidFill>
                  <a:srgbClr val="333399"/>
                </a:solidFill>
                <a:latin typeface="微软雅黑" panose="020B0503020204020204" pitchFamily="34" charset="-122"/>
                <a:ea typeface="宋体" panose="02010600030101010101" pitchFamily="2" charset="-122"/>
              </a:rPr>
              <a:t>(</a:t>
            </a:r>
            <a:r>
              <a:rPr lang="en-US" altLang="zh-CN" dirty="0" err="1">
                <a:solidFill>
                  <a:srgbClr val="333399"/>
                </a:solidFill>
                <a:latin typeface="微软雅黑" panose="020B0503020204020204" pitchFamily="34" charset="-122"/>
                <a:ea typeface="宋体" panose="02010600030101010101" pitchFamily="2" charset="-122"/>
              </a:rPr>
              <a:t>brouter</a:t>
            </a:r>
            <a:r>
              <a:rPr lang="en-US" altLang="zh-CN" dirty="0">
                <a:solidFill>
                  <a:srgbClr val="333399"/>
                </a:solidFill>
                <a:latin typeface="微软雅黑" panose="020B0503020204020204" pitchFamily="34" charset="-122"/>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网络层以上的中继系统：</a:t>
            </a:r>
            <a:r>
              <a:rPr lang="zh-CN" altLang="en-US" dirty="0">
                <a:solidFill>
                  <a:schemeClr val="hlink"/>
                </a:solidFill>
                <a:latin typeface="微软雅黑" panose="020B0503020204020204" pitchFamily="34" charset="-122"/>
                <a:ea typeface="宋体" panose="02010600030101010101" pitchFamily="2" charset="-122"/>
              </a:rPr>
              <a:t>网关</a:t>
            </a:r>
            <a:r>
              <a:rPr lang="en-US" altLang="zh-CN" dirty="0">
                <a:solidFill>
                  <a:srgbClr val="333399"/>
                </a:solidFill>
                <a:latin typeface="微软雅黑" panose="020B0503020204020204" pitchFamily="34" charset="-122"/>
                <a:ea typeface="宋体" panose="02010600030101010101" pitchFamily="2" charset="-122"/>
              </a:rPr>
              <a:t>(gateway)</a:t>
            </a:r>
            <a:r>
              <a:rPr lang="zh-CN" altLang="en-US" dirty="0">
                <a:solidFill>
                  <a:srgbClr val="333399"/>
                </a:solidFill>
                <a:latin typeface="微软雅黑" panose="020B0503020204020204" pitchFamily="34" charset="-122"/>
                <a:ea typeface="宋体" panose="02010600030101010101" pitchFamily="2" charset="-122"/>
              </a:rPr>
              <a:t>。</a:t>
            </a:r>
            <a:r>
              <a:rPr lang="zh-CN" altLang="en-US" dirty="0">
                <a:latin typeface="微软雅黑" panose="020B0503020204020204" pitchFamily="34" charset="-122"/>
                <a:ea typeface="宋体" panose="02010600030101010101" pitchFamily="2" charset="-122"/>
              </a:rPr>
              <a:t>  </a:t>
            </a:r>
          </a:p>
        </p:txBody>
      </p:sp>
      <p:sp>
        <p:nvSpPr>
          <p:cNvPr id="48130" name="Rectangle 3">
            <a:extLst>
              <a:ext uri="{FF2B5EF4-FFF2-40B4-BE49-F238E27FC236}">
                <a16:creationId xmlns:a16="http://schemas.microsoft.com/office/drawing/2014/main" id="{EB87858E-B694-3046-ABC7-612FFEC0F3CA}"/>
              </a:ext>
            </a:extLst>
          </p:cNvPr>
          <p:cNvSpPr>
            <a:spLocks noGrp="1" noChangeArrowheads="1"/>
          </p:cNvSpPr>
          <p:nvPr>
            <p:ph type="title"/>
          </p:nvPr>
        </p:nvSpPr>
        <p:spPr>
          <a:xfrm>
            <a:off x="171450" y="160735"/>
            <a:ext cx="7748588" cy="736997"/>
          </a:xfrm>
        </p:spPr>
        <p:txBody>
          <a:bodyPr/>
          <a:lstStyle/>
          <a:p>
            <a:pPr eaLnBrk="1" hangingPunct="1"/>
            <a:r>
              <a:rPr lang="zh-CN" altLang="en-US" sz="3000" dirty="0">
                <a:ea typeface="宋体" panose="02010600030101010101" pitchFamily="2" charset="-122"/>
              </a:rPr>
              <a:t>网络互相连接起来要使用一些中间设备 </a:t>
            </a:r>
          </a:p>
        </p:txBody>
      </p:sp>
      <p:sp>
        <p:nvSpPr>
          <p:cNvPr id="48131" name="幻灯片编号占位符 1">
            <a:extLst>
              <a:ext uri="{FF2B5EF4-FFF2-40B4-BE49-F238E27FC236}">
                <a16:creationId xmlns:a16="http://schemas.microsoft.com/office/drawing/2014/main" id="{635D3D82-5F5C-A840-A0A3-22E15CBDE3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B536E0-932A-8D4E-8410-058108BC34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504213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51234">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1234">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51234">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5123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a:extLst>
              <a:ext uri="{FF2B5EF4-FFF2-40B4-BE49-F238E27FC236}">
                <a16:creationId xmlns:a16="http://schemas.microsoft.com/office/drawing/2014/main" id="{948C871A-E081-1D42-8D46-62C6993D0F40}"/>
              </a:ext>
            </a:extLst>
          </p:cNvPr>
          <p:cNvSpPr>
            <a:spLocks noGrp="1" noChangeArrowheads="1"/>
          </p:cNvSpPr>
          <p:nvPr>
            <p:ph type="body" idx="1"/>
          </p:nvPr>
        </p:nvSpPr>
        <p:spPr>
          <a:xfrm>
            <a:off x="133563" y="1113235"/>
            <a:ext cx="8804953" cy="3564731"/>
          </a:xfrm>
        </p:spPr>
        <p:txBody>
          <a:bodyPr/>
          <a:lstStyle/>
          <a:p>
            <a:pPr eaLnBrk="1" hangingPunct="1"/>
            <a:r>
              <a:rPr lang="zh-CN" altLang="en-US" dirty="0">
                <a:latin typeface="Times New Roman" panose="02020603050405020304" pitchFamily="18" charset="0"/>
                <a:ea typeface="宋体" panose="02010600030101010101" pitchFamily="2" charset="-122"/>
              </a:rPr>
              <a:t>当中继系统是</a:t>
            </a:r>
            <a:r>
              <a:rPr lang="zh-CN" altLang="en-US" dirty="0">
                <a:solidFill>
                  <a:srgbClr val="C00000"/>
                </a:solidFill>
                <a:latin typeface="Times New Roman" panose="02020603050405020304" pitchFamily="18" charset="0"/>
                <a:ea typeface="宋体" panose="02010600030101010101" pitchFamily="2" charset="-122"/>
              </a:rPr>
              <a:t>转发器</a:t>
            </a:r>
            <a:r>
              <a:rPr lang="zh-CN" altLang="en-US" dirty="0">
                <a:latin typeface="Times New Roman" panose="02020603050405020304" pitchFamily="18" charset="0"/>
                <a:ea typeface="宋体" panose="02010600030101010101" pitchFamily="2" charset="-122"/>
              </a:rPr>
              <a:t>或</a:t>
            </a:r>
            <a:r>
              <a:rPr lang="zh-CN" altLang="en-US" dirty="0">
                <a:solidFill>
                  <a:srgbClr val="C00000"/>
                </a:solidFill>
                <a:latin typeface="Times New Roman" panose="02020603050405020304" pitchFamily="18" charset="0"/>
                <a:ea typeface="宋体" panose="02010600030101010101" pitchFamily="2" charset="-122"/>
              </a:rPr>
              <a:t>网桥</a:t>
            </a:r>
            <a:r>
              <a:rPr lang="zh-CN" altLang="en-US" dirty="0">
                <a:latin typeface="Times New Roman" panose="02020603050405020304" pitchFamily="18" charset="0"/>
                <a:ea typeface="宋体" panose="02010600030101010101" pitchFamily="2" charset="-122"/>
              </a:rPr>
              <a:t>时，一般并不称之为</a:t>
            </a:r>
            <a:r>
              <a:rPr lang="zh-CN" altLang="en-US" dirty="0">
                <a:solidFill>
                  <a:srgbClr val="C00000"/>
                </a:solidFill>
                <a:latin typeface="Times New Roman" panose="02020603050405020304" pitchFamily="18" charset="0"/>
                <a:ea typeface="宋体" panose="02010600030101010101" pitchFamily="2" charset="-122"/>
              </a:rPr>
              <a:t>网络互连</a:t>
            </a:r>
            <a:r>
              <a:rPr lang="zh-CN" altLang="en-US" dirty="0">
                <a:latin typeface="Times New Roman" panose="02020603050405020304" pitchFamily="18" charset="0"/>
                <a:ea typeface="宋体" panose="02010600030101010101" pitchFamily="2" charset="-122"/>
              </a:rPr>
              <a:t>，因为这仅仅是把一个网络扩大了，而这仍然是一个网络。 </a:t>
            </a:r>
          </a:p>
          <a:p>
            <a:pPr eaLnBrk="1" hangingPunct="1"/>
            <a:r>
              <a:rPr lang="zh-CN" altLang="en-US" dirty="0">
                <a:latin typeface="Times New Roman" panose="02020603050405020304" pitchFamily="18" charset="0"/>
                <a:ea typeface="宋体" panose="02010600030101010101" pitchFamily="2" charset="-122"/>
              </a:rPr>
              <a:t>网关由于比较复杂，目前使用得较少。</a:t>
            </a:r>
          </a:p>
          <a:p>
            <a:pPr eaLnBrk="1" hangingPunct="1"/>
            <a:r>
              <a:rPr lang="zh-CN" altLang="en-US" dirty="0">
                <a:solidFill>
                  <a:srgbClr val="C00000"/>
                </a:solidFill>
                <a:latin typeface="Times New Roman" panose="02020603050405020304" pitchFamily="18" charset="0"/>
                <a:ea typeface="宋体" panose="02010600030101010101" pitchFamily="2" charset="-122"/>
              </a:rPr>
              <a:t>互联网</a:t>
            </a:r>
            <a:r>
              <a:rPr lang="zh-CN" altLang="en-US" dirty="0">
                <a:latin typeface="Times New Roman" panose="02020603050405020304" pitchFamily="18" charset="0"/>
                <a:ea typeface="宋体" panose="02010600030101010101" pitchFamily="2" charset="-122"/>
              </a:rPr>
              <a:t>都是指用路由器进行互连的网络。</a:t>
            </a:r>
          </a:p>
          <a:p>
            <a:pPr eaLnBrk="1" hangingPunct="1"/>
            <a:r>
              <a:rPr lang="zh-CN" altLang="en-US" dirty="0">
                <a:latin typeface="Times New Roman" panose="02020603050405020304" pitchFamily="18" charset="0"/>
                <a:ea typeface="宋体" panose="02010600030101010101" pitchFamily="2" charset="-122"/>
              </a:rPr>
              <a:t>由于历史的原因，许多有关 </a:t>
            </a:r>
            <a:r>
              <a:rPr lang="en-US" altLang="zh-CN" dirty="0">
                <a:latin typeface="Times New Roman" panose="02020603050405020304" pitchFamily="18" charset="0"/>
                <a:ea typeface="宋体" panose="02010600030101010101" pitchFamily="2" charset="-122"/>
              </a:rPr>
              <a:t>TCP/IP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的文献将网络层使用的路由器称为</a:t>
            </a:r>
            <a:r>
              <a:rPr lang="zh-CN" altLang="en-US" dirty="0">
                <a:solidFill>
                  <a:schemeClr val="hlink"/>
                </a:solidFill>
                <a:latin typeface="Times New Roman" panose="02020603050405020304" pitchFamily="18" charset="0"/>
                <a:ea typeface="宋体" panose="02010600030101010101" pitchFamily="2" charset="-122"/>
              </a:rPr>
              <a:t>网关</a:t>
            </a:r>
            <a:r>
              <a:rPr lang="zh-CN" altLang="en-US" dirty="0">
                <a:latin typeface="Times New Roman" panose="02020603050405020304" pitchFamily="18" charset="0"/>
                <a:ea typeface="宋体" panose="02010600030101010101" pitchFamily="2" charset="-122"/>
              </a:rPr>
              <a:t>。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50178" name="Rectangle 3">
            <a:extLst>
              <a:ext uri="{FF2B5EF4-FFF2-40B4-BE49-F238E27FC236}">
                <a16:creationId xmlns:a16="http://schemas.microsoft.com/office/drawing/2014/main" id="{DFA56FFA-FB6A-BE4A-B54F-2BE2B24830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网络互连使用路由器 </a:t>
            </a:r>
          </a:p>
        </p:txBody>
      </p:sp>
      <p:sp>
        <p:nvSpPr>
          <p:cNvPr id="50179" name="幻灯片编号占位符 1">
            <a:extLst>
              <a:ext uri="{FF2B5EF4-FFF2-40B4-BE49-F238E27FC236}">
                <a16:creationId xmlns:a16="http://schemas.microsoft.com/office/drawing/2014/main" id="{D088315C-04DD-2747-85D2-92B705329A8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55AA276-96E5-744E-803E-F8F69B461A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79490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2258">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2258">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225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8" grpId="0" build="p"/>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2">
            <a:extLst>
              <a:ext uri="{FF2B5EF4-FFF2-40B4-BE49-F238E27FC236}">
                <a16:creationId xmlns:a16="http://schemas.microsoft.com/office/drawing/2014/main" id="{F78B5D9C-CEFD-3544-9951-537B5E8069CA}"/>
              </a:ext>
            </a:extLst>
          </p:cNvPr>
          <p:cNvSpPr>
            <a:spLocks noGrp="1" noChangeArrowheads="1"/>
          </p:cNvSpPr>
          <p:nvPr>
            <p:ph type="title"/>
          </p:nvPr>
        </p:nvSpPr>
        <p:spPr>
          <a:xfrm>
            <a:off x="160020" y="321469"/>
            <a:ext cx="7677865" cy="576263"/>
          </a:xfrm>
        </p:spPr>
        <p:txBody>
          <a:bodyPr/>
          <a:lstStyle/>
          <a:p>
            <a:pPr eaLnBrk="1" hangingPunct="1"/>
            <a:r>
              <a:rPr lang="zh-CN" altLang="en-US" sz="3000" dirty="0">
                <a:ea typeface="宋体" panose="02010600030101010101" pitchFamily="2" charset="-122"/>
              </a:rPr>
              <a:t>路由器在网际互连中的作用 </a:t>
            </a:r>
          </a:p>
        </p:txBody>
      </p:sp>
      <p:sp>
        <p:nvSpPr>
          <p:cNvPr id="1010691" name="Rectangle 3">
            <a:extLst>
              <a:ext uri="{FF2B5EF4-FFF2-40B4-BE49-F238E27FC236}">
                <a16:creationId xmlns:a16="http://schemas.microsoft.com/office/drawing/2014/main" id="{E0E5B8F4-36BD-3144-8297-88CB5F70A7BF}"/>
              </a:ext>
            </a:extLst>
          </p:cNvPr>
          <p:cNvSpPr>
            <a:spLocks noGrp="1" noChangeArrowheads="1"/>
          </p:cNvSpPr>
          <p:nvPr>
            <p:ph type="body" idx="1"/>
          </p:nvPr>
        </p:nvSpPr>
        <p:spPr>
          <a:xfrm>
            <a:off x="181452" y="1059656"/>
            <a:ext cx="8722517" cy="3954066"/>
          </a:xfrm>
        </p:spPr>
        <p:txBody>
          <a:bodyPr/>
          <a:lstStyle/>
          <a:p>
            <a:pPr algn="just" eaLnBrk="1" hangingPunct="1">
              <a:lnSpc>
                <a:spcPct val="90000"/>
              </a:lnSpc>
              <a:buFont typeface="Wingdings" pitchFamily="2" charset="2"/>
              <a:buNone/>
            </a:pPr>
            <a:r>
              <a:rPr lang="zh-CN" altLang="en-US" dirty="0">
                <a:ea typeface="宋体" panose="02010600030101010101" pitchFamily="2" charset="-122"/>
              </a:rPr>
              <a:t>路由器的构成 </a:t>
            </a:r>
          </a:p>
          <a:p>
            <a:pPr algn="just" eaLnBrk="1" hangingPunct="1">
              <a:lnSpc>
                <a:spcPct val="90000"/>
              </a:lnSpc>
            </a:pPr>
            <a:r>
              <a:rPr lang="zh-CN" altLang="en-US" dirty="0">
                <a:ea typeface="宋体" panose="02010600030101010101" pitchFamily="2" charset="-122"/>
              </a:rPr>
              <a:t>当主机 </a:t>
            </a:r>
            <a:r>
              <a:rPr lang="en-US" altLang="zh-CN" dirty="0">
                <a:ea typeface="宋体" panose="02010600030101010101" pitchFamily="2" charset="-122"/>
              </a:rPr>
              <a:t>A </a:t>
            </a:r>
            <a:r>
              <a:rPr lang="zh-CN" altLang="en-US" dirty="0">
                <a:ea typeface="宋体" panose="02010600030101010101" pitchFamily="2" charset="-122"/>
              </a:rPr>
              <a:t>要向另一个主机 </a:t>
            </a:r>
            <a:r>
              <a:rPr lang="en-US" altLang="zh-CN" dirty="0">
                <a:ea typeface="宋体" panose="02010600030101010101" pitchFamily="2" charset="-122"/>
              </a:rPr>
              <a:t>B </a:t>
            </a:r>
            <a:r>
              <a:rPr lang="zh-CN" altLang="en-US" dirty="0">
                <a:ea typeface="宋体" panose="02010600030101010101" pitchFamily="2" charset="-122"/>
              </a:rPr>
              <a:t>发送数据报时，先要检查目的主机 </a:t>
            </a:r>
            <a:r>
              <a:rPr lang="en-US" altLang="zh-CN" dirty="0">
                <a:ea typeface="宋体" panose="02010600030101010101" pitchFamily="2" charset="-122"/>
              </a:rPr>
              <a:t>B </a:t>
            </a:r>
            <a:r>
              <a:rPr lang="zh-CN" altLang="en-US" dirty="0">
                <a:ea typeface="宋体" panose="02010600030101010101" pitchFamily="2" charset="-122"/>
              </a:rPr>
              <a:t>是否与源主机 </a:t>
            </a:r>
            <a:r>
              <a:rPr lang="en-US" altLang="zh-CN" dirty="0">
                <a:ea typeface="宋体" panose="02010600030101010101" pitchFamily="2" charset="-122"/>
              </a:rPr>
              <a:t>A </a:t>
            </a:r>
            <a:r>
              <a:rPr lang="zh-CN" altLang="en-US" dirty="0">
                <a:ea typeface="宋体" panose="02010600030101010101" pitchFamily="2" charset="-122"/>
              </a:rPr>
              <a:t>连接在同一个网络上。</a:t>
            </a:r>
          </a:p>
          <a:p>
            <a:pPr algn="just" eaLnBrk="1" hangingPunct="1">
              <a:lnSpc>
                <a:spcPct val="90000"/>
              </a:lnSpc>
            </a:pPr>
            <a:r>
              <a:rPr lang="zh-CN" altLang="en-US" dirty="0">
                <a:ea typeface="宋体" panose="02010600030101010101" pitchFamily="2" charset="-122"/>
              </a:rPr>
              <a:t>如果是，就将数据报</a:t>
            </a:r>
            <a:r>
              <a:rPr lang="zh-CN" altLang="en-US" dirty="0">
                <a:solidFill>
                  <a:schemeClr val="hlink"/>
                </a:solidFill>
                <a:ea typeface="宋体" panose="02010600030101010101" pitchFamily="2" charset="-122"/>
              </a:rPr>
              <a:t>直接交付</a:t>
            </a:r>
            <a:r>
              <a:rPr lang="zh-CN" altLang="en-US" dirty="0">
                <a:ea typeface="宋体" panose="02010600030101010101" pitchFamily="2" charset="-122"/>
              </a:rPr>
              <a:t>给目的主机 </a:t>
            </a:r>
            <a:r>
              <a:rPr lang="en-US" altLang="zh-CN" dirty="0">
                <a:ea typeface="宋体" panose="02010600030101010101" pitchFamily="2" charset="-122"/>
              </a:rPr>
              <a:t>B </a:t>
            </a:r>
            <a:r>
              <a:rPr lang="zh-CN" altLang="en-US" dirty="0">
                <a:ea typeface="宋体" panose="02010600030101010101" pitchFamily="2" charset="-122"/>
              </a:rPr>
              <a:t>而不需要通过路由器。</a:t>
            </a:r>
          </a:p>
          <a:p>
            <a:pPr algn="just" eaLnBrk="1" hangingPunct="1">
              <a:lnSpc>
                <a:spcPct val="90000"/>
              </a:lnSpc>
            </a:pPr>
            <a:r>
              <a:rPr lang="zh-CN" altLang="en-US" dirty="0">
                <a:ea typeface="宋体" panose="02010600030101010101" pitchFamily="2" charset="-122"/>
              </a:rPr>
              <a:t>但如果目的主机与源主机 </a:t>
            </a:r>
            <a:r>
              <a:rPr lang="en-US" altLang="zh-CN" dirty="0">
                <a:ea typeface="宋体" panose="02010600030101010101" pitchFamily="2" charset="-122"/>
              </a:rPr>
              <a:t>A </a:t>
            </a:r>
            <a:r>
              <a:rPr lang="zh-CN" altLang="en-US" dirty="0">
                <a:ea typeface="宋体" panose="02010600030101010101" pitchFamily="2" charset="-122"/>
              </a:rPr>
              <a:t>不是连接在同一个网络上，则应将数据报发送给本网络上的某个路由器，由该路由器按照转发表指出的路由将数据报转发给下一个路由器。这就叫作</a:t>
            </a:r>
            <a:r>
              <a:rPr lang="zh-CN" altLang="en-US" dirty="0">
                <a:solidFill>
                  <a:schemeClr val="hlink"/>
                </a:solidFill>
                <a:ea typeface="宋体" panose="02010600030101010101" pitchFamily="2" charset="-122"/>
              </a:rPr>
              <a:t>间接交付</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52227" name="灯片编号占位符 1">
            <a:extLst>
              <a:ext uri="{FF2B5EF4-FFF2-40B4-BE49-F238E27FC236}">
                <a16:creationId xmlns:a16="http://schemas.microsoft.com/office/drawing/2014/main" id="{8B9852C4-E09A-1A45-9CB2-632E48C5180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B49EC9-1C5E-D347-912B-3B25CCC35136}"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2612248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10691">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10691">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10691">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1069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0691" grpId="0" build="p"/>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Rectangle 2">
            <a:extLst>
              <a:ext uri="{FF2B5EF4-FFF2-40B4-BE49-F238E27FC236}">
                <a16:creationId xmlns:a16="http://schemas.microsoft.com/office/drawing/2014/main" id="{D84F0589-CFDD-ED49-A9EC-6A28414848CC}"/>
              </a:ext>
            </a:extLst>
          </p:cNvPr>
          <p:cNvSpPr>
            <a:spLocks noGrp="1" noChangeArrowheads="1"/>
          </p:cNvSpPr>
          <p:nvPr>
            <p:ph type="title"/>
          </p:nvPr>
        </p:nvSpPr>
        <p:spPr>
          <a:xfrm>
            <a:off x="171450" y="311944"/>
            <a:ext cx="6271023" cy="576263"/>
          </a:xfrm>
        </p:spPr>
        <p:txBody>
          <a:bodyPr/>
          <a:lstStyle/>
          <a:p>
            <a:pPr eaLnBrk="1" hangingPunct="1"/>
            <a:r>
              <a:rPr lang="zh-CN" altLang="en-US" sz="3000" dirty="0">
                <a:latin typeface="微软雅黑" panose="020B0503020204020204" pitchFamily="34" charset="-122"/>
                <a:ea typeface="宋体" panose="02010600030101010101" pitchFamily="2" charset="-122"/>
              </a:rPr>
              <a:t>直接交付和间接交付 </a:t>
            </a:r>
          </a:p>
        </p:txBody>
      </p:sp>
      <p:sp>
        <p:nvSpPr>
          <p:cNvPr id="54274" name="Line 3">
            <a:extLst>
              <a:ext uri="{FF2B5EF4-FFF2-40B4-BE49-F238E27FC236}">
                <a16:creationId xmlns:a16="http://schemas.microsoft.com/office/drawing/2014/main" id="{D9D7CDBF-E0D7-9D42-8719-89F38FF0E605}"/>
              </a:ext>
            </a:extLst>
          </p:cNvPr>
          <p:cNvSpPr>
            <a:spLocks noChangeShapeType="1"/>
          </p:cNvSpPr>
          <p:nvPr/>
        </p:nvSpPr>
        <p:spPr bwMode="auto">
          <a:xfrm flipH="1">
            <a:off x="6996112" y="1820466"/>
            <a:ext cx="452438" cy="43338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5" name="Line 4">
            <a:extLst>
              <a:ext uri="{FF2B5EF4-FFF2-40B4-BE49-F238E27FC236}">
                <a16:creationId xmlns:a16="http://schemas.microsoft.com/office/drawing/2014/main" id="{2436B9BD-8D40-684C-B25B-9257FCB2EF4C}"/>
              </a:ext>
            </a:extLst>
          </p:cNvPr>
          <p:cNvSpPr>
            <a:spLocks noChangeShapeType="1"/>
          </p:cNvSpPr>
          <p:nvPr/>
        </p:nvSpPr>
        <p:spPr bwMode="auto">
          <a:xfrm flipH="1" flipV="1">
            <a:off x="2306241" y="2502694"/>
            <a:ext cx="282178" cy="5572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6" name="Line 5">
            <a:extLst>
              <a:ext uri="{FF2B5EF4-FFF2-40B4-BE49-F238E27FC236}">
                <a16:creationId xmlns:a16="http://schemas.microsoft.com/office/drawing/2014/main" id="{7D4C5F48-395F-6A48-AA83-D3D0471F21F3}"/>
              </a:ext>
            </a:extLst>
          </p:cNvPr>
          <p:cNvSpPr>
            <a:spLocks noChangeShapeType="1"/>
          </p:cNvSpPr>
          <p:nvPr/>
        </p:nvSpPr>
        <p:spPr bwMode="auto">
          <a:xfrm>
            <a:off x="1684735" y="1882379"/>
            <a:ext cx="339328" cy="310753"/>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7" name="Line 6">
            <a:extLst>
              <a:ext uri="{FF2B5EF4-FFF2-40B4-BE49-F238E27FC236}">
                <a16:creationId xmlns:a16="http://schemas.microsoft.com/office/drawing/2014/main" id="{4EACA461-E9F4-784F-A3EC-B099AADFAC25}"/>
              </a:ext>
            </a:extLst>
          </p:cNvPr>
          <p:cNvSpPr>
            <a:spLocks noChangeShapeType="1"/>
          </p:cNvSpPr>
          <p:nvPr/>
        </p:nvSpPr>
        <p:spPr bwMode="auto">
          <a:xfrm>
            <a:off x="2306241" y="2377679"/>
            <a:ext cx="4576763"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278" name="Group 7">
            <a:extLst>
              <a:ext uri="{FF2B5EF4-FFF2-40B4-BE49-F238E27FC236}">
                <a16:creationId xmlns:a16="http://schemas.microsoft.com/office/drawing/2014/main" id="{BB3374DF-E4C5-D74D-B5C9-42FD4F949D74}"/>
              </a:ext>
            </a:extLst>
          </p:cNvPr>
          <p:cNvGrpSpPr>
            <a:grpSpLocks/>
          </p:cNvGrpSpPr>
          <p:nvPr/>
        </p:nvGrpSpPr>
        <p:grpSpPr bwMode="auto">
          <a:xfrm>
            <a:off x="1854994" y="2068116"/>
            <a:ext cx="678656" cy="558403"/>
            <a:chOff x="2949" y="196"/>
            <a:chExt cx="941" cy="598"/>
          </a:xfrm>
        </p:grpSpPr>
        <p:sp>
          <p:nvSpPr>
            <p:cNvPr id="54336" name="Oval 8">
              <a:extLst>
                <a:ext uri="{FF2B5EF4-FFF2-40B4-BE49-F238E27FC236}">
                  <a16:creationId xmlns:a16="http://schemas.microsoft.com/office/drawing/2014/main" id="{8DACCC80-AE40-7D4F-80C1-5BABE4E40755}"/>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7" name="Oval 9">
              <a:extLst>
                <a:ext uri="{FF2B5EF4-FFF2-40B4-BE49-F238E27FC236}">
                  <a16:creationId xmlns:a16="http://schemas.microsoft.com/office/drawing/2014/main" id="{B5C56C0F-DFBF-D047-A61F-BE12E0641D53}"/>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8" name="Oval 10">
              <a:extLst>
                <a:ext uri="{FF2B5EF4-FFF2-40B4-BE49-F238E27FC236}">
                  <a16:creationId xmlns:a16="http://schemas.microsoft.com/office/drawing/2014/main" id="{F8832A23-679B-8E4F-8B89-63B4D7AC45EB}"/>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9" name="Oval 11">
              <a:extLst>
                <a:ext uri="{FF2B5EF4-FFF2-40B4-BE49-F238E27FC236}">
                  <a16:creationId xmlns:a16="http://schemas.microsoft.com/office/drawing/2014/main" id="{A5232998-07DB-284B-BAC7-E8A972B0D817}"/>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0" name="Oval 12">
              <a:extLst>
                <a:ext uri="{FF2B5EF4-FFF2-40B4-BE49-F238E27FC236}">
                  <a16:creationId xmlns:a16="http://schemas.microsoft.com/office/drawing/2014/main" id="{9020369A-EC2A-BB46-B783-2EA73643F007}"/>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1" name="Oval 13">
              <a:extLst>
                <a:ext uri="{FF2B5EF4-FFF2-40B4-BE49-F238E27FC236}">
                  <a16:creationId xmlns:a16="http://schemas.microsoft.com/office/drawing/2014/main" id="{C13840FF-9825-DD47-97E7-5A2DD7F7C9FA}"/>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2" name="Oval 14">
              <a:extLst>
                <a:ext uri="{FF2B5EF4-FFF2-40B4-BE49-F238E27FC236}">
                  <a16:creationId xmlns:a16="http://schemas.microsoft.com/office/drawing/2014/main" id="{997651BC-ECBE-9644-ABEF-BCB674D9E785}"/>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3" name="Oval 15">
              <a:extLst>
                <a:ext uri="{FF2B5EF4-FFF2-40B4-BE49-F238E27FC236}">
                  <a16:creationId xmlns:a16="http://schemas.microsoft.com/office/drawing/2014/main" id="{BB723D1A-326B-594D-8EA4-C791EF32DB69}"/>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4" name="Freeform 16">
              <a:extLst>
                <a:ext uri="{FF2B5EF4-FFF2-40B4-BE49-F238E27FC236}">
                  <a16:creationId xmlns:a16="http://schemas.microsoft.com/office/drawing/2014/main" id="{1F359E58-BCD7-AF4A-A36A-DA9DF3DD6A4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5" name="Freeform 17">
              <a:extLst>
                <a:ext uri="{FF2B5EF4-FFF2-40B4-BE49-F238E27FC236}">
                  <a16:creationId xmlns:a16="http://schemas.microsoft.com/office/drawing/2014/main" id="{C3A61B78-FA6F-B943-AD89-1041975EE81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6" name="Freeform 18">
              <a:extLst>
                <a:ext uri="{FF2B5EF4-FFF2-40B4-BE49-F238E27FC236}">
                  <a16:creationId xmlns:a16="http://schemas.microsoft.com/office/drawing/2014/main" id="{A6AADE6C-BB3A-084C-8259-42EFC695F62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79" name="Picture 19">
            <a:extLst>
              <a:ext uri="{FF2B5EF4-FFF2-40B4-BE49-F238E27FC236}">
                <a16:creationId xmlns:a16="http://schemas.microsoft.com/office/drawing/2014/main" id="{66CD0385-80C2-BB41-88F9-024945F096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9706" y="1572817"/>
            <a:ext cx="39052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0" name="Picture 20">
            <a:extLst>
              <a:ext uri="{FF2B5EF4-FFF2-40B4-BE49-F238E27FC236}">
                <a16:creationId xmlns:a16="http://schemas.microsoft.com/office/drawing/2014/main" id="{DF05AD0B-1D53-8641-B16C-9270B0245D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4637" y="2253854"/>
            <a:ext cx="386954"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1" name="Picture 21">
            <a:extLst>
              <a:ext uri="{FF2B5EF4-FFF2-40B4-BE49-F238E27FC236}">
                <a16:creationId xmlns:a16="http://schemas.microsoft.com/office/drawing/2014/main" id="{177F525A-2E32-044E-8689-407DF75A913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9350" y="2812257"/>
            <a:ext cx="390525" cy="4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2" name="Picture 22">
            <a:extLst>
              <a:ext uri="{FF2B5EF4-FFF2-40B4-BE49-F238E27FC236}">
                <a16:creationId xmlns:a16="http://schemas.microsoft.com/office/drawing/2014/main" id="{A319751A-3413-1E49-97A2-359B136C370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8292" y="1510904"/>
            <a:ext cx="39171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35" name="Text Box 23">
            <a:extLst>
              <a:ext uri="{FF2B5EF4-FFF2-40B4-BE49-F238E27FC236}">
                <a16:creationId xmlns:a16="http://schemas.microsoft.com/office/drawing/2014/main" id="{F0DA98F1-1F82-9140-97EE-962B208E3D12}"/>
              </a:ext>
            </a:extLst>
          </p:cNvPr>
          <p:cNvSpPr txBox="1">
            <a:spLocks noChangeArrowheads="1"/>
          </p:cNvSpPr>
          <p:nvPr/>
        </p:nvSpPr>
        <p:spPr bwMode="auto">
          <a:xfrm>
            <a:off x="3380185" y="1758554"/>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grpSp>
        <p:nvGrpSpPr>
          <p:cNvPr id="54284" name="Group 24">
            <a:extLst>
              <a:ext uri="{FF2B5EF4-FFF2-40B4-BE49-F238E27FC236}">
                <a16:creationId xmlns:a16="http://schemas.microsoft.com/office/drawing/2014/main" id="{647233E3-BD99-4F48-A3D6-71E8199FCA43}"/>
              </a:ext>
            </a:extLst>
          </p:cNvPr>
          <p:cNvGrpSpPr>
            <a:grpSpLocks/>
          </p:cNvGrpSpPr>
          <p:nvPr/>
        </p:nvGrpSpPr>
        <p:grpSpPr bwMode="auto">
          <a:xfrm>
            <a:off x="3437335" y="2068116"/>
            <a:ext cx="677465" cy="558403"/>
            <a:chOff x="2949" y="196"/>
            <a:chExt cx="941" cy="598"/>
          </a:xfrm>
        </p:grpSpPr>
        <p:sp>
          <p:nvSpPr>
            <p:cNvPr id="54325" name="Oval 25">
              <a:extLst>
                <a:ext uri="{FF2B5EF4-FFF2-40B4-BE49-F238E27FC236}">
                  <a16:creationId xmlns:a16="http://schemas.microsoft.com/office/drawing/2014/main" id="{2CE53841-7483-9D47-A1D2-C0661E3C5E44}"/>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6" name="Oval 26">
              <a:extLst>
                <a:ext uri="{FF2B5EF4-FFF2-40B4-BE49-F238E27FC236}">
                  <a16:creationId xmlns:a16="http://schemas.microsoft.com/office/drawing/2014/main" id="{FB17B292-F3C2-5C4C-B8FD-AC960E880B1D}"/>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7" name="Oval 27">
              <a:extLst>
                <a:ext uri="{FF2B5EF4-FFF2-40B4-BE49-F238E27FC236}">
                  <a16:creationId xmlns:a16="http://schemas.microsoft.com/office/drawing/2014/main" id="{C27A3E87-F235-A142-BC56-EF3BEB88F1B3}"/>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8" name="Oval 28">
              <a:extLst>
                <a:ext uri="{FF2B5EF4-FFF2-40B4-BE49-F238E27FC236}">
                  <a16:creationId xmlns:a16="http://schemas.microsoft.com/office/drawing/2014/main" id="{4E771E3C-73E2-1147-8551-04A41C001506}"/>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9" name="Oval 29">
              <a:extLst>
                <a:ext uri="{FF2B5EF4-FFF2-40B4-BE49-F238E27FC236}">
                  <a16:creationId xmlns:a16="http://schemas.microsoft.com/office/drawing/2014/main" id="{209BF0C2-7B69-9C4A-98F4-3DFB030D2A42}"/>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0" name="Oval 30">
              <a:extLst>
                <a:ext uri="{FF2B5EF4-FFF2-40B4-BE49-F238E27FC236}">
                  <a16:creationId xmlns:a16="http://schemas.microsoft.com/office/drawing/2014/main" id="{22C5D427-0B55-9A40-9FF2-798D1362E284}"/>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1" name="Oval 31">
              <a:extLst>
                <a:ext uri="{FF2B5EF4-FFF2-40B4-BE49-F238E27FC236}">
                  <a16:creationId xmlns:a16="http://schemas.microsoft.com/office/drawing/2014/main" id="{6FFED545-236E-344A-A8D8-FDFA157455FC}"/>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2" name="Oval 32">
              <a:extLst>
                <a:ext uri="{FF2B5EF4-FFF2-40B4-BE49-F238E27FC236}">
                  <a16:creationId xmlns:a16="http://schemas.microsoft.com/office/drawing/2014/main" id="{9B629360-A9C6-3242-8BBE-A9196769658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3" name="Freeform 33">
              <a:extLst>
                <a:ext uri="{FF2B5EF4-FFF2-40B4-BE49-F238E27FC236}">
                  <a16:creationId xmlns:a16="http://schemas.microsoft.com/office/drawing/2014/main" id="{C41B66CD-33C6-5745-8EB6-B72440EB087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4" name="Freeform 34">
              <a:extLst>
                <a:ext uri="{FF2B5EF4-FFF2-40B4-BE49-F238E27FC236}">
                  <a16:creationId xmlns:a16="http://schemas.microsoft.com/office/drawing/2014/main" id="{0E7867CD-D851-B943-8781-5FB9871E1F3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5" name="Freeform 35">
              <a:extLst>
                <a:ext uri="{FF2B5EF4-FFF2-40B4-BE49-F238E27FC236}">
                  <a16:creationId xmlns:a16="http://schemas.microsoft.com/office/drawing/2014/main" id="{532682EC-B326-8443-B092-18755448113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5" name="Group 36">
            <a:extLst>
              <a:ext uri="{FF2B5EF4-FFF2-40B4-BE49-F238E27FC236}">
                <a16:creationId xmlns:a16="http://schemas.microsoft.com/office/drawing/2014/main" id="{E9E1FC42-BE84-5A4D-8B0F-C08FAF282D46}"/>
              </a:ext>
            </a:extLst>
          </p:cNvPr>
          <p:cNvGrpSpPr>
            <a:grpSpLocks/>
          </p:cNvGrpSpPr>
          <p:nvPr/>
        </p:nvGrpSpPr>
        <p:grpSpPr bwMode="auto">
          <a:xfrm>
            <a:off x="5018485" y="2068116"/>
            <a:ext cx="678656" cy="558403"/>
            <a:chOff x="2949" y="196"/>
            <a:chExt cx="941" cy="598"/>
          </a:xfrm>
        </p:grpSpPr>
        <p:sp>
          <p:nvSpPr>
            <p:cNvPr id="54314" name="Oval 37">
              <a:extLst>
                <a:ext uri="{FF2B5EF4-FFF2-40B4-BE49-F238E27FC236}">
                  <a16:creationId xmlns:a16="http://schemas.microsoft.com/office/drawing/2014/main" id="{EECFB05B-0BBE-A941-9E70-E0CC9553A6E9}"/>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5" name="Oval 38">
              <a:extLst>
                <a:ext uri="{FF2B5EF4-FFF2-40B4-BE49-F238E27FC236}">
                  <a16:creationId xmlns:a16="http://schemas.microsoft.com/office/drawing/2014/main" id="{9B0BBEC2-F7AC-8048-9295-12A93FDEF352}"/>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6" name="Oval 39">
              <a:extLst>
                <a:ext uri="{FF2B5EF4-FFF2-40B4-BE49-F238E27FC236}">
                  <a16:creationId xmlns:a16="http://schemas.microsoft.com/office/drawing/2014/main" id="{11BF33FD-925C-3B4C-A709-F3DB27DD96AE}"/>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7" name="Oval 40">
              <a:extLst>
                <a:ext uri="{FF2B5EF4-FFF2-40B4-BE49-F238E27FC236}">
                  <a16:creationId xmlns:a16="http://schemas.microsoft.com/office/drawing/2014/main" id="{439F00FA-5964-154C-A76C-96ECDBAEB372}"/>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8" name="Oval 41">
              <a:extLst>
                <a:ext uri="{FF2B5EF4-FFF2-40B4-BE49-F238E27FC236}">
                  <a16:creationId xmlns:a16="http://schemas.microsoft.com/office/drawing/2014/main" id="{CD985DF0-44A0-8C48-9F7A-5A29569EB075}"/>
                </a:ext>
              </a:extLst>
            </p:cNvPr>
            <p:cNvSpPr>
              <a:spLocks noChangeArrowheads="1"/>
            </p:cNvSpPr>
            <p:nvPr/>
          </p:nvSpPr>
          <p:spPr bwMode="auto">
            <a:xfrm>
              <a:off x="3216" y="556"/>
              <a:ext cx="470"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9" name="Oval 42">
              <a:extLst>
                <a:ext uri="{FF2B5EF4-FFF2-40B4-BE49-F238E27FC236}">
                  <a16:creationId xmlns:a16="http://schemas.microsoft.com/office/drawing/2014/main" id="{1431B9B0-CA2F-4B4F-B6E4-BA0D6D802D12}"/>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0" name="Oval 43">
              <a:extLst>
                <a:ext uri="{FF2B5EF4-FFF2-40B4-BE49-F238E27FC236}">
                  <a16:creationId xmlns:a16="http://schemas.microsoft.com/office/drawing/2014/main" id="{F49FFE9D-04EF-DA46-BFDA-3C679E592E88}"/>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1" name="Oval 44">
              <a:extLst>
                <a:ext uri="{FF2B5EF4-FFF2-40B4-BE49-F238E27FC236}">
                  <a16:creationId xmlns:a16="http://schemas.microsoft.com/office/drawing/2014/main" id="{FF62E551-EB83-5641-8312-187F211C5E6D}"/>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2" name="Freeform 45">
              <a:extLst>
                <a:ext uri="{FF2B5EF4-FFF2-40B4-BE49-F238E27FC236}">
                  <a16:creationId xmlns:a16="http://schemas.microsoft.com/office/drawing/2014/main" id="{B3D39435-3674-CF44-BD73-6C7EFE2EA57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3" name="Freeform 46">
              <a:extLst>
                <a:ext uri="{FF2B5EF4-FFF2-40B4-BE49-F238E27FC236}">
                  <a16:creationId xmlns:a16="http://schemas.microsoft.com/office/drawing/2014/main" id="{68EDB1E6-12B1-6348-8F91-A94024E1A81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4" name="Freeform 47">
              <a:extLst>
                <a:ext uri="{FF2B5EF4-FFF2-40B4-BE49-F238E27FC236}">
                  <a16:creationId xmlns:a16="http://schemas.microsoft.com/office/drawing/2014/main" id="{7189D2E9-9CE4-294D-9EF7-593C7901F5E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6" name="Group 48">
            <a:extLst>
              <a:ext uri="{FF2B5EF4-FFF2-40B4-BE49-F238E27FC236}">
                <a16:creationId xmlns:a16="http://schemas.microsoft.com/office/drawing/2014/main" id="{D056D73C-A13A-9C43-AF07-BED712DBA070}"/>
              </a:ext>
            </a:extLst>
          </p:cNvPr>
          <p:cNvGrpSpPr>
            <a:grpSpLocks/>
          </p:cNvGrpSpPr>
          <p:nvPr/>
        </p:nvGrpSpPr>
        <p:grpSpPr bwMode="auto">
          <a:xfrm>
            <a:off x="6600825" y="2068116"/>
            <a:ext cx="677466" cy="558403"/>
            <a:chOff x="2949" y="196"/>
            <a:chExt cx="941" cy="598"/>
          </a:xfrm>
        </p:grpSpPr>
        <p:sp>
          <p:nvSpPr>
            <p:cNvPr id="54303" name="Oval 49">
              <a:extLst>
                <a:ext uri="{FF2B5EF4-FFF2-40B4-BE49-F238E27FC236}">
                  <a16:creationId xmlns:a16="http://schemas.microsoft.com/office/drawing/2014/main" id="{88A17BEB-56AF-4545-8A1E-AF0192C99CD6}"/>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4" name="Oval 50">
              <a:extLst>
                <a:ext uri="{FF2B5EF4-FFF2-40B4-BE49-F238E27FC236}">
                  <a16:creationId xmlns:a16="http://schemas.microsoft.com/office/drawing/2014/main" id="{B9B807E4-3DFC-CC46-8A8D-7BD5BD15E5CE}"/>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5" name="Oval 51">
              <a:extLst>
                <a:ext uri="{FF2B5EF4-FFF2-40B4-BE49-F238E27FC236}">
                  <a16:creationId xmlns:a16="http://schemas.microsoft.com/office/drawing/2014/main" id="{40C6EF19-4309-C349-8ED9-EBCB859CE325}"/>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6" name="Oval 52">
              <a:extLst>
                <a:ext uri="{FF2B5EF4-FFF2-40B4-BE49-F238E27FC236}">
                  <a16:creationId xmlns:a16="http://schemas.microsoft.com/office/drawing/2014/main" id="{0F6CF937-B494-044F-BF5A-A0D7BE6E6478}"/>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7" name="Oval 53">
              <a:extLst>
                <a:ext uri="{FF2B5EF4-FFF2-40B4-BE49-F238E27FC236}">
                  <a16:creationId xmlns:a16="http://schemas.microsoft.com/office/drawing/2014/main" id="{D28EE98C-9797-744F-81B8-8CDAFC5BB295}"/>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8" name="Oval 54">
              <a:extLst>
                <a:ext uri="{FF2B5EF4-FFF2-40B4-BE49-F238E27FC236}">
                  <a16:creationId xmlns:a16="http://schemas.microsoft.com/office/drawing/2014/main" id="{E8C80DE6-0122-6A47-9262-3A225402F993}"/>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9" name="Oval 55">
              <a:extLst>
                <a:ext uri="{FF2B5EF4-FFF2-40B4-BE49-F238E27FC236}">
                  <a16:creationId xmlns:a16="http://schemas.microsoft.com/office/drawing/2014/main" id="{E1E1362A-7609-D046-95BA-8C753ED9F5EF}"/>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0" name="Oval 56">
              <a:extLst>
                <a:ext uri="{FF2B5EF4-FFF2-40B4-BE49-F238E27FC236}">
                  <a16:creationId xmlns:a16="http://schemas.microsoft.com/office/drawing/2014/main" id="{C2E04912-CD4B-FE43-A274-41DFF20BBEC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1" name="Freeform 57">
              <a:extLst>
                <a:ext uri="{FF2B5EF4-FFF2-40B4-BE49-F238E27FC236}">
                  <a16:creationId xmlns:a16="http://schemas.microsoft.com/office/drawing/2014/main" id="{443FB46B-7D4F-E84E-A782-8FC33E639E8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2" name="Freeform 58">
              <a:extLst>
                <a:ext uri="{FF2B5EF4-FFF2-40B4-BE49-F238E27FC236}">
                  <a16:creationId xmlns:a16="http://schemas.microsoft.com/office/drawing/2014/main" id="{FAA070AD-C51A-544E-852D-C2F0767432C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3" name="Freeform 59">
              <a:extLst>
                <a:ext uri="{FF2B5EF4-FFF2-40B4-BE49-F238E27FC236}">
                  <a16:creationId xmlns:a16="http://schemas.microsoft.com/office/drawing/2014/main" id="{92C58192-06ED-8E4B-BB4E-18B30F71287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87" name="Picture 60">
            <a:extLst>
              <a:ext uri="{FF2B5EF4-FFF2-40B4-BE49-F238E27FC236}">
                <a16:creationId xmlns:a16="http://schemas.microsoft.com/office/drawing/2014/main" id="{A9ABAD65-7358-AB4F-920C-B9C429E7E3E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9354" y="2253854"/>
            <a:ext cx="38695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8" name="Picture 61">
            <a:extLst>
              <a:ext uri="{FF2B5EF4-FFF2-40B4-BE49-F238E27FC236}">
                <a16:creationId xmlns:a16="http://schemas.microsoft.com/office/drawing/2014/main" id="{62593793-0C25-6D49-9989-3A5095F0C15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31694" y="2253854"/>
            <a:ext cx="38576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74" name="Line 62">
            <a:extLst>
              <a:ext uri="{FF2B5EF4-FFF2-40B4-BE49-F238E27FC236}">
                <a16:creationId xmlns:a16="http://schemas.microsoft.com/office/drawing/2014/main" id="{2C6AB319-017A-204D-9B5A-B47E25B40DA6}"/>
              </a:ext>
            </a:extLst>
          </p:cNvPr>
          <p:cNvSpPr>
            <a:spLocks noChangeShapeType="1"/>
          </p:cNvSpPr>
          <p:nvPr/>
        </p:nvSpPr>
        <p:spPr bwMode="auto">
          <a:xfrm>
            <a:off x="1656160" y="1894285"/>
            <a:ext cx="971550" cy="9727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5" name="Freeform 63">
            <a:extLst>
              <a:ext uri="{FF2B5EF4-FFF2-40B4-BE49-F238E27FC236}">
                <a16:creationId xmlns:a16="http://schemas.microsoft.com/office/drawing/2014/main" id="{AA2FCFEC-4AA3-5545-B78E-351607E61D62}"/>
              </a:ext>
            </a:extLst>
          </p:cNvPr>
          <p:cNvSpPr>
            <a:spLocks/>
          </p:cNvSpPr>
          <p:nvPr/>
        </p:nvSpPr>
        <p:spPr bwMode="auto">
          <a:xfrm>
            <a:off x="1833563" y="1789510"/>
            <a:ext cx="1151335" cy="491728"/>
          </a:xfrm>
          <a:custGeom>
            <a:avLst/>
            <a:gdLst>
              <a:gd name="T0" fmla="*/ 0 w 967"/>
              <a:gd name="T1" fmla="*/ 0 h 413"/>
              <a:gd name="T2" fmla="*/ 2147483646 w 967"/>
              <a:gd name="T3" fmla="*/ 2147483646 h 413"/>
              <a:gd name="T4" fmla="*/ 2147483646 w 967"/>
              <a:gd name="T5" fmla="*/ 2147483646 h 413"/>
              <a:gd name="T6" fmla="*/ 2147483646 w 967"/>
              <a:gd name="T7" fmla="*/ 2147483646 h 413"/>
              <a:gd name="T8" fmla="*/ 2147483646 w 967"/>
              <a:gd name="T9" fmla="*/ 2147483646 h 4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7" h="413">
                <a:moveTo>
                  <a:pt x="0" y="0"/>
                </a:moveTo>
                <a:cubicBezTo>
                  <a:pt x="27" y="25"/>
                  <a:pt x="103" y="102"/>
                  <a:pt x="160" y="150"/>
                </a:cubicBezTo>
                <a:cubicBezTo>
                  <a:pt x="217" y="197"/>
                  <a:pt x="286" y="249"/>
                  <a:pt x="344" y="286"/>
                </a:cubicBezTo>
                <a:cubicBezTo>
                  <a:pt x="402" y="323"/>
                  <a:pt x="406" y="350"/>
                  <a:pt x="510" y="371"/>
                </a:cubicBezTo>
                <a:cubicBezTo>
                  <a:pt x="614" y="392"/>
                  <a:pt x="872" y="404"/>
                  <a:pt x="967" y="41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1776" name="Line 64">
            <a:extLst>
              <a:ext uri="{FF2B5EF4-FFF2-40B4-BE49-F238E27FC236}">
                <a16:creationId xmlns:a16="http://schemas.microsoft.com/office/drawing/2014/main" id="{7BD74054-360C-8441-BE13-C8D5635FE2B7}"/>
              </a:ext>
            </a:extLst>
          </p:cNvPr>
          <p:cNvSpPr>
            <a:spLocks noChangeShapeType="1"/>
          </p:cNvSpPr>
          <p:nvPr/>
        </p:nvSpPr>
        <p:spPr bwMode="auto">
          <a:xfrm rot="18772734">
            <a:off x="3401021" y="1866305"/>
            <a:ext cx="825103" cy="881063"/>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7" name="Line 65">
            <a:extLst>
              <a:ext uri="{FF2B5EF4-FFF2-40B4-BE49-F238E27FC236}">
                <a16:creationId xmlns:a16="http://schemas.microsoft.com/office/drawing/2014/main" id="{BE098332-FD4C-8D46-9578-B76D87C11261}"/>
              </a:ext>
            </a:extLst>
          </p:cNvPr>
          <p:cNvSpPr>
            <a:spLocks noChangeShapeType="1"/>
          </p:cNvSpPr>
          <p:nvPr/>
        </p:nvSpPr>
        <p:spPr bwMode="auto">
          <a:xfrm rot="18772734">
            <a:off x="4974432" y="1871663"/>
            <a:ext cx="822722" cy="8584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8" name="Text Box 66">
            <a:extLst>
              <a:ext uri="{FF2B5EF4-FFF2-40B4-BE49-F238E27FC236}">
                <a16:creationId xmlns:a16="http://schemas.microsoft.com/office/drawing/2014/main" id="{13A87F1C-C91D-D444-8A12-793060BD64AE}"/>
              </a:ext>
            </a:extLst>
          </p:cNvPr>
          <p:cNvSpPr txBox="1">
            <a:spLocks noChangeArrowheads="1"/>
          </p:cNvSpPr>
          <p:nvPr/>
        </p:nvSpPr>
        <p:spPr bwMode="auto">
          <a:xfrm>
            <a:off x="2033588" y="17323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79" name="Text Box 67">
            <a:extLst>
              <a:ext uri="{FF2B5EF4-FFF2-40B4-BE49-F238E27FC236}">
                <a16:creationId xmlns:a16="http://schemas.microsoft.com/office/drawing/2014/main" id="{B2F6A8B4-A9C6-0F46-B2C6-FB2F04598809}"/>
              </a:ext>
            </a:extLst>
          </p:cNvPr>
          <p:cNvSpPr txBox="1">
            <a:spLocks noChangeArrowheads="1"/>
          </p:cNvSpPr>
          <p:nvPr/>
        </p:nvSpPr>
        <p:spPr bwMode="auto">
          <a:xfrm>
            <a:off x="4938713" y="1704975"/>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80" name="Freeform 68">
            <a:extLst>
              <a:ext uri="{FF2B5EF4-FFF2-40B4-BE49-F238E27FC236}">
                <a16:creationId xmlns:a16="http://schemas.microsoft.com/office/drawing/2014/main" id="{05267FD7-EF26-5349-A133-CBE90F77A895}"/>
              </a:ext>
            </a:extLst>
          </p:cNvPr>
          <p:cNvSpPr>
            <a:spLocks/>
          </p:cNvSpPr>
          <p:nvPr/>
        </p:nvSpPr>
        <p:spPr bwMode="auto">
          <a:xfrm>
            <a:off x="6199585" y="1664494"/>
            <a:ext cx="1200150" cy="657225"/>
          </a:xfrm>
          <a:custGeom>
            <a:avLst/>
            <a:gdLst>
              <a:gd name="T0" fmla="*/ 0 w 1008"/>
              <a:gd name="T1" fmla="*/ 2147483646 h 552"/>
              <a:gd name="T2" fmla="*/ 2147483646 w 1008"/>
              <a:gd name="T3" fmla="*/ 2147483646 h 552"/>
              <a:gd name="T4" fmla="*/ 2147483646 w 1008"/>
              <a:gd name="T5" fmla="*/ 2147483646 h 552"/>
              <a:gd name="T6" fmla="*/ 2147483646 w 1008"/>
              <a:gd name="T7" fmla="*/ 2147483646 h 552"/>
              <a:gd name="T8" fmla="*/ 2147483646 w 1008"/>
              <a:gd name="T9" fmla="*/ 0 h 5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 h="552">
                <a:moveTo>
                  <a:pt x="0" y="552"/>
                </a:moveTo>
                <a:cubicBezTo>
                  <a:pt x="64" y="538"/>
                  <a:pt x="298" y="497"/>
                  <a:pt x="399" y="469"/>
                </a:cubicBezTo>
                <a:cubicBezTo>
                  <a:pt x="500" y="441"/>
                  <a:pt x="543" y="417"/>
                  <a:pt x="605" y="382"/>
                </a:cubicBezTo>
                <a:cubicBezTo>
                  <a:pt x="667" y="347"/>
                  <a:pt x="704" y="325"/>
                  <a:pt x="771" y="261"/>
                </a:cubicBezTo>
                <a:cubicBezTo>
                  <a:pt x="838" y="196"/>
                  <a:pt x="959" y="54"/>
                  <a:pt x="1008" y="0"/>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96" name="Text Box 69">
            <a:extLst>
              <a:ext uri="{FF2B5EF4-FFF2-40B4-BE49-F238E27FC236}">
                <a16:creationId xmlns:a16="http://schemas.microsoft.com/office/drawing/2014/main" id="{6C52AA3B-1F1E-DF4D-9081-491599BB1F64}"/>
              </a:ext>
            </a:extLst>
          </p:cNvPr>
          <p:cNvSpPr txBox="1">
            <a:spLocks noChangeArrowheads="1"/>
          </p:cNvSpPr>
          <p:nvPr/>
        </p:nvSpPr>
        <p:spPr bwMode="auto">
          <a:xfrm>
            <a:off x="1228725" y="1484710"/>
            <a:ext cx="31931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a:t>
            </a:r>
          </a:p>
        </p:txBody>
      </p:sp>
      <p:sp>
        <p:nvSpPr>
          <p:cNvPr id="54297" name="Text Box 70">
            <a:extLst>
              <a:ext uri="{FF2B5EF4-FFF2-40B4-BE49-F238E27FC236}">
                <a16:creationId xmlns:a16="http://schemas.microsoft.com/office/drawing/2014/main" id="{DB09C448-0B8A-D345-BC70-AC8B0EC7018C}"/>
              </a:ext>
            </a:extLst>
          </p:cNvPr>
          <p:cNvSpPr txBox="1">
            <a:spLocks noChangeArrowheads="1"/>
          </p:cNvSpPr>
          <p:nvPr/>
        </p:nvSpPr>
        <p:spPr bwMode="auto">
          <a:xfrm>
            <a:off x="2772966" y="2772966"/>
            <a:ext cx="3048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a:t>
            </a:r>
          </a:p>
        </p:txBody>
      </p:sp>
      <p:sp>
        <p:nvSpPr>
          <p:cNvPr id="54298" name="Text Box 71">
            <a:extLst>
              <a:ext uri="{FF2B5EF4-FFF2-40B4-BE49-F238E27FC236}">
                <a16:creationId xmlns:a16="http://schemas.microsoft.com/office/drawing/2014/main" id="{FD2A8F27-F61E-6040-92F6-5EA550E6A10B}"/>
              </a:ext>
            </a:extLst>
          </p:cNvPr>
          <p:cNvSpPr txBox="1">
            <a:spLocks noChangeArrowheads="1"/>
          </p:cNvSpPr>
          <p:nvPr/>
        </p:nvSpPr>
        <p:spPr bwMode="auto">
          <a:xfrm>
            <a:off x="7587853" y="1437085"/>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C</a:t>
            </a:r>
          </a:p>
        </p:txBody>
      </p:sp>
      <p:sp>
        <p:nvSpPr>
          <p:cNvPr id="1011784" name="Text Box 72">
            <a:extLst>
              <a:ext uri="{FF2B5EF4-FFF2-40B4-BE49-F238E27FC236}">
                <a16:creationId xmlns:a16="http://schemas.microsoft.com/office/drawing/2014/main" id="{ECFF68C2-368C-BE40-BCEF-C2349C3D9B97}"/>
              </a:ext>
            </a:extLst>
          </p:cNvPr>
          <p:cNvSpPr txBox="1">
            <a:spLocks noChangeArrowheads="1"/>
          </p:cNvSpPr>
          <p:nvPr/>
        </p:nvSpPr>
        <p:spPr bwMode="auto">
          <a:xfrm>
            <a:off x="1331119" y="2650332"/>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5" name="Text Box 73">
            <a:extLst>
              <a:ext uri="{FF2B5EF4-FFF2-40B4-BE49-F238E27FC236}">
                <a16:creationId xmlns:a16="http://schemas.microsoft.com/office/drawing/2014/main" id="{AB727F47-5AF0-A241-9BFF-3627B5F7B8A0}"/>
              </a:ext>
            </a:extLst>
          </p:cNvPr>
          <p:cNvSpPr txBox="1">
            <a:spLocks noChangeArrowheads="1"/>
          </p:cNvSpPr>
          <p:nvPr/>
        </p:nvSpPr>
        <p:spPr bwMode="auto">
          <a:xfrm>
            <a:off x="6246019" y="1625204"/>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6" name="Text Box 74">
            <a:extLst>
              <a:ext uri="{FF2B5EF4-FFF2-40B4-BE49-F238E27FC236}">
                <a16:creationId xmlns:a16="http://schemas.microsoft.com/office/drawing/2014/main" id="{0DD238C0-27A4-384E-B97C-0CDB488746DC}"/>
              </a:ext>
            </a:extLst>
          </p:cNvPr>
          <p:cNvSpPr txBox="1">
            <a:spLocks noChangeArrowheads="1"/>
          </p:cNvSpPr>
          <p:nvPr/>
        </p:nvSpPr>
        <p:spPr bwMode="auto">
          <a:xfrm>
            <a:off x="2306242" y="3543300"/>
            <a:ext cx="5093494" cy="830997"/>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直接交付不需要使用路由器</a:t>
            </a:r>
          </a:p>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但间接交付就必须使用路由器</a:t>
            </a:r>
          </a:p>
        </p:txBody>
      </p:sp>
      <p:sp>
        <p:nvSpPr>
          <p:cNvPr id="54302" name="灯片编号占位符 1">
            <a:extLst>
              <a:ext uri="{FF2B5EF4-FFF2-40B4-BE49-F238E27FC236}">
                <a16:creationId xmlns:a16="http://schemas.microsoft.com/office/drawing/2014/main" id="{2EF6E437-4D36-3D49-A241-3823C7F6F94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50D082-67C5-C340-B037-D1AAC3B429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3424921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011774"/>
                                        </p:tgtEl>
                                        <p:attrNameLst>
                                          <p:attrName>style.visibility</p:attrName>
                                        </p:attrNameLst>
                                      </p:cBhvr>
                                      <p:to>
                                        <p:strVal val="visible"/>
                                      </p:to>
                                    </p:set>
                                    <p:animEffect transition="in" filter="wipe(up)">
                                      <p:cBhvr>
                                        <p:cTn id="7" dur="1000"/>
                                        <p:tgtEl>
                                          <p:spTgt spid="1011774"/>
                                        </p:tgtEl>
                                      </p:cBhvr>
                                    </p:animEffect>
                                  </p:childTnLst>
                                </p:cTn>
                              </p:par>
                            </p:childTnLst>
                          </p:cTn>
                        </p:par>
                        <p:par>
                          <p:cTn id="8" fill="hold" nodeType="afterGroup">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01178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nodeType="clickEffect">
                                  <p:stCondLst>
                                    <p:cond delay="0"/>
                                  </p:stCondLst>
                                  <p:childTnLst>
                                    <p:set>
                                      <p:cBhvr>
                                        <p:cTn id="14" dur="1" fill="hold">
                                          <p:stCondLst>
                                            <p:cond delay="0"/>
                                          </p:stCondLst>
                                        </p:cTn>
                                        <p:tgtEl>
                                          <p:spTgt spid="1011775"/>
                                        </p:tgtEl>
                                        <p:attrNameLst>
                                          <p:attrName>style.visibility</p:attrName>
                                        </p:attrNameLst>
                                      </p:cBhvr>
                                      <p:to>
                                        <p:strVal val="visible"/>
                                      </p:to>
                                    </p:set>
                                    <p:animEffect transition="in" filter="wipe(left)">
                                      <p:cBhvr>
                                        <p:cTn id="15" dur="1000"/>
                                        <p:tgtEl>
                                          <p:spTgt spid="1011775"/>
                                        </p:tgtEl>
                                      </p:cBhvr>
                                    </p:animEffect>
                                  </p:childTnLst>
                                </p:cTn>
                              </p:par>
                            </p:childTnLst>
                          </p:cTn>
                        </p:par>
                        <p:par>
                          <p:cTn id="16" fill="hold" nodeType="afterGroup">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011778"/>
                                        </p:tgtEl>
                                        <p:attrNameLst>
                                          <p:attrName>style.visibility</p:attrName>
                                        </p:attrNameLst>
                                      </p:cBhvr>
                                      <p:to>
                                        <p:strVal val="visible"/>
                                      </p:to>
                                    </p:set>
                                  </p:childTnLst>
                                </p:cTn>
                              </p:par>
                            </p:childTnLst>
                          </p:cTn>
                        </p:par>
                        <p:par>
                          <p:cTn id="19" fill="hold" nodeType="afterGroup">
                            <p:stCondLst>
                              <p:cond delay="1000"/>
                            </p:stCondLst>
                            <p:childTnLst>
                              <p:par>
                                <p:cTn id="20" presetID="22" presetClass="entr" presetSubtype="8" fill="hold" nodeType="afterEffect">
                                  <p:stCondLst>
                                    <p:cond delay="0"/>
                                  </p:stCondLst>
                                  <p:childTnLst>
                                    <p:set>
                                      <p:cBhvr>
                                        <p:cTn id="21" dur="1" fill="hold">
                                          <p:stCondLst>
                                            <p:cond delay="0"/>
                                          </p:stCondLst>
                                        </p:cTn>
                                        <p:tgtEl>
                                          <p:spTgt spid="1011776"/>
                                        </p:tgtEl>
                                        <p:attrNameLst>
                                          <p:attrName>style.visibility</p:attrName>
                                        </p:attrNameLst>
                                      </p:cBhvr>
                                      <p:to>
                                        <p:strVal val="visible"/>
                                      </p:to>
                                    </p:set>
                                    <p:animEffect transition="in" filter="wipe(left)">
                                      <p:cBhvr>
                                        <p:cTn id="22" dur="1000"/>
                                        <p:tgtEl>
                                          <p:spTgt spid="1011776"/>
                                        </p:tgtEl>
                                      </p:cBhvr>
                                    </p:animEffect>
                                  </p:childTnLst>
                                </p:cTn>
                              </p:par>
                            </p:childTnLst>
                          </p:cTn>
                        </p:par>
                        <p:par>
                          <p:cTn id="23" fill="hold" nodeType="afterGroup">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1011735"/>
                                        </p:tgtEl>
                                        <p:attrNameLst>
                                          <p:attrName>style.visibility</p:attrName>
                                        </p:attrNameLst>
                                      </p:cBhvr>
                                      <p:to>
                                        <p:strVal val="visible"/>
                                      </p:to>
                                    </p:set>
                                  </p:childTnLst>
                                </p:cTn>
                              </p:par>
                            </p:childTnLst>
                          </p:cTn>
                        </p:par>
                        <p:par>
                          <p:cTn id="26" fill="hold" nodeType="afterGroup">
                            <p:stCondLst>
                              <p:cond delay="2000"/>
                            </p:stCondLst>
                            <p:childTnLst>
                              <p:par>
                                <p:cTn id="27" presetID="22" presetClass="entr" presetSubtype="8" fill="hold" nodeType="afterEffect">
                                  <p:stCondLst>
                                    <p:cond delay="0"/>
                                  </p:stCondLst>
                                  <p:childTnLst>
                                    <p:set>
                                      <p:cBhvr>
                                        <p:cTn id="28" dur="1" fill="hold">
                                          <p:stCondLst>
                                            <p:cond delay="0"/>
                                          </p:stCondLst>
                                        </p:cTn>
                                        <p:tgtEl>
                                          <p:spTgt spid="1011777"/>
                                        </p:tgtEl>
                                        <p:attrNameLst>
                                          <p:attrName>style.visibility</p:attrName>
                                        </p:attrNameLst>
                                      </p:cBhvr>
                                      <p:to>
                                        <p:strVal val="visible"/>
                                      </p:to>
                                    </p:set>
                                    <p:animEffect transition="in" filter="wipe(left)">
                                      <p:cBhvr>
                                        <p:cTn id="29" dur="1000"/>
                                        <p:tgtEl>
                                          <p:spTgt spid="1011777"/>
                                        </p:tgtEl>
                                      </p:cBhvr>
                                    </p:animEffect>
                                  </p:childTnLst>
                                </p:cTn>
                              </p:par>
                            </p:childTnLst>
                          </p:cTn>
                        </p:par>
                        <p:par>
                          <p:cTn id="30" fill="hold" nodeType="afterGroup">
                            <p:stCondLst>
                              <p:cond delay="3000"/>
                            </p:stCondLst>
                            <p:childTnLst>
                              <p:par>
                                <p:cTn id="31" presetID="1" presetClass="entr" presetSubtype="0" fill="hold" grpId="0" nodeType="afterEffect">
                                  <p:stCondLst>
                                    <p:cond delay="0"/>
                                  </p:stCondLst>
                                  <p:childTnLst>
                                    <p:set>
                                      <p:cBhvr>
                                        <p:cTn id="32" dur="1" fill="hold">
                                          <p:stCondLst>
                                            <p:cond delay="0"/>
                                          </p:stCondLst>
                                        </p:cTn>
                                        <p:tgtEl>
                                          <p:spTgt spid="1011779"/>
                                        </p:tgtEl>
                                        <p:attrNameLst>
                                          <p:attrName>style.visibility</p:attrName>
                                        </p:attrNameLst>
                                      </p:cBhvr>
                                      <p:to>
                                        <p:strVal val="visible"/>
                                      </p:to>
                                    </p:set>
                                  </p:childTnLst>
                                </p:cTn>
                              </p:par>
                            </p:childTnLst>
                          </p:cTn>
                        </p:par>
                        <p:par>
                          <p:cTn id="33" fill="hold" nodeType="afterGroup">
                            <p:stCondLst>
                              <p:cond delay="3000"/>
                            </p:stCondLst>
                            <p:childTnLst>
                              <p:par>
                                <p:cTn id="34" presetID="22" presetClass="entr" presetSubtype="8" fill="hold" nodeType="afterEffect">
                                  <p:stCondLst>
                                    <p:cond delay="0"/>
                                  </p:stCondLst>
                                  <p:childTnLst>
                                    <p:set>
                                      <p:cBhvr>
                                        <p:cTn id="35" dur="1" fill="hold">
                                          <p:stCondLst>
                                            <p:cond delay="0"/>
                                          </p:stCondLst>
                                        </p:cTn>
                                        <p:tgtEl>
                                          <p:spTgt spid="1011780"/>
                                        </p:tgtEl>
                                        <p:attrNameLst>
                                          <p:attrName>style.visibility</p:attrName>
                                        </p:attrNameLst>
                                      </p:cBhvr>
                                      <p:to>
                                        <p:strVal val="visible"/>
                                      </p:to>
                                    </p:set>
                                    <p:animEffect transition="in" filter="wipe(left)">
                                      <p:cBhvr>
                                        <p:cTn id="36" dur="1000"/>
                                        <p:tgtEl>
                                          <p:spTgt spid="1011780"/>
                                        </p:tgtEl>
                                      </p:cBhvr>
                                    </p:animEffect>
                                  </p:childTnLst>
                                </p:cTn>
                              </p:par>
                            </p:childTnLst>
                          </p:cTn>
                        </p:par>
                        <p:par>
                          <p:cTn id="37" fill="hold" nodeType="afterGroup">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101178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0117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1735" grpId="0"/>
      <p:bldP spid="1011778" grpId="0"/>
      <p:bldP spid="1011779" grpId="0"/>
      <p:bldP spid="1011784" grpId="0" animBg="1"/>
      <p:bldP spid="1011785" grpId="0" animBg="1"/>
      <p:bldP spid="101178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2">
            <a:extLst>
              <a:ext uri="{FF2B5EF4-FFF2-40B4-BE49-F238E27FC236}">
                <a16:creationId xmlns:a16="http://schemas.microsoft.com/office/drawing/2014/main" id="{820A4344-AC8D-9B4A-8EBD-F4A89A7D546B}"/>
              </a:ext>
            </a:extLst>
          </p:cNvPr>
          <p:cNvSpPr>
            <a:spLocks noGrp="1" noChangeArrowheads="1"/>
          </p:cNvSpPr>
          <p:nvPr>
            <p:ph type="title"/>
          </p:nvPr>
        </p:nvSpPr>
        <p:spPr>
          <a:xfrm>
            <a:off x="160020" y="269081"/>
            <a:ext cx="6294359" cy="576263"/>
          </a:xfrm>
        </p:spPr>
        <p:txBody>
          <a:bodyPr/>
          <a:lstStyle/>
          <a:p>
            <a:pPr eaLnBrk="1" hangingPunct="1"/>
            <a:r>
              <a:rPr lang="zh-CN" altLang="en-US" sz="3000" dirty="0">
                <a:latin typeface="微软雅黑" panose="020B0503020204020204" pitchFamily="34" charset="-122"/>
                <a:ea typeface="宋体" panose="02010600030101010101" pitchFamily="2" charset="-122"/>
              </a:rPr>
              <a:t>典型的路由器的结构 </a:t>
            </a:r>
          </a:p>
        </p:txBody>
      </p:sp>
      <p:sp>
        <p:nvSpPr>
          <p:cNvPr id="38916" name="Rectangle 3">
            <a:extLst>
              <a:ext uri="{FF2B5EF4-FFF2-40B4-BE49-F238E27FC236}">
                <a16:creationId xmlns:a16="http://schemas.microsoft.com/office/drawing/2014/main" id="{153D0A18-4252-2342-9C45-19CED3415C05}"/>
              </a:ext>
            </a:extLst>
          </p:cNvPr>
          <p:cNvSpPr>
            <a:spLocks noChangeArrowheads="1"/>
          </p:cNvSpPr>
          <p:nvPr/>
        </p:nvSpPr>
        <p:spPr bwMode="auto">
          <a:xfrm>
            <a:off x="3289697" y="1428750"/>
            <a:ext cx="1799034" cy="1197769"/>
          </a:xfrm>
          <a:prstGeom prst="rect">
            <a:avLst/>
          </a:prstGeom>
          <a:solidFill>
            <a:srgbClr val="FFFF99"/>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微软雅黑" panose="020B0503020204020204" pitchFamily="34" charset="-122"/>
              <a:ea typeface="宋体" panose="02010600030101010101" pitchFamily="2" charset="-122"/>
            </a:endParaRPr>
          </a:p>
        </p:txBody>
      </p:sp>
      <p:sp>
        <p:nvSpPr>
          <p:cNvPr id="56323" name="AutoShape 4">
            <a:extLst>
              <a:ext uri="{FF2B5EF4-FFF2-40B4-BE49-F238E27FC236}">
                <a16:creationId xmlns:a16="http://schemas.microsoft.com/office/drawing/2014/main" id="{B4CA5A04-BF15-954D-8984-98ABF4B196F8}"/>
              </a:ext>
            </a:extLst>
          </p:cNvPr>
          <p:cNvSpPr>
            <a:spLocks noChangeArrowheads="1"/>
          </p:cNvSpPr>
          <p:nvPr/>
        </p:nvSpPr>
        <p:spPr bwMode="auto">
          <a:xfrm>
            <a:off x="4014787" y="2571751"/>
            <a:ext cx="347663" cy="594122"/>
          </a:xfrm>
          <a:prstGeom prst="upDownArrow">
            <a:avLst>
              <a:gd name="adj1" fmla="val 50000"/>
              <a:gd name="adj2" fmla="val 34178"/>
            </a:avLst>
          </a:prstGeom>
          <a:solidFill>
            <a:srgbClr val="CC0099"/>
          </a:solidFill>
          <a:ln w="28575">
            <a:solidFill>
              <a:srgbClr val="CC00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24" name="Line 5">
            <a:extLst>
              <a:ext uri="{FF2B5EF4-FFF2-40B4-BE49-F238E27FC236}">
                <a16:creationId xmlns:a16="http://schemas.microsoft.com/office/drawing/2014/main" id="{B467782A-60FE-EA49-BB89-5288C347B716}"/>
              </a:ext>
            </a:extLst>
          </p:cNvPr>
          <p:cNvSpPr>
            <a:spLocks noChangeShapeType="1"/>
          </p:cNvSpPr>
          <p:nvPr/>
        </p:nvSpPr>
        <p:spPr bwMode="auto">
          <a:xfrm>
            <a:off x="7325916" y="1383507"/>
            <a:ext cx="0" cy="146566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25" name="Text Box 6">
            <a:extLst>
              <a:ext uri="{FF2B5EF4-FFF2-40B4-BE49-F238E27FC236}">
                <a16:creationId xmlns:a16="http://schemas.microsoft.com/office/drawing/2014/main" id="{9EFF6B2A-FFF4-A447-AD82-9A1C03200080}"/>
              </a:ext>
            </a:extLst>
          </p:cNvPr>
          <p:cNvSpPr txBox="1">
            <a:spLocks noChangeArrowheads="1"/>
          </p:cNvSpPr>
          <p:nvPr/>
        </p:nvSpPr>
        <p:spPr bwMode="auto">
          <a:xfrm>
            <a:off x="6987779" y="1928813"/>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路由</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选择</a:t>
            </a:r>
          </a:p>
        </p:txBody>
      </p:sp>
      <p:sp>
        <p:nvSpPr>
          <p:cNvPr id="56326" name="Text Box 7">
            <a:extLst>
              <a:ext uri="{FF2B5EF4-FFF2-40B4-BE49-F238E27FC236}">
                <a16:creationId xmlns:a16="http://schemas.microsoft.com/office/drawing/2014/main" id="{0B826515-7F50-3441-90DD-5A6E852962CA}"/>
              </a:ext>
            </a:extLst>
          </p:cNvPr>
          <p:cNvSpPr txBox="1">
            <a:spLocks noChangeArrowheads="1"/>
          </p:cNvSpPr>
          <p:nvPr/>
        </p:nvSpPr>
        <p:spPr bwMode="auto">
          <a:xfrm>
            <a:off x="3330179" y="1390650"/>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路由选择处理机</a:t>
            </a:r>
          </a:p>
        </p:txBody>
      </p:sp>
      <p:sp>
        <p:nvSpPr>
          <p:cNvPr id="56327" name="Line 8">
            <a:extLst>
              <a:ext uri="{FF2B5EF4-FFF2-40B4-BE49-F238E27FC236}">
                <a16:creationId xmlns:a16="http://schemas.microsoft.com/office/drawing/2014/main" id="{A17ABB3A-5F08-334F-A777-3566A79582B5}"/>
              </a:ext>
            </a:extLst>
          </p:cNvPr>
          <p:cNvSpPr>
            <a:spLocks noChangeShapeType="1"/>
          </p:cNvSpPr>
          <p:nvPr/>
        </p:nvSpPr>
        <p:spPr bwMode="auto">
          <a:xfrm>
            <a:off x="4188619" y="2003823"/>
            <a:ext cx="0" cy="17740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2" name="Rectangle 9">
            <a:extLst>
              <a:ext uri="{FF2B5EF4-FFF2-40B4-BE49-F238E27FC236}">
                <a16:creationId xmlns:a16="http://schemas.microsoft.com/office/drawing/2014/main" id="{7EAB400E-36B6-2741-A1FF-6636AC0E3E75}"/>
              </a:ext>
            </a:extLst>
          </p:cNvPr>
          <p:cNvSpPr>
            <a:spLocks noChangeArrowheads="1"/>
          </p:cNvSpPr>
          <p:nvPr/>
        </p:nvSpPr>
        <p:spPr bwMode="auto">
          <a:xfrm>
            <a:off x="3550444" y="1783557"/>
            <a:ext cx="1276350" cy="292894"/>
          </a:xfrm>
          <a:prstGeom prst="rect">
            <a:avLst/>
          </a:prstGeom>
          <a:solidFill>
            <a:srgbClr val="FFCC66"/>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路由选择协议</a:t>
            </a:r>
          </a:p>
        </p:txBody>
      </p:sp>
      <p:sp>
        <p:nvSpPr>
          <p:cNvPr id="38923" name="Rectangle 10">
            <a:extLst>
              <a:ext uri="{FF2B5EF4-FFF2-40B4-BE49-F238E27FC236}">
                <a16:creationId xmlns:a16="http://schemas.microsoft.com/office/drawing/2014/main" id="{DF826594-2AD9-EC40-853A-38B5219473B1}"/>
              </a:ext>
            </a:extLst>
          </p:cNvPr>
          <p:cNvSpPr>
            <a:spLocks noChangeArrowheads="1"/>
          </p:cNvSpPr>
          <p:nvPr/>
        </p:nvSpPr>
        <p:spPr bwMode="auto">
          <a:xfrm>
            <a:off x="3754041" y="2183606"/>
            <a:ext cx="870347" cy="30956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路由表</a:t>
            </a:r>
          </a:p>
        </p:txBody>
      </p:sp>
      <p:sp>
        <p:nvSpPr>
          <p:cNvPr id="56330" name="Rectangle 11">
            <a:extLst>
              <a:ext uri="{FF2B5EF4-FFF2-40B4-BE49-F238E27FC236}">
                <a16:creationId xmlns:a16="http://schemas.microsoft.com/office/drawing/2014/main" id="{3E62A255-04C1-5047-A85B-E8CB3C89C8A4}"/>
              </a:ext>
            </a:extLst>
          </p:cNvPr>
          <p:cNvSpPr>
            <a:spLocks noChangeArrowheads="1"/>
          </p:cNvSpPr>
          <p:nvPr/>
        </p:nvSpPr>
        <p:spPr bwMode="auto">
          <a:xfrm>
            <a:off x="1432323" y="3106342"/>
            <a:ext cx="1740694"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25" name="Rectangle 12">
            <a:extLst>
              <a:ext uri="{FF2B5EF4-FFF2-40B4-BE49-F238E27FC236}">
                <a16:creationId xmlns:a16="http://schemas.microsoft.com/office/drawing/2014/main" id="{EB1CA979-A3C4-9542-8AF0-92DC503F70FF}"/>
              </a:ext>
            </a:extLst>
          </p:cNvPr>
          <p:cNvSpPr>
            <a:spLocks noChangeArrowheads="1"/>
          </p:cNvSpPr>
          <p:nvPr/>
        </p:nvSpPr>
        <p:spPr bwMode="auto">
          <a:xfrm>
            <a:off x="2708673" y="3228975"/>
            <a:ext cx="350044"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2" name="Line 13">
            <a:extLst>
              <a:ext uri="{FF2B5EF4-FFF2-40B4-BE49-F238E27FC236}">
                <a16:creationId xmlns:a16="http://schemas.microsoft.com/office/drawing/2014/main" id="{11198026-F200-BA4D-ACD1-7CE970A48EB7}"/>
              </a:ext>
            </a:extLst>
          </p:cNvPr>
          <p:cNvSpPr>
            <a:spLocks noChangeShapeType="1"/>
          </p:cNvSpPr>
          <p:nvPr/>
        </p:nvSpPr>
        <p:spPr bwMode="auto">
          <a:xfrm flipV="1">
            <a:off x="1318022" y="3377804"/>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3" name="Line 14">
            <a:extLst>
              <a:ext uri="{FF2B5EF4-FFF2-40B4-BE49-F238E27FC236}">
                <a16:creationId xmlns:a16="http://schemas.microsoft.com/office/drawing/2014/main" id="{7BCE40A5-3C17-D841-8197-E0B64F183C67}"/>
              </a:ext>
            </a:extLst>
          </p:cNvPr>
          <p:cNvSpPr>
            <a:spLocks noChangeShapeType="1"/>
          </p:cNvSpPr>
          <p:nvPr/>
        </p:nvSpPr>
        <p:spPr bwMode="auto">
          <a:xfrm>
            <a:off x="1896666"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4" name="Line 15">
            <a:extLst>
              <a:ext uri="{FF2B5EF4-FFF2-40B4-BE49-F238E27FC236}">
                <a16:creationId xmlns:a16="http://schemas.microsoft.com/office/drawing/2014/main" id="{B3BBD80F-660C-1D40-8D53-ACAB6A38466E}"/>
              </a:ext>
            </a:extLst>
          </p:cNvPr>
          <p:cNvSpPr>
            <a:spLocks noChangeShapeType="1"/>
          </p:cNvSpPr>
          <p:nvPr/>
        </p:nvSpPr>
        <p:spPr bwMode="auto">
          <a:xfrm>
            <a:off x="2477692"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5" name="Line 16">
            <a:extLst>
              <a:ext uri="{FF2B5EF4-FFF2-40B4-BE49-F238E27FC236}">
                <a16:creationId xmlns:a16="http://schemas.microsoft.com/office/drawing/2014/main" id="{0005CC5A-5E12-C742-A300-AB94F55A8BA9}"/>
              </a:ext>
            </a:extLst>
          </p:cNvPr>
          <p:cNvSpPr>
            <a:spLocks noChangeShapeType="1"/>
          </p:cNvSpPr>
          <p:nvPr/>
        </p:nvSpPr>
        <p:spPr bwMode="auto">
          <a:xfrm>
            <a:off x="3058717"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6" name="Text Box 17">
            <a:extLst>
              <a:ext uri="{FF2B5EF4-FFF2-40B4-BE49-F238E27FC236}">
                <a16:creationId xmlns:a16="http://schemas.microsoft.com/office/drawing/2014/main" id="{9BC1728C-9D69-0741-AD2A-C04F25EB009B}"/>
              </a:ext>
            </a:extLst>
          </p:cNvPr>
          <p:cNvSpPr txBox="1">
            <a:spLocks noChangeArrowheads="1"/>
          </p:cNvSpPr>
          <p:nvPr/>
        </p:nvSpPr>
        <p:spPr bwMode="auto">
          <a:xfrm>
            <a:off x="1896667"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37" name="Rectangle 18">
            <a:extLst>
              <a:ext uri="{FF2B5EF4-FFF2-40B4-BE49-F238E27FC236}">
                <a16:creationId xmlns:a16="http://schemas.microsoft.com/office/drawing/2014/main" id="{1E2026C2-3974-1E40-A1CF-2D2EED31F162}"/>
              </a:ext>
            </a:extLst>
          </p:cNvPr>
          <p:cNvSpPr>
            <a:spLocks noChangeArrowheads="1"/>
          </p:cNvSpPr>
          <p:nvPr/>
        </p:nvSpPr>
        <p:spPr bwMode="auto">
          <a:xfrm>
            <a:off x="1432323" y="4286250"/>
            <a:ext cx="1740694"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32" name="Rectangle 19">
            <a:extLst>
              <a:ext uri="{FF2B5EF4-FFF2-40B4-BE49-F238E27FC236}">
                <a16:creationId xmlns:a16="http://schemas.microsoft.com/office/drawing/2014/main" id="{6AC6038B-9E41-224A-8F68-6A7D87D3585C}"/>
              </a:ext>
            </a:extLst>
          </p:cNvPr>
          <p:cNvSpPr>
            <a:spLocks noChangeArrowheads="1"/>
          </p:cNvSpPr>
          <p:nvPr/>
        </p:nvSpPr>
        <p:spPr bwMode="auto">
          <a:xfrm>
            <a:off x="2708673" y="4408885"/>
            <a:ext cx="350044"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9" name="Line 20">
            <a:extLst>
              <a:ext uri="{FF2B5EF4-FFF2-40B4-BE49-F238E27FC236}">
                <a16:creationId xmlns:a16="http://schemas.microsoft.com/office/drawing/2014/main" id="{90EAF847-F56C-B24B-92F3-82F09F1C9AD2}"/>
              </a:ext>
            </a:extLst>
          </p:cNvPr>
          <p:cNvSpPr>
            <a:spLocks noChangeShapeType="1"/>
          </p:cNvSpPr>
          <p:nvPr/>
        </p:nvSpPr>
        <p:spPr bwMode="auto">
          <a:xfrm flipV="1">
            <a:off x="1318022" y="4557713"/>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0" name="Line 21">
            <a:extLst>
              <a:ext uri="{FF2B5EF4-FFF2-40B4-BE49-F238E27FC236}">
                <a16:creationId xmlns:a16="http://schemas.microsoft.com/office/drawing/2014/main" id="{2EF9C9EB-94C5-1D4D-A877-4A440E3BBECB}"/>
              </a:ext>
            </a:extLst>
          </p:cNvPr>
          <p:cNvSpPr>
            <a:spLocks noChangeShapeType="1"/>
          </p:cNvSpPr>
          <p:nvPr/>
        </p:nvSpPr>
        <p:spPr bwMode="auto">
          <a:xfrm>
            <a:off x="1896666"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1" name="Line 22">
            <a:extLst>
              <a:ext uri="{FF2B5EF4-FFF2-40B4-BE49-F238E27FC236}">
                <a16:creationId xmlns:a16="http://schemas.microsoft.com/office/drawing/2014/main" id="{D4322E84-0D32-1845-AFC7-20EFF19E48C9}"/>
              </a:ext>
            </a:extLst>
          </p:cNvPr>
          <p:cNvSpPr>
            <a:spLocks noChangeShapeType="1"/>
          </p:cNvSpPr>
          <p:nvPr/>
        </p:nvSpPr>
        <p:spPr bwMode="auto">
          <a:xfrm>
            <a:off x="2477692"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2" name="Line 23">
            <a:extLst>
              <a:ext uri="{FF2B5EF4-FFF2-40B4-BE49-F238E27FC236}">
                <a16:creationId xmlns:a16="http://schemas.microsoft.com/office/drawing/2014/main" id="{0B564D96-698F-124E-8968-02541691A8BC}"/>
              </a:ext>
            </a:extLst>
          </p:cNvPr>
          <p:cNvSpPr>
            <a:spLocks noChangeShapeType="1"/>
          </p:cNvSpPr>
          <p:nvPr/>
        </p:nvSpPr>
        <p:spPr bwMode="auto">
          <a:xfrm>
            <a:off x="3058717"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8937" name="Rectangle 24">
            <a:extLst>
              <a:ext uri="{FF2B5EF4-FFF2-40B4-BE49-F238E27FC236}">
                <a16:creationId xmlns:a16="http://schemas.microsoft.com/office/drawing/2014/main" id="{429938F3-1E02-FD48-9815-0020CBFB05EE}"/>
              </a:ext>
            </a:extLst>
          </p:cNvPr>
          <p:cNvSpPr>
            <a:spLocks noChangeArrowheads="1"/>
          </p:cNvSpPr>
          <p:nvPr/>
        </p:nvSpPr>
        <p:spPr bwMode="auto">
          <a:xfrm>
            <a:off x="3289697" y="3106341"/>
            <a:ext cx="1799034" cy="1733550"/>
          </a:xfrm>
          <a:prstGeom prst="rect">
            <a:avLst/>
          </a:prstGeom>
          <a:solidFill>
            <a:srgbClr val="CCECFF"/>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latin typeface="微软雅黑" panose="020B0503020204020204" pitchFamily="34" charset="-122"/>
              <a:ea typeface="宋体" panose="02010600030101010101" pitchFamily="2" charset="-122"/>
            </a:endParaRPr>
          </a:p>
        </p:txBody>
      </p:sp>
      <p:sp>
        <p:nvSpPr>
          <p:cNvPr id="56344" name="Rectangle 25">
            <a:extLst>
              <a:ext uri="{FF2B5EF4-FFF2-40B4-BE49-F238E27FC236}">
                <a16:creationId xmlns:a16="http://schemas.microsoft.com/office/drawing/2014/main" id="{19A1C93D-B589-EE45-8008-D69256712134}"/>
              </a:ext>
            </a:extLst>
          </p:cNvPr>
          <p:cNvSpPr>
            <a:spLocks noChangeArrowheads="1"/>
          </p:cNvSpPr>
          <p:nvPr/>
        </p:nvSpPr>
        <p:spPr bwMode="auto">
          <a:xfrm flipH="1">
            <a:off x="5205412" y="3106342"/>
            <a:ext cx="1738313"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45" name="Line 26">
            <a:extLst>
              <a:ext uri="{FF2B5EF4-FFF2-40B4-BE49-F238E27FC236}">
                <a16:creationId xmlns:a16="http://schemas.microsoft.com/office/drawing/2014/main" id="{E4E500A5-26DD-8E47-88B8-A9D50EA3B738}"/>
              </a:ext>
            </a:extLst>
          </p:cNvPr>
          <p:cNvSpPr>
            <a:spLocks noChangeShapeType="1"/>
          </p:cNvSpPr>
          <p:nvPr/>
        </p:nvSpPr>
        <p:spPr bwMode="auto">
          <a:xfrm flipV="1">
            <a:off x="6821092" y="3377804"/>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6" name="Line 27">
            <a:extLst>
              <a:ext uri="{FF2B5EF4-FFF2-40B4-BE49-F238E27FC236}">
                <a16:creationId xmlns:a16="http://schemas.microsoft.com/office/drawing/2014/main" id="{E81B2136-F2C9-AC4C-8466-F81F9D1FB259}"/>
              </a:ext>
            </a:extLst>
          </p:cNvPr>
          <p:cNvSpPr>
            <a:spLocks noChangeShapeType="1"/>
          </p:cNvSpPr>
          <p:nvPr/>
        </p:nvSpPr>
        <p:spPr bwMode="auto">
          <a:xfrm rot="10800000" flipH="1">
            <a:off x="6248401" y="3377804"/>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7" name="Line 28">
            <a:extLst>
              <a:ext uri="{FF2B5EF4-FFF2-40B4-BE49-F238E27FC236}">
                <a16:creationId xmlns:a16="http://schemas.microsoft.com/office/drawing/2014/main" id="{A0A2C4FA-95E1-C548-A6B2-1D14DE7FE1F6}"/>
              </a:ext>
            </a:extLst>
          </p:cNvPr>
          <p:cNvSpPr>
            <a:spLocks noChangeShapeType="1"/>
          </p:cNvSpPr>
          <p:nvPr/>
        </p:nvSpPr>
        <p:spPr bwMode="auto">
          <a:xfrm>
            <a:off x="5667375"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8" name="Line 29">
            <a:extLst>
              <a:ext uri="{FF2B5EF4-FFF2-40B4-BE49-F238E27FC236}">
                <a16:creationId xmlns:a16="http://schemas.microsoft.com/office/drawing/2014/main" id="{3C3C0F92-8942-BB46-B8B1-2D9291579E48}"/>
              </a:ext>
            </a:extLst>
          </p:cNvPr>
          <p:cNvSpPr>
            <a:spLocks noChangeShapeType="1"/>
          </p:cNvSpPr>
          <p:nvPr/>
        </p:nvSpPr>
        <p:spPr bwMode="auto">
          <a:xfrm>
            <a:off x="5088731" y="3377804"/>
            <a:ext cx="277416"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9" name="Rectangle 30">
            <a:extLst>
              <a:ext uri="{FF2B5EF4-FFF2-40B4-BE49-F238E27FC236}">
                <a16:creationId xmlns:a16="http://schemas.microsoft.com/office/drawing/2014/main" id="{182457F8-92F5-7F45-B768-96DE1AF5E781}"/>
              </a:ext>
            </a:extLst>
          </p:cNvPr>
          <p:cNvSpPr>
            <a:spLocks noChangeArrowheads="1"/>
          </p:cNvSpPr>
          <p:nvPr/>
        </p:nvSpPr>
        <p:spPr bwMode="auto">
          <a:xfrm flipH="1">
            <a:off x="5205412" y="4286250"/>
            <a:ext cx="1738313"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50" name="Line 31">
            <a:extLst>
              <a:ext uri="{FF2B5EF4-FFF2-40B4-BE49-F238E27FC236}">
                <a16:creationId xmlns:a16="http://schemas.microsoft.com/office/drawing/2014/main" id="{806C7328-93B7-2A48-876B-5B9C89804B76}"/>
              </a:ext>
            </a:extLst>
          </p:cNvPr>
          <p:cNvSpPr>
            <a:spLocks noChangeShapeType="1"/>
          </p:cNvSpPr>
          <p:nvPr/>
        </p:nvSpPr>
        <p:spPr bwMode="auto">
          <a:xfrm flipV="1">
            <a:off x="6821092" y="4557713"/>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1" name="Line 32">
            <a:extLst>
              <a:ext uri="{FF2B5EF4-FFF2-40B4-BE49-F238E27FC236}">
                <a16:creationId xmlns:a16="http://schemas.microsoft.com/office/drawing/2014/main" id="{79644771-3F15-B946-A1B2-4FB2C46FBF80}"/>
              </a:ext>
            </a:extLst>
          </p:cNvPr>
          <p:cNvSpPr>
            <a:spLocks noChangeShapeType="1"/>
          </p:cNvSpPr>
          <p:nvPr/>
        </p:nvSpPr>
        <p:spPr bwMode="auto">
          <a:xfrm>
            <a:off x="6248401" y="4557713"/>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2" name="Line 33">
            <a:extLst>
              <a:ext uri="{FF2B5EF4-FFF2-40B4-BE49-F238E27FC236}">
                <a16:creationId xmlns:a16="http://schemas.microsoft.com/office/drawing/2014/main" id="{F6B9B4F7-479B-9B4A-8BD1-39FA6B482E8F}"/>
              </a:ext>
            </a:extLst>
          </p:cNvPr>
          <p:cNvSpPr>
            <a:spLocks noChangeShapeType="1"/>
          </p:cNvSpPr>
          <p:nvPr/>
        </p:nvSpPr>
        <p:spPr bwMode="auto">
          <a:xfrm>
            <a:off x="5667375"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3" name="Line 34">
            <a:extLst>
              <a:ext uri="{FF2B5EF4-FFF2-40B4-BE49-F238E27FC236}">
                <a16:creationId xmlns:a16="http://schemas.microsoft.com/office/drawing/2014/main" id="{CEDBB438-E71A-0740-93B1-A41C6A7BD97E}"/>
              </a:ext>
            </a:extLst>
          </p:cNvPr>
          <p:cNvSpPr>
            <a:spLocks noChangeShapeType="1"/>
          </p:cNvSpPr>
          <p:nvPr/>
        </p:nvSpPr>
        <p:spPr bwMode="auto">
          <a:xfrm flipV="1">
            <a:off x="5088731" y="4557713"/>
            <a:ext cx="26789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4" name="Text Box 35">
            <a:extLst>
              <a:ext uri="{FF2B5EF4-FFF2-40B4-BE49-F238E27FC236}">
                <a16:creationId xmlns:a16="http://schemas.microsoft.com/office/drawing/2014/main" id="{6F52AA14-9471-3B41-9D1E-CCED880DFD29}"/>
              </a:ext>
            </a:extLst>
          </p:cNvPr>
          <p:cNvSpPr txBox="1">
            <a:spLocks noChangeArrowheads="1"/>
          </p:cNvSpPr>
          <p:nvPr/>
        </p:nvSpPr>
        <p:spPr bwMode="auto">
          <a:xfrm>
            <a:off x="3654029" y="4407694"/>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交换结构</a:t>
            </a:r>
          </a:p>
        </p:txBody>
      </p:sp>
      <p:sp>
        <p:nvSpPr>
          <p:cNvPr id="56355" name="Text Box 36">
            <a:extLst>
              <a:ext uri="{FF2B5EF4-FFF2-40B4-BE49-F238E27FC236}">
                <a16:creationId xmlns:a16="http://schemas.microsoft.com/office/drawing/2014/main" id="{D7504290-0605-924A-A2B9-5325829ACDEE}"/>
              </a:ext>
            </a:extLst>
          </p:cNvPr>
          <p:cNvSpPr txBox="1">
            <a:spLocks noChangeArrowheads="1"/>
          </p:cNvSpPr>
          <p:nvPr/>
        </p:nvSpPr>
        <p:spPr bwMode="auto">
          <a:xfrm>
            <a:off x="1896667"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56" name="Text Box 37">
            <a:extLst>
              <a:ext uri="{FF2B5EF4-FFF2-40B4-BE49-F238E27FC236}">
                <a16:creationId xmlns:a16="http://schemas.microsoft.com/office/drawing/2014/main" id="{35DFFB3F-B355-E943-A5E4-131A98CFA3A6}"/>
              </a:ext>
            </a:extLst>
          </p:cNvPr>
          <p:cNvSpPr txBox="1">
            <a:spLocks noChangeArrowheads="1"/>
          </p:cNvSpPr>
          <p:nvPr/>
        </p:nvSpPr>
        <p:spPr bwMode="auto">
          <a:xfrm>
            <a:off x="5667376"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57" name="Line 38">
            <a:extLst>
              <a:ext uri="{FF2B5EF4-FFF2-40B4-BE49-F238E27FC236}">
                <a16:creationId xmlns:a16="http://schemas.microsoft.com/office/drawing/2014/main" id="{22CDD596-B89A-F145-B809-29300ED6AA36}"/>
              </a:ext>
            </a:extLst>
          </p:cNvPr>
          <p:cNvSpPr>
            <a:spLocks noChangeShapeType="1"/>
          </p:cNvSpPr>
          <p:nvPr/>
        </p:nvSpPr>
        <p:spPr bwMode="auto">
          <a:xfrm>
            <a:off x="1143001" y="2858691"/>
            <a:ext cx="6613922" cy="0"/>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58" name="Line 39">
            <a:extLst>
              <a:ext uri="{FF2B5EF4-FFF2-40B4-BE49-F238E27FC236}">
                <a16:creationId xmlns:a16="http://schemas.microsoft.com/office/drawing/2014/main" id="{D9C52AB5-EB87-EA43-9EC6-622048571BD6}"/>
              </a:ext>
            </a:extLst>
          </p:cNvPr>
          <p:cNvSpPr>
            <a:spLocks noChangeShapeType="1"/>
          </p:cNvSpPr>
          <p:nvPr/>
        </p:nvSpPr>
        <p:spPr bwMode="auto">
          <a:xfrm>
            <a:off x="7325916" y="2858691"/>
            <a:ext cx="0" cy="198120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9" name="Text Box 40">
            <a:extLst>
              <a:ext uri="{FF2B5EF4-FFF2-40B4-BE49-F238E27FC236}">
                <a16:creationId xmlns:a16="http://schemas.microsoft.com/office/drawing/2014/main" id="{CBF36604-7B80-2242-B971-5420F24DF9C8}"/>
              </a:ext>
            </a:extLst>
          </p:cNvPr>
          <p:cNvSpPr txBox="1">
            <a:spLocks noChangeArrowheads="1"/>
          </p:cNvSpPr>
          <p:nvPr/>
        </p:nvSpPr>
        <p:spPr bwMode="auto">
          <a:xfrm>
            <a:off x="7003257" y="3764757"/>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分组</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转发</a:t>
            </a:r>
          </a:p>
        </p:txBody>
      </p:sp>
      <p:sp>
        <p:nvSpPr>
          <p:cNvPr id="56360" name="Rectangle 41">
            <a:extLst>
              <a:ext uri="{FF2B5EF4-FFF2-40B4-BE49-F238E27FC236}">
                <a16:creationId xmlns:a16="http://schemas.microsoft.com/office/drawing/2014/main" id="{C580652D-1363-6247-9498-133759D88781}"/>
              </a:ext>
            </a:extLst>
          </p:cNvPr>
          <p:cNvSpPr>
            <a:spLocks noChangeArrowheads="1"/>
          </p:cNvSpPr>
          <p:nvPr/>
        </p:nvSpPr>
        <p:spPr bwMode="auto">
          <a:xfrm>
            <a:off x="3520679" y="3255169"/>
            <a:ext cx="1334690" cy="103941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55" name="Rectangle 42">
            <a:extLst>
              <a:ext uri="{FF2B5EF4-FFF2-40B4-BE49-F238E27FC236}">
                <a16:creationId xmlns:a16="http://schemas.microsoft.com/office/drawing/2014/main" id="{7F51F76B-5576-4A4A-A364-A1E24AEE777E}"/>
              </a:ext>
            </a:extLst>
          </p:cNvPr>
          <p:cNvSpPr>
            <a:spLocks noChangeArrowheads="1"/>
          </p:cNvSpPr>
          <p:nvPr/>
        </p:nvSpPr>
        <p:spPr bwMode="auto">
          <a:xfrm>
            <a:off x="3754041" y="3799285"/>
            <a:ext cx="870347" cy="34885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转发表</a:t>
            </a:r>
          </a:p>
        </p:txBody>
      </p:sp>
      <p:sp>
        <p:nvSpPr>
          <p:cNvPr id="56362" name="Text Box 43">
            <a:extLst>
              <a:ext uri="{FF2B5EF4-FFF2-40B4-BE49-F238E27FC236}">
                <a16:creationId xmlns:a16="http://schemas.microsoft.com/office/drawing/2014/main" id="{E38DC1C9-3F4C-E947-9C3B-15641A6BBFFB}"/>
              </a:ext>
            </a:extLst>
          </p:cNvPr>
          <p:cNvSpPr txBox="1">
            <a:spLocks noChangeArrowheads="1"/>
          </p:cNvSpPr>
          <p:nvPr/>
        </p:nvSpPr>
        <p:spPr bwMode="auto">
          <a:xfrm>
            <a:off x="3754042" y="332779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分组处理</a:t>
            </a:r>
          </a:p>
        </p:txBody>
      </p:sp>
      <p:sp>
        <p:nvSpPr>
          <p:cNvPr id="56363" name="Text Box 44">
            <a:extLst>
              <a:ext uri="{FF2B5EF4-FFF2-40B4-BE49-F238E27FC236}">
                <a16:creationId xmlns:a16="http://schemas.microsoft.com/office/drawing/2014/main" id="{E5CF6AEA-145F-564E-821A-53D7BD519BE0}"/>
              </a:ext>
            </a:extLst>
          </p:cNvPr>
          <p:cNvSpPr txBox="1">
            <a:spLocks noChangeArrowheads="1"/>
          </p:cNvSpPr>
          <p:nvPr/>
        </p:nvSpPr>
        <p:spPr bwMode="auto">
          <a:xfrm>
            <a:off x="5667376"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64" name="Text Box 45">
            <a:extLst>
              <a:ext uri="{FF2B5EF4-FFF2-40B4-BE49-F238E27FC236}">
                <a16:creationId xmlns:a16="http://schemas.microsoft.com/office/drawing/2014/main" id="{E795986F-9FC2-0943-B6AB-435AF165B2F9}"/>
              </a:ext>
            </a:extLst>
          </p:cNvPr>
          <p:cNvSpPr txBox="1">
            <a:spLocks noChangeArrowheads="1"/>
          </p:cNvSpPr>
          <p:nvPr/>
        </p:nvSpPr>
        <p:spPr bwMode="auto">
          <a:xfrm rot="5400000">
            <a:off x="224393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5" name="Text Box 46">
            <a:extLst>
              <a:ext uri="{FF2B5EF4-FFF2-40B4-BE49-F238E27FC236}">
                <a16:creationId xmlns:a16="http://schemas.microsoft.com/office/drawing/2014/main" id="{691B66C9-D952-A349-AA3D-8A952827CD02}"/>
              </a:ext>
            </a:extLst>
          </p:cNvPr>
          <p:cNvSpPr txBox="1">
            <a:spLocks noChangeArrowheads="1"/>
          </p:cNvSpPr>
          <p:nvPr/>
        </p:nvSpPr>
        <p:spPr bwMode="auto">
          <a:xfrm rot="5400000">
            <a:off x="599678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6" name="Line 47">
            <a:extLst>
              <a:ext uri="{FF2B5EF4-FFF2-40B4-BE49-F238E27FC236}">
                <a16:creationId xmlns:a16="http://schemas.microsoft.com/office/drawing/2014/main" id="{FBF9C357-87F1-3746-963C-B937EE8E3162}"/>
              </a:ext>
            </a:extLst>
          </p:cNvPr>
          <p:cNvSpPr>
            <a:spLocks noChangeShapeType="1"/>
          </p:cNvSpPr>
          <p:nvPr/>
        </p:nvSpPr>
        <p:spPr bwMode="auto">
          <a:xfrm flipH="1" flipV="1">
            <a:off x="2942035" y="3452813"/>
            <a:ext cx="812006" cy="446485"/>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6367" name="Line 48">
            <a:extLst>
              <a:ext uri="{FF2B5EF4-FFF2-40B4-BE49-F238E27FC236}">
                <a16:creationId xmlns:a16="http://schemas.microsoft.com/office/drawing/2014/main" id="{8246A160-43FF-DB4F-92C4-70B21D810E30}"/>
              </a:ext>
            </a:extLst>
          </p:cNvPr>
          <p:cNvSpPr>
            <a:spLocks noChangeShapeType="1"/>
          </p:cNvSpPr>
          <p:nvPr/>
        </p:nvSpPr>
        <p:spPr bwMode="auto">
          <a:xfrm flipH="1">
            <a:off x="2942035" y="4046935"/>
            <a:ext cx="812006" cy="446484"/>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38962" name="Rectangle 49">
            <a:extLst>
              <a:ext uri="{FF2B5EF4-FFF2-40B4-BE49-F238E27FC236}">
                <a16:creationId xmlns:a16="http://schemas.microsoft.com/office/drawing/2014/main" id="{B2CBB560-4C6E-8847-8546-7BF7F07B032F}"/>
              </a:ext>
            </a:extLst>
          </p:cNvPr>
          <p:cNvSpPr>
            <a:spLocks noChangeArrowheads="1"/>
          </p:cNvSpPr>
          <p:nvPr/>
        </p:nvSpPr>
        <p:spPr bwMode="auto">
          <a:xfrm>
            <a:off x="6477000"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3" name="Rectangle 50">
            <a:extLst>
              <a:ext uri="{FF2B5EF4-FFF2-40B4-BE49-F238E27FC236}">
                <a16:creationId xmlns:a16="http://schemas.microsoft.com/office/drawing/2014/main" id="{06B03935-C271-D64C-B98F-B09286361B38}"/>
              </a:ext>
            </a:extLst>
          </p:cNvPr>
          <p:cNvSpPr>
            <a:spLocks noChangeArrowheads="1"/>
          </p:cNvSpPr>
          <p:nvPr/>
        </p:nvSpPr>
        <p:spPr bwMode="auto">
          <a:xfrm>
            <a:off x="6494860"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4" name="Rectangle 51">
            <a:extLst>
              <a:ext uri="{FF2B5EF4-FFF2-40B4-BE49-F238E27FC236}">
                <a16:creationId xmlns:a16="http://schemas.microsoft.com/office/drawing/2014/main" id="{98B54E87-152A-4C42-9755-6419876191F5}"/>
              </a:ext>
            </a:extLst>
          </p:cNvPr>
          <p:cNvSpPr>
            <a:spLocks noChangeArrowheads="1"/>
          </p:cNvSpPr>
          <p:nvPr/>
        </p:nvSpPr>
        <p:spPr bwMode="auto">
          <a:xfrm>
            <a:off x="1603772"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5" name="Rectangle 52">
            <a:extLst>
              <a:ext uri="{FF2B5EF4-FFF2-40B4-BE49-F238E27FC236}">
                <a16:creationId xmlns:a16="http://schemas.microsoft.com/office/drawing/2014/main" id="{C39769B3-FAC3-0849-B720-655EB38B9D39}"/>
              </a:ext>
            </a:extLst>
          </p:cNvPr>
          <p:cNvSpPr>
            <a:spLocks noChangeArrowheads="1"/>
          </p:cNvSpPr>
          <p:nvPr/>
        </p:nvSpPr>
        <p:spPr bwMode="auto">
          <a:xfrm flipH="1">
            <a:off x="5355431" y="3228975"/>
            <a:ext cx="347663"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6" name="Rectangle 53">
            <a:extLst>
              <a:ext uri="{FF2B5EF4-FFF2-40B4-BE49-F238E27FC236}">
                <a16:creationId xmlns:a16="http://schemas.microsoft.com/office/drawing/2014/main" id="{7B4D5F5E-E9A7-3E45-9815-025247A2A59A}"/>
              </a:ext>
            </a:extLst>
          </p:cNvPr>
          <p:cNvSpPr>
            <a:spLocks noChangeArrowheads="1"/>
          </p:cNvSpPr>
          <p:nvPr/>
        </p:nvSpPr>
        <p:spPr bwMode="auto">
          <a:xfrm flipH="1">
            <a:off x="5355431" y="4408885"/>
            <a:ext cx="347663"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7" name="Rectangle 54">
            <a:extLst>
              <a:ext uri="{FF2B5EF4-FFF2-40B4-BE49-F238E27FC236}">
                <a16:creationId xmlns:a16="http://schemas.microsoft.com/office/drawing/2014/main" id="{D0ECDFC8-C1DA-C843-9536-00CEF66D4399}"/>
              </a:ext>
            </a:extLst>
          </p:cNvPr>
          <p:cNvSpPr>
            <a:spLocks noChangeArrowheads="1"/>
          </p:cNvSpPr>
          <p:nvPr/>
        </p:nvSpPr>
        <p:spPr bwMode="auto">
          <a:xfrm>
            <a:off x="1603772"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8" name="Rectangle 55">
            <a:extLst>
              <a:ext uri="{FF2B5EF4-FFF2-40B4-BE49-F238E27FC236}">
                <a16:creationId xmlns:a16="http://schemas.microsoft.com/office/drawing/2014/main" id="{1D16A143-5824-1845-8A44-B74740E3B586}"/>
              </a:ext>
            </a:extLst>
          </p:cNvPr>
          <p:cNvSpPr>
            <a:spLocks noChangeArrowheads="1"/>
          </p:cNvSpPr>
          <p:nvPr/>
        </p:nvSpPr>
        <p:spPr bwMode="auto">
          <a:xfrm>
            <a:off x="2156222"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69" name="Rectangle 56">
            <a:extLst>
              <a:ext uri="{FF2B5EF4-FFF2-40B4-BE49-F238E27FC236}">
                <a16:creationId xmlns:a16="http://schemas.microsoft.com/office/drawing/2014/main" id="{50D84029-DF30-FF46-BF9C-568146D5D93A}"/>
              </a:ext>
            </a:extLst>
          </p:cNvPr>
          <p:cNvSpPr>
            <a:spLocks noChangeArrowheads="1"/>
          </p:cNvSpPr>
          <p:nvPr/>
        </p:nvSpPr>
        <p:spPr bwMode="auto">
          <a:xfrm>
            <a:off x="2156222"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0" name="Rectangle 57">
            <a:extLst>
              <a:ext uri="{FF2B5EF4-FFF2-40B4-BE49-F238E27FC236}">
                <a16:creationId xmlns:a16="http://schemas.microsoft.com/office/drawing/2014/main" id="{643B62C0-F183-004F-A682-724A5AA67662}"/>
              </a:ext>
            </a:extLst>
          </p:cNvPr>
          <p:cNvSpPr>
            <a:spLocks noChangeArrowheads="1"/>
          </p:cNvSpPr>
          <p:nvPr/>
        </p:nvSpPr>
        <p:spPr bwMode="auto">
          <a:xfrm flipH="1">
            <a:off x="5916216"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1" name="Rectangle 58">
            <a:extLst>
              <a:ext uri="{FF2B5EF4-FFF2-40B4-BE49-F238E27FC236}">
                <a16:creationId xmlns:a16="http://schemas.microsoft.com/office/drawing/2014/main" id="{C1C7AE77-7A53-584B-9E38-23649DF9C407}"/>
              </a:ext>
            </a:extLst>
          </p:cNvPr>
          <p:cNvSpPr>
            <a:spLocks noChangeArrowheads="1"/>
          </p:cNvSpPr>
          <p:nvPr/>
        </p:nvSpPr>
        <p:spPr bwMode="auto">
          <a:xfrm flipH="1">
            <a:off x="5924550"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56378" name="Text Box 59">
            <a:extLst>
              <a:ext uri="{FF2B5EF4-FFF2-40B4-BE49-F238E27FC236}">
                <a16:creationId xmlns:a16="http://schemas.microsoft.com/office/drawing/2014/main" id="{6188541B-559E-B443-B0E2-B37502D90DFF}"/>
              </a:ext>
            </a:extLst>
          </p:cNvPr>
          <p:cNvSpPr txBox="1">
            <a:spLocks noChangeArrowheads="1"/>
          </p:cNvSpPr>
          <p:nvPr/>
        </p:nvSpPr>
        <p:spPr bwMode="auto">
          <a:xfrm>
            <a:off x="1223963" y="1620441"/>
            <a:ext cx="1935145" cy="923330"/>
          </a:xfrm>
          <a:prstGeom prst="rect">
            <a:avLst/>
          </a:prstGeom>
          <a:solidFill>
            <a:srgbClr val="CCFFFF"/>
          </a:solidFill>
          <a:ln w="2857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3</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网络层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2</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数据链路层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1</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物理层</a:t>
            </a:r>
          </a:p>
        </p:txBody>
      </p:sp>
      <p:sp>
        <p:nvSpPr>
          <p:cNvPr id="56379" name="灯片编号占位符 1">
            <a:extLst>
              <a:ext uri="{FF2B5EF4-FFF2-40B4-BE49-F238E27FC236}">
                <a16:creationId xmlns:a16="http://schemas.microsoft.com/office/drawing/2014/main" id="{FC5A30A5-17F7-0A4F-8180-B36A9781775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E413D1-3E97-9D44-9D73-1219C12B929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8349258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2">
            <a:extLst>
              <a:ext uri="{FF2B5EF4-FFF2-40B4-BE49-F238E27FC236}">
                <a16:creationId xmlns:a16="http://schemas.microsoft.com/office/drawing/2014/main" id="{739B86FC-CC68-3943-9600-4C85D39D387F}"/>
              </a:ext>
            </a:extLst>
          </p:cNvPr>
          <p:cNvSpPr>
            <a:spLocks noGrp="1" noChangeArrowheads="1"/>
          </p:cNvSpPr>
          <p:nvPr>
            <p:ph type="title"/>
          </p:nvPr>
        </p:nvSpPr>
        <p:spPr>
          <a:xfrm>
            <a:off x="148591" y="303610"/>
            <a:ext cx="7717870" cy="576263"/>
          </a:xfrm>
        </p:spPr>
        <p:txBody>
          <a:bodyPr/>
          <a:lstStyle/>
          <a:p>
            <a:pPr eaLnBrk="1" hangingPunct="1"/>
            <a:r>
              <a:rPr lang="zh-CN" altLang="en-US" sz="3000" dirty="0">
                <a:latin typeface="微软雅黑" panose="020B0503020204020204" pitchFamily="34" charset="-122"/>
                <a:ea typeface="宋体" panose="02010600030101010101" pitchFamily="2" charset="-122"/>
              </a:rPr>
              <a:t>输入端口对线路上收到的分组的处理 </a:t>
            </a:r>
          </a:p>
        </p:txBody>
      </p:sp>
      <p:sp>
        <p:nvSpPr>
          <p:cNvPr id="58370" name="Rectangle 3">
            <a:extLst>
              <a:ext uri="{FF2B5EF4-FFF2-40B4-BE49-F238E27FC236}">
                <a16:creationId xmlns:a16="http://schemas.microsoft.com/office/drawing/2014/main" id="{82ADA02E-14E9-FD40-86EE-41E5504223D2}"/>
              </a:ext>
            </a:extLst>
          </p:cNvPr>
          <p:cNvSpPr>
            <a:spLocks noGrp="1" noChangeArrowheads="1"/>
          </p:cNvSpPr>
          <p:nvPr>
            <p:ph type="body" idx="1"/>
          </p:nvPr>
        </p:nvSpPr>
        <p:spPr>
          <a:xfrm>
            <a:off x="128351" y="998935"/>
            <a:ext cx="8835381" cy="1285875"/>
          </a:xfrm>
        </p:spPr>
        <p:txBody>
          <a:bodyPr/>
          <a:lstStyle/>
          <a:p>
            <a:pPr algn="just" eaLnBrk="1" hangingPunct="1"/>
            <a:r>
              <a:rPr lang="zh-CN" altLang="en-US" dirty="0">
                <a:latin typeface="微软雅黑" panose="020B0503020204020204" pitchFamily="34" charset="-122"/>
                <a:ea typeface="宋体" panose="02010600030101010101" pitchFamily="2" charset="-122"/>
              </a:rPr>
              <a:t>数据链路层剥去帧首部和尾部后，将分组送到网络层的队列中排队等待处理。这会产生一定的时延。 </a:t>
            </a:r>
          </a:p>
        </p:txBody>
      </p:sp>
      <p:sp>
        <p:nvSpPr>
          <p:cNvPr id="58371" name="Rectangle 4">
            <a:extLst>
              <a:ext uri="{FF2B5EF4-FFF2-40B4-BE49-F238E27FC236}">
                <a16:creationId xmlns:a16="http://schemas.microsoft.com/office/drawing/2014/main" id="{07A502EC-5BA0-4141-8F28-C4C32CEF5DA5}"/>
              </a:ext>
            </a:extLst>
          </p:cNvPr>
          <p:cNvSpPr>
            <a:spLocks noChangeArrowheads="1"/>
          </p:cNvSpPr>
          <p:nvPr/>
        </p:nvSpPr>
        <p:spPr bwMode="auto">
          <a:xfrm>
            <a:off x="1944291" y="2470548"/>
            <a:ext cx="5018484" cy="1996678"/>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3014" name="Rectangle 5">
            <a:extLst>
              <a:ext uri="{FF2B5EF4-FFF2-40B4-BE49-F238E27FC236}">
                <a16:creationId xmlns:a16="http://schemas.microsoft.com/office/drawing/2014/main" id="{468BE637-BBEA-FC4B-B63D-35DDC2A351FD}"/>
              </a:ext>
            </a:extLst>
          </p:cNvPr>
          <p:cNvSpPr>
            <a:spLocks noChangeArrowheads="1"/>
          </p:cNvSpPr>
          <p:nvPr/>
        </p:nvSpPr>
        <p:spPr bwMode="auto">
          <a:xfrm>
            <a:off x="2277666" y="3265885"/>
            <a:ext cx="1004888" cy="59888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3015" name="Rectangle 6">
            <a:extLst>
              <a:ext uri="{FF2B5EF4-FFF2-40B4-BE49-F238E27FC236}">
                <a16:creationId xmlns:a16="http://schemas.microsoft.com/office/drawing/2014/main" id="{9AAAA26E-89EA-4F4C-8DF6-CC11A40521CA}"/>
              </a:ext>
            </a:extLst>
          </p:cNvPr>
          <p:cNvSpPr>
            <a:spLocks noChangeArrowheads="1"/>
          </p:cNvSpPr>
          <p:nvPr/>
        </p:nvSpPr>
        <p:spPr bwMode="auto">
          <a:xfrm>
            <a:off x="3704035" y="3068241"/>
            <a:ext cx="1003697" cy="99536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3016" name="Rectangle 7">
            <a:extLst>
              <a:ext uri="{FF2B5EF4-FFF2-40B4-BE49-F238E27FC236}">
                <a16:creationId xmlns:a16="http://schemas.microsoft.com/office/drawing/2014/main" id="{EEB9CF82-D186-9B45-B2C4-CCCE3B09B500}"/>
              </a:ext>
            </a:extLst>
          </p:cNvPr>
          <p:cNvSpPr>
            <a:spLocks noChangeArrowheads="1"/>
          </p:cNvSpPr>
          <p:nvPr/>
        </p:nvSpPr>
        <p:spPr bwMode="auto">
          <a:xfrm>
            <a:off x="5201841" y="2663429"/>
            <a:ext cx="1426369" cy="15454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8375" name="Line 8">
            <a:extLst>
              <a:ext uri="{FF2B5EF4-FFF2-40B4-BE49-F238E27FC236}">
                <a16:creationId xmlns:a16="http://schemas.microsoft.com/office/drawing/2014/main" id="{71BD2CC0-4146-ED43-9BD4-B0673FBCCBE6}"/>
              </a:ext>
            </a:extLst>
          </p:cNvPr>
          <p:cNvSpPr>
            <a:spLocks noChangeShapeType="1"/>
          </p:cNvSpPr>
          <p:nvPr/>
        </p:nvSpPr>
        <p:spPr bwMode="auto">
          <a:xfrm flipV="1">
            <a:off x="1763317" y="3565922"/>
            <a:ext cx="534590" cy="3572"/>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6" name="Line 9">
            <a:extLst>
              <a:ext uri="{FF2B5EF4-FFF2-40B4-BE49-F238E27FC236}">
                <a16:creationId xmlns:a16="http://schemas.microsoft.com/office/drawing/2014/main" id="{8678BDE1-F4C2-0949-BB2B-EE5123668BC8}"/>
              </a:ext>
            </a:extLst>
          </p:cNvPr>
          <p:cNvSpPr>
            <a:spLocks noChangeShapeType="1"/>
          </p:cNvSpPr>
          <p:nvPr/>
        </p:nvSpPr>
        <p:spPr bwMode="auto">
          <a:xfrm>
            <a:off x="3282554" y="3565922"/>
            <a:ext cx="421481"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7" name="Line 10">
            <a:extLst>
              <a:ext uri="{FF2B5EF4-FFF2-40B4-BE49-F238E27FC236}">
                <a16:creationId xmlns:a16="http://schemas.microsoft.com/office/drawing/2014/main" id="{0449B759-BEF7-494C-8914-50D394D32436}"/>
              </a:ext>
            </a:extLst>
          </p:cNvPr>
          <p:cNvSpPr>
            <a:spLocks noChangeShapeType="1"/>
          </p:cNvSpPr>
          <p:nvPr/>
        </p:nvSpPr>
        <p:spPr bwMode="auto">
          <a:xfrm>
            <a:off x="4723210" y="3565922"/>
            <a:ext cx="485775"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8" name="Line 11">
            <a:extLst>
              <a:ext uri="{FF2B5EF4-FFF2-40B4-BE49-F238E27FC236}">
                <a16:creationId xmlns:a16="http://schemas.microsoft.com/office/drawing/2014/main" id="{7300349B-A884-2645-80E6-7198E32377AE}"/>
              </a:ext>
            </a:extLst>
          </p:cNvPr>
          <p:cNvSpPr>
            <a:spLocks noChangeShapeType="1"/>
          </p:cNvSpPr>
          <p:nvPr/>
        </p:nvSpPr>
        <p:spPr bwMode="auto">
          <a:xfrm>
            <a:off x="6628210" y="3565922"/>
            <a:ext cx="66913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9" name="Line 12">
            <a:extLst>
              <a:ext uri="{FF2B5EF4-FFF2-40B4-BE49-F238E27FC236}">
                <a16:creationId xmlns:a16="http://schemas.microsoft.com/office/drawing/2014/main" id="{C8C46347-C5AA-E045-9D4C-7B137EAEF77D}"/>
              </a:ext>
            </a:extLst>
          </p:cNvPr>
          <p:cNvSpPr>
            <a:spLocks noChangeShapeType="1"/>
          </p:cNvSpPr>
          <p:nvPr/>
        </p:nvSpPr>
        <p:spPr bwMode="auto">
          <a:xfrm>
            <a:off x="7297341" y="2341960"/>
            <a:ext cx="0" cy="2253853"/>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0" name="Freeform 13">
            <a:extLst>
              <a:ext uri="{FF2B5EF4-FFF2-40B4-BE49-F238E27FC236}">
                <a16:creationId xmlns:a16="http://schemas.microsoft.com/office/drawing/2014/main" id="{A36FF468-C8AE-2042-9F41-534C7420E82A}"/>
              </a:ext>
            </a:extLst>
          </p:cNvPr>
          <p:cNvSpPr>
            <a:spLocks/>
          </p:cNvSpPr>
          <p:nvPr/>
        </p:nvSpPr>
        <p:spPr bwMode="auto">
          <a:xfrm>
            <a:off x="5439966" y="3307556"/>
            <a:ext cx="1019175" cy="51554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solidFill>
            <a:srgbClr val="FFFF99"/>
          </a:solidFill>
          <a:ln w="28575" cmpd="sng">
            <a:solidFill>
              <a:srgbClr val="33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381" name="Line 14">
            <a:extLst>
              <a:ext uri="{FF2B5EF4-FFF2-40B4-BE49-F238E27FC236}">
                <a16:creationId xmlns:a16="http://schemas.microsoft.com/office/drawing/2014/main" id="{CFF26FC0-DFD1-7340-8133-719F3389D072}"/>
              </a:ext>
            </a:extLst>
          </p:cNvPr>
          <p:cNvSpPr>
            <a:spLocks noChangeShapeType="1"/>
          </p:cNvSpPr>
          <p:nvPr/>
        </p:nvSpPr>
        <p:spPr bwMode="auto">
          <a:xfrm>
            <a:off x="6338888"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2" name="Line 15">
            <a:extLst>
              <a:ext uri="{FF2B5EF4-FFF2-40B4-BE49-F238E27FC236}">
                <a16:creationId xmlns:a16="http://schemas.microsoft.com/office/drawing/2014/main" id="{0AB09724-EBA5-124B-A6CF-33241FC45226}"/>
              </a:ext>
            </a:extLst>
          </p:cNvPr>
          <p:cNvSpPr>
            <a:spLocks noChangeShapeType="1"/>
          </p:cNvSpPr>
          <p:nvPr/>
        </p:nvSpPr>
        <p:spPr bwMode="auto">
          <a:xfrm>
            <a:off x="6219825"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3" name="Line 16">
            <a:extLst>
              <a:ext uri="{FF2B5EF4-FFF2-40B4-BE49-F238E27FC236}">
                <a16:creationId xmlns:a16="http://schemas.microsoft.com/office/drawing/2014/main" id="{D0A84F2E-11AB-694B-A15F-134E03B91A62}"/>
              </a:ext>
            </a:extLst>
          </p:cNvPr>
          <p:cNvSpPr>
            <a:spLocks noChangeShapeType="1"/>
          </p:cNvSpPr>
          <p:nvPr/>
        </p:nvSpPr>
        <p:spPr bwMode="auto">
          <a:xfrm>
            <a:off x="6098381"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4" name="Line 17">
            <a:extLst>
              <a:ext uri="{FF2B5EF4-FFF2-40B4-BE49-F238E27FC236}">
                <a16:creationId xmlns:a16="http://schemas.microsoft.com/office/drawing/2014/main" id="{FBEA30AE-87BD-9544-AA72-FD599AAFA08F}"/>
              </a:ext>
            </a:extLst>
          </p:cNvPr>
          <p:cNvSpPr>
            <a:spLocks noChangeShapeType="1"/>
          </p:cNvSpPr>
          <p:nvPr/>
        </p:nvSpPr>
        <p:spPr bwMode="auto">
          <a:xfrm>
            <a:off x="5979319"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5" name="Line 18">
            <a:extLst>
              <a:ext uri="{FF2B5EF4-FFF2-40B4-BE49-F238E27FC236}">
                <a16:creationId xmlns:a16="http://schemas.microsoft.com/office/drawing/2014/main" id="{59E42159-8E26-8244-B650-80C47F43F92C}"/>
              </a:ext>
            </a:extLst>
          </p:cNvPr>
          <p:cNvSpPr>
            <a:spLocks noChangeShapeType="1"/>
          </p:cNvSpPr>
          <p:nvPr/>
        </p:nvSpPr>
        <p:spPr bwMode="auto">
          <a:xfrm>
            <a:off x="5860256"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6" name="Line 19">
            <a:extLst>
              <a:ext uri="{FF2B5EF4-FFF2-40B4-BE49-F238E27FC236}">
                <a16:creationId xmlns:a16="http://schemas.microsoft.com/office/drawing/2014/main" id="{855E934E-D8B9-C849-811A-88993B1237EF}"/>
              </a:ext>
            </a:extLst>
          </p:cNvPr>
          <p:cNvSpPr>
            <a:spLocks noChangeShapeType="1"/>
          </p:cNvSpPr>
          <p:nvPr/>
        </p:nvSpPr>
        <p:spPr bwMode="auto">
          <a:xfrm>
            <a:off x="5740004"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7" name="Text Box 20">
            <a:extLst>
              <a:ext uri="{FF2B5EF4-FFF2-40B4-BE49-F238E27FC236}">
                <a16:creationId xmlns:a16="http://schemas.microsoft.com/office/drawing/2014/main" id="{DA925FA1-4EDB-D54D-94DD-CD4A4020AE48}"/>
              </a:ext>
            </a:extLst>
          </p:cNvPr>
          <p:cNvSpPr txBox="1">
            <a:spLocks noChangeArrowheads="1"/>
          </p:cNvSpPr>
          <p:nvPr/>
        </p:nvSpPr>
        <p:spPr bwMode="auto">
          <a:xfrm>
            <a:off x="5411391" y="2719387"/>
            <a:ext cx="114646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a:t>
            </a:r>
          </a:p>
        </p:txBody>
      </p:sp>
      <p:sp>
        <p:nvSpPr>
          <p:cNvPr id="58388" name="Text Box 21">
            <a:extLst>
              <a:ext uri="{FF2B5EF4-FFF2-40B4-BE49-F238E27FC236}">
                <a16:creationId xmlns:a16="http://schemas.microsoft.com/office/drawing/2014/main" id="{77EF05E8-8428-024F-A061-D20F3E5E7236}"/>
              </a:ext>
            </a:extLst>
          </p:cNvPr>
          <p:cNvSpPr txBox="1">
            <a:spLocks noChangeArrowheads="1"/>
          </p:cNvSpPr>
          <p:nvPr/>
        </p:nvSpPr>
        <p:spPr bwMode="auto">
          <a:xfrm>
            <a:off x="5500687" y="3818335"/>
            <a:ext cx="3000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p>
        </p:txBody>
      </p:sp>
      <p:sp>
        <p:nvSpPr>
          <p:cNvPr id="58389" name="Text Box 22">
            <a:extLst>
              <a:ext uri="{FF2B5EF4-FFF2-40B4-BE49-F238E27FC236}">
                <a16:creationId xmlns:a16="http://schemas.microsoft.com/office/drawing/2014/main" id="{A4E32B98-1AA8-334E-AB3C-F1944517306C}"/>
              </a:ext>
            </a:extLst>
          </p:cNvPr>
          <p:cNvSpPr txBox="1">
            <a:spLocks noChangeArrowheads="1"/>
          </p:cNvSpPr>
          <p:nvPr/>
        </p:nvSpPr>
        <p:spPr bwMode="auto">
          <a:xfrm>
            <a:off x="7348537" y="2968229"/>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58390" name="Text Box 23">
            <a:extLst>
              <a:ext uri="{FF2B5EF4-FFF2-40B4-BE49-F238E27FC236}">
                <a16:creationId xmlns:a16="http://schemas.microsoft.com/office/drawing/2014/main" id="{19E4D182-87DC-7647-B074-33A95EE923D0}"/>
              </a:ext>
            </a:extLst>
          </p:cNvPr>
          <p:cNvSpPr txBox="1">
            <a:spLocks noChangeArrowheads="1"/>
          </p:cNvSpPr>
          <p:nvPr/>
        </p:nvSpPr>
        <p:spPr bwMode="auto">
          <a:xfrm>
            <a:off x="3558779" y="2139554"/>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输入端口的处理</a:t>
            </a:r>
          </a:p>
        </p:txBody>
      </p:sp>
      <p:sp>
        <p:nvSpPr>
          <p:cNvPr id="58391" name="Text Box 24">
            <a:extLst>
              <a:ext uri="{FF2B5EF4-FFF2-40B4-BE49-F238E27FC236}">
                <a16:creationId xmlns:a16="http://schemas.microsoft.com/office/drawing/2014/main" id="{4F4B26D5-8122-3F49-B7A9-508812628329}"/>
              </a:ext>
            </a:extLst>
          </p:cNvPr>
          <p:cNvSpPr txBox="1">
            <a:spLocks noChangeArrowheads="1"/>
          </p:cNvSpPr>
          <p:nvPr/>
        </p:nvSpPr>
        <p:spPr bwMode="auto">
          <a:xfrm>
            <a:off x="1450181" y="2762250"/>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从</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接</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收</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58392" name="Text Box 25">
            <a:extLst>
              <a:ext uri="{FF2B5EF4-FFF2-40B4-BE49-F238E27FC236}">
                <a16:creationId xmlns:a16="http://schemas.microsoft.com/office/drawing/2014/main" id="{E3593012-59A7-924A-8800-46C64C93C059}"/>
              </a:ext>
            </a:extLst>
          </p:cNvPr>
          <p:cNvSpPr txBox="1">
            <a:spLocks noChangeArrowheads="1"/>
          </p:cNvSpPr>
          <p:nvPr/>
        </p:nvSpPr>
        <p:spPr bwMode="auto">
          <a:xfrm>
            <a:off x="5449491" y="3839766"/>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查表和转发</a:t>
            </a:r>
          </a:p>
        </p:txBody>
      </p:sp>
      <p:sp>
        <p:nvSpPr>
          <p:cNvPr id="58393" name="灯片编号占位符 1">
            <a:extLst>
              <a:ext uri="{FF2B5EF4-FFF2-40B4-BE49-F238E27FC236}">
                <a16:creationId xmlns:a16="http://schemas.microsoft.com/office/drawing/2014/main" id="{F1A53778-9398-7744-AFD5-6033642887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87FB2D-FE78-1848-9B2A-8C648091471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0560060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2">
            <a:extLst>
              <a:ext uri="{FF2B5EF4-FFF2-40B4-BE49-F238E27FC236}">
                <a16:creationId xmlns:a16="http://schemas.microsoft.com/office/drawing/2014/main" id="{8588629D-3598-804A-B4E1-93AABFF163C2}"/>
              </a:ext>
            </a:extLst>
          </p:cNvPr>
          <p:cNvSpPr>
            <a:spLocks noGrp="1" noChangeArrowheads="1"/>
          </p:cNvSpPr>
          <p:nvPr>
            <p:ph type="title"/>
          </p:nvPr>
        </p:nvSpPr>
        <p:spPr>
          <a:xfrm>
            <a:off x="160020" y="288131"/>
            <a:ext cx="8766810" cy="576263"/>
          </a:xfrm>
        </p:spPr>
        <p:txBody>
          <a:bodyPr/>
          <a:lstStyle/>
          <a:p>
            <a:pPr eaLnBrk="1" hangingPunct="1"/>
            <a:r>
              <a:rPr lang="zh-CN" altLang="en-US" dirty="0">
                <a:latin typeface="Arial Black" panose="020B0604020202020204" pitchFamily="34" charset="0"/>
                <a:ea typeface="宋体" panose="02010600030101010101" pitchFamily="2" charset="-122"/>
              </a:rPr>
              <a:t>输出端口将交换结构传送来的分组发送到线路 </a:t>
            </a:r>
          </a:p>
        </p:txBody>
      </p:sp>
      <p:sp>
        <p:nvSpPr>
          <p:cNvPr id="60418" name="Rectangle 3">
            <a:extLst>
              <a:ext uri="{FF2B5EF4-FFF2-40B4-BE49-F238E27FC236}">
                <a16:creationId xmlns:a16="http://schemas.microsoft.com/office/drawing/2014/main" id="{F2C2CB6B-AE1B-8B46-BE14-739C0130866E}"/>
              </a:ext>
            </a:extLst>
          </p:cNvPr>
          <p:cNvSpPr>
            <a:spLocks noGrp="1" noChangeArrowheads="1"/>
          </p:cNvSpPr>
          <p:nvPr>
            <p:ph type="body" idx="1"/>
          </p:nvPr>
        </p:nvSpPr>
        <p:spPr>
          <a:xfrm>
            <a:off x="150019" y="1019769"/>
            <a:ext cx="8766799" cy="1284685"/>
          </a:xfrm>
        </p:spPr>
        <p:txBody>
          <a:bodyPr/>
          <a:lstStyle/>
          <a:p>
            <a:pPr algn="just" eaLnBrk="1" hangingPunct="1"/>
            <a:r>
              <a:rPr lang="zh-CN" altLang="en-US" dirty="0">
                <a:latin typeface="Arial Black" panose="020B0604020202020204" pitchFamily="34" charset="0"/>
                <a:ea typeface="宋体" panose="02010600030101010101" pitchFamily="2" charset="-122"/>
              </a:rPr>
              <a:t>当交换结构传送过来的分组先进行缓存。数据链路层处理模块将分组加上链路层的首部和尾部，交给物理层后发送到外部线路。 </a:t>
            </a:r>
          </a:p>
        </p:txBody>
      </p:sp>
      <p:sp>
        <p:nvSpPr>
          <p:cNvPr id="60419" name="Rectangle 4">
            <a:extLst>
              <a:ext uri="{FF2B5EF4-FFF2-40B4-BE49-F238E27FC236}">
                <a16:creationId xmlns:a16="http://schemas.microsoft.com/office/drawing/2014/main" id="{C239D660-94C8-3648-A8DE-324A9802B8CF}"/>
              </a:ext>
            </a:extLst>
          </p:cNvPr>
          <p:cNvSpPr>
            <a:spLocks noChangeArrowheads="1"/>
          </p:cNvSpPr>
          <p:nvPr/>
        </p:nvSpPr>
        <p:spPr bwMode="auto">
          <a:xfrm>
            <a:off x="2131219" y="2628901"/>
            <a:ext cx="5013722" cy="2002631"/>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5062" name="Rectangle 5">
            <a:extLst>
              <a:ext uri="{FF2B5EF4-FFF2-40B4-BE49-F238E27FC236}">
                <a16:creationId xmlns:a16="http://schemas.microsoft.com/office/drawing/2014/main" id="{D17A40F9-A463-3F48-8612-78021A1BEDF6}"/>
              </a:ext>
            </a:extLst>
          </p:cNvPr>
          <p:cNvSpPr>
            <a:spLocks noChangeArrowheads="1"/>
          </p:cNvSpPr>
          <p:nvPr/>
        </p:nvSpPr>
        <p:spPr bwMode="auto">
          <a:xfrm>
            <a:off x="5809060" y="3426619"/>
            <a:ext cx="1001315" cy="600075"/>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5063" name="Rectangle 6">
            <a:extLst>
              <a:ext uri="{FF2B5EF4-FFF2-40B4-BE49-F238E27FC236}">
                <a16:creationId xmlns:a16="http://schemas.microsoft.com/office/drawing/2014/main" id="{8F3186F5-F8BF-A146-838E-09F628E09ACA}"/>
              </a:ext>
            </a:extLst>
          </p:cNvPr>
          <p:cNvSpPr>
            <a:spLocks noChangeArrowheads="1"/>
          </p:cNvSpPr>
          <p:nvPr/>
        </p:nvSpPr>
        <p:spPr bwMode="auto">
          <a:xfrm>
            <a:off x="4385073" y="3228975"/>
            <a:ext cx="1001315" cy="99774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5064" name="Rectangle 7">
            <a:extLst>
              <a:ext uri="{FF2B5EF4-FFF2-40B4-BE49-F238E27FC236}">
                <a16:creationId xmlns:a16="http://schemas.microsoft.com/office/drawing/2014/main" id="{640CFF2F-20B4-0D4A-84AD-50153E4DF961}"/>
              </a:ext>
            </a:extLst>
          </p:cNvPr>
          <p:cNvSpPr>
            <a:spLocks noChangeArrowheads="1"/>
          </p:cNvSpPr>
          <p:nvPr/>
        </p:nvSpPr>
        <p:spPr bwMode="auto">
          <a:xfrm>
            <a:off x="2465785" y="2821782"/>
            <a:ext cx="1425178" cy="155019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0423" name="Line 8">
            <a:extLst>
              <a:ext uri="{FF2B5EF4-FFF2-40B4-BE49-F238E27FC236}">
                <a16:creationId xmlns:a16="http://schemas.microsoft.com/office/drawing/2014/main" id="{90A15270-7177-CB44-89BA-55BB0DA795C5}"/>
              </a:ext>
            </a:extLst>
          </p:cNvPr>
          <p:cNvSpPr>
            <a:spLocks noChangeShapeType="1"/>
          </p:cNvSpPr>
          <p:nvPr/>
        </p:nvSpPr>
        <p:spPr bwMode="auto">
          <a:xfrm flipV="1">
            <a:off x="6790135" y="3727847"/>
            <a:ext cx="50958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4" name="Line 9">
            <a:extLst>
              <a:ext uri="{FF2B5EF4-FFF2-40B4-BE49-F238E27FC236}">
                <a16:creationId xmlns:a16="http://schemas.microsoft.com/office/drawing/2014/main" id="{44DE1B64-A002-914A-AF61-F4A337584F5C}"/>
              </a:ext>
            </a:extLst>
          </p:cNvPr>
          <p:cNvSpPr>
            <a:spLocks noChangeShapeType="1"/>
          </p:cNvSpPr>
          <p:nvPr/>
        </p:nvSpPr>
        <p:spPr bwMode="auto">
          <a:xfrm>
            <a:off x="5386388" y="3727847"/>
            <a:ext cx="422672"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5" name="Line 10">
            <a:extLst>
              <a:ext uri="{FF2B5EF4-FFF2-40B4-BE49-F238E27FC236}">
                <a16:creationId xmlns:a16="http://schemas.microsoft.com/office/drawing/2014/main" id="{69286859-1D07-EF4F-8BF2-71A94A1DBEB0}"/>
              </a:ext>
            </a:extLst>
          </p:cNvPr>
          <p:cNvSpPr>
            <a:spLocks noChangeShapeType="1"/>
          </p:cNvSpPr>
          <p:nvPr/>
        </p:nvSpPr>
        <p:spPr bwMode="auto">
          <a:xfrm>
            <a:off x="3883819" y="3727847"/>
            <a:ext cx="48577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6" name="Line 11">
            <a:extLst>
              <a:ext uri="{FF2B5EF4-FFF2-40B4-BE49-F238E27FC236}">
                <a16:creationId xmlns:a16="http://schemas.microsoft.com/office/drawing/2014/main" id="{DDF6B62B-8A40-474B-89BA-2AAD6C140883}"/>
              </a:ext>
            </a:extLst>
          </p:cNvPr>
          <p:cNvSpPr>
            <a:spLocks noChangeShapeType="1"/>
          </p:cNvSpPr>
          <p:nvPr/>
        </p:nvSpPr>
        <p:spPr bwMode="auto">
          <a:xfrm>
            <a:off x="1797844" y="3727847"/>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7" name="Line 12">
            <a:extLst>
              <a:ext uri="{FF2B5EF4-FFF2-40B4-BE49-F238E27FC236}">
                <a16:creationId xmlns:a16="http://schemas.microsoft.com/office/drawing/2014/main" id="{43F364CD-0EE2-884C-A487-E3BA53EF0281}"/>
              </a:ext>
            </a:extLst>
          </p:cNvPr>
          <p:cNvSpPr>
            <a:spLocks noChangeShapeType="1"/>
          </p:cNvSpPr>
          <p:nvPr/>
        </p:nvSpPr>
        <p:spPr bwMode="auto">
          <a:xfrm>
            <a:off x="1797844" y="2500313"/>
            <a:ext cx="0" cy="22598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28" name="Freeform 13">
            <a:extLst>
              <a:ext uri="{FF2B5EF4-FFF2-40B4-BE49-F238E27FC236}">
                <a16:creationId xmlns:a16="http://schemas.microsoft.com/office/drawing/2014/main" id="{D412E1F9-BFA9-3D4B-B023-B3E297466000}"/>
              </a:ext>
            </a:extLst>
          </p:cNvPr>
          <p:cNvSpPr>
            <a:spLocks/>
          </p:cNvSpPr>
          <p:nvPr/>
        </p:nvSpPr>
        <p:spPr bwMode="auto">
          <a:xfrm>
            <a:off x="2634854" y="3468292"/>
            <a:ext cx="1016794" cy="51673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9" name="Line 14">
            <a:extLst>
              <a:ext uri="{FF2B5EF4-FFF2-40B4-BE49-F238E27FC236}">
                <a16:creationId xmlns:a16="http://schemas.microsoft.com/office/drawing/2014/main" id="{05C4D808-7972-7145-BBC8-D86987238909}"/>
              </a:ext>
            </a:extLst>
          </p:cNvPr>
          <p:cNvSpPr>
            <a:spLocks noChangeShapeType="1"/>
          </p:cNvSpPr>
          <p:nvPr/>
        </p:nvSpPr>
        <p:spPr bwMode="auto">
          <a:xfrm>
            <a:off x="293965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0" name="Line 15">
            <a:extLst>
              <a:ext uri="{FF2B5EF4-FFF2-40B4-BE49-F238E27FC236}">
                <a16:creationId xmlns:a16="http://schemas.microsoft.com/office/drawing/2014/main" id="{AD91707D-6EE4-5043-AFD2-5DB8C6A0B572}"/>
              </a:ext>
            </a:extLst>
          </p:cNvPr>
          <p:cNvSpPr>
            <a:spLocks noChangeShapeType="1"/>
          </p:cNvSpPr>
          <p:nvPr/>
        </p:nvSpPr>
        <p:spPr bwMode="auto">
          <a:xfrm>
            <a:off x="3058716"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1" name="Line 16">
            <a:extLst>
              <a:ext uri="{FF2B5EF4-FFF2-40B4-BE49-F238E27FC236}">
                <a16:creationId xmlns:a16="http://schemas.microsoft.com/office/drawing/2014/main" id="{354C9CB0-045A-A345-8933-28922E1FF47C}"/>
              </a:ext>
            </a:extLst>
          </p:cNvPr>
          <p:cNvSpPr>
            <a:spLocks noChangeShapeType="1"/>
          </p:cNvSpPr>
          <p:nvPr/>
        </p:nvSpPr>
        <p:spPr bwMode="auto">
          <a:xfrm>
            <a:off x="3178969"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2" name="Line 17">
            <a:extLst>
              <a:ext uri="{FF2B5EF4-FFF2-40B4-BE49-F238E27FC236}">
                <a16:creationId xmlns:a16="http://schemas.microsoft.com/office/drawing/2014/main" id="{2E8BBC9C-4D45-8544-892C-26DEC42AABFF}"/>
              </a:ext>
            </a:extLst>
          </p:cNvPr>
          <p:cNvSpPr>
            <a:spLocks noChangeShapeType="1"/>
          </p:cNvSpPr>
          <p:nvPr/>
        </p:nvSpPr>
        <p:spPr bwMode="auto">
          <a:xfrm>
            <a:off x="3299222"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3" name="Line 18">
            <a:extLst>
              <a:ext uri="{FF2B5EF4-FFF2-40B4-BE49-F238E27FC236}">
                <a16:creationId xmlns:a16="http://schemas.microsoft.com/office/drawing/2014/main" id="{A0BCBDF1-DE9A-9740-A72C-CEA8230B71AD}"/>
              </a:ext>
            </a:extLst>
          </p:cNvPr>
          <p:cNvSpPr>
            <a:spLocks noChangeShapeType="1"/>
          </p:cNvSpPr>
          <p:nvPr/>
        </p:nvSpPr>
        <p:spPr bwMode="auto">
          <a:xfrm>
            <a:off x="341709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4" name="Line 19">
            <a:extLst>
              <a:ext uri="{FF2B5EF4-FFF2-40B4-BE49-F238E27FC236}">
                <a16:creationId xmlns:a16="http://schemas.microsoft.com/office/drawing/2014/main" id="{C97B2990-65C4-B14A-9C1F-6F90BF7574D9}"/>
              </a:ext>
            </a:extLst>
          </p:cNvPr>
          <p:cNvSpPr>
            <a:spLocks noChangeShapeType="1"/>
          </p:cNvSpPr>
          <p:nvPr/>
        </p:nvSpPr>
        <p:spPr bwMode="auto">
          <a:xfrm>
            <a:off x="3537347"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5" name="Text Box 20">
            <a:extLst>
              <a:ext uri="{FF2B5EF4-FFF2-40B4-BE49-F238E27FC236}">
                <a16:creationId xmlns:a16="http://schemas.microsoft.com/office/drawing/2014/main" id="{0759C2D9-1CA1-8F42-B1C4-E84A46B0FA5B}"/>
              </a:ext>
            </a:extLst>
          </p:cNvPr>
          <p:cNvSpPr txBox="1">
            <a:spLocks noChangeArrowheads="1"/>
          </p:cNvSpPr>
          <p:nvPr/>
        </p:nvSpPr>
        <p:spPr bwMode="auto">
          <a:xfrm>
            <a:off x="2627710" y="2907507"/>
            <a:ext cx="1146468"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 </a:t>
            </a:r>
          </a:p>
        </p:txBody>
      </p:sp>
      <p:sp>
        <p:nvSpPr>
          <p:cNvPr id="60436" name="Text Box 21">
            <a:extLst>
              <a:ext uri="{FF2B5EF4-FFF2-40B4-BE49-F238E27FC236}">
                <a16:creationId xmlns:a16="http://schemas.microsoft.com/office/drawing/2014/main" id="{4D84623F-112C-5A4F-8411-D35BCF6316DE}"/>
              </a:ext>
            </a:extLst>
          </p:cNvPr>
          <p:cNvSpPr txBox="1">
            <a:spLocks noChangeArrowheads="1"/>
          </p:cNvSpPr>
          <p:nvPr/>
        </p:nvSpPr>
        <p:spPr bwMode="auto">
          <a:xfrm>
            <a:off x="3815954" y="2301479"/>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输出端口的处理</a:t>
            </a:r>
          </a:p>
        </p:txBody>
      </p:sp>
      <p:sp>
        <p:nvSpPr>
          <p:cNvPr id="60437" name="Text Box 22">
            <a:extLst>
              <a:ext uri="{FF2B5EF4-FFF2-40B4-BE49-F238E27FC236}">
                <a16:creationId xmlns:a16="http://schemas.microsoft.com/office/drawing/2014/main" id="{2FB9EF25-2C7D-084D-A92E-B2D478690A1C}"/>
              </a:ext>
            </a:extLst>
          </p:cNvPr>
          <p:cNvSpPr txBox="1">
            <a:spLocks noChangeArrowheads="1"/>
          </p:cNvSpPr>
          <p:nvPr/>
        </p:nvSpPr>
        <p:spPr bwMode="auto">
          <a:xfrm>
            <a:off x="7299722" y="2763441"/>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送</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60438" name="Text Box 23">
            <a:extLst>
              <a:ext uri="{FF2B5EF4-FFF2-40B4-BE49-F238E27FC236}">
                <a16:creationId xmlns:a16="http://schemas.microsoft.com/office/drawing/2014/main" id="{96FD64EA-1AE5-EC4F-946A-6E4CBFA4512A}"/>
              </a:ext>
            </a:extLst>
          </p:cNvPr>
          <p:cNvSpPr txBox="1">
            <a:spLocks noChangeArrowheads="1"/>
          </p:cNvSpPr>
          <p:nvPr/>
        </p:nvSpPr>
        <p:spPr bwMode="auto">
          <a:xfrm>
            <a:off x="2755107" y="39802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缓存管理</a:t>
            </a:r>
          </a:p>
        </p:txBody>
      </p:sp>
      <p:sp>
        <p:nvSpPr>
          <p:cNvPr id="60439" name="Text Box 24">
            <a:extLst>
              <a:ext uri="{FF2B5EF4-FFF2-40B4-BE49-F238E27FC236}">
                <a16:creationId xmlns:a16="http://schemas.microsoft.com/office/drawing/2014/main" id="{08A3C6A8-5990-2A4D-A95A-3E239E8D99B3}"/>
              </a:ext>
            </a:extLst>
          </p:cNvPr>
          <p:cNvSpPr txBox="1">
            <a:spLocks noChangeArrowheads="1"/>
          </p:cNvSpPr>
          <p:nvPr/>
        </p:nvSpPr>
        <p:spPr bwMode="auto">
          <a:xfrm>
            <a:off x="1439466" y="3134917"/>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60440" name="灯片编号占位符 1">
            <a:extLst>
              <a:ext uri="{FF2B5EF4-FFF2-40B4-BE49-F238E27FC236}">
                <a16:creationId xmlns:a16="http://schemas.microsoft.com/office/drawing/2014/main" id="{5F4C93CB-2B86-A243-BFF7-8E2B93738B0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33C33C-8684-E848-988A-AC7BF303C55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0601178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Rectangle 3">
            <a:extLst>
              <a:ext uri="{FF2B5EF4-FFF2-40B4-BE49-F238E27FC236}">
                <a16:creationId xmlns:a16="http://schemas.microsoft.com/office/drawing/2014/main" id="{279F1D6C-58E9-FE4C-AF6D-BEAD67C82D4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互连网络与虚拟互连网络 </a:t>
            </a:r>
          </a:p>
        </p:txBody>
      </p:sp>
      <p:sp>
        <p:nvSpPr>
          <p:cNvPr id="62466" name="Line 5">
            <a:extLst>
              <a:ext uri="{FF2B5EF4-FFF2-40B4-BE49-F238E27FC236}">
                <a16:creationId xmlns:a16="http://schemas.microsoft.com/office/drawing/2014/main" id="{3779FB5F-0EE2-4E49-902B-A0C39B71E8BE}"/>
              </a:ext>
            </a:extLst>
          </p:cNvPr>
          <p:cNvSpPr>
            <a:spLocks noChangeShapeType="1"/>
          </p:cNvSpPr>
          <p:nvPr/>
        </p:nvSpPr>
        <p:spPr bwMode="auto">
          <a:xfrm>
            <a:off x="6593682" y="1764506"/>
            <a:ext cx="55960" cy="5536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7" name="Line 6">
            <a:extLst>
              <a:ext uri="{FF2B5EF4-FFF2-40B4-BE49-F238E27FC236}">
                <a16:creationId xmlns:a16="http://schemas.microsoft.com/office/drawing/2014/main" id="{3B677401-2315-A144-8547-517AC968E675}"/>
              </a:ext>
            </a:extLst>
          </p:cNvPr>
          <p:cNvSpPr>
            <a:spLocks noChangeShapeType="1"/>
          </p:cNvSpPr>
          <p:nvPr/>
        </p:nvSpPr>
        <p:spPr bwMode="auto">
          <a:xfrm flipH="1" flipV="1">
            <a:off x="5836444" y="3587354"/>
            <a:ext cx="204788"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8" name="Line 7">
            <a:extLst>
              <a:ext uri="{FF2B5EF4-FFF2-40B4-BE49-F238E27FC236}">
                <a16:creationId xmlns:a16="http://schemas.microsoft.com/office/drawing/2014/main" id="{7F63B5A9-65DB-2A4C-B99F-1D63AA7429DD}"/>
              </a:ext>
            </a:extLst>
          </p:cNvPr>
          <p:cNvSpPr>
            <a:spLocks noChangeShapeType="1"/>
          </p:cNvSpPr>
          <p:nvPr/>
        </p:nvSpPr>
        <p:spPr bwMode="auto">
          <a:xfrm>
            <a:off x="5375672" y="1875235"/>
            <a:ext cx="332184" cy="4976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9" name="Line 8">
            <a:extLst>
              <a:ext uri="{FF2B5EF4-FFF2-40B4-BE49-F238E27FC236}">
                <a16:creationId xmlns:a16="http://schemas.microsoft.com/office/drawing/2014/main" id="{14BE8CBB-86B5-3C45-87EE-61A4F50A3CAD}"/>
              </a:ext>
            </a:extLst>
          </p:cNvPr>
          <p:cNvSpPr>
            <a:spLocks noChangeShapeType="1"/>
          </p:cNvSpPr>
          <p:nvPr/>
        </p:nvSpPr>
        <p:spPr bwMode="auto">
          <a:xfrm flipH="1">
            <a:off x="7093744" y="1931194"/>
            <a:ext cx="441722" cy="4964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0" name="Line 9">
            <a:extLst>
              <a:ext uri="{FF2B5EF4-FFF2-40B4-BE49-F238E27FC236}">
                <a16:creationId xmlns:a16="http://schemas.microsoft.com/office/drawing/2014/main" id="{3CF199DE-A721-2146-97D9-CD35EDF761AE}"/>
              </a:ext>
            </a:extLst>
          </p:cNvPr>
          <p:cNvSpPr>
            <a:spLocks noChangeShapeType="1"/>
          </p:cNvSpPr>
          <p:nvPr/>
        </p:nvSpPr>
        <p:spPr bwMode="auto">
          <a:xfrm flipV="1">
            <a:off x="5264944" y="3531394"/>
            <a:ext cx="332185" cy="6084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1" name="Line 10">
            <a:extLst>
              <a:ext uri="{FF2B5EF4-FFF2-40B4-BE49-F238E27FC236}">
                <a16:creationId xmlns:a16="http://schemas.microsoft.com/office/drawing/2014/main" id="{228172BA-07D0-BA44-B301-C6F0BAAD6E63}"/>
              </a:ext>
            </a:extLst>
          </p:cNvPr>
          <p:cNvSpPr>
            <a:spLocks noChangeShapeType="1"/>
          </p:cNvSpPr>
          <p:nvPr/>
        </p:nvSpPr>
        <p:spPr bwMode="auto">
          <a:xfrm flipH="1" flipV="1">
            <a:off x="6705600" y="3587354"/>
            <a:ext cx="110729" cy="6072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2" name="Line 11">
            <a:extLst>
              <a:ext uri="{FF2B5EF4-FFF2-40B4-BE49-F238E27FC236}">
                <a16:creationId xmlns:a16="http://schemas.microsoft.com/office/drawing/2014/main" id="{C851A132-ED9B-314F-9FFE-C52362DC3A2A}"/>
              </a:ext>
            </a:extLst>
          </p:cNvPr>
          <p:cNvSpPr>
            <a:spLocks noChangeShapeType="1"/>
          </p:cNvSpPr>
          <p:nvPr/>
        </p:nvSpPr>
        <p:spPr bwMode="auto">
          <a:xfrm flipH="1" flipV="1">
            <a:off x="7259241" y="3531394"/>
            <a:ext cx="276225" cy="5524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3" name="Oval 12">
            <a:extLst>
              <a:ext uri="{FF2B5EF4-FFF2-40B4-BE49-F238E27FC236}">
                <a16:creationId xmlns:a16="http://schemas.microsoft.com/office/drawing/2014/main" id="{B8A1379B-7AC1-5749-BF6D-4D983DFDF7F2}"/>
              </a:ext>
            </a:extLst>
          </p:cNvPr>
          <p:cNvSpPr>
            <a:spLocks noChangeArrowheads="1"/>
          </p:cNvSpPr>
          <p:nvPr/>
        </p:nvSpPr>
        <p:spPr bwMode="auto">
          <a:xfrm>
            <a:off x="3164681" y="2732485"/>
            <a:ext cx="1010841" cy="952500"/>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4" name="Oval 13">
            <a:extLst>
              <a:ext uri="{FF2B5EF4-FFF2-40B4-BE49-F238E27FC236}">
                <a16:creationId xmlns:a16="http://schemas.microsoft.com/office/drawing/2014/main" id="{F7EF843B-A947-5D47-8745-BEC16955749D}"/>
              </a:ext>
            </a:extLst>
          </p:cNvPr>
          <p:cNvSpPr>
            <a:spLocks noChangeArrowheads="1"/>
          </p:cNvSpPr>
          <p:nvPr/>
        </p:nvSpPr>
        <p:spPr bwMode="auto">
          <a:xfrm>
            <a:off x="1272779" y="2427685"/>
            <a:ext cx="991790" cy="9572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5" name="Oval 14">
            <a:extLst>
              <a:ext uri="{FF2B5EF4-FFF2-40B4-BE49-F238E27FC236}">
                <a16:creationId xmlns:a16="http://schemas.microsoft.com/office/drawing/2014/main" id="{38455EC9-EA2A-3148-AA3F-F781415262C1}"/>
              </a:ext>
            </a:extLst>
          </p:cNvPr>
          <p:cNvSpPr>
            <a:spLocks noChangeArrowheads="1"/>
          </p:cNvSpPr>
          <p:nvPr/>
        </p:nvSpPr>
        <p:spPr bwMode="auto">
          <a:xfrm>
            <a:off x="3006329" y="2093119"/>
            <a:ext cx="1009650" cy="922735"/>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6" name="Oval 15">
            <a:extLst>
              <a:ext uri="{FF2B5EF4-FFF2-40B4-BE49-F238E27FC236}">
                <a16:creationId xmlns:a16="http://schemas.microsoft.com/office/drawing/2014/main" id="{64B98B02-DA1C-BC40-BA3A-5CA46EACED58}"/>
              </a:ext>
            </a:extLst>
          </p:cNvPr>
          <p:cNvSpPr>
            <a:spLocks noChangeArrowheads="1"/>
          </p:cNvSpPr>
          <p:nvPr/>
        </p:nvSpPr>
        <p:spPr bwMode="auto">
          <a:xfrm>
            <a:off x="2476500" y="2914650"/>
            <a:ext cx="1009650" cy="97274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7" name="Oval 16">
            <a:extLst>
              <a:ext uri="{FF2B5EF4-FFF2-40B4-BE49-F238E27FC236}">
                <a16:creationId xmlns:a16="http://schemas.microsoft.com/office/drawing/2014/main" id="{76C632B6-4752-5A41-A741-A6CE7F2C0E44}"/>
              </a:ext>
            </a:extLst>
          </p:cNvPr>
          <p:cNvSpPr>
            <a:spLocks noChangeArrowheads="1"/>
          </p:cNvSpPr>
          <p:nvPr/>
        </p:nvSpPr>
        <p:spPr bwMode="auto">
          <a:xfrm>
            <a:off x="1608535" y="2830116"/>
            <a:ext cx="1008459" cy="922734"/>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8" name="Oval 17">
            <a:extLst>
              <a:ext uri="{FF2B5EF4-FFF2-40B4-BE49-F238E27FC236}">
                <a16:creationId xmlns:a16="http://schemas.microsoft.com/office/drawing/2014/main" id="{39CFEC3C-BD06-CE43-99E5-C8E8989A4321}"/>
              </a:ext>
            </a:extLst>
          </p:cNvPr>
          <p:cNvSpPr>
            <a:spLocks noChangeArrowheads="1"/>
          </p:cNvSpPr>
          <p:nvPr/>
        </p:nvSpPr>
        <p:spPr bwMode="auto">
          <a:xfrm>
            <a:off x="2387204" y="1959769"/>
            <a:ext cx="991790" cy="95488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9" name="Oval 18">
            <a:extLst>
              <a:ext uri="{FF2B5EF4-FFF2-40B4-BE49-F238E27FC236}">
                <a16:creationId xmlns:a16="http://schemas.microsoft.com/office/drawing/2014/main" id="{34AEED4C-7965-004A-8A30-EB305ADA4C0E}"/>
              </a:ext>
            </a:extLst>
          </p:cNvPr>
          <p:cNvSpPr>
            <a:spLocks noChangeArrowheads="1"/>
          </p:cNvSpPr>
          <p:nvPr/>
        </p:nvSpPr>
        <p:spPr bwMode="auto">
          <a:xfrm>
            <a:off x="1750219" y="1959769"/>
            <a:ext cx="991791" cy="9191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0" name="Oval 19">
            <a:extLst>
              <a:ext uri="{FF2B5EF4-FFF2-40B4-BE49-F238E27FC236}">
                <a16:creationId xmlns:a16="http://schemas.microsoft.com/office/drawing/2014/main" id="{02C43256-962D-0940-8080-D093DECEBAF5}"/>
              </a:ext>
            </a:extLst>
          </p:cNvPr>
          <p:cNvSpPr>
            <a:spLocks noChangeArrowheads="1"/>
          </p:cNvSpPr>
          <p:nvPr/>
        </p:nvSpPr>
        <p:spPr bwMode="auto">
          <a:xfrm>
            <a:off x="1538287" y="2176463"/>
            <a:ext cx="2406254" cy="1326356"/>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1" name="Line 20">
            <a:extLst>
              <a:ext uri="{FF2B5EF4-FFF2-40B4-BE49-F238E27FC236}">
                <a16:creationId xmlns:a16="http://schemas.microsoft.com/office/drawing/2014/main" id="{0719327A-179F-C041-8AD9-AD026E32F4CF}"/>
              </a:ext>
            </a:extLst>
          </p:cNvPr>
          <p:cNvSpPr>
            <a:spLocks noChangeShapeType="1"/>
          </p:cNvSpPr>
          <p:nvPr/>
        </p:nvSpPr>
        <p:spPr bwMode="auto">
          <a:xfrm>
            <a:off x="2984898" y="1709738"/>
            <a:ext cx="153590" cy="5345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2" name="Line 21">
            <a:extLst>
              <a:ext uri="{FF2B5EF4-FFF2-40B4-BE49-F238E27FC236}">
                <a16:creationId xmlns:a16="http://schemas.microsoft.com/office/drawing/2014/main" id="{0E27635E-CA82-1D4C-890A-E6B3EB453023}"/>
              </a:ext>
            </a:extLst>
          </p:cNvPr>
          <p:cNvSpPr>
            <a:spLocks noChangeShapeType="1"/>
          </p:cNvSpPr>
          <p:nvPr/>
        </p:nvSpPr>
        <p:spPr bwMode="auto">
          <a:xfrm>
            <a:off x="2974181" y="2981325"/>
            <a:ext cx="258366" cy="273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3" name="Line 22">
            <a:extLst>
              <a:ext uri="{FF2B5EF4-FFF2-40B4-BE49-F238E27FC236}">
                <a16:creationId xmlns:a16="http://schemas.microsoft.com/office/drawing/2014/main" id="{6FD9DCF0-D426-694B-BBCE-E02D4F7349FF}"/>
              </a:ext>
            </a:extLst>
          </p:cNvPr>
          <p:cNvSpPr>
            <a:spLocks noChangeShapeType="1"/>
          </p:cNvSpPr>
          <p:nvPr/>
        </p:nvSpPr>
        <p:spPr bwMode="auto">
          <a:xfrm flipH="1" flipV="1">
            <a:off x="3695700" y="3642122"/>
            <a:ext cx="220266" cy="4417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4" name="Line 23">
            <a:extLst>
              <a:ext uri="{FF2B5EF4-FFF2-40B4-BE49-F238E27FC236}">
                <a16:creationId xmlns:a16="http://schemas.microsoft.com/office/drawing/2014/main" id="{88517C3E-BBCE-6146-81C0-45AF2E2848CB}"/>
              </a:ext>
            </a:extLst>
          </p:cNvPr>
          <p:cNvSpPr>
            <a:spLocks noChangeShapeType="1"/>
          </p:cNvSpPr>
          <p:nvPr/>
        </p:nvSpPr>
        <p:spPr bwMode="auto">
          <a:xfrm flipH="1">
            <a:off x="3462337" y="1931194"/>
            <a:ext cx="453629"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5" name="Line 24">
            <a:extLst>
              <a:ext uri="{FF2B5EF4-FFF2-40B4-BE49-F238E27FC236}">
                <a16:creationId xmlns:a16="http://schemas.microsoft.com/office/drawing/2014/main" id="{9429B110-481D-D44E-B79D-E51A4A5D6715}"/>
              </a:ext>
            </a:extLst>
          </p:cNvPr>
          <p:cNvSpPr>
            <a:spLocks noChangeShapeType="1"/>
          </p:cNvSpPr>
          <p:nvPr/>
        </p:nvSpPr>
        <p:spPr bwMode="auto">
          <a:xfrm flipH="1" flipV="1">
            <a:off x="2813448" y="3127772"/>
            <a:ext cx="383381" cy="10668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6" name="Line 25">
            <a:extLst>
              <a:ext uri="{FF2B5EF4-FFF2-40B4-BE49-F238E27FC236}">
                <a16:creationId xmlns:a16="http://schemas.microsoft.com/office/drawing/2014/main" id="{97667A6A-64C1-5C4B-8968-D9639543FE6A}"/>
              </a:ext>
            </a:extLst>
          </p:cNvPr>
          <p:cNvSpPr>
            <a:spLocks noChangeShapeType="1"/>
          </p:cNvSpPr>
          <p:nvPr/>
        </p:nvSpPr>
        <p:spPr bwMode="auto">
          <a:xfrm flipH="1" flipV="1">
            <a:off x="2218135" y="3577829"/>
            <a:ext cx="203597"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7" name="Line 26">
            <a:extLst>
              <a:ext uri="{FF2B5EF4-FFF2-40B4-BE49-F238E27FC236}">
                <a16:creationId xmlns:a16="http://schemas.microsoft.com/office/drawing/2014/main" id="{06C95AE0-CCC0-5A41-9782-3BBFB965ACD5}"/>
              </a:ext>
            </a:extLst>
          </p:cNvPr>
          <p:cNvSpPr>
            <a:spLocks noChangeShapeType="1"/>
          </p:cNvSpPr>
          <p:nvPr/>
        </p:nvSpPr>
        <p:spPr bwMode="auto">
          <a:xfrm flipV="1">
            <a:off x="1646635" y="3614738"/>
            <a:ext cx="284559" cy="525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8" name="Line 27">
            <a:extLst>
              <a:ext uri="{FF2B5EF4-FFF2-40B4-BE49-F238E27FC236}">
                <a16:creationId xmlns:a16="http://schemas.microsoft.com/office/drawing/2014/main" id="{A12DFE22-3772-A645-B7AE-5A4663ED0C01}"/>
              </a:ext>
            </a:extLst>
          </p:cNvPr>
          <p:cNvSpPr>
            <a:spLocks noChangeShapeType="1"/>
          </p:cNvSpPr>
          <p:nvPr/>
        </p:nvSpPr>
        <p:spPr bwMode="auto">
          <a:xfrm>
            <a:off x="1756172" y="1875235"/>
            <a:ext cx="184547" cy="2678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9" name="Freeform 28">
            <a:extLst>
              <a:ext uri="{FF2B5EF4-FFF2-40B4-BE49-F238E27FC236}">
                <a16:creationId xmlns:a16="http://schemas.microsoft.com/office/drawing/2014/main" id="{6A650A18-233F-7544-BA7F-5C81F5BC28A1}"/>
              </a:ext>
            </a:extLst>
          </p:cNvPr>
          <p:cNvSpPr>
            <a:spLocks/>
          </p:cNvSpPr>
          <p:nvPr/>
        </p:nvSpPr>
        <p:spPr bwMode="auto">
          <a:xfrm>
            <a:off x="2549129" y="2080023"/>
            <a:ext cx="130969" cy="129778"/>
          </a:xfrm>
          <a:custGeom>
            <a:avLst/>
            <a:gdLst>
              <a:gd name="T0" fmla="*/ 0 w 112"/>
              <a:gd name="T1" fmla="*/ 2147483646 h 113"/>
              <a:gd name="T2" fmla="*/ 2147483646 w 112"/>
              <a:gd name="T3" fmla="*/ 2147483646 h 113"/>
              <a:gd name="T4" fmla="*/ 2147483646 w 112"/>
              <a:gd name="T5" fmla="*/ 2147483646 h 113"/>
              <a:gd name="T6" fmla="*/ 2147483646 w 112"/>
              <a:gd name="T7" fmla="*/ 2147483646 h 113"/>
              <a:gd name="T8" fmla="*/ 2147483646 w 112"/>
              <a:gd name="T9" fmla="*/ 2147483646 h 113"/>
              <a:gd name="T10" fmla="*/ 2147483646 w 112"/>
              <a:gd name="T11" fmla="*/ 2147483646 h 113"/>
              <a:gd name="T12" fmla="*/ 2147483646 w 112"/>
              <a:gd name="T13" fmla="*/ 2147483646 h 113"/>
              <a:gd name="T14" fmla="*/ 2147483646 w 112"/>
              <a:gd name="T15" fmla="*/ 2147483646 h 113"/>
              <a:gd name="T16" fmla="*/ 0 w 112"/>
              <a:gd name="T17" fmla="*/ 2147483646 h 1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0" name="Freeform 29">
            <a:extLst>
              <a:ext uri="{FF2B5EF4-FFF2-40B4-BE49-F238E27FC236}">
                <a16:creationId xmlns:a16="http://schemas.microsoft.com/office/drawing/2014/main" id="{70BE527C-4802-C040-BE2F-E6659E3D4DB0}"/>
              </a:ext>
            </a:extLst>
          </p:cNvPr>
          <p:cNvSpPr>
            <a:spLocks/>
          </p:cNvSpPr>
          <p:nvPr/>
        </p:nvSpPr>
        <p:spPr bwMode="auto">
          <a:xfrm>
            <a:off x="1549004" y="3073004"/>
            <a:ext cx="144065" cy="255984"/>
          </a:xfrm>
          <a:custGeom>
            <a:avLst/>
            <a:gdLst>
              <a:gd name="T0" fmla="*/ 2147483646 w 126"/>
              <a:gd name="T1" fmla="*/ 0 h 224"/>
              <a:gd name="T2" fmla="*/ 2147483646 w 126"/>
              <a:gd name="T3" fmla="*/ 2147483646 h 224"/>
              <a:gd name="T4" fmla="*/ 2147483646 w 126"/>
              <a:gd name="T5" fmla="*/ 2147483646 h 224"/>
              <a:gd name="T6" fmla="*/ 2147483646 w 126"/>
              <a:gd name="T7" fmla="*/ 2147483646 h 224"/>
              <a:gd name="T8" fmla="*/ 2147483646 w 126"/>
              <a:gd name="T9" fmla="*/ 2147483646 h 224"/>
              <a:gd name="T10" fmla="*/ 2147483646 w 126"/>
              <a:gd name="T11" fmla="*/ 2147483646 h 224"/>
              <a:gd name="T12" fmla="*/ 2147483646 w 126"/>
              <a:gd name="T13" fmla="*/ 0 h 2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1" name="Line 30">
            <a:extLst>
              <a:ext uri="{FF2B5EF4-FFF2-40B4-BE49-F238E27FC236}">
                <a16:creationId xmlns:a16="http://schemas.microsoft.com/office/drawing/2014/main" id="{DEE0F5B7-F956-814E-AAD9-8F5E194CA635}"/>
              </a:ext>
            </a:extLst>
          </p:cNvPr>
          <p:cNvSpPr>
            <a:spLocks noChangeShapeType="1"/>
          </p:cNvSpPr>
          <p:nvPr/>
        </p:nvSpPr>
        <p:spPr bwMode="auto">
          <a:xfrm>
            <a:off x="1637110" y="2814637"/>
            <a:ext cx="221456"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2" name="Line 31">
            <a:extLst>
              <a:ext uri="{FF2B5EF4-FFF2-40B4-BE49-F238E27FC236}">
                <a16:creationId xmlns:a16="http://schemas.microsoft.com/office/drawing/2014/main" id="{1EC6DEFD-2556-EE4A-A9C3-B30CE8234F91}"/>
              </a:ext>
            </a:extLst>
          </p:cNvPr>
          <p:cNvSpPr>
            <a:spLocks noChangeShapeType="1"/>
          </p:cNvSpPr>
          <p:nvPr/>
        </p:nvSpPr>
        <p:spPr bwMode="auto">
          <a:xfrm flipV="1">
            <a:off x="1691879" y="2427685"/>
            <a:ext cx="220265" cy="2762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3" name="Line 32">
            <a:extLst>
              <a:ext uri="{FF2B5EF4-FFF2-40B4-BE49-F238E27FC236}">
                <a16:creationId xmlns:a16="http://schemas.microsoft.com/office/drawing/2014/main" id="{23074016-A01D-3A4E-9E0B-D17D4197FD34}"/>
              </a:ext>
            </a:extLst>
          </p:cNvPr>
          <p:cNvSpPr>
            <a:spLocks noChangeShapeType="1"/>
          </p:cNvSpPr>
          <p:nvPr/>
        </p:nvSpPr>
        <p:spPr bwMode="auto">
          <a:xfrm>
            <a:off x="2412207" y="2427685"/>
            <a:ext cx="202406" cy="3690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4" name="Line 33">
            <a:extLst>
              <a:ext uri="{FF2B5EF4-FFF2-40B4-BE49-F238E27FC236}">
                <a16:creationId xmlns:a16="http://schemas.microsoft.com/office/drawing/2014/main" id="{4755513C-AC81-5841-99E8-8303449271F2}"/>
              </a:ext>
            </a:extLst>
          </p:cNvPr>
          <p:cNvSpPr>
            <a:spLocks noChangeShapeType="1"/>
          </p:cNvSpPr>
          <p:nvPr/>
        </p:nvSpPr>
        <p:spPr bwMode="auto">
          <a:xfrm flipV="1">
            <a:off x="2771775" y="2409825"/>
            <a:ext cx="267891" cy="464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5" name="Line 34">
            <a:extLst>
              <a:ext uri="{FF2B5EF4-FFF2-40B4-BE49-F238E27FC236}">
                <a16:creationId xmlns:a16="http://schemas.microsoft.com/office/drawing/2014/main" id="{C1913840-E226-D24E-8429-E0D5804D57F3}"/>
              </a:ext>
            </a:extLst>
          </p:cNvPr>
          <p:cNvSpPr>
            <a:spLocks noChangeShapeType="1"/>
          </p:cNvSpPr>
          <p:nvPr/>
        </p:nvSpPr>
        <p:spPr bwMode="auto">
          <a:xfrm>
            <a:off x="3546872" y="2528888"/>
            <a:ext cx="166688" cy="1845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6" name="Line 35">
            <a:extLst>
              <a:ext uri="{FF2B5EF4-FFF2-40B4-BE49-F238E27FC236}">
                <a16:creationId xmlns:a16="http://schemas.microsoft.com/office/drawing/2014/main" id="{C612CB7A-7CBA-904F-9821-9AC29CE60A81}"/>
              </a:ext>
            </a:extLst>
          </p:cNvPr>
          <p:cNvSpPr>
            <a:spLocks noChangeShapeType="1"/>
          </p:cNvSpPr>
          <p:nvPr/>
        </p:nvSpPr>
        <p:spPr bwMode="auto">
          <a:xfrm flipH="1">
            <a:off x="3649266" y="2861073"/>
            <a:ext cx="109538" cy="3679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7" name="Line 36">
            <a:extLst>
              <a:ext uri="{FF2B5EF4-FFF2-40B4-BE49-F238E27FC236}">
                <a16:creationId xmlns:a16="http://schemas.microsoft.com/office/drawing/2014/main" id="{99987C22-D369-0E42-8C69-041574D159AE}"/>
              </a:ext>
            </a:extLst>
          </p:cNvPr>
          <p:cNvSpPr>
            <a:spLocks noChangeShapeType="1"/>
          </p:cNvSpPr>
          <p:nvPr/>
        </p:nvSpPr>
        <p:spPr bwMode="auto">
          <a:xfrm>
            <a:off x="3343275" y="3073003"/>
            <a:ext cx="157163" cy="14763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8" name="Line 37">
            <a:extLst>
              <a:ext uri="{FF2B5EF4-FFF2-40B4-BE49-F238E27FC236}">
                <a16:creationId xmlns:a16="http://schemas.microsoft.com/office/drawing/2014/main" id="{BCBCBC32-851E-EE4B-B5F9-E9C1E270AC25}"/>
              </a:ext>
            </a:extLst>
          </p:cNvPr>
          <p:cNvSpPr>
            <a:spLocks noChangeShapeType="1"/>
          </p:cNvSpPr>
          <p:nvPr/>
        </p:nvSpPr>
        <p:spPr bwMode="auto">
          <a:xfrm>
            <a:off x="2245519" y="3365898"/>
            <a:ext cx="277416" cy="11072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9" name="Line 38">
            <a:extLst>
              <a:ext uri="{FF2B5EF4-FFF2-40B4-BE49-F238E27FC236}">
                <a16:creationId xmlns:a16="http://schemas.microsoft.com/office/drawing/2014/main" id="{F48663D8-AA2C-B646-A3CC-D1604FC5303E}"/>
              </a:ext>
            </a:extLst>
          </p:cNvPr>
          <p:cNvSpPr>
            <a:spLocks noChangeShapeType="1"/>
          </p:cNvSpPr>
          <p:nvPr/>
        </p:nvSpPr>
        <p:spPr bwMode="auto">
          <a:xfrm flipV="1">
            <a:off x="2633662" y="3228976"/>
            <a:ext cx="138113" cy="19288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0" name="Line 39">
            <a:extLst>
              <a:ext uri="{FF2B5EF4-FFF2-40B4-BE49-F238E27FC236}">
                <a16:creationId xmlns:a16="http://schemas.microsoft.com/office/drawing/2014/main" id="{553AF7ED-202F-0E4D-9586-6B9EA5926307}"/>
              </a:ext>
            </a:extLst>
          </p:cNvPr>
          <p:cNvSpPr>
            <a:spLocks noChangeShapeType="1"/>
          </p:cNvSpPr>
          <p:nvPr/>
        </p:nvSpPr>
        <p:spPr bwMode="auto">
          <a:xfrm>
            <a:off x="3298031" y="2594373"/>
            <a:ext cx="19050" cy="3405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1" name="Line 40">
            <a:extLst>
              <a:ext uri="{FF2B5EF4-FFF2-40B4-BE49-F238E27FC236}">
                <a16:creationId xmlns:a16="http://schemas.microsoft.com/office/drawing/2014/main" id="{A87450FE-72F9-9B4C-83A7-0D85A6E5F898}"/>
              </a:ext>
            </a:extLst>
          </p:cNvPr>
          <p:cNvSpPr>
            <a:spLocks noChangeShapeType="1"/>
          </p:cNvSpPr>
          <p:nvPr/>
        </p:nvSpPr>
        <p:spPr bwMode="auto">
          <a:xfrm flipH="1">
            <a:off x="2107406" y="2483644"/>
            <a:ext cx="581025" cy="74533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62502" name="Group 41">
            <a:extLst>
              <a:ext uri="{FF2B5EF4-FFF2-40B4-BE49-F238E27FC236}">
                <a16:creationId xmlns:a16="http://schemas.microsoft.com/office/drawing/2014/main" id="{38F52CDD-2C61-AB4A-921F-BAEB845F0AEB}"/>
              </a:ext>
            </a:extLst>
          </p:cNvPr>
          <p:cNvGrpSpPr>
            <a:grpSpLocks/>
          </p:cNvGrpSpPr>
          <p:nvPr/>
        </p:nvGrpSpPr>
        <p:grpSpPr bwMode="auto">
          <a:xfrm>
            <a:off x="2974182" y="2151460"/>
            <a:ext cx="665560" cy="497681"/>
            <a:chOff x="2949" y="196"/>
            <a:chExt cx="941" cy="598"/>
          </a:xfrm>
        </p:grpSpPr>
        <p:sp>
          <p:nvSpPr>
            <p:cNvPr id="62600" name="Oval 42">
              <a:extLst>
                <a:ext uri="{FF2B5EF4-FFF2-40B4-BE49-F238E27FC236}">
                  <a16:creationId xmlns:a16="http://schemas.microsoft.com/office/drawing/2014/main" id="{58C0F4D4-CF6B-0D43-ACEC-76CBDF00096F}"/>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1" name="Oval 43">
              <a:extLst>
                <a:ext uri="{FF2B5EF4-FFF2-40B4-BE49-F238E27FC236}">
                  <a16:creationId xmlns:a16="http://schemas.microsoft.com/office/drawing/2014/main" id="{B0E0B2D6-AA37-1D45-8C2A-0C1845EC186A}"/>
                </a:ext>
              </a:extLst>
            </p:cNvPr>
            <p:cNvSpPr>
              <a:spLocks noChangeArrowheads="1"/>
            </p:cNvSpPr>
            <p:nvPr/>
          </p:nvSpPr>
          <p:spPr bwMode="auto">
            <a:xfrm rot="900000">
              <a:off x="3511" y="252"/>
              <a:ext cx="276"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2" name="Oval 44">
              <a:extLst>
                <a:ext uri="{FF2B5EF4-FFF2-40B4-BE49-F238E27FC236}">
                  <a16:creationId xmlns:a16="http://schemas.microsoft.com/office/drawing/2014/main" id="{292915C6-A640-8843-87C5-CC249C31D25D}"/>
                </a:ext>
              </a:extLst>
            </p:cNvPr>
            <p:cNvSpPr>
              <a:spLocks noChangeArrowheads="1"/>
            </p:cNvSpPr>
            <p:nvPr/>
          </p:nvSpPr>
          <p:spPr bwMode="auto">
            <a:xfrm rot="1500000">
              <a:off x="3649" y="385"/>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3" name="Oval 45">
              <a:extLst>
                <a:ext uri="{FF2B5EF4-FFF2-40B4-BE49-F238E27FC236}">
                  <a16:creationId xmlns:a16="http://schemas.microsoft.com/office/drawing/2014/main" id="{FE67DFCB-AA0A-B54D-9FCA-F9879D7A33B1}"/>
                </a:ext>
              </a:extLst>
            </p:cNvPr>
            <p:cNvSpPr>
              <a:spLocks noChangeArrowheads="1"/>
            </p:cNvSpPr>
            <p:nvPr/>
          </p:nvSpPr>
          <p:spPr bwMode="auto">
            <a:xfrm rot="-1560000">
              <a:off x="3574" y="536"/>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4" name="Oval 46">
              <a:extLst>
                <a:ext uri="{FF2B5EF4-FFF2-40B4-BE49-F238E27FC236}">
                  <a16:creationId xmlns:a16="http://schemas.microsoft.com/office/drawing/2014/main" id="{25D6CCA8-AF45-B946-B2B7-54D0E0B0138B}"/>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5" name="Oval 47">
              <a:extLst>
                <a:ext uri="{FF2B5EF4-FFF2-40B4-BE49-F238E27FC236}">
                  <a16:creationId xmlns:a16="http://schemas.microsoft.com/office/drawing/2014/main" id="{09BC502A-9093-8749-9C1C-5E91D51F518D}"/>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6" name="Oval 48">
              <a:extLst>
                <a:ext uri="{FF2B5EF4-FFF2-40B4-BE49-F238E27FC236}">
                  <a16:creationId xmlns:a16="http://schemas.microsoft.com/office/drawing/2014/main" id="{AB5F37DE-E8A4-A044-9468-B935D11D3F78}"/>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7" name="Oval 49">
              <a:extLst>
                <a:ext uri="{FF2B5EF4-FFF2-40B4-BE49-F238E27FC236}">
                  <a16:creationId xmlns:a16="http://schemas.microsoft.com/office/drawing/2014/main" id="{C02E0358-0348-AF42-882D-ACACF6CD7B2E}"/>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8" name="Freeform 50">
              <a:extLst>
                <a:ext uri="{FF2B5EF4-FFF2-40B4-BE49-F238E27FC236}">
                  <a16:creationId xmlns:a16="http://schemas.microsoft.com/office/drawing/2014/main" id="{2B84FEE3-C0BC-B34E-8A47-3CE4928C19DC}"/>
                </a:ext>
              </a:extLst>
            </p:cNvPr>
            <p:cNvSpPr>
              <a:spLocks/>
            </p:cNvSpPr>
            <p:nvPr/>
          </p:nvSpPr>
          <p:spPr bwMode="auto">
            <a:xfrm>
              <a:off x="3052" y="300"/>
              <a:ext cx="737"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5 h 407"/>
                <a:gd name="T48" fmla="*/ 718 w 738"/>
                <a:gd name="T49" fmla="*/ 161 h 407"/>
                <a:gd name="T50" fmla="*/ 723 w 738"/>
                <a:gd name="T51" fmla="*/ 192 h 407"/>
                <a:gd name="T52" fmla="*/ 723 w 738"/>
                <a:gd name="T53" fmla="*/ 223 h 407"/>
                <a:gd name="T54" fmla="*/ 723 w 738"/>
                <a:gd name="T55" fmla="*/ 254 h 407"/>
                <a:gd name="T56" fmla="*/ 734 w 738"/>
                <a:gd name="T57" fmla="*/ 285 h 407"/>
                <a:gd name="T58" fmla="*/ 734 w 738"/>
                <a:gd name="T59" fmla="*/ 313 h 407"/>
                <a:gd name="T60" fmla="*/ 712 w 738"/>
                <a:gd name="T61" fmla="*/ 343 h 407"/>
                <a:gd name="T62" fmla="*/ 675 w 738"/>
                <a:gd name="T63" fmla="*/ 359 h 407"/>
                <a:gd name="T64" fmla="*/ 643 w 738"/>
                <a:gd name="T65" fmla="*/ 374 h 407"/>
                <a:gd name="T66" fmla="*/ 610 w 738"/>
                <a:gd name="T67" fmla="*/ 390 h 407"/>
                <a:gd name="T68" fmla="*/ 578 w 738"/>
                <a:gd name="T69" fmla="*/ 395 h 407"/>
                <a:gd name="T70" fmla="*/ 535 w 738"/>
                <a:gd name="T71" fmla="*/ 400 h 407"/>
                <a:gd name="T72" fmla="*/ 497 w 738"/>
                <a:gd name="T73" fmla="*/ 400 h 407"/>
                <a:gd name="T74" fmla="*/ 465 w 738"/>
                <a:gd name="T75" fmla="*/ 400 h 407"/>
                <a:gd name="T76" fmla="*/ 433 w 738"/>
                <a:gd name="T77" fmla="*/ 400 h 407"/>
                <a:gd name="T78" fmla="*/ 400 w 738"/>
                <a:gd name="T79" fmla="*/ 400 h 407"/>
                <a:gd name="T80" fmla="*/ 369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09" name="Freeform 51">
              <a:extLst>
                <a:ext uri="{FF2B5EF4-FFF2-40B4-BE49-F238E27FC236}">
                  <a16:creationId xmlns:a16="http://schemas.microsoft.com/office/drawing/2014/main" id="{98C949A8-CCBD-5E4A-A4F2-658641A050DD}"/>
                </a:ext>
              </a:extLst>
            </p:cNvPr>
            <p:cNvSpPr>
              <a:spLocks/>
            </p:cNvSpPr>
            <p:nvPr/>
          </p:nvSpPr>
          <p:spPr bwMode="auto">
            <a:xfrm>
              <a:off x="3193"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10" name="Freeform 52">
              <a:extLst>
                <a:ext uri="{FF2B5EF4-FFF2-40B4-BE49-F238E27FC236}">
                  <a16:creationId xmlns:a16="http://schemas.microsoft.com/office/drawing/2014/main" id="{5FDFB399-C5D5-EC43-A9C5-176CFD8D8E0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3" name="Group 53">
            <a:extLst>
              <a:ext uri="{FF2B5EF4-FFF2-40B4-BE49-F238E27FC236}">
                <a16:creationId xmlns:a16="http://schemas.microsoft.com/office/drawing/2014/main" id="{CDBD43D0-2E24-844E-8BD4-CFF1AF2D5D07}"/>
              </a:ext>
            </a:extLst>
          </p:cNvPr>
          <p:cNvGrpSpPr>
            <a:grpSpLocks/>
          </p:cNvGrpSpPr>
          <p:nvPr/>
        </p:nvGrpSpPr>
        <p:grpSpPr bwMode="auto">
          <a:xfrm>
            <a:off x="3307557" y="3146822"/>
            <a:ext cx="664369" cy="495300"/>
            <a:chOff x="2949" y="196"/>
            <a:chExt cx="941" cy="598"/>
          </a:xfrm>
        </p:grpSpPr>
        <p:sp>
          <p:nvSpPr>
            <p:cNvPr id="62589" name="Oval 54">
              <a:extLst>
                <a:ext uri="{FF2B5EF4-FFF2-40B4-BE49-F238E27FC236}">
                  <a16:creationId xmlns:a16="http://schemas.microsoft.com/office/drawing/2014/main" id="{18FEA432-9173-F24B-97EA-1E10C68B380E}"/>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0" name="Oval 55">
              <a:extLst>
                <a:ext uri="{FF2B5EF4-FFF2-40B4-BE49-F238E27FC236}">
                  <a16:creationId xmlns:a16="http://schemas.microsoft.com/office/drawing/2014/main" id="{73C0407E-5310-E84E-AABD-886AF0EEAC3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1" name="Oval 56">
              <a:extLst>
                <a:ext uri="{FF2B5EF4-FFF2-40B4-BE49-F238E27FC236}">
                  <a16:creationId xmlns:a16="http://schemas.microsoft.com/office/drawing/2014/main" id="{C2A118EB-0525-844B-AB20-2C53D4093B37}"/>
                </a:ext>
              </a:extLst>
            </p:cNvPr>
            <p:cNvSpPr>
              <a:spLocks noChangeArrowheads="1"/>
            </p:cNvSpPr>
            <p:nvPr/>
          </p:nvSpPr>
          <p:spPr bwMode="auto">
            <a:xfrm rot="1500000">
              <a:off x="3651" y="384"/>
              <a:ext cx="239"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2" name="Oval 57">
              <a:extLst>
                <a:ext uri="{FF2B5EF4-FFF2-40B4-BE49-F238E27FC236}">
                  <a16:creationId xmlns:a16="http://schemas.microsoft.com/office/drawing/2014/main" id="{2956156D-63D5-204C-8484-145B11041D9E}"/>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3" name="Oval 58">
              <a:extLst>
                <a:ext uri="{FF2B5EF4-FFF2-40B4-BE49-F238E27FC236}">
                  <a16:creationId xmlns:a16="http://schemas.microsoft.com/office/drawing/2014/main" id="{AB7FC4F8-66AF-4149-B65C-1E5DC6894A90}"/>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4" name="Oval 59">
              <a:extLst>
                <a:ext uri="{FF2B5EF4-FFF2-40B4-BE49-F238E27FC236}">
                  <a16:creationId xmlns:a16="http://schemas.microsoft.com/office/drawing/2014/main" id="{7EEFB2C6-5778-C04F-91F4-3DFD91C71AC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5" name="Oval 60">
              <a:extLst>
                <a:ext uri="{FF2B5EF4-FFF2-40B4-BE49-F238E27FC236}">
                  <a16:creationId xmlns:a16="http://schemas.microsoft.com/office/drawing/2014/main" id="{34DB891A-FD6C-6440-B518-C0157AB0E6EC}"/>
                </a:ext>
              </a:extLst>
            </p:cNvPr>
            <p:cNvSpPr>
              <a:spLocks noChangeArrowheads="1"/>
            </p:cNvSpPr>
            <p:nvPr/>
          </p:nvSpPr>
          <p:spPr bwMode="auto">
            <a:xfrm>
              <a:off x="2949" y="432"/>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6" name="Oval 61">
              <a:extLst>
                <a:ext uri="{FF2B5EF4-FFF2-40B4-BE49-F238E27FC236}">
                  <a16:creationId xmlns:a16="http://schemas.microsoft.com/office/drawing/2014/main" id="{773ED240-C387-1142-88F6-E75B12913298}"/>
                </a:ext>
              </a:extLst>
            </p:cNvPr>
            <p:cNvSpPr>
              <a:spLocks noChangeArrowheads="1"/>
            </p:cNvSpPr>
            <p:nvPr/>
          </p:nvSpPr>
          <p:spPr bwMode="auto">
            <a:xfrm rot="-1860000">
              <a:off x="2984" y="310"/>
              <a:ext cx="295"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7" name="Freeform 62">
              <a:extLst>
                <a:ext uri="{FF2B5EF4-FFF2-40B4-BE49-F238E27FC236}">
                  <a16:creationId xmlns:a16="http://schemas.microsoft.com/office/drawing/2014/main" id="{FE0AAC38-A009-D941-8BD2-A859EC754FED}"/>
                </a:ext>
              </a:extLst>
            </p:cNvPr>
            <p:cNvSpPr>
              <a:spLocks/>
            </p:cNvSpPr>
            <p:nvPr/>
          </p:nvSpPr>
          <p:spPr bwMode="auto">
            <a:xfrm>
              <a:off x="3050" y="299"/>
              <a:ext cx="739"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8 h 407"/>
                <a:gd name="T48" fmla="*/ 724 w 738"/>
                <a:gd name="T49" fmla="*/ 164 h 407"/>
                <a:gd name="T50" fmla="*/ 729 w 738"/>
                <a:gd name="T51" fmla="*/ 195 h 407"/>
                <a:gd name="T52" fmla="*/ 729 w 738"/>
                <a:gd name="T53" fmla="*/ 226 h 407"/>
                <a:gd name="T54" fmla="*/ 729 w 738"/>
                <a:gd name="T55" fmla="*/ 257 h 407"/>
                <a:gd name="T56" fmla="*/ 740 w 738"/>
                <a:gd name="T57" fmla="*/ 288 h 407"/>
                <a:gd name="T58" fmla="*/ 740 w 738"/>
                <a:gd name="T59" fmla="*/ 319 h 407"/>
                <a:gd name="T60" fmla="*/ 718 w 738"/>
                <a:gd name="T61" fmla="*/ 349 h 407"/>
                <a:gd name="T62" fmla="*/ 681 w 738"/>
                <a:gd name="T63" fmla="*/ 365 h 407"/>
                <a:gd name="T64" fmla="*/ 649 w 738"/>
                <a:gd name="T65" fmla="*/ 380 h 407"/>
                <a:gd name="T66" fmla="*/ 616 w 738"/>
                <a:gd name="T67" fmla="*/ 396 h 407"/>
                <a:gd name="T68" fmla="*/ 584 w 738"/>
                <a:gd name="T69" fmla="*/ 401 h 407"/>
                <a:gd name="T70" fmla="*/ 541 w 738"/>
                <a:gd name="T71" fmla="*/ 406 h 407"/>
                <a:gd name="T72" fmla="*/ 503 w 738"/>
                <a:gd name="T73" fmla="*/ 406 h 407"/>
                <a:gd name="T74" fmla="*/ 471 w 738"/>
                <a:gd name="T75" fmla="*/ 406 h 407"/>
                <a:gd name="T76" fmla="*/ 439 w 738"/>
                <a:gd name="T77" fmla="*/ 406 h 407"/>
                <a:gd name="T78" fmla="*/ 406 w 738"/>
                <a:gd name="T79" fmla="*/ 406 h 407"/>
                <a:gd name="T80" fmla="*/ 374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8" name="Freeform 63">
              <a:extLst>
                <a:ext uri="{FF2B5EF4-FFF2-40B4-BE49-F238E27FC236}">
                  <a16:creationId xmlns:a16="http://schemas.microsoft.com/office/drawing/2014/main" id="{B41C0458-5EC6-4445-8A45-4E8C45149321}"/>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9" name="Freeform 64">
              <a:extLst>
                <a:ext uri="{FF2B5EF4-FFF2-40B4-BE49-F238E27FC236}">
                  <a16:creationId xmlns:a16="http://schemas.microsoft.com/office/drawing/2014/main" id="{A4EE72EB-C57A-C04C-9BE5-AE9B927DCE0B}"/>
                </a:ext>
              </a:extLst>
            </p:cNvPr>
            <p:cNvSpPr>
              <a:spLocks/>
            </p:cNvSpPr>
            <p:nvPr/>
          </p:nvSpPr>
          <p:spPr bwMode="auto">
            <a:xfrm>
              <a:off x="3468" y="239"/>
              <a:ext cx="83" cy="86"/>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3 h 87"/>
                <a:gd name="T12" fmla="*/ 84 w 82"/>
                <a:gd name="T13" fmla="*/ 58 h 87"/>
                <a:gd name="T14" fmla="*/ 84 w 82"/>
                <a:gd name="T15" fmla="*/ 73 h 87"/>
                <a:gd name="T16" fmla="*/ 68 w 82"/>
                <a:gd name="T17" fmla="*/ 83 h 87"/>
                <a:gd name="T18" fmla="*/ 52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4" name="Group 65">
            <a:extLst>
              <a:ext uri="{FF2B5EF4-FFF2-40B4-BE49-F238E27FC236}">
                <a16:creationId xmlns:a16="http://schemas.microsoft.com/office/drawing/2014/main" id="{2F6B0DF3-8B2C-124C-9A6B-56C80D974812}"/>
              </a:ext>
            </a:extLst>
          </p:cNvPr>
          <p:cNvGrpSpPr>
            <a:grpSpLocks/>
          </p:cNvGrpSpPr>
          <p:nvPr/>
        </p:nvGrpSpPr>
        <p:grpSpPr bwMode="auto">
          <a:xfrm>
            <a:off x="2365773" y="2759869"/>
            <a:ext cx="664369" cy="497681"/>
            <a:chOff x="2949" y="196"/>
            <a:chExt cx="941" cy="598"/>
          </a:xfrm>
        </p:grpSpPr>
        <p:sp>
          <p:nvSpPr>
            <p:cNvPr id="62578" name="Oval 66">
              <a:extLst>
                <a:ext uri="{FF2B5EF4-FFF2-40B4-BE49-F238E27FC236}">
                  <a16:creationId xmlns:a16="http://schemas.microsoft.com/office/drawing/2014/main" id="{8F19D092-A349-B94C-A3D6-7500030CCD49}"/>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9" name="Oval 67">
              <a:extLst>
                <a:ext uri="{FF2B5EF4-FFF2-40B4-BE49-F238E27FC236}">
                  <a16:creationId xmlns:a16="http://schemas.microsoft.com/office/drawing/2014/main" id="{69FAB06E-37F3-7540-B5F5-9FA8F48DDE7D}"/>
                </a:ext>
              </a:extLst>
            </p:cNvPr>
            <p:cNvSpPr>
              <a:spLocks noChangeArrowheads="1"/>
            </p:cNvSpPr>
            <p:nvPr/>
          </p:nvSpPr>
          <p:spPr bwMode="auto">
            <a:xfrm rot="900000">
              <a:off x="3512" y="252"/>
              <a:ext cx="275"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0" name="Oval 68">
              <a:extLst>
                <a:ext uri="{FF2B5EF4-FFF2-40B4-BE49-F238E27FC236}">
                  <a16:creationId xmlns:a16="http://schemas.microsoft.com/office/drawing/2014/main" id="{5EAC5730-F695-4B48-A647-A674C698615D}"/>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1" name="Oval 69">
              <a:extLst>
                <a:ext uri="{FF2B5EF4-FFF2-40B4-BE49-F238E27FC236}">
                  <a16:creationId xmlns:a16="http://schemas.microsoft.com/office/drawing/2014/main" id="{6821F883-8403-4E49-ACF1-E8A9FF2FC615}"/>
                </a:ext>
              </a:extLst>
            </p:cNvPr>
            <p:cNvSpPr>
              <a:spLocks noChangeArrowheads="1"/>
            </p:cNvSpPr>
            <p:nvPr/>
          </p:nvSpPr>
          <p:spPr bwMode="auto">
            <a:xfrm rot="-1560000">
              <a:off x="3573" y="536"/>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2" name="Oval 70">
              <a:extLst>
                <a:ext uri="{FF2B5EF4-FFF2-40B4-BE49-F238E27FC236}">
                  <a16:creationId xmlns:a16="http://schemas.microsoft.com/office/drawing/2014/main" id="{9B35C9A7-4CA7-7945-A29D-D51C6B1A83AB}"/>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3" name="Oval 71">
              <a:extLst>
                <a:ext uri="{FF2B5EF4-FFF2-40B4-BE49-F238E27FC236}">
                  <a16:creationId xmlns:a16="http://schemas.microsoft.com/office/drawing/2014/main" id="{DB5130F8-CC1D-1E48-B204-4E2BC6679362}"/>
                </a:ext>
              </a:extLst>
            </p:cNvPr>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4" name="Oval 72">
              <a:extLst>
                <a:ext uri="{FF2B5EF4-FFF2-40B4-BE49-F238E27FC236}">
                  <a16:creationId xmlns:a16="http://schemas.microsoft.com/office/drawing/2014/main" id="{C55C96A4-FB86-4542-848E-3784EE082B4E}"/>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5" name="Oval 73">
              <a:extLst>
                <a:ext uri="{FF2B5EF4-FFF2-40B4-BE49-F238E27FC236}">
                  <a16:creationId xmlns:a16="http://schemas.microsoft.com/office/drawing/2014/main" id="{A429A08A-6048-D144-8A56-5147CD3F8808}"/>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6" name="Freeform 74">
              <a:extLst>
                <a:ext uri="{FF2B5EF4-FFF2-40B4-BE49-F238E27FC236}">
                  <a16:creationId xmlns:a16="http://schemas.microsoft.com/office/drawing/2014/main" id="{E2739911-EF80-7149-995A-AC0DECF229A3}"/>
                </a:ext>
              </a:extLst>
            </p:cNvPr>
            <p:cNvSpPr>
              <a:spLocks/>
            </p:cNvSpPr>
            <p:nvPr/>
          </p:nvSpPr>
          <p:spPr bwMode="auto">
            <a:xfrm>
              <a:off x="3050" y="300"/>
              <a:ext cx="739"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5 h 407"/>
                <a:gd name="T48" fmla="*/ 724 w 738"/>
                <a:gd name="T49" fmla="*/ 161 h 407"/>
                <a:gd name="T50" fmla="*/ 729 w 738"/>
                <a:gd name="T51" fmla="*/ 192 h 407"/>
                <a:gd name="T52" fmla="*/ 729 w 738"/>
                <a:gd name="T53" fmla="*/ 223 h 407"/>
                <a:gd name="T54" fmla="*/ 729 w 738"/>
                <a:gd name="T55" fmla="*/ 254 h 407"/>
                <a:gd name="T56" fmla="*/ 740 w 738"/>
                <a:gd name="T57" fmla="*/ 285 h 407"/>
                <a:gd name="T58" fmla="*/ 740 w 738"/>
                <a:gd name="T59" fmla="*/ 313 h 407"/>
                <a:gd name="T60" fmla="*/ 718 w 738"/>
                <a:gd name="T61" fmla="*/ 343 h 407"/>
                <a:gd name="T62" fmla="*/ 681 w 738"/>
                <a:gd name="T63" fmla="*/ 359 h 407"/>
                <a:gd name="T64" fmla="*/ 649 w 738"/>
                <a:gd name="T65" fmla="*/ 374 h 407"/>
                <a:gd name="T66" fmla="*/ 616 w 738"/>
                <a:gd name="T67" fmla="*/ 390 h 407"/>
                <a:gd name="T68" fmla="*/ 584 w 738"/>
                <a:gd name="T69" fmla="*/ 395 h 407"/>
                <a:gd name="T70" fmla="*/ 541 w 738"/>
                <a:gd name="T71" fmla="*/ 400 h 407"/>
                <a:gd name="T72" fmla="*/ 503 w 738"/>
                <a:gd name="T73" fmla="*/ 400 h 407"/>
                <a:gd name="T74" fmla="*/ 471 w 738"/>
                <a:gd name="T75" fmla="*/ 400 h 407"/>
                <a:gd name="T76" fmla="*/ 439 w 738"/>
                <a:gd name="T77" fmla="*/ 400 h 407"/>
                <a:gd name="T78" fmla="*/ 406 w 738"/>
                <a:gd name="T79" fmla="*/ 400 h 407"/>
                <a:gd name="T80" fmla="*/ 374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7" name="Freeform 75">
              <a:extLst>
                <a:ext uri="{FF2B5EF4-FFF2-40B4-BE49-F238E27FC236}">
                  <a16:creationId xmlns:a16="http://schemas.microsoft.com/office/drawing/2014/main" id="{69712524-8B80-994E-9BD8-8DDABD4C1DF7}"/>
                </a:ext>
              </a:extLst>
            </p:cNvPr>
            <p:cNvSpPr>
              <a:spLocks/>
            </p:cNvSpPr>
            <p:nvPr/>
          </p:nvSpPr>
          <p:spPr bwMode="auto">
            <a:xfrm>
              <a:off x="3194"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8" name="Freeform 76">
              <a:extLst>
                <a:ext uri="{FF2B5EF4-FFF2-40B4-BE49-F238E27FC236}">
                  <a16:creationId xmlns:a16="http://schemas.microsoft.com/office/drawing/2014/main" id="{1535D634-ADD5-B848-A77C-9404BB492F1D}"/>
                </a:ext>
              </a:extLst>
            </p:cNvPr>
            <p:cNvSpPr>
              <a:spLocks/>
            </p:cNvSpPr>
            <p:nvPr/>
          </p:nvSpPr>
          <p:spPr bwMode="auto">
            <a:xfrm>
              <a:off x="3468" y="239"/>
              <a:ext cx="83" cy="87"/>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6 h 87"/>
                <a:gd name="T12" fmla="*/ 84 w 82"/>
                <a:gd name="T13" fmla="*/ 61 h 87"/>
                <a:gd name="T14" fmla="*/ 84 w 82"/>
                <a:gd name="T15" fmla="*/ 76 h 87"/>
                <a:gd name="T16" fmla="*/ 68 w 82"/>
                <a:gd name="T17" fmla="*/ 86 h 87"/>
                <a:gd name="T18" fmla="*/ 52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5" name="Group 77">
            <a:extLst>
              <a:ext uri="{FF2B5EF4-FFF2-40B4-BE49-F238E27FC236}">
                <a16:creationId xmlns:a16="http://schemas.microsoft.com/office/drawing/2014/main" id="{C24B4DA1-C74B-1740-B7C6-28BF4C0960F2}"/>
              </a:ext>
            </a:extLst>
          </p:cNvPr>
          <p:cNvGrpSpPr>
            <a:grpSpLocks/>
          </p:cNvGrpSpPr>
          <p:nvPr/>
        </p:nvGrpSpPr>
        <p:grpSpPr bwMode="auto">
          <a:xfrm>
            <a:off x="1646635" y="3146822"/>
            <a:ext cx="663178" cy="495300"/>
            <a:chOff x="2949" y="196"/>
            <a:chExt cx="941" cy="598"/>
          </a:xfrm>
        </p:grpSpPr>
        <p:sp>
          <p:nvSpPr>
            <p:cNvPr id="62567" name="Oval 78">
              <a:extLst>
                <a:ext uri="{FF2B5EF4-FFF2-40B4-BE49-F238E27FC236}">
                  <a16:creationId xmlns:a16="http://schemas.microsoft.com/office/drawing/2014/main" id="{224F224F-E939-EE41-81F3-BF12F679D8C6}"/>
                </a:ext>
              </a:extLst>
            </p:cNvPr>
            <p:cNvSpPr>
              <a:spLocks noChangeArrowheads="1"/>
            </p:cNvSpPr>
            <p:nvPr/>
          </p:nvSpPr>
          <p:spPr bwMode="auto">
            <a:xfrm>
              <a:off x="3169"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8" name="Oval 79">
              <a:extLst>
                <a:ext uri="{FF2B5EF4-FFF2-40B4-BE49-F238E27FC236}">
                  <a16:creationId xmlns:a16="http://schemas.microsoft.com/office/drawing/2014/main" id="{3F9CCFE2-4000-FC43-82B7-DC8772D0CD8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9" name="Oval 80">
              <a:extLst>
                <a:ext uri="{FF2B5EF4-FFF2-40B4-BE49-F238E27FC236}">
                  <a16:creationId xmlns:a16="http://schemas.microsoft.com/office/drawing/2014/main" id="{5AD29BF9-1969-8D4A-9B55-294A8EEA5311}"/>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0" name="Oval 81">
              <a:extLst>
                <a:ext uri="{FF2B5EF4-FFF2-40B4-BE49-F238E27FC236}">
                  <a16:creationId xmlns:a16="http://schemas.microsoft.com/office/drawing/2014/main" id="{E5EED9EC-4D4B-6E4D-B6D9-19973FA29C32}"/>
                </a:ext>
              </a:extLst>
            </p:cNvPr>
            <p:cNvSpPr>
              <a:spLocks noChangeArrowheads="1"/>
            </p:cNvSpPr>
            <p:nvPr/>
          </p:nvSpPr>
          <p:spPr bwMode="auto">
            <a:xfrm rot="-1560000">
              <a:off x="3572"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1" name="Oval 82">
              <a:extLst>
                <a:ext uri="{FF2B5EF4-FFF2-40B4-BE49-F238E27FC236}">
                  <a16:creationId xmlns:a16="http://schemas.microsoft.com/office/drawing/2014/main" id="{5438C895-DC2C-DB4C-A0B0-C848FD3B0042}"/>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2" name="Oval 83">
              <a:extLst>
                <a:ext uri="{FF2B5EF4-FFF2-40B4-BE49-F238E27FC236}">
                  <a16:creationId xmlns:a16="http://schemas.microsoft.com/office/drawing/2014/main" id="{84EA3297-5A9C-924F-B05D-E4F8AAA24F5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3" name="Oval 84">
              <a:extLst>
                <a:ext uri="{FF2B5EF4-FFF2-40B4-BE49-F238E27FC236}">
                  <a16:creationId xmlns:a16="http://schemas.microsoft.com/office/drawing/2014/main" id="{749DF56B-1BDC-7844-B96F-F3B6D8B2AE2D}"/>
                </a:ext>
              </a:extLst>
            </p:cNvPr>
            <p:cNvSpPr>
              <a:spLocks noChangeArrowheads="1"/>
            </p:cNvSpPr>
            <p:nvPr/>
          </p:nvSpPr>
          <p:spPr bwMode="auto">
            <a:xfrm>
              <a:off x="2949" y="432"/>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4" name="Oval 85">
              <a:extLst>
                <a:ext uri="{FF2B5EF4-FFF2-40B4-BE49-F238E27FC236}">
                  <a16:creationId xmlns:a16="http://schemas.microsoft.com/office/drawing/2014/main" id="{B975F852-F4CC-CC4F-903D-47C72F21CAA7}"/>
                </a:ext>
              </a:extLst>
            </p:cNvPr>
            <p:cNvSpPr>
              <a:spLocks noChangeArrowheads="1"/>
            </p:cNvSpPr>
            <p:nvPr/>
          </p:nvSpPr>
          <p:spPr bwMode="auto">
            <a:xfrm rot="-1860000">
              <a:off x="2984" y="310"/>
              <a:ext cx="294"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5" name="Freeform 86">
              <a:extLst>
                <a:ext uri="{FF2B5EF4-FFF2-40B4-BE49-F238E27FC236}">
                  <a16:creationId xmlns:a16="http://schemas.microsoft.com/office/drawing/2014/main" id="{5DC6BAEC-013E-3143-AD62-2CBEB952EB26}"/>
                </a:ext>
              </a:extLst>
            </p:cNvPr>
            <p:cNvSpPr>
              <a:spLocks/>
            </p:cNvSpPr>
            <p:nvPr/>
          </p:nvSpPr>
          <p:spPr bwMode="auto">
            <a:xfrm>
              <a:off x="3050" y="299"/>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6" name="Freeform 87">
              <a:extLst>
                <a:ext uri="{FF2B5EF4-FFF2-40B4-BE49-F238E27FC236}">
                  <a16:creationId xmlns:a16="http://schemas.microsoft.com/office/drawing/2014/main" id="{1EB846CC-B299-B445-9750-D1EEC22C6A56}"/>
                </a:ext>
              </a:extLst>
            </p:cNvPr>
            <p:cNvSpPr>
              <a:spLocks/>
            </p:cNvSpPr>
            <p:nvPr/>
          </p:nvSpPr>
          <p:spPr bwMode="auto">
            <a:xfrm>
              <a:off x="3192" y="269"/>
              <a:ext cx="118"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6 w 117"/>
                <a:gd name="T13" fmla="*/ 0 h 118"/>
                <a:gd name="T14" fmla="*/ 82 w 117"/>
                <a:gd name="T15" fmla="*/ 0 h 118"/>
                <a:gd name="T16" fmla="*/ 87 w 117"/>
                <a:gd name="T17" fmla="*/ 15 h 118"/>
                <a:gd name="T18" fmla="*/ 98 w 117"/>
                <a:gd name="T19" fmla="*/ 31 h 118"/>
                <a:gd name="T20" fmla="*/ 108 w 117"/>
                <a:gd name="T21" fmla="*/ 46 h 118"/>
                <a:gd name="T22" fmla="*/ 114 w 117"/>
                <a:gd name="T23" fmla="*/ 64 h 118"/>
                <a:gd name="T24" fmla="*/ 119 w 117"/>
                <a:gd name="T25" fmla="*/ 79 h 118"/>
                <a:gd name="T26" fmla="*/ 119 w 117"/>
                <a:gd name="T27" fmla="*/ 95 h 118"/>
                <a:gd name="T28" fmla="*/ 119 w 117"/>
                <a:gd name="T29" fmla="*/ 110 h 118"/>
                <a:gd name="T30" fmla="*/ 103 w 117"/>
                <a:gd name="T31" fmla="*/ 120 h 118"/>
                <a:gd name="T32" fmla="*/ 87 w 117"/>
                <a:gd name="T33" fmla="*/ 120 h 118"/>
                <a:gd name="T34" fmla="*/ 72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7" name="Freeform 88">
              <a:extLst>
                <a:ext uri="{FF2B5EF4-FFF2-40B4-BE49-F238E27FC236}">
                  <a16:creationId xmlns:a16="http://schemas.microsoft.com/office/drawing/2014/main" id="{BE70BA6B-2749-1C4D-B19C-965DD2E5AEC2}"/>
                </a:ext>
              </a:extLst>
            </p:cNvPr>
            <p:cNvSpPr>
              <a:spLocks/>
            </p:cNvSpPr>
            <p:nvPr/>
          </p:nvSpPr>
          <p:spPr bwMode="auto">
            <a:xfrm>
              <a:off x="3469" y="239"/>
              <a:ext cx="81" cy="86"/>
            </a:xfrm>
            <a:custGeom>
              <a:avLst/>
              <a:gdLst>
                <a:gd name="T0" fmla="*/ 0 w 82"/>
                <a:gd name="T1" fmla="*/ 0 h 87"/>
                <a:gd name="T2" fmla="*/ 16 w 82"/>
                <a:gd name="T3" fmla="*/ 10 h 87"/>
                <a:gd name="T4" fmla="*/ 32 w 82"/>
                <a:gd name="T5" fmla="*/ 20 h 87"/>
                <a:gd name="T6" fmla="*/ 46 w 82"/>
                <a:gd name="T7" fmla="*/ 20 h 87"/>
                <a:gd name="T8" fmla="*/ 62 w 82"/>
                <a:gd name="T9" fmla="*/ 30 h 87"/>
                <a:gd name="T10" fmla="*/ 73 w 82"/>
                <a:gd name="T11" fmla="*/ 43 h 87"/>
                <a:gd name="T12" fmla="*/ 78 w 82"/>
                <a:gd name="T13" fmla="*/ 58 h 87"/>
                <a:gd name="T14" fmla="*/ 78 w 82"/>
                <a:gd name="T15" fmla="*/ 73 h 87"/>
                <a:gd name="T16" fmla="*/ 62 w 82"/>
                <a:gd name="T17" fmla="*/ 83 h 87"/>
                <a:gd name="T18" fmla="*/ 46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6" name="Group 89">
            <a:extLst>
              <a:ext uri="{FF2B5EF4-FFF2-40B4-BE49-F238E27FC236}">
                <a16:creationId xmlns:a16="http://schemas.microsoft.com/office/drawing/2014/main" id="{BBEA3E64-1A04-5A40-BB83-050D44DCDEB4}"/>
              </a:ext>
            </a:extLst>
          </p:cNvPr>
          <p:cNvGrpSpPr>
            <a:grpSpLocks/>
          </p:cNvGrpSpPr>
          <p:nvPr/>
        </p:nvGrpSpPr>
        <p:grpSpPr bwMode="auto">
          <a:xfrm>
            <a:off x="1810941" y="2041923"/>
            <a:ext cx="665559" cy="496490"/>
            <a:chOff x="2949" y="196"/>
            <a:chExt cx="941" cy="598"/>
          </a:xfrm>
        </p:grpSpPr>
        <p:sp>
          <p:nvSpPr>
            <p:cNvPr id="62556" name="Oval 90">
              <a:extLst>
                <a:ext uri="{FF2B5EF4-FFF2-40B4-BE49-F238E27FC236}">
                  <a16:creationId xmlns:a16="http://schemas.microsoft.com/office/drawing/2014/main" id="{9CFB6F23-33B1-2D4B-8C40-224E62E1D57E}"/>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7" name="Oval 91">
              <a:extLst>
                <a:ext uri="{FF2B5EF4-FFF2-40B4-BE49-F238E27FC236}">
                  <a16:creationId xmlns:a16="http://schemas.microsoft.com/office/drawing/2014/main" id="{DAA7B90E-407A-5145-BADE-2296825EBDAD}"/>
                </a:ext>
              </a:extLst>
            </p:cNvPr>
            <p:cNvSpPr>
              <a:spLocks noChangeArrowheads="1"/>
            </p:cNvSpPr>
            <p:nvPr/>
          </p:nvSpPr>
          <p:spPr bwMode="auto">
            <a:xfrm rot="900000">
              <a:off x="3511" y="252"/>
              <a:ext cx="276"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8" name="Oval 92">
              <a:extLst>
                <a:ext uri="{FF2B5EF4-FFF2-40B4-BE49-F238E27FC236}">
                  <a16:creationId xmlns:a16="http://schemas.microsoft.com/office/drawing/2014/main" id="{0BFE34E5-1759-AD41-BAB4-6A40C2B363E0}"/>
                </a:ext>
              </a:extLst>
            </p:cNvPr>
            <p:cNvSpPr>
              <a:spLocks noChangeArrowheads="1"/>
            </p:cNvSpPr>
            <p:nvPr/>
          </p:nvSpPr>
          <p:spPr bwMode="auto">
            <a:xfrm rot="1500000">
              <a:off x="3649" y="385"/>
              <a:ext cx="241" cy="15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9" name="Oval 93">
              <a:extLst>
                <a:ext uri="{FF2B5EF4-FFF2-40B4-BE49-F238E27FC236}">
                  <a16:creationId xmlns:a16="http://schemas.microsoft.com/office/drawing/2014/main" id="{10AE80C9-2F3A-EF41-97FC-21BFBA802FDD}"/>
                </a:ext>
              </a:extLst>
            </p:cNvPr>
            <p:cNvSpPr>
              <a:spLocks noChangeArrowheads="1"/>
            </p:cNvSpPr>
            <p:nvPr/>
          </p:nvSpPr>
          <p:spPr bwMode="auto">
            <a:xfrm rot="-1560000">
              <a:off x="3574" y="537"/>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0" name="Oval 94">
              <a:extLst>
                <a:ext uri="{FF2B5EF4-FFF2-40B4-BE49-F238E27FC236}">
                  <a16:creationId xmlns:a16="http://schemas.microsoft.com/office/drawing/2014/main" id="{34997EA2-77B8-D34A-8CCB-9E81D1EC8A12}"/>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1" name="Oval 95">
              <a:extLst>
                <a:ext uri="{FF2B5EF4-FFF2-40B4-BE49-F238E27FC236}">
                  <a16:creationId xmlns:a16="http://schemas.microsoft.com/office/drawing/2014/main" id="{908E9982-CF15-194A-847E-2EB13E48273B}"/>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2" name="Oval 96">
              <a:extLst>
                <a:ext uri="{FF2B5EF4-FFF2-40B4-BE49-F238E27FC236}">
                  <a16:creationId xmlns:a16="http://schemas.microsoft.com/office/drawing/2014/main" id="{8B22F97B-4943-3549-BD38-B4B43ED556AC}"/>
                </a:ext>
              </a:extLst>
            </p:cNvPr>
            <p:cNvSpPr>
              <a:spLocks noChangeArrowheads="1"/>
            </p:cNvSpPr>
            <p:nvPr/>
          </p:nvSpPr>
          <p:spPr bwMode="auto">
            <a:xfrm>
              <a:off x="2949" y="433"/>
              <a:ext cx="217"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3" name="Oval 97">
              <a:extLst>
                <a:ext uri="{FF2B5EF4-FFF2-40B4-BE49-F238E27FC236}">
                  <a16:creationId xmlns:a16="http://schemas.microsoft.com/office/drawing/2014/main" id="{9A4BF758-DC20-994C-AD46-59EF608A2F9C}"/>
                </a:ext>
              </a:extLst>
            </p:cNvPr>
            <p:cNvSpPr>
              <a:spLocks noChangeArrowheads="1"/>
            </p:cNvSpPr>
            <p:nvPr/>
          </p:nvSpPr>
          <p:spPr bwMode="auto">
            <a:xfrm rot="-1860000">
              <a:off x="2984" y="309"/>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4" name="Freeform 98">
              <a:extLst>
                <a:ext uri="{FF2B5EF4-FFF2-40B4-BE49-F238E27FC236}">
                  <a16:creationId xmlns:a16="http://schemas.microsoft.com/office/drawing/2014/main" id="{91F96647-EAA5-634E-BC4D-EC78104D3398}"/>
                </a:ext>
              </a:extLst>
            </p:cNvPr>
            <p:cNvSpPr>
              <a:spLocks/>
            </p:cNvSpPr>
            <p:nvPr/>
          </p:nvSpPr>
          <p:spPr bwMode="auto">
            <a:xfrm>
              <a:off x="3052" y="301"/>
              <a:ext cx="737"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3 h 407"/>
                <a:gd name="T54" fmla="*/ 723 w 738"/>
                <a:gd name="T55" fmla="*/ 254 h 407"/>
                <a:gd name="T56" fmla="*/ 734 w 738"/>
                <a:gd name="T57" fmla="*/ 285 h 407"/>
                <a:gd name="T58" fmla="*/ 734 w 738"/>
                <a:gd name="T59" fmla="*/ 316 h 407"/>
                <a:gd name="T60" fmla="*/ 712 w 738"/>
                <a:gd name="T61" fmla="*/ 346 h 407"/>
                <a:gd name="T62" fmla="*/ 675 w 738"/>
                <a:gd name="T63" fmla="*/ 362 h 407"/>
                <a:gd name="T64" fmla="*/ 643 w 738"/>
                <a:gd name="T65" fmla="*/ 377 h 407"/>
                <a:gd name="T66" fmla="*/ 610 w 738"/>
                <a:gd name="T67" fmla="*/ 393 h 407"/>
                <a:gd name="T68" fmla="*/ 578 w 738"/>
                <a:gd name="T69" fmla="*/ 398 h 407"/>
                <a:gd name="T70" fmla="*/ 535 w 738"/>
                <a:gd name="T71" fmla="*/ 403 h 407"/>
                <a:gd name="T72" fmla="*/ 497 w 738"/>
                <a:gd name="T73" fmla="*/ 403 h 407"/>
                <a:gd name="T74" fmla="*/ 465 w 738"/>
                <a:gd name="T75" fmla="*/ 403 h 407"/>
                <a:gd name="T76" fmla="*/ 433 w 738"/>
                <a:gd name="T77" fmla="*/ 403 h 407"/>
                <a:gd name="T78" fmla="*/ 400 w 738"/>
                <a:gd name="T79" fmla="*/ 403 h 407"/>
                <a:gd name="T80" fmla="*/ 369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5" name="Freeform 99">
              <a:extLst>
                <a:ext uri="{FF2B5EF4-FFF2-40B4-BE49-F238E27FC236}">
                  <a16:creationId xmlns:a16="http://schemas.microsoft.com/office/drawing/2014/main" id="{1A7D2389-1311-5742-9265-F2BDA221DEE2}"/>
                </a:ext>
              </a:extLst>
            </p:cNvPr>
            <p:cNvSpPr>
              <a:spLocks/>
            </p:cNvSpPr>
            <p:nvPr/>
          </p:nvSpPr>
          <p:spPr bwMode="auto">
            <a:xfrm>
              <a:off x="3193" y="271"/>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6" name="Freeform 100">
              <a:extLst>
                <a:ext uri="{FF2B5EF4-FFF2-40B4-BE49-F238E27FC236}">
                  <a16:creationId xmlns:a16="http://schemas.microsoft.com/office/drawing/2014/main" id="{C6A0D401-6E97-FD42-B34A-D92FA327FB8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507" name="Text Box 101">
            <a:extLst>
              <a:ext uri="{FF2B5EF4-FFF2-40B4-BE49-F238E27FC236}">
                <a16:creationId xmlns:a16="http://schemas.microsoft.com/office/drawing/2014/main" id="{D38F3FD8-F279-A246-940C-339791658DAB}"/>
              </a:ext>
            </a:extLst>
          </p:cNvPr>
          <p:cNvSpPr txBox="1">
            <a:spLocks noChangeArrowheads="1"/>
          </p:cNvSpPr>
          <p:nvPr/>
        </p:nvSpPr>
        <p:spPr bwMode="auto">
          <a:xfrm>
            <a:off x="3371851" y="323373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8" name="Text Box 102">
            <a:extLst>
              <a:ext uri="{FF2B5EF4-FFF2-40B4-BE49-F238E27FC236}">
                <a16:creationId xmlns:a16="http://schemas.microsoft.com/office/drawing/2014/main" id="{78E0C4F5-53ED-0D45-8C3A-53028DD3D2B5}"/>
              </a:ext>
            </a:extLst>
          </p:cNvPr>
          <p:cNvSpPr txBox="1">
            <a:spLocks noChangeArrowheads="1"/>
          </p:cNvSpPr>
          <p:nvPr/>
        </p:nvSpPr>
        <p:spPr bwMode="auto">
          <a:xfrm>
            <a:off x="2408635" y="28670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9" name="Text Box 103">
            <a:extLst>
              <a:ext uri="{FF2B5EF4-FFF2-40B4-BE49-F238E27FC236}">
                <a16:creationId xmlns:a16="http://schemas.microsoft.com/office/drawing/2014/main" id="{8814E899-DFFA-9849-A14A-F91A87F7E2AF}"/>
              </a:ext>
            </a:extLst>
          </p:cNvPr>
          <p:cNvSpPr txBox="1">
            <a:spLocks noChangeArrowheads="1"/>
          </p:cNvSpPr>
          <p:nvPr/>
        </p:nvSpPr>
        <p:spPr bwMode="auto">
          <a:xfrm>
            <a:off x="1709738" y="324445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0" name="Text Box 104">
            <a:extLst>
              <a:ext uri="{FF2B5EF4-FFF2-40B4-BE49-F238E27FC236}">
                <a16:creationId xmlns:a16="http://schemas.microsoft.com/office/drawing/2014/main" id="{2C441554-1B7C-0742-8FAF-2DAF0AC4DA85}"/>
              </a:ext>
            </a:extLst>
          </p:cNvPr>
          <p:cNvSpPr txBox="1">
            <a:spLocks noChangeArrowheads="1"/>
          </p:cNvSpPr>
          <p:nvPr/>
        </p:nvSpPr>
        <p:spPr bwMode="auto">
          <a:xfrm>
            <a:off x="3027760" y="2251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1" name="Text Box 105">
            <a:extLst>
              <a:ext uri="{FF2B5EF4-FFF2-40B4-BE49-F238E27FC236}">
                <a16:creationId xmlns:a16="http://schemas.microsoft.com/office/drawing/2014/main" id="{FD40A522-7D23-5742-A9C1-48B6224D1EC6}"/>
              </a:ext>
            </a:extLst>
          </p:cNvPr>
          <p:cNvSpPr txBox="1">
            <a:spLocks noChangeArrowheads="1"/>
          </p:cNvSpPr>
          <p:nvPr/>
        </p:nvSpPr>
        <p:spPr bwMode="auto">
          <a:xfrm>
            <a:off x="1859757" y="2116932"/>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2" name="Text Box 106">
            <a:extLst>
              <a:ext uri="{FF2B5EF4-FFF2-40B4-BE49-F238E27FC236}">
                <a16:creationId xmlns:a16="http://schemas.microsoft.com/office/drawing/2014/main" id="{EFE8DF76-657D-B548-A1B5-E5DBD970EC13}"/>
              </a:ext>
            </a:extLst>
          </p:cNvPr>
          <p:cNvSpPr txBox="1">
            <a:spLocks noChangeArrowheads="1"/>
          </p:cNvSpPr>
          <p:nvPr/>
        </p:nvSpPr>
        <p:spPr bwMode="auto">
          <a:xfrm>
            <a:off x="2195512" y="4569619"/>
            <a:ext cx="124585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 </a:t>
            </a:r>
            <a:r>
              <a:rPr kumimoji="1" lang="zh-CN" altLang="en-US" sz="1500">
                <a:latin typeface="微软雅黑" panose="020B0503020204020204" pitchFamily="34" charset="-122"/>
                <a:ea typeface="宋体" panose="02010600030101010101" pitchFamily="2" charset="-122"/>
              </a:rPr>
              <a:t>互连网络</a:t>
            </a:r>
          </a:p>
        </p:txBody>
      </p:sp>
      <p:sp>
        <p:nvSpPr>
          <p:cNvPr id="62513" name="Text Box 107">
            <a:extLst>
              <a:ext uri="{FF2B5EF4-FFF2-40B4-BE49-F238E27FC236}">
                <a16:creationId xmlns:a16="http://schemas.microsoft.com/office/drawing/2014/main" id="{9BFAB385-9B47-B144-8DBD-03D1FAC1C6CC}"/>
              </a:ext>
            </a:extLst>
          </p:cNvPr>
          <p:cNvSpPr txBox="1">
            <a:spLocks noChangeArrowheads="1"/>
          </p:cNvSpPr>
          <p:nvPr/>
        </p:nvSpPr>
        <p:spPr bwMode="auto">
          <a:xfrm>
            <a:off x="5706666" y="4569619"/>
            <a:ext cx="164820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 </a:t>
            </a:r>
            <a:r>
              <a:rPr kumimoji="1" lang="zh-CN" altLang="en-US" sz="1500">
                <a:latin typeface="微软雅黑" panose="020B0503020204020204" pitchFamily="34" charset="-122"/>
                <a:ea typeface="宋体" panose="02010600030101010101" pitchFamily="2" charset="-122"/>
              </a:rPr>
              <a:t>虚拟互连网络</a:t>
            </a:r>
          </a:p>
        </p:txBody>
      </p:sp>
      <p:pic>
        <p:nvPicPr>
          <p:cNvPr id="62514" name="Picture 108">
            <a:extLst>
              <a:ext uri="{FF2B5EF4-FFF2-40B4-BE49-F238E27FC236}">
                <a16:creationId xmlns:a16="http://schemas.microsoft.com/office/drawing/2014/main" id="{4745C64D-F4A7-0E42-AE0C-C8F8592A40E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1599010"/>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5" name="Picture 109">
            <a:extLst>
              <a:ext uri="{FF2B5EF4-FFF2-40B4-BE49-F238E27FC236}">
                <a16:creationId xmlns:a16="http://schemas.microsoft.com/office/drawing/2014/main" id="{B1F1C17C-C734-0D4A-8330-B63431BFEF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2460" y="231814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6" name="Picture 110">
            <a:extLst>
              <a:ext uri="{FF2B5EF4-FFF2-40B4-BE49-F238E27FC236}">
                <a16:creationId xmlns:a16="http://schemas.microsoft.com/office/drawing/2014/main" id="{F442E76F-89C9-6D4E-BCC6-7904736CFC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49642" y="4139803"/>
            <a:ext cx="382190"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7" name="Picture 111">
            <a:extLst>
              <a:ext uri="{FF2B5EF4-FFF2-40B4-BE49-F238E27FC236}">
                <a16:creationId xmlns:a16="http://schemas.microsoft.com/office/drawing/2014/main" id="{F748680A-E426-7F44-A6F0-E2CF560B65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1654969"/>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8" name="Picture 112">
            <a:extLst>
              <a:ext uri="{FF2B5EF4-FFF2-40B4-BE49-F238E27FC236}">
                <a16:creationId xmlns:a16="http://schemas.microsoft.com/office/drawing/2014/main" id="{65B94E5E-1C8D-E142-9767-9EC863699FA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18585"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9" name="Picture 113">
            <a:extLst>
              <a:ext uri="{FF2B5EF4-FFF2-40B4-BE49-F238E27FC236}">
                <a16:creationId xmlns:a16="http://schemas.microsoft.com/office/drawing/2014/main" id="{E6F61BD1-08D7-0E49-BB41-346569B6A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3488"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0" name="Picture 114">
            <a:extLst>
              <a:ext uri="{FF2B5EF4-FFF2-40B4-BE49-F238E27FC236}">
                <a16:creationId xmlns:a16="http://schemas.microsoft.com/office/drawing/2014/main" id="{5D73566D-68B7-4345-B6F6-2BA07442EF8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6" y="1599010"/>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1" name="Picture 115">
            <a:extLst>
              <a:ext uri="{FF2B5EF4-FFF2-40B4-BE49-F238E27FC236}">
                <a16:creationId xmlns:a16="http://schemas.microsoft.com/office/drawing/2014/main" id="{BBACADFF-0D86-8845-A9F9-F232016D34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0142" y="4083844"/>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2" name="Picture 116">
            <a:extLst>
              <a:ext uri="{FF2B5EF4-FFF2-40B4-BE49-F238E27FC236}">
                <a16:creationId xmlns:a16="http://schemas.microsoft.com/office/drawing/2014/main" id="{5402FBE1-8D16-0E47-9A30-97F77DA60C1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5044" y="4029075"/>
            <a:ext cx="38219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3" name="Picture 117">
            <a:extLst>
              <a:ext uri="{FF2B5EF4-FFF2-40B4-BE49-F238E27FC236}">
                <a16:creationId xmlns:a16="http://schemas.microsoft.com/office/drawing/2014/main" id="{351307A5-3BB5-594D-AF0A-BDE786EF75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4029075"/>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4" name="Picture 118">
            <a:extLst>
              <a:ext uri="{FF2B5EF4-FFF2-40B4-BE49-F238E27FC236}">
                <a16:creationId xmlns:a16="http://schemas.microsoft.com/office/drawing/2014/main" id="{2C91E06F-6423-CE4E-857E-C00B4B5B29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7494" y="1433512"/>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5" name="Picture 119">
            <a:extLst>
              <a:ext uri="{FF2B5EF4-FFF2-40B4-BE49-F238E27FC236}">
                <a16:creationId xmlns:a16="http://schemas.microsoft.com/office/drawing/2014/main" id="{CA46BCB0-9998-8547-A63B-D54AAD7D60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3974307"/>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6" name="Picture 120">
            <a:extLst>
              <a:ext uri="{FF2B5EF4-FFF2-40B4-BE49-F238E27FC236}">
                <a16:creationId xmlns:a16="http://schemas.microsoft.com/office/drawing/2014/main" id="{B0540A02-65F1-8749-B855-4279CB45C16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0469" y="3974307"/>
            <a:ext cx="38338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7" name="Picture 121">
            <a:extLst>
              <a:ext uri="{FF2B5EF4-FFF2-40B4-BE49-F238E27FC236}">
                <a16:creationId xmlns:a16="http://schemas.microsoft.com/office/drawing/2014/main" id="{8827489B-CD46-7B47-BBFB-35D90FA671B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95700" y="1654969"/>
            <a:ext cx="38219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8" name="Picture 122">
            <a:extLst>
              <a:ext uri="{FF2B5EF4-FFF2-40B4-BE49-F238E27FC236}">
                <a16:creationId xmlns:a16="http://schemas.microsoft.com/office/drawing/2014/main" id="{CE644071-E1DD-AB41-B6FB-E9964F07F39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0394" y="287059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9" name="Picture 123">
            <a:extLst>
              <a:ext uri="{FF2B5EF4-FFF2-40B4-BE49-F238E27FC236}">
                <a16:creationId xmlns:a16="http://schemas.microsoft.com/office/drawing/2014/main" id="{EF77DA27-D94E-9A46-99E8-B4185A9BD26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39741"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0" name="Picture 124">
            <a:extLst>
              <a:ext uri="{FF2B5EF4-FFF2-40B4-BE49-F238E27FC236}">
                <a16:creationId xmlns:a16="http://schemas.microsoft.com/office/drawing/2014/main" id="{CBA53AE9-A967-374A-B0F7-C78CCDDDDF7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1732" y="3312319"/>
            <a:ext cx="378619" cy="251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1" name="Picture 125">
            <a:extLst>
              <a:ext uri="{FF2B5EF4-FFF2-40B4-BE49-F238E27FC236}">
                <a16:creationId xmlns:a16="http://schemas.microsoft.com/office/drawing/2014/main" id="{461BA7AD-0763-E447-BF7C-0F835C2FC7F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3988"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32" name="Text Box 126">
            <a:extLst>
              <a:ext uri="{FF2B5EF4-FFF2-40B4-BE49-F238E27FC236}">
                <a16:creationId xmlns:a16="http://schemas.microsoft.com/office/drawing/2014/main" id="{896EB62C-9275-9B47-930A-3AAB6315403E}"/>
              </a:ext>
            </a:extLst>
          </p:cNvPr>
          <p:cNvSpPr txBox="1">
            <a:spLocks noChangeArrowheads="1"/>
          </p:cNvSpPr>
          <p:nvPr/>
        </p:nvSpPr>
        <p:spPr bwMode="auto">
          <a:xfrm>
            <a:off x="2045494" y="148113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路由器</a:t>
            </a:r>
          </a:p>
        </p:txBody>
      </p:sp>
      <p:sp>
        <p:nvSpPr>
          <p:cNvPr id="62533" name="Line 127">
            <a:extLst>
              <a:ext uri="{FF2B5EF4-FFF2-40B4-BE49-F238E27FC236}">
                <a16:creationId xmlns:a16="http://schemas.microsoft.com/office/drawing/2014/main" id="{077BF5D2-9C7D-7642-A8D6-6AF3B11C4412}"/>
              </a:ext>
            </a:extLst>
          </p:cNvPr>
          <p:cNvSpPr>
            <a:spLocks noChangeShapeType="1"/>
          </p:cNvSpPr>
          <p:nvPr/>
        </p:nvSpPr>
        <p:spPr bwMode="auto">
          <a:xfrm>
            <a:off x="2421731" y="1820467"/>
            <a:ext cx="276225" cy="497681"/>
          </a:xfrm>
          <a:prstGeom prst="line">
            <a:avLst/>
          </a:prstGeom>
          <a:noFill/>
          <a:ln w="28575">
            <a:solidFill>
              <a:srgbClr val="333399"/>
            </a:solidFill>
            <a:round/>
            <a:headEnd/>
            <a:tailEnd type="triangle" w="sm" len="lg"/>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62534" name="Picture 128">
            <a:extLst>
              <a:ext uri="{FF2B5EF4-FFF2-40B4-BE49-F238E27FC236}">
                <a16:creationId xmlns:a16="http://schemas.microsoft.com/office/drawing/2014/main" id="{13D2DA72-5CB3-2D4B-A4DA-5F324DEC2CA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8185" y="1433512"/>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535" name="Group 129">
            <a:extLst>
              <a:ext uri="{FF2B5EF4-FFF2-40B4-BE49-F238E27FC236}">
                <a16:creationId xmlns:a16="http://schemas.microsoft.com/office/drawing/2014/main" id="{01A61CBC-7872-E34E-870E-987CBAD7DCAC}"/>
              </a:ext>
            </a:extLst>
          </p:cNvPr>
          <p:cNvGrpSpPr>
            <a:grpSpLocks/>
          </p:cNvGrpSpPr>
          <p:nvPr/>
        </p:nvGrpSpPr>
        <p:grpSpPr bwMode="auto">
          <a:xfrm>
            <a:off x="5058967" y="2132410"/>
            <a:ext cx="2753915" cy="1785938"/>
            <a:chOff x="3134" y="1375"/>
            <a:chExt cx="2386" cy="1553"/>
          </a:xfrm>
        </p:grpSpPr>
        <p:sp>
          <p:nvSpPr>
            <p:cNvPr id="62547" name="Oval 130">
              <a:extLst>
                <a:ext uri="{FF2B5EF4-FFF2-40B4-BE49-F238E27FC236}">
                  <a16:creationId xmlns:a16="http://schemas.microsoft.com/office/drawing/2014/main" id="{0CCC9324-1523-CC46-880C-8BCA75BDD1A7}"/>
                </a:ext>
              </a:extLst>
            </p:cNvPr>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8" name="Oval 131">
              <a:extLst>
                <a:ext uri="{FF2B5EF4-FFF2-40B4-BE49-F238E27FC236}">
                  <a16:creationId xmlns:a16="http://schemas.microsoft.com/office/drawing/2014/main" id="{DF0AE6AF-D95F-5449-A2A9-DAE95DF503E1}"/>
                </a:ext>
              </a:extLst>
            </p:cNvPr>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9" name="Oval 132">
              <a:extLst>
                <a:ext uri="{FF2B5EF4-FFF2-40B4-BE49-F238E27FC236}">
                  <a16:creationId xmlns:a16="http://schemas.microsoft.com/office/drawing/2014/main" id="{25AA37D8-C86F-454A-B5FE-B04AF5B648C2}"/>
                </a:ext>
              </a:extLst>
            </p:cNvPr>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0" name="Oval 133">
              <a:extLst>
                <a:ext uri="{FF2B5EF4-FFF2-40B4-BE49-F238E27FC236}">
                  <a16:creationId xmlns:a16="http://schemas.microsoft.com/office/drawing/2014/main" id="{F72748E4-90AE-5647-8FB5-41D485BC2774}"/>
                </a:ext>
              </a:extLst>
            </p:cNvPr>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1" name="Oval 134">
              <a:extLst>
                <a:ext uri="{FF2B5EF4-FFF2-40B4-BE49-F238E27FC236}">
                  <a16:creationId xmlns:a16="http://schemas.microsoft.com/office/drawing/2014/main" id="{A0E7FE6D-5CE0-B540-A5C7-78744A062581}"/>
                </a:ext>
              </a:extLst>
            </p:cNvPr>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2" name="Oval 135">
              <a:extLst>
                <a:ext uri="{FF2B5EF4-FFF2-40B4-BE49-F238E27FC236}">
                  <a16:creationId xmlns:a16="http://schemas.microsoft.com/office/drawing/2014/main" id="{5A6B1984-49F0-734D-B740-0EEEB8758AFE}"/>
                </a:ext>
              </a:extLst>
            </p:cNvPr>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3" name="Oval 136">
              <a:extLst>
                <a:ext uri="{FF2B5EF4-FFF2-40B4-BE49-F238E27FC236}">
                  <a16:creationId xmlns:a16="http://schemas.microsoft.com/office/drawing/2014/main" id="{8C32E524-7191-3642-AC95-43BB05C02490}"/>
                </a:ext>
              </a:extLst>
            </p:cNvPr>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4" name="Oval 137">
              <a:extLst>
                <a:ext uri="{FF2B5EF4-FFF2-40B4-BE49-F238E27FC236}">
                  <a16:creationId xmlns:a16="http://schemas.microsoft.com/office/drawing/2014/main" id="{42959BC8-B13E-2D46-8B51-5672B161103C}"/>
                </a:ext>
              </a:extLst>
            </p:cNvPr>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5" name="Oval 138">
              <a:extLst>
                <a:ext uri="{FF2B5EF4-FFF2-40B4-BE49-F238E27FC236}">
                  <a16:creationId xmlns:a16="http://schemas.microsoft.com/office/drawing/2014/main" id="{EF05604B-1EA2-C64E-ABD5-C785C0B89F02}"/>
                </a:ext>
              </a:extLst>
            </p:cNvPr>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62536" name="Oval 139">
            <a:extLst>
              <a:ext uri="{FF2B5EF4-FFF2-40B4-BE49-F238E27FC236}">
                <a16:creationId xmlns:a16="http://schemas.microsoft.com/office/drawing/2014/main" id="{65249965-7F62-894A-933E-D135BD7A06DE}"/>
              </a:ext>
            </a:extLst>
          </p:cNvPr>
          <p:cNvSpPr>
            <a:spLocks noChangeArrowheads="1"/>
          </p:cNvSpPr>
          <p:nvPr/>
        </p:nvSpPr>
        <p:spPr bwMode="auto">
          <a:xfrm>
            <a:off x="5994797" y="2096691"/>
            <a:ext cx="1184672" cy="72151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7" name="Oval 140">
            <a:extLst>
              <a:ext uri="{FF2B5EF4-FFF2-40B4-BE49-F238E27FC236}">
                <a16:creationId xmlns:a16="http://schemas.microsoft.com/office/drawing/2014/main" id="{F0D7B1E7-5F4A-B24D-9DA7-70B608F4606F}"/>
              </a:ext>
            </a:extLst>
          </p:cNvPr>
          <p:cNvSpPr>
            <a:spLocks noChangeArrowheads="1"/>
          </p:cNvSpPr>
          <p:nvPr/>
        </p:nvSpPr>
        <p:spPr bwMode="auto">
          <a:xfrm>
            <a:off x="5326857" y="2296716"/>
            <a:ext cx="902494" cy="7203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8" name="Oval 141">
            <a:extLst>
              <a:ext uri="{FF2B5EF4-FFF2-40B4-BE49-F238E27FC236}">
                <a16:creationId xmlns:a16="http://schemas.microsoft.com/office/drawing/2014/main" id="{5C05FF14-34D7-EE47-85F8-DAAE7E80B42F}"/>
              </a:ext>
            </a:extLst>
          </p:cNvPr>
          <p:cNvSpPr>
            <a:spLocks noChangeArrowheads="1"/>
          </p:cNvSpPr>
          <p:nvPr/>
        </p:nvSpPr>
        <p:spPr bwMode="auto">
          <a:xfrm>
            <a:off x="5043488" y="2745581"/>
            <a:ext cx="600075" cy="57745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9" name="Oval 142">
            <a:extLst>
              <a:ext uri="{FF2B5EF4-FFF2-40B4-BE49-F238E27FC236}">
                <a16:creationId xmlns:a16="http://schemas.microsoft.com/office/drawing/2014/main" id="{3348D629-C43F-974B-92D6-E7680AF0D713}"/>
              </a:ext>
            </a:extLst>
          </p:cNvPr>
          <p:cNvSpPr>
            <a:spLocks noChangeArrowheads="1"/>
          </p:cNvSpPr>
          <p:nvPr/>
        </p:nvSpPr>
        <p:spPr bwMode="auto">
          <a:xfrm>
            <a:off x="5226844" y="3017044"/>
            <a:ext cx="916781" cy="63103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0" name="Oval 143">
            <a:extLst>
              <a:ext uri="{FF2B5EF4-FFF2-40B4-BE49-F238E27FC236}">
                <a16:creationId xmlns:a16="http://schemas.microsoft.com/office/drawing/2014/main" id="{1408AFC6-D374-1F42-9B77-3EAD39BEAD00}"/>
              </a:ext>
            </a:extLst>
          </p:cNvPr>
          <p:cNvSpPr>
            <a:spLocks noChangeArrowheads="1"/>
          </p:cNvSpPr>
          <p:nvPr/>
        </p:nvSpPr>
        <p:spPr bwMode="auto">
          <a:xfrm>
            <a:off x="5893594" y="3125391"/>
            <a:ext cx="1384697" cy="7584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1" name="Oval 144">
            <a:extLst>
              <a:ext uri="{FF2B5EF4-FFF2-40B4-BE49-F238E27FC236}">
                <a16:creationId xmlns:a16="http://schemas.microsoft.com/office/drawing/2014/main" id="{69B127DB-5999-0E40-80CC-F131ED470108}"/>
              </a:ext>
            </a:extLst>
          </p:cNvPr>
          <p:cNvSpPr>
            <a:spLocks noChangeArrowheads="1"/>
          </p:cNvSpPr>
          <p:nvPr/>
        </p:nvSpPr>
        <p:spPr bwMode="auto">
          <a:xfrm>
            <a:off x="6796088" y="2313385"/>
            <a:ext cx="866775" cy="558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2" name="Oval 145">
            <a:extLst>
              <a:ext uri="{FF2B5EF4-FFF2-40B4-BE49-F238E27FC236}">
                <a16:creationId xmlns:a16="http://schemas.microsoft.com/office/drawing/2014/main" id="{C191A636-DADA-F048-B5FD-0C533C061E93}"/>
              </a:ext>
            </a:extLst>
          </p:cNvPr>
          <p:cNvSpPr>
            <a:spLocks noChangeArrowheads="1"/>
          </p:cNvSpPr>
          <p:nvPr/>
        </p:nvSpPr>
        <p:spPr bwMode="auto">
          <a:xfrm>
            <a:off x="6929438" y="2692004"/>
            <a:ext cx="866775" cy="56078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3" name="Oval 146">
            <a:extLst>
              <a:ext uri="{FF2B5EF4-FFF2-40B4-BE49-F238E27FC236}">
                <a16:creationId xmlns:a16="http://schemas.microsoft.com/office/drawing/2014/main" id="{F70D85ED-23C5-1E47-BB2E-9EEA24B2B892}"/>
              </a:ext>
            </a:extLst>
          </p:cNvPr>
          <p:cNvSpPr>
            <a:spLocks noChangeArrowheads="1"/>
          </p:cNvSpPr>
          <p:nvPr/>
        </p:nvSpPr>
        <p:spPr bwMode="auto">
          <a:xfrm>
            <a:off x="6844904" y="2818210"/>
            <a:ext cx="867965" cy="939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4" name="Oval 147">
            <a:extLst>
              <a:ext uri="{FF2B5EF4-FFF2-40B4-BE49-F238E27FC236}">
                <a16:creationId xmlns:a16="http://schemas.microsoft.com/office/drawing/2014/main" id="{24F08894-6516-524E-9B58-82FFD2A8F5B9}"/>
              </a:ext>
            </a:extLst>
          </p:cNvPr>
          <p:cNvSpPr>
            <a:spLocks noChangeArrowheads="1"/>
          </p:cNvSpPr>
          <p:nvPr/>
        </p:nvSpPr>
        <p:spPr bwMode="auto">
          <a:xfrm>
            <a:off x="5544741" y="2528887"/>
            <a:ext cx="1784747" cy="93821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5" name="Text Box 148">
            <a:extLst>
              <a:ext uri="{FF2B5EF4-FFF2-40B4-BE49-F238E27FC236}">
                <a16:creationId xmlns:a16="http://schemas.microsoft.com/office/drawing/2014/main" id="{1AC29769-4533-504F-AE07-528312ED3871}"/>
              </a:ext>
            </a:extLst>
          </p:cNvPr>
          <p:cNvSpPr txBox="1">
            <a:spLocks noChangeArrowheads="1"/>
          </p:cNvSpPr>
          <p:nvPr/>
        </p:nvSpPr>
        <p:spPr bwMode="auto">
          <a:xfrm>
            <a:off x="5676655" y="2700337"/>
            <a:ext cx="14542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虚拟互连网络</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（互联网）</a:t>
            </a:r>
          </a:p>
        </p:txBody>
      </p:sp>
      <p:sp>
        <p:nvSpPr>
          <p:cNvPr id="62546" name="幻灯片编号占位符 1">
            <a:extLst>
              <a:ext uri="{FF2B5EF4-FFF2-40B4-BE49-F238E27FC236}">
                <a16:creationId xmlns:a16="http://schemas.microsoft.com/office/drawing/2014/main" id="{741F0B86-097E-C54F-8F02-72E771E64D1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B32147F-F06A-BE42-9AA0-5D07CBC0F7C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1366276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3">
            <a:extLst>
              <a:ext uri="{FF2B5EF4-FFF2-40B4-BE49-F238E27FC236}">
                <a16:creationId xmlns:a16="http://schemas.microsoft.com/office/drawing/2014/main" id="{58FD3AAD-55D1-744F-8231-7A2619CA3C4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虚拟互连网络的意义 </a:t>
            </a:r>
          </a:p>
        </p:txBody>
      </p:sp>
      <p:sp>
        <p:nvSpPr>
          <p:cNvPr id="353295" name="Rectangle 15">
            <a:extLst>
              <a:ext uri="{FF2B5EF4-FFF2-40B4-BE49-F238E27FC236}">
                <a16:creationId xmlns:a16="http://schemas.microsoft.com/office/drawing/2014/main" id="{6443D79B-F0C3-274A-994A-AA896E1F65C1}"/>
              </a:ext>
            </a:extLst>
          </p:cNvPr>
          <p:cNvSpPr>
            <a:spLocks noGrp="1" noChangeArrowheads="1"/>
          </p:cNvSpPr>
          <p:nvPr>
            <p:ph type="body" idx="1"/>
          </p:nvPr>
        </p:nvSpPr>
        <p:spPr/>
        <p:txBody>
          <a:bodyPr/>
          <a:lstStyle/>
          <a:p>
            <a:pPr algn="just" eaLnBrk="1" hangingPunct="1"/>
            <a:r>
              <a:rPr lang="zh-CN" altLang="en-US" dirty="0">
                <a:ea typeface="宋体" panose="02010600030101010101" pitchFamily="2" charset="-122"/>
              </a:rPr>
              <a:t>所谓</a:t>
            </a:r>
            <a:r>
              <a:rPr lang="zh-CN" altLang="en-US" dirty="0">
                <a:solidFill>
                  <a:srgbClr val="C00000"/>
                </a:solidFill>
                <a:ea typeface="宋体" panose="02010600030101010101" pitchFamily="2" charset="-122"/>
              </a:rPr>
              <a:t>虚拟互连网络</a:t>
            </a:r>
            <a:r>
              <a:rPr lang="zh-CN" altLang="en-US" dirty="0">
                <a:ea typeface="宋体" panose="02010600030101010101" pitchFamily="2" charset="-122"/>
              </a:rPr>
              <a:t>也就是</a:t>
            </a:r>
            <a:r>
              <a:rPr lang="zh-CN" altLang="en-US" dirty="0">
                <a:solidFill>
                  <a:srgbClr val="C00000"/>
                </a:solidFill>
                <a:ea typeface="宋体" panose="02010600030101010101" pitchFamily="2" charset="-122"/>
              </a:rPr>
              <a:t>逻辑互连网络</a:t>
            </a:r>
            <a:r>
              <a:rPr lang="zh-CN" altLang="en-US" dirty="0">
                <a:ea typeface="宋体" panose="02010600030101010101" pitchFamily="2" charset="-122"/>
              </a:rPr>
              <a:t>，它的意思就是互连起来的各种物理网络的异构性本来是客观存在的，但是我们利用 </a:t>
            </a:r>
            <a:r>
              <a:rPr lang="en-US" altLang="zh-CN" dirty="0">
                <a:ea typeface="宋体" panose="02010600030101010101" pitchFamily="2" charset="-122"/>
              </a:rPr>
              <a:t>IP </a:t>
            </a:r>
            <a:r>
              <a:rPr lang="zh-CN" altLang="en-US" dirty="0">
                <a:ea typeface="宋体" panose="02010600030101010101" pitchFamily="2" charset="-122"/>
              </a:rPr>
              <a:t>协议就可以使这些性能各异的网络从用户看起来好像是一个</a:t>
            </a:r>
            <a:r>
              <a:rPr lang="zh-CN" altLang="en-US" dirty="0">
                <a:solidFill>
                  <a:srgbClr val="C00000"/>
                </a:solidFill>
                <a:ea typeface="宋体" panose="02010600030101010101" pitchFamily="2" charset="-122"/>
              </a:rPr>
              <a:t>统一</a:t>
            </a:r>
            <a:r>
              <a:rPr lang="zh-CN" altLang="en-US" dirty="0">
                <a:ea typeface="宋体" panose="02010600030101010101" pitchFamily="2" charset="-122"/>
              </a:rPr>
              <a:t>的网络。</a:t>
            </a:r>
          </a:p>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IP </a:t>
            </a:r>
            <a:r>
              <a:rPr lang="zh-CN" altLang="en-US" dirty="0">
                <a:ea typeface="宋体" panose="02010600030101010101" pitchFamily="2" charset="-122"/>
              </a:rPr>
              <a:t>协议的虚拟互连网络可简称为 </a:t>
            </a:r>
            <a:r>
              <a:rPr lang="en-US" altLang="zh-CN" dirty="0">
                <a:solidFill>
                  <a:srgbClr val="C00000"/>
                </a:solidFill>
                <a:ea typeface="宋体" panose="02010600030101010101" pitchFamily="2" charset="-122"/>
              </a:rPr>
              <a:t>IP </a:t>
            </a:r>
            <a:r>
              <a:rPr lang="zh-CN" altLang="en-US" dirty="0">
                <a:solidFill>
                  <a:srgbClr val="C00000"/>
                </a:solidFill>
                <a:ea typeface="宋体" panose="02010600030101010101" pitchFamily="2" charset="-122"/>
              </a:rPr>
              <a:t>网</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使用虚拟互连网络的好处是：当互联网上的主机进行通信时，就好像在一个网络上通信一样，而看不见互连的各具体的网络异构细节。   </a:t>
            </a:r>
          </a:p>
        </p:txBody>
      </p:sp>
      <p:sp>
        <p:nvSpPr>
          <p:cNvPr id="64515" name="幻灯片编号占位符 1">
            <a:extLst>
              <a:ext uri="{FF2B5EF4-FFF2-40B4-BE49-F238E27FC236}">
                <a16:creationId xmlns:a16="http://schemas.microsoft.com/office/drawing/2014/main" id="{C6BCC3C4-DF93-2840-AE22-C8541FC747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C3619F-BA5E-DF4B-A99E-ADE8D9AF623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418950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6561" name="Rectangle 221">
            <a:extLst>
              <a:ext uri="{FF2B5EF4-FFF2-40B4-BE49-F238E27FC236}">
                <a16:creationId xmlns:a16="http://schemas.microsoft.com/office/drawing/2014/main" id="{1C9E4EB8-2415-7047-A28B-EBD27AE43E3B}"/>
              </a:ext>
            </a:extLst>
          </p:cNvPr>
          <p:cNvSpPr>
            <a:spLocks noChangeArrowheads="1"/>
          </p:cNvSpPr>
          <p:nvPr/>
        </p:nvSpPr>
        <p:spPr bwMode="auto">
          <a:xfrm>
            <a:off x="1601391" y="344091"/>
            <a:ext cx="479822" cy="9108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2" name="Rectangle 219">
            <a:extLst>
              <a:ext uri="{FF2B5EF4-FFF2-40B4-BE49-F238E27FC236}">
                <a16:creationId xmlns:a16="http://schemas.microsoft.com/office/drawing/2014/main" id="{BB296B07-10EC-584B-A607-9285446DB993}"/>
              </a:ext>
            </a:extLst>
          </p:cNvPr>
          <p:cNvSpPr>
            <a:spLocks noChangeArrowheads="1"/>
          </p:cNvSpPr>
          <p:nvPr/>
        </p:nvSpPr>
        <p:spPr bwMode="auto">
          <a:xfrm>
            <a:off x="1608535" y="711994"/>
            <a:ext cx="467915" cy="192881"/>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3" name="Text Box 220">
            <a:extLst>
              <a:ext uri="{FF2B5EF4-FFF2-40B4-BE49-F238E27FC236}">
                <a16:creationId xmlns:a16="http://schemas.microsoft.com/office/drawing/2014/main" id="{B6181655-D07A-524D-B651-6291A75E9411}"/>
              </a:ext>
            </a:extLst>
          </p:cNvPr>
          <p:cNvSpPr txBox="1">
            <a:spLocks noChangeArrowheads="1"/>
          </p:cNvSpPr>
          <p:nvPr/>
        </p:nvSpPr>
        <p:spPr bwMode="auto">
          <a:xfrm>
            <a:off x="1712443" y="311944"/>
            <a:ext cx="2696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564" name="Line 222">
            <a:extLst>
              <a:ext uri="{FF2B5EF4-FFF2-40B4-BE49-F238E27FC236}">
                <a16:creationId xmlns:a16="http://schemas.microsoft.com/office/drawing/2014/main" id="{E71E0503-E2C0-C14D-B38C-5EBF3DD2886D}"/>
              </a:ext>
            </a:extLst>
          </p:cNvPr>
          <p:cNvSpPr>
            <a:spLocks noChangeShapeType="1"/>
          </p:cNvSpPr>
          <p:nvPr/>
        </p:nvSpPr>
        <p:spPr bwMode="auto">
          <a:xfrm>
            <a:off x="1601391" y="538163"/>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5" name="Line 223">
            <a:extLst>
              <a:ext uri="{FF2B5EF4-FFF2-40B4-BE49-F238E27FC236}">
                <a16:creationId xmlns:a16="http://schemas.microsoft.com/office/drawing/2014/main" id="{2DA138BC-1D3A-BC42-89D5-ADF5A184E252}"/>
              </a:ext>
            </a:extLst>
          </p:cNvPr>
          <p:cNvSpPr>
            <a:spLocks noChangeShapeType="1"/>
          </p:cNvSpPr>
          <p:nvPr/>
        </p:nvSpPr>
        <p:spPr bwMode="auto">
          <a:xfrm>
            <a:off x="1601391" y="717947"/>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6" name="Line 224">
            <a:extLst>
              <a:ext uri="{FF2B5EF4-FFF2-40B4-BE49-F238E27FC236}">
                <a16:creationId xmlns:a16="http://schemas.microsoft.com/office/drawing/2014/main" id="{D5C89D1C-3CF7-A54C-AF1E-D140B8F4ECB3}"/>
              </a:ext>
            </a:extLst>
          </p:cNvPr>
          <p:cNvSpPr>
            <a:spLocks noChangeShapeType="1"/>
          </p:cNvSpPr>
          <p:nvPr/>
        </p:nvSpPr>
        <p:spPr bwMode="auto">
          <a:xfrm>
            <a:off x="1601391" y="897731"/>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7" name="Line 225">
            <a:extLst>
              <a:ext uri="{FF2B5EF4-FFF2-40B4-BE49-F238E27FC236}">
                <a16:creationId xmlns:a16="http://schemas.microsoft.com/office/drawing/2014/main" id="{DE50B431-37E3-1E43-ABDF-92C9396EA62D}"/>
              </a:ext>
            </a:extLst>
          </p:cNvPr>
          <p:cNvSpPr>
            <a:spLocks noChangeShapeType="1"/>
          </p:cNvSpPr>
          <p:nvPr/>
        </p:nvSpPr>
        <p:spPr bwMode="auto">
          <a:xfrm>
            <a:off x="1601391" y="1078706"/>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8" name="Freeform 4">
            <a:extLst>
              <a:ext uri="{FF2B5EF4-FFF2-40B4-BE49-F238E27FC236}">
                <a16:creationId xmlns:a16="http://schemas.microsoft.com/office/drawing/2014/main" id="{24BDE452-49C1-B843-97D5-C1D2FDAF55E0}"/>
              </a:ext>
            </a:extLst>
          </p:cNvPr>
          <p:cNvSpPr>
            <a:spLocks/>
          </p:cNvSpPr>
          <p:nvPr/>
        </p:nvSpPr>
        <p:spPr bwMode="auto">
          <a:xfrm>
            <a:off x="7038975" y="1653779"/>
            <a:ext cx="234554" cy="1350169"/>
          </a:xfrm>
          <a:custGeom>
            <a:avLst/>
            <a:gdLst>
              <a:gd name="T0" fmla="*/ 2147483646 w 197"/>
              <a:gd name="T1" fmla="*/ 0 h 1134"/>
              <a:gd name="T2" fmla="*/ 0 w 197"/>
              <a:gd name="T3" fmla="*/ 2147483646 h 1134"/>
              <a:gd name="T4" fmla="*/ 2147483646 w 197"/>
              <a:gd name="T5" fmla="*/ 2147483646 h 1134"/>
              <a:gd name="T6" fmla="*/ 0 60000 65536"/>
              <a:gd name="T7" fmla="*/ 0 60000 65536"/>
              <a:gd name="T8" fmla="*/ 0 60000 65536"/>
            </a:gdLst>
            <a:ahLst/>
            <a:cxnLst>
              <a:cxn ang="T6">
                <a:pos x="T0" y="T1"/>
              </a:cxn>
              <a:cxn ang="T7">
                <a:pos x="T2" y="T3"/>
              </a:cxn>
              <a:cxn ang="T8">
                <a:pos x="T4" y="T5"/>
              </a:cxn>
            </a:cxnLst>
            <a:rect l="0" t="0" r="r" b="b"/>
            <a:pathLst>
              <a:path w="197" h="1134">
                <a:moveTo>
                  <a:pt x="197" y="0"/>
                </a:moveTo>
                <a:lnTo>
                  <a:pt x="0" y="507"/>
                </a:lnTo>
                <a:lnTo>
                  <a:pt x="16" y="1134"/>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66569" name="Group 5">
            <a:extLst>
              <a:ext uri="{FF2B5EF4-FFF2-40B4-BE49-F238E27FC236}">
                <a16:creationId xmlns:a16="http://schemas.microsoft.com/office/drawing/2014/main" id="{EA814D95-01C6-6F48-B1D2-236F796B6B5A}"/>
              </a:ext>
            </a:extLst>
          </p:cNvPr>
          <p:cNvGrpSpPr>
            <a:grpSpLocks/>
          </p:cNvGrpSpPr>
          <p:nvPr/>
        </p:nvGrpSpPr>
        <p:grpSpPr bwMode="auto">
          <a:xfrm>
            <a:off x="3059907" y="3690938"/>
            <a:ext cx="479822" cy="1015603"/>
            <a:chOff x="617" y="262"/>
            <a:chExt cx="403" cy="853"/>
          </a:xfrm>
        </p:grpSpPr>
        <p:sp>
          <p:nvSpPr>
            <p:cNvPr id="66841" name="Rectangle 6">
              <a:extLst>
                <a:ext uri="{FF2B5EF4-FFF2-40B4-BE49-F238E27FC236}">
                  <a16:creationId xmlns:a16="http://schemas.microsoft.com/office/drawing/2014/main" id="{D6C4691E-7745-2248-A2E2-B94EA166D1AA}"/>
                </a:ext>
              </a:extLst>
            </p:cNvPr>
            <p:cNvSpPr>
              <a:spLocks noChangeArrowheads="1"/>
            </p:cNvSpPr>
            <p:nvPr/>
          </p:nvSpPr>
          <p:spPr bwMode="auto">
            <a:xfrm>
              <a:off x="623" y="598"/>
              <a:ext cx="393" cy="16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2" name="Text Box 7">
              <a:extLst>
                <a:ext uri="{FF2B5EF4-FFF2-40B4-BE49-F238E27FC236}">
                  <a16:creationId xmlns:a16="http://schemas.microsoft.com/office/drawing/2014/main" id="{36A00633-CA45-154C-ADAE-1F066A7CF1A7}"/>
                </a:ext>
              </a:extLst>
            </p:cNvPr>
            <p:cNvSpPr txBox="1">
              <a:spLocks noChangeArrowheads="1"/>
            </p:cNvSpPr>
            <p:nvPr/>
          </p:nvSpPr>
          <p:spPr bwMode="auto">
            <a:xfrm>
              <a:off x="711" y="262"/>
              <a:ext cx="226" cy="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843" name="Rectangle 8">
              <a:extLst>
                <a:ext uri="{FF2B5EF4-FFF2-40B4-BE49-F238E27FC236}">
                  <a16:creationId xmlns:a16="http://schemas.microsoft.com/office/drawing/2014/main" id="{68DFE8C6-02B0-D34B-83C1-5029FE9B8320}"/>
                </a:ext>
              </a:extLst>
            </p:cNvPr>
            <p:cNvSpPr>
              <a:spLocks noChangeArrowheads="1"/>
            </p:cNvSpPr>
            <p:nvPr/>
          </p:nvSpPr>
          <p:spPr bwMode="auto">
            <a:xfrm>
              <a:off x="617" y="289"/>
              <a:ext cx="403" cy="7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4" name="Line 9">
              <a:extLst>
                <a:ext uri="{FF2B5EF4-FFF2-40B4-BE49-F238E27FC236}">
                  <a16:creationId xmlns:a16="http://schemas.microsoft.com/office/drawing/2014/main" id="{2129EEC5-E734-3841-AE59-62E0B9E953A7}"/>
                </a:ext>
              </a:extLst>
            </p:cNvPr>
            <p:cNvSpPr>
              <a:spLocks noChangeShapeType="1"/>
            </p:cNvSpPr>
            <p:nvPr/>
          </p:nvSpPr>
          <p:spPr bwMode="auto">
            <a:xfrm>
              <a:off x="617" y="452"/>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5" name="Line 10">
              <a:extLst>
                <a:ext uri="{FF2B5EF4-FFF2-40B4-BE49-F238E27FC236}">
                  <a16:creationId xmlns:a16="http://schemas.microsoft.com/office/drawing/2014/main" id="{7B67AD80-43F2-B04A-A6E9-B4EF1AECFB53}"/>
                </a:ext>
              </a:extLst>
            </p:cNvPr>
            <p:cNvSpPr>
              <a:spLocks noChangeShapeType="1"/>
            </p:cNvSpPr>
            <p:nvPr/>
          </p:nvSpPr>
          <p:spPr bwMode="auto">
            <a:xfrm>
              <a:off x="617" y="603"/>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6" name="Line 11">
              <a:extLst>
                <a:ext uri="{FF2B5EF4-FFF2-40B4-BE49-F238E27FC236}">
                  <a16:creationId xmlns:a16="http://schemas.microsoft.com/office/drawing/2014/main" id="{9515B1FE-F7E6-7840-89E4-6DF8DD2D6BAC}"/>
                </a:ext>
              </a:extLst>
            </p:cNvPr>
            <p:cNvSpPr>
              <a:spLocks noChangeShapeType="1"/>
            </p:cNvSpPr>
            <p:nvPr/>
          </p:nvSpPr>
          <p:spPr bwMode="auto">
            <a:xfrm>
              <a:off x="617" y="754"/>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7" name="Line 12">
              <a:extLst>
                <a:ext uri="{FF2B5EF4-FFF2-40B4-BE49-F238E27FC236}">
                  <a16:creationId xmlns:a16="http://schemas.microsoft.com/office/drawing/2014/main" id="{369B35C1-7926-6049-8423-2CC50E8F7456}"/>
                </a:ext>
              </a:extLst>
            </p:cNvPr>
            <p:cNvSpPr>
              <a:spLocks noChangeShapeType="1"/>
            </p:cNvSpPr>
            <p:nvPr/>
          </p:nvSpPr>
          <p:spPr bwMode="auto">
            <a:xfrm>
              <a:off x="617" y="906"/>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570" name="Line 13">
            <a:extLst>
              <a:ext uri="{FF2B5EF4-FFF2-40B4-BE49-F238E27FC236}">
                <a16:creationId xmlns:a16="http://schemas.microsoft.com/office/drawing/2014/main" id="{CE0D9881-407F-EE40-AB02-3D9046B5FEF3}"/>
              </a:ext>
            </a:extLst>
          </p:cNvPr>
          <p:cNvSpPr>
            <a:spLocks noChangeShapeType="1"/>
          </p:cNvSpPr>
          <p:nvPr/>
        </p:nvSpPr>
        <p:spPr bwMode="auto">
          <a:xfrm flipV="1">
            <a:off x="3383757" y="1600200"/>
            <a:ext cx="378023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1" name="Line 14">
            <a:extLst>
              <a:ext uri="{FF2B5EF4-FFF2-40B4-BE49-F238E27FC236}">
                <a16:creationId xmlns:a16="http://schemas.microsoft.com/office/drawing/2014/main" id="{3DBC18DF-A715-A84C-8DD9-A4681A86695F}"/>
              </a:ext>
            </a:extLst>
          </p:cNvPr>
          <p:cNvSpPr>
            <a:spLocks noChangeShapeType="1"/>
          </p:cNvSpPr>
          <p:nvPr/>
        </p:nvSpPr>
        <p:spPr bwMode="auto">
          <a:xfrm flipV="1">
            <a:off x="3869531" y="3003948"/>
            <a:ext cx="648891" cy="11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2" name="Line 15">
            <a:extLst>
              <a:ext uri="{FF2B5EF4-FFF2-40B4-BE49-F238E27FC236}">
                <a16:creationId xmlns:a16="http://schemas.microsoft.com/office/drawing/2014/main" id="{5EEC473C-1953-FF4E-B28D-35FFB20DB124}"/>
              </a:ext>
            </a:extLst>
          </p:cNvPr>
          <p:cNvSpPr>
            <a:spLocks noChangeShapeType="1"/>
          </p:cNvSpPr>
          <p:nvPr/>
        </p:nvSpPr>
        <p:spPr bwMode="auto">
          <a:xfrm>
            <a:off x="1709738"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73" name="Picture 16">
            <a:extLst>
              <a:ext uri="{FF2B5EF4-FFF2-40B4-BE49-F238E27FC236}">
                <a16:creationId xmlns:a16="http://schemas.microsoft.com/office/drawing/2014/main" id="{6F9B97E7-5FE1-EA4B-9637-03BB996545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0075" y="2896791"/>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4" name="Group 17">
            <a:extLst>
              <a:ext uri="{FF2B5EF4-FFF2-40B4-BE49-F238E27FC236}">
                <a16:creationId xmlns:a16="http://schemas.microsoft.com/office/drawing/2014/main" id="{D769C627-39C7-D949-86B6-4E5A8ACA7FF8}"/>
              </a:ext>
            </a:extLst>
          </p:cNvPr>
          <p:cNvGrpSpPr>
            <a:grpSpLocks/>
          </p:cNvGrpSpPr>
          <p:nvPr/>
        </p:nvGrpSpPr>
        <p:grpSpPr bwMode="auto">
          <a:xfrm>
            <a:off x="3762376" y="1329929"/>
            <a:ext cx="1079897" cy="647700"/>
            <a:chOff x="385" y="2795"/>
            <a:chExt cx="1769" cy="816"/>
          </a:xfrm>
        </p:grpSpPr>
        <p:sp>
          <p:nvSpPr>
            <p:cNvPr id="970770" name="Oval 18">
              <a:extLst>
                <a:ext uri="{FF2B5EF4-FFF2-40B4-BE49-F238E27FC236}">
                  <a16:creationId xmlns:a16="http://schemas.microsoft.com/office/drawing/2014/main" id="{5E8C0083-2435-4B41-97F3-58C5B3FD2DB5}"/>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1" name="Oval 19">
              <a:extLst>
                <a:ext uri="{FF2B5EF4-FFF2-40B4-BE49-F238E27FC236}">
                  <a16:creationId xmlns:a16="http://schemas.microsoft.com/office/drawing/2014/main" id="{122C6893-58C5-AE4E-9C15-663203F18286}"/>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2" name="Oval 20">
              <a:extLst>
                <a:ext uri="{FF2B5EF4-FFF2-40B4-BE49-F238E27FC236}">
                  <a16:creationId xmlns:a16="http://schemas.microsoft.com/office/drawing/2014/main" id="{DC6358A2-FBD1-FD42-A915-916BD70A1205}"/>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3" name="Oval 21">
              <a:extLst>
                <a:ext uri="{FF2B5EF4-FFF2-40B4-BE49-F238E27FC236}">
                  <a16:creationId xmlns:a16="http://schemas.microsoft.com/office/drawing/2014/main" id="{BB291123-4604-DD41-8CAC-48008B088C6C}"/>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4" name="Oval 22">
              <a:extLst>
                <a:ext uri="{FF2B5EF4-FFF2-40B4-BE49-F238E27FC236}">
                  <a16:creationId xmlns:a16="http://schemas.microsoft.com/office/drawing/2014/main" id="{7BE396C5-A667-3745-8EA0-CAC4262CEF2B}"/>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5" name="Oval 23">
              <a:extLst>
                <a:ext uri="{FF2B5EF4-FFF2-40B4-BE49-F238E27FC236}">
                  <a16:creationId xmlns:a16="http://schemas.microsoft.com/office/drawing/2014/main" id="{63E26658-C940-C245-BBA0-731C236E4966}"/>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6" name="Oval 24">
              <a:extLst>
                <a:ext uri="{FF2B5EF4-FFF2-40B4-BE49-F238E27FC236}">
                  <a16:creationId xmlns:a16="http://schemas.microsoft.com/office/drawing/2014/main" id="{18C9691A-81EA-CE48-9BDD-B077DDCCC57A}"/>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7" name="Oval 25">
              <a:extLst>
                <a:ext uri="{FF2B5EF4-FFF2-40B4-BE49-F238E27FC236}">
                  <a16:creationId xmlns:a16="http://schemas.microsoft.com/office/drawing/2014/main" id="{C8B12C81-9D2D-E54D-AA84-A1147506E3B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8" name="Oval 26">
              <a:extLst>
                <a:ext uri="{FF2B5EF4-FFF2-40B4-BE49-F238E27FC236}">
                  <a16:creationId xmlns:a16="http://schemas.microsoft.com/office/drawing/2014/main" id="{2C0F39FB-9C2A-C146-A8EE-1D62CE751B0D}"/>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9" name="Oval 27">
              <a:extLst>
                <a:ext uri="{FF2B5EF4-FFF2-40B4-BE49-F238E27FC236}">
                  <a16:creationId xmlns:a16="http://schemas.microsoft.com/office/drawing/2014/main" id="{23F9E5CC-FCED-484A-AE63-63A8566B927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0" name="Oval 28">
              <a:extLst>
                <a:ext uri="{FF2B5EF4-FFF2-40B4-BE49-F238E27FC236}">
                  <a16:creationId xmlns:a16="http://schemas.microsoft.com/office/drawing/2014/main" id="{2FCFF1DF-6B55-6A42-AA06-F6C913A30295}"/>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1" name="Oval 29">
              <a:extLst>
                <a:ext uri="{FF2B5EF4-FFF2-40B4-BE49-F238E27FC236}">
                  <a16:creationId xmlns:a16="http://schemas.microsoft.com/office/drawing/2014/main" id="{08E070DB-ECBC-DD4C-88F6-271E56F5E9E9}"/>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2" name="Oval 30">
              <a:extLst>
                <a:ext uri="{FF2B5EF4-FFF2-40B4-BE49-F238E27FC236}">
                  <a16:creationId xmlns:a16="http://schemas.microsoft.com/office/drawing/2014/main" id="{696F68DE-17DD-E94D-A471-23362933571B}"/>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3" name="Oval 31">
              <a:extLst>
                <a:ext uri="{FF2B5EF4-FFF2-40B4-BE49-F238E27FC236}">
                  <a16:creationId xmlns:a16="http://schemas.microsoft.com/office/drawing/2014/main" id="{5FBAB429-4AA8-6D40-AAE1-CAEC4A3B79F3}"/>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4" name="Oval 32">
              <a:extLst>
                <a:ext uri="{FF2B5EF4-FFF2-40B4-BE49-F238E27FC236}">
                  <a16:creationId xmlns:a16="http://schemas.microsoft.com/office/drawing/2014/main" id="{A83535BB-9E6C-F149-A454-B300D2D2C1BC}"/>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5" name="Oval 33">
              <a:extLst>
                <a:ext uri="{FF2B5EF4-FFF2-40B4-BE49-F238E27FC236}">
                  <a16:creationId xmlns:a16="http://schemas.microsoft.com/office/drawing/2014/main" id="{C1512C96-4D4F-D245-AD05-243349F4302A}"/>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40" name="Freeform 34">
              <a:extLst>
                <a:ext uri="{FF2B5EF4-FFF2-40B4-BE49-F238E27FC236}">
                  <a16:creationId xmlns:a16="http://schemas.microsoft.com/office/drawing/2014/main" id="{A466F3D3-F277-FB44-8B0F-3C992EDC9520}"/>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575" name="Text Box 35">
            <a:extLst>
              <a:ext uri="{FF2B5EF4-FFF2-40B4-BE49-F238E27FC236}">
                <a16:creationId xmlns:a16="http://schemas.microsoft.com/office/drawing/2014/main" id="{AB396750-C307-DB43-A905-9433362C92FA}"/>
              </a:ext>
            </a:extLst>
          </p:cNvPr>
          <p:cNvSpPr txBox="1">
            <a:spLocks noChangeArrowheads="1"/>
          </p:cNvSpPr>
          <p:nvPr/>
        </p:nvSpPr>
        <p:spPr bwMode="auto">
          <a:xfrm>
            <a:off x="1144429" y="1326357"/>
            <a:ext cx="4924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66576" name="Picture 36">
            <a:extLst>
              <a:ext uri="{FF2B5EF4-FFF2-40B4-BE49-F238E27FC236}">
                <a16:creationId xmlns:a16="http://schemas.microsoft.com/office/drawing/2014/main" id="{AC6A6041-BA47-7742-AB6E-24127EBF9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97316"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7" name="Group 37">
            <a:extLst>
              <a:ext uri="{FF2B5EF4-FFF2-40B4-BE49-F238E27FC236}">
                <a16:creationId xmlns:a16="http://schemas.microsoft.com/office/drawing/2014/main" id="{F4A289AD-784B-6B47-B640-F379FEC51EEB}"/>
              </a:ext>
            </a:extLst>
          </p:cNvPr>
          <p:cNvGrpSpPr>
            <a:grpSpLocks/>
          </p:cNvGrpSpPr>
          <p:nvPr/>
        </p:nvGrpSpPr>
        <p:grpSpPr bwMode="auto">
          <a:xfrm>
            <a:off x="5651897" y="1329929"/>
            <a:ext cx="1079897" cy="647700"/>
            <a:chOff x="385" y="2795"/>
            <a:chExt cx="1769" cy="816"/>
          </a:xfrm>
        </p:grpSpPr>
        <p:sp>
          <p:nvSpPr>
            <p:cNvPr id="970790" name="Oval 38">
              <a:extLst>
                <a:ext uri="{FF2B5EF4-FFF2-40B4-BE49-F238E27FC236}">
                  <a16:creationId xmlns:a16="http://schemas.microsoft.com/office/drawing/2014/main" id="{5751A6E7-D0D8-F543-B5FD-60970D126A94}"/>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1" name="Oval 39">
              <a:extLst>
                <a:ext uri="{FF2B5EF4-FFF2-40B4-BE49-F238E27FC236}">
                  <a16:creationId xmlns:a16="http://schemas.microsoft.com/office/drawing/2014/main" id="{F7D51ABF-1922-6543-866E-D793A42039B7}"/>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2" name="Oval 40">
              <a:extLst>
                <a:ext uri="{FF2B5EF4-FFF2-40B4-BE49-F238E27FC236}">
                  <a16:creationId xmlns:a16="http://schemas.microsoft.com/office/drawing/2014/main" id="{C5F26F51-1003-7D4E-84AA-AC7C3D3E4E27}"/>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3" name="Oval 41">
              <a:extLst>
                <a:ext uri="{FF2B5EF4-FFF2-40B4-BE49-F238E27FC236}">
                  <a16:creationId xmlns:a16="http://schemas.microsoft.com/office/drawing/2014/main" id="{DF03325E-763C-4640-BB7A-044795369D20}"/>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4" name="Oval 42">
              <a:extLst>
                <a:ext uri="{FF2B5EF4-FFF2-40B4-BE49-F238E27FC236}">
                  <a16:creationId xmlns:a16="http://schemas.microsoft.com/office/drawing/2014/main" id="{53E7EF4E-59BA-454F-A45D-42CD3D61726E}"/>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5" name="Oval 43">
              <a:extLst>
                <a:ext uri="{FF2B5EF4-FFF2-40B4-BE49-F238E27FC236}">
                  <a16:creationId xmlns:a16="http://schemas.microsoft.com/office/drawing/2014/main" id="{8FAFE843-F774-5948-902B-62B02FB04B8C}"/>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6" name="Oval 44">
              <a:extLst>
                <a:ext uri="{FF2B5EF4-FFF2-40B4-BE49-F238E27FC236}">
                  <a16:creationId xmlns:a16="http://schemas.microsoft.com/office/drawing/2014/main" id="{ABA9C1CF-6D4B-344F-9214-0C546BCA4E10}"/>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7" name="Oval 45">
              <a:extLst>
                <a:ext uri="{FF2B5EF4-FFF2-40B4-BE49-F238E27FC236}">
                  <a16:creationId xmlns:a16="http://schemas.microsoft.com/office/drawing/2014/main" id="{4CE8F3FC-6F9A-4843-AC17-6874C255D0AB}"/>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8" name="Oval 46">
              <a:extLst>
                <a:ext uri="{FF2B5EF4-FFF2-40B4-BE49-F238E27FC236}">
                  <a16:creationId xmlns:a16="http://schemas.microsoft.com/office/drawing/2014/main" id="{9B509249-B5FA-474C-8D05-9474D1975A50}"/>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9" name="Oval 47">
              <a:extLst>
                <a:ext uri="{FF2B5EF4-FFF2-40B4-BE49-F238E27FC236}">
                  <a16:creationId xmlns:a16="http://schemas.microsoft.com/office/drawing/2014/main" id="{DF989393-5682-2B41-A8A4-9D02A1E49F3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0" name="Oval 48">
              <a:extLst>
                <a:ext uri="{FF2B5EF4-FFF2-40B4-BE49-F238E27FC236}">
                  <a16:creationId xmlns:a16="http://schemas.microsoft.com/office/drawing/2014/main" id="{135A64E5-0B72-3945-A091-F30CFC696997}"/>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1" name="Oval 49">
              <a:extLst>
                <a:ext uri="{FF2B5EF4-FFF2-40B4-BE49-F238E27FC236}">
                  <a16:creationId xmlns:a16="http://schemas.microsoft.com/office/drawing/2014/main" id="{C2C3A7AB-A7AA-4D40-9106-368135DB4E37}"/>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2" name="Oval 50">
              <a:extLst>
                <a:ext uri="{FF2B5EF4-FFF2-40B4-BE49-F238E27FC236}">
                  <a16:creationId xmlns:a16="http://schemas.microsoft.com/office/drawing/2014/main" id="{A5A27F06-1EBE-0B42-B6A8-F952F84766E1}"/>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3" name="Oval 51">
              <a:extLst>
                <a:ext uri="{FF2B5EF4-FFF2-40B4-BE49-F238E27FC236}">
                  <a16:creationId xmlns:a16="http://schemas.microsoft.com/office/drawing/2014/main" id="{300052F4-46FC-C54E-BCCB-34540EFA99B8}"/>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4" name="Oval 52">
              <a:extLst>
                <a:ext uri="{FF2B5EF4-FFF2-40B4-BE49-F238E27FC236}">
                  <a16:creationId xmlns:a16="http://schemas.microsoft.com/office/drawing/2014/main" id="{327A1CDF-B0C4-674D-8E08-D003046920B8}"/>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5" name="Oval 53">
              <a:extLst>
                <a:ext uri="{FF2B5EF4-FFF2-40B4-BE49-F238E27FC236}">
                  <a16:creationId xmlns:a16="http://schemas.microsoft.com/office/drawing/2014/main" id="{7508081C-4245-DF4E-8027-DDF18FFCB590}"/>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23" name="Freeform 54">
              <a:extLst>
                <a:ext uri="{FF2B5EF4-FFF2-40B4-BE49-F238E27FC236}">
                  <a16:creationId xmlns:a16="http://schemas.microsoft.com/office/drawing/2014/main" id="{93A01289-1A51-304B-BAB6-17544DAFABC3}"/>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6578" name="Group 55">
            <a:extLst>
              <a:ext uri="{FF2B5EF4-FFF2-40B4-BE49-F238E27FC236}">
                <a16:creationId xmlns:a16="http://schemas.microsoft.com/office/drawing/2014/main" id="{77A36150-C17E-1C46-BF99-AACA55FA28FA}"/>
              </a:ext>
            </a:extLst>
          </p:cNvPr>
          <p:cNvGrpSpPr>
            <a:grpSpLocks/>
          </p:cNvGrpSpPr>
          <p:nvPr/>
        </p:nvGrpSpPr>
        <p:grpSpPr bwMode="auto">
          <a:xfrm>
            <a:off x="4463654" y="2571750"/>
            <a:ext cx="311944" cy="378619"/>
            <a:chOff x="4416" y="2717"/>
            <a:chExt cx="404" cy="577"/>
          </a:xfrm>
        </p:grpSpPr>
        <p:sp>
          <p:nvSpPr>
            <p:cNvPr id="66759" name="AutoShape 56">
              <a:extLst>
                <a:ext uri="{FF2B5EF4-FFF2-40B4-BE49-F238E27FC236}">
                  <a16:creationId xmlns:a16="http://schemas.microsoft.com/office/drawing/2014/main" id="{93C31FA2-F56D-0A4E-AD19-B55C813D50E6}"/>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60" name="Group 57">
              <a:extLst>
                <a:ext uri="{FF2B5EF4-FFF2-40B4-BE49-F238E27FC236}">
                  <a16:creationId xmlns:a16="http://schemas.microsoft.com/office/drawing/2014/main" id="{8C9280DD-DD6A-AF46-9491-701C6E303AB7}"/>
                </a:ext>
              </a:extLst>
            </p:cNvPr>
            <p:cNvGrpSpPr>
              <a:grpSpLocks/>
            </p:cNvGrpSpPr>
            <p:nvPr/>
          </p:nvGrpSpPr>
          <p:grpSpPr bwMode="auto">
            <a:xfrm>
              <a:off x="4562" y="3066"/>
              <a:ext cx="13" cy="70"/>
              <a:chOff x="4562" y="3066"/>
              <a:chExt cx="13" cy="70"/>
            </a:xfrm>
          </p:grpSpPr>
          <p:sp>
            <p:nvSpPr>
              <p:cNvPr id="66805" name="Rectangle 58">
                <a:extLst>
                  <a:ext uri="{FF2B5EF4-FFF2-40B4-BE49-F238E27FC236}">
                    <a16:creationId xmlns:a16="http://schemas.microsoft.com/office/drawing/2014/main" id="{405F9770-6791-AC46-A6E0-B5CE5E1DA945}"/>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6" name="Line 59">
                <a:extLst>
                  <a:ext uri="{FF2B5EF4-FFF2-40B4-BE49-F238E27FC236}">
                    <a16:creationId xmlns:a16="http://schemas.microsoft.com/office/drawing/2014/main" id="{9771E195-4FA9-D34A-9C92-8A0BC359FB95}"/>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61" name="Rectangle 60">
              <a:extLst>
                <a:ext uri="{FF2B5EF4-FFF2-40B4-BE49-F238E27FC236}">
                  <a16:creationId xmlns:a16="http://schemas.microsoft.com/office/drawing/2014/main" id="{3727F0AC-E780-7442-8EA8-252BB56473E1}"/>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2" name="Freeform 61">
              <a:extLst>
                <a:ext uri="{FF2B5EF4-FFF2-40B4-BE49-F238E27FC236}">
                  <a16:creationId xmlns:a16="http://schemas.microsoft.com/office/drawing/2014/main" id="{48F8928F-3772-544C-B3E1-F20EB23C88D9}"/>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63" name="Freeform 62">
              <a:extLst>
                <a:ext uri="{FF2B5EF4-FFF2-40B4-BE49-F238E27FC236}">
                  <a16:creationId xmlns:a16="http://schemas.microsoft.com/office/drawing/2014/main" id="{D75BAB71-93EB-1545-9A0F-9C7521A17D56}"/>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4" name="Freeform 63">
              <a:extLst>
                <a:ext uri="{FF2B5EF4-FFF2-40B4-BE49-F238E27FC236}">
                  <a16:creationId xmlns:a16="http://schemas.microsoft.com/office/drawing/2014/main" id="{3AA01DA8-9A17-4C42-A3D1-466FA72ABD7D}"/>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65" name="Freeform 64">
              <a:extLst>
                <a:ext uri="{FF2B5EF4-FFF2-40B4-BE49-F238E27FC236}">
                  <a16:creationId xmlns:a16="http://schemas.microsoft.com/office/drawing/2014/main" id="{420634EE-6FAF-E84F-9429-1D9F82C1932E}"/>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6" name="Freeform 65">
              <a:extLst>
                <a:ext uri="{FF2B5EF4-FFF2-40B4-BE49-F238E27FC236}">
                  <a16:creationId xmlns:a16="http://schemas.microsoft.com/office/drawing/2014/main" id="{0DA88225-18D2-9546-ACA6-56552D24857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67" name="Freeform 66">
              <a:extLst>
                <a:ext uri="{FF2B5EF4-FFF2-40B4-BE49-F238E27FC236}">
                  <a16:creationId xmlns:a16="http://schemas.microsoft.com/office/drawing/2014/main" id="{A9261FD0-415A-E54E-8170-3EB7CED98EA8}"/>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8" name="Rectangle 67">
              <a:extLst>
                <a:ext uri="{FF2B5EF4-FFF2-40B4-BE49-F238E27FC236}">
                  <a16:creationId xmlns:a16="http://schemas.microsoft.com/office/drawing/2014/main" id="{51FE8BE5-5E7D-2C4C-9C73-887220CEA50D}"/>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9" name="Line 68">
              <a:extLst>
                <a:ext uri="{FF2B5EF4-FFF2-40B4-BE49-F238E27FC236}">
                  <a16:creationId xmlns:a16="http://schemas.microsoft.com/office/drawing/2014/main" id="{5EA05809-70F0-AE4B-9241-07F847C7F4F2}"/>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70" name="Freeform 69">
              <a:extLst>
                <a:ext uri="{FF2B5EF4-FFF2-40B4-BE49-F238E27FC236}">
                  <a16:creationId xmlns:a16="http://schemas.microsoft.com/office/drawing/2014/main" id="{2FC6D714-C186-FB43-AAEC-3080AD88172D}"/>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1" name="Freeform 70">
              <a:extLst>
                <a:ext uri="{FF2B5EF4-FFF2-40B4-BE49-F238E27FC236}">
                  <a16:creationId xmlns:a16="http://schemas.microsoft.com/office/drawing/2014/main" id="{94A34539-4721-7044-B994-CD1A0279B30E}"/>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72" name="Freeform 71">
              <a:extLst>
                <a:ext uri="{FF2B5EF4-FFF2-40B4-BE49-F238E27FC236}">
                  <a16:creationId xmlns:a16="http://schemas.microsoft.com/office/drawing/2014/main" id="{335438BD-27DF-7C44-91B1-F190BC1E40CE}"/>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3" name="Rectangle 72">
              <a:extLst>
                <a:ext uri="{FF2B5EF4-FFF2-40B4-BE49-F238E27FC236}">
                  <a16:creationId xmlns:a16="http://schemas.microsoft.com/office/drawing/2014/main" id="{1217788D-5236-B143-AFA8-D30C2DAF1D76}"/>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4" name="Rectangle 73">
              <a:extLst>
                <a:ext uri="{FF2B5EF4-FFF2-40B4-BE49-F238E27FC236}">
                  <a16:creationId xmlns:a16="http://schemas.microsoft.com/office/drawing/2014/main" id="{B9D21D52-7EE2-304D-B77E-FBEB879FCB8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5" name="Rectangle 74">
              <a:extLst>
                <a:ext uri="{FF2B5EF4-FFF2-40B4-BE49-F238E27FC236}">
                  <a16:creationId xmlns:a16="http://schemas.microsoft.com/office/drawing/2014/main" id="{1389837A-2506-E94E-8E1A-C6B032CB8CC4}"/>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6" name="Rectangle 75">
              <a:extLst>
                <a:ext uri="{FF2B5EF4-FFF2-40B4-BE49-F238E27FC236}">
                  <a16:creationId xmlns:a16="http://schemas.microsoft.com/office/drawing/2014/main" id="{FDB52BE2-3952-2241-B157-7FF00CD22F4F}"/>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7" name="Oval 76">
              <a:extLst>
                <a:ext uri="{FF2B5EF4-FFF2-40B4-BE49-F238E27FC236}">
                  <a16:creationId xmlns:a16="http://schemas.microsoft.com/office/drawing/2014/main" id="{45C0DE8E-FCD0-D141-98FB-BA0DA03D40A3}"/>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8" name="Rectangle 77">
              <a:extLst>
                <a:ext uri="{FF2B5EF4-FFF2-40B4-BE49-F238E27FC236}">
                  <a16:creationId xmlns:a16="http://schemas.microsoft.com/office/drawing/2014/main" id="{67E1F1FC-6851-C64A-81D3-3A11F70AB7A8}"/>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9" name="Freeform 78">
              <a:extLst>
                <a:ext uri="{FF2B5EF4-FFF2-40B4-BE49-F238E27FC236}">
                  <a16:creationId xmlns:a16="http://schemas.microsoft.com/office/drawing/2014/main" id="{DE58BC5B-6D90-E043-B004-D94AFBBE99F8}"/>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80" name="Group 79">
              <a:extLst>
                <a:ext uri="{FF2B5EF4-FFF2-40B4-BE49-F238E27FC236}">
                  <a16:creationId xmlns:a16="http://schemas.microsoft.com/office/drawing/2014/main" id="{A2E17B44-86ED-F143-AA1D-DF54612015A4}"/>
                </a:ext>
              </a:extLst>
            </p:cNvPr>
            <p:cNvGrpSpPr>
              <a:grpSpLocks/>
            </p:cNvGrpSpPr>
            <p:nvPr/>
          </p:nvGrpSpPr>
          <p:grpSpPr bwMode="auto">
            <a:xfrm>
              <a:off x="4455" y="2913"/>
              <a:ext cx="126" cy="116"/>
              <a:chOff x="4455" y="2913"/>
              <a:chExt cx="126" cy="116"/>
            </a:xfrm>
          </p:grpSpPr>
          <p:sp>
            <p:nvSpPr>
              <p:cNvPr id="66803" name="Oval 80">
                <a:extLst>
                  <a:ext uri="{FF2B5EF4-FFF2-40B4-BE49-F238E27FC236}">
                    <a16:creationId xmlns:a16="http://schemas.microsoft.com/office/drawing/2014/main" id="{514F195D-B458-6049-AF9D-D35A3E1A2F34}"/>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4" name="Oval 81">
                <a:extLst>
                  <a:ext uri="{FF2B5EF4-FFF2-40B4-BE49-F238E27FC236}">
                    <a16:creationId xmlns:a16="http://schemas.microsoft.com/office/drawing/2014/main" id="{50A6BE9C-5A0F-414B-9E25-14E6516CF824}"/>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81" name="Group 82">
              <a:extLst>
                <a:ext uri="{FF2B5EF4-FFF2-40B4-BE49-F238E27FC236}">
                  <a16:creationId xmlns:a16="http://schemas.microsoft.com/office/drawing/2014/main" id="{EBD9E35D-C120-5D48-B2FD-628823A89768}"/>
                </a:ext>
              </a:extLst>
            </p:cNvPr>
            <p:cNvGrpSpPr>
              <a:grpSpLocks/>
            </p:cNvGrpSpPr>
            <p:nvPr/>
          </p:nvGrpSpPr>
          <p:grpSpPr bwMode="auto">
            <a:xfrm>
              <a:off x="4504" y="3136"/>
              <a:ext cx="43" cy="112"/>
              <a:chOff x="4504" y="3136"/>
              <a:chExt cx="43" cy="112"/>
            </a:xfrm>
          </p:grpSpPr>
          <p:sp>
            <p:nvSpPr>
              <p:cNvPr id="66794" name="Rectangle 83">
                <a:extLst>
                  <a:ext uri="{FF2B5EF4-FFF2-40B4-BE49-F238E27FC236}">
                    <a16:creationId xmlns:a16="http://schemas.microsoft.com/office/drawing/2014/main" id="{03ACBF78-0705-1147-AF4D-9BC1219C7BC5}"/>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95" name="Group 84">
                <a:extLst>
                  <a:ext uri="{FF2B5EF4-FFF2-40B4-BE49-F238E27FC236}">
                    <a16:creationId xmlns:a16="http://schemas.microsoft.com/office/drawing/2014/main" id="{2CE7B7B4-49DD-3443-B0AC-6CC224782439}"/>
                  </a:ext>
                </a:extLst>
              </p:cNvPr>
              <p:cNvGrpSpPr>
                <a:grpSpLocks/>
              </p:cNvGrpSpPr>
              <p:nvPr/>
            </p:nvGrpSpPr>
            <p:grpSpPr bwMode="auto">
              <a:xfrm>
                <a:off x="4504" y="3149"/>
                <a:ext cx="43" cy="87"/>
                <a:chOff x="4504" y="3149"/>
                <a:chExt cx="43" cy="87"/>
              </a:xfrm>
            </p:grpSpPr>
            <p:sp>
              <p:nvSpPr>
                <p:cNvPr id="66796" name="Line 85">
                  <a:extLst>
                    <a:ext uri="{FF2B5EF4-FFF2-40B4-BE49-F238E27FC236}">
                      <a16:creationId xmlns:a16="http://schemas.microsoft.com/office/drawing/2014/main" id="{57359E4A-0FF9-044F-BC64-F278A59B62D8}"/>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7" name="Line 86">
                  <a:extLst>
                    <a:ext uri="{FF2B5EF4-FFF2-40B4-BE49-F238E27FC236}">
                      <a16:creationId xmlns:a16="http://schemas.microsoft.com/office/drawing/2014/main" id="{5ABB48B1-178B-9C45-8BAD-C0A139542E9C}"/>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8" name="Line 87">
                  <a:extLst>
                    <a:ext uri="{FF2B5EF4-FFF2-40B4-BE49-F238E27FC236}">
                      <a16:creationId xmlns:a16="http://schemas.microsoft.com/office/drawing/2014/main" id="{A6A1CED0-5660-F643-ABEA-0C527F7A6EA0}"/>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9" name="Line 88">
                  <a:extLst>
                    <a:ext uri="{FF2B5EF4-FFF2-40B4-BE49-F238E27FC236}">
                      <a16:creationId xmlns:a16="http://schemas.microsoft.com/office/drawing/2014/main" id="{A445C936-1A71-0046-902D-77F513DDB72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0" name="Line 89">
                  <a:extLst>
                    <a:ext uri="{FF2B5EF4-FFF2-40B4-BE49-F238E27FC236}">
                      <a16:creationId xmlns:a16="http://schemas.microsoft.com/office/drawing/2014/main" id="{5E50848A-75C7-E242-A8D5-08D34A3DA6AB}"/>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1" name="Line 90">
                  <a:extLst>
                    <a:ext uri="{FF2B5EF4-FFF2-40B4-BE49-F238E27FC236}">
                      <a16:creationId xmlns:a16="http://schemas.microsoft.com/office/drawing/2014/main" id="{51E0E10D-3538-0544-9057-8A8EB8E171AC}"/>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2" name="Line 91">
                  <a:extLst>
                    <a:ext uri="{FF2B5EF4-FFF2-40B4-BE49-F238E27FC236}">
                      <a16:creationId xmlns:a16="http://schemas.microsoft.com/office/drawing/2014/main" id="{7D1DFB56-DD9C-5549-836F-36C87D6C54F8}"/>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82" name="Rectangle 92">
              <a:extLst>
                <a:ext uri="{FF2B5EF4-FFF2-40B4-BE49-F238E27FC236}">
                  <a16:creationId xmlns:a16="http://schemas.microsoft.com/office/drawing/2014/main" id="{D2D5D0A3-224A-B648-8DE4-1DAC6A6D8818}"/>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83" name="Freeform 93">
              <a:extLst>
                <a:ext uri="{FF2B5EF4-FFF2-40B4-BE49-F238E27FC236}">
                  <a16:creationId xmlns:a16="http://schemas.microsoft.com/office/drawing/2014/main" id="{754661B9-BE60-BC49-91B7-CAE72A2E5355}"/>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4" name="Freeform 94">
              <a:extLst>
                <a:ext uri="{FF2B5EF4-FFF2-40B4-BE49-F238E27FC236}">
                  <a16:creationId xmlns:a16="http://schemas.microsoft.com/office/drawing/2014/main" id="{8BD8DE02-DDD1-024A-A21F-404B0A04D7CA}"/>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5" name="Freeform 95">
              <a:extLst>
                <a:ext uri="{FF2B5EF4-FFF2-40B4-BE49-F238E27FC236}">
                  <a16:creationId xmlns:a16="http://schemas.microsoft.com/office/drawing/2014/main" id="{3EE18D7C-75D3-7A41-8790-EF6BAC3C796B}"/>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86" name="Freeform 96">
              <a:extLst>
                <a:ext uri="{FF2B5EF4-FFF2-40B4-BE49-F238E27FC236}">
                  <a16:creationId xmlns:a16="http://schemas.microsoft.com/office/drawing/2014/main" id="{D7D920E7-21A8-134B-991D-9D209DEB99C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87" name="Freeform 97">
              <a:extLst>
                <a:ext uri="{FF2B5EF4-FFF2-40B4-BE49-F238E27FC236}">
                  <a16:creationId xmlns:a16="http://schemas.microsoft.com/office/drawing/2014/main" id="{F771AD6A-55F2-1543-892E-5651D4C339DB}"/>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8" name="Freeform 98">
              <a:extLst>
                <a:ext uri="{FF2B5EF4-FFF2-40B4-BE49-F238E27FC236}">
                  <a16:creationId xmlns:a16="http://schemas.microsoft.com/office/drawing/2014/main" id="{4DE3CA1C-C4FB-B340-B2EF-2646EB95C951}"/>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9" name="Freeform 99">
              <a:extLst>
                <a:ext uri="{FF2B5EF4-FFF2-40B4-BE49-F238E27FC236}">
                  <a16:creationId xmlns:a16="http://schemas.microsoft.com/office/drawing/2014/main" id="{F1C146C3-6D1C-D44F-AB39-23392A5B4CC2}"/>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90" name="Freeform 100">
              <a:extLst>
                <a:ext uri="{FF2B5EF4-FFF2-40B4-BE49-F238E27FC236}">
                  <a16:creationId xmlns:a16="http://schemas.microsoft.com/office/drawing/2014/main" id="{3A98B29D-2C1A-CE47-8D9C-D46A1700170B}"/>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91" name="Freeform 101">
              <a:extLst>
                <a:ext uri="{FF2B5EF4-FFF2-40B4-BE49-F238E27FC236}">
                  <a16:creationId xmlns:a16="http://schemas.microsoft.com/office/drawing/2014/main" id="{27E5C292-1971-D74E-A238-001EB8A1817E}"/>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92" name="Freeform 102">
              <a:extLst>
                <a:ext uri="{FF2B5EF4-FFF2-40B4-BE49-F238E27FC236}">
                  <a16:creationId xmlns:a16="http://schemas.microsoft.com/office/drawing/2014/main" id="{A7E67D4D-9794-E74C-ABFB-1F743AA202FC}"/>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93" name="Freeform 103">
              <a:extLst>
                <a:ext uri="{FF2B5EF4-FFF2-40B4-BE49-F238E27FC236}">
                  <a16:creationId xmlns:a16="http://schemas.microsoft.com/office/drawing/2014/main" id="{09D1205A-3AB2-884E-A256-713B82C2B809}"/>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79" name="Picture 104">
            <a:extLst>
              <a:ext uri="{FF2B5EF4-FFF2-40B4-BE49-F238E27FC236}">
                <a16:creationId xmlns:a16="http://schemas.microsoft.com/office/drawing/2014/main" id="{B556CE1F-84EA-9B47-B987-ACE621B07F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28047" y="2139554"/>
            <a:ext cx="741759"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0" name="Picture 105">
            <a:extLst>
              <a:ext uri="{FF2B5EF4-FFF2-40B4-BE49-F238E27FC236}">
                <a16:creationId xmlns:a16="http://schemas.microsoft.com/office/drawing/2014/main" id="{B55D7357-DCF6-A443-9296-B23B80AB14C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06816" y="2895600"/>
            <a:ext cx="390525"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1" name="Picture 106">
            <a:extLst>
              <a:ext uri="{FF2B5EF4-FFF2-40B4-BE49-F238E27FC236}">
                <a16:creationId xmlns:a16="http://schemas.microsoft.com/office/drawing/2014/main" id="{782A39A8-E8C3-8C4F-A553-9ABDCE67D33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5"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2" name="Group 107">
            <a:extLst>
              <a:ext uri="{FF2B5EF4-FFF2-40B4-BE49-F238E27FC236}">
                <a16:creationId xmlns:a16="http://schemas.microsoft.com/office/drawing/2014/main" id="{563EF1C9-D9E4-C545-B956-255AD3AA75CD}"/>
              </a:ext>
            </a:extLst>
          </p:cNvPr>
          <p:cNvGrpSpPr>
            <a:grpSpLocks/>
          </p:cNvGrpSpPr>
          <p:nvPr/>
        </p:nvGrpSpPr>
        <p:grpSpPr bwMode="auto">
          <a:xfrm flipH="1">
            <a:off x="7122319" y="2626519"/>
            <a:ext cx="311944" cy="378619"/>
            <a:chOff x="4416" y="2717"/>
            <a:chExt cx="404" cy="577"/>
          </a:xfrm>
        </p:grpSpPr>
        <p:sp>
          <p:nvSpPr>
            <p:cNvPr id="66711" name="AutoShape 108">
              <a:extLst>
                <a:ext uri="{FF2B5EF4-FFF2-40B4-BE49-F238E27FC236}">
                  <a16:creationId xmlns:a16="http://schemas.microsoft.com/office/drawing/2014/main" id="{46CC8B45-806C-3C41-9D9F-5691A9CA81E2}"/>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12" name="Group 109">
              <a:extLst>
                <a:ext uri="{FF2B5EF4-FFF2-40B4-BE49-F238E27FC236}">
                  <a16:creationId xmlns:a16="http://schemas.microsoft.com/office/drawing/2014/main" id="{4209027C-BF27-7A48-BB9C-E28F01D792CA}"/>
                </a:ext>
              </a:extLst>
            </p:cNvPr>
            <p:cNvGrpSpPr>
              <a:grpSpLocks/>
            </p:cNvGrpSpPr>
            <p:nvPr/>
          </p:nvGrpSpPr>
          <p:grpSpPr bwMode="auto">
            <a:xfrm>
              <a:off x="4562" y="3066"/>
              <a:ext cx="13" cy="70"/>
              <a:chOff x="4562" y="3066"/>
              <a:chExt cx="13" cy="70"/>
            </a:xfrm>
          </p:grpSpPr>
          <p:sp>
            <p:nvSpPr>
              <p:cNvPr id="66757" name="Rectangle 110">
                <a:extLst>
                  <a:ext uri="{FF2B5EF4-FFF2-40B4-BE49-F238E27FC236}">
                    <a16:creationId xmlns:a16="http://schemas.microsoft.com/office/drawing/2014/main" id="{47BC9925-23C7-AF47-8CE0-2CA900C7A459}"/>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8" name="Line 111">
                <a:extLst>
                  <a:ext uri="{FF2B5EF4-FFF2-40B4-BE49-F238E27FC236}">
                    <a16:creationId xmlns:a16="http://schemas.microsoft.com/office/drawing/2014/main" id="{CB385C90-8C46-FD43-9BBB-5660AA150EC6}"/>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13" name="Rectangle 112">
              <a:extLst>
                <a:ext uri="{FF2B5EF4-FFF2-40B4-BE49-F238E27FC236}">
                  <a16:creationId xmlns:a16="http://schemas.microsoft.com/office/drawing/2014/main" id="{1A8CE344-BEAF-9347-B5F5-6623CDB95FCC}"/>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14" name="Freeform 113">
              <a:extLst>
                <a:ext uri="{FF2B5EF4-FFF2-40B4-BE49-F238E27FC236}">
                  <a16:creationId xmlns:a16="http://schemas.microsoft.com/office/drawing/2014/main" id="{D29B2AAB-7CE4-1F49-B4C0-DB249634E16C}"/>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5" name="Freeform 114">
              <a:extLst>
                <a:ext uri="{FF2B5EF4-FFF2-40B4-BE49-F238E27FC236}">
                  <a16:creationId xmlns:a16="http://schemas.microsoft.com/office/drawing/2014/main" id="{69A6E540-0DBE-284A-A7B3-756F1A173F2E}"/>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6" name="Freeform 115">
              <a:extLst>
                <a:ext uri="{FF2B5EF4-FFF2-40B4-BE49-F238E27FC236}">
                  <a16:creationId xmlns:a16="http://schemas.microsoft.com/office/drawing/2014/main" id="{B1F8A68C-C77B-3349-B047-D85038C6B7F8}"/>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17" name="Freeform 116">
              <a:extLst>
                <a:ext uri="{FF2B5EF4-FFF2-40B4-BE49-F238E27FC236}">
                  <a16:creationId xmlns:a16="http://schemas.microsoft.com/office/drawing/2014/main" id="{12B8D98A-9985-6243-8ED3-02DED32D4D9B}"/>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8" name="Freeform 117">
              <a:extLst>
                <a:ext uri="{FF2B5EF4-FFF2-40B4-BE49-F238E27FC236}">
                  <a16:creationId xmlns:a16="http://schemas.microsoft.com/office/drawing/2014/main" id="{21BC03C5-F763-2148-ADD4-C92099A0776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19" name="Freeform 118">
              <a:extLst>
                <a:ext uri="{FF2B5EF4-FFF2-40B4-BE49-F238E27FC236}">
                  <a16:creationId xmlns:a16="http://schemas.microsoft.com/office/drawing/2014/main" id="{5B53E0B7-DD0F-1B4F-8ED2-7D8B04CBD019}"/>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0" name="Rectangle 119">
              <a:extLst>
                <a:ext uri="{FF2B5EF4-FFF2-40B4-BE49-F238E27FC236}">
                  <a16:creationId xmlns:a16="http://schemas.microsoft.com/office/drawing/2014/main" id="{0DFD87F5-8FC5-3A41-810C-FD04532E4425}"/>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1" name="Line 120">
              <a:extLst>
                <a:ext uri="{FF2B5EF4-FFF2-40B4-BE49-F238E27FC236}">
                  <a16:creationId xmlns:a16="http://schemas.microsoft.com/office/drawing/2014/main" id="{A624E12B-24B9-EC47-9B5A-92DD4CD02020}"/>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2" name="Freeform 121">
              <a:extLst>
                <a:ext uri="{FF2B5EF4-FFF2-40B4-BE49-F238E27FC236}">
                  <a16:creationId xmlns:a16="http://schemas.microsoft.com/office/drawing/2014/main" id="{A88F3BC6-3781-3B41-912F-BBE15F3CBFCE}"/>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3" name="Freeform 122">
              <a:extLst>
                <a:ext uri="{FF2B5EF4-FFF2-40B4-BE49-F238E27FC236}">
                  <a16:creationId xmlns:a16="http://schemas.microsoft.com/office/drawing/2014/main" id="{8E7061C7-58ED-DC49-B6C0-23EBD51FC897}"/>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24" name="Freeform 123">
              <a:extLst>
                <a:ext uri="{FF2B5EF4-FFF2-40B4-BE49-F238E27FC236}">
                  <a16:creationId xmlns:a16="http://schemas.microsoft.com/office/drawing/2014/main" id="{0063E7A0-2D8F-924D-98DB-5D4F03D05A13}"/>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5" name="Rectangle 124">
              <a:extLst>
                <a:ext uri="{FF2B5EF4-FFF2-40B4-BE49-F238E27FC236}">
                  <a16:creationId xmlns:a16="http://schemas.microsoft.com/office/drawing/2014/main" id="{DF957343-E2C0-8D4B-87FF-97471888D1E9}"/>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6" name="Rectangle 125">
              <a:extLst>
                <a:ext uri="{FF2B5EF4-FFF2-40B4-BE49-F238E27FC236}">
                  <a16:creationId xmlns:a16="http://schemas.microsoft.com/office/drawing/2014/main" id="{D6C2E5E0-DFBD-3947-830D-AFBDD5FB1FD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7" name="Rectangle 126">
              <a:extLst>
                <a:ext uri="{FF2B5EF4-FFF2-40B4-BE49-F238E27FC236}">
                  <a16:creationId xmlns:a16="http://schemas.microsoft.com/office/drawing/2014/main" id="{26F8ECB6-DB6A-C643-8944-AB9909D1C225}"/>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8" name="Rectangle 127">
              <a:extLst>
                <a:ext uri="{FF2B5EF4-FFF2-40B4-BE49-F238E27FC236}">
                  <a16:creationId xmlns:a16="http://schemas.microsoft.com/office/drawing/2014/main" id="{FA5551FE-C3F0-CA43-97A9-98C932F82947}"/>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9" name="Oval 128">
              <a:extLst>
                <a:ext uri="{FF2B5EF4-FFF2-40B4-BE49-F238E27FC236}">
                  <a16:creationId xmlns:a16="http://schemas.microsoft.com/office/drawing/2014/main" id="{8BA7945B-04AF-3345-A934-FEDAFFCF5B9E}"/>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0" name="Rectangle 129">
              <a:extLst>
                <a:ext uri="{FF2B5EF4-FFF2-40B4-BE49-F238E27FC236}">
                  <a16:creationId xmlns:a16="http://schemas.microsoft.com/office/drawing/2014/main" id="{C813E85D-2F5E-CE41-A306-8435528354F2}"/>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1" name="Freeform 130">
              <a:extLst>
                <a:ext uri="{FF2B5EF4-FFF2-40B4-BE49-F238E27FC236}">
                  <a16:creationId xmlns:a16="http://schemas.microsoft.com/office/drawing/2014/main" id="{06D00F40-2408-1A43-A96C-C60A7AF31813}"/>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32" name="Group 131">
              <a:extLst>
                <a:ext uri="{FF2B5EF4-FFF2-40B4-BE49-F238E27FC236}">
                  <a16:creationId xmlns:a16="http://schemas.microsoft.com/office/drawing/2014/main" id="{93EFBF13-532F-1B4C-B548-9D7269515462}"/>
                </a:ext>
              </a:extLst>
            </p:cNvPr>
            <p:cNvGrpSpPr>
              <a:grpSpLocks/>
            </p:cNvGrpSpPr>
            <p:nvPr/>
          </p:nvGrpSpPr>
          <p:grpSpPr bwMode="auto">
            <a:xfrm>
              <a:off x="4455" y="2913"/>
              <a:ext cx="126" cy="116"/>
              <a:chOff x="4455" y="2913"/>
              <a:chExt cx="126" cy="116"/>
            </a:xfrm>
          </p:grpSpPr>
          <p:sp>
            <p:nvSpPr>
              <p:cNvPr id="66755" name="Oval 132">
                <a:extLst>
                  <a:ext uri="{FF2B5EF4-FFF2-40B4-BE49-F238E27FC236}">
                    <a16:creationId xmlns:a16="http://schemas.microsoft.com/office/drawing/2014/main" id="{CE2C2A00-B6F3-8A4D-A0B3-76948A8B4ABC}"/>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6" name="Oval 133">
                <a:extLst>
                  <a:ext uri="{FF2B5EF4-FFF2-40B4-BE49-F238E27FC236}">
                    <a16:creationId xmlns:a16="http://schemas.microsoft.com/office/drawing/2014/main" id="{6DDCC9EE-CDFA-1E48-9BEB-FA839B201040}"/>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33" name="Group 134">
              <a:extLst>
                <a:ext uri="{FF2B5EF4-FFF2-40B4-BE49-F238E27FC236}">
                  <a16:creationId xmlns:a16="http://schemas.microsoft.com/office/drawing/2014/main" id="{D64C1AFC-E794-AE4B-914E-160D216AAEE6}"/>
                </a:ext>
              </a:extLst>
            </p:cNvPr>
            <p:cNvGrpSpPr>
              <a:grpSpLocks/>
            </p:cNvGrpSpPr>
            <p:nvPr/>
          </p:nvGrpSpPr>
          <p:grpSpPr bwMode="auto">
            <a:xfrm>
              <a:off x="4504" y="3136"/>
              <a:ext cx="43" cy="112"/>
              <a:chOff x="4504" y="3136"/>
              <a:chExt cx="43" cy="112"/>
            </a:xfrm>
          </p:grpSpPr>
          <p:sp>
            <p:nvSpPr>
              <p:cNvPr id="66746" name="Rectangle 135">
                <a:extLst>
                  <a:ext uri="{FF2B5EF4-FFF2-40B4-BE49-F238E27FC236}">
                    <a16:creationId xmlns:a16="http://schemas.microsoft.com/office/drawing/2014/main" id="{4ED90923-AD69-6943-8028-BC49B818E022}"/>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47" name="Group 136">
                <a:extLst>
                  <a:ext uri="{FF2B5EF4-FFF2-40B4-BE49-F238E27FC236}">
                    <a16:creationId xmlns:a16="http://schemas.microsoft.com/office/drawing/2014/main" id="{4EE1072A-E65E-5B4C-929F-48C4EC3D6B94}"/>
                  </a:ext>
                </a:extLst>
              </p:cNvPr>
              <p:cNvGrpSpPr>
                <a:grpSpLocks/>
              </p:cNvGrpSpPr>
              <p:nvPr/>
            </p:nvGrpSpPr>
            <p:grpSpPr bwMode="auto">
              <a:xfrm>
                <a:off x="4504" y="3149"/>
                <a:ext cx="43" cy="87"/>
                <a:chOff x="4504" y="3149"/>
                <a:chExt cx="43" cy="87"/>
              </a:xfrm>
            </p:grpSpPr>
            <p:sp>
              <p:nvSpPr>
                <p:cNvPr id="66748" name="Line 137">
                  <a:extLst>
                    <a:ext uri="{FF2B5EF4-FFF2-40B4-BE49-F238E27FC236}">
                      <a16:creationId xmlns:a16="http://schemas.microsoft.com/office/drawing/2014/main" id="{3DE273D9-05FF-064D-A5D7-81FE92E358BA}"/>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49" name="Line 138">
                  <a:extLst>
                    <a:ext uri="{FF2B5EF4-FFF2-40B4-BE49-F238E27FC236}">
                      <a16:creationId xmlns:a16="http://schemas.microsoft.com/office/drawing/2014/main" id="{7852B2F0-A81C-3847-A20F-F978BF8726D6}"/>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0" name="Line 139">
                  <a:extLst>
                    <a:ext uri="{FF2B5EF4-FFF2-40B4-BE49-F238E27FC236}">
                      <a16:creationId xmlns:a16="http://schemas.microsoft.com/office/drawing/2014/main" id="{75234C52-C1FE-1243-9248-7E097BAF15E4}"/>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1" name="Line 140">
                  <a:extLst>
                    <a:ext uri="{FF2B5EF4-FFF2-40B4-BE49-F238E27FC236}">
                      <a16:creationId xmlns:a16="http://schemas.microsoft.com/office/drawing/2014/main" id="{75824C19-D117-9344-8964-915DD65C929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2" name="Line 141">
                  <a:extLst>
                    <a:ext uri="{FF2B5EF4-FFF2-40B4-BE49-F238E27FC236}">
                      <a16:creationId xmlns:a16="http://schemas.microsoft.com/office/drawing/2014/main" id="{091B06C5-5D4C-4142-A5BE-C32E45013DB4}"/>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3" name="Line 142">
                  <a:extLst>
                    <a:ext uri="{FF2B5EF4-FFF2-40B4-BE49-F238E27FC236}">
                      <a16:creationId xmlns:a16="http://schemas.microsoft.com/office/drawing/2014/main" id="{05364487-1771-7D41-8BDC-C95A28228929}"/>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4" name="Line 143">
                  <a:extLst>
                    <a:ext uri="{FF2B5EF4-FFF2-40B4-BE49-F238E27FC236}">
                      <a16:creationId xmlns:a16="http://schemas.microsoft.com/office/drawing/2014/main" id="{615D9C5F-D5ED-1847-822A-7A714C20FA83}"/>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34" name="Rectangle 144">
              <a:extLst>
                <a:ext uri="{FF2B5EF4-FFF2-40B4-BE49-F238E27FC236}">
                  <a16:creationId xmlns:a16="http://schemas.microsoft.com/office/drawing/2014/main" id="{31E08FEC-79A6-7744-B706-C73A6DC87165}"/>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5" name="Freeform 145">
              <a:extLst>
                <a:ext uri="{FF2B5EF4-FFF2-40B4-BE49-F238E27FC236}">
                  <a16:creationId xmlns:a16="http://schemas.microsoft.com/office/drawing/2014/main" id="{602570FE-D650-5341-815F-4CC8EF353300}"/>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6" name="Freeform 146">
              <a:extLst>
                <a:ext uri="{FF2B5EF4-FFF2-40B4-BE49-F238E27FC236}">
                  <a16:creationId xmlns:a16="http://schemas.microsoft.com/office/drawing/2014/main" id="{C50740A8-0471-1545-AF86-C7EB8EEDC141}"/>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7" name="Freeform 147">
              <a:extLst>
                <a:ext uri="{FF2B5EF4-FFF2-40B4-BE49-F238E27FC236}">
                  <a16:creationId xmlns:a16="http://schemas.microsoft.com/office/drawing/2014/main" id="{B55C3B9E-D492-534C-AD02-DD727AB8B7AA}"/>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38" name="Freeform 148">
              <a:extLst>
                <a:ext uri="{FF2B5EF4-FFF2-40B4-BE49-F238E27FC236}">
                  <a16:creationId xmlns:a16="http://schemas.microsoft.com/office/drawing/2014/main" id="{F3139E19-800E-2F40-92D9-25DABAB9DFF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39" name="Freeform 149">
              <a:extLst>
                <a:ext uri="{FF2B5EF4-FFF2-40B4-BE49-F238E27FC236}">
                  <a16:creationId xmlns:a16="http://schemas.microsoft.com/office/drawing/2014/main" id="{2912EB89-7871-3748-9320-5562B1A6198C}"/>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0" name="Freeform 150">
              <a:extLst>
                <a:ext uri="{FF2B5EF4-FFF2-40B4-BE49-F238E27FC236}">
                  <a16:creationId xmlns:a16="http://schemas.microsoft.com/office/drawing/2014/main" id="{CB9FFA22-C60F-8E4A-BB8B-D3BDDF87E215}"/>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1" name="Freeform 151">
              <a:extLst>
                <a:ext uri="{FF2B5EF4-FFF2-40B4-BE49-F238E27FC236}">
                  <a16:creationId xmlns:a16="http://schemas.microsoft.com/office/drawing/2014/main" id="{3D593B0A-010D-9F41-9DC7-64D68A2E16FC}"/>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42" name="Freeform 152">
              <a:extLst>
                <a:ext uri="{FF2B5EF4-FFF2-40B4-BE49-F238E27FC236}">
                  <a16:creationId xmlns:a16="http://schemas.microsoft.com/office/drawing/2014/main" id="{FC7D00E4-9E0A-3349-B01D-04A9D6ADF32A}"/>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43" name="Freeform 153">
              <a:extLst>
                <a:ext uri="{FF2B5EF4-FFF2-40B4-BE49-F238E27FC236}">
                  <a16:creationId xmlns:a16="http://schemas.microsoft.com/office/drawing/2014/main" id="{9E5D4217-294F-8840-8286-3AF9E273B026}"/>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44" name="Freeform 154">
              <a:extLst>
                <a:ext uri="{FF2B5EF4-FFF2-40B4-BE49-F238E27FC236}">
                  <a16:creationId xmlns:a16="http://schemas.microsoft.com/office/drawing/2014/main" id="{5FDFBF80-A36E-2C4C-BDBB-5D82D88C2111}"/>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45" name="Freeform 155">
              <a:extLst>
                <a:ext uri="{FF2B5EF4-FFF2-40B4-BE49-F238E27FC236}">
                  <a16:creationId xmlns:a16="http://schemas.microsoft.com/office/drawing/2014/main" id="{2D89A0D8-EB6D-F245-829B-CFBDBE3846E2}"/>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83" name="Picture 156" descr="D-Link%20DI-713P%20Wireless%20Broadband%20router">
            <a:extLst>
              <a:ext uri="{FF2B5EF4-FFF2-40B4-BE49-F238E27FC236}">
                <a16:creationId xmlns:a16="http://schemas.microsoft.com/office/drawing/2014/main" id="{3477295B-79BC-B24C-8A7C-677973AB46B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77804" y="2722960"/>
            <a:ext cx="561975" cy="467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4" name="Group 157">
            <a:extLst>
              <a:ext uri="{FF2B5EF4-FFF2-40B4-BE49-F238E27FC236}">
                <a16:creationId xmlns:a16="http://schemas.microsoft.com/office/drawing/2014/main" id="{4BBDB24B-784C-8748-B3ED-81DB33FE096A}"/>
              </a:ext>
            </a:extLst>
          </p:cNvPr>
          <p:cNvGrpSpPr>
            <a:grpSpLocks/>
          </p:cNvGrpSpPr>
          <p:nvPr/>
        </p:nvGrpSpPr>
        <p:grpSpPr bwMode="auto">
          <a:xfrm>
            <a:off x="2627710" y="2842022"/>
            <a:ext cx="503634" cy="371475"/>
            <a:chOff x="762" y="2391"/>
            <a:chExt cx="423" cy="312"/>
          </a:xfrm>
        </p:grpSpPr>
        <p:grpSp>
          <p:nvGrpSpPr>
            <p:cNvPr id="66701" name="Group 158">
              <a:extLst>
                <a:ext uri="{FF2B5EF4-FFF2-40B4-BE49-F238E27FC236}">
                  <a16:creationId xmlns:a16="http://schemas.microsoft.com/office/drawing/2014/main" id="{9F3507E5-042D-BD46-BE6B-568CEB2F1622}"/>
                </a:ext>
              </a:extLst>
            </p:cNvPr>
            <p:cNvGrpSpPr>
              <a:grpSpLocks/>
            </p:cNvGrpSpPr>
            <p:nvPr/>
          </p:nvGrpSpPr>
          <p:grpSpPr bwMode="auto">
            <a:xfrm>
              <a:off x="867" y="2432"/>
              <a:ext cx="318" cy="271"/>
              <a:chOff x="657" y="1570"/>
              <a:chExt cx="318" cy="311"/>
            </a:xfrm>
          </p:grpSpPr>
          <p:sp>
            <p:nvSpPr>
              <p:cNvPr id="66709" name="Line 159">
                <a:extLst>
                  <a:ext uri="{FF2B5EF4-FFF2-40B4-BE49-F238E27FC236}">
                    <a16:creationId xmlns:a16="http://schemas.microsoft.com/office/drawing/2014/main" id="{3CC504D7-A01A-E64C-A76F-868A9607E193}"/>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10" name="Picture 160" descr="laptop copy">
                <a:extLst>
                  <a:ext uri="{FF2B5EF4-FFF2-40B4-BE49-F238E27FC236}">
                    <a16:creationId xmlns:a16="http://schemas.microsoft.com/office/drawing/2014/main" id="{355B3217-3DA4-2D42-80DF-56BAC8099E9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702" name="Group 161">
              <a:extLst>
                <a:ext uri="{FF2B5EF4-FFF2-40B4-BE49-F238E27FC236}">
                  <a16:creationId xmlns:a16="http://schemas.microsoft.com/office/drawing/2014/main" id="{A3A22CC5-3634-3C47-B686-7CF3B27D0FA6}"/>
                </a:ext>
              </a:extLst>
            </p:cNvPr>
            <p:cNvGrpSpPr>
              <a:grpSpLocks/>
            </p:cNvGrpSpPr>
            <p:nvPr/>
          </p:nvGrpSpPr>
          <p:grpSpPr bwMode="auto">
            <a:xfrm>
              <a:off x="762" y="2391"/>
              <a:ext cx="306" cy="90"/>
              <a:chOff x="748" y="2251"/>
              <a:chExt cx="306" cy="90"/>
            </a:xfrm>
          </p:grpSpPr>
          <p:sp>
            <p:nvSpPr>
              <p:cNvPr id="66703" name="AutoShape 162">
                <a:extLst>
                  <a:ext uri="{FF2B5EF4-FFF2-40B4-BE49-F238E27FC236}">
                    <a16:creationId xmlns:a16="http://schemas.microsoft.com/office/drawing/2014/main" id="{3D4EE1CB-3493-F44D-B38A-1E49C10BA22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4" name="AutoShape 163">
                <a:extLst>
                  <a:ext uri="{FF2B5EF4-FFF2-40B4-BE49-F238E27FC236}">
                    <a16:creationId xmlns:a16="http://schemas.microsoft.com/office/drawing/2014/main" id="{1E71FC4D-473F-644E-9BED-2F0F2FC6466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5" name="AutoShape 164">
                <a:extLst>
                  <a:ext uri="{FF2B5EF4-FFF2-40B4-BE49-F238E27FC236}">
                    <a16:creationId xmlns:a16="http://schemas.microsoft.com/office/drawing/2014/main" id="{701B22B8-871E-2B4B-9893-2226C918276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6" name="AutoShape 165">
                <a:extLst>
                  <a:ext uri="{FF2B5EF4-FFF2-40B4-BE49-F238E27FC236}">
                    <a16:creationId xmlns:a16="http://schemas.microsoft.com/office/drawing/2014/main" id="{BCE12194-EB75-8B43-B027-BE48EEFA9E9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7" name="AutoShape 166">
                <a:extLst>
                  <a:ext uri="{FF2B5EF4-FFF2-40B4-BE49-F238E27FC236}">
                    <a16:creationId xmlns:a16="http://schemas.microsoft.com/office/drawing/2014/main" id="{B819F69B-F74F-3F44-B583-4F42831CD95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8" name="AutoShape 167">
                <a:extLst>
                  <a:ext uri="{FF2B5EF4-FFF2-40B4-BE49-F238E27FC236}">
                    <a16:creationId xmlns:a16="http://schemas.microsoft.com/office/drawing/2014/main" id="{AAE6F76D-9856-F047-ACCF-47616228AF5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85" name="Freeform 168">
            <a:extLst>
              <a:ext uri="{FF2B5EF4-FFF2-40B4-BE49-F238E27FC236}">
                <a16:creationId xmlns:a16="http://schemas.microsoft.com/office/drawing/2014/main" id="{455819FF-F88B-FC41-879F-47F2A7E752A5}"/>
              </a:ext>
            </a:extLst>
          </p:cNvPr>
          <p:cNvSpPr>
            <a:spLocks/>
          </p:cNvSpPr>
          <p:nvPr/>
        </p:nvSpPr>
        <p:spPr bwMode="auto">
          <a:xfrm rot="1390605">
            <a:off x="3744516" y="2518173"/>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66586" name="Group 169">
            <a:extLst>
              <a:ext uri="{FF2B5EF4-FFF2-40B4-BE49-F238E27FC236}">
                <a16:creationId xmlns:a16="http://schemas.microsoft.com/office/drawing/2014/main" id="{571C8884-DEB8-8246-8748-B67C9B5AA681}"/>
              </a:ext>
            </a:extLst>
          </p:cNvPr>
          <p:cNvGrpSpPr>
            <a:grpSpLocks/>
          </p:cNvGrpSpPr>
          <p:nvPr/>
        </p:nvGrpSpPr>
        <p:grpSpPr bwMode="auto">
          <a:xfrm>
            <a:off x="1656160" y="1869282"/>
            <a:ext cx="377428" cy="513160"/>
            <a:chOff x="431" y="1479"/>
            <a:chExt cx="317" cy="431"/>
          </a:xfrm>
        </p:grpSpPr>
        <p:sp>
          <p:nvSpPr>
            <p:cNvPr id="66699" name="Line 170">
              <a:extLst>
                <a:ext uri="{FF2B5EF4-FFF2-40B4-BE49-F238E27FC236}">
                  <a16:creationId xmlns:a16="http://schemas.microsoft.com/office/drawing/2014/main" id="{98D8C884-B4EB-8A4A-B3A8-50503C17BBA4}"/>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00" name="Picture 171">
              <a:extLst>
                <a:ext uri="{FF2B5EF4-FFF2-40B4-BE49-F238E27FC236}">
                  <a16:creationId xmlns:a16="http://schemas.microsoft.com/office/drawing/2014/main" id="{C0FF71BF-D08C-7242-8131-9D58DCC5B319}"/>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6587" name="Picture 172">
            <a:extLst>
              <a:ext uri="{FF2B5EF4-FFF2-40B4-BE49-F238E27FC236}">
                <a16:creationId xmlns:a16="http://schemas.microsoft.com/office/drawing/2014/main" id="{E9E8C0F6-3B0E-B848-BF5B-DBEA090F20B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812" y="1357312"/>
            <a:ext cx="377429"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88" name="Line 173">
            <a:extLst>
              <a:ext uri="{FF2B5EF4-FFF2-40B4-BE49-F238E27FC236}">
                <a16:creationId xmlns:a16="http://schemas.microsoft.com/office/drawing/2014/main" id="{14E60685-8004-DF49-8929-406138FF8DEA}"/>
              </a:ext>
            </a:extLst>
          </p:cNvPr>
          <p:cNvSpPr>
            <a:spLocks noChangeShapeType="1"/>
          </p:cNvSpPr>
          <p:nvPr/>
        </p:nvSpPr>
        <p:spPr bwMode="auto">
          <a:xfrm flipV="1">
            <a:off x="1331119" y="1869281"/>
            <a:ext cx="226933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9" name="Line 174">
            <a:extLst>
              <a:ext uri="{FF2B5EF4-FFF2-40B4-BE49-F238E27FC236}">
                <a16:creationId xmlns:a16="http://schemas.microsoft.com/office/drawing/2014/main" id="{BF904B63-E5ED-0046-8EEC-B643191B75A0}"/>
              </a:ext>
            </a:extLst>
          </p:cNvPr>
          <p:cNvSpPr>
            <a:spLocks noChangeShapeType="1"/>
          </p:cNvSpPr>
          <p:nvPr/>
        </p:nvSpPr>
        <p:spPr bwMode="auto">
          <a:xfrm>
            <a:off x="3437335"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90" name="Picture 175">
            <a:extLst>
              <a:ext uri="{FF2B5EF4-FFF2-40B4-BE49-F238E27FC236}">
                <a16:creationId xmlns:a16="http://schemas.microsoft.com/office/drawing/2014/main" id="{7D389CB5-766B-0043-9CC2-9E2D14716C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3504"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91" name="Group 176">
            <a:extLst>
              <a:ext uri="{FF2B5EF4-FFF2-40B4-BE49-F238E27FC236}">
                <a16:creationId xmlns:a16="http://schemas.microsoft.com/office/drawing/2014/main" id="{59CBCA35-34E5-2F4E-84C7-682A42E15972}"/>
              </a:ext>
            </a:extLst>
          </p:cNvPr>
          <p:cNvGrpSpPr>
            <a:grpSpLocks/>
          </p:cNvGrpSpPr>
          <p:nvPr/>
        </p:nvGrpSpPr>
        <p:grpSpPr bwMode="auto">
          <a:xfrm>
            <a:off x="2033588" y="3274219"/>
            <a:ext cx="503635" cy="371475"/>
            <a:chOff x="762" y="2391"/>
            <a:chExt cx="423" cy="312"/>
          </a:xfrm>
        </p:grpSpPr>
        <p:grpSp>
          <p:nvGrpSpPr>
            <p:cNvPr id="66689" name="Group 177">
              <a:extLst>
                <a:ext uri="{FF2B5EF4-FFF2-40B4-BE49-F238E27FC236}">
                  <a16:creationId xmlns:a16="http://schemas.microsoft.com/office/drawing/2014/main" id="{67C76D5A-C7B7-1C40-B2D0-20FF2B177CDF}"/>
                </a:ext>
              </a:extLst>
            </p:cNvPr>
            <p:cNvGrpSpPr>
              <a:grpSpLocks/>
            </p:cNvGrpSpPr>
            <p:nvPr/>
          </p:nvGrpSpPr>
          <p:grpSpPr bwMode="auto">
            <a:xfrm>
              <a:off x="867" y="2432"/>
              <a:ext cx="318" cy="271"/>
              <a:chOff x="657" y="1570"/>
              <a:chExt cx="318" cy="311"/>
            </a:xfrm>
          </p:grpSpPr>
          <p:sp>
            <p:nvSpPr>
              <p:cNvPr id="66697" name="Line 178">
                <a:extLst>
                  <a:ext uri="{FF2B5EF4-FFF2-40B4-BE49-F238E27FC236}">
                    <a16:creationId xmlns:a16="http://schemas.microsoft.com/office/drawing/2014/main" id="{277CB9DB-2105-F541-8B79-CA7617CE39E6}"/>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98" name="Picture 179" descr="laptop copy">
                <a:extLst>
                  <a:ext uri="{FF2B5EF4-FFF2-40B4-BE49-F238E27FC236}">
                    <a16:creationId xmlns:a16="http://schemas.microsoft.com/office/drawing/2014/main" id="{9A90F33F-E3FD-FB47-A96D-2A95BB1A45B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90" name="Group 180">
              <a:extLst>
                <a:ext uri="{FF2B5EF4-FFF2-40B4-BE49-F238E27FC236}">
                  <a16:creationId xmlns:a16="http://schemas.microsoft.com/office/drawing/2014/main" id="{68914117-0AD9-2741-BB49-1AD16B9FB8AF}"/>
                </a:ext>
              </a:extLst>
            </p:cNvPr>
            <p:cNvGrpSpPr>
              <a:grpSpLocks/>
            </p:cNvGrpSpPr>
            <p:nvPr/>
          </p:nvGrpSpPr>
          <p:grpSpPr bwMode="auto">
            <a:xfrm>
              <a:off x="762" y="2391"/>
              <a:ext cx="306" cy="90"/>
              <a:chOff x="748" y="2251"/>
              <a:chExt cx="306" cy="90"/>
            </a:xfrm>
          </p:grpSpPr>
          <p:sp>
            <p:nvSpPr>
              <p:cNvPr id="66691" name="AutoShape 181">
                <a:extLst>
                  <a:ext uri="{FF2B5EF4-FFF2-40B4-BE49-F238E27FC236}">
                    <a16:creationId xmlns:a16="http://schemas.microsoft.com/office/drawing/2014/main" id="{8B012640-384B-964F-B0E8-EA2FE4E5ECA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2" name="AutoShape 182">
                <a:extLst>
                  <a:ext uri="{FF2B5EF4-FFF2-40B4-BE49-F238E27FC236}">
                    <a16:creationId xmlns:a16="http://schemas.microsoft.com/office/drawing/2014/main" id="{E2B567C5-A260-0B48-9332-B9EE2D6997C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3" name="AutoShape 183">
                <a:extLst>
                  <a:ext uri="{FF2B5EF4-FFF2-40B4-BE49-F238E27FC236}">
                    <a16:creationId xmlns:a16="http://schemas.microsoft.com/office/drawing/2014/main" id="{8DB90CD0-DC9E-C745-9D47-D999FBA7414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4" name="AutoShape 184">
                <a:extLst>
                  <a:ext uri="{FF2B5EF4-FFF2-40B4-BE49-F238E27FC236}">
                    <a16:creationId xmlns:a16="http://schemas.microsoft.com/office/drawing/2014/main" id="{3D95214D-7E84-0D43-824C-CCF860097A5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5" name="AutoShape 185">
                <a:extLst>
                  <a:ext uri="{FF2B5EF4-FFF2-40B4-BE49-F238E27FC236}">
                    <a16:creationId xmlns:a16="http://schemas.microsoft.com/office/drawing/2014/main" id="{57722E50-7E46-F34C-A0EF-894028A1261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6" name="AutoShape 186">
                <a:extLst>
                  <a:ext uri="{FF2B5EF4-FFF2-40B4-BE49-F238E27FC236}">
                    <a16:creationId xmlns:a16="http://schemas.microsoft.com/office/drawing/2014/main" id="{276A7626-80BB-994A-B11E-4A86E718ED5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66592" name="Group 187">
            <a:extLst>
              <a:ext uri="{FF2B5EF4-FFF2-40B4-BE49-F238E27FC236}">
                <a16:creationId xmlns:a16="http://schemas.microsoft.com/office/drawing/2014/main" id="{F806F842-70CB-4D4C-AE92-E199BE87DC25}"/>
              </a:ext>
            </a:extLst>
          </p:cNvPr>
          <p:cNvGrpSpPr>
            <a:grpSpLocks/>
          </p:cNvGrpSpPr>
          <p:nvPr/>
        </p:nvGrpSpPr>
        <p:grpSpPr bwMode="auto">
          <a:xfrm>
            <a:off x="2681288" y="3598069"/>
            <a:ext cx="503635" cy="371475"/>
            <a:chOff x="762" y="2391"/>
            <a:chExt cx="423" cy="312"/>
          </a:xfrm>
        </p:grpSpPr>
        <p:grpSp>
          <p:nvGrpSpPr>
            <p:cNvPr id="66679" name="Group 188">
              <a:extLst>
                <a:ext uri="{FF2B5EF4-FFF2-40B4-BE49-F238E27FC236}">
                  <a16:creationId xmlns:a16="http://schemas.microsoft.com/office/drawing/2014/main" id="{72385DAC-7383-AA44-8C7A-70C009740936}"/>
                </a:ext>
              </a:extLst>
            </p:cNvPr>
            <p:cNvGrpSpPr>
              <a:grpSpLocks/>
            </p:cNvGrpSpPr>
            <p:nvPr/>
          </p:nvGrpSpPr>
          <p:grpSpPr bwMode="auto">
            <a:xfrm>
              <a:off x="867" y="2432"/>
              <a:ext cx="318" cy="271"/>
              <a:chOff x="657" y="1570"/>
              <a:chExt cx="318" cy="311"/>
            </a:xfrm>
          </p:grpSpPr>
          <p:sp>
            <p:nvSpPr>
              <p:cNvPr id="66687" name="Line 189">
                <a:extLst>
                  <a:ext uri="{FF2B5EF4-FFF2-40B4-BE49-F238E27FC236}">
                    <a16:creationId xmlns:a16="http://schemas.microsoft.com/office/drawing/2014/main" id="{68C7F07C-9B86-0C48-A761-EE9F9CD41010}"/>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88" name="Picture 190" descr="laptop copy">
                <a:extLst>
                  <a:ext uri="{FF2B5EF4-FFF2-40B4-BE49-F238E27FC236}">
                    <a16:creationId xmlns:a16="http://schemas.microsoft.com/office/drawing/2014/main" id="{E65F24D8-56AE-CC43-8364-B5427E0DE6C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80" name="Group 191">
              <a:extLst>
                <a:ext uri="{FF2B5EF4-FFF2-40B4-BE49-F238E27FC236}">
                  <a16:creationId xmlns:a16="http://schemas.microsoft.com/office/drawing/2014/main" id="{1F73ADE4-FD75-CC4F-A346-AADCF4263E40}"/>
                </a:ext>
              </a:extLst>
            </p:cNvPr>
            <p:cNvGrpSpPr>
              <a:grpSpLocks/>
            </p:cNvGrpSpPr>
            <p:nvPr/>
          </p:nvGrpSpPr>
          <p:grpSpPr bwMode="auto">
            <a:xfrm>
              <a:off x="762" y="2391"/>
              <a:ext cx="306" cy="90"/>
              <a:chOff x="748" y="2251"/>
              <a:chExt cx="306" cy="90"/>
            </a:xfrm>
          </p:grpSpPr>
          <p:sp>
            <p:nvSpPr>
              <p:cNvPr id="66681" name="AutoShape 192">
                <a:extLst>
                  <a:ext uri="{FF2B5EF4-FFF2-40B4-BE49-F238E27FC236}">
                    <a16:creationId xmlns:a16="http://schemas.microsoft.com/office/drawing/2014/main" id="{7E184440-355E-D94C-A793-5F24AF73FB4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2" name="AutoShape 193">
                <a:extLst>
                  <a:ext uri="{FF2B5EF4-FFF2-40B4-BE49-F238E27FC236}">
                    <a16:creationId xmlns:a16="http://schemas.microsoft.com/office/drawing/2014/main" id="{FD0E7EAE-F938-A942-83EA-B0256562AAA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3" name="AutoShape 194">
                <a:extLst>
                  <a:ext uri="{FF2B5EF4-FFF2-40B4-BE49-F238E27FC236}">
                    <a16:creationId xmlns:a16="http://schemas.microsoft.com/office/drawing/2014/main" id="{78FBF1D3-37CE-484D-B970-54B6D215648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4" name="AutoShape 195">
                <a:extLst>
                  <a:ext uri="{FF2B5EF4-FFF2-40B4-BE49-F238E27FC236}">
                    <a16:creationId xmlns:a16="http://schemas.microsoft.com/office/drawing/2014/main" id="{940F12F1-EB7B-AC43-9066-35E3CC81F77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5" name="AutoShape 196">
                <a:extLst>
                  <a:ext uri="{FF2B5EF4-FFF2-40B4-BE49-F238E27FC236}">
                    <a16:creationId xmlns:a16="http://schemas.microsoft.com/office/drawing/2014/main" id="{3EC23D82-CCE9-8241-A5EF-0C659AF5A20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6" name="AutoShape 197">
                <a:extLst>
                  <a:ext uri="{FF2B5EF4-FFF2-40B4-BE49-F238E27FC236}">
                    <a16:creationId xmlns:a16="http://schemas.microsoft.com/office/drawing/2014/main" id="{729EE46B-3946-3149-BEEF-7FC7AD693B0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93" name="Line 198">
            <a:extLst>
              <a:ext uri="{FF2B5EF4-FFF2-40B4-BE49-F238E27FC236}">
                <a16:creationId xmlns:a16="http://schemas.microsoft.com/office/drawing/2014/main" id="{9A7D1084-51EB-6249-80B3-A30E94471E51}"/>
              </a:ext>
            </a:extLst>
          </p:cNvPr>
          <p:cNvSpPr>
            <a:spLocks noChangeShapeType="1"/>
          </p:cNvSpPr>
          <p:nvPr/>
        </p:nvSpPr>
        <p:spPr bwMode="auto">
          <a:xfrm>
            <a:off x="6030516" y="2301479"/>
            <a:ext cx="1133475" cy="486965"/>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4" name="Line 199">
            <a:extLst>
              <a:ext uri="{FF2B5EF4-FFF2-40B4-BE49-F238E27FC236}">
                <a16:creationId xmlns:a16="http://schemas.microsoft.com/office/drawing/2014/main" id="{B86B3183-0F96-ED40-88C0-40E6F9FA5BAF}"/>
              </a:ext>
            </a:extLst>
          </p:cNvPr>
          <p:cNvSpPr>
            <a:spLocks noChangeShapeType="1"/>
          </p:cNvSpPr>
          <p:nvPr/>
        </p:nvSpPr>
        <p:spPr bwMode="auto">
          <a:xfrm flipH="1">
            <a:off x="4787504" y="2356247"/>
            <a:ext cx="539353" cy="323850"/>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5" name="Freeform 200">
            <a:extLst>
              <a:ext uri="{FF2B5EF4-FFF2-40B4-BE49-F238E27FC236}">
                <a16:creationId xmlns:a16="http://schemas.microsoft.com/office/drawing/2014/main" id="{2150B5E7-7C08-EF43-8766-16578CBAE88E}"/>
              </a:ext>
            </a:extLst>
          </p:cNvPr>
          <p:cNvSpPr>
            <a:spLocks/>
          </p:cNvSpPr>
          <p:nvPr/>
        </p:nvSpPr>
        <p:spPr bwMode="auto">
          <a:xfrm rot="1901313">
            <a:off x="3150394" y="2788444"/>
            <a:ext cx="152400" cy="225029"/>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6" name="Freeform 201">
            <a:extLst>
              <a:ext uri="{FF2B5EF4-FFF2-40B4-BE49-F238E27FC236}">
                <a16:creationId xmlns:a16="http://schemas.microsoft.com/office/drawing/2014/main" id="{0E2A4601-C3F4-9C46-A1EE-3E9BAF5CA6A9}"/>
              </a:ext>
            </a:extLst>
          </p:cNvPr>
          <p:cNvSpPr>
            <a:spLocks/>
          </p:cNvSpPr>
          <p:nvPr/>
        </p:nvSpPr>
        <p:spPr bwMode="auto">
          <a:xfrm rot="18818791" flipH="1">
            <a:off x="3149799" y="2609255"/>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7" name="Freeform 202">
            <a:extLst>
              <a:ext uri="{FF2B5EF4-FFF2-40B4-BE49-F238E27FC236}">
                <a16:creationId xmlns:a16="http://schemas.microsoft.com/office/drawing/2014/main" id="{99B40417-5541-6642-82B0-214E25DF3FD1}"/>
              </a:ext>
            </a:extLst>
          </p:cNvPr>
          <p:cNvSpPr>
            <a:spLocks/>
          </p:cNvSpPr>
          <p:nvPr/>
        </p:nvSpPr>
        <p:spPr bwMode="auto">
          <a:xfrm rot="3575381">
            <a:off x="3780830" y="2653308"/>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8" name="Text Box 203">
            <a:extLst>
              <a:ext uri="{FF2B5EF4-FFF2-40B4-BE49-F238E27FC236}">
                <a16:creationId xmlns:a16="http://schemas.microsoft.com/office/drawing/2014/main" id="{0C2B6DDE-30DB-CA48-9978-58D84D1556C3}"/>
              </a:ext>
            </a:extLst>
          </p:cNvPr>
          <p:cNvSpPr txBox="1">
            <a:spLocks noChangeArrowheads="1"/>
          </p:cNvSpPr>
          <p:nvPr/>
        </p:nvSpPr>
        <p:spPr bwMode="auto">
          <a:xfrm>
            <a:off x="2141935" y="3705226"/>
            <a:ext cx="7473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 </a:t>
            </a: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599" name="Group 204">
            <a:extLst>
              <a:ext uri="{FF2B5EF4-FFF2-40B4-BE49-F238E27FC236}">
                <a16:creationId xmlns:a16="http://schemas.microsoft.com/office/drawing/2014/main" id="{883BA1EA-6D4B-454F-A97D-9EBBA3ED8AC3}"/>
              </a:ext>
            </a:extLst>
          </p:cNvPr>
          <p:cNvGrpSpPr>
            <a:grpSpLocks/>
          </p:cNvGrpSpPr>
          <p:nvPr/>
        </p:nvGrpSpPr>
        <p:grpSpPr bwMode="auto">
          <a:xfrm>
            <a:off x="2250281" y="1870472"/>
            <a:ext cx="377429" cy="513159"/>
            <a:chOff x="431" y="1479"/>
            <a:chExt cx="317" cy="431"/>
          </a:xfrm>
        </p:grpSpPr>
        <p:sp>
          <p:nvSpPr>
            <p:cNvPr id="66677" name="Line 205">
              <a:extLst>
                <a:ext uri="{FF2B5EF4-FFF2-40B4-BE49-F238E27FC236}">
                  <a16:creationId xmlns:a16="http://schemas.microsoft.com/office/drawing/2014/main" id="{3D5F4346-FB8A-8D4D-BD8E-677684FCDDBC}"/>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8" name="Picture 206">
              <a:extLst>
                <a:ext uri="{FF2B5EF4-FFF2-40B4-BE49-F238E27FC236}">
                  <a16:creationId xmlns:a16="http://schemas.microsoft.com/office/drawing/2014/main" id="{1129BEC8-8ADA-DC4E-AF0A-51AFC21A2A1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00" name="Group 207">
            <a:extLst>
              <a:ext uri="{FF2B5EF4-FFF2-40B4-BE49-F238E27FC236}">
                <a16:creationId xmlns:a16="http://schemas.microsoft.com/office/drawing/2014/main" id="{4D7BBC49-6AEE-9446-B7EC-C4CE6FFDD6E5}"/>
              </a:ext>
            </a:extLst>
          </p:cNvPr>
          <p:cNvGrpSpPr>
            <a:grpSpLocks/>
          </p:cNvGrpSpPr>
          <p:nvPr/>
        </p:nvGrpSpPr>
        <p:grpSpPr bwMode="auto">
          <a:xfrm>
            <a:off x="3006329" y="1871663"/>
            <a:ext cx="377428" cy="513160"/>
            <a:chOff x="431" y="1479"/>
            <a:chExt cx="317" cy="431"/>
          </a:xfrm>
        </p:grpSpPr>
        <p:sp>
          <p:nvSpPr>
            <p:cNvPr id="66675" name="Line 208">
              <a:extLst>
                <a:ext uri="{FF2B5EF4-FFF2-40B4-BE49-F238E27FC236}">
                  <a16:creationId xmlns:a16="http://schemas.microsoft.com/office/drawing/2014/main" id="{BFC2F23B-A3AE-DF4A-A77F-7BCB840BDDB6}"/>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6" name="Picture 209">
              <a:extLst>
                <a:ext uri="{FF2B5EF4-FFF2-40B4-BE49-F238E27FC236}">
                  <a16:creationId xmlns:a16="http://schemas.microsoft.com/office/drawing/2014/main" id="{F5B8A38B-342F-4A4F-8833-01B8C4C7104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6601" name="Text Box 210">
            <a:extLst>
              <a:ext uri="{FF2B5EF4-FFF2-40B4-BE49-F238E27FC236}">
                <a16:creationId xmlns:a16="http://schemas.microsoft.com/office/drawing/2014/main" id="{69C9D1DA-11E8-7A41-B829-4CCBBCA1AAE2}"/>
              </a:ext>
            </a:extLst>
          </p:cNvPr>
          <p:cNvSpPr txBox="1">
            <a:spLocks noChangeArrowheads="1"/>
          </p:cNvSpPr>
          <p:nvPr/>
        </p:nvSpPr>
        <p:spPr bwMode="auto">
          <a:xfrm>
            <a:off x="3049191"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2" name="Text Box 211">
            <a:extLst>
              <a:ext uri="{FF2B5EF4-FFF2-40B4-BE49-F238E27FC236}">
                <a16:creationId xmlns:a16="http://schemas.microsoft.com/office/drawing/2014/main" id="{9657EBA8-B6D2-2546-B7E1-80886E30FC78}"/>
              </a:ext>
            </a:extLst>
          </p:cNvPr>
          <p:cNvSpPr txBox="1">
            <a:spLocks noChangeArrowheads="1"/>
          </p:cNvSpPr>
          <p:nvPr/>
        </p:nvSpPr>
        <p:spPr bwMode="auto">
          <a:xfrm>
            <a:off x="6991350"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03" name="Text Box 212">
            <a:extLst>
              <a:ext uri="{FF2B5EF4-FFF2-40B4-BE49-F238E27FC236}">
                <a16:creationId xmlns:a16="http://schemas.microsoft.com/office/drawing/2014/main" id="{F04CCF4D-8DE7-124F-9960-4CCFD400356E}"/>
              </a:ext>
            </a:extLst>
          </p:cNvPr>
          <p:cNvSpPr txBox="1">
            <a:spLocks noChangeArrowheads="1"/>
          </p:cNvSpPr>
          <p:nvPr/>
        </p:nvSpPr>
        <p:spPr bwMode="auto">
          <a:xfrm>
            <a:off x="4193381" y="2696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04" name="Text Box 213">
            <a:extLst>
              <a:ext uri="{FF2B5EF4-FFF2-40B4-BE49-F238E27FC236}">
                <a16:creationId xmlns:a16="http://schemas.microsoft.com/office/drawing/2014/main" id="{5945522C-F568-994D-A99F-70734B70373A}"/>
              </a:ext>
            </a:extLst>
          </p:cNvPr>
          <p:cNvSpPr txBox="1">
            <a:spLocks noChangeArrowheads="1"/>
          </p:cNvSpPr>
          <p:nvPr/>
        </p:nvSpPr>
        <p:spPr bwMode="auto">
          <a:xfrm>
            <a:off x="4885135"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5" name="Text Box 214">
            <a:extLst>
              <a:ext uri="{FF2B5EF4-FFF2-40B4-BE49-F238E27FC236}">
                <a16:creationId xmlns:a16="http://schemas.microsoft.com/office/drawing/2014/main" id="{F2B18A12-76D7-EC4F-82AF-EBCD3F638897}"/>
              </a:ext>
            </a:extLst>
          </p:cNvPr>
          <p:cNvSpPr txBox="1">
            <a:spLocks noChangeArrowheads="1"/>
          </p:cNvSpPr>
          <p:nvPr/>
        </p:nvSpPr>
        <p:spPr bwMode="auto">
          <a:xfrm>
            <a:off x="6829425" y="134659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6" name="Text Box 215">
            <a:extLst>
              <a:ext uri="{FF2B5EF4-FFF2-40B4-BE49-F238E27FC236}">
                <a16:creationId xmlns:a16="http://schemas.microsoft.com/office/drawing/2014/main" id="{6B66464F-96A3-324C-9D68-A24AC63EB5B3}"/>
              </a:ext>
            </a:extLst>
          </p:cNvPr>
          <p:cNvSpPr txBox="1">
            <a:spLocks noChangeArrowheads="1"/>
          </p:cNvSpPr>
          <p:nvPr/>
        </p:nvSpPr>
        <p:spPr bwMode="auto">
          <a:xfrm>
            <a:off x="3330178" y="410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7" name="Text Box 216">
            <a:extLst>
              <a:ext uri="{FF2B5EF4-FFF2-40B4-BE49-F238E27FC236}">
                <a16:creationId xmlns:a16="http://schemas.microsoft.com/office/drawing/2014/main" id="{B541477F-85C0-CF4E-A59B-A01E710284E0}"/>
              </a:ext>
            </a:extLst>
          </p:cNvPr>
          <p:cNvSpPr txBox="1">
            <a:spLocks noChangeArrowheads="1"/>
          </p:cNvSpPr>
          <p:nvPr/>
        </p:nvSpPr>
        <p:spPr bwMode="auto">
          <a:xfrm>
            <a:off x="5208985"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8" name="Text Box 217">
            <a:extLst>
              <a:ext uri="{FF2B5EF4-FFF2-40B4-BE49-F238E27FC236}">
                <a16:creationId xmlns:a16="http://schemas.microsoft.com/office/drawing/2014/main" id="{38799C15-13D2-E74E-A5C0-CAADAE082FC4}"/>
              </a:ext>
            </a:extLst>
          </p:cNvPr>
          <p:cNvSpPr txBox="1">
            <a:spLocks noChangeArrowheads="1"/>
          </p:cNvSpPr>
          <p:nvPr/>
        </p:nvSpPr>
        <p:spPr bwMode="auto">
          <a:xfrm>
            <a:off x="7046119"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9" name="Text Box 226">
            <a:extLst>
              <a:ext uri="{FF2B5EF4-FFF2-40B4-BE49-F238E27FC236}">
                <a16:creationId xmlns:a16="http://schemas.microsoft.com/office/drawing/2014/main" id="{B25A0AA4-CEE5-834A-87CE-E08DE01BFD6D}"/>
              </a:ext>
            </a:extLst>
          </p:cNvPr>
          <p:cNvSpPr txBox="1">
            <a:spLocks noChangeArrowheads="1"/>
          </p:cNvSpPr>
          <p:nvPr/>
        </p:nvSpPr>
        <p:spPr bwMode="auto">
          <a:xfrm>
            <a:off x="1703785" y="85726"/>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10" name="Text Box 227">
            <a:extLst>
              <a:ext uri="{FF2B5EF4-FFF2-40B4-BE49-F238E27FC236}">
                <a16:creationId xmlns:a16="http://schemas.microsoft.com/office/drawing/2014/main" id="{9435BA94-1D66-364C-A739-845D9D07726F}"/>
              </a:ext>
            </a:extLst>
          </p:cNvPr>
          <p:cNvSpPr txBox="1">
            <a:spLocks noChangeArrowheads="1"/>
          </p:cNvSpPr>
          <p:nvPr/>
        </p:nvSpPr>
        <p:spPr bwMode="auto">
          <a:xfrm>
            <a:off x="4463653"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11" name="Text Box 228">
            <a:extLst>
              <a:ext uri="{FF2B5EF4-FFF2-40B4-BE49-F238E27FC236}">
                <a16:creationId xmlns:a16="http://schemas.microsoft.com/office/drawing/2014/main" id="{1225B2FD-B6A6-3F4E-8E07-FB8A10A2D8DA}"/>
              </a:ext>
            </a:extLst>
          </p:cNvPr>
          <p:cNvSpPr txBox="1">
            <a:spLocks noChangeArrowheads="1"/>
          </p:cNvSpPr>
          <p:nvPr/>
        </p:nvSpPr>
        <p:spPr bwMode="auto">
          <a:xfrm>
            <a:off x="3492103" y="3596879"/>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612" name="Group 229">
            <a:extLst>
              <a:ext uri="{FF2B5EF4-FFF2-40B4-BE49-F238E27FC236}">
                <a16:creationId xmlns:a16="http://schemas.microsoft.com/office/drawing/2014/main" id="{B760E47D-5BD0-E046-ACF4-D7A2061AC444}"/>
              </a:ext>
            </a:extLst>
          </p:cNvPr>
          <p:cNvGrpSpPr>
            <a:grpSpLocks/>
          </p:cNvGrpSpPr>
          <p:nvPr/>
        </p:nvGrpSpPr>
        <p:grpSpPr bwMode="auto">
          <a:xfrm>
            <a:off x="6407944" y="1924050"/>
            <a:ext cx="1079897" cy="647700"/>
            <a:chOff x="385" y="2795"/>
            <a:chExt cx="1769" cy="816"/>
          </a:xfrm>
        </p:grpSpPr>
        <p:sp>
          <p:nvSpPr>
            <p:cNvPr id="970982" name="Oval 230">
              <a:extLst>
                <a:ext uri="{FF2B5EF4-FFF2-40B4-BE49-F238E27FC236}">
                  <a16:creationId xmlns:a16="http://schemas.microsoft.com/office/drawing/2014/main" id="{5C1E547D-38F3-744E-8082-086FCED56724}"/>
                </a:ext>
              </a:extLst>
            </p:cNvPr>
            <p:cNvSpPr>
              <a:spLocks noChangeArrowheads="1"/>
            </p:cNvSpPr>
            <p:nvPr/>
          </p:nvSpPr>
          <p:spPr bwMode="auto">
            <a:xfrm>
              <a:off x="1588" y="306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3" name="Oval 231">
              <a:extLst>
                <a:ext uri="{FF2B5EF4-FFF2-40B4-BE49-F238E27FC236}">
                  <a16:creationId xmlns:a16="http://schemas.microsoft.com/office/drawing/2014/main" id="{FFF92810-A599-7F47-B070-3BDE3E0AD08C}"/>
                </a:ext>
              </a:extLst>
            </p:cNvPr>
            <p:cNvSpPr>
              <a:spLocks noChangeArrowheads="1"/>
            </p:cNvSpPr>
            <p:nvPr/>
          </p:nvSpPr>
          <p:spPr bwMode="auto">
            <a:xfrm>
              <a:off x="927"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4" name="Oval 232">
              <a:extLst>
                <a:ext uri="{FF2B5EF4-FFF2-40B4-BE49-F238E27FC236}">
                  <a16:creationId xmlns:a16="http://schemas.microsoft.com/office/drawing/2014/main" id="{CCAFBC45-6322-1D42-8810-74D131F1FB5C}"/>
                </a:ext>
              </a:extLst>
            </p:cNvPr>
            <p:cNvSpPr>
              <a:spLocks noChangeArrowheads="1"/>
            </p:cNvSpPr>
            <p:nvPr/>
          </p:nvSpPr>
          <p:spPr bwMode="auto">
            <a:xfrm>
              <a:off x="502" y="3205"/>
              <a:ext cx="585" cy="28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5" name="Oval 233">
              <a:extLst>
                <a:ext uri="{FF2B5EF4-FFF2-40B4-BE49-F238E27FC236}">
                  <a16:creationId xmlns:a16="http://schemas.microsoft.com/office/drawing/2014/main" id="{23F381CF-5277-CC48-8BE9-FDE31CAE506C}"/>
                </a:ext>
              </a:extLst>
            </p:cNvPr>
            <p:cNvSpPr>
              <a:spLocks noChangeArrowheads="1"/>
            </p:cNvSpPr>
            <p:nvPr/>
          </p:nvSpPr>
          <p:spPr bwMode="auto">
            <a:xfrm>
              <a:off x="385" y="3085"/>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6" name="Oval 234">
              <a:extLst>
                <a:ext uri="{FF2B5EF4-FFF2-40B4-BE49-F238E27FC236}">
                  <a16:creationId xmlns:a16="http://schemas.microsoft.com/office/drawing/2014/main" id="{7AAA1E82-8245-A141-B788-E43E22D291DC}"/>
                </a:ext>
              </a:extLst>
            </p:cNvPr>
            <p:cNvSpPr>
              <a:spLocks noChangeArrowheads="1"/>
            </p:cNvSpPr>
            <p:nvPr/>
          </p:nvSpPr>
          <p:spPr bwMode="auto">
            <a:xfrm>
              <a:off x="566" y="2884"/>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7" name="Oval 235">
              <a:extLst>
                <a:ext uri="{FF2B5EF4-FFF2-40B4-BE49-F238E27FC236}">
                  <a16:creationId xmlns:a16="http://schemas.microsoft.com/office/drawing/2014/main" id="{927BDEBD-3CB3-CC4D-B4AB-32359130ED92}"/>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8" name="Oval 236">
              <a:extLst>
                <a:ext uri="{FF2B5EF4-FFF2-40B4-BE49-F238E27FC236}">
                  <a16:creationId xmlns:a16="http://schemas.microsoft.com/office/drawing/2014/main" id="{406FFBD4-D2E5-6D48-840F-E1345064D612}"/>
                </a:ext>
              </a:extLst>
            </p:cNvPr>
            <p:cNvSpPr>
              <a:spLocks noChangeArrowheads="1"/>
            </p:cNvSpPr>
            <p:nvPr/>
          </p:nvSpPr>
          <p:spPr bwMode="auto">
            <a:xfrm>
              <a:off x="1505" y="2891"/>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9" name="Oval 237">
              <a:extLst>
                <a:ext uri="{FF2B5EF4-FFF2-40B4-BE49-F238E27FC236}">
                  <a16:creationId xmlns:a16="http://schemas.microsoft.com/office/drawing/2014/main" id="{33BE3682-D3E3-074C-ADC2-FE0529A4BD31}"/>
                </a:ext>
              </a:extLst>
            </p:cNvPr>
            <p:cNvSpPr>
              <a:spLocks noChangeArrowheads="1"/>
            </p:cNvSpPr>
            <p:nvPr/>
          </p:nvSpPr>
          <p:spPr bwMode="auto">
            <a:xfrm>
              <a:off x="705" y="2987"/>
              <a:ext cx="1141" cy="41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0" name="Oval 238">
              <a:extLst>
                <a:ext uri="{FF2B5EF4-FFF2-40B4-BE49-F238E27FC236}">
                  <a16:creationId xmlns:a16="http://schemas.microsoft.com/office/drawing/2014/main" id="{9E9E4BBF-5F4D-2A42-9F79-404B2E72EC5F}"/>
                </a:ext>
              </a:extLst>
            </p:cNvPr>
            <p:cNvSpPr>
              <a:spLocks noChangeArrowheads="1"/>
            </p:cNvSpPr>
            <p:nvPr/>
          </p:nvSpPr>
          <p:spPr bwMode="auto">
            <a:xfrm rot="1336630">
              <a:off x="1473" y="3067"/>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1" name="Oval 239">
              <a:extLst>
                <a:ext uri="{FF2B5EF4-FFF2-40B4-BE49-F238E27FC236}">
                  <a16:creationId xmlns:a16="http://schemas.microsoft.com/office/drawing/2014/main" id="{FD709349-352E-9541-91A9-B4A675A50F70}"/>
                </a:ext>
              </a:extLst>
            </p:cNvPr>
            <p:cNvSpPr>
              <a:spLocks noChangeArrowheads="1"/>
            </p:cNvSpPr>
            <p:nvPr/>
          </p:nvSpPr>
          <p:spPr bwMode="auto">
            <a:xfrm>
              <a:off x="1003" y="2812"/>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2" name="Oval 240">
              <a:extLst>
                <a:ext uri="{FF2B5EF4-FFF2-40B4-BE49-F238E27FC236}">
                  <a16:creationId xmlns:a16="http://schemas.microsoft.com/office/drawing/2014/main" id="{C4DE572A-7359-6249-8036-2D7CAD2F3CFF}"/>
                </a:ext>
              </a:extLst>
            </p:cNvPr>
            <p:cNvSpPr>
              <a:spLocks noChangeArrowheads="1"/>
            </p:cNvSpPr>
            <p:nvPr/>
          </p:nvSpPr>
          <p:spPr bwMode="auto">
            <a:xfrm>
              <a:off x="576" y="2899"/>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3" name="Oval 241">
              <a:extLst>
                <a:ext uri="{FF2B5EF4-FFF2-40B4-BE49-F238E27FC236}">
                  <a16:creationId xmlns:a16="http://schemas.microsoft.com/office/drawing/2014/main" id="{67E9E7F6-D893-7A46-A9D1-4C6B2E789577}"/>
                </a:ext>
              </a:extLst>
            </p:cNvPr>
            <p:cNvSpPr>
              <a:spLocks noChangeArrowheads="1"/>
            </p:cNvSpPr>
            <p:nvPr/>
          </p:nvSpPr>
          <p:spPr bwMode="auto">
            <a:xfrm>
              <a:off x="397" y="3100"/>
              <a:ext cx="382"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4" name="Oval 242">
              <a:extLst>
                <a:ext uri="{FF2B5EF4-FFF2-40B4-BE49-F238E27FC236}">
                  <a16:creationId xmlns:a16="http://schemas.microsoft.com/office/drawing/2014/main" id="{7D685364-FF7A-D845-92E5-2D856FA6BC12}"/>
                </a:ext>
              </a:extLst>
            </p:cNvPr>
            <p:cNvSpPr>
              <a:spLocks noChangeArrowheads="1"/>
            </p:cNvSpPr>
            <p:nvPr/>
          </p:nvSpPr>
          <p:spPr bwMode="auto">
            <a:xfrm>
              <a:off x="1514" y="2908"/>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5" name="Oval 243">
              <a:extLst>
                <a:ext uri="{FF2B5EF4-FFF2-40B4-BE49-F238E27FC236}">
                  <a16:creationId xmlns:a16="http://schemas.microsoft.com/office/drawing/2014/main" id="{0ACA2154-5AB8-0A41-9C84-C7B5C23D9EC7}"/>
                </a:ext>
              </a:extLst>
            </p:cNvPr>
            <p:cNvSpPr>
              <a:spLocks noChangeArrowheads="1"/>
            </p:cNvSpPr>
            <p:nvPr/>
          </p:nvSpPr>
          <p:spPr bwMode="auto">
            <a:xfrm>
              <a:off x="1598" y="3076"/>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6" name="Oval 244">
              <a:extLst>
                <a:ext uri="{FF2B5EF4-FFF2-40B4-BE49-F238E27FC236}">
                  <a16:creationId xmlns:a16="http://schemas.microsoft.com/office/drawing/2014/main" id="{E8C7F0B7-D936-5645-891A-5995D6CAAAA2}"/>
                </a:ext>
              </a:extLst>
            </p:cNvPr>
            <p:cNvSpPr>
              <a:spLocks noChangeArrowheads="1"/>
            </p:cNvSpPr>
            <p:nvPr/>
          </p:nvSpPr>
          <p:spPr bwMode="auto">
            <a:xfrm>
              <a:off x="715" y="3004"/>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7" name="Oval 245">
              <a:extLst>
                <a:ext uri="{FF2B5EF4-FFF2-40B4-BE49-F238E27FC236}">
                  <a16:creationId xmlns:a16="http://schemas.microsoft.com/office/drawing/2014/main" id="{9E51EA17-B6A1-774B-9022-E8501E8BE1D2}"/>
                </a:ext>
              </a:extLst>
            </p:cNvPr>
            <p:cNvSpPr>
              <a:spLocks noChangeArrowheads="1"/>
            </p:cNvSpPr>
            <p:nvPr/>
          </p:nvSpPr>
          <p:spPr bwMode="auto">
            <a:xfrm>
              <a:off x="514" y="3220"/>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674" name="Freeform 246">
              <a:extLst>
                <a:ext uri="{FF2B5EF4-FFF2-40B4-BE49-F238E27FC236}">
                  <a16:creationId xmlns:a16="http://schemas.microsoft.com/office/drawing/2014/main" id="{C9D80952-5409-C147-A4F3-FD20FC78E978}"/>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613" name="Text Box 247">
            <a:extLst>
              <a:ext uri="{FF2B5EF4-FFF2-40B4-BE49-F238E27FC236}">
                <a16:creationId xmlns:a16="http://schemas.microsoft.com/office/drawing/2014/main" id="{C44971EC-24F4-7941-8D71-BA8ED8B35184}"/>
              </a:ext>
            </a:extLst>
          </p:cNvPr>
          <p:cNvSpPr txBox="1">
            <a:spLocks noChangeArrowheads="1"/>
          </p:cNvSpPr>
          <p:nvPr/>
        </p:nvSpPr>
        <p:spPr bwMode="auto">
          <a:xfrm>
            <a:off x="6731794" y="267890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14" name="AutoShape 248">
            <a:extLst>
              <a:ext uri="{FF2B5EF4-FFF2-40B4-BE49-F238E27FC236}">
                <a16:creationId xmlns:a16="http://schemas.microsoft.com/office/drawing/2014/main" id="{7AAC6B2C-1EBF-9C43-8E69-476F52AA788A}"/>
              </a:ext>
            </a:extLst>
          </p:cNvPr>
          <p:cNvSpPr>
            <a:spLocks noChangeArrowheads="1"/>
          </p:cNvSpPr>
          <p:nvPr/>
        </p:nvSpPr>
        <p:spPr bwMode="auto">
          <a:xfrm>
            <a:off x="3925491" y="1631156"/>
            <a:ext cx="1025128" cy="238125"/>
          </a:xfrm>
          <a:prstGeom prst="rightArrow">
            <a:avLst>
              <a:gd name="adj1" fmla="val 59778"/>
              <a:gd name="adj2" fmla="val 116374"/>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5" name="AutoShape 249">
            <a:extLst>
              <a:ext uri="{FF2B5EF4-FFF2-40B4-BE49-F238E27FC236}">
                <a16:creationId xmlns:a16="http://schemas.microsoft.com/office/drawing/2014/main" id="{7C26407B-E4E0-524A-BB0B-44073AD4F4CA}"/>
              </a:ext>
            </a:extLst>
          </p:cNvPr>
          <p:cNvSpPr>
            <a:spLocks noChangeArrowheads="1"/>
          </p:cNvSpPr>
          <p:nvPr/>
        </p:nvSpPr>
        <p:spPr bwMode="auto">
          <a:xfrm>
            <a:off x="5651898" y="1633537"/>
            <a:ext cx="1188244" cy="290513"/>
          </a:xfrm>
          <a:prstGeom prst="rightArrow">
            <a:avLst>
              <a:gd name="adj1" fmla="val 59778"/>
              <a:gd name="adj2" fmla="val 110567"/>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6" name="AutoShape 250">
            <a:extLst>
              <a:ext uri="{FF2B5EF4-FFF2-40B4-BE49-F238E27FC236}">
                <a16:creationId xmlns:a16="http://schemas.microsoft.com/office/drawing/2014/main" id="{DE37DB3C-8A8B-4545-A8B3-54B92CB8444E}"/>
              </a:ext>
            </a:extLst>
          </p:cNvPr>
          <p:cNvSpPr>
            <a:spLocks noChangeArrowheads="1"/>
          </p:cNvSpPr>
          <p:nvPr/>
        </p:nvSpPr>
        <p:spPr bwMode="auto">
          <a:xfrm>
            <a:off x="2087166" y="1437085"/>
            <a:ext cx="920353" cy="270272"/>
          </a:xfrm>
          <a:prstGeom prst="rightArrow">
            <a:avLst>
              <a:gd name="adj1" fmla="val 59778"/>
              <a:gd name="adj2" fmla="val 92053"/>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7" name="AutoShape 251">
            <a:extLst>
              <a:ext uri="{FF2B5EF4-FFF2-40B4-BE49-F238E27FC236}">
                <a16:creationId xmlns:a16="http://schemas.microsoft.com/office/drawing/2014/main" id="{36A694C3-15FF-4F44-AB0A-CC5C324BB970}"/>
              </a:ext>
            </a:extLst>
          </p:cNvPr>
          <p:cNvSpPr>
            <a:spLocks noChangeArrowheads="1"/>
          </p:cNvSpPr>
          <p:nvPr/>
        </p:nvSpPr>
        <p:spPr bwMode="auto">
          <a:xfrm rot="6744589" flipV="1">
            <a:off x="6839546" y="2031802"/>
            <a:ext cx="1026319" cy="270272"/>
          </a:xfrm>
          <a:prstGeom prst="rightArrow">
            <a:avLst>
              <a:gd name="adj1" fmla="val 59778"/>
              <a:gd name="adj2" fmla="val 102652"/>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8" name="AutoShape 252">
            <a:extLst>
              <a:ext uri="{FF2B5EF4-FFF2-40B4-BE49-F238E27FC236}">
                <a16:creationId xmlns:a16="http://schemas.microsoft.com/office/drawing/2014/main" id="{A4F9BC01-E28A-1544-819F-197A4AEB0B1A}"/>
              </a:ext>
            </a:extLst>
          </p:cNvPr>
          <p:cNvSpPr>
            <a:spLocks noChangeArrowheads="1"/>
          </p:cNvSpPr>
          <p:nvPr/>
        </p:nvSpPr>
        <p:spPr bwMode="auto">
          <a:xfrm flipH="1">
            <a:off x="5112544" y="2842023"/>
            <a:ext cx="1512094" cy="269081"/>
          </a:xfrm>
          <a:prstGeom prst="rightArrow">
            <a:avLst>
              <a:gd name="adj1" fmla="val 59778"/>
              <a:gd name="adj2" fmla="val 151908"/>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9" name="AutoShape 253">
            <a:extLst>
              <a:ext uri="{FF2B5EF4-FFF2-40B4-BE49-F238E27FC236}">
                <a16:creationId xmlns:a16="http://schemas.microsoft.com/office/drawing/2014/main" id="{28BF4481-7DA1-3847-926C-2635A056BA2A}"/>
              </a:ext>
            </a:extLst>
          </p:cNvPr>
          <p:cNvSpPr>
            <a:spLocks noChangeArrowheads="1"/>
          </p:cNvSpPr>
          <p:nvPr/>
        </p:nvSpPr>
        <p:spPr bwMode="auto">
          <a:xfrm rot="20314671" flipH="1">
            <a:off x="3168254" y="3219451"/>
            <a:ext cx="1133475" cy="269081"/>
          </a:xfrm>
          <a:prstGeom prst="rightArrow">
            <a:avLst>
              <a:gd name="adj1" fmla="val 59778"/>
              <a:gd name="adj2" fmla="val 113871"/>
            </a:avLst>
          </a:prstGeom>
          <a:solidFill>
            <a:srgbClr val="FFCCCC"/>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直接交付</a:t>
            </a:r>
          </a:p>
        </p:txBody>
      </p:sp>
      <p:grpSp>
        <p:nvGrpSpPr>
          <p:cNvPr id="66620" name="Group 254">
            <a:extLst>
              <a:ext uri="{FF2B5EF4-FFF2-40B4-BE49-F238E27FC236}">
                <a16:creationId xmlns:a16="http://schemas.microsoft.com/office/drawing/2014/main" id="{6FD68ADF-B133-B24D-A853-4CB5F231593D}"/>
              </a:ext>
            </a:extLst>
          </p:cNvPr>
          <p:cNvGrpSpPr>
            <a:grpSpLocks/>
          </p:cNvGrpSpPr>
          <p:nvPr/>
        </p:nvGrpSpPr>
        <p:grpSpPr bwMode="auto">
          <a:xfrm>
            <a:off x="3186112" y="667942"/>
            <a:ext cx="576262" cy="646510"/>
            <a:chOff x="1716" y="561"/>
            <a:chExt cx="484" cy="543"/>
          </a:xfrm>
        </p:grpSpPr>
        <p:sp>
          <p:nvSpPr>
            <p:cNvPr id="66652" name="Rectangle 255">
              <a:extLst>
                <a:ext uri="{FF2B5EF4-FFF2-40B4-BE49-F238E27FC236}">
                  <a16:creationId xmlns:a16="http://schemas.microsoft.com/office/drawing/2014/main" id="{825C9046-479A-7E4C-AA44-5C3284DD38FA}"/>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3" name="Rectangle 256">
              <a:extLst>
                <a:ext uri="{FF2B5EF4-FFF2-40B4-BE49-F238E27FC236}">
                  <a16:creationId xmlns:a16="http://schemas.microsoft.com/office/drawing/2014/main" id="{AD577679-21CB-5C45-A52A-684D467EDA0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4" name="Line 257">
              <a:extLst>
                <a:ext uri="{FF2B5EF4-FFF2-40B4-BE49-F238E27FC236}">
                  <a16:creationId xmlns:a16="http://schemas.microsoft.com/office/drawing/2014/main" id="{D9321EF3-465D-CC4C-A4C0-223720E9AD6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5" name="Line 258">
              <a:extLst>
                <a:ext uri="{FF2B5EF4-FFF2-40B4-BE49-F238E27FC236}">
                  <a16:creationId xmlns:a16="http://schemas.microsoft.com/office/drawing/2014/main" id="{8A52C803-C1D2-654F-8DF5-D5C30B887EF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6" name="Line 259">
              <a:extLst>
                <a:ext uri="{FF2B5EF4-FFF2-40B4-BE49-F238E27FC236}">
                  <a16:creationId xmlns:a16="http://schemas.microsoft.com/office/drawing/2014/main" id="{80E511CC-F39F-F542-A4CF-C9FA294D651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7" name="Text Box 260">
              <a:extLst>
                <a:ext uri="{FF2B5EF4-FFF2-40B4-BE49-F238E27FC236}">
                  <a16:creationId xmlns:a16="http://schemas.microsoft.com/office/drawing/2014/main" id="{09767804-06DE-2349-B418-A90D1AF4E028}"/>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1" name="Group 261">
            <a:extLst>
              <a:ext uri="{FF2B5EF4-FFF2-40B4-BE49-F238E27FC236}">
                <a16:creationId xmlns:a16="http://schemas.microsoft.com/office/drawing/2014/main" id="{1810964F-04D2-9944-B3CA-B742676498EC}"/>
              </a:ext>
            </a:extLst>
          </p:cNvPr>
          <p:cNvGrpSpPr>
            <a:grpSpLocks/>
          </p:cNvGrpSpPr>
          <p:nvPr/>
        </p:nvGrpSpPr>
        <p:grpSpPr bwMode="auto">
          <a:xfrm>
            <a:off x="5075634" y="667942"/>
            <a:ext cx="576263" cy="646510"/>
            <a:chOff x="1716" y="561"/>
            <a:chExt cx="484" cy="543"/>
          </a:xfrm>
        </p:grpSpPr>
        <p:sp>
          <p:nvSpPr>
            <p:cNvPr id="66646" name="Rectangle 262">
              <a:extLst>
                <a:ext uri="{FF2B5EF4-FFF2-40B4-BE49-F238E27FC236}">
                  <a16:creationId xmlns:a16="http://schemas.microsoft.com/office/drawing/2014/main" id="{A495845A-9824-8846-8A17-06A6248D9FFF}"/>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7" name="Rectangle 263">
              <a:extLst>
                <a:ext uri="{FF2B5EF4-FFF2-40B4-BE49-F238E27FC236}">
                  <a16:creationId xmlns:a16="http://schemas.microsoft.com/office/drawing/2014/main" id="{B8463861-14AD-EB42-A980-14F6DEE817C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8" name="Line 264">
              <a:extLst>
                <a:ext uri="{FF2B5EF4-FFF2-40B4-BE49-F238E27FC236}">
                  <a16:creationId xmlns:a16="http://schemas.microsoft.com/office/drawing/2014/main" id="{E3D5A62F-5F57-3B46-A4FD-F9C83F3224F8}"/>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9" name="Line 265">
              <a:extLst>
                <a:ext uri="{FF2B5EF4-FFF2-40B4-BE49-F238E27FC236}">
                  <a16:creationId xmlns:a16="http://schemas.microsoft.com/office/drawing/2014/main" id="{89A8B9BA-F920-934D-B60A-CC0BA03CB50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0" name="Line 266">
              <a:extLst>
                <a:ext uri="{FF2B5EF4-FFF2-40B4-BE49-F238E27FC236}">
                  <a16:creationId xmlns:a16="http://schemas.microsoft.com/office/drawing/2014/main" id="{179C2DE3-B487-DC44-AD92-7EA9420AE353}"/>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1" name="Text Box 267">
              <a:extLst>
                <a:ext uri="{FF2B5EF4-FFF2-40B4-BE49-F238E27FC236}">
                  <a16:creationId xmlns:a16="http://schemas.microsoft.com/office/drawing/2014/main" id="{AE27C41B-C105-1F49-BA48-6610AC9E0243}"/>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2" name="Group 268">
            <a:extLst>
              <a:ext uri="{FF2B5EF4-FFF2-40B4-BE49-F238E27FC236}">
                <a16:creationId xmlns:a16="http://schemas.microsoft.com/office/drawing/2014/main" id="{5DDC1054-B7BD-4248-801B-15D4E28C500A}"/>
              </a:ext>
            </a:extLst>
          </p:cNvPr>
          <p:cNvGrpSpPr>
            <a:grpSpLocks/>
          </p:cNvGrpSpPr>
          <p:nvPr/>
        </p:nvGrpSpPr>
        <p:grpSpPr bwMode="auto">
          <a:xfrm>
            <a:off x="6996112" y="667942"/>
            <a:ext cx="576262" cy="646510"/>
            <a:chOff x="1716" y="561"/>
            <a:chExt cx="484" cy="543"/>
          </a:xfrm>
        </p:grpSpPr>
        <p:sp>
          <p:nvSpPr>
            <p:cNvPr id="66640" name="Rectangle 269">
              <a:extLst>
                <a:ext uri="{FF2B5EF4-FFF2-40B4-BE49-F238E27FC236}">
                  <a16:creationId xmlns:a16="http://schemas.microsoft.com/office/drawing/2014/main" id="{9640176C-5954-2441-B8D7-042632392F80}"/>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1" name="Rectangle 270">
              <a:extLst>
                <a:ext uri="{FF2B5EF4-FFF2-40B4-BE49-F238E27FC236}">
                  <a16:creationId xmlns:a16="http://schemas.microsoft.com/office/drawing/2014/main" id="{8297FCB3-CA12-C74C-91FC-73FAFC70AF54}"/>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2" name="Line 271">
              <a:extLst>
                <a:ext uri="{FF2B5EF4-FFF2-40B4-BE49-F238E27FC236}">
                  <a16:creationId xmlns:a16="http://schemas.microsoft.com/office/drawing/2014/main" id="{BF7C88D3-31FA-664A-8149-DDE28B403765}"/>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3" name="Line 272">
              <a:extLst>
                <a:ext uri="{FF2B5EF4-FFF2-40B4-BE49-F238E27FC236}">
                  <a16:creationId xmlns:a16="http://schemas.microsoft.com/office/drawing/2014/main" id="{06577B46-2CA1-7B47-B33A-7AD326A4B3EB}"/>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4" name="Line 273">
              <a:extLst>
                <a:ext uri="{FF2B5EF4-FFF2-40B4-BE49-F238E27FC236}">
                  <a16:creationId xmlns:a16="http://schemas.microsoft.com/office/drawing/2014/main" id="{6218ED9B-649D-D741-9543-A68831DA387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5" name="Text Box 274">
              <a:extLst>
                <a:ext uri="{FF2B5EF4-FFF2-40B4-BE49-F238E27FC236}">
                  <a16:creationId xmlns:a16="http://schemas.microsoft.com/office/drawing/2014/main" id="{0C5EF783-2507-C149-8FB6-BF3D1350BBDA}"/>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3" name="Group 275">
            <a:extLst>
              <a:ext uri="{FF2B5EF4-FFF2-40B4-BE49-F238E27FC236}">
                <a16:creationId xmlns:a16="http://schemas.microsoft.com/office/drawing/2014/main" id="{8600E5C0-6DE2-4B4B-AABC-0E28B8262FDC}"/>
              </a:ext>
            </a:extLst>
          </p:cNvPr>
          <p:cNvGrpSpPr>
            <a:grpSpLocks/>
          </p:cNvGrpSpPr>
          <p:nvPr/>
        </p:nvGrpSpPr>
        <p:grpSpPr bwMode="auto">
          <a:xfrm>
            <a:off x="4319587" y="3301604"/>
            <a:ext cx="576262" cy="646510"/>
            <a:chOff x="1716" y="561"/>
            <a:chExt cx="484" cy="543"/>
          </a:xfrm>
        </p:grpSpPr>
        <p:sp>
          <p:nvSpPr>
            <p:cNvPr id="66634" name="Rectangle 276">
              <a:extLst>
                <a:ext uri="{FF2B5EF4-FFF2-40B4-BE49-F238E27FC236}">
                  <a16:creationId xmlns:a16="http://schemas.microsoft.com/office/drawing/2014/main" id="{3357832C-8904-414F-8FBD-DFE8848B44EB}"/>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5" name="Rectangle 277">
              <a:extLst>
                <a:ext uri="{FF2B5EF4-FFF2-40B4-BE49-F238E27FC236}">
                  <a16:creationId xmlns:a16="http://schemas.microsoft.com/office/drawing/2014/main" id="{D2DC7076-43B0-5A4A-881D-23979150AF9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6" name="Line 278">
              <a:extLst>
                <a:ext uri="{FF2B5EF4-FFF2-40B4-BE49-F238E27FC236}">
                  <a16:creationId xmlns:a16="http://schemas.microsoft.com/office/drawing/2014/main" id="{1256593A-F2B9-8C41-AC94-7F70EA2FDD02}"/>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7" name="Line 279">
              <a:extLst>
                <a:ext uri="{FF2B5EF4-FFF2-40B4-BE49-F238E27FC236}">
                  <a16:creationId xmlns:a16="http://schemas.microsoft.com/office/drawing/2014/main" id="{DF692D7D-654B-8048-BDC9-20AB1FD4385E}"/>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8" name="Line 280">
              <a:extLst>
                <a:ext uri="{FF2B5EF4-FFF2-40B4-BE49-F238E27FC236}">
                  <a16:creationId xmlns:a16="http://schemas.microsoft.com/office/drawing/2014/main" id="{6B590626-06B5-B243-AE6D-0FE53B4F6D14}"/>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9" name="Text Box 281">
              <a:extLst>
                <a:ext uri="{FF2B5EF4-FFF2-40B4-BE49-F238E27FC236}">
                  <a16:creationId xmlns:a16="http://schemas.microsoft.com/office/drawing/2014/main" id="{C01E0845-02E4-7841-9913-74BF69EB938F}"/>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4" name="Group 282">
            <a:extLst>
              <a:ext uri="{FF2B5EF4-FFF2-40B4-BE49-F238E27FC236}">
                <a16:creationId xmlns:a16="http://schemas.microsoft.com/office/drawing/2014/main" id="{AD74AB08-AC5C-ED42-8F9B-3824B032A62D}"/>
              </a:ext>
            </a:extLst>
          </p:cNvPr>
          <p:cNvGrpSpPr>
            <a:grpSpLocks/>
          </p:cNvGrpSpPr>
          <p:nvPr/>
        </p:nvGrpSpPr>
        <p:grpSpPr bwMode="auto">
          <a:xfrm>
            <a:off x="6858000" y="3301604"/>
            <a:ext cx="576262" cy="646510"/>
            <a:chOff x="1716" y="561"/>
            <a:chExt cx="484" cy="543"/>
          </a:xfrm>
        </p:grpSpPr>
        <p:sp>
          <p:nvSpPr>
            <p:cNvPr id="66628" name="Rectangle 283">
              <a:extLst>
                <a:ext uri="{FF2B5EF4-FFF2-40B4-BE49-F238E27FC236}">
                  <a16:creationId xmlns:a16="http://schemas.microsoft.com/office/drawing/2014/main" id="{81700001-4395-E845-9EA7-CF5A7E081AB8}"/>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29" name="Rectangle 284">
              <a:extLst>
                <a:ext uri="{FF2B5EF4-FFF2-40B4-BE49-F238E27FC236}">
                  <a16:creationId xmlns:a16="http://schemas.microsoft.com/office/drawing/2014/main" id="{7A1FB154-860A-3046-BAD1-2F65824B1E0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0" name="Line 285">
              <a:extLst>
                <a:ext uri="{FF2B5EF4-FFF2-40B4-BE49-F238E27FC236}">
                  <a16:creationId xmlns:a16="http://schemas.microsoft.com/office/drawing/2014/main" id="{57ACD2E1-ED80-7F4C-A6AE-9338ED7EC88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1" name="Line 286">
              <a:extLst>
                <a:ext uri="{FF2B5EF4-FFF2-40B4-BE49-F238E27FC236}">
                  <a16:creationId xmlns:a16="http://schemas.microsoft.com/office/drawing/2014/main" id="{F41B445B-983B-824F-A473-60EBDCCD7278}"/>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2" name="Line 287">
              <a:extLst>
                <a:ext uri="{FF2B5EF4-FFF2-40B4-BE49-F238E27FC236}">
                  <a16:creationId xmlns:a16="http://schemas.microsoft.com/office/drawing/2014/main" id="{998941E6-12D9-9A47-8798-5D39F2B1D850}"/>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3" name="Text Box 288">
              <a:extLst>
                <a:ext uri="{FF2B5EF4-FFF2-40B4-BE49-F238E27FC236}">
                  <a16:creationId xmlns:a16="http://schemas.microsoft.com/office/drawing/2014/main" id="{F57E2515-FB3A-044C-818E-F9ACC21900BD}"/>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sp>
        <p:nvSpPr>
          <p:cNvPr id="66625" name="Freeform 289">
            <a:extLst>
              <a:ext uri="{FF2B5EF4-FFF2-40B4-BE49-F238E27FC236}">
                <a16:creationId xmlns:a16="http://schemas.microsoft.com/office/drawing/2014/main" id="{971D6B39-CF9B-A64A-8B63-3190D034796B}"/>
              </a:ext>
            </a:extLst>
          </p:cNvPr>
          <p:cNvSpPr>
            <a:spLocks/>
          </p:cNvSpPr>
          <p:nvPr/>
        </p:nvSpPr>
        <p:spPr bwMode="auto">
          <a:xfrm>
            <a:off x="1980010" y="411957"/>
            <a:ext cx="5843588" cy="4341019"/>
          </a:xfrm>
          <a:custGeom>
            <a:avLst/>
            <a:gdLst>
              <a:gd name="T0" fmla="*/ 2147483646 w 4908"/>
              <a:gd name="T1" fmla="*/ 0 h 3646"/>
              <a:gd name="T2" fmla="*/ 2147483646 w 4908"/>
              <a:gd name="T3" fmla="*/ 2147483646 h 3646"/>
              <a:gd name="T4" fmla="*/ 2147483646 w 4908"/>
              <a:gd name="T5" fmla="*/ 2147483646 h 3646"/>
              <a:gd name="T6" fmla="*/ 2147483646 w 4908"/>
              <a:gd name="T7" fmla="*/ 2147483646 h 3646"/>
              <a:gd name="T8" fmla="*/ 2147483646 w 4908"/>
              <a:gd name="T9" fmla="*/ 2147483646 h 3646"/>
              <a:gd name="T10" fmla="*/ 2147483646 w 4908"/>
              <a:gd name="T11" fmla="*/ 2147483646 h 3646"/>
              <a:gd name="T12" fmla="*/ 2147483646 w 4908"/>
              <a:gd name="T13" fmla="*/ 2147483646 h 3646"/>
              <a:gd name="T14" fmla="*/ 2147483646 w 4908"/>
              <a:gd name="T15" fmla="*/ 2147483646 h 3646"/>
              <a:gd name="T16" fmla="*/ 2147483646 w 4908"/>
              <a:gd name="T17" fmla="*/ 2147483646 h 3646"/>
              <a:gd name="T18" fmla="*/ 2147483646 w 4908"/>
              <a:gd name="T19" fmla="*/ 2147483646 h 3646"/>
              <a:gd name="T20" fmla="*/ 2147483646 w 4908"/>
              <a:gd name="T21" fmla="*/ 2147483646 h 3646"/>
              <a:gd name="T22" fmla="*/ 2147483646 w 4908"/>
              <a:gd name="T23" fmla="*/ 2147483646 h 3646"/>
              <a:gd name="T24" fmla="*/ 2147483646 w 4908"/>
              <a:gd name="T25" fmla="*/ 2147483646 h 3646"/>
              <a:gd name="T26" fmla="*/ 2147483646 w 4908"/>
              <a:gd name="T27" fmla="*/ 2147483646 h 3646"/>
              <a:gd name="T28" fmla="*/ 2147483646 w 4908"/>
              <a:gd name="T29" fmla="*/ 2147483646 h 3646"/>
              <a:gd name="T30" fmla="*/ 2147483646 w 4908"/>
              <a:gd name="T31" fmla="*/ 2147483646 h 3646"/>
              <a:gd name="T32" fmla="*/ 2147483646 w 4908"/>
              <a:gd name="T33" fmla="*/ 2147483646 h 3646"/>
              <a:gd name="T34" fmla="*/ 2147483646 w 4908"/>
              <a:gd name="T35" fmla="*/ 2147483646 h 3646"/>
              <a:gd name="T36" fmla="*/ 2147483646 w 4908"/>
              <a:gd name="T37" fmla="*/ 2147483646 h 3646"/>
              <a:gd name="T38" fmla="*/ 2147483646 w 4908"/>
              <a:gd name="T39" fmla="*/ 2147483646 h 3646"/>
              <a:gd name="T40" fmla="*/ 2147483646 w 4908"/>
              <a:gd name="T41" fmla="*/ 2147483646 h 3646"/>
              <a:gd name="T42" fmla="*/ 2147483646 w 4908"/>
              <a:gd name="T43" fmla="*/ 2147483646 h 3646"/>
              <a:gd name="T44" fmla="*/ 2147483646 w 4908"/>
              <a:gd name="T45" fmla="*/ 2147483646 h 3646"/>
              <a:gd name="T46" fmla="*/ 2147483646 w 4908"/>
              <a:gd name="T47" fmla="*/ 2147483646 h 3646"/>
              <a:gd name="T48" fmla="*/ 2147483646 w 4908"/>
              <a:gd name="T49" fmla="*/ 2147483646 h 3646"/>
              <a:gd name="T50" fmla="*/ 2147483646 w 4908"/>
              <a:gd name="T51" fmla="*/ 2147483646 h 3646"/>
              <a:gd name="T52" fmla="*/ 2147483646 w 4908"/>
              <a:gd name="T53" fmla="*/ 2147483646 h 3646"/>
              <a:gd name="T54" fmla="*/ 2147483646 w 4908"/>
              <a:gd name="T55" fmla="*/ 2147483646 h 3646"/>
              <a:gd name="T56" fmla="*/ 2147483646 w 4908"/>
              <a:gd name="T57" fmla="*/ 2147483646 h 3646"/>
              <a:gd name="T58" fmla="*/ 2147483646 w 4908"/>
              <a:gd name="T59" fmla="*/ 2147483646 h 3646"/>
              <a:gd name="T60" fmla="*/ 2147483646 w 4908"/>
              <a:gd name="T61" fmla="*/ 2147483646 h 3646"/>
              <a:gd name="T62" fmla="*/ 2147483646 w 4908"/>
              <a:gd name="T63" fmla="*/ 2147483646 h 3646"/>
              <a:gd name="T64" fmla="*/ 2147483646 w 4908"/>
              <a:gd name="T65" fmla="*/ 2147483646 h 3646"/>
              <a:gd name="T66" fmla="*/ 2147483646 w 4908"/>
              <a:gd name="T67" fmla="*/ 2147483646 h 3646"/>
              <a:gd name="T68" fmla="*/ 2147483646 w 4908"/>
              <a:gd name="T69" fmla="*/ 2147483646 h 3646"/>
              <a:gd name="T70" fmla="*/ 2147483646 w 4908"/>
              <a:gd name="T71" fmla="*/ 2147483646 h 3646"/>
              <a:gd name="T72" fmla="*/ 2147483646 w 4908"/>
              <a:gd name="T73" fmla="*/ 2147483646 h 3646"/>
              <a:gd name="T74" fmla="*/ 2147483646 w 4908"/>
              <a:gd name="T75" fmla="*/ 2147483646 h 3646"/>
              <a:gd name="T76" fmla="*/ 2147483646 w 4908"/>
              <a:gd name="T77" fmla="*/ 2147483646 h 3646"/>
              <a:gd name="T78" fmla="*/ 2147483646 w 4908"/>
              <a:gd name="T79" fmla="*/ 2147483646 h 3646"/>
              <a:gd name="T80" fmla="*/ 2147483646 w 4908"/>
              <a:gd name="T81" fmla="*/ 2147483646 h 3646"/>
              <a:gd name="T82" fmla="*/ 2147483646 w 4908"/>
              <a:gd name="T83" fmla="*/ 2147483646 h 3646"/>
              <a:gd name="T84" fmla="*/ 2147483646 w 4908"/>
              <a:gd name="T85" fmla="*/ 2147483646 h 3646"/>
              <a:gd name="T86" fmla="*/ 2147483646 w 4908"/>
              <a:gd name="T87" fmla="*/ 2147483646 h 3646"/>
              <a:gd name="T88" fmla="*/ 2147483646 w 4908"/>
              <a:gd name="T89" fmla="*/ 2147483646 h 3646"/>
              <a:gd name="T90" fmla="*/ 2147483646 w 4908"/>
              <a:gd name="T91" fmla="*/ 2147483646 h 3646"/>
              <a:gd name="T92" fmla="*/ 2147483646 w 4908"/>
              <a:gd name="T93" fmla="*/ 2147483646 h 3646"/>
              <a:gd name="T94" fmla="*/ 2147483646 w 4908"/>
              <a:gd name="T95" fmla="*/ 2147483646 h 3646"/>
              <a:gd name="T96" fmla="*/ 2147483646 w 4908"/>
              <a:gd name="T97" fmla="*/ 2147483646 h 3646"/>
              <a:gd name="T98" fmla="*/ 2147483646 w 4908"/>
              <a:gd name="T99" fmla="*/ 2147483646 h 3646"/>
              <a:gd name="T100" fmla="*/ 2147483646 w 4908"/>
              <a:gd name="T101" fmla="*/ 2147483646 h 3646"/>
              <a:gd name="T102" fmla="*/ 2147483646 w 4908"/>
              <a:gd name="T103" fmla="*/ 2147483646 h 3646"/>
              <a:gd name="T104" fmla="*/ 2147483646 w 4908"/>
              <a:gd name="T105" fmla="*/ 2147483646 h 3646"/>
              <a:gd name="T106" fmla="*/ 2147483646 w 4908"/>
              <a:gd name="T107" fmla="*/ 2147483646 h 3646"/>
              <a:gd name="T108" fmla="*/ 2147483646 w 4908"/>
              <a:gd name="T109" fmla="*/ 2147483646 h 3646"/>
              <a:gd name="T110" fmla="*/ 2147483646 w 4908"/>
              <a:gd name="T111" fmla="*/ 2147483646 h 3646"/>
              <a:gd name="T112" fmla="*/ 2147483646 w 4908"/>
              <a:gd name="T113" fmla="*/ 2147483646 h 3646"/>
              <a:gd name="T114" fmla="*/ 2147483646 w 4908"/>
              <a:gd name="T115" fmla="*/ 2147483646 h 3646"/>
              <a:gd name="T116" fmla="*/ 2147483646 w 4908"/>
              <a:gd name="T117" fmla="*/ 2147483646 h 3646"/>
              <a:gd name="T118" fmla="*/ 2147483646 w 4908"/>
              <a:gd name="T119" fmla="*/ 2147483646 h 3646"/>
              <a:gd name="T120" fmla="*/ 2147483646 w 4908"/>
              <a:gd name="T121" fmla="*/ 2147483646 h 3646"/>
              <a:gd name="T122" fmla="*/ 2147483646 w 4908"/>
              <a:gd name="T123" fmla="*/ 2147483646 h 36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chemeClr val="hlink"/>
            </a:solidFill>
            <a:round/>
            <a:headEnd type="non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26" name="Text Box 290">
            <a:extLst>
              <a:ext uri="{FF2B5EF4-FFF2-40B4-BE49-F238E27FC236}">
                <a16:creationId xmlns:a16="http://schemas.microsoft.com/office/drawing/2014/main" id="{7DF91D9E-0926-4043-B8F8-FDE74496313C}"/>
              </a:ext>
            </a:extLst>
          </p:cNvPr>
          <p:cNvSpPr txBox="1">
            <a:spLocks noChangeArrowheads="1"/>
          </p:cNvSpPr>
          <p:nvPr/>
        </p:nvSpPr>
        <p:spPr bwMode="auto">
          <a:xfrm>
            <a:off x="3142060" y="33337"/>
            <a:ext cx="2962671" cy="415498"/>
          </a:xfrm>
          <a:prstGeom prst="rect">
            <a:avLst/>
          </a:prstGeom>
          <a:solidFill>
            <a:srgbClr val="CCECFF"/>
          </a:solidFill>
          <a:ln w="9525">
            <a:solidFill>
              <a:schemeClr val="folHlink"/>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solidFill>
                  <a:schemeClr val="tx1"/>
                </a:solidFill>
                <a:latin typeface="Tahoma" panose="020B0604030504040204" pitchFamily="34" charset="0"/>
                <a:ea typeface="宋体" panose="02010600030101010101" pitchFamily="2" charset="-122"/>
                <a:cs typeface="黑体" panose="02010609060101010101" pitchFamily="49" charset="-122"/>
              </a:rPr>
              <a:t>分组在互联网中的传送 </a:t>
            </a:r>
          </a:p>
        </p:txBody>
      </p:sp>
      <p:sp>
        <p:nvSpPr>
          <p:cNvPr id="66627" name="幻灯片编号占位符 1">
            <a:extLst>
              <a:ext uri="{FF2B5EF4-FFF2-40B4-BE49-F238E27FC236}">
                <a16:creationId xmlns:a16="http://schemas.microsoft.com/office/drawing/2014/main" id="{2E8C3792-689E-1240-B87F-C1CEE72ECAC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94B9D2-167A-FC4F-8BAC-E0EE9123504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1914126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Rectangle 2">
            <a:extLst>
              <a:ext uri="{FF2B5EF4-FFF2-40B4-BE49-F238E27FC236}">
                <a16:creationId xmlns:a16="http://schemas.microsoft.com/office/drawing/2014/main" id="{23C26777-77EE-DE47-8450-065C7A5B2F69}"/>
              </a:ext>
            </a:extLst>
          </p:cNvPr>
          <p:cNvSpPr>
            <a:spLocks noGrp="1" noChangeArrowheads="1"/>
          </p:cNvSpPr>
          <p:nvPr>
            <p:ph type="title"/>
          </p:nvPr>
        </p:nvSpPr>
        <p:spPr/>
        <p:txBody>
          <a:bodyPr/>
          <a:lstStyle/>
          <a:p>
            <a:pPr eaLnBrk="1" hangingPunct="1"/>
            <a:r>
              <a:rPr lang="zh-CN" altLang="en-US" sz="3000" dirty="0">
                <a:ea typeface="宋体" panose="02010600030101010101" pitchFamily="2" charset="-122"/>
              </a:rPr>
              <a:t>从网络层看 </a:t>
            </a:r>
            <a:r>
              <a:rPr lang="en-US" altLang="zh-CN" sz="3000" dirty="0">
                <a:ea typeface="宋体" panose="02010600030101010101" pitchFamily="2" charset="-122"/>
              </a:rPr>
              <a:t>IP </a:t>
            </a:r>
            <a:r>
              <a:rPr lang="zh-CN" altLang="en-US" sz="3000" dirty="0">
                <a:ea typeface="宋体" panose="02010600030101010101" pitchFamily="2" charset="-122"/>
              </a:rPr>
              <a:t>数据报的传送 </a:t>
            </a:r>
          </a:p>
        </p:txBody>
      </p:sp>
      <p:sp>
        <p:nvSpPr>
          <p:cNvPr id="68610" name="Rectangle 3">
            <a:extLst>
              <a:ext uri="{FF2B5EF4-FFF2-40B4-BE49-F238E27FC236}">
                <a16:creationId xmlns:a16="http://schemas.microsoft.com/office/drawing/2014/main" id="{EC39D300-EA55-B443-A5B2-266EF5B04562}"/>
              </a:ext>
            </a:extLst>
          </p:cNvPr>
          <p:cNvSpPr>
            <a:spLocks noGrp="1" noChangeArrowheads="1"/>
          </p:cNvSpPr>
          <p:nvPr>
            <p:ph type="body" idx="1"/>
          </p:nvPr>
        </p:nvSpPr>
        <p:spPr>
          <a:xfrm>
            <a:off x="133563" y="1102519"/>
            <a:ext cx="8804952" cy="1198960"/>
          </a:xfrm>
        </p:spPr>
        <p:txBody>
          <a:bodyPr/>
          <a:lstStyle/>
          <a:p>
            <a:pPr eaLnBrk="1" hangingPunct="1"/>
            <a:r>
              <a:rPr lang="zh-CN" altLang="en-US" dirty="0">
                <a:latin typeface="Times New Roman" panose="02020603050405020304" pitchFamily="18" charset="0"/>
                <a:ea typeface="宋体" panose="02010600030101010101" pitchFamily="2" charset="-122"/>
              </a:rPr>
              <a:t>如果我们只从网络层考虑问题，那么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数据报就可以想象是在网络层中传送。</a:t>
            </a:r>
          </a:p>
        </p:txBody>
      </p:sp>
      <p:sp>
        <p:nvSpPr>
          <p:cNvPr id="68611" name="Line 4">
            <a:extLst>
              <a:ext uri="{FF2B5EF4-FFF2-40B4-BE49-F238E27FC236}">
                <a16:creationId xmlns:a16="http://schemas.microsoft.com/office/drawing/2014/main" id="{2DFFD83F-9763-CE41-A0CA-002EBEA80B30}"/>
              </a:ext>
            </a:extLst>
          </p:cNvPr>
          <p:cNvSpPr>
            <a:spLocks noChangeShapeType="1"/>
          </p:cNvSpPr>
          <p:nvPr/>
        </p:nvSpPr>
        <p:spPr bwMode="auto">
          <a:xfrm>
            <a:off x="1709737" y="2858691"/>
            <a:ext cx="57781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12" name="Rectangle 5">
            <a:extLst>
              <a:ext uri="{FF2B5EF4-FFF2-40B4-BE49-F238E27FC236}">
                <a16:creationId xmlns:a16="http://schemas.microsoft.com/office/drawing/2014/main" id="{025B4C67-62D9-D541-8E45-0C7FBE0FF95E}"/>
              </a:ext>
            </a:extLst>
          </p:cNvPr>
          <p:cNvSpPr>
            <a:spLocks noChangeArrowheads="1"/>
          </p:cNvSpPr>
          <p:nvPr/>
        </p:nvSpPr>
        <p:spPr bwMode="auto">
          <a:xfrm>
            <a:off x="127754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3" name="Rectangle 6">
            <a:extLst>
              <a:ext uri="{FF2B5EF4-FFF2-40B4-BE49-F238E27FC236}">
                <a16:creationId xmlns:a16="http://schemas.microsoft.com/office/drawing/2014/main" id="{06C1A53F-5321-2D40-9326-7B258CAB5E4B}"/>
              </a:ext>
            </a:extLst>
          </p:cNvPr>
          <p:cNvSpPr>
            <a:spLocks noChangeArrowheads="1"/>
          </p:cNvSpPr>
          <p:nvPr/>
        </p:nvSpPr>
        <p:spPr bwMode="auto">
          <a:xfrm>
            <a:off x="2276476"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4" name="Rectangle 7">
            <a:extLst>
              <a:ext uri="{FF2B5EF4-FFF2-40B4-BE49-F238E27FC236}">
                <a16:creationId xmlns:a16="http://schemas.microsoft.com/office/drawing/2014/main" id="{069B9C9A-CB6E-3241-8F61-33E36AB73DBB}"/>
              </a:ext>
            </a:extLst>
          </p:cNvPr>
          <p:cNvSpPr>
            <a:spLocks noChangeArrowheads="1"/>
          </p:cNvSpPr>
          <p:nvPr/>
        </p:nvSpPr>
        <p:spPr bwMode="auto">
          <a:xfrm>
            <a:off x="4275535"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5" name="Rectangle 8">
            <a:extLst>
              <a:ext uri="{FF2B5EF4-FFF2-40B4-BE49-F238E27FC236}">
                <a16:creationId xmlns:a16="http://schemas.microsoft.com/office/drawing/2014/main" id="{D5194B1E-322B-3A4E-B736-158FB509267B}"/>
              </a:ext>
            </a:extLst>
          </p:cNvPr>
          <p:cNvSpPr>
            <a:spLocks noChangeArrowheads="1"/>
          </p:cNvSpPr>
          <p:nvPr/>
        </p:nvSpPr>
        <p:spPr bwMode="auto">
          <a:xfrm>
            <a:off x="5275660"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6" name="Rectangle 9">
            <a:extLst>
              <a:ext uri="{FF2B5EF4-FFF2-40B4-BE49-F238E27FC236}">
                <a16:creationId xmlns:a16="http://schemas.microsoft.com/office/drawing/2014/main" id="{1F51CDAE-86A4-BF41-97CC-9813FE7B7AE6}"/>
              </a:ext>
            </a:extLst>
          </p:cNvPr>
          <p:cNvSpPr>
            <a:spLocks noChangeArrowheads="1"/>
          </p:cNvSpPr>
          <p:nvPr/>
        </p:nvSpPr>
        <p:spPr bwMode="auto">
          <a:xfrm>
            <a:off x="6274594"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7" name="Rectangle 10">
            <a:extLst>
              <a:ext uri="{FF2B5EF4-FFF2-40B4-BE49-F238E27FC236}">
                <a16:creationId xmlns:a16="http://schemas.microsoft.com/office/drawing/2014/main" id="{33EA7960-6005-C040-A6F8-E8AE4F556D4D}"/>
              </a:ext>
            </a:extLst>
          </p:cNvPr>
          <p:cNvSpPr>
            <a:spLocks noChangeArrowheads="1"/>
          </p:cNvSpPr>
          <p:nvPr/>
        </p:nvSpPr>
        <p:spPr bwMode="auto">
          <a:xfrm>
            <a:off x="7274719"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8" name="Rectangle 11">
            <a:extLst>
              <a:ext uri="{FF2B5EF4-FFF2-40B4-BE49-F238E27FC236}">
                <a16:creationId xmlns:a16="http://schemas.microsoft.com/office/drawing/2014/main" id="{FC26D1D3-D225-2E4D-A89D-036DD849378E}"/>
              </a:ext>
            </a:extLst>
          </p:cNvPr>
          <p:cNvSpPr>
            <a:spLocks noChangeArrowheads="1"/>
          </p:cNvSpPr>
          <p:nvPr/>
        </p:nvSpPr>
        <p:spPr bwMode="auto">
          <a:xfrm>
            <a:off x="327660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9" name="Text Box 12">
            <a:extLst>
              <a:ext uri="{FF2B5EF4-FFF2-40B4-BE49-F238E27FC236}">
                <a16:creationId xmlns:a16="http://schemas.microsoft.com/office/drawing/2014/main" id="{A96FCCD1-E39E-074F-B840-3B690CC75D56}"/>
              </a:ext>
            </a:extLst>
          </p:cNvPr>
          <p:cNvSpPr txBox="1">
            <a:spLocks noChangeArrowheads="1"/>
          </p:cNvSpPr>
          <p:nvPr/>
        </p:nvSpPr>
        <p:spPr bwMode="auto">
          <a:xfrm>
            <a:off x="1709737" y="2209800"/>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p>
        </p:txBody>
      </p:sp>
      <p:sp>
        <p:nvSpPr>
          <p:cNvPr id="68620" name="Text Box 13">
            <a:extLst>
              <a:ext uri="{FF2B5EF4-FFF2-40B4-BE49-F238E27FC236}">
                <a16:creationId xmlns:a16="http://schemas.microsoft.com/office/drawing/2014/main" id="{F472C329-58E1-7D42-8B07-477705A61B7A}"/>
              </a:ext>
            </a:extLst>
          </p:cNvPr>
          <p:cNvSpPr txBox="1">
            <a:spLocks noChangeArrowheads="1"/>
          </p:cNvSpPr>
          <p:nvPr/>
        </p:nvSpPr>
        <p:spPr bwMode="auto">
          <a:xfrm>
            <a:off x="140970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1" name="Text Box 14">
            <a:extLst>
              <a:ext uri="{FF2B5EF4-FFF2-40B4-BE49-F238E27FC236}">
                <a16:creationId xmlns:a16="http://schemas.microsoft.com/office/drawing/2014/main" id="{138B247C-7DC5-F745-8AA6-7FE062B355E5}"/>
              </a:ext>
            </a:extLst>
          </p:cNvPr>
          <p:cNvSpPr txBox="1">
            <a:spLocks noChangeArrowheads="1"/>
          </p:cNvSpPr>
          <p:nvPr/>
        </p:nvSpPr>
        <p:spPr bwMode="auto">
          <a:xfrm>
            <a:off x="2420541"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2" name="Text Box 15">
            <a:extLst>
              <a:ext uri="{FF2B5EF4-FFF2-40B4-BE49-F238E27FC236}">
                <a16:creationId xmlns:a16="http://schemas.microsoft.com/office/drawing/2014/main" id="{31A04E4B-0142-2248-B857-827128DF6BE6}"/>
              </a:ext>
            </a:extLst>
          </p:cNvPr>
          <p:cNvSpPr txBox="1">
            <a:spLocks noChangeArrowheads="1"/>
          </p:cNvSpPr>
          <p:nvPr/>
        </p:nvSpPr>
        <p:spPr bwMode="auto">
          <a:xfrm>
            <a:off x="3423047"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8623" name="Text Box 16">
            <a:extLst>
              <a:ext uri="{FF2B5EF4-FFF2-40B4-BE49-F238E27FC236}">
                <a16:creationId xmlns:a16="http://schemas.microsoft.com/office/drawing/2014/main" id="{5D03A0CE-1866-2D45-AA57-C2938B97BED7}"/>
              </a:ext>
            </a:extLst>
          </p:cNvPr>
          <p:cNvSpPr txBox="1">
            <a:spLocks noChangeArrowheads="1"/>
          </p:cNvSpPr>
          <p:nvPr/>
        </p:nvSpPr>
        <p:spPr bwMode="auto">
          <a:xfrm>
            <a:off x="4425554"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8624" name="Text Box 17">
            <a:extLst>
              <a:ext uri="{FF2B5EF4-FFF2-40B4-BE49-F238E27FC236}">
                <a16:creationId xmlns:a16="http://schemas.microsoft.com/office/drawing/2014/main" id="{20BCFACD-E0E5-BE4B-9D08-9B4D40709F6D}"/>
              </a:ext>
            </a:extLst>
          </p:cNvPr>
          <p:cNvSpPr txBox="1">
            <a:spLocks noChangeArrowheads="1"/>
          </p:cNvSpPr>
          <p:nvPr/>
        </p:nvSpPr>
        <p:spPr bwMode="auto">
          <a:xfrm>
            <a:off x="542806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8625" name="Text Box 18">
            <a:extLst>
              <a:ext uri="{FF2B5EF4-FFF2-40B4-BE49-F238E27FC236}">
                <a16:creationId xmlns:a16="http://schemas.microsoft.com/office/drawing/2014/main" id="{811D46C9-D10F-B94A-BD96-00651364C4F5}"/>
              </a:ext>
            </a:extLst>
          </p:cNvPr>
          <p:cNvSpPr txBox="1">
            <a:spLocks noChangeArrowheads="1"/>
          </p:cNvSpPr>
          <p:nvPr/>
        </p:nvSpPr>
        <p:spPr bwMode="auto">
          <a:xfrm>
            <a:off x="6430566"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8626" name="Text Box 19">
            <a:extLst>
              <a:ext uri="{FF2B5EF4-FFF2-40B4-BE49-F238E27FC236}">
                <a16:creationId xmlns:a16="http://schemas.microsoft.com/office/drawing/2014/main" id="{1D95D64B-CD3E-9845-89B5-A9257D2F6149}"/>
              </a:ext>
            </a:extLst>
          </p:cNvPr>
          <p:cNvSpPr txBox="1">
            <a:spLocks noChangeArrowheads="1"/>
          </p:cNvSpPr>
          <p:nvPr/>
        </p:nvSpPr>
        <p:spPr bwMode="auto">
          <a:xfrm>
            <a:off x="7434263"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8627" name="Group 20">
            <a:extLst>
              <a:ext uri="{FF2B5EF4-FFF2-40B4-BE49-F238E27FC236}">
                <a16:creationId xmlns:a16="http://schemas.microsoft.com/office/drawing/2014/main" id="{432BDF2E-5850-1842-8648-0E35532F5B5B}"/>
              </a:ext>
            </a:extLst>
          </p:cNvPr>
          <p:cNvGrpSpPr>
            <a:grpSpLocks/>
          </p:cNvGrpSpPr>
          <p:nvPr/>
        </p:nvGrpSpPr>
        <p:grpSpPr bwMode="auto">
          <a:xfrm>
            <a:off x="1871663" y="2481263"/>
            <a:ext cx="540544" cy="161925"/>
            <a:chOff x="1156" y="2432"/>
            <a:chExt cx="454" cy="136"/>
          </a:xfrm>
        </p:grpSpPr>
        <p:sp>
          <p:nvSpPr>
            <p:cNvPr id="68644" name="Rectangle 21">
              <a:extLst>
                <a:ext uri="{FF2B5EF4-FFF2-40B4-BE49-F238E27FC236}">
                  <a16:creationId xmlns:a16="http://schemas.microsoft.com/office/drawing/2014/main" id="{0E8A7CD8-BD66-BC40-BC57-895631E74377}"/>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5" name="Line 22">
              <a:extLst>
                <a:ext uri="{FF2B5EF4-FFF2-40B4-BE49-F238E27FC236}">
                  <a16:creationId xmlns:a16="http://schemas.microsoft.com/office/drawing/2014/main" id="{1240DF6D-7107-994B-8763-F995E0BDFA8C}"/>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8" name="Group 23">
            <a:extLst>
              <a:ext uri="{FF2B5EF4-FFF2-40B4-BE49-F238E27FC236}">
                <a16:creationId xmlns:a16="http://schemas.microsoft.com/office/drawing/2014/main" id="{37B80597-F918-2342-B3CE-68FABB3F30CD}"/>
              </a:ext>
            </a:extLst>
          </p:cNvPr>
          <p:cNvGrpSpPr>
            <a:grpSpLocks/>
          </p:cNvGrpSpPr>
          <p:nvPr/>
        </p:nvGrpSpPr>
        <p:grpSpPr bwMode="auto">
          <a:xfrm>
            <a:off x="2875360" y="2481263"/>
            <a:ext cx="540544" cy="161925"/>
            <a:chOff x="1156" y="2432"/>
            <a:chExt cx="454" cy="136"/>
          </a:xfrm>
        </p:grpSpPr>
        <p:sp>
          <p:nvSpPr>
            <p:cNvPr id="68642" name="Rectangle 24">
              <a:extLst>
                <a:ext uri="{FF2B5EF4-FFF2-40B4-BE49-F238E27FC236}">
                  <a16:creationId xmlns:a16="http://schemas.microsoft.com/office/drawing/2014/main" id="{9578A656-6F04-CC48-BDE5-550BF659133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3" name="Line 25">
              <a:extLst>
                <a:ext uri="{FF2B5EF4-FFF2-40B4-BE49-F238E27FC236}">
                  <a16:creationId xmlns:a16="http://schemas.microsoft.com/office/drawing/2014/main" id="{82C561C7-0B09-374D-B22F-E835FA5EC268}"/>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9" name="Group 26">
            <a:extLst>
              <a:ext uri="{FF2B5EF4-FFF2-40B4-BE49-F238E27FC236}">
                <a16:creationId xmlns:a16="http://schemas.microsoft.com/office/drawing/2014/main" id="{0FEEE20E-BD1D-FC44-B917-4808706AE5D1}"/>
              </a:ext>
            </a:extLst>
          </p:cNvPr>
          <p:cNvGrpSpPr>
            <a:grpSpLocks/>
          </p:cNvGrpSpPr>
          <p:nvPr/>
        </p:nvGrpSpPr>
        <p:grpSpPr bwMode="auto">
          <a:xfrm>
            <a:off x="3880248" y="2481263"/>
            <a:ext cx="540544" cy="161925"/>
            <a:chOff x="1156" y="2432"/>
            <a:chExt cx="454" cy="136"/>
          </a:xfrm>
        </p:grpSpPr>
        <p:sp>
          <p:nvSpPr>
            <p:cNvPr id="68640" name="Rectangle 27">
              <a:extLst>
                <a:ext uri="{FF2B5EF4-FFF2-40B4-BE49-F238E27FC236}">
                  <a16:creationId xmlns:a16="http://schemas.microsoft.com/office/drawing/2014/main" id="{74116B9E-E1C8-7144-A861-7CD487D6D94C}"/>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1" name="Line 28">
              <a:extLst>
                <a:ext uri="{FF2B5EF4-FFF2-40B4-BE49-F238E27FC236}">
                  <a16:creationId xmlns:a16="http://schemas.microsoft.com/office/drawing/2014/main" id="{5EF2BE99-15C9-734D-B97E-A62D7C08C83B}"/>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0" name="Group 29">
            <a:extLst>
              <a:ext uri="{FF2B5EF4-FFF2-40B4-BE49-F238E27FC236}">
                <a16:creationId xmlns:a16="http://schemas.microsoft.com/office/drawing/2014/main" id="{57E554F8-C364-CD45-8815-52700509EC73}"/>
              </a:ext>
            </a:extLst>
          </p:cNvPr>
          <p:cNvGrpSpPr>
            <a:grpSpLocks/>
          </p:cNvGrpSpPr>
          <p:nvPr/>
        </p:nvGrpSpPr>
        <p:grpSpPr bwMode="auto">
          <a:xfrm>
            <a:off x="4883944" y="2481263"/>
            <a:ext cx="540544" cy="161925"/>
            <a:chOff x="1156" y="2432"/>
            <a:chExt cx="454" cy="136"/>
          </a:xfrm>
        </p:grpSpPr>
        <p:sp>
          <p:nvSpPr>
            <p:cNvPr id="68638" name="Rectangle 30">
              <a:extLst>
                <a:ext uri="{FF2B5EF4-FFF2-40B4-BE49-F238E27FC236}">
                  <a16:creationId xmlns:a16="http://schemas.microsoft.com/office/drawing/2014/main" id="{C59EA440-85E2-ED4E-8C97-4611554E7E09}"/>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9" name="Line 31">
              <a:extLst>
                <a:ext uri="{FF2B5EF4-FFF2-40B4-BE49-F238E27FC236}">
                  <a16:creationId xmlns:a16="http://schemas.microsoft.com/office/drawing/2014/main" id="{2B8DA5AE-E649-C347-9D91-72A2A99EF033}"/>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1" name="Group 32">
            <a:extLst>
              <a:ext uri="{FF2B5EF4-FFF2-40B4-BE49-F238E27FC236}">
                <a16:creationId xmlns:a16="http://schemas.microsoft.com/office/drawing/2014/main" id="{B3C5FEF9-99F4-0843-8D9B-B8939B613240}"/>
              </a:ext>
            </a:extLst>
          </p:cNvPr>
          <p:cNvGrpSpPr>
            <a:grpSpLocks/>
          </p:cNvGrpSpPr>
          <p:nvPr/>
        </p:nvGrpSpPr>
        <p:grpSpPr bwMode="auto">
          <a:xfrm>
            <a:off x="5888832" y="2481263"/>
            <a:ext cx="540544" cy="161925"/>
            <a:chOff x="1156" y="2432"/>
            <a:chExt cx="454" cy="136"/>
          </a:xfrm>
        </p:grpSpPr>
        <p:sp>
          <p:nvSpPr>
            <p:cNvPr id="68636" name="Rectangle 33">
              <a:extLst>
                <a:ext uri="{FF2B5EF4-FFF2-40B4-BE49-F238E27FC236}">
                  <a16:creationId xmlns:a16="http://schemas.microsoft.com/office/drawing/2014/main" id="{58426635-965C-6549-B050-880C2CC78D64}"/>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7" name="Line 34">
              <a:extLst>
                <a:ext uri="{FF2B5EF4-FFF2-40B4-BE49-F238E27FC236}">
                  <a16:creationId xmlns:a16="http://schemas.microsoft.com/office/drawing/2014/main" id="{1A3800B0-5C7C-2F4F-8156-B25849039769}"/>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2" name="Group 35">
            <a:extLst>
              <a:ext uri="{FF2B5EF4-FFF2-40B4-BE49-F238E27FC236}">
                <a16:creationId xmlns:a16="http://schemas.microsoft.com/office/drawing/2014/main" id="{C3C823EF-787F-9F48-98E4-9F13C01A3E88}"/>
              </a:ext>
            </a:extLst>
          </p:cNvPr>
          <p:cNvGrpSpPr>
            <a:grpSpLocks/>
          </p:cNvGrpSpPr>
          <p:nvPr/>
        </p:nvGrpSpPr>
        <p:grpSpPr bwMode="auto">
          <a:xfrm>
            <a:off x="6893719" y="2481263"/>
            <a:ext cx="540544" cy="161925"/>
            <a:chOff x="1156" y="2432"/>
            <a:chExt cx="454" cy="136"/>
          </a:xfrm>
        </p:grpSpPr>
        <p:sp>
          <p:nvSpPr>
            <p:cNvPr id="68634" name="Rectangle 36">
              <a:extLst>
                <a:ext uri="{FF2B5EF4-FFF2-40B4-BE49-F238E27FC236}">
                  <a16:creationId xmlns:a16="http://schemas.microsoft.com/office/drawing/2014/main" id="{BB29C979-165B-A44D-BC54-51408E9AEE5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5" name="Line 37">
              <a:extLst>
                <a:ext uri="{FF2B5EF4-FFF2-40B4-BE49-F238E27FC236}">
                  <a16:creationId xmlns:a16="http://schemas.microsoft.com/office/drawing/2014/main" id="{04E74003-493F-B447-847C-415F3496227F}"/>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sp>
        <p:nvSpPr>
          <p:cNvPr id="68633" name="幻灯片编号占位符 1">
            <a:extLst>
              <a:ext uri="{FF2B5EF4-FFF2-40B4-BE49-F238E27FC236}">
                <a16:creationId xmlns:a16="http://schemas.microsoft.com/office/drawing/2014/main" id="{D6012FCA-CA4E-C945-B99C-6F11666E522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019626-4701-CC4B-AB75-CF3DA06987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9823962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2">
            <a:extLst>
              <a:ext uri="{FF2B5EF4-FFF2-40B4-BE49-F238E27FC236}">
                <a16:creationId xmlns:a16="http://schemas.microsoft.com/office/drawing/2014/main" id="{57DEFDE6-ACF5-C94C-8B55-E5D3A86836F1}"/>
              </a:ext>
            </a:extLst>
          </p:cNvPr>
          <p:cNvSpPr>
            <a:spLocks noGrp="1" noChangeArrowheads="1"/>
          </p:cNvSpPr>
          <p:nvPr>
            <p:ph type="title"/>
          </p:nvPr>
        </p:nvSpPr>
        <p:spPr>
          <a:xfrm>
            <a:off x="171450" y="160735"/>
            <a:ext cx="8875872" cy="719375"/>
          </a:xfrm>
        </p:spPr>
        <p:txBody>
          <a:bodyPr/>
          <a:lstStyle/>
          <a:p>
            <a:pPr eaLnBrk="1" hangingPunct="1"/>
            <a:r>
              <a:rPr lang="en-US" altLang="zh-CN" dirty="0">
                <a:latin typeface="Times New Roman" panose="02020603050405020304" pitchFamily="18" charset="0"/>
                <a:ea typeface="宋体" panose="02010600030101010101" pitchFamily="2" charset="-122"/>
              </a:rPr>
              <a:t>4.2.2  </a:t>
            </a:r>
            <a:r>
              <a:rPr lang="zh-CN" altLang="en-US" dirty="0">
                <a:latin typeface="Times New Roman" panose="02020603050405020304" pitchFamily="18" charset="0"/>
                <a:ea typeface="宋体" panose="02010600030101010101" pitchFamily="2" charset="-122"/>
              </a:rPr>
              <a:t>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a:t>
            </a:r>
          </a:p>
        </p:txBody>
      </p:sp>
      <p:sp>
        <p:nvSpPr>
          <p:cNvPr id="141315" name="Rectangle 3">
            <a:extLst>
              <a:ext uri="{FF2B5EF4-FFF2-40B4-BE49-F238E27FC236}">
                <a16:creationId xmlns:a16="http://schemas.microsoft.com/office/drawing/2014/main" id="{1012D400-9204-6347-ADD7-4A0168901AA5}"/>
              </a:ext>
            </a:extLst>
          </p:cNvPr>
          <p:cNvSpPr>
            <a:spLocks noGrp="1" noChangeArrowheads="1"/>
          </p:cNvSpPr>
          <p:nvPr>
            <p:ph type="body" idx="1"/>
          </p:nvPr>
        </p:nvSpPr>
        <p:spPr>
          <a:xfrm>
            <a:off x="171450" y="1805940"/>
            <a:ext cx="8732520" cy="2710102"/>
          </a:xfrm>
        </p:spPr>
        <p:txBody>
          <a:bodyPr/>
          <a:lstStyle/>
          <a:p>
            <a:pPr algn="just" eaLnBrk="1" hangingPunct="1"/>
            <a:r>
              <a:rPr lang="zh-CN" altLang="en-US" dirty="0">
                <a:latin typeface="Times New Roman" panose="02020603050405020304" pitchFamily="18" charset="0"/>
                <a:ea typeface="宋体" panose="02010600030101010101" pitchFamily="2" charset="-122"/>
              </a:rPr>
              <a:t>我们把整个因特网看成为一个单一的、抽象的网络。</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地址就是给每个连接在因特网上的主机（或路由器）分配一个在全世界范围是唯一的 </a:t>
            </a:r>
            <a:r>
              <a:rPr lang="en-US" altLang="zh-CN" dirty="0">
                <a:latin typeface="Times New Roman" panose="02020603050405020304" pitchFamily="18" charset="0"/>
                <a:ea typeface="宋体" panose="02010600030101010101" pitchFamily="2" charset="-122"/>
              </a:rPr>
              <a:t>32 </a:t>
            </a:r>
            <a:r>
              <a:rPr lang="zh-CN" altLang="en-US" dirty="0">
                <a:latin typeface="Times New Roman" panose="02020603050405020304" pitchFamily="18" charset="0"/>
                <a:ea typeface="宋体" panose="02010600030101010101" pitchFamily="2" charset="-122"/>
              </a:rPr>
              <a:t>位的标识符。</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地址现在由</a:t>
            </a:r>
            <a:r>
              <a:rPr lang="zh-CN" altLang="en-US" dirty="0">
                <a:solidFill>
                  <a:schemeClr val="hlink"/>
                </a:solidFill>
                <a:latin typeface="Times New Roman" panose="02020603050405020304" pitchFamily="18" charset="0"/>
                <a:ea typeface="宋体" panose="02010600030101010101" pitchFamily="2" charset="-122"/>
              </a:rPr>
              <a:t>因特网名字与号码指派公司</a:t>
            </a:r>
            <a:r>
              <a:rPr lang="en-US" altLang="zh-CN" dirty="0">
                <a:latin typeface="Times New Roman" panose="02020603050405020304" pitchFamily="18" charset="0"/>
                <a:ea typeface="宋体" panose="02010600030101010101" pitchFamily="2" charset="-122"/>
              </a:rPr>
              <a:t>ICANN (Internet Corporation for Assigned Names and Numbers)</a:t>
            </a:r>
            <a:r>
              <a:rPr lang="zh-CN" altLang="en-US" dirty="0">
                <a:latin typeface="Times New Roman" panose="02020603050405020304" pitchFamily="18" charset="0"/>
                <a:ea typeface="宋体" panose="02010600030101010101" pitchFamily="2" charset="-122"/>
              </a:rPr>
              <a:t>进行分配  </a:t>
            </a:r>
          </a:p>
        </p:txBody>
      </p:sp>
      <p:sp>
        <p:nvSpPr>
          <p:cNvPr id="70659" name="幻灯片编号占位符 1">
            <a:extLst>
              <a:ext uri="{FF2B5EF4-FFF2-40B4-BE49-F238E27FC236}">
                <a16:creationId xmlns:a16="http://schemas.microsoft.com/office/drawing/2014/main" id="{F9CE9B98-9A3B-A142-8039-A82762D913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0016C2-F797-1944-A758-4AC6E8C70A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0E2C8940-B58B-9946-A41D-F502BB6421CC}"/>
              </a:ext>
            </a:extLst>
          </p:cNvPr>
          <p:cNvSpPr/>
          <p:nvPr/>
        </p:nvSpPr>
        <p:spPr>
          <a:xfrm>
            <a:off x="171450" y="1081415"/>
            <a:ext cx="4572000" cy="523220"/>
          </a:xfrm>
          <a:prstGeom prst="rect">
            <a:avLst/>
          </a:prstGeom>
        </p:spPr>
        <p:txBody>
          <a:bodyPr>
            <a:spAutoFit/>
          </a:bodyPr>
          <a:lstStyle/>
          <a:p>
            <a:r>
              <a:rPr lang="en-US" altLang="zh-CN" sz="2800" dirty="0"/>
              <a:t>1.   IP </a:t>
            </a:r>
            <a:r>
              <a:rPr lang="zh-CN" altLang="en-US" sz="2800" dirty="0"/>
              <a:t>地址及其表示方法</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34794212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2">
            <a:extLst>
              <a:ext uri="{FF2B5EF4-FFF2-40B4-BE49-F238E27FC236}">
                <a16:creationId xmlns:a16="http://schemas.microsoft.com/office/drawing/2014/main" id="{ACA1C929-5F0D-4E49-9B75-8E786FABEA7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地址的编址方法 </a:t>
            </a:r>
          </a:p>
        </p:txBody>
      </p:sp>
      <p:sp>
        <p:nvSpPr>
          <p:cNvPr id="143363" name="Rectangle 3">
            <a:extLst>
              <a:ext uri="{FF2B5EF4-FFF2-40B4-BE49-F238E27FC236}">
                <a16:creationId xmlns:a16="http://schemas.microsoft.com/office/drawing/2014/main" id="{C048285E-E833-0C4E-9AA4-7E1D212BA425}"/>
              </a:ext>
            </a:extLst>
          </p:cNvPr>
          <p:cNvSpPr>
            <a:spLocks noGrp="1" noChangeArrowheads="1"/>
          </p:cNvSpPr>
          <p:nvPr>
            <p:ph type="body" idx="1"/>
          </p:nvPr>
        </p:nvSpPr>
        <p:spPr>
          <a:xfrm>
            <a:off x="228600" y="1113235"/>
            <a:ext cx="8709916" cy="3402806"/>
          </a:xfrm>
        </p:spPr>
        <p:txBody>
          <a:bodyPr/>
          <a:lstStyle/>
          <a:p>
            <a:pPr algn="just" eaLnBrk="1" hangingPunct="1"/>
            <a:r>
              <a:rPr lang="zh-CN" altLang="en-US" dirty="0">
                <a:solidFill>
                  <a:schemeClr val="hlink"/>
                </a:solidFill>
                <a:latin typeface="Times New Roman" panose="02020603050405020304" pitchFamily="18" charset="0"/>
                <a:ea typeface="宋体" panose="02010600030101010101" pitchFamily="2" charset="-122"/>
              </a:rPr>
              <a:t>分类的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。这是最基本的编址方法，在 </a:t>
            </a:r>
            <a:r>
              <a:rPr lang="en-US" altLang="zh-CN" dirty="0">
                <a:latin typeface="Times New Roman" panose="02020603050405020304" pitchFamily="18" charset="0"/>
                <a:ea typeface="宋体" panose="02010600030101010101" pitchFamily="2" charset="-122"/>
              </a:rPr>
              <a:t>1981 </a:t>
            </a:r>
            <a:r>
              <a:rPr lang="zh-CN" altLang="en-US" dirty="0">
                <a:latin typeface="Times New Roman" panose="02020603050405020304" pitchFamily="18" charset="0"/>
                <a:ea typeface="宋体" panose="02010600030101010101" pitchFamily="2" charset="-122"/>
              </a:rPr>
              <a:t>年就通过了相应的标准协议。</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子网的划分</a:t>
            </a:r>
            <a:r>
              <a:rPr lang="zh-CN" altLang="en-US" dirty="0">
                <a:latin typeface="Times New Roman" panose="02020603050405020304" pitchFamily="18" charset="0"/>
                <a:ea typeface="宋体" panose="02010600030101010101" pitchFamily="2" charset="-122"/>
              </a:rPr>
              <a:t>。这是对最基本的编址方法的改进，其标准</a:t>
            </a:r>
            <a:r>
              <a:rPr lang="en-US" altLang="zh-CN" dirty="0">
                <a:latin typeface="Times New Roman" panose="02020603050405020304" pitchFamily="18" charset="0"/>
                <a:ea typeface="宋体" panose="02010600030101010101" pitchFamily="2" charset="-122"/>
              </a:rPr>
              <a:t>[RFC 950]</a:t>
            </a: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年通过。</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构成超网</a:t>
            </a:r>
            <a:r>
              <a:rPr lang="zh-CN" altLang="en-US" dirty="0">
                <a:latin typeface="Times New Roman" panose="02020603050405020304" pitchFamily="18" charset="0"/>
                <a:ea typeface="宋体" panose="02010600030101010101" pitchFamily="2" charset="-122"/>
              </a:rPr>
              <a:t>。这是比较新的无分类编址方法。</a:t>
            </a:r>
            <a:r>
              <a:rPr lang="en-US" altLang="zh-CN" dirty="0">
                <a:latin typeface="Times New Roman" panose="02020603050405020304" pitchFamily="18" charset="0"/>
                <a:ea typeface="宋体" panose="02010600030101010101" pitchFamily="2" charset="-122"/>
              </a:rPr>
              <a:t>1993 </a:t>
            </a:r>
            <a:r>
              <a:rPr lang="zh-CN" altLang="en-US" dirty="0">
                <a:latin typeface="Times New Roman" panose="02020603050405020304" pitchFamily="18" charset="0"/>
                <a:ea typeface="宋体" panose="02010600030101010101" pitchFamily="2" charset="-122"/>
              </a:rPr>
              <a:t>年提出后很快就得到推广应用。</a:t>
            </a:r>
          </a:p>
        </p:txBody>
      </p:sp>
      <p:sp>
        <p:nvSpPr>
          <p:cNvPr id="72707" name="幻灯片编号占位符 1">
            <a:extLst>
              <a:ext uri="{FF2B5EF4-FFF2-40B4-BE49-F238E27FC236}">
                <a16:creationId xmlns:a16="http://schemas.microsoft.com/office/drawing/2014/main" id="{84644E25-37FB-DD44-A973-04418774FD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2EACB9-6CA6-8048-A287-D6B72C84FB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524728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8" name="Rectangle 4">
            <a:extLst>
              <a:ext uri="{FF2B5EF4-FFF2-40B4-BE49-F238E27FC236}">
                <a16:creationId xmlns:a16="http://schemas.microsoft.com/office/drawing/2014/main" id="{9D25E646-8A49-A740-8EBF-E2D8B7AF9C2F}"/>
              </a:ext>
            </a:extLst>
          </p:cNvPr>
          <p:cNvSpPr>
            <a:spLocks noChangeArrowheads="1"/>
          </p:cNvSpPr>
          <p:nvPr/>
        </p:nvSpPr>
        <p:spPr bwMode="auto">
          <a:xfrm>
            <a:off x="1595914" y="2680097"/>
            <a:ext cx="6156722" cy="594122"/>
          </a:xfrm>
          <a:prstGeom prst="rect">
            <a:avLst/>
          </a:prstGeom>
          <a:solidFill>
            <a:srgbClr val="FFFF99"/>
          </a:solidFill>
          <a:ln w="381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74754" name="Rectangle 2">
            <a:extLst>
              <a:ext uri="{FF2B5EF4-FFF2-40B4-BE49-F238E27FC236}">
                <a16:creationId xmlns:a16="http://schemas.microsoft.com/office/drawing/2014/main" id="{12B34781-3D45-0B42-B2ED-CE4BD9A57041}"/>
              </a:ext>
            </a:extLst>
          </p:cNvPr>
          <p:cNvSpPr>
            <a:spLocks noGrp="1" noChangeArrowheads="1"/>
          </p:cNvSpPr>
          <p:nvPr>
            <p:ph type="title"/>
          </p:nvPr>
        </p:nvSpPr>
        <p:spPr/>
        <p:txBody>
          <a:bodyPr/>
          <a:lstStyle/>
          <a:p>
            <a:pPr marL="628650" indent="-628650" eaLnBrk="1" hangingPunct="1"/>
            <a:r>
              <a:rPr lang="zh-CN" altLang="en-US" dirty="0">
                <a:latin typeface="Times New Roman" panose="02020603050405020304" pitchFamily="18" charset="0"/>
                <a:ea typeface="宋体" panose="02010600030101010101" pitchFamily="2" charset="-122"/>
              </a:rPr>
              <a:t>分类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74755" name="Rectangle 3">
            <a:extLst>
              <a:ext uri="{FF2B5EF4-FFF2-40B4-BE49-F238E27FC236}">
                <a16:creationId xmlns:a16="http://schemas.microsoft.com/office/drawing/2014/main" id="{B7932E73-7D8E-CD43-8803-B6E472813DE7}"/>
              </a:ext>
            </a:extLst>
          </p:cNvPr>
          <p:cNvSpPr>
            <a:spLocks noGrp="1" noChangeArrowheads="1"/>
          </p:cNvSpPr>
          <p:nvPr>
            <p:ph type="body" idx="1"/>
          </p:nvPr>
        </p:nvSpPr>
        <p:spPr>
          <a:xfrm>
            <a:off x="133563" y="1006079"/>
            <a:ext cx="8804953" cy="3942159"/>
          </a:xfrm>
        </p:spPr>
        <p:txBody>
          <a:bodyPr/>
          <a:lstStyle/>
          <a:p>
            <a:pPr algn="just" eaLnBrk="1" hangingPunct="1"/>
            <a:r>
              <a:rPr lang="zh-CN" altLang="en-US" dirty="0">
                <a:latin typeface="Times New Roman" panose="02020603050405020304" pitchFamily="18" charset="0"/>
                <a:ea typeface="宋体" panose="02010600030101010101" pitchFamily="2" charset="-122"/>
              </a:rPr>
              <a:t>每一类地址都由两个固定长度的字段组成，其中一个字段是</a:t>
            </a:r>
            <a:r>
              <a:rPr lang="zh-CN" altLang="en-US" dirty="0">
                <a:solidFill>
                  <a:schemeClr val="hlink"/>
                </a:solidFill>
                <a:latin typeface="Times New Roman" panose="02020603050405020304" pitchFamily="18" charset="0"/>
                <a:ea typeface="宋体" panose="02010600030101010101" pitchFamily="2" charset="-122"/>
              </a:rPr>
              <a:t>网络号 </a:t>
            </a:r>
            <a:r>
              <a:rPr lang="en-US" altLang="zh-CN" dirty="0">
                <a:solidFill>
                  <a:schemeClr val="hlink"/>
                </a:solidFill>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，它标志主机（或路由器）所连接到的网络，而另一个字段则是</a:t>
            </a:r>
            <a:r>
              <a:rPr lang="zh-CN" altLang="en-US" dirty="0">
                <a:solidFill>
                  <a:schemeClr val="hlink"/>
                </a:solidFill>
                <a:latin typeface="Times New Roman" panose="02020603050405020304" pitchFamily="18" charset="0"/>
                <a:ea typeface="宋体" panose="02010600030101010101" pitchFamily="2" charset="-122"/>
              </a:rPr>
              <a:t>主机号 </a:t>
            </a:r>
            <a:r>
              <a:rPr lang="en-US" altLang="zh-CN" dirty="0">
                <a:solidFill>
                  <a:schemeClr val="hlink"/>
                </a:solidFill>
                <a:latin typeface="Times New Roman" panose="02020603050405020304" pitchFamily="18" charset="0"/>
                <a:ea typeface="宋体" panose="02010600030101010101" pitchFamily="2" charset="-122"/>
              </a:rPr>
              <a:t>host-id</a:t>
            </a:r>
            <a:r>
              <a:rPr lang="zh-CN" altLang="en-US" dirty="0">
                <a:latin typeface="Times New Roman" panose="02020603050405020304" pitchFamily="18" charset="0"/>
                <a:ea typeface="宋体" panose="02010600030101010101" pitchFamily="2" charset="-122"/>
              </a:rPr>
              <a:t>，它标志该主机（或路由器）。</a:t>
            </a:r>
          </a:p>
          <a:p>
            <a:pPr algn="just" eaLnBrk="1" hangingPunct="1"/>
            <a:r>
              <a:rPr lang="zh-CN" altLang="en-US" dirty="0">
                <a:latin typeface="Times New Roman" panose="02020603050405020304" pitchFamily="18" charset="0"/>
                <a:ea typeface="宋体" panose="02010600030101010101" pitchFamily="2" charset="-122"/>
              </a:rPr>
              <a:t>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地址可以记为：</a:t>
            </a:r>
          </a:p>
          <a:p>
            <a:pPr algn="just" eaLnBrk="1" hangingPunct="1">
              <a:spcBef>
                <a:spcPct val="50000"/>
              </a:spcBef>
              <a:buFont typeface="Wingdings" pitchFamily="2" charset="2"/>
              <a:buNone/>
            </a:pPr>
            <a:r>
              <a:rPr lang="zh-CN" altLang="en-US" dirty="0">
                <a:latin typeface="Times New Roman" panose="02020603050405020304" pitchFamily="18" charset="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r>
              <a:rPr lang="en-US" altLang="zh-CN" dirty="0">
                <a:latin typeface="Times New Roman" panose="02020603050405020304" pitchFamily="18" charset="0"/>
                <a:ea typeface="宋体" panose="02010600030101010101" pitchFamily="2" charset="-122"/>
              </a:rPr>
              <a:t>::= { &lt;</a:t>
            </a:r>
            <a:r>
              <a:rPr lang="zh-CN" altLang="en-US" dirty="0">
                <a:latin typeface="Times New Roman" panose="02020603050405020304" pitchFamily="18" charset="0"/>
                <a:ea typeface="宋体" panose="02010600030101010101" pitchFamily="2" charset="-122"/>
              </a:rPr>
              <a:t>网络号</a:t>
            </a:r>
            <a:r>
              <a:rPr lang="en-US" altLang="zh-CN" dirty="0">
                <a:latin typeface="Times New Roman" panose="02020603050405020304" pitchFamily="18" charset="0"/>
                <a:ea typeface="宋体" panose="02010600030101010101" pitchFamily="2" charset="-122"/>
              </a:rPr>
              <a:t>&gt;, &lt;</a:t>
            </a:r>
            <a:r>
              <a:rPr lang="zh-CN" altLang="en-US" dirty="0">
                <a:latin typeface="Times New Roman" panose="02020603050405020304" pitchFamily="18" charset="0"/>
                <a:ea typeface="宋体" panose="02010600030101010101" pitchFamily="2" charset="-122"/>
              </a:rPr>
              <a:t>主机号</a:t>
            </a:r>
            <a:r>
              <a:rPr lang="en-US" altLang="zh-CN" dirty="0">
                <a:latin typeface="Times New Roman" panose="02020603050405020304" pitchFamily="18" charset="0"/>
                <a:ea typeface="宋体" panose="02010600030101010101" pitchFamily="2" charset="-122"/>
              </a:rPr>
              <a:t>&gt;}       (4-1)</a:t>
            </a:r>
          </a:p>
        </p:txBody>
      </p:sp>
      <p:sp>
        <p:nvSpPr>
          <p:cNvPr id="74756" name="Text Box 5">
            <a:extLst>
              <a:ext uri="{FF2B5EF4-FFF2-40B4-BE49-F238E27FC236}">
                <a16:creationId xmlns:a16="http://schemas.microsoft.com/office/drawing/2014/main" id="{ACFB3DD7-BC89-224F-B5B8-126FC9BCA32F}"/>
              </a:ext>
            </a:extLst>
          </p:cNvPr>
          <p:cNvSpPr txBox="1">
            <a:spLocks noChangeArrowheads="1"/>
          </p:cNvSpPr>
          <p:nvPr/>
        </p:nvSpPr>
        <p:spPr bwMode="auto">
          <a:xfrm>
            <a:off x="2742010" y="3423760"/>
            <a:ext cx="27735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dirty="0">
                <a:latin typeface="Arial" panose="020B0604020202020204" pitchFamily="34" charset="0"/>
                <a:ea typeface="宋体" panose="02010600030101010101" pitchFamily="2" charset="-122"/>
                <a:cs typeface="黑体" panose="02010609060101010101" pitchFamily="49" charset="-122"/>
              </a:rPr>
              <a:t>::= </a:t>
            </a:r>
            <a:r>
              <a:rPr lang="zh-CN" altLang="en-US" sz="2400" dirty="0">
                <a:latin typeface="Arial" panose="020B0604020202020204" pitchFamily="34" charset="0"/>
                <a:ea typeface="宋体" panose="02010600030101010101" pitchFamily="2" charset="-122"/>
                <a:cs typeface="黑体" panose="02010609060101010101" pitchFamily="49" charset="-122"/>
              </a:rPr>
              <a:t>代表“</a:t>
            </a:r>
            <a:r>
              <a:rPr lang="zh-CN" altLang="en-US" sz="2400" dirty="0">
                <a:solidFill>
                  <a:schemeClr val="hlink"/>
                </a:solidFill>
                <a:latin typeface="Arial" panose="020B0604020202020204" pitchFamily="34" charset="0"/>
                <a:ea typeface="宋体" panose="02010600030101010101" pitchFamily="2" charset="-122"/>
                <a:cs typeface="黑体" panose="02010609060101010101" pitchFamily="49" charset="-122"/>
              </a:rPr>
              <a:t>定义为</a:t>
            </a:r>
            <a:r>
              <a:rPr lang="zh-CN" altLang="en-US" sz="2400" dirty="0">
                <a:latin typeface="Arial" panose="020B0604020202020204" pitchFamily="34" charset="0"/>
                <a:ea typeface="宋体" panose="02010600030101010101" pitchFamily="2" charset="-122"/>
                <a:cs typeface="黑体" panose="02010609060101010101" pitchFamily="49" charset="-122"/>
              </a:rPr>
              <a:t>”</a:t>
            </a:r>
          </a:p>
        </p:txBody>
      </p:sp>
      <p:sp>
        <p:nvSpPr>
          <p:cNvPr id="74757" name="幻灯片编号占位符 1">
            <a:extLst>
              <a:ext uri="{FF2B5EF4-FFF2-40B4-BE49-F238E27FC236}">
                <a16:creationId xmlns:a16="http://schemas.microsoft.com/office/drawing/2014/main" id="{667B3084-0A11-CC42-BDD8-E8C263BB48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06EED0-430B-F847-97E1-D636028452C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76818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6801" name="Line 2">
            <a:extLst>
              <a:ext uri="{FF2B5EF4-FFF2-40B4-BE49-F238E27FC236}">
                <a16:creationId xmlns:a16="http://schemas.microsoft.com/office/drawing/2014/main" id="{84BCBA0A-3540-3447-8225-4DFC4DC57F81}"/>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2" name="Rectangle 3">
            <a:extLst>
              <a:ext uri="{FF2B5EF4-FFF2-40B4-BE49-F238E27FC236}">
                <a16:creationId xmlns:a16="http://schemas.microsoft.com/office/drawing/2014/main" id="{7E3939AB-BF19-FE4B-B66A-6A234736D8C8}"/>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3" name="Rectangle 4">
            <a:extLst>
              <a:ext uri="{FF2B5EF4-FFF2-40B4-BE49-F238E27FC236}">
                <a16:creationId xmlns:a16="http://schemas.microsoft.com/office/drawing/2014/main" id="{8E8FA8F4-6961-DF4C-85AF-76F79736345E}"/>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04" name="Line 5">
            <a:extLst>
              <a:ext uri="{FF2B5EF4-FFF2-40B4-BE49-F238E27FC236}">
                <a16:creationId xmlns:a16="http://schemas.microsoft.com/office/drawing/2014/main" id="{EE1055C0-B47A-DB4C-95FC-15741BF44388}"/>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5" name="Rectangle 6">
            <a:extLst>
              <a:ext uri="{FF2B5EF4-FFF2-40B4-BE49-F238E27FC236}">
                <a16:creationId xmlns:a16="http://schemas.microsoft.com/office/drawing/2014/main" id="{698D6F6F-9627-0848-80EE-EC05C0623425}"/>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6" name="Line 7">
            <a:extLst>
              <a:ext uri="{FF2B5EF4-FFF2-40B4-BE49-F238E27FC236}">
                <a16:creationId xmlns:a16="http://schemas.microsoft.com/office/drawing/2014/main" id="{4B479D21-38F8-7047-A0B5-EF80ACC33EA5}"/>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7" name="Rectangle 8">
            <a:extLst>
              <a:ext uri="{FF2B5EF4-FFF2-40B4-BE49-F238E27FC236}">
                <a16:creationId xmlns:a16="http://schemas.microsoft.com/office/drawing/2014/main" id="{D7268A20-A192-DA4B-8054-13985EDB6A3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8" name="Line 9">
            <a:extLst>
              <a:ext uri="{FF2B5EF4-FFF2-40B4-BE49-F238E27FC236}">
                <a16:creationId xmlns:a16="http://schemas.microsoft.com/office/drawing/2014/main" id="{C09742F3-3CD9-4141-8C8F-CCA3C9D21491}"/>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9" name="Rectangle 10">
            <a:extLst>
              <a:ext uri="{FF2B5EF4-FFF2-40B4-BE49-F238E27FC236}">
                <a16:creationId xmlns:a16="http://schemas.microsoft.com/office/drawing/2014/main" id="{317A4146-B2A3-7448-86F6-A842B3AF3C3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10" name="Rectangle 11">
            <a:extLst>
              <a:ext uri="{FF2B5EF4-FFF2-40B4-BE49-F238E27FC236}">
                <a16:creationId xmlns:a16="http://schemas.microsoft.com/office/drawing/2014/main" id="{A78548AE-1992-E44B-A320-5AF9B39ABB6F}"/>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1" name="Rectangle 12">
            <a:extLst>
              <a:ext uri="{FF2B5EF4-FFF2-40B4-BE49-F238E27FC236}">
                <a16:creationId xmlns:a16="http://schemas.microsoft.com/office/drawing/2014/main" id="{5EBD48D3-94A9-F347-B267-68C5E69CD92D}"/>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2" name="Rectangle 13">
            <a:extLst>
              <a:ext uri="{FF2B5EF4-FFF2-40B4-BE49-F238E27FC236}">
                <a16:creationId xmlns:a16="http://schemas.microsoft.com/office/drawing/2014/main" id="{A09CA370-F97E-2A48-82E6-248E7B963802}"/>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6813" name="Rectangle 14">
            <a:extLst>
              <a:ext uri="{FF2B5EF4-FFF2-40B4-BE49-F238E27FC236}">
                <a16:creationId xmlns:a16="http://schemas.microsoft.com/office/drawing/2014/main" id="{50E17F08-DFDA-3B4A-969D-0BE2F55914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4" name="Rectangle 15">
            <a:extLst>
              <a:ext uri="{FF2B5EF4-FFF2-40B4-BE49-F238E27FC236}">
                <a16:creationId xmlns:a16="http://schemas.microsoft.com/office/drawing/2014/main" id="{9CE68C75-D2A7-AF40-AED3-30E806F7B51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5" name="Rectangle 16">
            <a:extLst>
              <a:ext uri="{FF2B5EF4-FFF2-40B4-BE49-F238E27FC236}">
                <a16:creationId xmlns:a16="http://schemas.microsoft.com/office/drawing/2014/main" id="{FFB1A9E7-FE54-FF4D-BF37-E9B87F11D74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6" name="Rectangle 17">
            <a:extLst>
              <a:ext uri="{FF2B5EF4-FFF2-40B4-BE49-F238E27FC236}">
                <a16:creationId xmlns:a16="http://schemas.microsoft.com/office/drawing/2014/main" id="{1787388B-5940-4347-8757-01DA2F06CF2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17" name="Rectangle 18">
            <a:extLst>
              <a:ext uri="{FF2B5EF4-FFF2-40B4-BE49-F238E27FC236}">
                <a16:creationId xmlns:a16="http://schemas.microsoft.com/office/drawing/2014/main" id="{DB5724F5-B0B9-E24D-A1D9-BF1A37B9D7A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18" name="Line 19">
            <a:extLst>
              <a:ext uri="{FF2B5EF4-FFF2-40B4-BE49-F238E27FC236}">
                <a16:creationId xmlns:a16="http://schemas.microsoft.com/office/drawing/2014/main" id="{091B4121-FB39-A548-B33C-78A774DA084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19" name="Line 20">
            <a:extLst>
              <a:ext uri="{FF2B5EF4-FFF2-40B4-BE49-F238E27FC236}">
                <a16:creationId xmlns:a16="http://schemas.microsoft.com/office/drawing/2014/main" id="{A904FEA6-DF36-F242-98F8-76DE759CF88D}"/>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20" name="Line 21">
            <a:extLst>
              <a:ext uri="{FF2B5EF4-FFF2-40B4-BE49-F238E27FC236}">
                <a16:creationId xmlns:a16="http://schemas.microsoft.com/office/drawing/2014/main" id="{B3431FE4-2189-8348-924F-B3106C7B25DA}"/>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1" name="Line 22">
            <a:extLst>
              <a:ext uri="{FF2B5EF4-FFF2-40B4-BE49-F238E27FC236}">
                <a16:creationId xmlns:a16="http://schemas.microsoft.com/office/drawing/2014/main" id="{6CABE8C9-791E-F54D-9D23-03F1941761C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2" name="Line 23">
            <a:extLst>
              <a:ext uri="{FF2B5EF4-FFF2-40B4-BE49-F238E27FC236}">
                <a16:creationId xmlns:a16="http://schemas.microsoft.com/office/drawing/2014/main" id="{FF8BD731-5EC6-7042-832D-11D041A06406}"/>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3" name="Line 24">
            <a:extLst>
              <a:ext uri="{FF2B5EF4-FFF2-40B4-BE49-F238E27FC236}">
                <a16:creationId xmlns:a16="http://schemas.microsoft.com/office/drawing/2014/main" id="{05D51050-8237-6447-A5F9-57ECFF70753D}"/>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24" name="Rectangle 25">
            <a:extLst>
              <a:ext uri="{FF2B5EF4-FFF2-40B4-BE49-F238E27FC236}">
                <a16:creationId xmlns:a16="http://schemas.microsoft.com/office/drawing/2014/main" id="{0A9FB48C-EDA2-184B-80A3-ADF96C16EC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25" name="Line 26">
            <a:extLst>
              <a:ext uri="{FF2B5EF4-FFF2-40B4-BE49-F238E27FC236}">
                <a16:creationId xmlns:a16="http://schemas.microsoft.com/office/drawing/2014/main" id="{3B706459-FC10-F941-BF25-96C54CFBFECD}"/>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6" name="Line 27">
            <a:extLst>
              <a:ext uri="{FF2B5EF4-FFF2-40B4-BE49-F238E27FC236}">
                <a16:creationId xmlns:a16="http://schemas.microsoft.com/office/drawing/2014/main" id="{9844B901-EA59-9246-9636-A4186307C4D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7" name="Line 28">
            <a:extLst>
              <a:ext uri="{FF2B5EF4-FFF2-40B4-BE49-F238E27FC236}">
                <a16:creationId xmlns:a16="http://schemas.microsoft.com/office/drawing/2014/main" id="{94D781BB-D361-2948-A5C9-7EA7A3D9FECE}"/>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8" name="Rectangle 29">
            <a:extLst>
              <a:ext uri="{FF2B5EF4-FFF2-40B4-BE49-F238E27FC236}">
                <a16:creationId xmlns:a16="http://schemas.microsoft.com/office/drawing/2014/main" id="{45E901BA-D569-A64C-9142-57F0DC9FD55A}"/>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29" name="Line 30">
            <a:extLst>
              <a:ext uri="{FF2B5EF4-FFF2-40B4-BE49-F238E27FC236}">
                <a16:creationId xmlns:a16="http://schemas.microsoft.com/office/drawing/2014/main" id="{F2D023A5-2B62-DC43-9CE4-A295E72ECA8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0" name="Rectangle 31">
            <a:extLst>
              <a:ext uri="{FF2B5EF4-FFF2-40B4-BE49-F238E27FC236}">
                <a16:creationId xmlns:a16="http://schemas.microsoft.com/office/drawing/2014/main" id="{FC584245-0E4B-1147-9D44-7F9718B02C1D}"/>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31" name="Rectangle 32">
            <a:extLst>
              <a:ext uri="{FF2B5EF4-FFF2-40B4-BE49-F238E27FC236}">
                <a16:creationId xmlns:a16="http://schemas.microsoft.com/office/drawing/2014/main" id="{57882E9D-8BB5-FD41-A9C3-0A48360F47E9}"/>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32" name="Rectangle 33">
            <a:extLst>
              <a:ext uri="{FF2B5EF4-FFF2-40B4-BE49-F238E27FC236}">
                <a16:creationId xmlns:a16="http://schemas.microsoft.com/office/drawing/2014/main" id="{37B14292-6FD4-7F43-BB1F-11D20F57273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3" name="Rectangle 34">
            <a:extLst>
              <a:ext uri="{FF2B5EF4-FFF2-40B4-BE49-F238E27FC236}">
                <a16:creationId xmlns:a16="http://schemas.microsoft.com/office/drawing/2014/main" id="{BC1DB1B4-0D76-024D-9672-C842FB4F8C99}"/>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4" name="Line 35">
            <a:extLst>
              <a:ext uri="{FF2B5EF4-FFF2-40B4-BE49-F238E27FC236}">
                <a16:creationId xmlns:a16="http://schemas.microsoft.com/office/drawing/2014/main" id="{49AA51A6-D26A-8747-986A-7B55B320363A}"/>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5" name="Line 36">
            <a:extLst>
              <a:ext uri="{FF2B5EF4-FFF2-40B4-BE49-F238E27FC236}">
                <a16:creationId xmlns:a16="http://schemas.microsoft.com/office/drawing/2014/main" id="{73A8BFCF-DAF1-CE4F-BF6A-2BF77C93152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6" name="Line 37">
            <a:extLst>
              <a:ext uri="{FF2B5EF4-FFF2-40B4-BE49-F238E27FC236}">
                <a16:creationId xmlns:a16="http://schemas.microsoft.com/office/drawing/2014/main" id="{0698C47F-38E6-944E-A482-0696DB5B426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6837" name="Group 38">
            <a:extLst>
              <a:ext uri="{FF2B5EF4-FFF2-40B4-BE49-F238E27FC236}">
                <a16:creationId xmlns:a16="http://schemas.microsoft.com/office/drawing/2014/main" id="{C51CFE6E-977E-3D48-BF45-768E7EF29604}"/>
              </a:ext>
            </a:extLst>
          </p:cNvPr>
          <p:cNvGrpSpPr>
            <a:grpSpLocks/>
          </p:cNvGrpSpPr>
          <p:nvPr/>
        </p:nvGrpSpPr>
        <p:grpSpPr bwMode="auto">
          <a:xfrm>
            <a:off x="6706789" y="3027760"/>
            <a:ext cx="741645" cy="482430"/>
            <a:chOff x="2832" y="3024"/>
            <a:chExt cx="429" cy="381"/>
          </a:xfrm>
        </p:grpSpPr>
        <p:sp>
          <p:nvSpPr>
            <p:cNvPr id="76855" name="Rectangle 39">
              <a:extLst>
                <a:ext uri="{FF2B5EF4-FFF2-40B4-BE49-F238E27FC236}">
                  <a16:creationId xmlns:a16="http://schemas.microsoft.com/office/drawing/2014/main" id="{FA707E21-C983-864C-B19C-34E2305EF35E}"/>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56" name="Rectangle 40">
              <a:extLst>
                <a:ext uri="{FF2B5EF4-FFF2-40B4-BE49-F238E27FC236}">
                  <a16:creationId xmlns:a16="http://schemas.microsoft.com/office/drawing/2014/main" id="{ADFC8510-42CC-034A-9534-A21C969C8840}"/>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6838" name="Line 41">
            <a:extLst>
              <a:ext uri="{FF2B5EF4-FFF2-40B4-BE49-F238E27FC236}">
                <a16:creationId xmlns:a16="http://schemas.microsoft.com/office/drawing/2014/main" id="{559D532B-2074-A54D-9647-1AB8C1E74B7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9" name="Line 42">
            <a:extLst>
              <a:ext uri="{FF2B5EF4-FFF2-40B4-BE49-F238E27FC236}">
                <a16:creationId xmlns:a16="http://schemas.microsoft.com/office/drawing/2014/main" id="{E7067550-D1CC-1146-8671-DF20E33C539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0" name="Line 43">
            <a:extLst>
              <a:ext uri="{FF2B5EF4-FFF2-40B4-BE49-F238E27FC236}">
                <a16:creationId xmlns:a16="http://schemas.microsoft.com/office/drawing/2014/main" id="{7B6C609E-20B0-024A-9874-4BEC7003E365}"/>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1" name="Rectangle 44">
            <a:extLst>
              <a:ext uri="{FF2B5EF4-FFF2-40B4-BE49-F238E27FC236}">
                <a16:creationId xmlns:a16="http://schemas.microsoft.com/office/drawing/2014/main" id="{6B61DA01-7C98-7E45-A3E5-B0A472EC0FA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2" name="Rectangle 45">
            <a:extLst>
              <a:ext uri="{FF2B5EF4-FFF2-40B4-BE49-F238E27FC236}">
                <a16:creationId xmlns:a16="http://schemas.microsoft.com/office/drawing/2014/main" id="{D0A5E403-48CD-AA44-852E-343AE40AAAB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3" name="Line 46">
            <a:extLst>
              <a:ext uri="{FF2B5EF4-FFF2-40B4-BE49-F238E27FC236}">
                <a16:creationId xmlns:a16="http://schemas.microsoft.com/office/drawing/2014/main" id="{2D90468C-B359-E345-8FDD-8224F6E55FEC}"/>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44" name="Rectangle 47">
            <a:extLst>
              <a:ext uri="{FF2B5EF4-FFF2-40B4-BE49-F238E27FC236}">
                <a16:creationId xmlns:a16="http://schemas.microsoft.com/office/drawing/2014/main" id="{3F3919F2-B2AB-7740-BC82-A85FC9507BA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45" name="Rectangle 48">
            <a:extLst>
              <a:ext uri="{FF2B5EF4-FFF2-40B4-BE49-F238E27FC236}">
                <a16:creationId xmlns:a16="http://schemas.microsoft.com/office/drawing/2014/main" id="{5247589A-D8A1-8946-9AA0-24F8A19D732E}"/>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6846" name="Rectangle 49">
            <a:extLst>
              <a:ext uri="{FF2B5EF4-FFF2-40B4-BE49-F238E27FC236}">
                <a16:creationId xmlns:a16="http://schemas.microsoft.com/office/drawing/2014/main" id="{EEC583B7-A225-6F42-A48D-4A808B0EEB7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7" name="Rectangle 50">
            <a:extLst>
              <a:ext uri="{FF2B5EF4-FFF2-40B4-BE49-F238E27FC236}">
                <a16:creationId xmlns:a16="http://schemas.microsoft.com/office/drawing/2014/main" id="{DD0B1747-3A47-2842-A216-02CAF546A69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8" name="Rectangle 51">
            <a:extLst>
              <a:ext uri="{FF2B5EF4-FFF2-40B4-BE49-F238E27FC236}">
                <a16:creationId xmlns:a16="http://schemas.microsoft.com/office/drawing/2014/main" id="{85E943E5-18A6-FA4C-8382-DCB95ABD484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6849" name="Line 52">
            <a:extLst>
              <a:ext uri="{FF2B5EF4-FFF2-40B4-BE49-F238E27FC236}">
                <a16:creationId xmlns:a16="http://schemas.microsoft.com/office/drawing/2014/main" id="{EB358CE9-E764-4D45-87C5-267277B76F55}"/>
              </a:ext>
            </a:extLst>
          </p:cNvPr>
          <p:cNvSpPr>
            <a:spLocks noChangeShapeType="1"/>
          </p:cNvSpPr>
          <p:nvPr/>
        </p:nvSpPr>
        <p:spPr bwMode="auto">
          <a:xfrm>
            <a:off x="3006329"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0" name="Rectangle 53">
            <a:extLst>
              <a:ext uri="{FF2B5EF4-FFF2-40B4-BE49-F238E27FC236}">
                <a16:creationId xmlns:a16="http://schemas.microsoft.com/office/drawing/2014/main" id="{A954DFFD-68E7-6F4C-AD39-A87C36F7487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1" name="Rectangle 54">
            <a:extLst>
              <a:ext uri="{FF2B5EF4-FFF2-40B4-BE49-F238E27FC236}">
                <a16:creationId xmlns:a16="http://schemas.microsoft.com/office/drawing/2014/main" id="{E2B2D92A-0DF4-C64F-9F27-820A78537E61}"/>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52" name="Rectangle 55">
            <a:extLst>
              <a:ext uri="{FF2B5EF4-FFF2-40B4-BE49-F238E27FC236}">
                <a16:creationId xmlns:a16="http://schemas.microsoft.com/office/drawing/2014/main" id="{66894AF4-AA2A-1A40-B6C7-EE8595F766D2}"/>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3" name="Line 56">
            <a:extLst>
              <a:ext uri="{FF2B5EF4-FFF2-40B4-BE49-F238E27FC236}">
                <a16:creationId xmlns:a16="http://schemas.microsoft.com/office/drawing/2014/main" id="{330B3C26-E340-8F47-9993-FEF4E8620A00}"/>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4" name="幻灯片编号占位符 1">
            <a:extLst>
              <a:ext uri="{FF2B5EF4-FFF2-40B4-BE49-F238E27FC236}">
                <a16:creationId xmlns:a16="http://schemas.microsoft.com/office/drawing/2014/main" id="{F994F4EE-F818-1748-B794-47AF9CC46E5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72AE69-585A-4C42-B7F7-9D0962CBAA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2133592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8849" name="Line 36">
            <a:extLst>
              <a:ext uri="{FF2B5EF4-FFF2-40B4-BE49-F238E27FC236}">
                <a16:creationId xmlns:a16="http://schemas.microsoft.com/office/drawing/2014/main" id="{27D898DE-DF2F-904A-907E-5C75ABECFD6E}"/>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0" name="Rectangle 38">
            <a:extLst>
              <a:ext uri="{FF2B5EF4-FFF2-40B4-BE49-F238E27FC236}">
                <a16:creationId xmlns:a16="http://schemas.microsoft.com/office/drawing/2014/main" id="{7DBCAC17-7451-C04B-BABD-93458672D469}"/>
              </a:ext>
            </a:extLst>
          </p:cNvPr>
          <p:cNvSpPr>
            <a:spLocks noChangeArrowheads="1"/>
          </p:cNvSpPr>
          <p:nvPr/>
        </p:nvSpPr>
        <p:spPr bwMode="auto">
          <a:xfrm>
            <a:off x="3977879" y="3003948"/>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1" name="Rectangle 55">
            <a:extLst>
              <a:ext uri="{FF2B5EF4-FFF2-40B4-BE49-F238E27FC236}">
                <a16:creationId xmlns:a16="http://schemas.microsoft.com/office/drawing/2014/main" id="{5B7FDDFE-6E1E-494D-8E7D-ED54CD387073}"/>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2" name="Line 9">
            <a:extLst>
              <a:ext uri="{FF2B5EF4-FFF2-40B4-BE49-F238E27FC236}">
                <a16:creationId xmlns:a16="http://schemas.microsoft.com/office/drawing/2014/main" id="{B5C406E1-7DAE-1043-803C-A978FF0BF58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3" name="Rectangle 11">
            <a:extLst>
              <a:ext uri="{FF2B5EF4-FFF2-40B4-BE49-F238E27FC236}">
                <a16:creationId xmlns:a16="http://schemas.microsoft.com/office/drawing/2014/main" id="{10F8E74E-36D7-7A47-A715-11B68B13880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4" name="Line 20">
            <a:extLst>
              <a:ext uri="{FF2B5EF4-FFF2-40B4-BE49-F238E27FC236}">
                <a16:creationId xmlns:a16="http://schemas.microsoft.com/office/drawing/2014/main" id="{459BFE2A-2C1F-954A-B89E-C5D97DE872FA}"/>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5" name="Rectangle 22">
            <a:extLst>
              <a:ext uri="{FF2B5EF4-FFF2-40B4-BE49-F238E27FC236}">
                <a16:creationId xmlns:a16="http://schemas.microsoft.com/office/drawing/2014/main" id="{F3B813B2-7DFC-494D-9006-994065EC3746}"/>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6" name="Line 8">
            <a:extLst>
              <a:ext uri="{FF2B5EF4-FFF2-40B4-BE49-F238E27FC236}">
                <a16:creationId xmlns:a16="http://schemas.microsoft.com/office/drawing/2014/main" id="{3D22D622-03E1-8744-9DA2-075C66EDE102}"/>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7" name="Rectangle 10">
            <a:extLst>
              <a:ext uri="{FF2B5EF4-FFF2-40B4-BE49-F238E27FC236}">
                <a16:creationId xmlns:a16="http://schemas.microsoft.com/office/drawing/2014/main" id="{12BB4624-6713-6E41-ADB8-47E23048E134}"/>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8" name="Rectangle 12">
            <a:extLst>
              <a:ext uri="{FF2B5EF4-FFF2-40B4-BE49-F238E27FC236}">
                <a16:creationId xmlns:a16="http://schemas.microsoft.com/office/drawing/2014/main" id="{695A11BE-46AE-B54C-855E-95D33DB341B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9" name="Rectangle 27">
            <a:extLst>
              <a:ext uri="{FF2B5EF4-FFF2-40B4-BE49-F238E27FC236}">
                <a16:creationId xmlns:a16="http://schemas.microsoft.com/office/drawing/2014/main" id="{CC57A6A0-CBDD-A848-BD6A-B35C3A3C75D3}"/>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0" name="Rectangle 2">
            <a:extLst>
              <a:ext uri="{FF2B5EF4-FFF2-40B4-BE49-F238E27FC236}">
                <a16:creationId xmlns:a16="http://schemas.microsoft.com/office/drawing/2014/main" id="{2FA0A1BC-3382-9A47-B292-72D7B05B7901}"/>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8861" name="Rectangle 5">
            <a:extLst>
              <a:ext uri="{FF2B5EF4-FFF2-40B4-BE49-F238E27FC236}">
                <a16:creationId xmlns:a16="http://schemas.microsoft.com/office/drawing/2014/main" id="{38E607E4-0059-E149-BFED-C78D91C7AEA0}"/>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2" name="Rectangle 6">
            <a:extLst>
              <a:ext uri="{FF2B5EF4-FFF2-40B4-BE49-F238E27FC236}">
                <a16:creationId xmlns:a16="http://schemas.microsoft.com/office/drawing/2014/main" id="{6A991644-4BB3-4049-9DC7-5BA31E4D3A4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3" name="Rectangle 7">
            <a:extLst>
              <a:ext uri="{FF2B5EF4-FFF2-40B4-BE49-F238E27FC236}">
                <a16:creationId xmlns:a16="http://schemas.microsoft.com/office/drawing/2014/main" id="{3F252E0F-3C26-F94C-B657-B8883DFCCC20}"/>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4" name="Rectangle 13">
            <a:extLst>
              <a:ext uri="{FF2B5EF4-FFF2-40B4-BE49-F238E27FC236}">
                <a16:creationId xmlns:a16="http://schemas.microsoft.com/office/drawing/2014/main" id="{D3A4DAC9-F2E2-E747-80BF-B79A22A0E29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65" name="Rectangle 14">
            <a:extLst>
              <a:ext uri="{FF2B5EF4-FFF2-40B4-BE49-F238E27FC236}">
                <a16:creationId xmlns:a16="http://schemas.microsoft.com/office/drawing/2014/main" id="{2A3EDEDD-6854-E646-A17C-D6DFBC5073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66" name="Line 15">
            <a:extLst>
              <a:ext uri="{FF2B5EF4-FFF2-40B4-BE49-F238E27FC236}">
                <a16:creationId xmlns:a16="http://schemas.microsoft.com/office/drawing/2014/main" id="{A4C21FBA-D374-CD40-BF81-4B473A238ABD}"/>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7" name="Line 16">
            <a:extLst>
              <a:ext uri="{FF2B5EF4-FFF2-40B4-BE49-F238E27FC236}">
                <a16:creationId xmlns:a16="http://schemas.microsoft.com/office/drawing/2014/main" id="{B985FE08-1AF8-7945-AA41-CF58A82EF85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8" name="Line 17">
            <a:extLst>
              <a:ext uri="{FF2B5EF4-FFF2-40B4-BE49-F238E27FC236}">
                <a16:creationId xmlns:a16="http://schemas.microsoft.com/office/drawing/2014/main" id="{D2BC1E9C-4774-3E44-8AE7-DCDDBCFC0A49}"/>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9" name="Line 18">
            <a:extLst>
              <a:ext uri="{FF2B5EF4-FFF2-40B4-BE49-F238E27FC236}">
                <a16:creationId xmlns:a16="http://schemas.microsoft.com/office/drawing/2014/main" id="{FB7DF604-C192-4042-956D-F8705D477934}"/>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0" name="Line 19">
            <a:extLst>
              <a:ext uri="{FF2B5EF4-FFF2-40B4-BE49-F238E27FC236}">
                <a16:creationId xmlns:a16="http://schemas.microsoft.com/office/drawing/2014/main" id="{5A85806E-5F26-1641-92A9-8CE9A99DEC4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1" name="Line 21">
            <a:extLst>
              <a:ext uri="{FF2B5EF4-FFF2-40B4-BE49-F238E27FC236}">
                <a16:creationId xmlns:a16="http://schemas.microsoft.com/office/drawing/2014/main" id="{89481A0D-8FCC-5C4A-AB0C-A610D4182BB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72" name="Rectangle 23">
            <a:extLst>
              <a:ext uri="{FF2B5EF4-FFF2-40B4-BE49-F238E27FC236}">
                <a16:creationId xmlns:a16="http://schemas.microsoft.com/office/drawing/2014/main" id="{D1457022-B9CB-754A-B0EF-50EC981E5937}"/>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73" name="Line 24">
            <a:extLst>
              <a:ext uri="{FF2B5EF4-FFF2-40B4-BE49-F238E27FC236}">
                <a16:creationId xmlns:a16="http://schemas.microsoft.com/office/drawing/2014/main" id="{FFA70EBD-5D7F-164F-ACF1-37B3536233DE}"/>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4" name="Line 25">
            <a:extLst>
              <a:ext uri="{FF2B5EF4-FFF2-40B4-BE49-F238E27FC236}">
                <a16:creationId xmlns:a16="http://schemas.microsoft.com/office/drawing/2014/main" id="{A84D0732-0064-174A-8597-07499164E78E}"/>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5" name="Line 26">
            <a:extLst>
              <a:ext uri="{FF2B5EF4-FFF2-40B4-BE49-F238E27FC236}">
                <a16:creationId xmlns:a16="http://schemas.microsoft.com/office/drawing/2014/main" id="{0ECAB9B2-94DE-6648-8627-645CBAFEB56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6" name="Rectangle 28">
            <a:extLst>
              <a:ext uri="{FF2B5EF4-FFF2-40B4-BE49-F238E27FC236}">
                <a16:creationId xmlns:a16="http://schemas.microsoft.com/office/drawing/2014/main" id="{55074F98-B846-574D-8F22-DCCD77A12B17}"/>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7" name="Line 29">
            <a:extLst>
              <a:ext uri="{FF2B5EF4-FFF2-40B4-BE49-F238E27FC236}">
                <a16:creationId xmlns:a16="http://schemas.microsoft.com/office/drawing/2014/main" id="{09A8EE99-AD4D-EB42-AE1A-6DD8117B6705}"/>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78" name="Rectangle 30">
            <a:extLst>
              <a:ext uri="{FF2B5EF4-FFF2-40B4-BE49-F238E27FC236}">
                <a16:creationId xmlns:a16="http://schemas.microsoft.com/office/drawing/2014/main" id="{817DD2A3-7069-B54C-B803-411D141499F0}"/>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9" name="Rectangle 31">
            <a:extLst>
              <a:ext uri="{FF2B5EF4-FFF2-40B4-BE49-F238E27FC236}">
                <a16:creationId xmlns:a16="http://schemas.microsoft.com/office/drawing/2014/main" id="{7ACEB87E-4CF7-F948-982A-86A710B6C6E8}"/>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80" name="Rectangle 32">
            <a:extLst>
              <a:ext uri="{FF2B5EF4-FFF2-40B4-BE49-F238E27FC236}">
                <a16:creationId xmlns:a16="http://schemas.microsoft.com/office/drawing/2014/main" id="{CA119322-075E-F447-B5EF-59396520D82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1" name="Rectangle 33">
            <a:extLst>
              <a:ext uri="{FF2B5EF4-FFF2-40B4-BE49-F238E27FC236}">
                <a16:creationId xmlns:a16="http://schemas.microsoft.com/office/drawing/2014/main" id="{F78EAAA2-602B-6E4C-85FB-66BB040A55C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2" name="Line 34">
            <a:extLst>
              <a:ext uri="{FF2B5EF4-FFF2-40B4-BE49-F238E27FC236}">
                <a16:creationId xmlns:a16="http://schemas.microsoft.com/office/drawing/2014/main" id="{4F477985-DB3E-354F-A119-55457C6D2DD0}"/>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3" name="Line 35">
            <a:extLst>
              <a:ext uri="{FF2B5EF4-FFF2-40B4-BE49-F238E27FC236}">
                <a16:creationId xmlns:a16="http://schemas.microsoft.com/office/drawing/2014/main" id="{199CBFC4-E0EB-6845-B320-DC310F0956A5}"/>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4" name="Line 37">
            <a:extLst>
              <a:ext uri="{FF2B5EF4-FFF2-40B4-BE49-F238E27FC236}">
                <a16:creationId xmlns:a16="http://schemas.microsoft.com/office/drawing/2014/main" id="{07903362-4A27-C24F-BD17-C989267221E3}"/>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8885" name="Group 39">
            <a:extLst>
              <a:ext uri="{FF2B5EF4-FFF2-40B4-BE49-F238E27FC236}">
                <a16:creationId xmlns:a16="http://schemas.microsoft.com/office/drawing/2014/main" id="{ED94F936-D390-BD4C-99D2-686077BE4B0E}"/>
              </a:ext>
            </a:extLst>
          </p:cNvPr>
          <p:cNvGrpSpPr>
            <a:grpSpLocks/>
          </p:cNvGrpSpPr>
          <p:nvPr/>
        </p:nvGrpSpPr>
        <p:grpSpPr bwMode="auto">
          <a:xfrm>
            <a:off x="6706789" y="3027760"/>
            <a:ext cx="741645" cy="482430"/>
            <a:chOff x="2832" y="3024"/>
            <a:chExt cx="429" cy="381"/>
          </a:xfrm>
        </p:grpSpPr>
        <p:sp>
          <p:nvSpPr>
            <p:cNvPr id="78904" name="Rectangle 40">
              <a:extLst>
                <a:ext uri="{FF2B5EF4-FFF2-40B4-BE49-F238E27FC236}">
                  <a16:creationId xmlns:a16="http://schemas.microsoft.com/office/drawing/2014/main" id="{F916ABD3-563A-C640-BCC9-5E47F6BBFA51}"/>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905" name="Rectangle 41">
              <a:extLst>
                <a:ext uri="{FF2B5EF4-FFF2-40B4-BE49-F238E27FC236}">
                  <a16:creationId xmlns:a16="http://schemas.microsoft.com/office/drawing/2014/main" id="{07CDF053-7F8F-494A-A69F-0E6609CA732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8886" name="Line 42">
            <a:extLst>
              <a:ext uri="{FF2B5EF4-FFF2-40B4-BE49-F238E27FC236}">
                <a16:creationId xmlns:a16="http://schemas.microsoft.com/office/drawing/2014/main" id="{184945E1-13A2-614B-BDE6-40C04002A4A6}"/>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7" name="Line 43">
            <a:extLst>
              <a:ext uri="{FF2B5EF4-FFF2-40B4-BE49-F238E27FC236}">
                <a16:creationId xmlns:a16="http://schemas.microsoft.com/office/drawing/2014/main" id="{923EE223-9653-C94C-A4F1-F977114BFC6B}"/>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8" name="Line 44">
            <a:extLst>
              <a:ext uri="{FF2B5EF4-FFF2-40B4-BE49-F238E27FC236}">
                <a16:creationId xmlns:a16="http://schemas.microsoft.com/office/drawing/2014/main" id="{ABF709FB-03D7-FF4D-8D57-7C0D36CE223B}"/>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9" name="Rectangle 45">
            <a:extLst>
              <a:ext uri="{FF2B5EF4-FFF2-40B4-BE49-F238E27FC236}">
                <a16:creationId xmlns:a16="http://schemas.microsoft.com/office/drawing/2014/main" id="{98AA5A34-2C9F-594B-9F77-F4B9D1FF030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0" name="Rectangle 46">
            <a:extLst>
              <a:ext uri="{FF2B5EF4-FFF2-40B4-BE49-F238E27FC236}">
                <a16:creationId xmlns:a16="http://schemas.microsoft.com/office/drawing/2014/main" id="{45BB2887-0EC3-AE4A-87B0-D41727707CDF}"/>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1" name="Line 47">
            <a:extLst>
              <a:ext uri="{FF2B5EF4-FFF2-40B4-BE49-F238E27FC236}">
                <a16:creationId xmlns:a16="http://schemas.microsoft.com/office/drawing/2014/main" id="{68D3C6C2-C8DD-7144-B86C-EF42F62BB2F1}"/>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2" name="Rectangle 48">
            <a:extLst>
              <a:ext uri="{FF2B5EF4-FFF2-40B4-BE49-F238E27FC236}">
                <a16:creationId xmlns:a16="http://schemas.microsoft.com/office/drawing/2014/main" id="{DFAE10FF-FBBA-3F42-87B2-062BBCB33055}"/>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93" name="Rectangle 49">
            <a:extLst>
              <a:ext uri="{FF2B5EF4-FFF2-40B4-BE49-F238E27FC236}">
                <a16:creationId xmlns:a16="http://schemas.microsoft.com/office/drawing/2014/main" id="{7DFF9A69-9F5F-3241-A6C4-67A0122F498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8894" name="Rectangle 50">
            <a:extLst>
              <a:ext uri="{FF2B5EF4-FFF2-40B4-BE49-F238E27FC236}">
                <a16:creationId xmlns:a16="http://schemas.microsoft.com/office/drawing/2014/main" id="{255A0803-2903-544F-8FA1-57557E223F0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5" name="Rectangle 51">
            <a:extLst>
              <a:ext uri="{FF2B5EF4-FFF2-40B4-BE49-F238E27FC236}">
                <a16:creationId xmlns:a16="http://schemas.microsoft.com/office/drawing/2014/main" id="{D23B38AF-7F6F-4B46-9C62-C4E0E34A9890}"/>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6" name="Rectangle 52">
            <a:extLst>
              <a:ext uri="{FF2B5EF4-FFF2-40B4-BE49-F238E27FC236}">
                <a16:creationId xmlns:a16="http://schemas.microsoft.com/office/drawing/2014/main" id="{DCFDB5BE-5365-3E4E-8A0D-D55B644B610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8897" name="Line 53">
            <a:extLst>
              <a:ext uri="{FF2B5EF4-FFF2-40B4-BE49-F238E27FC236}">
                <a16:creationId xmlns:a16="http://schemas.microsoft.com/office/drawing/2014/main" id="{F20A57A0-A81A-1E44-AFAE-859E29C299B2}"/>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8" name="Rectangle 54">
            <a:extLst>
              <a:ext uri="{FF2B5EF4-FFF2-40B4-BE49-F238E27FC236}">
                <a16:creationId xmlns:a16="http://schemas.microsoft.com/office/drawing/2014/main" id="{BD341A31-8C3A-C041-BFD7-76AD4610E533}"/>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99" name="Rectangle 56">
            <a:extLst>
              <a:ext uri="{FF2B5EF4-FFF2-40B4-BE49-F238E27FC236}">
                <a16:creationId xmlns:a16="http://schemas.microsoft.com/office/drawing/2014/main" id="{D12995E7-F4A3-4E49-88C5-2BA474368A1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900" name="Rectangle 57">
            <a:extLst>
              <a:ext uri="{FF2B5EF4-FFF2-40B4-BE49-F238E27FC236}">
                <a16:creationId xmlns:a16="http://schemas.microsoft.com/office/drawing/2014/main" id="{A7BFC6B1-39E1-D94C-A933-608F6AB6E44B}"/>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901" name="Line 58">
            <a:extLst>
              <a:ext uri="{FF2B5EF4-FFF2-40B4-BE49-F238E27FC236}">
                <a16:creationId xmlns:a16="http://schemas.microsoft.com/office/drawing/2014/main" id="{FCC22492-BB0E-3B42-AB68-75D2E174F39E}"/>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902" name="AutoShape 61">
            <a:extLst>
              <a:ext uri="{FF2B5EF4-FFF2-40B4-BE49-F238E27FC236}">
                <a16:creationId xmlns:a16="http://schemas.microsoft.com/office/drawing/2014/main" id="{84940FFC-6D92-C64F-8988-B69FC3817E0C}"/>
              </a:ext>
            </a:extLst>
          </p:cNvPr>
          <p:cNvSpPr>
            <a:spLocks noChangeArrowheads="1"/>
          </p:cNvSpPr>
          <p:nvPr/>
        </p:nvSpPr>
        <p:spPr bwMode="auto">
          <a:xfrm>
            <a:off x="2303860" y="3543300"/>
            <a:ext cx="5130403" cy="485775"/>
          </a:xfrm>
          <a:prstGeom prst="wedgeRoundRectCallout">
            <a:avLst>
              <a:gd name="adj1" fmla="val -30759"/>
              <a:gd name="adj2" fmla="val -60833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78903" name="幻灯片编号占位符 1">
            <a:extLst>
              <a:ext uri="{FF2B5EF4-FFF2-40B4-BE49-F238E27FC236}">
                <a16:creationId xmlns:a16="http://schemas.microsoft.com/office/drawing/2014/main" id="{18036010-AF06-9740-967C-2E2B3E187A9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3B42F5-6C46-BE49-AD17-9F475F33D4F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921386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0897" name="Line 2">
            <a:extLst>
              <a:ext uri="{FF2B5EF4-FFF2-40B4-BE49-F238E27FC236}">
                <a16:creationId xmlns:a16="http://schemas.microsoft.com/office/drawing/2014/main" id="{67B6BD35-2CFF-4243-B683-EB3F99A6A696}"/>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898" name="Rectangle 3">
            <a:extLst>
              <a:ext uri="{FF2B5EF4-FFF2-40B4-BE49-F238E27FC236}">
                <a16:creationId xmlns:a16="http://schemas.microsoft.com/office/drawing/2014/main" id="{9C19C3D0-4EEC-4B48-9273-15ACFFEC9AC9}"/>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899" name="Rectangle 4">
            <a:extLst>
              <a:ext uri="{FF2B5EF4-FFF2-40B4-BE49-F238E27FC236}">
                <a16:creationId xmlns:a16="http://schemas.microsoft.com/office/drawing/2014/main" id="{7F7A779E-353C-674C-B792-31ED299CCDA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0" name="Line 5">
            <a:extLst>
              <a:ext uri="{FF2B5EF4-FFF2-40B4-BE49-F238E27FC236}">
                <a16:creationId xmlns:a16="http://schemas.microsoft.com/office/drawing/2014/main" id="{DBD007B8-92E9-4745-89AC-3AADF0CA7ECC}"/>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1" name="Rectangle 6">
            <a:extLst>
              <a:ext uri="{FF2B5EF4-FFF2-40B4-BE49-F238E27FC236}">
                <a16:creationId xmlns:a16="http://schemas.microsoft.com/office/drawing/2014/main" id="{49725EC0-9B4D-E94D-ACCF-2C64372E64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2" name="Line 7">
            <a:extLst>
              <a:ext uri="{FF2B5EF4-FFF2-40B4-BE49-F238E27FC236}">
                <a16:creationId xmlns:a16="http://schemas.microsoft.com/office/drawing/2014/main" id="{DDF2FAFF-4555-3946-BD36-D8D7BD48DBE1}"/>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3" name="Rectangle 8">
            <a:extLst>
              <a:ext uri="{FF2B5EF4-FFF2-40B4-BE49-F238E27FC236}">
                <a16:creationId xmlns:a16="http://schemas.microsoft.com/office/drawing/2014/main" id="{7245BCFC-6585-E74F-BD6A-A0492FC8BC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4" name="Line 9">
            <a:extLst>
              <a:ext uri="{FF2B5EF4-FFF2-40B4-BE49-F238E27FC236}">
                <a16:creationId xmlns:a16="http://schemas.microsoft.com/office/drawing/2014/main" id="{19EFB378-3B2C-B644-9879-90CEABF09B7D}"/>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5" name="Rectangle 10">
            <a:extLst>
              <a:ext uri="{FF2B5EF4-FFF2-40B4-BE49-F238E27FC236}">
                <a16:creationId xmlns:a16="http://schemas.microsoft.com/office/drawing/2014/main" id="{CF7E2A42-7C37-DC4E-944E-61E8D82A6B35}"/>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6" name="Rectangle 11">
            <a:extLst>
              <a:ext uri="{FF2B5EF4-FFF2-40B4-BE49-F238E27FC236}">
                <a16:creationId xmlns:a16="http://schemas.microsoft.com/office/drawing/2014/main" id="{5F4DE2D8-CB99-DA42-8426-B2B9903E1B66}"/>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7" name="Rectangle 12">
            <a:extLst>
              <a:ext uri="{FF2B5EF4-FFF2-40B4-BE49-F238E27FC236}">
                <a16:creationId xmlns:a16="http://schemas.microsoft.com/office/drawing/2014/main" id="{38383053-3925-9746-B485-148C661AC297}"/>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8" name="Rectangle 13">
            <a:extLst>
              <a:ext uri="{FF2B5EF4-FFF2-40B4-BE49-F238E27FC236}">
                <a16:creationId xmlns:a16="http://schemas.microsoft.com/office/drawing/2014/main" id="{B21D3830-64E0-B248-B1BA-E56D6A56F96C}"/>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0909" name="Rectangle 14">
            <a:extLst>
              <a:ext uri="{FF2B5EF4-FFF2-40B4-BE49-F238E27FC236}">
                <a16:creationId xmlns:a16="http://schemas.microsoft.com/office/drawing/2014/main" id="{44F34015-85ED-F248-85E3-59E609FFCE2D}"/>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0" name="Rectangle 15">
            <a:extLst>
              <a:ext uri="{FF2B5EF4-FFF2-40B4-BE49-F238E27FC236}">
                <a16:creationId xmlns:a16="http://schemas.microsoft.com/office/drawing/2014/main" id="{AEE6C6B0-7B42-5845-82F7-B04220453798}"/>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1" name="Rectangle 16">
            <a:extLst>
              <a:ext uri="{FF2B5EF4-FFF2-40B4-BE49-F238E27FC236}">
                <a16:creationId xmlns:a16="http://schemas.microsoft.com/office/drawing/2014/main" id="{912C820F-AEC5-CE44-9F98-DD7195296C7E}"/>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2" name="Rectangle 17">
            <a:extLst>
              <a:ext uri="{FF2B5EF4-FFF2-40B4-BE49-F238E27FC236}">
                <a16:creationId xmlns:a16="http://schemas.microsoft.com/office/drawing/2014/main" id="{4DEC8DFE-6F07-9B4C-8C26-0DDE194533B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13" name="Rectangle 18">
            <a:extLst>
              <a:ext uri="{FF2B5EF4-FFF2-40B4-BE49-F238E27FC236}">
                <a16:creationId xmlns:a16="http://schemas.microsoft.com/office/drawing/2014/main" id="{3645D6CF-BF92-C941-9069-A401203A50CC}"/>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14" name="Line 19">
            <a:extLst>
              <a:ext uri="{FF2B5EF4-FFF2-40B4-BE49-F238E27FC236}">
                <a16:creationId xmlns:a16="http://schemas.microsoft.com/office/drawing/2014/main" id="{ADCE6AA3-5794-C846-9344-AC730D944D3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5" name="Line 20">
            <a:extLst>
              <a:ext uri="{FF2B5EF4-FFF2-40B4-BE49-F238E27FC236}">
                <a16:creationId xmlns:a16="http://schemas.microsoft.com/office/drawing/2014/main" id="{700AE0A6-4E82-A74A-9BA5-8E4D77839757}"/>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6" name="Line 21">
            <a:extLst>
              <a:ext uri="{FF2B5EF4-FFF2-40B4-BE49-F238E27FC236}">
                <a16:creationId xmlns:a16="http://schemas.microsoft.com/office/drawing/2014/main" id="{65A22AB5-AAE5-D449-BE93-C62FE71B269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7" name="Line 22">
            <a:extLst>
              <a:ext uri="{FF2B5EF4-FFF2-40B4-BE49-F238E27FC236}">
                <a16:creationId xmlns:a16="http://schemas.microsoft.com/office/drawing/2014/main" id="{A24306C3-0D26-E04A-87C6-9DE380810967}"/>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8" name="Line 23">
            <a:extLst>
              <a:ext uri="{FF2B5EF4-FFF2-40B4-BE49-F238E27FC236}">
                <a16:creationId xmlns:a16="http://schemas.microsoft.com/office/drawing/2014/main" id="{F5CDF0DE-0380-B645-A367-EDFAEB98E858}"/>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9" name="Line 24">
            <a:extLst>
              <a:ext uri="{FF2B5EF4-FFF2-40B4-BE49-F238E27FC236}">
                <a16:creationId xmlns:a16="http://schemas.microsoft.com/office/drawing/2014/main" id="{CB749D9C-825B-2F4B-87A3-5DE0C7CC52C4}"/>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20" name="Rectangle 25">
            <a:extLst>
              <a:ext uri="{FF2B5EF4-FFF2-40B4-BE49-F238E27FC236}">
                <a16:creationId xmlns:a16="http://schemas.microsoft.com/office/drawing/2014/main" id="{364B41D4-B204-BF4F-B6D8-257119E22100}"/>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21" name="Line 26">
            <a:extLst>
              <a:ext uri="{FF2B5EF4-FFF2-40B4-BE49-F238E27FC236}">
                <a16:creationId xmlns:a16="http://schemas.microsoft.com/office/drawing/2014/main" id="{D1BC8147-28CC-D643-B222-17F0315308A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2" name="Line 27">
            <a:extLst>
              <a:ext uri="{FF2B5EF4-FFF2-40B4-BE49-F238E27FC236}">
                <a16:creationId xmlns:a16="http://schemas.microsoft.com/office/drawing/2014/main" id="{6AB9C092-E8BC-8F48-BE73-7F61151D719A}"/>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3" name="Line 28">
            <a:extLst>
              <a:ext uri="{FF2B5EF4-FFF2-40B4-BE49-F238E27FC236}">
                <a16:creationId xmlns:a16="http://schemas.microsoft.com/office/drawing/2014/main" id="{6087FF4D-6F72-5A4A-8900-03013F1E379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4" name="Rectangle 29">
            <a:extLst>
              <a:ext uri="{FF2B5EF4-FFF2-40B4-BE49-F238E27FC236}">
                <a16:creationId xmlns:a16="http://schemas.microsoft.com/office/drawing/2014/main" id="{542A1BAF-3FDB-0749-A411-9813C3E7499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5" name="Line 30">
            <a:extLst>
              <a:ext uri="{FF2B5EF4-FFF2-40B4-BE49-F238E27FC236}">
                <a16:creationId xmlns:a16="http://schemas.microsoft.com/office/drawing/2014/main" id="{AA6F49C7-70A9-EE42-B429-1195C06AC1E3}"/>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26" name="Rectangle 31">
            <a:extLst>
              <a:ext uri="{FF2B5EF4-FFF2-40B4-BE49-F238E27FC236}">
                <a16:creationId xmlns:a16="http://schemas.microsoft.com/office/drawing/2014/main" id="{47919B52-6670-D34F-B5DF-20B40F0D5E89}"/>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7" name="Rectangle 32">
            <a:extLst>
              <a:ext uri="{FF2B5EF4-FFF2-40B4-BE49-F238E27FC236}">
                <a16:creationId xmlns:a16="http://schemas.microsoft.com/office/drawing/2014/main" id="{4675BC31-E0EA-1E4F-9883-27B1103DE1C0}"/>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28" name="Rectangle 33">
            <a:extLst>
              <a:ext uri="{FF2B5EF4-FFF2-40B4-BE49-F238E27FC236}">
                <a16:creationId xmlns:a16="http://schemas.microsoft.com/office/drawing/2014/main" id="{F263D1DA-B690-194E-AF28-E17A701DB172}"/>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29" name="Rectangle 34">
            <a:extLst>
              <a:ext uri="{FF2B5EF4-FFF2-40B4-BE49-F238E27FC236}">
                <a16:creationId xmlns:a16="http://schemas.microsoft.com/office/drawing/2014/main" id="{8FBC3B0A-DD04-524E-830B-A41A83BDAB00}"/>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30" name="Line 35">
            <a:extLst>
              <a:ext uri="{FF2B5EF4-FFF2-40B4-BE49-F238E27FC236}">
                <a16:creationId xmlns:a16="http://schemas.microsoft.com/office/drawing/2014/main" id="{24297356-582B-C848-86DB-095267B9B7DC}"/>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1" name="Line 36">
            <a:extLst>
              <a:ext uri="{FF2B5EF4-FFF2-40B4-BE49-F238E27FC236}">
                <a16:creationId xmlns:a16="http://schemas.microsoft.com/office/drawing/2014/main" id="{390F8BB9-1C4D-4544-A9AB-39856AA63CBD}"/>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2" name="Line 37">
            <a:extLst>
              <a:ext uri="{FF2B5EF4-FFF2-40B4-BE49-F238E27FC236}">
                <a16:creationId xmlns:a16="http://schemas.microsoft.com/office/drawing/2014/main" id="{467165D9-BD63-5E42-B273-6DFF3C7F8C8F}"/>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0933" name="Group 38">
            <a:extLst>
              <a:ext uri="{FF2B5EF4-FFF2-40B4-BE49-F238E27FC236}">
                <a16:creationId xmlns:a16="http://schemas.microsoft.com/office/drawing/2014/main" id="{DB727A4D-9E57-944C-9BE1-35EEE05336FE}"/>
              </a:ext>
            </a:extLst>
          </p:cNvPr>
          <p:cNvGrpSpPr>
            <a:grpSpLocks/>
          </p:cNvGrpSpPr>
          <p:nvPr/>
        </p:nvGrpSpPr>
        <p:grpSpPr bwMode="auto">
          <a:xfrm>
            <a:off x="6706789" y="3027760"/>
            <a:ext cx="741645" cy="482430"/>
            <a:chOff x="2832" y="3024"/>
            <a:chExt cx="429" cy="381"/>
          </a:xfrm>
        </p:grpSpPr>
        <p:sp>
          <p:nvSpPr>
            <p:cNvPr id="80952" name="Rectangle 39">
              <a:extLst>
                <a:ext uri="{FF2B5EF4-FFF2-40B4-BE49-F238E27FC236}">
                  <a16:creationId xmlns:a16="http://schemas.microsoft.com/office/drawing/2014/main" id="{7842C9F4-7639-354F-AB79-A2CCC03F7F6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53" name="Rectangle 40">
              <a:extLst>
                <a:ext uri="{FF2B5EF4-FFF2-40B4-BE49-F238E27FC236}">
                  <a16:creationId xmlns:a16="http://schemas.microsoft.com/office/drawing/2014/main" id="{12C0C02F-F9D5-764F-85B2-7E383AA2E551}"/>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0934" name="Line 41">
            <a:extLst>
              <a:ext uri="{FF2B5EF4-FFF2-40B4-BE49-F238E27FC236}">
                <a16:creationId xmlns:a16="http://schemas.microsoft.com/office/drawing/2014/main" id="{45BF3676-138A-7142-A75C-94F1D3D4ECE4}"/>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5" name="Line 42">
            <a:extLst>
              <a:ext uri="{FF2B5EF4-FFF2-40B4-BE49-F238E27FC236}">
                <a16:creationId xmlns:a16="http://schemas.microsoft.com/office/drawing/2014/main" id="{ED34BB48-5B3E-914A-88C6-F9CEEFAEBF8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6" name="Line 43">
            <a:extLst>
              <a:ext uri="{FF2B5EF4-FFF2-40B4-BE49-F238E27FC236}">
                <a16:creationId xmlns:a16="http://schemas.microsoft.com/office/drawing/2014/main" id="{C82E2AB4-2B2B-3C41-9684-0BFE474ABEF1}"/>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7" name="Rectangle 44">
            <a:extLst>
              <a:ext uri="{FF2B5EF4-FFF2-40B4-BE49-F238E27FC236}">
                <a16:creationId xmlns:a16="http://schemas.microsoft.com/office/drawing/2014/main" id="{410B55F3-5BFD-AE4C-A189-1FB250C4913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38" name="Rectangle 45">
            <a:extLst>
              <a:ext uri="{FF2B5EF4-FFF2-40B4-BE49-F238E27FC236}">
                <a16:creationId xmlns:a16="http://schemas.microsoft.com/office/drawing/2014/main" id="{0DFBB8C9-EF33-D148-8F46-951F0770AA02}"/>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39" name="Line 46">
            <a:extLst>
              <a:ext uri="{FF2B5EF4-FFF2-40B4-BE49-F238E27FC236}">
                <a16:creationId xmlns:a16="http://schemas.microsoft.com/office/drawing/2014/main" id="{715BFB60-D774-6048-99D3-4536A5A4A527}"/>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0" name="Rectangle 47">
            <a:extLst>
              <a:ext uri="{FF2B5EF4-FFF2-40B4-BE49-F238E27FC236}">
                <a16:creationId xmlns:a16="http://schemas.microsoft.com/office/drawing/2014/main" id="{C6D920E6-4599-0345-830D-FB3BCB61FA1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1" name="Rectangle 48">
            <a:extLst>
              <a:ext uri="{FF2B5EF4-FFF2-40B4-BE49-F238E27FC236}">
                <a16:creationId xmlns:a16="http://schemas.microsoft.com/office/drawing/2014/main" id="{6BBA1ED8-EC8A-AD42-9E40-3030806B94D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0942" name="Rectangle 49">
            <a:extLst>
              <a:ext uri="{FF2B5EF4-FFF2-40B4-BE49-F238E27FC236}">
                <a16:creationId xmlns:a16="http://schemas.microsoft.com/office/drawing/2014/main" id="{95784927-DD46-D340-B840-25CDEA2209D9}"/>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43" name="Rectangle 50">
            <a:extLst>
              <a:ext uri="{FF2B5EF4-FFF2-40B4-BE49-F238E27FC236}">
                <a16:creationId xmlns:a16="http://schemas.microsoft.com/office/drawing/2014/main" id="{3DDBCEDC-CA02-C143-B93F-20D41A6B3D91}"/>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44" name="Rectangle 51">
            <a:extLst>
              <a:ext uri="{FF2B5EF4-FFF2-40B4-BE49-F238E27FC236}">
                <a16:creationId xmlns:a16="http://schemas.microsoft.com/office/drawing/2014/main" id="{2A27E1E9-1767-7A42-B042-4FA850988E3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0945" name="Line 52">
            <a:extLst>
              <a:ext uri="{FF2B5EF4-FFF2-40B4-BE49-F238E27FC236}">
                <a16:creationId xmlns:a16="http://schemas.microsoft.com/office/drawing/2014/main" id="{B896ECC2-999A-4C47-BD9A-E53F5952E97E}"/>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6" name="Rectangle 53">
            <a:extLst>
              <a:ext uri="{FF2B5EF4-FFF2-40B4-BE49-F238E27FC236}">
                <a16:creationId xmlns:a16="http://schemas.microsoft.com/office/drawing/2014/main" id="{0BBE9BBD-1522-7F4A-982E-11A31BF80946}"/>
              </a:ext>
            </a:extLst>
          </p:cNvPr>
          <p:cNvSpPr>
            <a:spLocks noChangeArrowheads="1"/>
          </p:cNvSpPr>
          <p:nvPr/>
        </p:nvSpPr>
        <p:spPr bwMode="auto">
          <a:xfrm>
            <a:off x="2356247" y="4441032"/>
            <a:ext cx="67566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80947" name="Rectangle 54">
            <a:extLst>
              <a:ext uri="{FF2B5EF4-FFF2-40B4-BE49-F238E27FC236}">
                <a16:creationId xmlns:a16="http://schemas.microsoft.com/office/drawing/2014/main" id="{DC4B9044-9E66-7048-8878-1331F9DDB35E}"/>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8" name="Rectangle 55">
            <a:extLst>
              <a:ext uri="{FF2B5EF4-FFF2-40B4-BE49-F238E27FC236}">
                <a16:creationId xmlns:a16="http://schemas.microsoft.com/office/drawing/2014/main" id="{5DE0F16A-F001-1743-BAF2-03A8050F0FC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49" name="Line 56">
            <a:extLst>
              <a:ext uri="{FF2B5EF4-FFF2-40B4-BE49-F238E27FC236}">
                <a16:creationId xmlns:a16="http://schemas.microsoft.com/office/drawing/2014/main" id="{F52BC069-2C49-9A4B-A73E-248088272C3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50" name="AutoShape 57">
            <a:extLst>
              <a:ext uri="{FF2B5EF4-FFF2-40B4-BE49-F238E27FC236}">
                <a16:creationId xmlns:a16="http://schemas.microsoft.com/office/drawing/2014/main" id="{5A993DA2-122B-7743-B7CA-D1FDE7F72E2E}"/>
              </a:ext>
            </a:extLst>
          </p:cNvPr>
          <p:cNvSpPr>
            <a:spLocks noChangeArrowheads="1"/>
          </p:cNvSpPr>
          <p:nvPr/>
        </p:nvSpPr>
        <p:spPr bwMode="auto">
          <a:xfrm>
            <a:off x="2195513" y="3544491"/>
            <a:ext cx="5238750" cy="485775"/>
          </a:xfrm>
          <a:prstGeom prst="wedgeRoundRectCallout">
            <a:avLst>
              <a:gd name="adj1" fmla="val -11907"/>
              <a:gd name="adj2" fmla="val -41127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0951" name="幻灯片编号占位符 1">
            <a:extLst>
              <a:ext uri="{FF2B5EF4-FFF2-40B4-BE49-F238E27FC236}">
                <a16:creationId xmlns:a16="http://schemas.microsoft.com/office/drawing/2014/main" id="{74D1EFDD-496C-5042-AC71-8FE76FDE7B4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BBB493C-DDD0-AC44-A9D3-51D555E2C69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940066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945" name="Line 2">
            <a:extLst>
              <a:ext uri="{FF2B5EF4-FFF2-40B4-BE49-F238E27FC236}">
                <a16:creationId xmlns:a16="http://schemas.microsoft.com/office/drawing/2014/main" id="{EDD3588A-E77B-B343-AD0D-4BF897C01758}"/>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6" name="Rectangle 3">
            <a:extLst>
              <a:ext uri="{FF2B5EF4-FFF2-40B4-BE49-F238E27FC236}">
                <a16:creationId xmlns:a16="http://schemas.microsoft.com/office/drawing/2014/main" id="{4FBF9956-E6DE-F34D-9EDA-8EA1F7BC51C7}"/>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47" name="Rectangle 4">
            <a:extLst>
              <a:ext uri="{FF2B5EF4-FFF2-40B4-BE49-F238E27FC236}">
                <a16:creationId xmlns:a16="http://schemas.microsoft.com/office/drawing/2014/main" id="{BFD8C5F0-1069-9442-A01D-6F7957511137}"/>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48" name="Line 5">
            <a:extLst>
              <a:ext uri="{FF2B5EF4-FFF2-40B4-BE49-F238E27FC236}">
                <a16:creationId xmlns:a16="http://schemas.microsoft.com/office/drawing/2014/main" id="{059FDB18-3384-1249-BEA5-9ED25CA6AB1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9" name="Rectangle 6">
            <a:extLst>
              <a:ext uri="{FF2B5EF4-FFF2-40B4-BE49-F238E27FC236}">
                <a16:creationId xmlns:a16="http://schemas.microsoft.com/office/drawing/2014/main" id="{55A746C9-1312-EB47-9D65-A72E9A48C78F}"/>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0" name="Line 7">
            <a:extLst>
              <a:ext uri="{FF2B5EF4-FFF2-40B4-BE49-F238E27FC236}">
                <a16:creationId xmlns:a16="http://schemas.microsoft.com/office/drawing/2014/main" id="{033B992C-0058-DB40-937E-0E7D3F58D993}"/>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1" name="Rectangle 8">
            <a:extLst>
              <a:ext uri="{FF2B5EF4-FFF2-40B4-BE49-F238E27FC236}">
                <a16:creationId xmlns:a16="http://schemas.microsoft.com/office/drawing/2014/main" id="{C7ADF15B-6B0D-664B-A53A-5D9CD0E3D6B5}"/>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2" name="Line 9">
            <a:extLst>
              <a:ext uri="{FF2B5EF4-FFF2-40B4-BE49-F238E27FC236}">
                <a16:creationId xmlns:a16="http://schemas.microsoft.com/office/drawing/2014/main" id="{3E69E1A7-0338-484F-8B33-D1D89E5232E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3" name="Rectangle 10">
            <a:extLst>
              <a:ext uri="{FF2B5EF4-FFF2-40B4-BE49-F238E27FC236}">
                <a16:creationId xmlns:a16="http://schemas.microsoft.com/office/drawing/2014/main" id="{22513917-B1C8-9049-BC65-CE6BC916A7EA}"/>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4" name="Rectangle 11">
            <a:extLst>
              <a:ext uri="{FF2B5EF4-FFF2-40B4-BE49-F238E27FC236}">
                <a16:creationId xmlns:a16="http://schemas.microsoft.com/office/drawing/2014/main" id="{CAF51B4F-28FC-E945-9029-124E16BA376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5" name="Rectangle 12">
            <a:extLst>
              <a:ext uri="{FF2B5EF4-FFF2-40B4-BE49-F238E27FC236}">
                <a16:creationId xmlns:a16="http://schemas.microsoft.com/office/drawing/2014/main" id="{BD6ED57F-57A4-BB44-A8DA-A8FBDE643A1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6" name="Rectangle 13">
            <a:extLst>
              <a:ext uri="{FF2B5EF4-FFF2-40B4-BE49-F238E27FC236}">
                <a16:creationId xmlns:a16="http://schemas.microsoft.com/office/drawing/2014/main" id="{4C86DD4E-EE38-F44A-AFBD-B959F0489E80}"/>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2957" name="Rectangle 14">
            <a:extLst>
              <a:ext uri="{FF2B5EF4-FFF2-40B4-BE49-F238E27FC236}">
                <a16:creationId xmlns:a16="http://schemas.microsoft.com/office/drawing/2014/main" id="{D6C61F5D-9AA7-D741-B884-A7CD986ED20B}"/>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8" name="Rectangle 15">
            <a:extLst>
              <a:ext uri="{FF2B5EF4-FFF2-40B4-BE49-F238E27FC236}">
                <a16:creationId xmlns:a16="http://schemas.microsoft.com/office/drawing/2014/main" id="{9482AED9-C66E-E542-9ADD-583EFED3E01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9" name="Rectangle 16">
            <a:extLst>
              <a:ext uri="{FF2B5EF4-FFF2-40B4-BE49-F238E27FC236}">
                <a16:creationId xmlns:a16="http://schemas.microsoft.com/office/drawing/2014/main" id="{CCACF278-9531-644E-9DCC-EB2DB5F7EC9B}"/>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60" name="Rectangle 17">
            <a:extLst>
              <a:ext uri="{FF2B5EF4-FFF2-40B4-BE49-F238E27FC236}">
                <a16:creationId xmlns:a16="http://schemas.microsoft.com/office/drawing/2014/main" id="{E7C723FF-60B3-8347-AACB-B8C9A4DAFB5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61" name="Rectangle 18">
            <a:extLst>
              <a:ext uri="{FF2B5EF4-FFF2-40B4-BE49-F238E27FC236}">
                <a16:creationId xmlns:a16="http://schemas.microsoft.com/office/drawing/2014/main" id="{C7B0C4EC-57ED-9E45-A4CD-2AE2FCB94DE7}"/>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62" name="Line 19">
            <a:extLst>
              <a:ext uri="{FF2B5EF4-FFF2-40B4-BE49-F238E27FC236}">
                <a16:creationId xmlns:a16="http://schemas.microsoft.com/office/drawing/2014/main" id="{964C2ABA-8EB8-1445-BDCF-0BE558477B14}"/>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3" name="Line 20">
            <a:extLst>
              <a:ext uri="{FF2B5EF4-FFF2-40B4-BE49-F238E27FC236}">
                <a16:creationId xmlns:a16="http://schemas.microsoft.com/office/drawing/2014/main" id="{851BD239-0868-AE4E-A050-D4176323AA4F}"/>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4" name="Line 21">
            <a:extLst>
              <a:ext uri="{FF2B5EF4-FFF2-40B4-BE49-F238E27FC236}">
                <a16:creationId xmlns:a16="http://schemas.microsoft.com/office/drawing/2014/main" id="{00332D7F-D691-A64B-AD94-6B7B23A8A8AD}"/>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5" name="Line 22">
            <a:extLst>
              <a:ext uri="{FF2B5EF4-FFF2-40B4-BE49-F238E27FC236}">
                <a16:creationId xmlns:a16="http://schemas.microsoft.com/office/drawing/2014/main" id="{1EF2E273-B6BA-C648-A5DD-CEF1462CA78A}"/>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6" name="Line 23">
            <a:extLst>
              <a:ext uri="{FF2B5EF4-FFF2-40B4-BE49-F238E27FC236}">
                <a16:creationId xmlns:a16="http://schemas.microsoft.com/office/drawing/2014/main" id="{2BC5592B-599F-F040-AED6-F37E17C40B5A}"/>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7" name="Line 24">
            <a:extLst>
              <a:ext uri="{FF2B5EF4-FFF2-40B4-BE49-F238E27FC236}">
                <a16:creationId xmlns:a16="http://schemas.microsoft.com/office/drawing/2014/main" id="{4B854183-4159-734B-9085-82C2EECC9E0E}"/>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68" name="Rectangle 25">
            <a:extLst>
              <a:ext uri="{FF2B5EF4-FFF2-40B4-BE49-F238E27FC236}">
                <a16:creationId xmlns:a16="http://schemas.microsoft.com/office/drawing/2014/main" id="{B7227E0B-4F5A-3A41-8A44-B696D7C8FEF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69" name="Line 26">
            <a:extLst>
              <a:ext uri="{FF2B5EF4-FFF2-40B4-BE49-F238E27FC236}">
                <a16:creationId xmlns:a16="http://schemas.microsoft.com/office/drawing/2014/main" id="{B75F78D7-4069-9F48-8FEB-71BEE4ABD2FC}"/>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0" name="Line 27">
            <a:extLst>
              <a:ext uri="{FF2B5EF4-FFF2-40B4-BE49-F238E27FC236}">
                <a16:creationId xmlns:a16="http://schemas.microsoft.com/office/drawing/2014/main" id="{D86D6BE4-A5D2-D349-B2BB-CE1691EBA08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1" name="Line 28">
            <a:extLst>
              <a:ext uri="{FF2B5EF4-FFF2-40B4-BE49-F238E27FC236}">
                <a16:creationId xmlns:a16="http://schemas.microsoft.com/office/drawing/2014/main" id="{D7ECC28B-ABAF-7F40-B76F-56870682B8BB}"/>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2" name="Rectangle 29">
            <a:extLst>
              <a:ext uri="{FF2B5EF4-FFF2-40B4-BE49-F238E27FC236}">
                <a16:creationId xmlns:a16="http://schemas.microsoft.com/office/drawing/2014/main" id="{5F8BB5BF-6658-3E41-B8AB-EB561752E945}"/>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3" name="Line 30">
            <a:extLst>
              <a:ext uri="{FF2B5EF4-FFF2-40B4-BE49-F238E27FC236}">
                <a16:creationId xmlns:a16="http://schemas.microsoft.com/office/drawing/2014/main" id="{625E73F5-1881-5343-8211-488CE21785D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4" name="Rectangle 31">
            <a:extLst>
              <a:ext uri="{FF2B5EF4-FFF2-40B4-BE49-F238E27FC236}">
                <a16:creationId xmlns:a16="http://schemas.microsoft.com/office/drawing/2014/main" id="{1CC5E971-2E78-754F-958C-6E305D925934}"/>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5" name="Rectangle 32">
            <a:extLst>
              <a:ext uri="{FF2B5EF4-FFF2-40B4-BE49-F238E27FC236}">
                <a16:creationId xmlns:a16="http://schemas.microsoft.com/office/drawing/2014/main" id="{25F3F4F0-514C-394A-8808-C5BB255D58E5}"/>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76" name="Rectangle 33">
            <a:extLst>
              <a:ext uri="{FF2B5EF4-FFF2-40B4-BE49-F238E27FC236}">
                <a16:creationId xmlns:a16="http://schemas.microsoft.com/office/drawing/2014/main" id="{10CA903E-6042-C34F-8C5B-8C8900DF6503}"/>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7" name="Rectangle 34">
            <a:extLst>
              <a:ext uri="{FF2B5EF4-FFF2-40B4-BE49-F238E27FC236}">
                <a16:creationId xmlns:a16="http://schemas.microsoft.com/office/drawing/2014/main" id="{90FB05D9-7DA9-B94F-BF76-37380B3B6B6A}"/>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8" name="Line 35">
            <a:extLst>
              <a:ext uri="{FF2B5EF4-FFF2-40B4-BE49-F238E27FC236}">
                <a16:creationId xmlns:a16="http://schemas.microsoft.com/office/drawing/2014/main" id="{668202BB-5C5B-BE4C-85A8-5730AC2E8869}"/>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9" name="Line 36">
            <a:extLst>
              <a:ext uri="{FF2B5EF4-FFF2-40B4-BE49-F238E27FC236}">
                <a16:creationId xmlns:a16="http://schemas.microsoft.com/office/drawing/2014/main" id="{9632A6D3-69ED-FE45-8421-741FB4A92B0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0" name="Line 37">
            <a:extLst>
              <a:ext uri="{FF2B5EF4-FFF2-40B4-BE49-F238E27FC236}">
                <a16:creationId xmlns:a16="http://schemas.microsoft.com/office/drawing/2014/main" id="{4DD8D55F-AF9A-C147-8135-9C9355C3BC6D}"/>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2981" name="Group 38">
            <a:extLst>
              <a:ext uri="{FF2B5EF4-FFF2-40B4-BE49-F238E27FC236}">
                <a16:creationId xmlns:a16="http://schemas.microsoft.com/office/drawing/2014/main" id="{7F11E9E8-1CEF-9D4F-881A-00F661A3F7F2}"/>
              </a:ext>
            </a:extLst>
          </p:cNvPr>
          <p:cNvGrpSpPr>
            <a:grpSpLocks/>
          </p:cNvGrpSpPr>
          <p:nvPr/>
        </p:nvGrpSpPr>
        <p:grpSpPr bwMode="auto">
          <a:xfrm>
            <a:off x="6706789" y="3027760"/>
            <a:ext cx="741645" cy="482430"/>
            <a:chOff x="2832" y="3024"/>
            <a:chExt cx="429" cy="381"/>
          </a:xfrm>
        </p:grpSpPr>
        <p:sp>
          <p:nvSpPr>
            <p:cNvPr id="83000" name="Rectangle 39">
              <a:extLst>
                <a:ext uri="{FF2B5EF4-FFF2-40B4-BE49-F238E27FC236}">
                  <a16:creationId xmlns:a16="http://schemas.microsoft.com/office/drawing/2014/main" id="{93CB197F-13BA-0049-98EF-85A01B4D31F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3001" name="Rectangle 40">
              <a:extLst>
                <a:ext uri="{FF2B5EF4-FFF2-40B4-BE49-F238E27FC236}">
                  <a16:creationId xmlns:a16="http://schemas.microsoft.com/office/drawing/2014/main" id="{0E0AFAD0-6454-E149-89A2-987F53EC3FF5}"/>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2982" name="Line 41">
            <a:extLst>
              <a:ext uri="{FF2B5EF4-FFF2-40B4-BE49-F238E27FC236}">
                <a16:creationId xmlns:a16="http://schemas.microsoft.com/office/drawing/2014/main" id="{406DDE6B-BBBB-4243-9105-FCCB106F24C1}"/>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3" name="Line 42">
            <a:extLst>
              <a:ext uri="{FF2B5EF4-FFF2-40B4-BE49-F238E27FC236}">
                <a16:creationId xmlns:a16="http://schemas.microsoft.com/office/drawing/2014/main" id="{30A69477-CF97-D54E-A571-668ACF21ED3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4" name="Line 43">
            <a:extLst>
              <a:ext uri="{FF2B5EF4-FFF2-40B4-BE49-F238E27FC236}">
                <a16:creationId xmlns:a16="http://schemas.microsoft.com/office/drawing/2014/main" id="{D9719CDB-E76B-7845-9247-4BE47AD7303E}"/>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5" name="Rectangle 44">
            <a:extLst>
              <a:ext uri="{FF2B5EF4-FFF2-40B4-BE49-F238E27FC236}">
                <a16:creationId xmlns:a16="http://schemas.microsoft.com/office/drawing/2014/main" id="{9538B462-4FFE-1549-BAE2-4261D5CD088E}"/>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86" name="Rectangle 45">
            <a:extLst>
              <a:ext uri="{FF2B5EF4-FFF2-40B4-BE49-F238E27FC236}">
                <a16:creationId xmlns:a16="http://schemas.microsoft.com/office/drawing/2014/main" id="{D9EA2228-ED16-F54E-90EC-33B891E22B7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87" name="Line 46">
            <a:extLst>
              <a:ext uri="{FF2B5EF4-FFF2-40B4-BE49-F238E27FC236}">
                <a16:creationId xmlns:a16="http://schemas.microsoft.com/office/drawing/2014/main" id="{837F2D2D-9F85-5849-BBB4-736AC032B0BB}"/>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8" name="Rectangle 47">
            <a:extLst>
              <a:ext uri="{FF2B5EF4-FFF2-40B4-BE49-F238E27FC236}">
                <a16:creationId xmlns:a16="http://schemas.microsoft.com/office/drawing/2014/main" id="{F8C9399F-8123-EF4E-9A04-A46034CF13A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89" name="Rectangle 48">
            <a:extLst>
              <a:ext uri="{FF2B5EF4-FFF2-40B4-BE49-F238E27FC236}">
                <a16:creationId xmlns:a16="http://schemas.microsoft.com/office/drawing/2014/main" id="{CA34B41B-C4FE-6C45-BF3D-62C4D914DF9C}"/>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2990" name="Rectangle 49">
            <a:extLst>
              <a:ext uri="{FF2B5EF4-FFF2-40B4-BE49-F238E27FC236}">
                <a16:creationId xmlns:a16="http://schemas.microsoft.com/office/drawing/2014/main" id="{699B2E45-FAC7-424C-9FBB-82E94781B4CE}"/>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91" name="Rectangle 50">
            <a:extLst>
              <a:ext uri="{FF2B5EF4-FFF2-40B4-BE49-F238E27FC236}">
                <a16:creationId xmlns:a16="http://schemas.microsoft.com/office/drawing/2014/main" id="{D3780B1F-643C-EB44-AF28-409E9618AC34}"/>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92" name="Rectangle 51">
            <a:extLst>
              <a:ext uri="{FF2B5EF4-FFF2-40B4-BE49-F238E27FC236}">
                <a16:creationId xmlns:a16="http://schemas.microsoft.com/office/drawing/2014/main" id="{B2711AB1-4073-3842-A475-DA9459ECEB77}"/>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2993" name="Line 52">
            <a:extLst>
              <a:ext uri="{FF2B5EF4-FFF2-40B4-BE49-F238E27FC236}">
                <a16:creationId xmlns:a16="http://schemas.microsoft.com/office/drawing/2014/main" id="{95CF74F4-9F49-EC44-AAFC-1AC3424EEAE1}"/>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4" name="Rectangle 53">
            <a:extLst>
              <a:ext uri="{FF2B5EF4-FFF2-40B4-BE49-F238E27FC236}">
                <a16:creationId xmlns:a16="http://schemas.microsoft.com/office/drawing/2014/main" id="{7010F822-F8DE-114B-9788-D57AFAC6D63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5" name="Rectangle 54">
            <a:extLst>
              <a:ext uri="{FF2B5EF4-FFF2-40B4-BE49-F238E27FC236}">
                <a16:creationId xmlns:a16="http://schemas.microsoft.com/office/drawing/2014/main" id="{0EC6E43E-01CA-864D-9976-9A4552EC59B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96" name="Rectangle 55">
            <a:extLst>
              <a:ext uri="{FF2B5EF4-FFF2-40B4-BE49-F238E27FC236}">
                <a16:creationId xmlns:a16="http://schemas.microsoft.com/office/drawing/2014/main" id="{5CCC1CED-08F6-3A4A-B409-7A096154C280}"/>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7" name="Line 56">
            <a:extLst>
              <a:ext uri="{FF2B5EF4-FFF2-40B4-BE49-F238E27FC236}">
                <a16:creationId xmlns:a16="http://schemas.microsoft.com/office/drawing/2014/main" id="{31DFE41C-DC3D-874D-BA88-15FF10AD7328}"/>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8" name="AutoShape 57">
            <a:extLst>
              <a:ext uri="{FF2B5EF4-FFF2-40B4-BE49-F238E27FC236}">
                <a16:creationId xmlns:a16="http://schemas.microsoft.com/office/drawing/2014/main" id="{66403C67-BCD1-694F-A037-24EBAB338C96}"/>
              </a:ext>
            </a:extLst>
          </p:cNvPr>
          <p:cNvSpPr>
            <a:spLocks noChangeArrowheads="1"/>
          </p:cNvSpPr>
          <p:nvPr/>
        </p:nvSpPr>
        <p:spPr bwMode="auto">
          <a:xfrm>
            <a:off x="2250282" y="3544491"/>
            <a:ext cx="5183981" cy="485775"/>
          </a:xfrm>
          <a:prstGeom prst="wedgeRoundRectCallout">
            <a:avLst>
              <a:gd name="adj1" fmla="val 667"/>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2999" name="幻灯片编号占位符 1">
            <a:extLst>
              <a:ext uri="{FF2B5EF4-FFF2-40B4-BE49-F238E27FC236}">
                <a16:creationId xmlns:a16="http://schemas.microsoft.com/office/drawing/2014/main" id="{0BF888A9-C06E-9647-BDA5-142C38C28D0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5F7D5B4-11B6-4143-BA5B-F62F11FDC9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770021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4993" name="Line 2">
            <a:extLst>
              <a:ext uri="{FF2B5EF4-FFF2-40B4-BE49-F238E27FC236}">
                <a16:creationId xmlns:a16="http://schemas.microsoft.com/office/drawing/2014/main" id="{389F3C2D-D517-4842-A248-2AE98F070D3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4" name="Rectangle 3">
            <a:extLst>
              <a:ext uri="{FF2B5EF4-FFF2-40B4-BE49-F238E27FC236}">
                <a16:creationId xmlns:a16="http://schemas.microsoft.com/office/drawing/2014/main" id="{FDCF3316-4056-0441-B35D-C22A80A11F2C}"/>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bit</a:t>
            </a:r>
          </a:p>
        </p:txBody>
      </p:sp>
      <p:sp>
        <p:nvSpPr>
          <p:cNvPr id="84995" name="Rectangle 4">
            <a:extLst>
              <a:ext uri="{FF2B5EF4-FFF2-40B4-BE49-F238E27FC236}">
                <a16:creationId xmlns:a16="http://schemas.microsoft.com/office/drawing/2014/main" id="{4B77C930-C6C7-044D-BC8B-BCBD22E6B519}"/>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4996" name="Line 5">
            <a:extLst>
              <a:ext uri="{FF2B5EF4-FFF2-40B4-BE49-F238E27FC236}">
                <a16:creationId xmlns:a16="http://schemas.microsoft.com/office/drawing/2014/main" id="{33B11DB2-DEE6-2048-BC21-5C0BDA901B9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7" name="Rectangle 6">
            <a:extLst>
              <a:ext uri="{FF2B5EF4-FFF2-40B4-BE49-F238E27FC236}">
                <a16:creationId xmlns:a16="http://schemas.microsoft.com/office/drawing/2014/main" id="{DC515A69-3B94-F745-A8FD-B7E50FC010A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4998" name="Line 7">
            <a:extLst>
              <a:ext uri="{FF2B5EF4-FFF2-40B4-BE49-F238E27FC236}">
                <a16:creationId xmlns:a16="http://schemas.microsoft.com/office/drawing/2014/main" id="{B2768586-6657-5D4E-9DBD-A37BC3539F59}"/>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9" name="Rectangle 8">
            <a:extLst>
              <a:ext uri="{FF2B5EF4-FFF2-40B4-BE49-F238E27FC236}">
                <a16:creationId xmlns:a16="http://schemas.microsoft.com/office/drawing/2014/main" id="{2115C672-F075-C14C-862E-1AAC0868D07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0" name="Line 9">
            <a:extLst>
              <a:ext uri="{FF2B5EF4-FFF2-40B4-BE49-F238E27FC236}">
                <a16:creationId xmlns:a16="http://schemas.microsoft.com/office/drawing/2014/main" id="{E93AE883-671E-2644-81DB-DA8896F0930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01" name="Rectangle 10">
            <a:extLst>
              <a:ext uri="{FF2B5EF4-FFF2-40B4-BE49-F238E27FC236}">
                <a16:creationId xmlns:a16="http://schemas.microsoft.com/office/drawing/2014/main" id="{178195F9-CA1C-A94F-A82F-7D62D755E8E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2" name="Rectangle 11">
            <a:extLst>
              <a:ext uri="{FF2B5EF4-FFF2-40B4-BE49-F238E27FC236}">
                <a16:creationId xmlns:a16="http://schemas.microsoft.com/office/drawing/2014/main" id="{213F4698-FC2F-2B45-87D8-BBB62D6C1042}"/>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3" name="Rectangle 12">
            <a:extLst>
              <a:ext uri="{FF2B5EF4-FFF2-40B4-BE49-F238E27FC236}">
                <a16:creationId xmlns:a16="http://schemas.microsoft.com/office/drawing/2014/main" id="{60E1F877-1814-7944-83A6-A1D578E16276}"/>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4" name="Rectangle 13">
            <a:extLst>
              <a:ext uri="{FF2B5EF4-FFF2-40B4-BE49-F238E27FC236}">
                <a16:creationId xmlns:a16="http://schemas.microsoft.com/office/drawing/2014/main" id="{FD70DED4-5550-D942-90E4-E96BA49E571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5005" name="Rectangle 14">
            <a:extLst>
              <a:ext uri="{FF2B5EF4-FFF2-40B4-BE49-F238E27FC236}">
                <a16:creationId xmlns:a16="http://schemas.microsoft.com/office/drawing/2014/main" id="{0F1051D9-5729-1349-AD42-6339ADA571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6" name="Rectangle 15">
            <a:extLst>
              <a:ext uri="{FF2B5EF4-FFF2-40B4-BE49-F238E27FC236}">
                <a16:creationId xmlns:a16="http://schemas.microsoft.com/office/drawing/2014/main" id="{0F5E260C-DB6A-4E45-82DC-32BB60C760F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7" name="Rectangle 16">
            <a:extLst>
              <a:ext uri="{FF2B5EF4-FFF2-40B4-BE49-F238E27FC236}">
                <a16:creationId xmlns:a16="http://schemas.microsoft.com/office/drawing/2014/main" id="{AF674B4D-9593-1640-8B94-0489EA001AF1}"/>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8" name="Rectangle 17">
            <a:extLst>
              <a:ext uri="{FF2B5EF4-FFF2-40B4-BE49-F238E27FC236}">
                <a16:creationId xmlns:a16="http://schemas.microsoft.com/office/drawing/2014/main" id="{FFF9D4C1-22AD-B545-92B4-CB10E889E9F0}"/>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09" name="Rectangle 18">
            <a:extLst>
              <a:ext uri="{FF2B5EF4-FFF2-40B4-BE49-F238E27FC236}">
                <a16:creationId xmlns:a16="http://schemas.microsoft.com/office/drawing/2014/main" id="{878B32A2-D5E5-5246-B963-C2E9BA29784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10" name="Line 19">
            <a:extLst>
              <a:ext uri="{FF2B5EF4-FFF2-40B4-BE49-F238E27FC236}">
                <a16:creationId xmlns:a16="http://schemas.microsoft.com/office/drawing/2014/main" id="{270816C1-7DF6-DA4F-B7C9-9C975AF06E6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1" name="Line 20">
            <a:extLst>
              <a:ext uri="{FF2B5EF4-FFF2-40B4-BE49-F238E27FC236}">
                <a16:creationId xmlns:a16="http://schemas.microsoft.com/office/drawing/2014/main" id="{A833A652-F773-AB4C-8848-1C7EE85A4ED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2" name="Line 21">
            <a:extLst>
              <a:ext uri="{FF2B5EF4-FFF2-40B4-BE49-F238E27FC236}">
                <a16:creationId xmlns:a16="http://schemas.microsoft.com/office/drawing/2014/main" id="{02BEA72B-84A3-A942-8846-BB59F721E5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3" name="Line 22">
            <a:extLst>
              <a:ext uri="{FF2B5EF4-FFF2-40B4-BE49-F238E27FC236}">
                <a16:creationId xmlns:a16="http://schemas.microsoft.com/office/drawing/2014/main" id="{E7063AE1-CCFF-9545-B9CE-46AC5AB6863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4" name="Line 23">
            <a:extLst>
              <a:ext uri="{FF2B5EF4-FFF2-40B4-BE49-F238E27FC236}">
                <a16:creationId xmlns:a16="http://schemas.microsoft.com/office/drawing/2014/main" id="{15E77A41-649D-E64F-925E-6F16E7DFDD1D}"/>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5" name="Line 24">
            <a:extLst>
              <a:ext uri="{FF2B5EF4-FFF2-40B4-BE49-F238E27FC236}">
                <a16:creationId xmlns:a16="http://schemas.microsoft.com/office/drawing/2014/main" id="{E4507521-3C49-0944-AE4D-75BF2CE639A0}"/>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16" name="Rectangle 25">
            <a:extLst>
              <a:ext uri="{FF2B5EF4-FFF2-40B4-BE49-F238E27FC236}">
                <a16:creationId xmlns:a16="http://schemas.microsoft.com/office/drawing/2014/main" id="{320A814C-81B6-A04C-A392-0FD038DF3D4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17" name="Line 26">
            <a:extLst>
              <a:ext uri="{FF2B5EF4-FFF2-40B4-BE49-F238E27FC236}">
                <a16:creationId xmlns:a16="http://schemas.microsoft.com/office/drawing/2014/main" id="{2E61F863-96AE-DE4C-A47F-59E10BA335F9}"/>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8" name="Line 27">
            <a:extLst>
              <a:ext uri="{FF2B5EF4-FFF2-40B4-BE49-F238E27FC236}">
                <a16:creationId xmlns:a16="http://schemas.microsoft.com/office/drawing/2014/main" id="{354412B6-D51D-F448-9EE2-1205C7E572E9}"/>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9" name="Line 28">
            <a:extLst>
              <a:ext uri="{FF2B5EF4-FFF2-40B4-BE49-F238E27FC236}">
                <a16:creationId xmlns:a16="http://schemas.microsoft.com/office/drawing/2014/main" id="{001B4A55-0C1A-664F-B02F-21AF78B8146D}"/>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0" name="Rectangle 29">
            <a:extLst>
              <a:ext uri="{FF2B5EF4-FFF2-40B4-BE49-F238E27FC236}">
                <a16:creationId xmlns:a16="http://schemas.microsoft.com/office/drawing/2014/main" id="{5E684B32-CA0F-4F48-A60B-96C1044217C3}"/>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1" name="Line 30">
            <a:extLst>
              <a:ext uri="{FF2B5EF4-FFF2-40B4-BE49-F238E27FC236}">
                <a16:creationId xmlns:a16="http://schemas.microsoft.com/office/drawing/2014/main" id="{977543AB-9024-534C-8DA4-62D51B78F070}"/>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2" name="Rectangle 31">
            <a:extLst>
              <a:ext uri="{FF2B5EF4-FFF2-40B4-BE49-F238E27FC236}">
                <a16:creationId xmlns:a16="http://schemas.microsoft.com/office/drawing/2014/main" id="{001E47CC-FF3C-3540-8124-6D713A1B3A8F}"/>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3" name="Rectangle 32">
            <a:extLst>
              <a:ext uri="{FF2B5EF4-FFF2-40B4-BE49-F238E27FC236}">
                <a16:creationId xmlns:a16="http://schemas.microsoft.com/office/drawing/2014/main" id="{AC2153C7-E1F3-7446-854C-F6C9D8AC359F}"/>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24" name="Rectangle 33">
            <a:extLst>
              <a:ext uri="{FF2B5EF4-FFF2-40B4-BE49-F238E27FC236}">
                <a16:creationId xmlns:a16="http://schemas.microsoft.com/office/drawing/2014/main" id="{38C9426F-90A4-1B4D-A779-9466A10F574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5" name="Rectangle 34">
            <a:extLst>
              <a:ext uri="{FF2B5EF4-FFF2-40B4-BE49-F238E27FC236}">
                <a16:creationId xmlns:a16="http://schemas.microsoft.com/office/drawing/2014/main" id="{24583BDB-B0A6-6A40-8211-0ACB8007D13E}"/>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6" name="Line 35">
            <a:extLst>
              <a:ext uri="{FF2B5EF4-FFF2-40B4-BE49-F238E27FC236}">
                <a16:creationId xmlns:a16="http://schemas.microsoft.com/office/drawing/2014/main" id="{C2AAC4C8-F630-894B-A1FA-534BC3623B0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7" name="Line 36">
            <a:extLst>
              <a:ext uri="{FF2B5EF4-FFF2-40B4-BE49-F238E27FC236}">
                <a16:creationId xmlns:a16="http://schemas.microsoft.com/office/drawing/2014/main" id="{B165CE3F-D63D-EA45-BF50-037A5B7A255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8" name="Line 37">
            <a:extLst>
              <a:ext uri="{FF2B5EF4-FFF2-40B4-BE49-F238E27FC236}">
                <a16:creationId xmlns:a16="http://schemas.microsoft.com/office/drawing/2014/main" id="{B2CE46FD-B4E7-BB4F-BE16-A0DE421FB72A}"/>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5029" name="Group 38">
            <a:extLst>
              <a:ext uri="{FF2B5EF4-FFF2-40B4-BE49-F238E27FC236}">
                <a16:creationId xmlns:a16="http://schemas.microsoft.com/office/drawing/2014/main" id="{B08C282E-15D3-B147-B416-25D866A06BB3}"/>
              </a:ext>
            </a:extLst>
          </p:cNvPr>
          <p:cNvGrpSpPr>
            <a:grpSpLocks/>
          </p:cNvGrpSpPr>
          <p:nvPr/>
        </p:nvGrpSpPr>
        <p:grpSpPr bwMode="auto">
          <a:xfrm>
            <a:off x="6706789" y="3027760"/>
            <a:ext cx="741645" cy="482430"/>
            <a:chOff x="2832" y="3024"/>
            <a:chExt cx="429" cy="381"/>
          </a:xfrm>
        </p:grpSpPr>
        <p:sp>
          <p:nvSpPr>
            <p:cNvPr id="85048" name="Rectangle 39">
              <a:extLst>
                <a:ext uri="{FF2B5EF4-FFF2-40B4-BE49-F238E27FC236}">
                  <a16:creationId xmlns:a16="http://schemas.microsoft.com/office/drawing/2014/main" id="{EB00B2E2-645E-7E49-AE80-C037E834AD5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49" name="Rectangle 40">
              <a:extLst>
                <a:ext uri="{FF2B5EF4-FFF2-40B4-BE49-F238E27FC236}">
                  <a16:creationId xmlns:a16="http://schemas.microsoft.com/office/drawing/2014/main" id="{66A2A239-54A5-B843-833E-17E5A14972B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5030" name="Line 41">
            <a:extLst>
              <a:ext uri="{FF2B5EF4-FFF2-40B4-BE49-F238E27FC236}">
                <a16:creationId xmlns:a16="http://schemas.microsoft.com/office/drawing/2014/main" id="{85D1F738-37A0-A647-B999-721152956435}"/>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1" name="Line 42">
            <a:extLst>
              <a:ext uri="{FF2B5EF4-FFF2-40B4-BE49-F238E27FC236}">
                <a16:creationId xmlns:a16="http://schemas.microsoft.com/office/drawing/2014/main" id="{24326852-6DF3-BD4E-BC02-B73CD9AD7B6E}"/>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2" name="Line 43">
            <a:extLst>
              <a:ext uri="{FF2B5EF4-FFF2-40B4-BE49-F238E27FC236}">
                <a16:creationId xmlns:a16="http://schemas.microsoft.com/office/drawing/2014/main" id="{EB4EEF97-D80B-294D-9BB1-BC2795446BB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3" name="Rectangle 44">
            <a:extLst>
              <a:ext uri="{FF2B5EF4-FFF2-40B4-BE49-F238E27FC236}">
                <a16:creationId xmlns:a16="http://schemas.microsoft.com/office/drawing/2014/main" id="{1C050003-3EA4-8E4E-ADE3-8B43CD03FEF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4" name="Rectangle 45">
            <a:extLst>
              <a:ext uri="{FF2B5EF4-FFF2-40B4-BE49-F238E27FC236}">
                <a16:creationId xmlns:a16="http://schemas.microsoft.com/office/drawing/2014/main" id="{D4EC31F9-5FBE-6048-91BF-8155EF79ACB1}"/>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35" name="Line 46">
            <a:extLst>
              <a:ext uri="{FF2B5EF4-FFF2-40B4-BE49-F238E27FC236}">
                <a16:creationId xmlns:a16="http://schemas.microsoft.com/office/drawing/2014/main" id="{6FF49AB4-C0CB-5748-9AD6-ED7AFA21ED45}"/>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36" name="Rectangle 47">
            <a:extLst>
              <a:ext uri="{FF2B5EF4-FFF2-40B4-BE49-F238E27FC236}">
                <a16:creationId xmlns:a16="http://schemas.microsoft.com/office/drawing/2014/main" id="{3963C0DD-56F7-9F48-BA5C-C3D1982C3A5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37" name="Rectangle 48">
            <a:extLst>
              <a:ext uri="{FF2B5EF4-FFF2-40B4-BE49-F238E27FC236}">
                <a16:creationId xmlns:a16="http://schemas.microsoft.com/office/drawing/2014/main" id="{A22FE4A9-E337-F642-A054-274A9AC419E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5038" name="Rectangle 49">
            <a:extLst>
              <a:ext uri="{FF2B5EF4-FFF2-40B4-BE49-F238E27FC236}">
                <a16:creationId xmlns:a16="http://schemas.microsoft.com/office/drawing/2014/main" id="{CD375CA9-7BB3-1C43-89D0-7BA591D90D7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9" name="Rectangle 50">
            <a:extLst>
              <a:ext uri="{FF2B5EF4-FFF2-40B4-BE49-F238E27FC236}">
                <a16:creationId xmlns:a16="http://schemas.microsoft.com/office/drawing/2014/main" id="{4FFFC6DD-FD6B-344B-AFA3-5E661B4D95D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40" name="Rectangle 51">
            <a:extLst>
              <a:ext uri="{FF2B5EF4-FFF2-40B4-BE49-F238E27FC236}">
                <a16:creationId xmlns:a16="http://schemas.microsoft.com/office/drawing/2014/main" id="{5874D30C-9928-5048-83BC-CAB09CA0F8A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5041" name="Line 52">
            <a:extLst>
              <a:ext uri="{FF2B5EF4-FFF2-40B4-BE49-F238E27FC236}">
                <a16:creationId xmlns:a16="http://schemas.microsoft.com/office/drawing/2014/main" id="{A5C9E845-C8AF-E04C-9456-19AF8C39EBD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2" name="Rectangle 53">
            <a:extLst>
              <a:ext uri="{FF2B5EF4-FFF2-40B4-BE49-F238E27FC236}">
                <a16:creationId xmlns:a16="http://schemas.microsoft.com/office/drawing/2014/main" id="{61871E29-512A-314E-9107-0BACD4E50B11}"/>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3" name="Rectangle 54">
            <a:extLst>
              <a:ext uri="{FF2B5EF4-FFF2-40B4-BE49-F238E27FC236}">
                <a16:creationId xmlns:a16="http://schemas.microsoft.com/office/drawing/2014/main" id="{73A68750-7DDB-4D4C-95FE-35F0532D4F2D}"/>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44" name="Rectangle 55">
            <a:extLst>
              <a:ext uri="{FF2B5EF4-FFF2-40B4-BE49-F238E27FC236}">
                <a16:creationId xmlns:a16="http://schemas.microsoft.com/office/drawing/2014/main" id="{3711CAE0-BA91-784B-B726-BBBC74800A34}"/>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5" name="Line 56">
            <a:extLst>
              <a:ext uri="{FF2B5EF4-FFF2-40B4-BE49-F238E27FC236}">
                <a16:creationId xmlns:a16="http://schemas.microsoft.com/office/drawing/2014/main" id="{2E660265-C80E-A040-B51D-B183D5309457}"/>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6" name="AutoShape 57">
            <a:extLst>
              <a:ext uri="{FF2B5EF4-FFF2-40B4-BE49-F238E27FC236}">
                <a16:creationId xmlns:a16="http://schemas.microsoft.com/office/drawing/2014/main" id="{FE4E1A47-63F6-594D-A275-59F64A98FCAA}"/>
              </a:ext>
            </a:extLst>
          </p:cNvPr>
          <p:cNvSpPr>
            <a:spLocks noChangeArrowheads="1"/>
          </p:cNvSpPr>
          <p:nvPr/>
        </p:nvSpPr>
        <p:spPr bwMode="auto">
          <a:xfrm>
            <a:off x="2303860" y="3544491"/>
            <a:ext cx="5345906" cy="485775"/>
          </a:xfrm>
          <a:prstGeom prst="wedgeRoundRectCallout">
            <a:avLst>
              <a:gd name="adj1" fmla="val -1069"/>
              <a:gd name="adj2" fmla="val -620097"/>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5047" name="幻灯片编号占位符 1">
            <a:extLst>
              <a:ext uri="{FF2B5EF4-FFF2-40B4-BE49-F238E27FC236}">
                <a16:creationId xmlns:a16="http://schemas.microsoft.com/office/drawing/2014/main" id="{C65136BB-592F-F248-8099-AB04D4CD82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44D8F0-27CE-1B46-990A-EA8BEE8FDE6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67218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7041" name="Line 2">
            <a:extLst>
              <a:ext uri="{FF2B5EF4-FFF2-40B4-BE49-F238E27FC236}">
                <a16:creationId xmlns:a16="http://schemas.microsoft.com/office/drawing/2014/main" id="{F9CFB270-0DA2-3D4F-BA6A-5F0EB91C3314}"/>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2" name="Rectangle 3">
            <a:extLst>
              <a:ext uri="{FF2B5EF4-FFF2-40B4-BE49-F238E27FC236}">
                <a16:creationId xmlns:a16="http://schemas.microsoft.com/office/drawing/2014/main" id="{98CDC4E4-3749-2E44-A53B-711B0F915FFF}"/>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3" name="Rectangle 4">
            <a:extLst>
              <a:ext uri="{FF2B5EF4-FFF2-40B4-BE49-F238E27FC236}">
                <a16:creationId xmlns:a16="http://schemas.microsoft.com/office/drawing/2014/main" id="{A4805513-13EA-4C41-A398-2550365D22C2}"/>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44" name="Line 5">
            <a:extLst>
              <a:ext uri="{FF2B5EF4-FFF2-40B4-BE49-F238E27FC236}">
                <a16:creationId xmlns:a16="http://schemas.microsoft.com/office/drawing/2014/main" id="{73646564-27CF-1E45-B3DA-7AFA0C52BA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5" name="Rectangle 6">
            <a:extLst>
              <a:ext uri="{FF2B5EF4-FFF2-40B4-BE49-F238E27FC236}">
                <a16:creationId xmlns:a16="http://schemas.microsoft.com/office/drawing/2014/main" id="{0A5F3694-A3D1-4943-AAB1-1447AF1960E2}"/>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6" name="Line 7">
            <a:extLst>
              <a:ext uri="{FF2B5EF4-FFF2-40B4-BE49-F238E27FC236}">
                <a16:creationId xmlns:a16="http://schemas.microsoft.com/office/drawing/2014/main" id="{D987B243-9B11-3B46-97A9-00C8F85C753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7" name="Rectangle 8">
            <a:extLst>
              <a:ext uri="{FF2B5EF4-FFF2-40B4-BE49-F238E27FC236}">
                <a16:creationId xmlns:a16="http://schemas.microsoft.com/office/drawing/2014/main" id="{EDCDE13D-63E1-DA4A-A704-97F689D8C35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8" name="Line 9">
            <a:extLst>
              <a:ext uri="{FF2B5EF4-FFF2-40B4-BE49-F238E27FC236}">
                <a16:creationId xmlns:a16="http://schemas.microsoft.com/office/drawing/2014/main" id="{C2F6C4A5-2691-6549-A08E-9FA276B0D71B}"/>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9" name="Rectangle 10">
            <a:extLst>
              <a:ext uri="{FF2B5EF4-FFF2-40B4-BE49-F238E27FC236}">
                <a16:creationId xmlns:a16="http://schemas.microsoft.com/office/drawing/2014/main" id="{DE54B38B-7DA3-4B4C-941B-FDE43C04D20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50" name="Rectangle 11">
            <a:extLst>
              <a:ext uri="{FF2B5EF4-FFF2-40B4-BE49-F238E27FC236}">
                <a16:creationId xmlns:a16="http://schemas.microsoft.com/office/drawing/2014/main" id="{0C00FD1D-1EF1-664D-A15B-B288349DE73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1" name="Rectangle 12">
            <a:extLst>
              <a:ext uri="{FF2B5EF4-FFF2-40B4-BE49-F238E27FC236}">
                <a16:creationId xmlns:a16="http://schemas.microsoft.com/office/drawing/2014/main" id="{124A464B-4FCF-E947-B56A-91585FB29AEB}"/>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2" name="Rectangle 13">
            <a:extLst>
              <a:ext uri="{FF2B5EF4-FFF2-40B4-BE49-F238E27FC236}">
                <a16:creationId xmlns:a16="http://schemas.microsoft.com/office/drawing/2014/main" id="{0CC5CE91-C5C7-EF4C-9AE3-BB160E8AA3CB}"/>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7053" name="Rectangle 14">
            <a:extLst>
              <a:ext uri="{FF2B5EF4-FFF2-40B4-BE49-F238E27FC236}">
                <a16:creationId xmlns:a16="http://schemas.microsoft.com/office/drawing/2014/main" id="{7AB5FDAA-8F3A-234A-9F37-CD4E1893DFB2}"/>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4" name="Rectangle 15">
            <a:extLst>
              <a:ext uri="{FF2B5EF4-FFF2-40B4-BE49-F238E27FC236}">
                <a16:creationId xmlns:a16="http://schemas.microsoft.com/office/drawing/2014/main" id="{282D5C5A-ACD4-9C4D-9EF6-9A5A1BBA62BE}"/>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5" name="Rectangle 16">
            <a:extLst>
              <a:ext uri="{FF2B5EF4-FFF2-40B4-BE49-F238E27FC236}">
                <a16:creationId xmlns:a16="http://schemas.microsoft.com/office/drawing/2014/main" id="{6D7126A9-EECE-A24E-A823-59E7F736A68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6" name="Rectangle 17">
            <a:extLst>
              <a:ext uri="{FF2B5EF4-FFF2-40B4-BE49-F238E27FC236}">
                <a16:creationId xmlns:a16="http://schemas.microsoft.com/office/drawing/2014/main" id="{0B65E315-5C5D-CD48-9E60-C3D7FB3D2AE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57" name="Rectangle 18">
            <a:extLst>
              <a:ext uri="{FF2B5EF4-FFF2-40B4-BE49-F238E27FC236}">
                <a16:creationId xmlns:a16="http://schemas.microsoft.com/office/drawing/2014/main" id="{CA648E4A-7C96-E749-B9E5-D12CF393F256}"/>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58" name="Line 19">
            <a:extLst>
              <a:ext uri="{FF2B5EF4-FFF2-40B4-BE49-F238E27FC236}">
                <a16:creationId xmlns:a16="http://schemas.microsoft.com/office/drawing/2014/main" id="{C0E1D075-2DEE-6C43-A3C2-BF7A2D872DBA}"/>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59" name="Line 20">
            <a:extLst>
              <a:ext uri="{FF2B5EF4-FFF2-40B4-BE49-F238E27FC236}">
                <a16:creationId xmlns:a16="http://schemas.microsoft.com/office/drawing/2014/main" id="{4EF471DB-9BC1-7F4F-8AB8-315317F5A61E}"/>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60" name="Line 21">
            <a:extLst>
              <a:ext uri="{FF2B5EF4-FFF2-40B4-BE49-F238E27FC236}">
                <a16:creationId xmlns:a16="http://schemas.microsoft.com/office/drawing/2014/main" id="{CFB545B8-7FDA-3E4C-9363-33E70DCBE7A3}"/>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1" name="Line 22">
            <a:extLst>
              <a:ext uri="{FF2B5EF4-FFF2-40B4-BE49-F238E27FC236}">
                <a16:creationId xmlns:a16="http://schemas.microsoft.com/office/drawing/2014/main" id="{E8B634B4-ED05-134F-850B-C8DE8D6476F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2" name="Line 23">
            <a:extLst>
              <a:ext uri="{FF2B5EF4-FFF2-40B4-BE49-F238E27FC236}">
                <a16:creationId xmlns:a16="http://schemas.microsoft.com/office/drawing/2014/main" id="{4BF5E9C0-A21B-974A-921E-4583EF3F0215}"/>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3" name="Line 24">
            <a:extLst>
              <a:ext uri="{FF2B5EF4-FFF2-40B4-BE49-F238E27FC236}">
                <a16:creationId xmlns:a16="http://schemas.microsoft.com/office/drawing/2014/main" id="{B531EE58-3B27-4D45-A0C2-DFEDD22BACF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64" name="Rectangle 25">
            <a:extLst>
              <a:ext uri="{FF2B5EF4-FFF2-40B4-BE49-F238E27FC236}">
                <a16:creationId xmlns:a16="http://schemas.microsoft.com/office/drawing/2014/main" id="{1DA5A64D-8FDB-5549-928C-BA232DDE585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65" name="Line 26">
            <a:extLst>
              <a:ext uri="{FF2B5EF4-FFF2-40B4-BE49-F238E27FC236}">
                <a16:creationId xmlns:a16="http://schemas.microsoft.com/office/drawing/2014/main" id="{21C135A4-9339-E04D-89BF-C6FB850C4258}"/>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6" name="Line 27">
            <a:extLst>
              <a:ext uri="{FF2B5EF4-FFF2-40B4-BE49-F238E27FC236}">
                <a16:creationId xmlns:a16="http://schemas.microsoft.com/office/drawing/2014/main" id="{8F66753C-872A-0C45-91C2-01ED802B6DA0}"/>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7" name="Line 28">
            <a:extLst>
              <a:ext uri="{FF2B5EF4-FFF2-40B4-BE49-F238E27FC236}">
                <a16:creationId xmlns:a16="http://schemas.microsoft.com/office/drawing/2014/main" id="{904CA789-1646-7840-A3BF-207DEBFF23D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8" name="Rectangle 29">
            <a:extLst>
              <a:ext uri="{FF2B5EF4-FFF2-40B4-BE49-F238E27FC236}">
                <a16:creationId xmlns:a16="http://schemas.microsoft.com/office/drawing/2014/main" id="{84792550-2FC5-FE4F-95F2-0ACFAC3EFFA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69" name="Line 30">
            <a:extLst>
              <a:ext uri="{FF2B5EF4-FFF2-40B4-BE49-F238E27FC236}">
                <a16:creationId xmlns:a16="http://schemas.microsoft.com/office/drawing/2014/main" id="{161066AE-A425-5147-9272-B8037A51FC1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0" name="Rectangle 31">
            <a:extLst>
              <a:ext uri="{FF2B5EF4-FFF2-40B4-BE49-F238E27FC236}">
                <a16:creationId xmlns:a16="http://schemas.microsoft.com/office/drawing/2014/main" id="{6FBE1156-3CE0-A545-95F3-7C321CA24983}"/>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71" name="Rectangle 32">
            <a:extLst>
              <a:ext uri="{FF2B5EF4-FFF2-40B4-BE49-F238E27FC236}">
                <a16:creationId xmlns:a16="http://schemas.microsoft.com/office/drawing/2014/main" id="{48BAD119-33A1-BF46-9228-FED29DA54D7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72" name="Rectangle 33">
            <a:extLst>
              <a:ext uri="{FF2B5EF4-FFF2-40B4-BE49-F238E27FC236}">
                <a16:creationId xmlns:a16="http://schemas.microsoft.com/office/drawing/2014/main" id="{9A71C573-C5BE-7D41-AE02-02F9754FA00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3" name="Rectangle 34">
            <a:extLst>
              <a:ext uri="{FF2B5EF4-FFF2-40B4-BE49-F238E27FC236}">
                <a16:creationId xmlns:a16="http://schemas.microsoft.com/office/drawing/2014/main" id="{57F8A67B-8E6D-074A-B0AC-ED248F7AECE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4" name="Line 35">
            <a:extLst>
              <a:ext uri="{FF2B5EF4-FFF2-40B4-BE49-F238E27FC236}">
                <a16:creationId xmlns:a16="http://schemas.microsoft.com/office/drawing/2014/main" id="{1D66E64B-02FA-D54A-9CF3-68DC09B1A2E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5" name="Line 36">
            <a:extLst>
              <a:ext uri="{FF2B5EF4-FFF2-40B4-BE49-F238E27FC236}">
                <a16:creationId xmlns:a16="http://schemas.microsoft.com/office/drawing/2014/main" id="{B03C56B3-3B18-244F-AC47-889C4F8EF13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6" name="Line 37">
            <a:extLst>
              <a:ext uri="{FF2B5EF4-FFF2-40B4-BE49-F238E27FC236}">
                <a16:creationId xmlns:a16="http://schemas.microsoft.com/office/drawing/2014/main" id="{00283D66-64ED-9A41-8511-566F9BBA2B21}"/>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7077" name="Group 38">
            <a:extLst>
              <a:ext uri="{FF2B5EF4-FFF2-40B4-BE49-F238E27FC236}">
                <a16:creationId xmlns:a16="http://schemas.microsoft.com/office/drawing/2014/main" id="{98AEF3BA-E5FE-B341-9E64-A0D8732B64C1}"/>
              </a:ext>
            </a:extLst>
          </p:cNvPr>
          <p:cNvGrpSpPr>
            <a:grpSpLocks/>
          </p:cNvGrpSpPr>
          <p:nvPr/>
        </p:nvGrpSpPr>
        <p:grpSpPr bwMode="auto">
          <a:xfrm>
            <a:off x="6706789" y="3027760"/>
            <a:ext cx="741645" cy="482430"/>
            <a:chOff x="2832" y="3024"/>
            <a:chExt cx="429" cy="381"/>
          </a:xfrm>
        </p:grpSpPr>
        <p:sp>
          <p:nvSpPr>
            <p:cNvPr id="87096" name="Rectangle 39">
              <a:extLst>
                <a:ext uri="{FF2B5EF4-FFF2-40B4-BE49-F238E27FC236}">
                  <a16:creationId xmlns:a16="http://schemas.microsoft.com/office/drawing/2014/main" id="{ED1836CC-43B5-1D47-84E3-4A11CD3E80A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97" name="Rectangle 40">
              <a:extLst>
                <a:ext uri="{FF2B5EF4-FFF2-40B4-BE49-F238E27FC236}">
                  <a16:creationId xmlns:a16="http://schemas.microsoft.com/office/drawing/2014/main" id="{ABA9F164-358B-F845-84C6-FF336EFE08E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7078" name="Line 41">
            <a:extLst>
              <a:ext uri="{FF2B5EF4-FFF2-40B4-BE49-F238E27FC236}">
                <a16:creationId xmlns:a16="http://schemas.microsoft.com/office/drawing/2014/main" id="{2C4A9651-C176-754B-A77C-C96AD587A53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79" name="Line 42">
            <a:extLst>
              <a:ext uri="{FF2B5EF4-FFF2-40B4-BE49-F238E27FC236}">
                <a16:creationId xmlns:a16="http://schemas.microsoft.com/office/drawing/2014/main" id="{D193645C-C4FF-ED4B-B03C-82B31FCEA3F8}"/>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0" name="Line 43">
            <a:extLst>
              <a:ext uri="{FF2B5EF4-FFF2-40B4-BE49-F238E27FC236}">
                <a16:creationId xmlns:a16="http://schemas.microsoft.com/office/drawing/2014/main" id="{36CBAA7A-5506-484E-9EA1-BBA9B229DE5A}"/>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1" name="Rectangle 44">
            <a:extLst>
              <a:ext uri="{FF2B5EF4-FFF2-40B4-BE49-F238E27FC236}">
                <a16:creationId xmlns:a16="http://schemas.microsoft.com/office/drawing/2014/main" id="{CA0147BA-A414-6548-80F0-D24BAE54F2C2}"/>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2" name="Rectangle 45">
            <a:extLst>
              <a:ext uri="{FF2B5EF4-FFF2-40B4-BE49-F238E27FC236}">
                <a16:creationId xmlns:a16="http://schemas.microsoft.com/office/drawing/2014/main" id="{565366AF-2555-7048-A86F-6247C4E70614}"/>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3" name="Line 46">
            <a:extLst>
              <a:ext uri="{FF2B5EF4-FFF2-40B4-BE49-F238E27FC236}">
                <a16:creationId xmlns:a16="http://schemas.microsoft.com/office/drawing/2014/main" id="{82C302C3-AB69-574A-9B90-032E76C47AEA}"/>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84" name="Rectangle 47">
            <a:extLst>
              <a:ext uri="{FF2B5EF4-FFF2-40B4-BE49-F238E27FC236}">
                <a16:creationId xmlns:a16="http://schemas.microsoft.com/office/drawing/2014/main" id="{5F7B6EBB-743D-D44C-B5C5-086DF5198824}"/>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85" name="Rectangle 48">
            <a:extLst>
              <a:ext uri="{FF2B5EF4-FFF2-40B4-BE49-F238E27FC236}">
                <a16:creationId xmlns:a16="http://schemas.microsoft.com/office/drawing/2014/main" id="{F25E8AD5-22D9-BC46-BAFF-DD356C786C51}"/>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7086" name="Rectangle 49">
            <a:extLst>
              <a:ext uri="{FF2B5EF4-FFF2-40B4-BE49-F238E27FC236}">
                <a16:creationId xmlns:a16="http://schemas.microsoft.com/office/drawing/2014/main" id="{A2A601E9-DF10-8D44-AAD9-116E20B0A11D}"/>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7" name="Rectangle 50">
            <a:extLst>
              <a:ext uri="{FF2B5EF4-FFF2-40B4-BE49-F238E27FC236}">
                <a16:creationId xmlns:a16="http://schemas.microsoft.com/office/drawing/2014/main" id="{A1DE9FD7-A6E3-984F-91FE-494159D2D94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8" name="Rectangle 51">
            <a:extLst>
              <a:ext uri="{FF2B5EF4-FFF2-40B4-BE49-F238E27FC236}">
                <a16:creationId xmlns:a16="http://schemas.microsoft.com/office/drawing/2014/main" id="{4B4EF7B3-1949-1149-8CE0-E95DFFCF4EBE}"/>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7089" name="Line 52">
            <a:extLst>
              <a:ext uri="{FF2B5EF4-FFF2-40B4-BE49-F238E27FC236}">
                <a16:creationId xmlns:a16="http://schemas.microsoft.com/office/drawing/2014/main" id="{5FB88DED-AE68-6E48-BE2F-F780617A1EE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0" name="Rectangle 53">
            <a:extLst>
              <a:ext uri="{FF2B5EF4-FFF2-40B4-BE49-F238E27FC236}">
                <a16:creationId xmlns:a16="http://schemas.microsoft.com/office/drawing/2014/main" id="{0315E5C7-B69F-D141-9054-C70BF9D2ED6E}"/>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1" name="Rectangle 54">
            <a:extLst>
              <a:ext uri="{FF2B5EF4-FFF2-40B4-BE49-F238E27FC236}">
                <a16:creationId xmlns:a16="http://schemas.microsoft.com/office/drawing/2014/main" id="{11DDAE4C-4817-4F44-9B8C-57471415A129}"/>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92" name="Rectangle 55">
            <a:extLst>
              <a:ext uri="{FF2B5EF4-FFF2-40B4-BE49-F238E27FC236}">
                <a16:creationId xmlns:a16="http://schemas.microsoft.com/office/drawing/2014/main" id="{79117E95-7FBD-AB4A-A00E-43D126CE964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3" name="Line 56">
            <a:extLst>
              <a:ext uri="{FF2B5EF4-FFF2-40B4-BE49-F238E27FC236}">
                <a16:creationId xmlns:a16="http://schemas.microsoft.com/office/drawing/2014/main" id="{FEF5B88B-7BA2-EE48-BC7A-0D7D40FB5A0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4" name="AutoShape 57">
            <a:extLst>
              <a:ext uri="{FF2B5EF4-FFF2-40B4-BE49-F238E27FC236}">
                <a16:creationId xmlns:a16="http://schemas.microsoft.com/office/drawing/2014/main" id="{A7DCCF5B-C4EB-7E4E-9F91-A2E098068A56}"/>
              </a:ext>
            </a:extLst>
          </p:cNvPr>
          <p:cNvSpPr>
            <a:spLocks noChangeArrowheads="1"/>
          </p:cNvSpPr>
          <p:nvPr/>
        </p:nvSpPr>
        <p:spPr bwMode="auto">
          <a:xfrm>
            <a:off x="2195513" y="3544491"/>
            <a:ext cx="5238750" cy="485775"/>
          </a:xfrm>
          <a:prstGeom prst="wedgeRoundRectCallout">
            <a:avLst>
              <a:gd name="adj1" fmla="val 13181"/>
              <a:gd name="adj2" fmla="val -425981"/>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7095" name="幻灯片编号占位符 1">
            <a:extLst>
              <a:ext uri="{FF2B5EF4-FFF2-40B4-BE49-F238E27FC236}">
                <a16:creationId xmlns:a16="http://schemas.microsoft.com/office/drawing/2014/main" id="{E5C104B0-0B8A-594C-AE69-070CEB538AB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8CAF151-97B5-4340-9C30-BDDA48332C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183806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9089" name="Line 2">
            <a:extLst>
              <a:ext uri="{FF2B5EF4-FFF2-40B4-BE49-F238E27FC236}">
                <a16:creationId xmlns:a16="http://schemas.microsoft.com/office/drawing/2014/main" id="{A73490E6-BB0F-8447-AA30-AD1E73B215F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0" name="Rectangle 3">
            <a:extLst>
              <a:ext uri="{FF2B5EF4-FFF2-40B4-BE49-F238E27FC236}">
                <a16:creationId xmlns:a16="http://schemas.microsoft.com/office/drawing/2014/main" id="{69CDCC5C-1D94-A042-8295-680B0AAC3DE1}"/>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1" name="Rectangle 4">
            <a:extLst>
              <a:ext uri="{FF2B5EF4-FFF2-40B4-BE49-F238E27FC236}">
                <a16:creationId xmlns:a16="http://schemas.microsoft.com/office/drawing/2014/main" id="{D4C07BB5-1848-F542-8913-515CE032AEB6}"/>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2" name="Line 5">
            <a:extLst>
              <a:ext uri="{FF2B5EF4-FFF2-40B4-BE49-F238E27FC236}">
                <a16:creationId xmlns:a16="http://schemas.microsoft.com/office/drawing/2014/main" id="{4245DA57-6FFE-DD4B-8249-69E6BEA7D56B}"/>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3" name="Rectangle 6">
            <a:extLst>
              <a:ext uri="{FF2B5EF4-FFF2-40B4-BE49-F238E27FC236}">
                <a16:creationId xmlns:a16="http://schemas.microsoft.com/office/drawing/2014/main" id="{191BE73C-8949-AB4B-A67A-0FF8BF3141E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4" name="Line 7">
            <a:extLst>
              <a:ext uri="{FF2B5EF4-FFF2-40B4-BE49-F238E27FC236}">
                <a16:creationId xmlns:a16="http://schemas.microsoft.com/office/drawing/2014/main" id="{C26CF514-DCE7-CB4C-8969-AA4FAF16F486}"/>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5" name="Rectangle 8">
            <a:extLst>
              <a:ext uri="{FF2B5EF4-FFF2-40B4-BE49-F238E27FC236}">
                <a16:creationId xmlns:a16="http://schemas.microsoft.com/office/drawing/2014/main" id="{B9556EAB-E124-C04F-B17E-6D1E705BED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6" name="Line 9">
            <a:extLst>
              <a:ext uri="{FF2B5EF4-FFF2-40B4-BE49-F238E27FC236}">
                <a16:creationId xmlns:a16="http://schemas.microsoft.com/office/drawing/2014/main" id="{795E6B02-8CB6-6843-B24A-462A0A87AC93}"/>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7" name="Rectangle 10">
            <a:extLst>
              <a:ext uri="{FF2B5EF4-FFF2-40B4-BE49-F238E27FC236}">
                <a16:creationId xmlns:a16="http://schemas.microsoft.com/office/drawing/2014/main" id="{26CB9C67-6C18-A04D-A696-392FDF83C2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8" name="Rectangle 11">
            <a:extLst>
              <a:ext uri="{FF2B5EF4-FFF2-40B4-BE49-F238E27FC236}">
                <a16:creationId xmlns:a16="http://schemas.microsoft.com/office/drawing/2014/main" id="{3813CD39-4837-4741-AAB0-966EBCE72D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9" name="Rectangle 12">
            <a:extLst>
              <a:ext uri="{FF2B5EF4-FFF2-40B4-BE49-F238E27FC236}">
                <a16:creationId xmlns:a16="http://schemas.microsoft.com/office/drawing/2014/main" id="{A22518CD-8A66-C845-843F-6AB67D48FFB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0" name="Rectangle 13">
            <a:extLst>
              <a:ext uri="{FF2B5EF4-FFF2-40B4-BE49-F238E27FC236}">
                <a16:creationId xmlns:a16="http://schemas.microsoft.com/office/drawing/2014/main" id="{34ED95C0-C9DD-0D43-870A-448B3067982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9101" name="Rectangle 14">
            <a:extLst>
              <a:ext uri="{FF2B5EF4-FFF2-40B4-BE49-F238E27FC236}">
                <a16:creationId xmlns:a16="http://schemas.microsoft.com/office/drawing/2014/main" id="{E48CF769-6AE7-0E41-9853-4B44AA289568}"/>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2" name="Rectangle 15">
            <a:extLst>
              <a:ext uri="{FF2B5EF4-FFF2-40B4-BE49-F238E27FC236}">
                <a16:creationId xmlns:a16="http://schemas.microsoft.com/office/drawing/2014/main" id="{6F1F3156-BB69-194E-B37D-14BC6979D8F2}"/>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3" name="Rectangle 16">
            <a:extLst>
              <a:ext uri="{FF2B5EF4-FFF2-40B4-BE49-F238E27FC236}">
                <a16:creationId xmlns:a16="http://schemas.microsoft.com/office/drawing/2014/main" id="{22164A02-8C3C-DE4E-9122-4354452F0927}"/>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4" name="Rectangle 17">
            <a:extLst>
              <a:ext uri="{FF2B5EF4-FFF2-40B4-BE49-F238E27FC236}">
                <a16:creationId xmlns:a16="http://schemas.microsoft.com/office/drawing/2014/main" id="{D5750B82-3F7B-BA4D-9218-EB4BD75BF70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05" name="Rectangle 18">
            <a:extLst>
              <a:ext uri="{FF2B5EF4-FFF2-40B4-BE49-F238E27FC236}">
                <a16:creationId xmlns:a16="http://schemas.microsoft.com/office/drawing/2014/main" id="{B57078EB-F502-1144-A413-B187DBD8D3B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06" name="Line 19">
            <a:extLst>
              <a:ext uri="{FF2B5EF4-FFF2-40B4-BE49-F238E27FC236}">
                <a16:creationId xmlns:a16="http://schemas.microsoft.com/office/drawing/2014/main" id="{5053BF51-4796-0A42-BA26-72919332581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7" name="Line 20">
            <a:extLst>
              <a:ext uri="{FF2B5EF4-FFF2-40B4-BE49-F238E27FC236}">
                <a16:creationId xmlns:a16="http://schemas.microsoft.com/office/drawing/2014/main" id="{62534BFD-3E4B-264D-8477-17ED669811B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8" name="Line 21">
            <a:extLst>
              <a:ext uri="{FF2B5EF4-FFF2-40B4-BE49-F238E27FC236}">
                <a16:creationId xmlns:a16="http://schemas.microsoft.com/office/drawing/2014/main" id="{C5BF6069-1ED5-A948-B534-A1D0223CC96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9" name="Line 22">
            <a:extLst>
              <a:ext uri="{FF2B5EF4-FFF2-40B4-BE49-F238E27FC236}">
                <a16:creationId xmlns:a16="http://schemas.microsoft.com/office/drawing/2014/main" id="{73A2F03C-E12B-034E-B641-162E1FCB061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0" name="Line 23">
            <a:extLst>
              <a:ext uri="{FF2B5EF4-FFF2-40B4-BE49-F238E27FC236}">
                <a16:creationId xmlns:a16="http://schemas.microsoft.com/office/drawing/2014/main" id="{4EE0E851-4641-494D-86BE-79B70BD77F42}"/>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1" name="Line 24">
            <a:extLst>
              <a:ext uri="{FF2B5EF4-FFF2-40B4-BE49-F238E27FC236}">
                <a16:creationId xmlns:a16="http://schemas.microsoft.com/office/drawing/2014/main" id="{12842EAE-F262-FC49-AF0A-075EA1D40B3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112" name="Rectangle 25">
            <a:extLst>
              <a:ext uri="{FF2B5EF4-FFF2-40B4-BE49-F238E27FC236}">
                <a16:creationId xmlns:a16="http://schemas.microsoft.com/office/drawing/2014/main" id="{D1C663B2-70C3-3242-B7B1-0DD52DDF82C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113" name="Line 26">
            <a:extLst>
              <a:ext uri="{FF2B5EF4-FFF2-40B4-BE49-F238E27FC236}">
                <a16:creationId xmlns:a16="http://schemas.microsoft.com/office/drawing/2014/main" id="{0F58E5B3-5C02-4846-8D29-C880591B9C5B}"/>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4" name="Line 27">
            <a:extLst>
              <a:ext uri="{FF2B5EF4-FFF2-40B4-BE49-F238E27FC236}">
                <a16:creationId xmlns:a16="http://schemas.microsoft.com/office/drawing/2014/main" id="{3F1945E1-DEE2-1641-BE49-D959BE706E3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5" name="Line 28">
            <a:extLst>
              <a:ext uri="{FF2B5EF4-FFF2-40B4-BE49-F238E27FC236}">
                <a16:creationId xmlns:a16="http://schemas.microsoft.com/office/drawing/2014/main" id="{6B6D4CF4-17A7-4443-900E-B0BE4CD506FC}"/>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6" name="Rectangle 29">
            <a:extLst>
              <a:ext uri="{FF2B5EF4-FFF2-40B4-BE49-F238E27FC236}">
                <a16:creationId xmlns:a16="http://schemas.microsoft.com/office/drawing/2014/main" id="{D8348465-A1F4-C141-9A5F-22FCF7950A4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7" name="Line 30">
            <a:extLst>
              <a:ext uri="{FF2B5EF4-FFF2-40B4-BE49-F238E27FC236}">
                <a16:creationId xmlns:a16="http://schemas.microsoft.com/office/drawing/2014/main" id="{71159A62-5C42-3545-9323-BEBC853F4D3D}"/>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18" name="Rectangle 31">
            <a:extLst>
              <a:ext uri="{FF2B5EF4-FFF2-40B4-BE49-F238E27FC236}">
                <a16:creationId xmlns:a16="http://schemas.microsoft.com/office/drawing/2014/main" id="{6DE1FA4D-F5F3-D64F-B2E9-59405813CD5A}"/>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9" name="Rectangle 32">
            <a:extLst>
              <a:ext uri="{FF2B5EF4-FFF2-40B4-BE49-F238E27FC236}">
                <a16:creationId xmlns:a16="http://schemas.microsoft.com/office/drawing/2014/main" id="{C9A06E22-79BC-8644-996A-AF8348F390D6}"/>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20" name="Rectangle 33">
            <a:extLst>
              <a:ext uri="{FF2B5EF4-FFF2-40B4-BE49-F238E27FC236}">
                <a16:creationId xmlns:a16="http://schemas.microsoft.com/office/drawing/2014/main" id="{A813AE38-0FAD-8A46-9922-45AF70AE72F7}"/>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1" name="Rectangle 34">
            <a:extLst>
              <a:ext uri="{FF2B5EF4-FFF2-40B4-BE49-F238E27FC236}">
                <a16:creationId xmlns:a16="http://schemas.microsoft.com/office/drawing/2014/main" id="{6F36B539-0BFE-684E-87F8-E89661338CB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2" name="Line 35">
            <a:extLst>
              <a:ext uri="{FF2B5EF4-FFF2-40B4-BE49-F238E27FC236}">
                <a16:creationId xmlns:a16="http://schemas.microsoft.com/office/drawing/2014/main" id="{BCA86C97-4594-4B44-AB35-36E2386D2BE6}"/>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3" name="Line 36">
            <a:extLst>
              <a:ext uri="{FF2B5EF4-FFF2-40B4-BE49-F238E27FC236}">
                <a16:creationId xmlns:a16="http://schemas.microsoft.com/office/drawing/2014/main" id="{3A136E58-6C1C-9B49-AC57-20695DF05C66}"/>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4" name="Line 37">
            <a:extLst>
              <a:ext uri="{FF2B5EF4-FFF2-40B4-BE49-F238E27FC236}">
                <a16:creationId xmlns:a16="http://schemas.microsoft.com/office/drawing/2014/main" id="{1227B293-045D-8943-83C0-1A7703B72498}"/>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9125" name="Group 38">
            <a:extLst>
              <a:ext uri="{FF2B5EF4-FFF2-40B4-BE49-F238E27FC236}">
                <a16:creationId xmlns:a16="http://schemas.microsoft.com/office/drawing/2014/main" id="{2239295F-2FA9-A343-ACAB-E745B92E1044}"/>
              </a:ext>
            </a:extLst>
          </p:cNvPr>
          <p:cNvGrpSpPr>
            <a:grpSpLocks/>
          </p:cNvGrpSpPr>
          <p:nvPr/>
        </p:nvGrpSpPr>
        <p:grpSpPr bwMode="auto">
          <a:xfrm>
            <a:off x="6706789" y="3027760"/>
            <a:ext cx="741645" cy="482430"/>
            <a:chOff x="2832" y="3024"/>
            <a:chExt cx="429" cy="381"/>
          </a:xfrm>
        </p:grpSpPr>
        <p:sp>
          <p:nvSpPr>
            <p:cNvPr id="89144" name="Rectangle 39">
              <a:extLst>
                <a:ext uri="{FF2B5EF4-FFF2-40B4-BE49-F238E27FC236}">
                  <a16:creationId xmlns:a16="http://schemas.microsoft.com/office/drawing/2014/main" id="{E3186033-B160-9E4F-922B-F4EA41313A8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45" name="Rectangle 40">
              <a:extLst>
                <a:ext uri="{FF2B5EF4-FFF2-40B4-BE49-F238E27FC236}">
                  <a16:creationId xmlns:a16="http://schemas.microsoft.com/office/drawing/2014/main" id="{A37C63BE-AD20-2B4E-A1D0-9ECFC5F7809F}"/>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9126" name="Line 41">
            <a:extLst>
              <a:ext uri="{FF2B5EF4-FFF2-40B4-BE49-F238E27FC236}">
                <a16:creationId xmlns:a16="http://schemas.microsoft.com/office/drawing/2014/main" id="{F8984C20-E337-4742-87E1-41B5E5EE82D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7" name="Line 42">
            <a:extLst>
              <a:ext uri="{FF2B5EF4-FFF2-40B4-BE49-F238E27FC236}">
                <a16:creationId xmlns:a16="http://schemas.microsoft.com/office/drawing/2014/main" id="{DC9B30F8-981C-FB49-964B-FC20EEE86662}"/>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8" name="Line 43">
            <a:extLst>
              <a:ext uri="{FF2B5EF4-FFF2-40B4-BE49-F238E27FC236}">
                <a16:creationId xmlns:a16="http://schemas.microsoft.com/office/drawing/2014/main" id="{95647A0E-63A4-1D4E-82DA-754CF50077E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9" name="Rectangle 44">
            <a:extLst>
              <a:ext uri="{FF2B5EF4-FFF2-40B4-BE49-F238E27FC236}">
                <a16:creationId xmlns:a16="http://schemas.microsoft.com/office/drawing/2014/main" id="{10CAC0AC-999C-6D4B-8888-1417697B7480}"/>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0" name="Rectangle 45">
            <a:extLst>
              <a:ext uri="{FF2B5EF4-FFF2-40B4-BE49-F238E27FC236}">
                <a16:creationId xmlns:a16="http://schemas.microsoft.com/office/drawing/2014/main" id="{89B4FC5F-0405-D340-97DA-0219C81DA94B}"/>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1" name="Line 46">
            <a:extLst>
              <a:ext uri="{FF2B5EF4-FFF2-40B4-BE49-F238E27FC236}">
                <a16:creationId xmlns:a16="http://schemas.microsoft.com/office/drawing/2014/main" id="{10B99749-2C60-6946-AC8D-B082B0EC2DB3}"/>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2" name="Rectangle 47">
            <a:extLst>
              <a:ext uri="{FF2B5EF4-FFF2-40B4-BE49-F238E27FC236}">
                <a16:creationId xmlns:a16="http://schemas.microsoft.com/office/drawing/2014/main" id="{0840C516-9A25-BE44-9FDF-D7814437CE4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33" name="Rectangle 48">
            <a:extLst>
              <a:ext uri="{FF2B5EF4-FFF2-40B4-BE49-F238E27FC236}">
                <a16:creationId xmlns:a16="http://schemas.microsoft.com/office/drawing/2014/main" id="{4E7CBD9A-267F-454B-8D0B-BA58128D52B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9134" name="Rectangle 49">
            <a:extLst>
              <a:ext uri="{FF2B5EF4-FFF2-40B4-BE49-F238E27FC236}">
                <a16:creationId xmlns:a16="http://schemas.microsoft.com/office/drawing/2014/main" id="{5DB47239-2FE2-3349-A3D2-5584AAD9916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5" name="Rectangle 50">
            <a:extLst>
              <a:ext uri="{FF2B5EF4-FFF2-40B4-BE49-F238E27FC236}">
                <a16:creationId xmlns:a16="http://schemas.microsoft.com/office/drawing/2014/main" id="{DF1EDF27-9C44-BA4E-A554-02EE454E22CE}"/>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6" name="Rectangle 51">
            <a:extLst>
              <a:ext uri="{FF2B5EF4-FFF2-40B4-BE49-F238E27FC236}">
                <a16:creationId xmlns:a16="http://schemas.microsoft.com/office/drawing/2014/main" id="{84468C6D-85E2-F041-B5D9-4E0DA35F028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9137" name="Line 52">
            <a:extLst>
              <a:ext uri="{FF2B5EF4-FFF2-40B4-BE49-F238E27FC236}">
                <a16:creationId xmlns:a16="http://schemas.microsoft.com/office/drawing/2014/main" id="{AC1E7241-E3A4-7447-82CD-341074D58C4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8" name="Rectangle 53">
            <a:extLst>
              <a:ext uri="{FF2B5EF4-FFF2-40B4-BE49-F238E27FC236}">
                <a16:creationId xmlns:a16="http://schemas.microsoft.com/office/drawing/2014/main" id="{43CC8D09-05F3-614A-8ECE-9B5D432661D5}"/>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39" name="Rectangle 54">
            <a:extLst>
              <a:ext uri="{FF2B5EF4-FFF2-40B4-BE49-F238E27FC236}">
                <a16:creationId xmlns:a16="http://schemas.microsoft.com/office/drawing/2014/main" id="{DC3D12A3-76CD-F847-8D08-90EB49BF24A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40" name="Rectangle 55">
            <a:extLst>
              <a:ext uri="{FF2B5EF4-FFF2-40B4-BE49-F238E27FC236}">
                <a16:creationId xmlns:a16="http://schemas.microsoft.com/office/drawing/2014/main" id="{DF3A43A5-7E64-C344-A006-B4317B4507C5}"/>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41" name="Line 56">
            <a:extLst>
              <a:ext uri="{FF2B5EF4-FFF2-40B4-BE49-F238E27FC236}">
                <a16:creationId xmlns:a16="http://schemas.microsoft.com/office/drawing/2014/main" id="{3915C24E-01AE-254F-B946-B347C04C5D3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42" name="AutoShape 57">
            <a:extLst>
              <a:ext uri="{FF2B5EF4-FFF2-40B4-BE49-F238E27FC236}">
                <a16:creationId xmlns:a16="http://schemas.microsoft.com/office/drawing/2014/main" id="{87F88039-4FA5-3E45-B8DF-63AA563086DC}"/>
              </a:ext>
            </a:extLst>
          </p:cNvPr>
          <p:cNvSpPr>
            <a:spLocks noChangeArrowheads="1"/>
          </p:cNvSpPr>
          <p:nvPr/>
        </p:nvSpPr>
        <p:spPr bwMode="auto">
          <a:xfrm>
            <a:off x="2357438" y="3544491"/>
            <a:ext cx="5345906" cy="485775"/>
          </a:xfrm>
          <a:prstGeom prst="wedgeRoundRectCallout">
            <a:avLst>
              <a:gd name="adj1" fmla="val 32273"/>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9143" name="幻灯片编号占位符 1">
            <a:extLst>
              <a:ext uri="{FF2B5EF4-FFF2-40B4-BE49-F238E27FC236}">
                <a16:creationId xmlns:a16="http://schemas.microsoft.com/office/drawing/2014/main" id="{C6E00594-F4A4-674A-A285-D379667258D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F90C65B-B31E-2042-B6BB-867C609EDC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6044251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1137" name="Line 2">
            <a:extLst>
              <a:ext uri="{FF2B5EF4-FFF2-40B4-BE49-F238E27FC236}">
                <a16:creationId xmlns:a16="http://schemas.microsoft.com/office/drawing/2014/main" id="{5BB5E703-C590-BE4E-AE3B-79E65BBE0419}"/>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38" name="Rectangle 3">
            <a:extLst>
              <a:ext uri="{FF2B5EF4-FFF2-40B4-BE49-F238E27FC236}">
                <a16:creationId xmlns:a16="http://schemas.microsoft.com/office/drawing/2014/main" id="{B45B8016-7F1A-2D44-9C02-37E3FAE45D4B}"/>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39" name="Rectangle 4">
            <a:extLst>
              <a:ext uri="{FF2B5EF4-FFF2-40B4-BE49-F238E27FC236}">
                <a16:creationId xmlns:a16="http://schemas.microsoft.com/office/drawing/2014/main" id="{C3B47E14-65D2-484B-8E76-CCD2E5ED05B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0" name="Line 5">
            <a:extLst>
              <a:ext uri="{FF2B5EF4-FFF2-40B4-BE49-F238E27FC236}">
                <a16:creationId xmlns:a16="http://schemas.microsoft.com/office/drawing/2014/main" id="{415139D9-7821-F84E-A800-0AA4F94727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1" name="Rectangle 6">
            <a:extLst>
              <a:ext uri="{FF2B5EF4-FFF2-40B4-BE49-F238E27FC236}">
                <a16:creationId xmlns:a16="http://schemas.microsoft.com/office/drawing/2014/main" id="{8460C8B7-2FC4-5947-851B-A8A107014E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2" name="Line 7">
            <a:extLst>
              <a:ext uri="{FF2B5EF4-FFF2-40B4-BE49-F238E27FC236}">
                <a16:creationId xmlns:a16="http://schemas.microsoft.com/office/drawing/2014/main" id="{67CF6335-87F3-C447-A75E-22255C7844C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3" name="Rectangle 8">
            <a:extLst>
              <a:ext uri="{FF2B5EF4-FFF2-40B4-BE49-F238E27FC236}">
                <a16:creationId xmlns:a16="http://schemas.microsoft.com/office/drawing/2014/main" id="{D88F8779-8ACD-7A46-A9B7-56A13D5D564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1144" name="Line 9">
            <a:extLst>
              <a:ext uri="{FF2B5EF4-FFF2-40B4-BE49-F238E27FC236}">
                <a16:creationId xmlns:a16="http://schemas.microsoft.com/office/drawing/2014/main" id="{F1ED071C-6D95-EB4D-87DA-302A13FAA38A}"/>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5" name="Rectangle 10">
            <a:extLst>
              <a:ext uri="{FF2B5EF4-FFF2-40B4-BE49-F238E27FC236}">
                <a16:creationId xmlns:a16="http://schemas.microsoft.com/office/drawing/2014/main" id="{3DFA9A87-4D72-4444-A067-E1CB57D758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6" name="Rectangle 11">
            <a:extLst>
              <a:ext uri="{FF2B5EF4-FFF2-40B4-BE49-F238E27FC236}">
                <a16:creationId xmlns:a16="http://schemas.microsoft.com/office/drawing/2014/main" id="{B56057D8-CE05-D34A-BDFA-6DD2E495B3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7" name="Rectangle 12">
            <a:extLst>
              <a:ext uri="{FF2B5EF4-FFF2-40B4-BE49-F238E27FC236}">
                <a16:creationId xmlns:a16="http://schemas.microsoft.com/office/drawing/2014/main" id="{8F718C92-5AE8-C54D-AEBC-E1D35D591D6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8" name="Rectangle 13">
            <a:extLst>
              <a:ext uri="{FF2B5EF4-FFF2-40B4-BE49-F238E27FC236}">
                <a16:creationId xmlns:a16="http://schemas.microsoft.com/office/drawing/2014/main" id="{F254C584-E754-4243-882C-34DB9B01DAA7}"/>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1149" name="Rectangle 14">
            <a:extLst>
              <a:ext uri="{FF2B5EF4-FFF2-40B4-BE49-F238E27FC236}">
                <a16:creationId xmlns:a16="http://schemas.microsoft.com/office/drawing/2014/main" id="{37BEA9C4-FB49-EC49-AF69-AFEA8F61AA11}"/>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0" name="Rectangle 15">
            <a:extLst>
              <a:ext uri="{FF2B5EF4-FFF2-40B4-BE49-F238E27FC236}">
                <a16:creationId xmlns:a16="http://schemas.microsoft.com/office/drawing/2014/main" id="{19CF6D3A-BC96-CB4F-AE38-40790076D7E5}"/>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1" name="Rectangle 16">
            <a:extLst>
              <a:ext uri="{FF2B5EF4-FFF2-40B4-BE49-F238E27FC236}">
                <a16:creationId xmlns:a16="http://schemas.microsoft.com/office/drawing/2014/main" id="{FA0F9530-A366-0C47-BDC3-143E0B3E9943}"/>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2" name="Rectangle 17">
            <a:extLst>
              <a:ext uri="{FF2B5EF4-FFF2-40B4-BE49-F238E27FC236}">
                <a16:creationId xmlns:a16="http://schemas.microsoft.com/office/drawing/2014/main" id="{A9C9F4D5-D566-7041-A110-B0E3FBE067A3}"/>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53" name="Rectangle 18">
            <a:extLst>
              <a:ext uri="{FF2B5EF4-FFF2-40B4-BE49-F238E27FC236}">
                <a16:creationId xmlns:a16="http://schemas.microsoft.com/office/drawing/2014/main" id="{52DDE0F9-D66F-F44D-9536-529AFCE096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54" name="Line 19">
            <a:extLst>
              <a:ext uri="{FF2B5EF4-FFF2-40B4-BE49-F238E27FC236}">
                <a16:creationId xmlns:a16="http://schemas.microsoft.com/office/drawing/2014/main" id="{E3CFBB23-921F-A140-87C6-31230080D905}"/>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5" name="Line 20">
            <a:extLst>
              <a:ext uri="{FF2B5EF4-FFF2-40B4-BE49-F238E27FC236}">
                <a16:creationId xmlns:a16="http://schemas.microsoft.com/office/drawing/2014/main" id="{2F839FFC-F439-024F-BC82-3838986C8A7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6" name="Line 21">
            <a:extLst>
              <a:ext uri="{FF2B5EF4-FFF2-40B4-BE49-F238E27FC236}">
                <a16:creationId xmlns:a16="http://schemas.microsoft.com/office/drawing/2014/main" id="{5F1229DB-AF55-8540-B061-6D61F3728D25}"/>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7" name="Line 22">
            <a:extLst>
              <a:ext uri="{FF2B5EF4-FFF2-40B4-BE49-F238E27FC236}">
                <a16:creationId xmlns:a16="http://schemas.microsoft.com/office/drawing/2014/main" id="{9579B29C-CB46-BE49-A9F5-86EC9B43E4B0}"/>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8" name="Line 23">
            <a:extLst>
              <a:ext uri="{FF2B5EF4-FFF2-40B4-BE49-F238E27FC236}">
                <a16:creationId xmlns:a16="http://schemas.microsoft.com/office/drawing/2014/main" id="{50B21C77-5196-8F41-9330-742F405A0AAC}"/>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9" name="Line 24">
            <a:extLst>
              <a:ext uri="{FF2B5EF4-FFF2-40B4-BE49-F238E27FC236}">
                <a16:creationId xmlns:a16="http://schemas.microsoft.com/office/drawing/2014/main" id="{7DE86F65-B6E9-3B45-A9E7-8C71F16D0239}"/>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60" name="Rectangle 25">
            <a:extLst>
              <a:ext uri="{FF2B5EF4-FFF2-40B4-BE49-F238E27FC236}">
                <a16:creationId xmlns:a16="http://schemas.microsoft.com/office/drawing/2014/main" id="{171C22A7-359D-CC41-A835-A5596EC136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61" name="Line 26">
            <a:extLst>
              <a:ext uri="{FF2B5EF4-FFF2-40B4-BE49-F238E27FC236}">
                <a16:creationId xmlns:a16="http://schemas.microsoft.com/office/drawing/2014/main" id="{2E12FA38-CAA5-064F-83CA-50E81F95E095}"/>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2" name="Line 27">
            <a:extLst>
              <a:ext uri="{FF2B5EF4-FFF2-40B4-BE49-F238E27FC236}">
                <a16:creationId xmlns:a16="http://schemas.microsoft.com/office/drawing/2014/main" id="{02DC0C7D-DA7F-9B4A-A7B2-A147E41EC5D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3" name="Line 28">
            <a:extLst>
              <a:ext uri="{FF2B5EF4-FFF2-40B4-BE49-F238E27FC236}">
                <a16:creationId xmlns:a16="http://schemas.microsoft.com/office/drawing/2014/main" id="{93ACCBE6-7635-0848-8930-1DC684028FA3}"/>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4" name="Rectangle 29">
            <a:extLst>
              <a:ext uri="{FF2B5EF4-FFF2-40B4-BE49-F238E27FC236}">
                <a16:creationId xmlns:a16="http://schemas.microsoft.com/office/drawing/2014/main" id="{0B5E6E7E-18BC-1B48-9DEB-0AD460B8510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5" name="Line 30">
            <a:extLst>
              <a:ext uri="{FF2B5EF4-FFF2-40B4-BE49-F238E27FC236}">
                <a16:creationId xmlns:a16="http://schemas.microsoft.com/office/drawing/2014/main" id="{F79458BC-FBA0-E843-AE1C-08AD11160E31}"/>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66" name="Rectangle 31">
            <a:extLst>
              <a:ext uri="{FF2B5EF4-FFF2-40B4-BE49-F238E27FC236}">
                <a16:creationId xmlns:a16="http://schemas.microsoft.com/office/drawing/2014/main" id="{67D94B90-F093-E94C-809B-EAADF5920BBE}"/>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7" name="Rectangle 32">
            <a:extLst>
              <a:ext uri="{FF2B5EF4-FFF2-40B4-BE49-F238E27FC236}">
                <a16:creationId xmlns:a16="http://schemas.microsoft.com/office/drawing/2014/main" id="{27B9F5AB-9998-974A-9CD9-419B05BDB72A}"/>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68" name="Rectangle 33">
            <a:extLst>
              <a:ext uri="{FF2B5EF4-FFF2-40B4-BE49-F238E27FC236}">
                <a16:creationId xmlns:a16="http://schemas.microsoft.com/office/drawing/2014/main" id="{985CB7DD-0878-4249-8EF0-4EBED8DA670D}"/>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69" name="Rectangle 34">
            <a:extLst>
              <a:ext uri="{FF2B5EF4-FFF2-40B4-BE49-F238E27FC236}">
                <a16:creationId xmlns:a16="http://schemas.microsoft.com/office/drawing/2014/main" id="{887D5605-C72D-2843-8822-C2D44B1CD1B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70" name="Line 35">
            <a:extLst>
              <a:ext uri="{FF2B5EF4-FFF2-40B4-BE49-F238E27FC236}">
                <a16:creationId xmlns:a16="http://schemas.microsoft.com/office/drawing/2014/main" id="{BAAE9EBE-0B58-7645-9E54-7BE8105AB04F}"/>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1" name="Line 36">
            <a:extLst>
              <a:ext uri="{FF2B5EF4-FFF2-40B4-BE49-F238E27FC236}">
                <a16:creationId xmlns:a16="http://schemas.microsoft.com/office/drawing/2014/main" id="{B1F6A260-0763-6544-B39C-814579A3256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2" name="Line 37">
            <a:extLst>
              <a:ext uri="{FF2B5EF4-FFF2-40B4-BE49-F238E27FC236}">
                <a16:creationId xmlns:a16="http://schemas.microsoft.com/office/drawing/2014/main" id="{180E0E69-3513-5C4B-88ED-6C803D2FCA8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1173" name="Group 38">
            <a:extLst>
              <a:ext uri="{FF2B5EF4-FFF2-40B4-BE49-F238E27FC236}">
                <a16:creationId xmlns:a16="http://schemas.microsoft.com/office/drawing/2014/main" id="{81E2D8F2-E1F8-5949-8A8F-C75D94B46986}"/>
              </a:ext>
            </a:extLst>
          </p:cNvPr>
          <p:cNvGrpSpPr>
            <a:grpSpLocks/>
          </p:cNvGrpSpPr>
          <p:nvPr/>
        </p:nvGrpSpPr>
        <p:grpSpPr bwMode="auto">
          <a:xfrm>
            <a:off x="6706789" y="3027760"/>
            <a:ext cx="741645" cy="482430"/>
            <a:chOff x="2832" y="3024"/>
            <a:chExt cx="429" cy="381"/>
          </a:xfrm>
        </p:grpSpPr>
        <p:sp>
          <p:nvSpPr>
            <p:cNvPr id="91192" name="Rectangle 39">
              <a:extLst>
                <a:ext uri="{FF2B5EF4-FFF2-40B4-BE49-F238E27FC236}">
                  <a16:creationId xmlns:a16="http://schemas.microsoft.com/office/drawing/2014/main" id="{A786C67A-CA65-654C-979B-97708193B04D}"/>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93" name="Rectangle 40">
              <a:extLst>
                <a:ext uri="{FF2B5EF4-FFF2-40B4-BE49-F238E27FC236}">
                  <a16:creationId xmlns:a16="http://schemas.microsoft.com/office/drawing/2014/main" id="{39A3E756-0BDE-0447-87DE-548E09A4A5A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1174" name="Line 41">
            <a:extLst>
              <a:ext uri="{FF2B5EF4-FFF2-40B4-BE49-F238E27FC236}">
                <a16:creationId xmlns:a16="http://schemas.microsoft.com/office/drawing/2014/main" id="{FC9E9772-3443-9D4A-BCB9-B936B044C942}"/>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5" name="Line 42">
            <a:extLst>
              <a:ext uri="{FF2B5EF4-FFF2-40B4-BE49-F238E27FC236}">
                <a16:creationId xmlns:a16="http://schemas.microsoft.com/office/drawing/2014/main" id="{E7FECE97-222C-AA47-A24A-3F057D7E4981}"/>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6" name="Line 43">
            <a:extLst>
              <a:ext uri="{FF2B5EF4-FFF2-40B4-BE49-F238E27FC236}">
                <a16:creationId xmlns:a16="http://schemas.microsoft.com/office/drawing/2014/main" id="{C3DA45C6-6CDE-A14E-8F4D-DDDCE6BBBF8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7" name="Rectangle 44">
            <a:extLst>
              <a:ext uri="{FF2B5EF4-FFF2-40B4-BE49-F238E27FC236}">
                <a16:creationId xmlns:a16="http://schemas.microsoft.com/office/drawing/2014/main" id="{3424A69B-73E7-8945-A24E-4CAA4442C57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78" name="Rectangle 45">
            <a:extLst>
              <a:ext uri="{FF2B5EF4-FFF2-40B4-BE49-F238E27FC236}">
                <a16:creationId xmlns:a16="http://schemas.microsoft.com/office/drawing/2014/main" id="{9DDAF7DF-26A2-AC4E-953D-15BC20207796}"/>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79" name="Line 46">
            <a:extLst>
              <a:ext uri="{FF2B5EF4-FFF2-40B4-BE49-F238E27FC236}">
                <a16:creationId xmlns:a16="http://schemas.microsoft.com/office/drawing/2014/main" id="{8C2C89AD-F409-A84B-A267-9CBD30EBFD42}"/>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0" name="Rectangle 47">
            <a:extLst>
              <a:ext uri="{FF2B5EF4-FFF2-40B4-BE49-F238E27FC236}">
                <a16:creationId xmlns:a16="http://schemas.microsoft.com/office/drawing/2014/main" id="{DC6F57CF-0D78-5048-9105-75B897E7138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1" name="Rectangle 48">
            <a:extLst>
              <a:ext uri="{FF2B5EF4-FFF2-40B4-BE49-F238E27FC236}">
                <a16:creationId xmlns:a16="http://schemas.microsoft.com/office/drawing/2014/main" id="{C38B2172-FE4A-5940-B6CA-69DE9C33CCCF}"/>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1182" name="Rectangle 49">
            <a:extLst>
              <a:ext uri="{FF2B5EF4-FFF2-40B4-BE49-F238E27FC236}">
                <a16:creationId xmlns:a16="http://schemas.microsoft.com/office/drawing/2014/main" id="{1EF93797-3DBC-7940-8787-A2EAA94442E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83" name="Rectangle 50">
            <a:extLst>
              <a:ext uri="{FF2B5EF4-FFF2-40B4-BE49-F238E27FC236}">
                <a16:creationId xmlns:a16="http://schemas.microsoft.com/office/drawing/2014/main" id="{56D55882-7DA8-0342-8C7F-B001E8FE630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84" name="Rectangle 51">
            <a:extLst>
              <a:ext uri="{FF2B5EF4-FFF2-40B4-BE49-F238E27FC236}">
                <a16:creationId xmlns:a16="http://schemas.microsoft.com/office/drawing/2014/main" id="{5102F801-D905-F146-A78F-87A5D3B9E085}"/>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1185" name="Line 52">
            <a:extLst>
              <a:ext uri="{FF2B5EF4-FFF2-40B4-BE49-F238E27FC236}">
                <a16:creationId xmlns:a16="http://schemas.microsoft.com/office/drawing/2014/main" id="{A4A2C1FB-92D3-8B4B-B7CF-55757E7A1CFB}"/>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6" name="Rectangle 53">
            <a:extLst>
              <a:ext uri="{FF2B5EF4-FFF2-40B4-BE49-F238E27FC236}">
                <a16:creationId xmlns:a16="http://schemas.microsoft.com/office/drawing/2014/main" id="{98B9B1FE-DD2E-B243-95D4-E6859EFFDC59}"/>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7" name="Rectangle 54">
            <a:extLst>
              <a:ext uri="{FF2B5EF4-FFF2-40B4-BE49-F238E27FC236}">
                <a16:creationId xmlns:a16="http://schemas.microsoft.com/office/drawing/2014/main" id="{288AB6F0-E7B0-9D46-BFC1-C611048CF094}"/>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8" name="Rectangle 55">
            <a:extLst>
              <a:ext uri="{FF2B5EF4-FFF2-40B4-BE49-F238E27FC236}">
                <a16:creationId xmlns:a16="http://schemas.microsoft.com/office/drawing/2014/main" id="{EE80BA62-1608-4140-AAE4-CBE3373E08F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9" name="Line 56">
            <a:extLst>
              <a:ext uri="{FF2B5EF4-FFF2-40B4-BE49-F238E27FC236}">
                <a16:creationId xmlns:a16="http://schemas.microsoft.com/office/drawing/2014/main" id="{6AD6EC3C-4C86-B646-8179-A62908A1EAD4}"/>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90" name="AutoShape 57">
            <a:extLst>
              <a:ext uri="{FF2B5EF4-FFF2-40B4-BE49-F238E27FC236}">
                <a16:creationId xmlns:a16="http://schemas.microsoft.com/office/drawing/2014/main" id="{DE136A77-6D15-E243-9BB9-A3B8ABDFDF00}"/>
              </a:ext>
            </a:extLst>
          </p:cNvPr>
          <p:cNvSpPr>
            <a:spLocks noChangeArrowheads="1"/>
          </p:cNvSpPr>
          <p:nvPr/>
        </p:nvSpPr>
        <p:spPr bwMode="auto">
          <a:xfrm>
            <a:off x="2357438" y="2085975"/>
            <a:ext cx="4050506" cy="485775"/>
          </a:xfrm>
          <a:prstGeom prst="wedgeRoundRectCallout">
            <a:avLst>
              <a:gd name="adj1" fmla="val 33185"/>
              <a:gd name="adj2" fmla="val 32401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D </a:t>
            </a:r>
            <a:r>
              <a:rPr lang="zh-CN" altLang="en-US" sz="2100">
                <a:latin typeface="Arial" panose="020B0604020202020204" pitchFamily="34" charset="0"/>
                <a:ea typeface="宋体" panose="02010600030101010101" pitchFamily="2" charset="-122"/>
                <a:cs typeface="黑体" panose="02010609060101010101" pitchFamily="49" charset="-122"/>
              </a:rPr>
              <a:t>类地址是多播地址</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1191" name="幻灯片编号占位符 1">
            <a:extLst>
              <a:ext uri="{FF2B5EF4-FFF2-40B4-BE49-F238E27FC236}">
                <a16:creationId xmlns:a16="http://schemas.microsoft.com/office/drawing/2014/main" id="{2C34CD0A-CBA1-E347-8451-DA01A88366E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D13F8BC-A359-D743-B1DD-86060E7D38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018391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3185" name="Line 2">
            <a:extLst>
              <a:ext uri="{FF2B5EF4-FFF2-40B4-BE49-F238E27FC236}">
                <a16:creationId xmlns:a16="http://schemas.microsoft.com/office/drawing/2014/main" id="{7F494D86-5AB7-D048-B741-DB2F815E38C3}"/>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6" name="Rectangle 3">
            <a:extLst>
              <a:ext uri="{FF2B5EF4-FFF2-40B4-BE49-F238E27FC236}">
                <a16:creationId xmlns:a16="http://schemas.microsoft.com/office/drawing/2014/main" id="{1B0F2D68-7D44-6A43-B477-9A25601D5AA5}"/>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87" name="Rectangle 4">
            <a:extLst>
              <a:ext uri="{FF2B5EF4-FFF2-40B4-BE49-F238E27FC236}">
                <a16:creationId xmlns:a16="http://schemas.microsoft.com/office/drawing/2014/main" id="{AA395796-87A5-584F-A569-4975DDC631AC}"/>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88" name="Line 5">
            <a:extLst>
              <a:ext uri="{FF2B5EF4-FFF2-40B4-BE49-F238E27FC236}">
                <a16:creationId xmlns:a16="http://schemas.microsoft.com/office/drawing/2014/main" id="{C171D3EC-79CC-1343-8241-F30891BFB929}"/>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9" name="Rectangle 6">
            <a:extLst>
              <a:ext uri="{FF2B5EF4-FFF2-40B4-BE49-F238E27FC236}">
                <a16:creationId xmlns:a16="http://schemas.microsoft.com/office/drawing/2014/main" id="{EDC99512-6188-5442-B530-FF9DEC1F918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0" name="Line 7">
            <a:extLst>
              <a:ext uri="{FF2B5EF4-FFF2-40B4-BE49-F238E27FC236}">
                <a16:creationId xmlns:a16="http://schemas.microsoft.com/office/drawing/2014/main" id="{1AEE16FF-56FE-1B49-92F5-90F1D90A819C}"/>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1" name="Rectangle 8">
            <a:extLst>
              <a:ext uri="{FF2B5EF4-FFF2-40B4-BE49-F238E27FC236}">
                <a16:creationId xmlns:a16="http://schemas.microsoft.com/office/drawing/2014/main" id="{AC58B104-8C0E-744A-A5CF-6D206C0CCE5E}"/>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3192" name="Line 9">
            <a:extLst>
              <a:ext uri="{FF2B5EF4-FFF2-40B4-BE49-F238E27FC236}">
                <a16:creationId xmlns:a16="http://schemas.microsoft.com/office/drawing/2014/main" id="{BEC7425C-5671-2548-BF20-E31B3D679FD7}"/>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3" name="Rectangle 10">
            <a:extLst>
              <a:ext uri="{FF2B5EF4-FFF2-40B4-BE49-F238E27FC236}">
                <a16:creationId xmlns:a16="http://schemas.microsoft.com/office/drawing/2014/main" id="{834043C7-9C6A-AB40-AD62-10FEC1C3DA90}"/>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4" name="Rectangle 11">
            <a:extLst>
              <a:ext uri="{FF2B5EF4-FFF2-40B4-BE49-F238E27FC236}">
                <a16:creationId xmlns:a16="http://schemas.microsoft.com/office/drawing/2014/main" id="{F250DB45-11EF-154E-912E-FCF744B6B73E}"/>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5" name="Rectangle 12">
            <a:extLst>
              <a:ext uri="{FF2B5EF4-FFF2-40B4-BE49-F238E27FC236}">
                <a16:creationId xmlns:a16="http://schemas.microsoft.com/office/drawing/2014/main" id="{E61BBF4C-38DF-D34A-97FA-2DB52FAE867C}"/>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6" name="Rectangle 13">
            <a:extLst>
              <a:ext uri="{FF2B5EF4-FFF2-40B4-BE49-F238E27FC236}">
                <a16:creationId xmlns:a16="http://schemas.microsoft.com/office/drawing/2014/main" id="{E920750D-575B-B542-9844-D9432BC902B9}"/>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3197" name="Rectangle 14">
            <a:extLst>
              <a:ext uri="{FF2B5EF4-FFF2-40B4-BE49-F238E27FC236}">
                <a16:creationId xmlns:a16="http://schemas.microsoft.com/office/drawing/2014/main" id="{5F3DAB04-5FAE-9248-B67D-6B1FA4589B6E}"/>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8" name="Rectangle 15">
            <a:extLst>
              <a:ext uri="{FF2B5EF4-FFF2-40B4-BE49-F238E27FC236}">
                <a16:creationId xmlns:a16="http://schemas.microsoft.com/office/drawing/2014/main" id="{C6BAC24A-5B3B-3B4A-A923-CBB2F1C3AC80}"/>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9" name="Rectangle 16">
            <a:extLst>
              <a:ext uri="{FF2B5EF4-FFF2-40B4-BE49-F238E27FC236}">
                <a16:creationId xmlns:a16="http://schemas.microsoft.com/office/drawing/2014/main" id="{F42939CF-8E98-2D49-96DF-9A4619B2CB06}"/>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00" name="Rectangle 17">
            <a:extLst>
              <a:ext uri="{FF2B5EF4-FFF2-40B4-BE49-F238E27FC236}">
                <a16:creationId xmlns:a16="http://schemas.microsoft.com/office/drawing/2014/main" id="{97CF8B69-962D-2C4C-BA4D-B683DD70861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01" name="Rectangle 18">
            <a:extLst>
              <a:ext uri="{FF2B5EF4-FFF2-40B4-BE49-F238E27FC236}">
                <a16:creationId xmlns:a16="http://schemas.microsoft.com/office/drawing/2014/main" id="{39713973-9DDE-FD48-BBD8-9215791AB37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02" name="Line 19">
            <a:extLst>
              <a:ext uri="{FF2B5EF4-FFF2-40B4-BE49-F238E27FC236}">
                <a16:creationId xmlns:a16="http://schemas.microsoft.com/office/drawing/2014/main" id="{2DED2DBB-F35E-684F-94F5-411AEAF2AE0C}"/>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3" name="Line 20">
            <a:extLst>
              <a:ext uri="{FF2B5EF4-FFF2-40B4-BE49-F238E27FC236}">
                <a16:creationId xmlns:a16="http://schemas.microsoft.com/office/drawing/2014/main" id="{725245F5-23FC-B149-BEC1-3D1601F0329A}"/>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4" name="Line 21">
            <a:extLst>
              <a:ext uri="{FF2B5EF4-FFF2-40B4-BE49-F238E27FC236}">
                <a16:creationId xmlns:a16="http://schemas.microsoft.com/office/drawing/2014/main" id="{16E0E915-E3CE-0241-86C0-883497B55B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5" name="Line 22">
            <a:extLst>
              <a:ext uri="{FF2B5EF4-FFF2-40B4-BE49-F238E27FC236}">
                <a16:creationId xmlns:a16="http://schemas.microsoft.com/office/drawing/2014/main" id="{7E1B22A5-E5BC-394F-84F1-4AE9AC66077B}"/>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6" name="Line 23">
            <a:extLst>
              <a:ext uri="{FF2B5EF4-FFF2-40B4-BE49-F238E27FC236}">
                <a16:creationId xmlns:a16="http://schemas.microsoft.com/office/drawing/2014/main" id="{DD33DD14-61FF-4D4C-A31E-3567F7D7E99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7" name="Line 24">
            <a:extLst>
              <a:ext uri="{FF2B5EF4-FFF2-40B4-BE49-F238E27FC236}">
                <a16:creationId xmlns:a16="http://schemas.microsoft.com/office/drawing/2014/main" id="{A693FB2A-48B0-644D-975D-87202CBD3CAC}"/>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208" name="Rectangle 25">
            <a:extLst>
              <a:ext uri="{FF2B5EF4-FFF2-40B4-BE49-F238E27FC236}">
                <a16:creationId xmlns:a16="http://schemas.microsoft.com/office/drawing/2014/main" id="{A84F93D8-7772-7B4C-B913-1F8DF0E734E4}"/>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209" name="Line 26">
            <a:extLst>
              <a:ext uri="{FF2B5EF4-FFF2-40B4-BE49-F238E27FC236}">
                <a16:creationId xmlns:a16="http://schemas.microsoft.com/office/drawing/2014/main" id="{EB784C0A-9127-7740-83B7-D1BD12C32C5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0" name="Line 27">
            <a:extLst>
              <a:ext uri="{FF2B5EF4-FFF2-40B4-BE49-F238E27FC236}">
                <a16:creationId xmlns:a16="http://schemas.microsoft.com/office/drawing/2014/main" id="{9C6720AC-417E-F647-9F92-457BD37CFEC8}"/>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1" name="Line 28">
            <a:extLst>
              <a:ext uri="{FF2B5EF4-FFF2-40B4-BE49-F238E27FC236}">
                <a16:creationId xmlns:a16="http://schemas.microsoft.com/office/drawing/2014/main" id="{D983C953-C981-7442-B824-9659F283B38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2" name="Rectangle 29">
            <a:extLst>
              <a:ext uri="{FF2B5EF4-FFF2-40B4-BE49-F238E27FC236}">
                <a16:creationId xmlns:a16="http://schemas.microsoft.com/office/drawing/2014/main" id="{4508F814-7527-DF40-B765-813D3F253C48}"/>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3" name="Line 30">
            <a:extLst>
              <a:ext uri="{FF2B5EF4-FFF2-40B4-BE49-F238E27FC236}">
                <a16:creationId xmlns:a16="http://schemas.microsoft.com/office/drawing/2014/main" id="{0C28C866-89D6-9245-9473-5F34C9576CC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4" name="Rectangle 31">
            <a:extLst>
              <a:ext uri="{FF2B5EF4-FFF2-40B4-BE49-F238E27FC236}">
                <a16:creationId xmlns:a16="http://schemas.microsoft.com/office/drawing/2014/main" id="{F78C6707-1BF0-764C-B8A4-F9CFA16E7355}"/>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5" name="Rectangle 32">
            <a:extLst>
              <a:ext uri="{FF2B5EF4-FFF2-40B4-BE49-F238E27FC236}">
                <a16:creationId xmlns:a16="http://schemas.microsoft.com/office/drawing/2014/main" id="{4E16701A-6B60-A345-B35C-D8D01A5149F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16" name="Rectangle 33">
            <a:extLst>
              <a:ext uri="{FF2B5EF4-FFF2-40B4-BE49-F238E27FC236}">
                <a16:creationId xmlns:a16="http://schemas.microsoft.com/office/drawing/2014/main" id="{5A8485A6-AA70-5347-A69A-342279793559}"/>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7" name="Rectangle 34">
            <a:extLst>
              <a:ext uri="{FF2B5EF4-FFF2-40B4-BE49-F238E27FC236}">
                <a16:creationId xmlns:a16="http://schemas.microsoft.com/office/drawing/2014/main" id="{6D6C920C-41D2-9C49-B9A6-7163FE4A0B54}"/>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8" name="Line 35">
            <a:extLst>
              <a:ext uri="{FF2B5EF4-FFF2-40B4-BE49-F238E27FC236}">
                <a16:creationId xmlns:a16="http://schemas.microsoft.com/office/drawing/2014/main" id="{CEC743E3-95E9-1846-BA8D-839880A19FA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9" name="Line 36">
            <a:extLst>
              <a:ext uri="{FF2B5EF4-FFF2-40B4-BE49-F238E27FC236}">
                <a16:creationId xmlns:a16="http://schemas.microsoft.com/office/drawing/2014/main" id="{E5FDB8A5-9198-AA4B-BB88-0A6D8C18D94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0" name="Line 37">
            <a:extLst>
              <a:ext uri="{FF2B5EF4-FFF2-40B4-BE49-F238E27FC236}">
                <a16:creationId xmlns:a16="http://schemas.microsoft.com/office/drawing/2014/main" id="{DB324CD1-92CF-0649-BA05-29F76B26D462}"/>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3221" name="Group 38">
            <a:extLst>
              <a:ext uri="{FF2B5EF4-FFF2-40B4-BE49-F238E27FC236}">
                <a16:creationId xmlns:a16="http://schemas.microsoft.com/office/drawing/2014/main" id="{4E306DE6-0869-A544-BB99-092EFFDE4D59}"/>
              </a:ext>
            </a:extLst>
          </p:cNvPr>
          <p:cNvGrpSpPr>
            <a:grpSpLocks/>
          </p:cNvGrpSpPr>
          <p:nvPr/>
        </p:nvGrpSpPr>
        <p:grpSpPr bwMode="auto">
          <a:xfrm>
            <a:off x="6706789" y="3027760"/>
            <a:ext cx="741645" cy="482430"/>
            <a:chOff x="2832" y="3024"/>
            <a:chExt cx="429" cy="381"/>
          </a:xfrm>
        </p:grpSpPr>
        <p:sp>
          <p:nvSpPr>
            <p:cNvPr id="93240" name="Rectangle 39">
              <a:extLst>
                <a:ext uri="{FF2B5EF4-FFF2-40B4-BE49-F238E27FC236}">
                  <a16:creationId xmlns:a16="http://schemas.microsoft.com/office/drawing/2014/main" id="{0B0D8FBA-07DF-8847-843A-932500DBE4E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41" name="Rectangle 40">
              <a:extLst>
                <a:ext uri="{FF2B5EF4-FFF2-40B4-BE49-F238E27FC236}">
                  <a16:creationId xmlns:a16="http://schemas.microsoft.com/office/drawing/2014/main" id="{BFC63899-7E4E-9041-BA9F-A68F7868C80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3222" name="Line 41">
            <a:extLst>
              <a:ext uri="{FF2B5EF4-FFF2-40B4-BE49-F238E27FC236}">
                <a16:creationId xmlns:a16="http://schemas.microsoft.com/office/drawing/2014/main" id="{9FDD5299-F841-0A40-9169-C574F18D6BD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3" name="Line 42">
            <a:extLst>
              <a:ext uri="{FF2B5EF4-FFF2-40B4-BE49-F238E27FC236}">
                <a16:creationId xmlns:a16="http://schemas.microsoft.com/office/drawing/2014/main" id="{AEA272EA-06E3-0542-A0F0-3B34961A23C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4" name="Line 43">
            <a:extLst>
              <a:ext uri="{FF2B5EF4-FFF2-40B4-BE49-F238E27FC236}">
                <a16:creationId xmlns:a16="http://schemas.microsoft.com/office/drawing/2014/main" id="{9FAFD13E-DDD1-6041-830A-D31D9949DD2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5" name="Rectangle 44">
            <a:extLst>
              <a:ext uri="{FF2B5EF4-FFF2-40B4-BE49-F238E27FC236}">
                <a16:creationId xmlns:a16="http://schemas.microsoft.com/office/drawing/2014/main" id="{B6FFED84-DE67-674C-BF2F-CB1EEFB6034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26" name="Rectangle 45">
            <a:extLst>
              <a:ext uri="{FF2B5EF4-FFF2-40B4-BE49-F238E27FC236}">
                <a16:creationId xmlns:a16="http://schemas.microsoft.com/office/drawing/2014/main" id="{01C84314-0678-7848-8124-BB90DEFEE0DC}"/>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27" name="Line 46">
            <a:extLst>
              <a:ext uri="{FF2B5EF4-FFF2-40B4-BE49-F238E27FC236}">
                <a16:creationId xmlns:a16="http://schemas.microsoft.com/office/drawing/2014/main" id="{5353668F-006C-2543-B661-033EB4941F16}"/>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8" name="Rectangle 47">
            <a:extLst>
              <a:ext uri="{FF2B5EF4-FFF2-40B4-BE49-F238E27FC236}">
                <a16:creationId xmlns:a16="http://schemas.microsoft.com/office/drawing/2014/main" id="{84CF6B5A-FC0F-C344-AE5C-5F60167B9551}"/>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29" name="Rectangle 48">
            <a:extLst>
              <a:ext uri="{FF2B5EF4-FFF2-40B4-BE49-F238E27FC236}">
                <a16:creationId xmlns:a16="http://schemas.microsoft.com/office/drawing/2014/main" id="{244AD414-1028-B94E-AC7A-4B3A606CFADB}"/>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3230" name="Rectangle 49">
            <a:extLst>
              <a:ext uri="{FF2B5EF4-FFF2-40B4-BE49-F238E27FC236}">
                <a16:creationId xmlns:a16="http://schemas.microsoft.com/office/drawing/2014/main" id="{32F4960F-0DB3-CB46-865A-1B900491953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31" name="Rectangle 50">
            <a:extLst>
              <a:ext uri="{FF2B5EF4-FFF2-40B4-BE49-F238E27FC236}">
                <a16:creationId xmlns:a16="http://schemas.microsoft.com/office/drawing/2014/main" id="{16C6B639-FAB5-9B46-82D9-03569E525702}"/>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32" name="Rectangle 51">
            <a:extLst>
              <a:ext uri="{FF2B5EF4-FFF2-40B4-BE49-F238E27FC236}">
                <a16:creationId xmlns:a16="http://schemas.microsoft.com/office/drawing/2014/main" id="{53C9FC1C-0A23-3C45-A384-11E36A778CE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3233" name="Line 52">
            <a:extLst>
              <a:ext uri="{FF2B5EF4-FFF2-40B4-BE49-F238E27FC236}">
                <a16:creationId xmlns:a16="http://schemas.microsoft.com/office/drawing/2014/main" id="{5355E661-F0CF-2D42-B19B-45991340663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4" name="Rectangle 53">
            <a:extLst>
              <a:ext uri="{FF2B5EF4-FFF2-40B4-BE49-F238E27FC236}">
                <a16:creationId xmlns:a16="http://schemas.microsoft.com/office/drawing/2014/main" id="{FCE4F413-8368-FA48-982E-3316678162AB}"/>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5" name="Rectangle 54">
            <a:extLst>
              <a:ext uri="{FF2B5EF4-FFF2-40B4-BE49-F238E27FC236}">
                <a16:creationId xmlns:a16="http://schemas.microsoft.com/office/drawing/2014/main" id="{726BCF03-6DBC-6F45-A1A4-8D589523CF5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36" name="Rectangle 55">
            <a:extLst>
              <a:ext uri="{FF2B5EF4-FFF2-40B4-BE49-F238E27FC236}">
                <a16:creationId xmlns:a16="http://schemas.microsoft.com/office/drawing/2014/main" id="{00BE0519-0701-5544-9070-E5B686D59211}"/>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7" name="Line 56">
            <a:extLst>
              <a:ext uri="{FF2B5EF4-FFF2-40B4-BE49-F238E27FC236}">
                <a16:creationId xmlns:a16="http://schemas.microsoft.com/office/drawing/2014/main" id="{FDE6BBD5-0A3F-EE42-A7FC-9F06C92B6B4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8" name="AutoShape 57">
            <a:extLst>
              <a:ext uri="{FF2B5EF4-FFF2-40B4-BE49-F238E27FC236}">
                <a16:creationId xmlns:a16="http://schemas.microsoft.com/office/drawing/2014/main" id="{F52E725C-BA27-294B-BE19-B68604325CCC}"/>
              </a:ext>
            </a:extLst>
          </p:cNvPr>
          <p:cNvSpPr>
            <a:spLocks noChangeArrowheads="1"/>
          </p:cNvSpPr>
          <p:nvPr/>
        </p:nvSpPr>
        <p:spPr bwMode="auto">
          <a:xfrm>
            <a:off x="2357438" y="2085975"/>
            <a:ext cx="4050506" cy="485775"/>
          </a:xfrm>
          <a:prstGeom prst="wedgeRoundRectCallout">
            <a:avLst>
              <a:gd name="adj1" fmla="val 43417"/>
              <a:gd name="adj2" fmla="val 47696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E </a:t>
            </a:r>
            <a:r>
              <a:rPr lang="zh-CN" altLang="en-US" sz="2100">
                <a:latin typeface="Arial" panose="020B0604020202020204" pitchFamily="34" charset="0"/>
                <a:ea typeface="宋体" panose="02010600030101010101" pitchFamily="2" charset="-122"/>
                <a:cs typeface="黑体" panose="02010609060101010101" pitchFamily="49" charset="-122"/>
              </a:rPr>
              <a:t>类地址保留为今后使用</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3239" name="幻灯片编号占位符 1">
            <a:extLst>
              <a:ext uri="{FF2B5EF4-FFF2-40B4-BE49-F238E27FC236}">
                <a16:creationId xmlns:a16="http://schemas.microsoft.com/office/drawing/2014/main" id="{59C05C21-90F7-034D-8EB7-BA9D5AFECB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C162443-33C0-5A4D-9988-0BCEB5331C4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147243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2">
            <a:extLst>
              <a:ext uri="{FF2B5EF4-FFF2-40B4-BE49-F238E27FC236}">
                <a16:creationId xmlns:a16="http://schemas.microsoft.com/office/drawing/2014/main" id="{0291C77F-A3BE-F34A-8DF5-7A86639221EA}"/>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点分十进制记法 </a:t>
            </a:r>
          </a:p>
        </p:txBody>
      </p:sp>
      <p:grpSp>
        <p:nvGrpSpPr>
          <p:cNvPr id="95234" name="Group 27">
            <a:extLst>
              <a:ext uri="{FF2B5EF4-FFF2-40B4-BE49-F238E27FC236}">
                <a16:creationId xmlns:a16="http://schemas.microsoft.com/office/drawing/2014/main" id="{9B691C78-969D-4248-A608-CF9467621727}"/>
              </a:ext>
            </a:extLst>
          </p:cNvPr>
          <p:cNvGrpSpPr>
            <a:grpSpLocks/>
          </p:cNvGrpSpPr>
          <p:nvPr/>
        </p:nvGrpSpPr>
        <p:grpSpPr bwMode="auto">
          <a:xfrm>
            <a:off x="1382315" y="1545431"/>
            <a:ext cx="6379370" cy="553641"/>
            <a:chOff x="201" y="1298"/>
            <a:chExt cx="5358" cy="465"/>
          </a:xfrm>
        </p:grpSpPr>
        <p:sp>
          <p:nvSpPr>
            <p:cNvPr id="95258" name="Rectangle 6">
              <a:extLst>
                <a:ext uri="{FF2B5EF4-FFF2-40B4-BE49-F238E27FC236}">
                  <a16:creationId xmlns:a16="http://schemas.microsoft.com/office/drawing/2014/main" id="{57A97092-61E0-114C-8268-510A6216A138}"/>
                </a:ext>
              </a:extLst>
            </p:cNvPr>
            <p:cNvSpPr>
              <a:spLocks noChangeArrowheads="1"/>
            </p:cNvSpPr>
            <p:nvPr/>
          </p:nvSpPr>
          <p:spPr bwMode="auto">
            <a:xfrm>
              <a:off x="2502" y="1351"/>
              <a:ext cx="3057" cy="41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10000000000010110000001100011111 </a:t>
              </a:r>
            </a:p>
          </p:txBody>
        </p:sp>
        <p:sp>
          <p:nvSpPr>
            <p:cNvPr id="95259" name="Text Box 7">
              <a:extLst>
                <a:ext uri="{FF2B5EF4-FFF2-40B4-BE49-F238E27FC236}">
                  <a16:creationId xmlns:a16="http://schemas.microsoft.com/office/drawing/2014/main" id="{7B83DE0A-B8C8-FA4D-A7B0-16CA0BBE516D}"/>
                </a:ext>
              </a:extLst>
            </p:cNvPr>
            <p:cNvSpPr txBox="1">
              <a:spLocks noChangeArrowheads="1"/>
            </p:cNvSpPr>
            <p:nvPr/>
          </p:nvSpPr>
          <p:spPr bwMode="auto">
            <a:xfrm>
              <a:off x="201" y="1298"/>
              <a:ext cx="1936"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机器中存放的 </a:t>
              </a:r>
              <a:r>
                <a:rPr kumimoji="1" lang="en-US" altLang="zh-CN" sz="1500" dirty="0">
                  <a:latin typeface="微软雅黑" panose="020B0503020204020204" pitchFamily="34" charset="-122"/>
                  <a:ea typeface="宋体" panose="02010600030101010101" pitchFamily="2" charset="-122"/>
                </a:rPr>
                <a:t>IP </a:t>
              </a:r>
              <a:r>
                <a:rPr kumimoji="1" lang="zh-CN" altLang="en-US" sz="1500" dirty="0">
                  <a:latin typeface="微软雅黑" panose="020B0503020204020204" pitchFamily="34" charset="-122"/>
                  <a:ea typeface="宋体" panose="02010600030101010101" pitchFamily="2" charset="-122"/>
                </a:rPr>
                <a:t>地址</a:t>
              </a:r>
            </a:p>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是 </a:t>
              </a:r>
              <a:r>
                <a:rPr kumimoji="1" lang="en-US" altLang="zh-CN" sz="1500" dirty="0">
                  <a:latin typeface="微软雅黑" panose="020B0503020204020204" pitchFamily="34" charset="-122"/>
                  <a:ea typeface="宋体" panose="02010600030101010101" pitchFamily="2" charset="-122"/>
                </a:rPr>
                <a:t>32 </a:t>
              </a:r>
              <a:r>
                <a:rPr kumimoji="1" lang="zh-CN" altLang="en-US" sz="1500" dirty="0">
                  <a:latin typeface="微软雅黑" panose="020B0503020204020204" pitchFamily="34" charset="-122"/>
                  <a:ea typeface="宋体" panose="02010600030101010101" pitchFamily="2" charset="-122"/>
                </a:rPr>
                <a:t>位 二进制代码</a:t>
              </a:r>
            </a:p>
          </p:txBody>
        </p:sp>
        <p:sp>
          <p:nvSpPr>
            <p:cNvPr id="95260" name="Line 8">
              <a:extLst>
                <a:ext uri="{FF2B5EF4-FFF2-40B4-BE49-F238E27FC236}">
                  <a16:creationId xmlns:a16="http://schemas.microsoft.com/office/drawing/2014/main" id="{D03EFC28-6D68-0E42-9787-707AAA72CBD4}"/>
                </a:ext>
              </a:extLst>
            </p:cNvPr>
            <p:cNvSpPr>
              <a:spLocks noChangeShapeType="1"/>
            </p:cNvSpPr>
            <p:nvPr/>
          </p:nvSpPr>
          <p:spPr bwMode="auto">
            <a:xfrm>
              <a:off x="2052" y="155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06878" name="Group 30">
            <a:extLst>
              <a:ext uri="{FF2B5EF4-FFF2-40B4-BE49-F238E27FC236}">
                <a16:creationId xmlns:a16="http://schemas.microsoft.com/office/drawing/2014/main" id="{8E059816-6A0A-0A49-80DC-2A5DEDB77807}"/>
              </a:ext>
            </a:extLst>
          </p:cNvPr>
          <p:cNvGrpSpPr>
            <a:grpSpLocks/>
          </p:cNvGrpSpPr>
          <p:nvPr/>
        </p:nvGrpSpPr>
        <p:grpSpPr bwMode="auto">
          <a:xfrm>
            <a:off x="1538287" y="2139557"/>
            <a:ext cx="6229351" cy="553642"/>
            <a:chOff x="332" y="1797"/>
            <a:chExt cx="5232" cy="465"/>
          </a:xfrm>
        </p:grpSpPr>
        <p:sp>
          <p:nvSpPr>
            <p:cNvPr id="95255" name="Text Box 5">
              <a:extLst>
                <a:ext uri="{FF2B5EF4-FFF2-40B4-BE49-F238E27FC236}">
                  <a16:creationId xmlns:a16="http://schemas.microsoft.com/office/drawing/2014/main" id="{AF2423DB-454F-E84B-AABE-7AE1590C7A4C}"/>
                </a:ext>
              </a:extLst>
            </p:cNvPr>
            <p:cNvSpPr txBox="1">
              <a:spLocks noChangeArrowheads="1"/>
            </p:cNvSpPr>
            <p:nvPr/>
          </p:nvSpPr>
          <p:spPr bwMode="auto">
            <a:xfrm>
              <a:off x="2417" y="1910"/>
              <a:ext cx="3147"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a:t>
              </a:r>
              <a:r>
                <a:rPr kumimoji="1" lang="en-US" altLang="zh-CN" sz="1500">
                  <a:solidFill>
                    <a:srgbClr val="FFCCFF"/>
                  </a:solidFill>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00001011 00000011 00011111 </a:t>
              </a:r>
            </a:p>
          </p:txBody>
        </p:sp>
        <p:sp>
          <p:nvSpPr>
            <p:cNvPr id="95256" name="Text Box 9">
              <a:extLst>
                <a:ext uri="{FF2B5EF4-FFF2-40B4-BE49-F238E27FC236}">
                  <a16:creationId xmlns:a16="http://schemas.microsoft.com/office/drawing/2014/main" id="{81E2FAE9-BF21-684C-BD74-F5B8F5ADB589}"/>
                </a:ext>
              </a:extLst>
            </p:cNvPr>
            <p:cNvSpPr txBox="1">
              <a:spLocks noChangeArrowheads="1"/>
            </p:cNvSpPr>
            <p:nvPr/>
          </p:nvSpPr>
          <p:spPr bwMode="auto">
            <a:xfrm>
              <a:off x="332" y="1797"/>
              <a:ext cx="1800"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每隔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位插入一个空格</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能够提高可读性</a:t>
              </a:r>
            </a:p>
          </p:txBody>
        </p:sp>
        <p:sp>
          <p:nvSpPr>
            <p:cNvPr id="95257" name="Line 10">
              <a:extLst>
                <a:ext uri="{FF2B5EF4-FFF2-40B4-BE49-F238E27FC236}">
                  <a16:creationId xmlns:a16="http://schemas.microsoft.com/office/drawing/2014/main" id="{14D56D40-C24C-ED4C-AABB-738BED82B7FF}"/>
                </a:ext>
              </a:extLst>
            </p:cNvPr>
            <p:cNvSpPr>
              <a:spLocks noChangeShapeType="1"/>
            </p:cNvSpPr>
            <p:nvPr/>
          </p:nvSpPr>
          <p:spPr bwMode="auto">
            <a:xfrm>
              <a:off x="2052" y="204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59" name="Text Box 11">
            <a:extLst>
              <a:ext uri="{FF2B5EF4-FFF2-40B4-BE49-F238E27FC236}">
                <a16:creationId xmlns:a16="http://schemas.microsoft.com/office/drawing/2014/main" id="{65930BAA-097E-634F-9E98-E87426CDD5CA}"/>
              </a:ext>
            </a:extLst>
          </p:cNvPr>
          <p:cNvSpPr txBox="1">
            <a:spLocks noChangeArrowheads="1"/>
          </p:cNvSpPr>
          <p:nvPr/>
        </p:nvSpPr>
        <p:spPr bwMode="auto">
          <a:xfrm>
            <a:off x="1770363" y="3598069"/>
            <a:ext cx="191591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采用点分十进制记法</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则更加便于使用</a:t>
            </a:r>
          </a:p>
        </p:txBody>
      </p:sp>
      <p:sp>
        <p:nvSpPr>
          <p:cNvPr id="206860" name="Text Box 12">
            <a:extLst>
              <a:ext uri="{FF2B5EF4-FFF2-40B4-BE49-F238E27FC236}">
                <a16:creationId xmlns:a16="http://schemas.microsoft.com/office/drawing/2014/main" id="{8547E406-B4DC-7840-AD65-9C1F86DA4AF2}"/>
              </a:ext>
            </a:extLst>
          </p:cNvPr>
          <p:cNvSpPr txBox="1">
            <a:spLocks noChangeArrowheads="1"/>
          </p:cNvSpPr>
          <p:nvPr/>
        </p:nvSpPr>
        <p:spPr bwMode="auto">
          <a:xfrm>
            <a:off x="5285185" y="3725466"/>
            <a:ext cx="1241174" cy="323165"/>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128.11.3.31 </a:t>
            </a:r>
          </a:p>
        </p:txBody>
      </p:sp>
      <p:sp>
        <p:nvSpPr>
          <p:cNvPr id="206861" name="AutoShape 13">
            <a:extLst>
              <a:ext uri="{FF2B5EF4-FFF2-40B4-BE49-F238E27FC236}">
                <a16:creationId xmlns:a16="http://schemas.microsoft.com/office/drawing/2014/main" id="{77BE2B00-4F83-5943-8741-E6D1A6D55D6C}"/>
              </a:ext>
            </a:extLst>
          </p:cNvPr>
          <p:cNvSpPr>
            <a:spLocks/>
          </p:cNvSpPr>
          <p:nvPr/>
        </p:nvSpPr>
        <p:spPr bwMode="auto">
          <a:xfrm rot="16200000">
            <a:off x="4417814" y="2255639"/>
            <a:ext cx="194072" cy="762000"/>
          </a:xfrm>
          <a:prstGeom prst="leftBrace">
            <a:avLst>
              <a:gd name="adj1" fmla="val 32720"/>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2" name="AutoShape 14">
            <a:extLst>
              <a:ext uri="{FF2B5EF4-FFF2-40B4-BE49-F238E27FC236}">
                <a16:creationId xmlns:a16="http://schemas.microsoft.com/office/drawing/2014/main" id="{9B94E92C-9BD0-E142-96DE-BDA5CFC23704}"/>
              </a:ext>
            </a:extLst>
          </p:cNvPr>
          <p:cNvSpPr>
            <a:spLocks/>
          </p:cNvSpPr>
          <p:nvPr/>
        </p:nvSpPr>
        <p:spPr bwMode="auto">
          <a:xfrm rot="16200000">
            <a:off x="5278636" y="2265164"/>
            <a:ext cx="194072" cy="742950"/>
          </a:xfrm>
          <a:prstGeom prst="leftBrace">
            <a:avLst>
              <a:gd name="adj1" fmla="val 31902"/>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3" name="AutoShape 15">
            <a:extLst>
              <a:ext uri="{FF2B5EF4-FFF2-40B4-BE49-F238E27FC236}">
                <a16:creationId xmlns:a16="http://schemas.microsoft.com/office/drawing/2014/main" id="{C22AF652-0A1A-CE45-9A16-22EE63BA0280}"/>
              </a:ext>
            </a:extLst>
          </p:cNvPr>
          <p:cNvSpPr>
            <a:spLocks/>
          </p:cNvSpPr>
          <p:nvPr/>
        </p:nvSpPr>
        <p:spPr bwMode="auto">
          <a:xfrm rot="16200000">
            <a:off x="6223993" y="2252068"/>
            <a:ext cx="134541" cy="773906"/>
          </a:xfrm>
          <a:prstGeom prst="leftBrace">
            <a:avLst>
              <a:gd name="adj1" fmla="val 34407"/>
              <a:gd name="adj2" fmla="val 50000"/>
            </a:avLst>
          </a:prstGeom>
          <a:noFill/>
          <a:ln w="2794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4" name="AutoShape 16">
            <a:extLst>
              <a:ext uri="{FF2B5EF4-FFF2-40B4-BE49-F238E27FC236}">
                <a16:creationId xmlns:a16="http://schemas.microsoft.com/office/drawing/2014/main" id="{1C805E79-4D78-1F47-BC13-E5E8D6325D01}"/>
              </a:ext>
            </a:extLst>
          </p:cNvPr>
          <p:cNvSpPr>
            <a:spLocks/>
          </p:cNvSpPr>
          <p:nvPr/>
        </p:nvSpPr>
        <p:spPr bwMode="auto">
          <a:xfrm rot="16200000">
            <a:off x="7053858" y="2272308"/>
            <a:ext cx="166688" cy="701279"/>
          </a:xfrm>
          <a:prstGeom prst="leftBrace">
            <a:avLst>
              <a:gd name="adj1" fmla="val 34397"/>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5" name="Text Box 17">
            <a:extLst>
              <a:ext uri="{FF2B5EF4-FFF2-40B4-BE49-F238E27FC236}">
                <a16:creationId xmlns:a16="http://schemas.microsoft.com/office/drawing/2014/main" id="{4B6EB6FE-63BC-A642-9864-D2DD4C70A54F}"/>
              </a:ext>
            </a:extLst>
          </p:cNvPr>
          <p:cNvSpPr txBox="1">
            <a:spLocks noChangeArrowheads="1"/>
          </p:cNvSpPr>
          <p:nvPr/>
        </p:nvSpPr>
        <p:spPr bwMode="auto">
          <a:xfrm>
            <a:off x="4248150" y="2868216"/>
            <a:ext cx="325614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        11                3             31 </a:t>
            </a:r>
          </a:p>
        </p:txBody>
      </p:sp>
      <p:grpSp>
        <p:nvGrpSpPr>
          <p:cNvPr id="206879" name="Group 31">
            <a:extLst>
              <a:ext uri="{FF2B5EF4-FFF2-40B4-BE49-F238E27FC236}">
                <a16:creationId xmlns:a16="http://schemas.microsoft.com/office/drawing/2014/main" id="{A5C339C3-071F-7345-AC3D-106344F6F49B}"/>
              </a:ext>
            </a:extLst>
          </p:cNvPr>
          <p:cNvGrpSpPr>
            <a:grpSpLocks/>
          </p:cNvGrpSpPr>
          <p:nvPr/>
        </p:nvGrpSpPr>
        <p:grpSpPr bwMode="auto">
          <a:xfrm>
            <a:off x="4518422" y="3107532"/>
            <a:ext cx="2641997" cy="621506"/>
            <a:chOff x="2835" y="2610"/>
            <a:chExt cx="2219" cy="522"/>
          </a:xfrm>
        </p:grpSpPr>
        <p:sp>
          <p:nvSpPr>
            <p:cNvPr id="95251" name="Line 18">
              <a:extLst>
                <a:ext uri="{FF2B5EF4-FFF2-40B4-BE49-F238E27FC236}">
                  <a16:creationId xmlns:a16="http://schemas.microsoft.com/office/drawing/2014/main" id="{1006C776-AD8E-1144-B0A6-A220679F2F9E}"/>
                </a:ext>
              </a:extLst>
            </p:cNvPr>
            <p:cNvSpPr>
              <a:spLocks noChangeShapeType="1"/>
            </p:cNvSpPr>
            <p:nvPr/>
          </p:nvSpPr>
          <p:spPr bwMode="auto">
            <a:xfrm>
              <a:off x="2835" y="2659"/>
              <a:ext cx="845" cy="473"/>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2" name="Line 19">
              <a:extLst>
                <a:ext uri="{FF2B5EF4-FFF2-40B4-BE49-F238E27FC236}">
                  <a16:creationId xmlns:a16="http://schemas.microsoft.com/office/drawing/2014/main" id="{40153235-06F2-794F-A8E9-D2BED9EF5802}"/>
                </a:ext>
              </a:extLst>
            </p:cNvPr>
            <p:cNvSpPr>
              <a:spLocks noChangeShapeType="1"/>
            </p:cNvSpPr>
            <p:nvPr/>
          </p:nvSpPr>
          <p:spPr bwMode="auto">
            <a:xfrm flipH="1">
              <a:off x="4316" y="2623"/>
              <a:ext cx="738" cy="49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3" name="Line 20">
              <a:extLst>
                <a:ext uri="{FF2B5EF4-FFF2-40B4-BE49-F238E27FC236}">
                  <a16:creationId xmlns:a16="http://schemas.microsoft.com/office/drawing/2014/main" id="{FD725D4E-A0C5-B941-8FBD-92F3CEC77F66}"/>
                </a:ext>
              </a:extLst>
            </p:cNvPr>
            <p:cNvSpPr>
              <a:spLocks noChangeShapeType="1"/>
            </p:cNvSpPr>
            <p:nvPr/>
          </p:nvSpPr>
          <p:spPr bwMode="auto">
            <a:xfrm>
              <a:off x="3560" y="2614"/>
              <a:ext cx="382" cy="50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4" name="Line 21">
              <a:extLst>
                <a:ext uri="{FF2B5EF4-FFF2-40B4-BE49-F238E27FC236}">
                  <a16:creationId xmlns:a16="http://schemas.microsoft.com/office/drawing/2014/main" id="{9D069DED-E995-2C42-943D-7BF86FA483B0}"/>
                </a:ext>
              </a:extLst>
            </p:cNvPr>
            <p:cNvSpPr>
              <a:spLocks noChangeShapeType="1"/>
            </p:cNvSpPr>
            <p:nvPr/>
          </p:nvSpPr>
          <p:spPr bwMode="auto">
            <a:xfrm flipH="1">
              <a:off x="4117" y="2610"/>
              <a:ext cx="257" cy="515"/>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70" name="Text Box 22">
            <a:extLst>
              <a:ext uri="{FF2B5EF4-FFF2-40B4-BE49-F238E27FC236}">
                <a16:creationId xmlns:a16="http://schemas.microsoft.com/office/drawing/2014/main" id="{F35FC357-9EA3-2D41-9310-A05746D3F562}"/>
              </a:ext>
            </a:extLst>
          </p:cNvPr>
          <p:cNvSpPr txBox="1">
            <a:spLocks noChangeArrowheads="1"/>
          </p:cNvSpPr>
          <p:nvPr/>
        </p:nvSpPr>
        <p:spPr bwMode="auto">
          <a:xfrm>
            <a:off x="1711058" y="2733675"/>
            <a:ext cx="195117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将每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位的二进制数</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转换为十进制数</a:t>
            </a:r>
          </a:p>
        </p:txBody>
      </p:sp>
      <p:sp>
        <p:nvSpPr>
          <p:cNvPr id="206871" name="Line 23">
            <a:extLst>
              <a:ext uri="{FF2B5EF4-FFF2-40B4-BE49-F238E27FC236}">
                <a16:creationId xmlns:a16="http://schemas.microsoft.com/office/drawing/2014/main" id="{0EA2A14C-DB3F-EB47-92C4-E45CDC4080E8}"/>
              </a:ext>
            </a:extLst>
          </p:cNvPr>
          <p:cNvSpPr>
            <a:spLocks noChangeShapeType="1"/>
          </p:cNvSpPr>
          <p:nvPr/>
        </p:nvSpPr>
        <p:spPr bwMode="auto">
          <a:xfrm flipV="1">
            <a:off x="3586163" y="3014663"/>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06872" name="Line 24">
            <a:extLst>
              <a:ext uri="{FF2B5EF4-FFF2-40B4-BE49-F238E27FC236}">
                <a16:creationId xmlns:a16="http://schemas.microsoft.com/office/drawing/2014/main" id="{66DE6FBD-4785-4D43-B816-914DEE8E3725}"/>
              </a:ext>
            </a:extLst>
          </p:cNvPr>
          <p:cNvSpPr>
            <a:spLocks noChangeShapeType="1"/>
          </p:cNvSpPr>
          <p:nvPr/>
        </p:nvSpPr>
        <p:spPr bwMode="auto">
          <a:xfrm>
            <a:off x="3612357" y="3889772"/>
            <a:ext cx="1479947" cy="0"/>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47" name="Rectangle 32">
            <a:extLst>
              <a:ext uri="{FF2B5EF4-FFF2-40B4-BE49-F238E27FC236}">
                <a16:creationId xmlns:a16="http://schemas.microsoft.com/office/drawing/2014/main" id="{A8B9885E-415E-304D-AF41-96081AE96858}"/>
              </a:ext>
            </a:extLst>
          </p:cNvPr>
          <p:cNvSpPr>
            <a:spLocks noChangeArrowheads="1"/>
          </p:cNvSpPr>
          <p:nvPr/>
        </p:nvSpPr>
        <p:spPr bwMode="auto">
          <a:xfrm>
            <a:off x="4935141" y="2339579"/>
            <a:ext cx="53578" cy="189309"/>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8" name="Rectangle 33">
            <a:extLst>
              <a:ext uri="{FF2B5EF4-FFF2-40B4-BE49-F238E27FC236}">
                <a16:creationId xmlns:a16="http://schemas.microsoft.com/office/drawing/2014/main" id="{75772651-B76B-0A45-868B-3AF63E441026}"/>
              </a:ext>
            </a:extLst>
          </p:cNvPr>
          <p:cNvSpPr>
            <a:spLocks noChangeArrowheads="1"/>
          </p:cNvSpPr>
          <p:nvPr/>
        </p:nvSpPr>
        <p:spPr bwMode="auto">
          <a:xfrm>
            <a:off x="6704410" y="2339579"/>
            <a:ext cx="53578" cy="1619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9" name="Rectangle 34">
            <a:extLst>
              <a:ext uri="{FF2B5EF4-FFF2-40B4-BE49-F238E27FC236}">
                <a16:creationId xmlns:a16="http://schemas.microsoft.com/office/drawing/2014/main" id="{35C8733E-F4BE-F34E-8527-2423A20E896A}"/>
              </a:ext>
            </a:extLst>
          </p:cNvPr>
          <p:cNvSpPr>
            <a:spLocks noChangeArrowheads="1"/>
          </p:cNvSpPr>
          <p:nvPr/>
        </p:nvSpPr>
        <p:spPr bwMode="auto">
          <a:xfrm>
            <a:off x="5813823" y="2339579"/>
            <a:ext cx="54769" cy="2000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50" name="幻灯片编号占位符 1">
            <a:extLst>
              <a:ext uri="{FF2B5EF4-FFF2-40B4-BE49-F238E27FC236}">
                <a16:creationId xmlns:a16="http://schemas.microsoft.com/office/drawing/2014/main" id="{3B292577-0D36-894C-81AA-5273369A5BA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DB5CB9-278C-5343-ABA1-5BED994C00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641204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68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686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687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0687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686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686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686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686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6859"/>
                                        </p:tgtEl>
                                        <p:attrNameLst>
                                          <p:attrName>style.visibility</p:attrName>
                                        </p:attrNameLst>
                                      </p:cBhvr>
                                      <p:to>
                                        <p:strVal val="visible"/>
                                      </p:to>
                                    </p:set>
                                  </p:childTnLst>
                                </p:cTn>
                              </p:par>
                            </p:childTnLst>
                          </p:cTn>
                        </p:par>
                        <p:par>
                          <p:cTn id="27" fill="hold" nodeType="afterGroup">
                            <p:stCondLst>
                              <p:cond delay="0"/>
                            </p:stCondLst>
                            <p:childTnLst>
                              <p:par>
                                <p:cTn id="28" presetID="22" presetClass="entr" presetSubtype="1" fill="hold" nodeType="afterEffect">
                                  <p:stCondLst>
                                    <p:cond delay="0"/>
                                  </p:stCondLst>
                                  <p:childTnLst>
                                    <p:set>
                                      <p:cBhvr>
                                        <p:cTn id="29" dur="1" fill="hold">
                                          <p:stCondLst>
                                            <p:cond delay="0"/>
                                          </p:stCondLst>
                                        </p:cTn>
                                        <p:tgtEl>
                                          <p:spTgt spid="206879"/>
                                        </p:tgtEl>
                                        <p:attrNameLst>
                                          <p:attrName>style.visibility</p:attrName>
                                        </p:attrNameLst>
                                      </p:cBhvr>
                                      <p:to>
                                        <p:strVal val="visible"/>
                                      </p:to>
                                    </p:set>
                                    <p:animEffect transition="in" filter="wipe(up)">
                                      <p:cBhvr>
                                        <p:cTn id="30" dur="500"/>
                                        <p:tgtEl>
                                          <p:spTgt spid="206879"/>
                                        </p:tgtEl>
                                      </p:cBhvr>
                                    </p:animEffect>
                                  </p:childTnLst>
                                </p:cTn>
                              </p:par>
                              <p:par>
                                <p:cTn id="31" presetID="22" presetClass="entr" presetSubtype="8" fill="hold" nodeType="withEffect">
                                  <p:stCondLst>
                                    <p:cond delay="0"/>
                                  </p:stCondLst>
                                  <p:childTnLst>
                                    <p:set>
                                      <p:cBhvr>
                                        <p:cTn id="32" dur="1" fill="hold">
                                          <p:stCondLst>
                                            <p:cond delay="0"/>
                                          </p:stCondLst>
                                        </p:cTn>
                                        <p:tgtEl>
                                          <p:spTgt spid="206872"/>
                                        </p:tgtEl>
                                        <p:attrNameLst>
                                          <p:attrName>style.visibility</p:attrName>
                                        </p:attrNameLst>
                                      </p:cBhvr>
                                      <p:to>
                                        <p:strVal val="visible"/>
                                      </p:to>
                                    </p:set>
                                    <p:animEffect transition="in" filter="wipe(left)">
                                      <p:cBhvr>
                                        <p:cTn id="33" dur="500"/>
                                        <p:tgtEl>
                                          <p:spTgt spid="206872"/>
                                        </p:tgtEl>
                                      </p:cBhvr>
                                    </p:animEffect>
                                  </p:childTnLst>
                                </p:cTn>
                              </p:par>
                            </p:childTnLst>
                          </p:cTn>
                        </p:par>
                        <p:par>
                          <p:cTn id="34" fill="hold" nodeType="afterGroup">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068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859" grpId="0"/>
      <p:bldP spid="206860" grpId="0" animBg="1"/>
      <p:bldP spid="206861" grpId="0" animBg="1"/>
      <p:bldP spid="206862" grpId="0" animBg="1"/>
      <p:bldP spid="206863" grpId="0" animBg="1"/>
      <p:bldP spid="206864" grpId="0" animBg="1"/>
      <p:bldP spid="206865" grpId="0"/>
      <p:bldP spid="20687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Rectangle 2">
            <a:extLst>
              <a:ext uri="{FF2B5EF4-FFF2-40B4-BE49-F238E27FC236}">
                <a16:creationId xmlns:a16="http://schemas.microsoft.com/office/drawing/2014/main" id="{2331A37A-893D-2F48-A0A4-C23DE6E0324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常用的三种类别的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97282" name="Text Box 4">
            <a:extLst>
              <a:ext uri="{FF2B5EF4-FFF2-40B4-BE49-F238E27FC236}">
                <a16:creationId xmlns:a16="http://schemas.microsoft.com/office/drawing/2014/main" id="{032EA4C8-289D-B445-9807-C8EB40A764A2}"/>
              </a:ext>
            </a:extLst>
          </p:cNvPr>
          <p:cNvSpPr txBox="1">
            <a:spLocks noChangeArrowheads="1"/>
          </p:cNvSpPr>
          <p:nvPr/>
        </p:nvSpPr>
        <p:spPr bwMode="auto">
          <a:xfrm>
            <a:off x="3022998" y="1354931"/>
            <a:ext cx="248010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地址的使用范围</a:t>
            </a:r>
            <a:r>
              <a:rPr lang="zh-CN" altLang="en-US" sz="2100">
                <a:latin typeface="Tahoma" panose="020B0604030504040204" pitchFamily="34" charset="0"/>
                <a:ea typeface="宋体" panose="02010600030101010101" pitchFamily="2" charset="-122"/>
                <a:cs typeface="黑体" panose="02010609060101010101" pitchFamily="49" charset="-122"/>
              </a:rPr>
              <a:t> </a:t>
            </a:r>
          </a:p>
        </p:txBody>
      </p:sp>
      <p:sp>
        <p:nvSpPr>
          <p:cNvPr id="97283" name="Text Box 5">
            <a:extLst>
              <a:ext uri="{FF2B5EF4-FFF2-40B4-BE49-F238E27FC236}">
                <a16:creationId xmlns:a16="http://schemas.microsoft.com/office/drawing/2014/main" id="{81D54FC0-A643-7C41-822F-DDCD0CB82ADC}"/>
              </a:ext>
            </a:extLst>
          </p:cNvPr>
          <p:cNvSpPr txBox="1">
            <a:spLocks noChangeArrowheads="1"/>
          </p:cNvSpPr>
          <p:nvPr/>
        </p:nvSpPr>
        <p:spPr bwMode="auto">
          <a:xfrm>
            <a:off x="1277541" y="1815703"/>
            <a:ext cx="6426994" cy="2294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网络        最大                  第一个       最后一个         每个网络</a:t>
            </a:r>
          </a:p>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类别      网络数                可用的         可用的           中最大的  </a:t>
            </a:r>
          </a:p>
          <a:p>
            <a:pPr eaLnBrk="1" hangingPunct="1">
              <a:spcBef>
                <a:spcPct val="0"/>
              </a:spcBef>
              <a:spcAft>
                <a:spcPct val="70000"/>
              </a:spcAft>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网络号         网络号             主机数</a:t>
            </a:r>
          </a:p>
          <a:p>
            <a:pPr eaLnBrk="1" hangingPunct="1">
              <a:spcBef>
                <a:spcPct val="2500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rPr>
              <a:t>A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126</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7</a:t>
            </a:r>
            <a:r>
              <a:rPr lang="en-US" altLang="zh-CN" sz="1800">
                <a:latin typeface="Arial" panose="020B0604020202020204" pitchFamily="34" charset="0"/>
                <a:ea typeface="宋体" panose="02010600030101010101" pitchFamily="2" charset="-122"/>
                <a:cs typeface="黑体" panose="02010609060101010101" pitchFamily="49" charset="-122"/>
              </a:rPr>
              <a:t> – 2)            1              126                16,777,214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B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16,383</a:t>
            </a:r>
            <a:r>
              <a:rPr lang="en-US" altLang="zh-CN" sz="1800">
                <a:latin typeface="Arial" panose="020B0604020202020204" pitchFamily="34" charset="0"/>
                <a:ea typeface="宋体" panose="02010600030101010101" pitchFamily="2" charset="-122"/>
                <a:cs typeface="黑体" panose="02010609060101010101" pitchFamily="49" charset="-122"/>
              </a:rPr>
              <a:t>(2</a:t>
            </a:r>
            <a:r>
              <a:rPr lang="en-US" altLang="zh-CN" sz="1800" baseline="30000">
                <a:latin typeface="Arial" panose="020B0604020202020204" pitchFamily="34" charset="0"/>
                <a:ea typeface="宋体" panose="02010600030101010101" pitchFamily="2" charset="-122"/>
                <a:cs typeface="黑体" panose="02010609060101010101" pitchFamily="49" charset="-122"/>
              </a:rPr>
              <a:t>14</a:t>
            </a:r>
            <a:r>
              <a:rPr lang="en-US" altLang="zh-CN"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 1</a:t>
            </a:r>
            <a:r>
              <a:rPr lang="en-US" altLang="zh-CN" sz="1800">
                <a:latin typeface="Arial" panose="020B0604020202020204" pitchFamily="34" charset="0"/>
                <a:ea typeface="宋体" panose="02010600030101010101" pitchFamily="2" charset="-122"/>
                <a:cs typeface="黑体" panose="02010609060101010101" pitchFamily="49" charset="-122"/>
              </a:rPr>
              <a:t>)      128.1       191.255                 65,534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C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2,097,151</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21 </a:t>
            </a:r>
            <a:r>
              <a:rPr lang="en-US" altLang="zh-CN" sz="1800">
                <a:latin typeface="Tahoma" panose="020B0604030504040204" pitchFamily="34" charset="0"/>
                <a:ea typeface="宋体" panose="02010600030101010101" pitchFamily="2" charset="-122"/>
                <a:cs typeface="黑体" panose="02010609060101010101" pitchFamily="49" charset="-122"/>
                <a:sym typeface="Symbol" pitchFamily="2" charset="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1800">
                <a:latin typeface="Arial" panose="020B0604020202020204" pitchFamily="34" charset="0"/>
                <a:ea typeface="宋体" panose="02010600030101010101" pitchFamily="2" charset="-122"/>
                <a:cs typeface="黑体" panose="02010609060101010101" pitchFamily="49" charset="-122"/>
              </a:rPr>
              <a:t>) 192.0.1   223.255.255                254</a:t>
            </a:r>
          </a:p>
        </p:txBody>
      </p:sp>
      <p:sp>
        <p:nvSpPr>
          <p:cNvPr id="97284" name="Line 6">
            <a:extLst>
              <a:ext uri="{FF2B5EF4-FFF2-40B4-BE49-F238E27FC236}">
                <a16:creationId xmlns:a16="http://schemas.microsoft.com/office/drawing/2014/main" id="{B265BBE6-F98B-4247-8564-4CBBFFE0336D}"/>
              </a:ext>
            </a:extLst>
          </p:cNvPr>
          <p:cNvSpPr>
            <a:spLocks noChangeShapeType="1"/>
          </p:cNvSpPr>
          <p:nvPr/>
        </p:nvSpPr>
        <p:spPr bwMode="auto">
          <a:xfrm>
            <a:off x="1277542" y="2787254"/>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5" name="Line 7">
            <a:extLst>
              <a:ext uri="{FF2B5EF4-FFF2-40B4-BE49-F238E27FC236}">
                <a16:creationId xmlns:a16="http://schemas.microsoft.com/office/drawing/2014/main" id="{F28AFD25-20B4-D447-B679-4191DDD9EBD2}"/>
              </a:ext>
            </a:extLst>
          </p:cNvPr>
          <p:cNvSpPr>
            <a:spLocks noChangeShapeType="1"/>
          </p:cNvSpPr>
          <p:nvPr/>
        </p:nvSpPr>
        <p:spPr bwMode="auto">
          <a:xfrm rot="16200000">
            <a:off x="629841"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6" name="Line 8">
            <a:extLst>
              <a:ext uri="{FF2B5EF4-FFF2-40B4-BE49-F238E27FC236}">
                <a16:creationId xmlns:a16="http://schemas.microsoft.com/office/drawing/2014/main" id="{4DA33933-4C6E-D545-A7F9-29A9BCD457E8}"/>
              </a:ext>
            </a:extLst>
          </p:cNvPr>
          <p:cNvSpPr>
            <a:spLocks noChangeShapeType="1"/>
          </p:cNvSpPr>
          <p:nvPr/>
        </p:nvSpPr>
        <p:spPr bwMode="auto">
          <a:xfrm rot="16200000">
            <a:off x="2574132"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7" name="Line 9">
            <a:extLst>
              <a:ext uri="{FF2B5EF4-FFF2-40B4-BE49-F238E27FC236}">
                <a16:creationId xmlns:a16="http://schemas.microsoft.com/office/drawing/2014/main" id="{CE2F38F3-36FD-9243-9869-E1DBB720474E}"/>
              </a:ext>
            </a:extLst>
          </p:cNvPr>
          <p:cNvSpPr>
            <a:spLocks noChangeShapeType="1"/>
          </p:cNvSpPr>
          <p:nvPr/>
        </p:nvSpPr>
        <p:spPr bwMode="auto">
          <a:xfrm rot="16200000">
            <a:off x="3438525"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8" name="Line 10">
            <a:extLst>
              <a:ext uri="{FF2B5EF4-FFF2-40B4-BE49-F238E27FC236}">
                <a16:creationId xmlns:a16="http://schemas.microsoft.com/office/drawing/2014/main" id="{492DB96B-3057-0947-8111-73DC193DB51E}"/>
              </a:ext>
            </a:extLst>
          </p:cNvPr>
          <p:cNvSpPr>
            <a:spLocks noChangeShapeType="1"/>
          </p:cNvSpPr>
          <p:nvPr/>
        </p:nvSpPr>
        <p:spPr bwMode="auto">
          <a:xfrm rot="16200000">
            <a:off x="4895850"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9" name="Line 11">
            <a:extLst>
              <a:ext uri="{FF2B5EF4-FFF2-40B4-BE49-F238E27FC236}">
                <a16:creationId xmlns:a16="http://schemas.microsoft.com/office/drawing/2014/main" id="{F9DF3E96-E351-A041-9AA0-B0CF45B88FCD}"/>
              </a:ext>
            </a:extLst>
          </p:cNvPr>
          <p:cNvSpPr>
            <a:spLocks noChangeShapeType="1"/>
          </p:cNvSpPr>
          <p:nvPr/>
        </p:nvSpPr>
        <p:spPr bwMode="auto">
          <a:xfrm>
            <a:off x="1277542" y="1762125"/>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0" name="Line 12">
            <a:extLst>
              <a:ext uri="{FF2B5EF4-FFF2-40B4-BE49-F238E27FC236}">
                <a16:creationId xmlns:a16="http://schemas.microsoft.com/office/drawing/2014/main" id="{4D113BE4-2CE4-6C41-AAE2-54112CF0E1DB}"/>
              </a:ext>
            </a:extLst>
          </p:cNvPr>
          <p:cNvSpPr>
            <a:spLocks noChangeShapeType="1"/>
          </p:cNvSpPr>
          <p:nvPr/>
        </p:nvSpPr>
        <p:spPr bwMode="auto">
          <a:xfrm>
            <a:off x="1277542" y="4245769"/>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1" name="幻灯片编号占位符 1">
            <a:extLst>
              <a:ext uri="{FF2B5EF4-FFF2-40B4-BE49-F238E27FC236}">
                <a16:creationId xmlns:a16="http://schemas.microsoft.com/office/drawing/2014/main" id="{0DC4BE80-EB7A-3541-AA32-D39446AEE5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66DD37B-E1CC-9640-8DB9-7BEC4E8C7EC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61161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Rectangle 2">
            <a:extLst>
              <a:ext uri="{FF2B5EF4-FFF2-40B4-BE49-F238E27FC236}">
                <a16:creationId xmlns:a16="http://schemas.microsoft.com/office/drawing/2014/main" id="{79AB68EB-44E4-EC44-850F-51876EA575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4419" name="Rectangle 3">
            <a:extLst>
              <a:ext uri="{FF2B5EF4-FFF2-40B4-BE49-F238E27FC236}">
                <a16:creationId xmlns:a16="http://schemas.microsoft.com/office/drawing/2014/main" id="{EB52AEBC-6690-6847-A5FB-8192C5AF7840}"/>
              </a:ext>
            </a:extLst>
          </p:cNvPr>
          <p:cNvSpPr>
            <a:spLocks noGrp="1" noChangeArrowheads="1"/>
          </p:cNvSpPr>
          <p:nvPr>
            <p:ph type="body" idx="1"/>
          </p:nvPr>
        </p:nvSpPr>
        <p:spPr>
          <a:xfrm>
            <a:off x="228600" y="1113235"/>
            <a:ext cx="8709915" cy="3618309"/>
          </a:xfrm>
        </p:spPr>
        <p:txBody>
          <a:bodyPr/>
          <a:lstStyle/>
          <a:p>
            <a:pPr algn="just" eaLnBrk="1" hangingPunct="1">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(1)  IP </a:t>
            </a:r>
            <a:r>
              <a:rPr lang="zh-CN" altLang="en-US" dirty="0">
                <a:solidFill>
                  <a:schemeClr val="tx1"/>
                </a:solidFill>
                <a:latin typeface="Times New Roman" panose="02020603050405020304" pitchFamily="18" charset="0"/>
                <a:ea typeface="宋体" panose="02010600030101010101" pitchFamily="2" charset="-122"/>
              </a:rPr>
              <a:t>地址是一种</a:t>
            </a:r>
            <a:r>
              <a:rPr lang="zh-CN" altLang="en-US" dirty="0">
                <a:solidFill>
                  <a:srgbClr val="FF0000"/>
                </a:solidFill>
                <a:latin typeface="Times New Roman" panose="02020603050405020304" pitchFamily="18" charset="0"/>
                <a:ea typeface="宋体" panose="02010600030101010101" pitchFamily="2" charset="-122"/>
              </a:rPr>
              <a:t>分等级</a:t>
            </a:r>
            <a:r>
              <a:rPr lang="zh-CN" altLang="en-US" dirty="0">
                <a:solidFill>
                  <a:schemeClr val="tx1"/>
                </a:solidFill>
                <a:latin typeface="Times New Roman" panose="02020603050405020304" pitchFamily="18" charset="0"/>
                <a:ea typeface="宋体" panose="02010600030101010101" pitchFamily="2" charset="-122"/>
              </a:rPr>
              <a:t>的地址结构。分两个等级的好处是：</a:t>
            </a:r>
          </a:p>
          <a:p>
            <a:pPr algn="just" eaLnBrk="1" hangingPunct="1"/>
            <a:r>
              <a:rPr lang="zh-CN" altLang="en-US" sz="2100" dirty="0">
                <a:ea typeface="宋体" panose="02010600030101010101" pitchFamily="2" charset="-122"/>
              </a:rPr>
              <a:t>第一，</a:t>
            </a:r>
            <a:r>
              <a:rPr lang="en-US" altLang="zh-CN" sz="2100" dirty="0">
                <a:ea typeface="宋体" panose="02010600030101010101" pitchFamily="2" charset="-122"/>
              </a:rPr>
              <a:t>IP</a:t>
            </a:r>
            <a:r>
              <a:rPr lang="en-US" altLang="zh-CN" sz="450" dirty="0">
                <a:ea typeface="宋体" panose="02010600030101010101" pitchFamily="2" charset="-122"/>
              </a:rPr>
              <a:t> </a:t>
            </a:r>
            <a:r>
              <a:rPr lang="zh-CN" altLang="en-US" sz="2100" dirty="0">
                <a:ea typeface="宋体" panose="02010600030101010101" pitchFamily="2" charset="-122"/>
              </a:rPr>
              <a:t>地址管理机构在分配</a:t>
            </a:r>
            <a:r>
              <a:rPr lang="zh-CN" altLang="en-US" sz="675" dirty="0">
                <a:ea typeface="宋体" panose="02010600030101010101" pitchFamily="2" charset="-122"/>
              </a:rPr>
              <a:t> </a:t>
            </a:r>
            <a:r>
              <a:rPr lang="en-US" altLang="zh-CN" sz="2100" dirty="0">
                <a:ea typeface="宋体" panose="02010600030101010101" pitchFamily="2" charset="-122"/>
              </a:rPr>
              <a:t>IP</a:t>
            </a:r>
            <a:r>
              <a:rPr lang="en-US" altLang="zh-CN" sz="525" dirty="0">
                <a:ea typeface="宋体" panose="02010600030101010101" pitchFamily="2" charset="-122"/>
              </a:rPr>
              <a:t> </a:t>
            </a:r>
            <a:r>
              <a:rPr lang="zh-CN" altLang="en-US" sz="2100" dirty="0">
                <a:ea typeface="宋体" panose="02010600030101010101" pitchFamily="2" charset="-122"/>
              </a:rPr>
              <a:t>地址时只分配网络号，而剩下的主机号则由得到该网络号的单位自行分配。这样就方便了</a:t>
            </a:r>
            <a:r>
              <a:rPr lang="zh-CN" altLang="en-US" sz="1200" dirty="0">
                <a:ea typeface="宋体" panose="02010600030101010101" pitchFamily="2" charset="-122"/>
              </a:rPr>
              <a:t> </a:t>
            </a:r>
            <a:r>
              <a:rPr lang="en-US" altLang="zh-CN" sz="2100" dirty="0">
                <a:ea typeface="宋体" panose="02010600030101010101" pitchFamily="2" charset="-122"/>
              </a:rPr>
              <a:t>IP</a:t>
            </a:r>
            <a:r>
              <a:rPr lang="en-US" altLang="zh-CN" sz="1200" dirty="0">
                <a:ea typeface="宋体" panose="02010600030101010101" pitchFamily="2" charset="-122"/>
              </a:rPr>
              <a:t> </a:t>
            </a:r>
            <a:r>
              <a:rPr lang="zh-CN" altLang="en-US" sz="2100" dirty="0">
                <a:ea typeface="宋体" panose="02010600030101010101" pitchFamily="2" charset="-122"/>
              </a:rPr>
              <a:t>地址的管理。</a:t>
            </a:r>
          </a:p>
          <a:p>
            <a:pPr algn="just" eaLnBrk="1" hangingPunct="1"/>
            <a:r>
              <a:rPr lang="zh-CN" altLang="en-US" sz="2100" dirty="0">
                <a:ea typeface="宋体" panose="02010600030101010101" pitchFamily="2" charset="-122"/>
              </a:rPr>
              <a:t>第二，路由器仅根据目的主机所连接的网络号来转发分组（而不考虑目的主机号），这样就可以使路由表中的项目数大幅度减少，从而减小了路由表所占的存储空间。 </a:t>
            </a:r>
          </a:p>
        </p:txBody>
      </p:sp>
      <p:sp>
        <p:nvSpPr>
          <p:cNvPr id="99331" name="幻灯片编号占位符 1">
            <a:extLst>
              <a:ext uri="{FF2B5EF4-FFF2-40B4-BE49-F238E27FC236}">
                <a16:creationId xmlns:a16="http://schemas.microsoft.com/office/drawing/2014/main" id="{F66D9594-6A7E-6A48-A3E2-ED68FFF3A8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3543B65-FC31-5147-AA3D-6FEFEBCEB3C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50617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4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44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419"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2">
            <a:extLst>
              <a:ext uri="{FF2B5EF4-FFF2-40B4-BE49-F238E27FC236}">
                <a16:creationId xmlns:a16="http://schemas.microsoft.com/office/drawing/2014/main" id="{47BEC07B-6D57-114B-A504-1DA373B566E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209923" name="Rectangle 3">
            <a:extLst>
              <a:ext uri="{FF2B5EF4-FFF2-40B4-BE49-F238E27FC236}">
                <a16:creationId xmlns:a16="http://schemas.microsoft.com/office/drawing/2014/main" id="{C98E2360-7E27-B148-A560-687926E1A23A}"/>
              </a:ext>
            </a:extLst>
          </p:cNvPr>
          <p:cNvSpPr>
            <a:spLocks noGrp="1" noChangeArrowheads="1"/>
          </p:cNvSpPr>
          <p:nvPr>
            <p:ph type="body" idx="1"/>
          </p:nvPr>
        </p:nvSpPr>
        <p:spPr>
          <a:xfrm>
            <a:off x="202143" y="1113235"/>
            <a:ext cx="8690397" cy="3618309"/>
          </a:xfrm>
        </p:spPr>
        <p:txBody>
          <a:bodyPr/>
          <a:lstStyle/>
          <a:p>
            <a:pPr algn="just" eaLnBrk="1" hangingPunct="1">
              <a:lnSpc>
                <a:spcPct val="90000"/>
              </a:lnSpc>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(2) </a:t>
            </a:r>
            <a:r>
              <a:rPr lang="zh-CN" altLang="en-US" dirty="0">
                <a:solidFill>
                  <a:schemeClr val="tx1"/>
                </a:solidFill>
                <a:latin typeface="Times New Roman" panose="02020603050405020304" pitchFamily="18" charset="0"/>
                <a:ea typeface="宋体" panose="02010600030101010101" pitchFamily="2" charset="-122"/>
              </a:rPr>
              <a:t>实际上 </a:t>
            </a:r>
            <a:r>
              <a:rPr lang="en-US" altLang="zh-CN" dirty="0">
                <a:solidFill>
                  <a:schemeClr val="tx1"/>
                </a:solidFill>
                <a:latin typeface="Times New Roman" panose="02020603050405020304" pitchFamily="18" charset="0"/>
                <a:ea typeface="宋体" panose="02010600030101010101" pitchFamily="2" charset="-122"/>
              </a:rPr>
              <a:t>IP </a:t>
            </a:r>
            <a:r>
              <a:rPr lang="zh-CN" altLang="en-US" dirty="0">
                <a:solidFill>
                  <a:schemeClr val="tx1"/>
                </a:solidFill>
                <a:latin typeface="Times New Roman" panose="02020603050405020304" pitchFamily="18" charset="0"/>
                <a:ea typeface="宋体" panose="02010600030101010101" pitchFamily="2" charset="-122"/>
              </a:rPr>
              <a:t>地址是标志</a:t>
            </a:r>
            <a:r>
              <a:rPr lang="zh-CN" altLang="en-US" dirty="0">
                <a:solidFill>
                  <a:schemeClr val="hlink"/>
                </a:solidFill>
                <a:latin typeface="Times New Roman" panose="02020603050405020304" pitchFamily="18" charset="0"/>
                <a:ea typeface="宋体" panose="02010600030101010101" pitchFamily="2" charset="-122"/>
              </a:rPr>
              <a:t>一个主机</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或路由器</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和一条链路的接口</a:t>
            </a:r>
            <a:r>
              <a:rPr lang="zh-CN" altLang="en-US" dirty="0">
                <a:latin typeface="Times New Roman" panose="02020603050405020304" pitchFamily="18" charset="0"/>
                <a:ea typeface="宋体" panose="02010600030101010101" pitchFamily="2" charset="-122"/>
              </a:rPr>
              <a:t>。 </a:t>
            </a:r>
          </a:p>
          <a:p>
            <a:pPr algn="just" eaLnBrk="1" hangingPunct="1">
              <a:lnSpc>
                <a:spcPct val="90000"/>
              </a:lnSpc>
            </a:pPr>
            <a:r>
              <a:rPr lang="zh-CN" altLang="en-US" sz="2000" dirty="0">
                <a:ea typeface="宋体" panose="02010600030101010101" pitchFamily="2" charset="-122"/>
              </a:rPr>
              <a:t>当一个主机同时连接到两个网络上时，该主机就必须同时具有两个相应的 </a:t>
            </a:r>
            <a:r>
              <a:rPr lang="en-US" altLang="zh-CN" sz="2000" dirty="0">
                <a:ea typeface="宋体" panose="02010600030101010101" pitchFamily="2" charset="-122"/>
              </a:rPr>
              <a:t>IP </a:t>
            </a:r>
            <a:r>
              <a:rPr lang="zh-CN" altLang="en-US" sz="2000" dirty="0">
                <a:ea typeface="宋体" panose="02010600030101010101" pitchFamily="2" charset="-122"/>
              </a:rPr>
              <a:t>地址，其网络号 </a:t>
            </a:r>
            <a:r>
              <a:rPr lang="en-US" altLang="zh-CN" sz="2000" dirty="0">
                <a:ea typeface="宋体" panose="02010600030101010101" pitchFamily="2" charset="-122"/>
              </a:rPr>
              <a:t>net-id </a:t>
            </a:r>
            <a:r>
              <a:rPr lang="zh-CN" altLang="en-US" sz="2000" dirty="0">
                <a:ea typeface="宋体" panose="02010600030101010101" pitchFamily="2" charset="-122"/>
              </a:rPr>
              <a:t>必须是不同的。这种主机称为</a:t>
            </a:r>
            <a:r>
              <a:rPr lang="zh-CN" altLang="en-US" sz="2000" dirty="0">
                <a:solidFill>
                  <a:schemeClr val="hlink"/>
                </a:solidFill>
                <a:ea typeface="宋体" panose="02010600030101010101" pitchFamily="2" charset="-122"/>
              </a:rPr>
              <a:t>多归属主机</a:t>
            </a:r>
            <a:r>
              <a:rPr lang="en-US" altLang="zh-CN" sz="2000" dirty="0">
                <a:ea typeface="宋体" panose="02010600030101010101" pitchFamily="2" charset="-122"/>
              </a:rPr>
              <a:t>(multihomed host)</a:t>
            </a:r>
            <a:r>
              <a:rPr lang="zh-CN" altLang="en-US" sz="2000" dirty="0">
                <a:ea typeface="宋体" panose="02010600030101010101" pitchFamily="2" charset="-122"/>
              </a:rPr>
              <a:t>。</a:t>
            </a:r>
          </a:p>
          <a:p>
            <a:pPr algn="just" eaLnBrk="1" hangingPunct="1">
              <a:lnSpc>
                <a:spcPct val="90000"/>
              </a:lnSpc>
            </a:pPr>
            <a:r>
              <a:rPr lang="zh-CN" altLang="en-US" sz="2000" dirty="0">
                <a:ea typeface="宋体" panose="02010600030101010101" pitchFamily="2" charset="-122"/>
              </a:rPr>
              <a:t>由于一个路由器至少应当连接到两个网络（这样它才能将 </a:t>
            </a:r>
            <a:r>
              <a:rPr lang="en-US" altLang="zh-CN" sz="2000" dirty="0">
                <a:ea typeface="宋体" panose="02010600030101010101" pitchFamily="2" charset="-122"/>
              </a:rPr>
              <a:t>IP </a:t>
            </a:r>
            <a:r>
              <a:rPr lang="zh-CN" altLang="en-US" sz="2000" dirty="0">
                <a:ea typeface="宋体" panose="02010600030101010101" pitchFamily="2" charset="-122"/>
              </a:rPr>
              <a:t>数据报从一个网络转发到另一个网络），因此一个路由器至少应当有两个不同的 </a:t>
            </a:r>
            <a:r>
              <a:rPr lang="en-US" altLang="zh-CN" sz="2000" dirty="0">
                <a:ea typeface="宋体" panose="02010600030101010101" pitchFamily="2" charset="-122"/>
              </a:rPr>
              <a:t>IP </a:t>
            </a:r>
            <a:r>
              <a:rPr lang="zh-CN" altLang="en-US" sz="2000" dirty="0">
                <a:ea typeface="宋体" panose="02010600030101010101" pitchFamily="2" charset="-122"/>
              </a:rPr>
              <a:t>地址。 </a:t>
            </a:r>
          </a:p>
        </p:txBody>
      </p:sp>
      <p:sp>
        <p:nvSpPr>
          <p:cNvPr id="101379" name="幻灯片编号占位符 1">
            <a:extLst>
              <a:ext uri="{FF2B5EF4-FFF2-40B4-BE49-F238E27FC236}">
                <a16:creationId xmlns:a16="http://schemas.microsoft.com/office/drawing/2014/main" id="{3772439A-8448-FC44-9854-D4F6283D55A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E6533E-1FB7-6548-A4C5-CF8E1D5ABD5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285221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2">
            <a:extLst>
              <a:ext uri="{FF2B5EF4-FFF2-40B4-BE49-F238E27FC236}">
                <a16:creationId xmlns:a16="http://schemas.microsoft.com/office/drawing/2014/main" id="{576FAF53-C373-D242-9D29-9954B95F955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5443" name="Rectangle 3">
            <a:extLst>
              <a:ext uri="{FF2B5EF4-FFF2-40B4-BE49-F238E27FC236}">
                <a16:creationId xmlns:a16="http://schemas.microsoft.com/office/drawing/2014/main" id="{BF812CF2-70E4-464F-8EE7-BF4132C847B3}"/>
              </a:ext>
            </a:extLst>
          </p:cNvPr>
          <p:cNvSpPr>
            <a:spLocks noGrp="1" noChangeArrowheads="1"/>
          </p:cNvSpPr>
          <p:nvPr>
            <p:ph type="body" idx="1"/>
          </p:nvPr>
        </p:nvSpPr>
        <p:spPr>
          <a:xfrm>
            <a:off x="228600" y="1059656"/>
            <a:ext cx="8709915" cy="3671888"/>
          </a:xfrm>
        </p:spPr>
        <p:txBody>
          <a:bodyPr/>
          <a:lstStyle/>
          <a:p>
            <a:pPr marL="457200" indent="-457200" algn="just" eaLnBrk="1" hangingPunct="1">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用</a:t>
            </a:r>
            <a:r>
              <a:rPr lang="zh-CN" altLang="en-US" dirty="0">
                <a:solidFill>
                  <a:srgbClr val="FF0000"/>
                </a:solidFill>
                <a:latin typeface="Times New Roman" panose="02020603050405020304" pitchFamily="18" charset="0"/>
                <a:ea typeface="宋体" panose="02010600030101010101" pitchFamily="2" charset="-122"/>
              </a:rPr>
              <a:t>转发器或网桥</a:t>
            </a:r>
            <a:r>
              <a:rPr lang="zh-CN" altLang="en-US" dirty="0">
                <a:latin typeface="Times New Roman" panose="02020603050405020304" pitchFamily="18" charset="0"/>
                <a:ea typeface="宋体" panose="02010600030101010101" pitchFamily="2" charset="-122"/>
              </a:rPr>
              <a:t>连接起来的若干个局域网仍为一个网络，因此这些局域网都具有同样的网络号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a:t>
            </a:r>
          </a:p>
          <a:p>
            <a:pPr marL="457200" indent="-457200" algn="just" eaLnBrk="1" hangingPunct="1">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所有分配到网络号 </a:t>
            </a:r>
            <a:r>
              <a:rPr lang="en-US" altLang="zh-CN" dirty="0">
                <a:latin typeface="Times New Roman" panose="02020603050405020304" pitchFamily="18" charset="0"/>
                <a:ea typeface="宋体" panose="02010600030101010101" pitchFamily="2" charset="-122"/>
              </a:rPr>
              <a:t>net-id </a:t>
            </a:r>
            <a:r>
              <a:rPr lang="zh-CN" altLang="en-US" dirty="0">
                <a:latin typeface="Times New Roman" panose="02020603050405020304" pitchFamily="18" charset="0"/>
                <a:ea typeface="宋体" panose="02010600030101010101" pitchFamily="2" charset="-122"/>
              </a:rPr>
              <a:t>的网络，无论是范围很小的局域网，还是覆盖很大地理范围的广域网，都是平等的。 </a:t>
            </a:r>
          </a:p>
        </p:txBody>
      </p:sp>
      <p:sp>
        <p:nvSpPr>
          <p:cNvPr id="103427" name="幻灯片编号占位符 1">
            <a:extLst>
              <a:ext uri="{FF2B5EF4-FFF2-40B4-BE49-F238E27FC236}">
                <a16:creationId xmlns:a16="http://schemas.microsoft.com/office/drawing/2014/main" id="{FB554F1F-804C-CD42-AB75-EB6179667D6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408AAC0-87A6-9747-842C-7930AEB514C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5371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build="p"/>
    </p:bld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5473" name="AutoShape 350">
            <a:extLst>
              <a:ext uri="{FF2B5EF4-FFF2-40B4-BE49-F238E27FC236}">
                <a16:creationId xmlns:a16="http://schemas.microsoft.com/office/drawing/2014/main" id="{0762D544-F234-9647-AC27-C1BAA1A7329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5474" name="Rectangle 2">
            <a:extLst>
              <a:ext uri="{FF2B5EF4-FFF2-40B4-BE49-F238E27FC236}">
                <a16:creationId xmlns:a16="http://schemas.microsoft.com/office/drawing/2014/main" id="{18195154-4DAB-AA42-9CA3-B695C820B2D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5475" name="Freeform 5">
            <a:extLst>
              <a:ext uri="{FF2B5EF4-FFF2-40B4-BE49-F238E27FC236}">
                <a16:creationId xmlns:a16="http://schemas.microsoft.com/office/drawing/2014/main" id="{6AAC60D2-2736-414A-8F39-C39CD26AAA08}"/>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76" name="Line 6">
            <a:extLst>
              <a:ext uri="{FF2B5EF4-FFF2-40B4-BE49-F238E27FC236}">
                <a16:creationId xmlns:a16="http://schemas.microsoft.com/office/drawing/2014/main" id="{9B21F3AD-256E-BB47-AC3C-A0E25AB6EE03}"/>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7" name="Line 7">
            <a:extLst>
              <a:ext uri="{FF2B5EF4-FFF2-40B4-BE49-F238E27FC236}">
                <a16:creationId xmlns:a16="http://schemas.microsoft.com/office/drawing/2014/main" id="{2124D850-C74C-3D48-B728-E97F851D7BE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8" name="Freeform 8">
            <a:extLst>
              <a:ext uri="{FF2B5EF4-FFF2-40B4-BE49-F238E27FC236}">
                <a16:creationId xmlns:a16="http://schemas.microsoft.com/office/drawing/2014/main" id="{A280BF56-5D3C-1546-BDA9-90748EAB14BB}"/>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79" name="Freeform 9">
            <a:extLst>
              <a:ext uri="{FF2B5EF4-FFF2-40B4-BE49-F238E27FC236}">
                <a16:creationId xmlns:a16="http://schemas.microsoft.com/office/drawing/2014/main" id="{FA00DB2B-3A92-7740-8BCF-B02A32F36AE7}"/>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0" name="Line 10">
            <a:extLst>
              <a:ext uri="{FF2B5EF4-FFF2-40B4-BE49-F238E27FC236}">
                <a16:creationId xmlns:a16="http://schemas.microsoft.com/office/drawing/2014/main" id="{B1491EF6-243E-3246-BA57-BF1FCEE9ABDF}"/>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81" name="Freeform 11">
            <a:extLst>
              <a:ext uri="{FF2B5EF4-FFF2-40B4-BE49-F238E27FC236}">
                <a16:creationId xmlns:a16="http://schemas.microsoft.com/office/drawing/2014/main" id="{C8CF3F38-9D8F-BA49-8001-1FE73470A5B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2" name="Freeform 12">
            <a:extLst>
              <a:ext uri="{FF2B5EF4-FFF2-40B4-BE49-F238E27FC236}">
                <a16:creationId xmlns:a16="http://schemas.microsoft.com/office/drawing/2014/main" id="{C3557EA5-06E7-F442-975C-E22BF25F641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3" name="Freeform 13">
            <a:extLst>
              <a:ext uri="{FF2B5EF4-FFF2-40B4-BE49-F238E27FC236}">
                <a16:creationId xmlns:a16="http://schemas.microsoft.com/office/drawing/2014/main" id="{7BA03136-4C50-134F-BC54-B518BD83EC8D}"/>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4" name="Rectangle 14">
            <a:extLst>
              <a:ext uri="{FF2B5EF4-FFF2-40B4-BE49-F238E27FC236}">
                <a16:creationId xmlns:a16="http://schemas.microsoft.com/office/drawing/2014/main" id="{71516519-BFA4-B44E-B097-67FE5D2C5593}"/>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5" name="Freeform 15">
            <a:extLst>
              <a:ext uri="{FF2B5EF4-FFF2-40B4-BE49-F238E27FC236}">
                <a16:creationId xmlns:a16="http://schemas.microsoft.com/office/drawing/2014/main" id="{A6AE0F4A-D5F6-874A-8345-8EB84EB523EF}"/>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6" name="Rectangle 16">
            <a:extLst>
              <a:ext uri="{FF2B5EF4-FFF2-40B4-BE49-F238E27FC236}">
                <a16:creationId xmlns:a16="http://schemas.microsoft.com/office/drawing/2014/main" id="{8FE5ED30-F24B-DE4D-A5E4-2EE8B1713FF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7" name="Freeform 17">
            <a:extLst>
              <a:ext uri="{FF2B5EF4-FFF2-40B4-BE49-F238E27FC236}">
                <a16:creationId xmlns:a16="http://schemas.microsoft.com/office/drawing/2014/main" id="{9CABBE63-DBFB-FA46-8888-27D0030DFB9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5488" name="Freeform 18">
            <a:extLst>
              <a:ext uri="{FF2B5EF4-FFF2-40B4-BE49-F238E27FC236}">
                <a16:creationId xmlns:a16="http://schemas.microsoft.com/office/drawing/2014/main" id="{16ED8706-D71A-E141-9EDE-19D798A47556}"/>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9" name="Freeform 19">
            <a:extLst>
              <a:ext uri="{FF2B5EF4-FFF2-40B4-BE49-F238E27FC236}">
                <a16:creationId xmlns:a16="http://schemas.microsoft.com/office/drawing/2014/main" id="{30757948-1BE4-1640-95FD-42E327504F34}"/>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90" name="Rectangle 20">
            <a:extLst>
              <a:ext uri="{FF2B5EF4-FFF2-40B4-BE49-F238E27FC236}">
                <a16:creationId xmlns:a16="http://schemas.microsoft.com/office/drawing/2014/main" id="{0ABECCCB-6B06-004A-94C2-55EB3B83F89F}"/>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1" name="Rectangle 21">
            <a:extLst>
              <a:ext uri="{FF2B5EF4-FFF2-40B4-BE49-F238E27FC236}">
                <a16:creationId xmlns:a16="http://schemas.microsoft.com/office/drawing/2014/main" id="{72CF8CE6-7AD8-F049-8D80-99DF93961F88}"/>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2" name="Rectangle 22">
            <a:extLst>
              <a:ext uri="{FF2B5EF4-FFF2-40B4-BE49-F238E27FC236}">
                <a16:creationId xmlns:a16="http://schemas.microsoft.com/office/drawing/2014/main" id="{012FB534-8B4B-2548-A84C-9AACCA7A57F6}"/>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5493" name="Oval 23">
            <a:extLst>
              <a:ext uri="{FF2B5EF4-FFF2-40B4-BE49-F238E27FC236}">
                <a16:creationId xmlns:a16="http://schemas.microsoft.com/office/drawing/2014/main" id="{D6E316E4-021E-824B-B122-D85A990B0FB3}"/>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494" name="Group 24">
            <a:extLst>
              <a:ext uri="{FF2B5EF4-FFF2-40B4-BE49-F238E27FC236}">
                <a16:creationId xmlns:a16="http://schemas.microsoft.com/office/drawing/2014/main" id="{F4F35574-1ED7-7343-B716-2BD1D38F9B38}"/>
              </a:ext>
            </a:extLst>
          </p:cNvPr>
          <p:cNvGrpSpPr>
            <a:grpSpLocks/>
          </p:cNvGrpSpPr>
          <p:nvPr/>
        </p:nvGrpSpPr>
        <p:grpSpPr bwMode="auto">
          <a:xfrm>
            <a:off x="1577579" y="2712244"/>
            <a:ext cx="378619" cy="386954"/>
            <a:chOff x="101" y="2294"/>
            <a:chExt cx="343" cy="353"/>
          </a:xfrm>
        </p:grpSpPr>
        <p:grpSp>
          <p:nvGrpSpPr>
            <p:cNvPr id="105891" name="Group 25">
              <a:extLst>
                <a:ext uri="{FF2B5EF4-FFF2-40B4-BE49-F238E27FC236}">
                  <a16:creationId xmlns:a16="http://schemas.microsoft.com/office/drawing/2014/main" id="{7561069E-4683-9C47-A811-289229424DAE}"/>
                </a:ext>
              </a:extLst>
            </p:cNvPr>
            <p:cNvGrpSpPr>
              <a:grpSpLocks/>
            </p:cNvGrpSpPr>
            <p:nvPr/>
          </p:nvGrpSpPr>
          <p:grpSpPr bwMode="auto">
            <a:xfrm>
              <a:off x="109" y="2301"/>
              <a:ext cx="335" cy="346"/>
              <a:chOff x="109" y="2301"/>
              <a:chExt cx="335" cy="346"/>
            </a:xfrm>
          </p:grpSpPr>
          <p:sp>
            <p:nvSpPr>
              <p:cNvPr id="105905" name="Freeform 26">
                <a:extLst>
                  <a:ext uri="{FF2B5EF4-FFF2-40B4-BE49-F238E27FC236}">
                    <a16:creationId xmlns:a16="http://schemas.microsoft.com/office/drawing/2014/main" id="{A16C178F-A830-A945-87B9-3E54F0576CC6}"/>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6" name="Freeform 27">
                <a:extLst>
                  <a:ext uri="{FF2B5EF4-FFF2-40B4-BE49-F238E27FC236}">
                    <a16:creationId xmlns:a16="http://schemas.microsoft.com/office/drawing/2014/main" id="{635A7BD0-BD1F-1C40-B194-607B19143E9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7" name="Freeform 28">
                <a:extLst>
                  <a:ext uri="{FF2B5EF4-FFF2-40B4-BE49-F238E27FC236}">
                    <a16:creationId xmlns:a16="http://schemas.microsoft.com/office/drawing/2014/main" id="{CDB2B503-8A02-C64A-9DD5-3E351F2830D7}"/>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8" name="Freeform 29">
                <a:extLst>
                  <a:ext uri="{FF2B5EF4-FFF2-40B4-BE49-F238E27FC236}">
                    <a16:creationId xmlns:a16="http://schemas.microsoft.com/office/drawing/2014/main" id="{790D83E4-47FB-A148-A908-1CF2F2177D11}"/>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9" name="Rectangle 30">
                <a:extLst>
                  <a:ext uri="{FF2B5EF4-FFF2-40B4-BE49-F238E27FC236}">
                    <a16:creationId xmlns:a16="http://schemas.microsoft.com/office/drawing/2014/main" id="{EB4A55B0-C62B-114D-B373-5F2ED1D15651}"/>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0" name="Rectangle 31">
                <a:extLst>
                  <a:ext uri="{FF2B5EF4-FFF2-40B4-BE49-F238E27FC236}">
                    <a16:creationId xmlns:a16="http://schemas.microsoft.com/office/drawing/2014/main" id="{1EB0F33E-7BFE-B345-B36D-321FC948197E}"/>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1" name="Rectangle 32">
                <a:extLst>
                  <a:ext uri="{FF2B5EF4-FFF2-40B4-BE49-F238E27FC236}">
                    <a16:creationId xmlns:a16="http://schemas.microsoft.com/office/drawing/2014/main" id="{CC576E5A-C2D5-584C-A7AD-B20DF83C2455}"/>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2" name="Line 33">
                <a:extLst>
                  <a:ext uri="{FF2B5EF4-FFF2-40B4-BE49-F238E27FC236}">
                    <a16:creationId xmlns:a16="http://schemas.microsoft.com/office/drawing/2014/main" id="{648A2340-D7B2-6540-83BC-906AB38695B7}"/>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13" name="Group 34">
                <a:extLst>
                  <a:ext uri="{FF2B5EF4-FFF2-40B4-BE49-F238E27FC236}">
                    <a16:creationId xmlns:a16="http://schemas.microsoft.com/office/drawing/2014/main" id="{35FFC19E-CFEB-F341-8A4E-30D1DB66C707}"/>
                  </a:ext>
                </a:extLst>
              </p:cNvPr>
              <p:cNvGrpSpPr>
                <a:grpSpLocks/>
              </p:cNvGrpSpPr>
              <p:nvPr/>
            </p:nvGrpSpPr>
            <p:grpSpPr bwMode="auto">
              <a:xfrm>
                <a:off x="109" y="2596"/>
                <a:ext cx="335" cy="51"/>
                <a:chOff x="109" y="2596"/>
                <a:chExt cx="335" cy="51"/>
              </a:xfrm>
            </p:grpSpPr>
            <p:sp>
              <p:nvSpPr>
                <p:cNvPr id="105914" name="Freeform 35">
                  <a:extLst>
                    <a:ext uri="{FF2B5EF4-FFF2-40B4-BE49-F238E27FC236}">
                      <a16:creationId xmlns:a16="http://schemas.microsoft.com/office/drawing/2014/main" id="{4120B2BB-BFAB-FC4E-958C-20FEBEAD9B3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5" name="Freeform 36">
                  <a:extLst>
                    <a:ext uri="{FF2B5EF4-FFF2-40B4-BE49-F238E27FC236}">
                      <a16:creationId xmlns:a16="http://schemas.microsoft.com/office/drawing/2014/main" id="{1CC967CF-203D-8045-99DF-68FD759BED76}"/>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6" name="Rectangle 37">
                  <a:extLst>
                    <a:ext uri="{FF2B5EF4-FFF2-40B4-BE49-F238E27FC236}">
                      <a16:creationId xmlns:a16="http://schemas.microsoft.com/office/drawing/2014/main" id="{56DE56BF-DA69-424E-A5A8-612F02F4CA19}"/>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92" name="Group 38">
              <a:extLst>
                <a:ext uri="{FF2B5EF4-FFF2-40B4-BE49-F238E27FC236}">
                  <a16:creationId xmlns:a16="http://schemas.microsoft.com/office/drawing/2014/main" id="{7D88C54B-8692-B240-B3BD-581B0C6E549D}"/>
                </a:ext>
              </a:extLst>
            </p:cNvPr>
            <p:cNvGrpSpPr>
              <a:grpSpLocks/>
            </p:cNvGrpSpPr>
            <p:nvPr/>
          </p:nvGrpSpPr>
          <p:grpSpPr bwMode="auto">
            <a:xfrm>
              <a:off x="101" y="2294"/>
              <a:ext cx="335" cy="347"/>
              <a:chOff x="101" y="2294"/>
              <a:chExt cx="335" cy="347"/>
            </a:xfrm>
          </p:grpSpPr>
          <p:sp>
            <p:nvSpPr>
              <p:cNvPr id="105893" name="Freeform 39">
                <a:extLst>
                  <a:ext uri="{FF2B5EF4-FFF2-40B4-BE49-F238E27FC236}">
                    <a16:creationId xmlns:a16="http://schemas.microsoft.com/office/drawing/2014/main" id="{B046F832-6ED8-B34C-9B62-EE714472746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4" name="Freeform 40">
                <a:extLst>
                  <a:ext uri="{FF2B5EF4-FFF2-40B4-BE49-F238E27FC236}">
                    <a16:creationId xmlns:a16="http://schemas.microsoft.com/office/drawing/2014/main" id="{FA42B758-D7CE-A741-B388-BD835A2419D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5" name="Freeform 41">
                <a:extLst>
                  <a:ext uri="{FF2B5EF4-FFF2-40B4-BE49-F238E27FC236}">
                    <a16:creationId xmlns:a16="http://schemas.microsoft.com/office/drawing/2014/main" id="{61A70DF7-3F88-F24D-B181-61042C196BC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6" name="Freeform 42">
                <a:extLst>
                  <a:ext uri="{FF2B5EF4-FFF2-40B4-BE49-F238E27FC236}">
                    <a16:creationId xmlns:a16="http://schemas.microsoft.com/office/drawing/2014/main" id="{4F8E7C28-0C75-C34D-9D87-2B5FE124D34A}"/>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7" name="Rectangle 43">
                <a:extLst>
                  <a:ext uri="{FF2B5EF4-FFF2-40B4-BE49-F238E27FC236}">
                    <a16:creationId xmlns:a16="http://schemas.microsoft.com/office/drawing/2014/main" id="{FFFC502A-DE93-FD4C-8515-926DC8E27A2B}"/>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8" name="Rectangle 44">
                <a:extLst>
                  <a:ext uri="{FF2B5EF4-FFF2-40B4-BE49-F238E27FC236}">
                    <a16:creationId xmlns:a16="http://schemas.microsoft.com/office/drawing/2014/main" id="{EBEA4064-23E2-0D4A-B552-1997A8A606E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9" name="Rectangle 45">
                <a:extLst>
                  <a:ext uri="{FF2B5EF4-FFF2-40B4-BE49-F238E27FC236}">
                    <a16:creationId xmlns:a16="http://schemas.microsoft.com/office/drawing/2014/main" id="{69761DE8-C417-3748-BDEC-B3EA8E1D24A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00" name="Line 46">
                <a:extLst>
                  <a:ext uri="{FF2B5EF4-FFF2-40B4-BE49-F238E27FC236}">
                    <a16:creationId xmlns:a16="http://schemas.microsoft.com/office/drawing/2014/main" id="{487AA514-EA71-7F4F-9DDA-F7EDFBCEE7F4}"/>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01" name="Group 47">
                <a:extLst>
                  <a:ext uri="{FF2B5EF4-FFF2-40B4-BE49-F238E27FC236}">
                    <a16:creationId xmlns:a16="http://schemas.microsoft.com/office/drawing/2014/main" id="{DB34DD8D-08BB-694B-9D40-F10161490269}"/>
                  </a:ext>
                </a:extLst>
              </p:cNvPr>
              <p:cNvGrpSpPr>
                <a:grpSpLocks/>
              </p:cNvGrpSpPr>
              <p:nvPr/>
            </p:nvGrpSpPr>
            <p:grpSpPr bwMode="auto">
              <a:xfrm>
                <a:off x="101" y="2590"/>
                <a:ext cx="335" cy="51"/>
                <a:chOff x="101" y="2590"/>
                <a:chExt cx="335" cy="51"/>
              </a:xfrm>
            </p:grpSpPr>
            <p:sp>
              <p:nvSpPr>
                <p:cNvPr id="105902" name="Freeform 48">
                  <a:extLst>
                    <a:ext uri="{FF2B5EF4-FFF2-40B4-BE49-F238E27FC236}">
                      <a16:creationId xmlns:a16="http://schemas.microsoft.com/office/drawing/2014/main" id="{93805282-3520-DC41-9C16-13995D699C60}"/>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3" name="Freeform 49">
                  <a:extLst>
                    <a:ext uri="{FF2B5EF4-FFF2-40B4-BE49-F238E27FC236}">
                      <a16:creationId xmlns:a16="http://schemas.microsoft.com/office/drawing/2014/main" id="{5E134B6D-CD95-C642-86A3-F840EE5ECD43}"/>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4" name="Rectangle 50">
                  <a:extLst>
                    <a:ext uri="{FF2B5EF4-FFF2-40B4-BE49-F238E27FC236}">
                      <a16:creationId xmlns:a16="http://schemas.microsoft.com/office/drawing/2014/main" id="{310EBB53-242C-8140-9344-2CA2FA78F47B}"/>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5" name="Group 51">
            <a:extLst>
              <a:ext uri="{FF2B5EF4-FFF2-40B4-BE49-F238E27FC236}">
                <a16:creationId xmlns:a16="http://schemas.microsoft.com/office/drawing/2014/main" id="{B83CDFC2-1EF7-FC41-A378-B609DE26E5EC}"/>
              </a:ext>
            </a:extLst>
          </p:cNvPr>
          <p:cNvGrpSpPr>
            <a:grpSpLocks/>
          </p:cNvGrpSpPr>
          <p:nvPr/>
        </p:nvGrpSpPr>
        <p:grpSpPr bwMode="auto">
          <a:xfrm>
            <a:off x="3661173" y="4561285"/>
            <a:ext cx="377428" cy="386953"/>
            <a:chOff x="3891" y="3616"/>
            <a:chExt cx="342" cy="353"/>
          </a:xfrm>
        </p:grpSpPr>
        <p:grpSp>
          <p:nvGrpSpPr>
            <p:cNvPr id="105865" name="Group 52">
              <a:extLst>
                <a:ext uri="{FF2B5EF4-FFF2-40B4-BE49-F238E27FC236}">
                  <a16:creationId xmlns:a16="http://schemas.microsoft.com/office/drawing/2014/main" id="{23ADB79A-6093-DA49-B6EB-825E09E74A50}"/>
                </a:ext>
              </a:extLst>
            </p:cNvPr>
            <p:cNvGrpSpPr>
              <a:grpSpLocks/>
            </p:cNvGrpSpPr>
            <p:nvPr/>
          </p:nvGrpSpPr>
          <p:grpSpPr bwMode="auto">
            <a:xfrm>
              <a:off x="3899" y="3622"/>
              <a:ext cx="334" cy="347"/>
              <a:chOff x="3899" y="3622"/>
              <a:chExt cx="334" cy="347"/>
            </a:xfrm>
          </p:grpSpPr>
          <p:sp>
            <p:nvSpPr>
              <p:cNvPr id="105879" name="Freeform 53">
                <a:extLst>
                  <a:ext uri="{FF2B5EF4-FFF2-40B4-BE49-F238E27FC236}">
                    <a16:creationId xmlns:a16="http://schemas.microsoft.com/office/drawing/2014/main" id="{561E13E4-60E6-2D4E-A76C-166F0060F33C}"/>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0" name="Freeform 54">
                <a:extLst>
                  <a:ext uri="{FF2B5EF4-FFF2-40B4-BE49-F238E27FC236}">
                    <a16:creationId xmlns:a16="http://schemas.microsoft.com/office/drawing/2014/main" id="{AA530018-A22B-9444-9DEF-21613FFA7038}"/>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1" name="Freeform 55">
                <a:extLst>
                  <a:ext uri="{FF2B5EF4-FFF2-40B4-BE49-F238E27FC236}">
                    <a16:creationId xmlns:a16="http://schemas.microsoft.com/office/drawing/2014/main" id="{071A9643-51CE-E643-AFF2-53364E769E4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2" name="Freeform 56">
                <a:extLst>
                  <a:ext uri="{FF2B5EF4-FFF2-40B4-BE49-F238E27FC236}">
                    <a16:creationId xmlns:a16="http://schemas.microsoft.com/office/drawing/2014/main" id="{6CC16DDA-F26C-B840-87A3-6413C4FAEECA}"/>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3" name="Rectangle 57">
                <a:extLst>
                  <a:ext uri="{FF2B5EF4-FFF2-40B4-BE49-F238E27FC236}">
                    <a16:creationId xmlns:a16="http://schemas.microsoft.com/office/drawing/2014/main" id="{EFB8E822-9632-B94B-88B9-438230348DCE}"/>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4" name="Rectangle 58">
                <a:extLst>
                  <a:ext uri="{FF2B5EF4-FFF2-40B4-BE49-F238E27FC236}">
                    <a16:creationId xmlns:a16="http://schemas.microsoft.com/office/drawing/2014/main" id="{56C64D4C-E681-A74B-8B9D-5C19D7538444}"/>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5" name="Rectangle 59">
                <a:extLst>
                  <a:ext uri="{FF2B5EF4-FFF2-40B4-BE49-F238E27FC236}">
                    <a16:creationId xmlns:a16="http://schemas.microsoft.com/office/drawing/2014/main" id="{7A64341F-3B1C-D14B-86B4-69E7B1C91B7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6" name="Line 60">
                <a:extLst>
                  <a:ext uri="{FF2B5EF4-FFF2-40B4-BE49-F238E27FC236}">
                    <a16:creationId xmlns:a16="http://schemas.microsoft.com/office/drawing/2014/main" id="{7814605B-1773-FA48-ACF8-A18C31E6BA7F}"/>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87" name="Group 61">
                <a:extLst>
                  <a:ext uri="{FF2B5EF4-FFF2-40B4-BE49-F238E27FC236}">
                    <a16:creationId xmlns:a16="http://schemas.microsoft.com/office/drawing/2014/main" id="{B69D4022-C6F5-6F4F-AC05-F5086771DC33}"/>
                  </a:ext>
                </a:extLst>
              </p:cNvPr>
              <p:cNvGrpSpPr>
                <a:grpSpLocks/>
              </p:cNvGrpSpPr>
              <p:nvPr/>
            </p:nvGrpSpPr>
            <p:grpSpPr bwMode="auto">
              <a:xfrm>
                <a:off x="3899" y="3918"/>
                <a:ext cx="334" cy="51"/>
                <a:chOff x="3899" y="3918"/>
                <a:chExt cx="334" cy="51"/>
              </a:xfrm>
            </p:grpSpPr>
            <p:sp>
              <p:nvSpPr>
                <p:cNvPr id="105888" name="Freeform 62">
                  <a:extLst>
                    <a:ext uri="{FF2B5EF4-FFF2-40B4-BE49-F238E27FC236}">
                      <a16:creationId xmlns:a16="http://schemas.microsoft.com/office/drawing/2014/main" id="{DD1C76A4-6EBF-5C44-881F-4EA0736C240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9" name="Freeform 63">
                  <a:extLst>
                    <a:ext uri="{FF2B5EF4-FFF2-40B4-BE49-F238E27FC236}">
                      <a16:creationId xmlns:a16="http://schemas.microsoft.com/office/drawing/2014/main" id="{7928F2C3-C6A8-124A-9BAE-22BD723D6925}"/>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0" name="Rectangle 64">
                  <a:extLst>
                    <a:ext uri="{FF2B5EF4-FFF2-40B4-BE49-F238E27FC236}">
                      <a16:creationId xmlns:a16="http://schemas.microsoft.com/office/drawing/2014/main" id="{1EA72E07-DB9F-BB4F-883A-774F4364B35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66" name="Group 65">
              <a:extLst>
                <a:ext uri="{FF2B5EF4-FFF2-40B4-BE49-F238E27FC236}">
                  <a16:creationId xmlns:a16="http://schemas.microsoft.com/office/drawing/2014/main" id="{534076BB-E4AF-EB4C-A125-2A6EAB065254}"/>
                </a:ext>
              </a:extLst>
            </p:cNvPr>
            <p:cNvGrpSpPr>
              <a:grpSpLocks/>
            </p:cNvGrpSpPr>
            <p:nvPr/>
          </p:nvGrpSpPr>
          <p:grpSpPr bwMode="auto">
            <a:xfrm>
              <a:off x="3891" y="3616"/>
              <a:ext cx="334" cy="346"/>
              <a:chOff x="3891" y="3616"/>
              <a:chExt cx="334" cy="346"/>
            </a:xfrm>
          </p:grpSpPr>
          <p:sp>
            <p:nvSpPr>
              <p:cNvPr id="105867" name="Freeform 66">
                <a:extLst>
                  <a:ext uri="{FF2B5EF4-FFF2-40B4-BE49-F238E27FC236}">
                    <a16:creationId xmlns:a16="http://schemas.microsoft.com/office/drawing/2014/main" id="{9F8B0940-84EC-054F-8B2D-0C8C3E0F6639}"/>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8" name="Freeform 67">
                <a:extLst>
                  <a:ext uri="{FF2B5EF4-FFF2-40B4-BE49-F238E27FC236}">
                    <a16:creationId xmlns:a16="http://schemas.microsoft.com/office/drawing/2014/main" id="{40FAF636-458E-664E-80BF-F64B040CC29D}"/>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9" name="Freeform 68">
                <a:extLst>
                  <a:ext uri="{FF2B5EF4-FFF2-40B4-BE49-F238E27FC236}">
                    <a16:creationId xmlns:a16="http://schemas.microsoft.com/office/drawing/2014/main" id="{D29CB509-7D89-6A48-95B9-70BEF47D512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0" name="Freeform 69">
                <a:extLst>
                  <a:ext uri="{FF2B5EF4-FFF2-40B4-BE49-F238E27FC236}">
                    <a16:creationId xmlns:a16="http://schemas.microsoft.com/office/drawing/2014/main" id="{5A02DAC7-806D-2F4D-8C5C-78A4B11BF0B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1" name="Rectangle 70">
                <a:extLst>
                  <a:ext uri="{FF2B5EF4-FFF2-40B4-BE49-F238E27FC236}">
                    <a16:creationId xmlns:a16="http://schemas.microsoft.com/office/drawing/2014/main" id="{19E6444C-6C2D-314D-9A38-5E739215B21E}"/>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2" name="Rectangle 71">
                <a:extLst>
                  <a:ext uri="{FF2B5EF4-FFF2-40B4-BE49-F238E27FC236}">
                    <a16:creationId xmlns:a16="http://schemas.microsoft.com/office/drawing/2014/main" id="{4F19CFD9-2A9E-0846-9CC0-EB8D431A3A1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3" name="Rectangle 72">
                <a:extLst>
                  <a:ext uri="{FF2B5EF4-FFF2-40B4-BE49-F238E27FC236}">
                    <a16:creationId xmlns:a16="http://schemas.microsoft.com/office/drawing/2014/main" id="{E189C7DC-073E-984A-A93F-AB3156DCC19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4" name="Line 73">
                <a:extLst>
                  <a:ext uri="{FF2B5EF4-FFF2-40B4-BE49-F238E27FC236}">
                    <a16:creationId xmlns:a16="http://schemas.microsoft.com/office/drawing/2014/main" id="{B533FC22-E044-E541-9C02-509D9146E9B2}"/>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75" name="Group 74">
                <a:extLst>
                  <a:ext uri="{FF2B5EF4-FFF2-40B4-BE49-F238E27FC236}">
                    <a16:creationId xmlns:a16="http://schemas.microsoft.com/office/drawing/2014/main" id="{8F0CCD9D-1C46-604E-B58A-8F131B9C5F62}"/>
                  </a:ext>
                </a:extLst>
              </p:cNvPr>
              <p:cNvGrpSpPr>
                <a:grpSpLocks/>
              </p:cNvGrpSpPr>
              <p:nvPr/>
            </p:nvGrpSpPr>
            <p:grpSpPr bwMode="auto">
              <a:xfrm>
                <a:off x="3891" y="3912"/>
                <a:ext cx="334" cy="50"/>
                <a:chOff x="3891" y="3912"/>
                <a:chExt cx="334" cy="50"/>
              </a:xfrm>
            </p:grpSpPr>
            <p:sp>
              <p:nvSpPr>
                <p:cNvPr id="105876" name="Freeform 75">
                  <a:extLst>
                    <a:ext uri="{FF2B5EF4-FFF2-40B4-BE49-F238E27FC236}">
                      <a16:creationId xmlns:a16="http://schemas.microsoft.com/office/drawing/2014/main" id="{48E68BCE-A7D3-0848-B77E-BE17594ACCA7}"/>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7" name="Freeform 76">
                  <a:extLst>
                    <a:ext uri="{FF2B5EF4-FFF2-40B4-BE49-F238E27FC236}">
                      <a16:creationId xmlns:a16="http://schemas.microsoft.com/office/drawing/2014/main" id="{9D17CE2B-3F13-A643-AB64-3896C3DBD198}"/>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8" name="Rectangle 77">
                  <a:extLst>
                    <a:ext uri="{FF2B5EF4-FFF2-40B4-BE49-F238E27FC236}">
                      <a16:creationId xmlns:a16="http://schemas.microsoft.com/office/drawing/2014/main" id="{878F3B9B-DA82-8144-913C-E59D995587D4}"/>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6" name="Group 78">
            <a:extLst>
              <a:ext uri="{FF2B5EF4-FFF2-40B4-BE49-F238E27FC236}">
                <a16:creationId xmlns:a16="http://schemas.microsoft.com/office/drawing/2014/main" id="{6B16AD82-C745-A64D-90BF-5F73B10D43EE}"/>
              </a:ext>
            </a:extLst>
          </p:cNvPr>
          <p:cNvGrpSpPr>
            <a:grpSpLocks/>
          </p:cNvGrpSpPr>
          <p:nvPr/>
        </p:nvGrpSpPr>
        <p:grpSpPr bwMode="auto">
          <a:xfrm>
            <a:off x="4613673" y="4549379"/>
            <a:ext cx="378619" cy="386953"/>
            <a:chOff x="4752" y="3605"/>
            <a:chExt cx="343" cy="353"/>
          </a:xfrm>
        </p:grpSpPr>
        <p:grpSp>
          <p:nvGrpSpPr>
            <p:cNvPr id="105839" name="Group 79">
              <a:extLst>
                <a:ext uri="{FF2B5EF4-FFF2-40B4-BE49-F238E27FC236}">
                  <a16:creationId xmlns:a16="http://schemas.microsoft.com/office/drawing/2014/main" id="{A89700B8-E015-0343-A696-60E6A5F5CC4D}"/>
                </a:ext>
              </a:extLst>
            </p:cNvPr>
            <p:cNvGrpSpPr>
              <a:grpSpLocks/>
            </p:cNvGrpSpPr>
            <p:nvPr/>
          </p:nvGrpSpPr>
          <p:grpSpPr bwMode="auto">
            <a:xfrm>
              <a:off x="4760" y="3612"/>
              <a:ext cx="335" cy="346"/>
              <a:chOff x="4760" y="3612"/>
              <a:chExt cx="335" cy="346"/>
            </a:xfrm>
          </p:grpSpPr>
          <p:sp>
            <p:nvSpPr>
              <p:cNvPr id="105853" name="Freeform 80">
                <a:extLst>
                  <a:ext uri="{FF2B5EF4-FFF2-40B4-BE49-F238E27FC236}">
                    <a16:creationId xmlns:a16="http://schemas.microsoft.com/office/drawing/2014/main" id="{34358FC7-3154-0749-A0F5-5D81A7189F27}"/>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4" name="Freeform 81">
                <a:extLst>
                  <a:ext uri="{FF2B5EF4-FFF2-40B4-BE49-F238E27FC236}">
                    <a16:creationId xmlns:a16="http://schemas.microsoft.com/office/drawing/2014/main" id="{C215DF49-D523-B94E-A100-0DC96E4A019D}"/>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5" name="Freeform 82">
                <a:extLst>
                  <a:ext uri="{FF2B5EF4-FFF2-40B4-BE49-F238E27FC236}">
                    <a16:creationId xmlns:a16="http://schemas.microsoft.com/office/drawing/2014/main" id="{89993CB5-6976-C44C-9767-FA8451F3971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6" name="Freeform 83">
                <a:extLst>
                  <a:ext uri="{FF2B5EF4-FFF2-40B4-BE49-F238E27FC236}">
                    <a16:creationId xmlns:a16="http://schemas.microsoft.com/office/drawing/2014/main" id="{23F3CD78-63FB-BD41-867F-192EF6579A88}"/>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7" name="Rectangle 84">
                <a:extLst>
                  <a:ext uri="{FF2B5EF4-FFF2-40B4-BE49-F238E27FC236}">
                    <a16:creationId xmlns:a16="http://schemas.microsoft.com/office/drawing/2014/main" id="{48721401-3DD4-EB4A-A0DE-0091D20EBDB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8" name="Rectangle 85">
                <a:extLst>
                  <a:ext uri="{FF2B5EF4-FFF2-40B4-BE49-F238E27FC236}">
                    <a16:creationId xmlns:a16="http://schemas.microsoft.com/office/drawing/2014/main" id="{319959BE-3BE5-6947-8C51-6900E0AD0902}"/>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9" name="Rectangle 86">
                <a:extLst>
                  <a:ext uri="{FF2B5EF4-FFF2-40B4-BE49-F238E27FC236}">
                    <a16:creationId xmlns:a16="http://schemas.microsoft.com/office/drawing/2014/main" id="{5513BF5A-8059-6544-8777-62C61B084B7E}"/>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60" name="Line 87">
                <a:extLst>
                  <a:ext uri="{FF2B5EF4-FFF2-40B4-BE49-F238E27FC236}">
                    <a16:creationId xmlns:a16="http://schemas.microsoft.com/office/drawing/2014/main" id="{7209901C-629C-C741-BE74-475FE9783F8E}"/>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61" name="Group 88">
                <a:extLst>
                  <a:ext uri="{FF2B5EF4-FFF2-40B4-BE49-F238E27FC236}">
                    <a16:creationId xmlns:a16="http://schemas.microsoft.com/office/drawing/2014/main" id="{A74E51EE-3FB3-1244-8118-6AF9FD396DF2}"/>
                  </a:ext>
                </a:extLst>
              </p:cNvPr>
              <p:cNvGrpSpPr>
                <a:grpSpLocks/>
              </p:cNvGrpSpPr>
              <p:nvPr/>
            </p:nvGrpSpPr>
            <p:grpSpPr bwMode="auto">
              <a:xfrm>
                <a:off x="4760" y="3907"/>
                <a:ext cx="335" cy="51"/>
                <a:chOff x="4760" y="3907"/>
                <a:chExt cx="335" cy="51"/>
              </a:xfrm>
            </p:grpSpPr>
            <p:sp>
              <p:nvSpPr>
                <p:cNvPr id="105862" name="Freeform 89">
                  <a:extLst>
                    <a:ext uri="{FF2B5EF4-FFF2-40B4-BE49-F238E27FC236}">
                      <a16:creationId xmlns:a16="http://schemas.microsoft.com/office/drawing/2014/main" id="{B76859AB-F570-7644-8B2F-A9CD3E96735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3" name="Freeform 90">
                  <a:extLst>
                    <a:ext uri="{FF2B5EF4-FFF2-40B4-BE49-F238E27FC236}">
                      <a16:creationId xmlns:a16="http://schemas.microsoft.com/office/drawing/2014/main" id="{8B58BED8-6FDC-EA46-8967-292C48720B88}"/>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4" name="Rectangle 91">
                  <a:extLst>
                    <a:ext uri="{FF2B5EF4-FFF2-40B4-BE49-F238E27FC236}">
                      <a16:creationId xmlns:a16="http://schemas.microsoft.com/office/drawing/2014/main" id="{44AFF9A9-94B0-ED4A-BE79-0A96CD78A042}"/>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40" name="Group 92">
              <a:extLst>
                <a:ext uri="{FF2B5EF4-FFF2-40B4-BE49-F238E27FC236}">
                  <a16:creationId xmlns:a16="http://schemas.microsoft.com/office/drawing/2014/main" id="{493E20AA-ED7B-F84C-AA51-E80F7AE63E36}"/>
                </a:ext>
              </a:extLst>
            </p:cNvPr>
            <p:cNvGrpSpPr>
              <a:grpSpLocks/>
            </p:cNvGrpSpPr>
            <p:nvPr/>
          </p:nvGrpSpPr>
          <p:grpSpPr bwMode="auto">
            <a:xfrm>
              <a:off x="4752" y="3605"/>
              <a:ext cx="334" cy="347"/>
              <a:chOff x="4752" y="3605"/>
              <a:chExt cx="334" cy="347"/>
            </a:xfrm>
          </p:grpSpPr>
          <p:sp>
            <p:nvSpPr>
              <p:cNvPr id="105841" name="Freeform 93">
                <a:extLst>
                  <a:ext uri="{FF2B5EF4-FFF2-40B4-BE49-F238E27FC236}">
                    <a16:creationId xmlns:a16="http://schemas.microsoft.com/office/drawing/2014/main" id="{CC6E7248-DDDD-9B47-87D9-28B0978E73F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2" name="Freeform 94">
                <a:extLst>
                  <a:ext uri="{FF2B5EF4-FFF2-40B4-BE49-F238E27FC236}">
                    <a16:creationId xmlns:a16="http://schemas.microsoft.com/office/drawing/2014/main" id="{DCA5519F-690D-4946-8322-8261B88F9EFF}"/>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3" name="Freeform 95">
                <a:extLst>
                  <a:ext uri="{FF2B5EF4-FFF2-40B4-BE49-F238E27FC236}">
                    <a16:creationId xmlns:a16="http://schemas.microsoft.com/office/drawing/2014/main" id="{06F66CF2-F83D-6541-A5F4-ECBFA3F11B2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4" name="Freeform 96">
                <a:extLst>
                  <a:ext uri="{FF2B5EF4-FFF2-40B4-BE49-F238E27FC236}">
                    <a16:creationId xmlns:a16="http://schemas.microsoft.com/office/drawing/2014/main" id="{798E4262-E356-494C-B7E2-3DB3315F69B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5" name="Rectangle 97">
                <a:extLst>
                  <a:ext uri="{FF2B5EF4-FFF2-40B4-BE49-F238E27FC236}">
                    <a16:creationId xmlns:a16="http://schemas.microsoft.com/office/drawing/2014/main" id="{52208B95-C52C-7E46-9ABB-F016178A6DEB}"/>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6" name="Rectangle 98">
                <a:extLst>
                  <a:ext uri="{FF2B5EF4-FFF2-40B4-BE49-F238E27FC236}">
                    <a16:creationId xmlns:a16="http://schemas.microsoft.com/office/drawing/2014/main" id="{D8129BCE-D546-D242-8A14-9CB0C51E860E}"/>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7" name="Rectangle 99">
                <a:extLst>
                  <a:ext uri="{FF2B5EF4-FFF2-40B4-BE49-F238E27FC236}">
                    <a16:creationId xmlns:a16="http://schemas.microsoft.com/office/drawing/2014/main" id="{004463E5-E84F-2541-914A-ECE9307D01FA}"/>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8" name="Line 100">
                <a:extLst>
                  <a:ext uri="{FF2B5EF4-FFF2-40B4-BE49-F238E27FC236}">
                    <a16:creationId xmlns:a16="http://schemas.microsoft.com/office/drawing/2014/main" id="{58839D6F-E916-BD4F-B3E6-8C69885232E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49" name="Group 101">
                <a:extLst>
                  <a:ext uri="{FF2B5EF4-FFF2-40B4-BE49-F238E27FC236}">
                    <a16:creationId xmlns:a16="http://schemas.microsoft.com/office/drawing/2014/main" id="{EDDDD054-78B2-D142-80F1-5A556C4BA4E5}"/>
                  </a:ext>
                </a:extLst>
              </p:cNvPr>
              <p:cNvGrpSpPr>
                <a:grpSpLocks/>
              </p:cNvGrpSpPr>
              <p:nvPr/>
            </p:nvGrpSpPr>
            <p:grpSpPr bwMode="auto">
              <a:xfrm>
                <a:off x="4752" y="3901"/>
                <a:ext cx="334" cy="51"/>
                <a:chOff x="4752" y="3901"/>
                <a:chExt cx="334" cy="51"/>
              </a:xfrm>
            </p:grpSpPr>
            <p:sp>
              <p:nvSpPr>
                <p:cNvPr id="105850" name="Freeform 102">
                  <a:extLst>
                    <a:ext uri="{FF2B5EF4-FFF2-40B4-BE49-F238E27FC236}">
                      <a16:creationId xmlns:a16="http://schemas.microsoft.com/office/drawing/2014/main" id="{3754C0C7-E5CD-F549-AD6D-EED912CC3F2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1" name="Freeform 103">
                  <a:extLst>
                    <a:ext uri="{FF2B5EF4-FFF2-40B4-BE49-F238E27FC236}">
                      <a16:creationId xmlns:a16="http://schemas.microsoft.com/office/drawing/2014/main" id="{F90138F7-0A01-ED47-A070-E4EAA6C9E4E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2" name="Rectangle 104">
                  <a:extLst>
                    <a:ext uri="{FF2B5EF4-FFF2-40B4-BE49-F238E27FC236}">
                      <a16:creationId xmlns:a16="http://schemas.microsoft.com/office/drawing/2014/main" id="{7C9F6E49-D978-E14F-A606-F2EF5E94C142}"/>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7" name="Group 105">
            <a:extLst>
              <a:ext uri="{FF2B5EF4-FFF2-40B4-BE49-F238E27FC236}">
                <a16:creationId xmlns:a16="http://schemas.microsoft.com/office/drawing/2014/main" id="{2F7A4F76-7748-E04A-A635-607997757189}"/>
              </a:ext>
            </a:extLst>
          </p:cNvPr>
          <p:cNvGrpSpPr>
            <a:grpSpLocks/>
          </p:cNvGrpSpPr>
          <p:nvPr/>
        </p:nvGrpSpPr>
        <p:grpSpPr bwMode="auto">
          <a:xfrm>
            <a:off x="1577579" y="1882379"/>
            <a:ext cx="378619" cy="388144"/>
            <a:chOff x="101" y="1539"/>
            <a:chExt cx="343" cy="352"/>
          </a:xfrm>
        </p:grpSpPr>
        <p:grpSp>
          <p:nvGrpSpPr>
            <p:cNvPr id="105813" name="Group 106">
              <a:extLst>
                <a:ext uri="{FF2B5EF4-FFF2-40B4-BE49-F238E27FC236}">
                  <a16:creationId xmlns:a16="http://schemas.microsoft.com/office/drawing/2014/main" id="{AC7E0BD7-8D5C-194C-9F03-684286B7BD53}"/>
                </a:ext>
              </a:extLst>
            </p:cNvPr>
            <p:cNvGrpSpPr>
              <a:grpSpLocks/>
            </p:cNvGrpSpPr>
            <p:nvPr/>
          </p:nvGrpSpPr>
          <p:grpSpPr bwMode="auto">
            <a:xfrm>
              <a:off x="109" y="1545"/>
              <a:ext cx="335" cy="346"/>
              <a:chOff x="109" y="1545"/>
              <a:chExt cx="335" cy="346"/>
            </a:xfrm>
          </p:grpSpPr>
          <p:sp>
            <p:nvSpPr>
              <p:cNvPr id="105827" name="Freeform 107">
                <a:extLst>
                  <a:ext uri="{FF2B5EF4-FFF2-40B4-BE49-F238E27FC236}">
                    <a16:creationId xmlns:a16="http://schemas.microsoft.com/office/drawing/2014/main" id="{40DAC0CF-3283-FF43-AA17-241C7A7B1F3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8" name="Freeform 108">
                <a:extLst>
                  <a:ext uri="{FF2B5EF4-FFF2-40B4-BE49-F238E27FC236}">
                    <a16:creationId xmlns:a16="http://schemas.microsoft.com/office/drawing/2014/main" id="{B70C1024-7D3B-D841-A348-0D7C06E31CA7}"/>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9" name="Freeform 109">
                <a:extLst>
                  <a:ext uri="{FF2B5EF4-FFF2-40B4-BE49-F238E27FC236}">
                    <a16:creationId xmlns:a16="http://schemas.microsoft.com/office/drawing/2014/main" id="{561FBACE-3A0E-4A4D-8A8A-A1EB8656E8A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0" name="Freeform 110">
                <a:extLst>
                  <a:ext uri="{FF2B5EF4-FFF2-40B4-BE49-F238E27FC236}">
                    <a16:creationId xmlns:a16="http://schemas.microsoft.com/office/drawing/2014/main" id="{A5F1C6C0-92EF-404B-9B8D-D060AF06BE0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1" name="Rectangle 111">
                <a:extLst>
                  <a:ext uri="{FF2B5EF4-FFF2-40B4-BE49-F238E27FC236}">
                    <a16:creationId xmlns:a16="http://schemas.microsoft.com/office/drawing/2014/main" id="{90B2E5E0-D94D-FF4F-AFC9-54C095B6343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2" name="Rectangle 112">
                <a:extLst>
                  <a:ext uri="{FF2B5EF4-FFF2-40B4-BE49-F238E27FC236}">
                    <a16:creationId xmlns:a16="http://schemas.microsoft.com/office/drawing/2014/main" id="{B5BCBF1A-6DF0-AB47-8939-51E3E64F0272}"/>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3" name="Rectangle 113">
                <a:extLst>
                  <a:ext uri="{FF2B5EF4-FFF2-40B4-BE49-F238E27FC236}">
                    <a16:creationId xmlns:a16="http://schemas.microsoft.com/office/drawing/2014/main" id="{60E6F2C6-9248-2E49-BFA9-5CD84CC03C34}"/>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4" name="Line 114">
                <a:extLst>
                  <a:ext uri="{FF2B5EF4-FFF2-40B4-BE49-F238E27FC236}">
                    <a16:creationId xmlns:a16="http://schemas.microsoft.com/office/drawing/2014/main" id="{67D847E6-F4C4-804A-B1C4-AFE9620FB1A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35" name="Group 115">
                <a:extLst>
                  <a:ext uri="{FF2B5EF4-FFF2-40B4-BE49-F238E27FC236}">
                    <a16:creationId xmlns:a16="http://schemas.microsoft.com/office/drawing/2014/main" id="{D5BB1583-4AC9-FC42-AE09-5C7D866C778B}"/>
                  </a:ext>
                </a:extLst>
              </p:cNvPr>
              <p:cNvGrpSpPr>
                <a:grpSpLocks/>
              </p:cNvGrpSpPr>
              <p:nvPr/>
            </p:nvGrpSpPr>
            <p:grpSpPr bwMode="auto">
              <a:xfrm>
                <a:off x="109" y="1841"/>
                <a:ext cx="335" cy="50"/>
                <a:chOff x="109" y="1841"/>
                <a:chExt cx="335" cy="50"/>
              </a:xfrm>
            </p:grpSpPr>
            <p:sp>
              <p:nvSpPr>
                <p:cNvPr id="105836" name="Freeform 116">
                  <a:extLst>
                    <a:ext uri="{FF2B5EF4-FFF2-40B4-BE49-F238E27FC236}">
                      <a16:creationId xmlns:a16="http://schemas.microsoft.com/office/drawing/2014/main" id="{11DD3EB4-4F89-D847-B9E4-EB46B6D18A8D}"/>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7" name="Freeform 117">
                  <a:extLst>
                    <a:ext uri="{FF2B5EF4-FFF2-40B4-BE49-F238E27FC236}">
                      <a16:creationId xmlns:a16="http://schemas.microsoft.com/office/drawing/2014/main" id="{AED72394-3760-3142-AECF-C774A19A897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8" name="Rectangle 118">
                  <a:extLst>
                    <a:ext uri="{FF2B5EF4-FFF2-40B4-BE49-F238E27FC236}">
                      <a16:creationId xmlns:a16="http://schemas.microsoft.com/office/drawing/2014/main" id="{89126887-C090-C746-BCEE-4B6C534B2BAF}"/>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14" name="Group 119">
              <a:extLst>
                <a:ext uri="{FF2B5EF4-FFF2-40B4-BE49-F238E27FC236}">
                  <a16:creationId xmlns:a16="http://schemas.microsoft.com/office/drawing/2014/main" id="{1A6A6AB5-021B-234E-AABF-74E725FC3FF7}"/>
                </a:ext>
              </a:extLst>
            </p:cNvPr>
            <p:cNvGrpSpPr>
              <a:grpSpLocks/>
            </p:cNvGrpSpPr>
            <p:nvPr/>
          </p:nvGrpSpPr>
          <p:grpSpPr bwMode="auto">
            <a:xfrm>
              <a:off x="101" y="1539"/>
              <a:ext cx="335" cy="346"/>
              <a:chOff x="101" y="1539"/>
              <a:chExt cx="335" cy="346"/>
            </a:xfrm>
          </p:grpSpPr>
          <p:sp>
            <p:nvSpPr>
              <p:cNvPr id="105815" name="Freeform 120">
                <a:extLst>
                  <a:ext uri="{FF2B5EF4-FFF2-40B4-BE49-F238E27FC236}">
                    <a16:creationId xmlns:a16="http://schemas.microsoft.com/office/drawing/2014/main" id="{D5673E89-731C-5149-A82B-C6615AB069AA}"/>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6" name="Freeform 121">
                <a:extLst>
                  <a:ext uri="{FF2B5EF4-FFF2-40B4-BE49-F238E27FC236}">
                    <a16:creationId xmlns:a16="http://schemas.microsoft.com/office/drawing/2014/main" id="{7B987DCA-A0C0-9240-9B41-FA6D78C52039}"/>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7" name="Freeform 122">
                <a:extLst>
                  <a:ext uri="{FF2B5EF4-FFF2-40B4-BE49-F238E27FC236}">
                    <a16:creationId xmlns:a16="http://schemas.microsoft.com/office/drawing/2014/main" id="{A58CA715-657A-564A-BBCF-661427BF2D37}"/>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8" name="Freeform 123">
                <a:extLst>
                  <a:ext uri="{FF2B5EF4-FFF2-40B4-BE49-F238E27FC236}">
                    <a16:creationId xmlns:a16="http://schemas.microsoft.com/office/drawing/2014/main" id="{5568AF56-1C6A-A443-9F40-DDCFF443BFE2}"/>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9" name="Rectangle 124">
                <a:extLst>
                  <a:ext uri="{FF2B5EF4-FFF2-40B4-BE49-F238E27FC236}">
                    <a16:creationId xmlns:a16="http://schemas.microsoft.com/office/drawing/2014/main" id="{358A9CA6-3BEB-2E43-A9CD-AD7155CD6C54}"/>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0" name="Rectangle 125">
                <a:extLst>
                  <a:ext uri="{FF2B5EF4-FFF2-40B4-BE49-F238E27FC236}">
                    <a16:creationId xmlns:a16="http://schemas.microsoft.com/office/drawing/2014/main" id="{2CEF3CF6-ED4E-0E47-AA3F-9246FBA6791D}"/>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1" name="Rectangle 126">
                <a:extLst>
                  <a:ext uri="{FF2B5EF4-FFF2-40B4-BE49-F238E27FC236}">
                    <a16:creationId xmlns:a16="http://schemas.microsoft.com/office/drawing/2014/main" id="{22AB1E28-573E-454B-BFD6-1298B7518149}"/>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2" name="Line 127">
                <a:extLst>
                  <a:ext uri="{FF2B5EF4-FFF2-40B4-BE49-F238E27FC236}">
                    <a16:creationId xmlns:a16="http://schemas.microsoft.com/office/drawing/2014/main" id="{66243CCE-D91D-FD4D-B164-E24DAAB3D76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23" name="Group 128">
                <a:extLst>
                  <a:ext uri="{FF2B5EF4-FFF2-40B4-BE49-F238E27FC236}">
                    <a16:creationId xmlns:a16="http://schemas.microsoft.com/office/drawing/2014/main" id="{1DA43929-3490-BD4B-AECE-FDE6FD55B7F5}"/>
                  </a:ext>
                </a:extLst>
              </p:cNvPr>
              <p:cNvGrpSpPr>
                <a:grpSpLocks/>
              </p:cNvGrpSpPr>
              <p:nvPr/>
            </p:nvGrpSpPr>
            <p:grpSpPr bwMode="auto">
              <a:xfrm>
                <a:off x="101" y="1834"/>
                <a:ext cx="335" cy="51"/>
                <a:chOff x="101" y="1834"/>
                <a:chExt cx="335" cy="51"/>
              </a:xfrm>
            </p:grpSpPr>
            <p:sp>
              <p:nvSpPr>
                <p:cNvPr id="105824" name="Freeform 129">
                  <a:extLst>
                    <a:ext uri="{FF2B5EF4-FFF2-40B4-BE49-F238E27FC236}">
                      <a16:creationId xmlns:a16="http://schemas.microsoft.com/office/drawing/2014/main" id="{DBA73095-3013-CC49-ACB3-0F23FC18350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5" name="Freeform 130">
                  <a:extLst>
                    <a:ext uri="{FF2B5EF4-FFF2-40B4-BE49-F238E27FC236}">
                      <a16:creationId xmlns:a16="http://schemas.microsoft.com/office/drawing/2014/main" id="{E453A35C-ECFE-B04D-91D3-1B7F698A5C05}"/>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6" name="Rectangle 131">
                  <a:extLst>
                    <a:ext uri="{FF2B5EF4-FFF2-40B4-BE49-F238E27FC236}">
                      <a16:creationId xmlns:a16="http://schemas.microsoft.com/office/drawing/2014/main" id="{3952669B-0583-AD45-9307-09EA5E64B9E1}"/>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8" name="Group 132">
            <a:extLst>
              <a:ext uri="{FF2B5EF4-FFF2-40B4-BE49-F238E27FC236}">
                <a16:creationId xmlns:a16="http://schemas.microsoft.com/office/drawing/2014/main" id="{23344D25-FCA2-9F49-87D6-E0607CC2DF13}"/>
              </a:ext>
            </a:extLst>
          </p:cNvPr>
          <p:cNvGrpSpPr>
            <a:grpSpLocks/>
          </p:cNvGrpSpPr>
          <p:nvPr/>
        </p:nvGrpSpPr>
        <p:grpSpPr bwMode="auto">
          <a:xfrm>
            <a:off x="7261622" y="2743200"/>
            <a:ext cx="379809" cy="385763"/>
            <a:chOff x="5237" y="2322"/>
            <a:chExt cx="343" cy="352"/>
          </a:xfrm>
        </p:grpSpPr>
        <p:grpSp>
          <p:nvGrpSpPr>
            <p:cNvPr id="105787" name="Group 133">
              <a:extLst>
                <a:ext uri="{FF2B5EF4-FFF2-40B4-BE49-F238E27FC236}">
                  <a16:creationId xmlns:a16="http://schemas.microsoft.com/office/drawing/2014/main" id="{9E80EF78-DBA0-D840-AC7F-8C74C76AEA14}"/>
                </a:ext>
              </a:extLst>
            </p:cNvPr>
            <p:cNvGrpSpPr>
              <a:grpSpLocks/>
            </p:cNvGrpSpPr>
            <p:nvPr/>
          </p:nvGrpSpPr>
          <p:grpSpPr bwMode="auto">
            <a:xfrm>
              <a:off x="5245" y="2328"/>
              <a:ext cx="335" cy="346"/>
              <a:chOff x="5245" y="2328"/>
              <a:chExt cx="335" cy="346"/>
            </a:xfrm>
          </p:grpSpPr>
          <p:sp>
            <p:nvSpPr>
              <p:cNvPr id="105801" name="Freeform 134">
                <a:extLst>
                  <a:ext uri="{FF2B5EF4-FFF2-40B4-BE49-F238E27FC236}">
                    <a16:creationId xmlns:a16="http://schemas.microsoft.com/office/drawing/2014/main" id="{4CA12EB0-DF4B-1643-9E6C-45629FAAE296}"/>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2" name="Freeform 135">
                <a:extLst>
                  <a:ext uri="{FF2B5EF4-FFF2-40B4-BE49-F238E27FC236}">
                    <a16:creationId xmlns:a16="http://schemas.microsoft.com/office/drawing/2014/main" id="{86E293FC-3D27-A74B-97B5-A26CFA4EADF2}"/>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3" name="Freeform 136">
                <a:extLst>
                  <a:ext uri="{FF2B5EF4-FFF2-40B4-BE49-F238E27FC236}">
                    <a16:creationId xmlns:a16="http://schemas.microsoft.com/office/drawing/2014/main" id="{8D5D3241-B4AE-3045-859B-13C78EA8704F}"/>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4" name="Freeform 137">
                <a:extLst>
                  <a:ext uri="{FF2B5EF4-FFF2-40B4-BE49-F238E27FC236}">
                    <a16:creationId xmlns:a16="http://schemas.microsoft.com/office/drawing/2014/main" id="{8C88DF30-2D45-1545-B10E-298AB2693DBB}"/>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5" name="Rectangle 138">
                <a:extLst>
                  <a:ext uri="{FF2B5EF4-FFF2-40B4-BE49-F238E27FC236}">
                    <a16:creationId xmlns:a16="http://schemas.microsoft.com/office/drawing/2014/main" id="{9535BFBF-B685-B04F-8E0A-9529477185AD}"/>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6" name="Rectangle 139">
                <a:extLst>
                  <a:ext uri="{FF2B5EF4-FFF2-40B4-BE49-F238E27FC236}">
                    <a16:creationId xmlns:a16="http://schemas.microsoft.com/office/drawing/2014/main" id="{ECB93626-E45A-1F47-85F0-B1FDFBEBD2D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7" name="Rectangle 140">
                <a:extLst>
                  <a:ext uri="{FF2B5EF4-FFF2-40B4-BE49-F238E27FC236}">
                    <a16:creationId xmlns:a16="http://schemas.microsoft.com/office/drawing/2014/main" id="{FDB53488-DADF-8845-8F7E-7C9FF7DD548A}"/>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8" name="Line 141">
                <a:extLst>
                  <a:ext uri="{FF2B5EF4-FFF2-40B4-BE49-F238E27FC236}">
                    <a16:creationId xmlns:a16="http://schemas.microsoft.com/office/drawing/2014/main" id="{31BFEA7E-0FB9-FB43-AFA1-69E4A9DD15D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09" name="Group 142">
                <a:extLst>
                  <a:ext uri="{FF2B5EF4-FFF2-40B4-BE49-F238E27FC236}">
                    <a16:creationId xmlns:a16="http://schemas.microsoft.com/office/drawing/2014/main" id="{B3B4B14C-C952-394A-85A0-CC02F954AC4F}"/>
                  </a:ext>
                </a:extLst>
              </p:cNvPr>
              <p:cNvGrpSpPr>
                <a:grpSpLocks/>
              </p:cNvGrpSpPr>
              <p:nvPr/>
            </p:nvGrpSpPr>
            <p:grpSpPr bwMode="auto">
              <a:xfrm>
                <a:off x="5245" y="2624"/>
                <a:ext cx="335" cy="50"/>
                <a:chOff x="5245" y="2624"/>
                <a:chExt cx="335" cy="50"/>
              </a:xfrm>
            </p:grpSpPr>
            <p:sp>
              <p:nvSpPr>
                <p:cNvPr id="105810" name="Freeform 143">
                  <a:extLst>
                    <a:ext uri="{FF2B5EF4-FFF2-40B4-BE49-F238E27FC236}">
                      <a16:creationId xmlns:a16="http://schemas.microsoft.com/office/drawing/2014/main" id="{A7BA42C6-0B57-DF41-AD9D-A37CCAFFCDBF}"/>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1" name="Freeform 144">
                  <a:extLst>
                    <a:ext uri="{FF2B5EF4-FFF2-40B4-BE49-F238E27FC236}">
                      <a16:creationId xmlns:a16="http://schemas.microsoft.com/office/drawing/2014/main" id="{0FCED98A-C409-814F-9D62-3A26FCF3CD2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2" name="Rectangle 145">
                  <a:extLst>
                    <a:ext uri="{FF2B5EF4-FFF2-40B4-BE49-F238E27FC236}">
                      <a16:creationId xmlns:a16="http://schemas.microsoft.com/office/drawing/2014/main" id="{AAE67950-B1C2-BE47-9B76-26ED5ED6CC9E}"/>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88" name="Group 146">
              <a:extLst>
                <a:ext uri="{FF2B5EF4-FFF2-40B4-BE49-F238E27FC236}">
                  <a16:creationId xmlns:a16="http://schemas.microsoft.com/office/drawing/2014/main" id="{0502FB21-E1D2-5F42-AAAB-EE8C3EFA3594}"/>
                </a:ext>
              </a:extLst>
            </p:cNvPr>
            <p:cNvGrpSpPr>
              <a:grpSpLocks/>
            </p:cNvGrpSpPr>
            <p:nvPr/>
          </p:nvGrpSpPr>
          <p:grpSpPr bwMode="auto">
            <a:xfrm>
              <a:off x="5237" y="2322"/>
              <a:ext cx="335" cy="346"/>
              <a:chOff x="5237" y="2322"/>
              <a:chExt cx="335" cy="346"/>
            </a:xfrm>
          </p:grpSpPr>
          <p:sp>
            <p:nvSpPr>
              <p:cNvPr id="105789" name="Freeform 147">
                <a:extLst>
                  <a:ext uri="{FF2B5EF4-FFF2-40B4-BE49-F238E27FC236}">
                    <a16:creationId xmlns:a16="http://schemas.microsoft.com/office/drawing/2014/main" id="{5B33A687-9696-1F4D-A262-A017F7483CC5}"/>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0" name="Freeform 148">
                <a:extLst>
                  <a:ext uri="{FF2B5EF4-FFF2-40B4-BE49-F238E27FC236}">
                    <a16:creationId xmlns:a16="http://schemas.microsoft.com/office/drawing/2014/main" id="{11260CEF-F6CC-034A-A075-20D017B751FB}"/>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1" name="Freeform 149">
                <a:extLst>
                  <a:ext uri="{FF2B5EF4-FFF2-40B4-BE49-F238E27FC236}">
                    <a16:creationId xmlns:a16="http://schemas.microsoft.com/office/drawing/2014/main" id="{8D3CCF69-F47F-1F4B-8C1C-5107A9E910A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2" name="Freeform 150">
                <a:extLst>
                  <a:ext uri="{FF2B5EF4-FFF2-40B4-BE49-F238E27FC236}">
                    <a16:creationId xmlns:a16="http://schemas.microsoft.com/office/drawing/2014/main" id="{26BAE9A0-F56E-B946-99C8-8764457B189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3" name="Rectangle 151">
                <a:extLst>
                  <a:ext uri="{FF2B5EF4-FFF2-40B4-BE49-F238E27FC236}">
                    <a16:creationId xmlns:a16="http://schemas.microsoft.com/office/drawing/2014/main" id="{B68D97C5-8FDA-2A4C-8582-A14D8CCF2936}"/>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4" name="Rectangle 152">
                <a:extLst>
                  <a:ext uri="{FF2B5EF4-FFF2-40B4-BE49-F238E27FC236}">
                    <a16:creationId xmlns:a16="http://schemas.microsoft.com/office/drawing/2014/main" id="{5BC71129-6DBC-6A40-8091-927327B4DFD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5" name="Rectangle 153">
                <a:extLst>
                  <a:ext uri="{FF2B5EF4-FFF2-40B4-BE49-F238E27FC236}">
                    <a16:creationId xmlns:a16="http://schemas.microsoft.com/office/drawing/2014/main" id="{D59D2CBB-7F1E-FF41-9211-D488BE134BB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6" name="Line 154">
                <a:extLst>
                  <a:ext uri="{FF2B5EF4-FFF2-40B4-BE49-F238E27FC236}">
                    <a16:creationId xmlns:a16="http://schemas.microsoft.com/office/drawing/2014/main" id="{BCD829FB-9852-9848-9896-2B24D1B6D36E}"/>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97" name="Group 155">
                <a:extLst>
                  <a:ext uri="{FF2B5EF4-FFF2-40B4-BE49-F238E27FC236}">
                    <a16:creationId xmlns:a16="http://schemas.microsoft.com/office/drawing/2014/main" id="{7452032B-FD69-734C-9D17-8346DCC59ACA}"/>
                  </a:ext>
                </a:extLst>
              </p:cNvPr>
              <p:cNvGrpSpPr>
                <a:grpSpLocks/>
              </p:cNvGrpSpPr>
              <p:nvPr/>
            </p:nvGrpSpPr>
            <p:grpSpPr bwMode="auto">
              <a:xfrm>
                <a:off x="5237" y="2617"/>
                <a:ext cx="335" cy="51"/>
                <a:chOff x="5237" y="2617"/>
                <a:chExt cx="335" cy="51"/>
              </a:xfrm>
            </p:grpSpPr>
            <p:sp>
              <p:nvSpPr>
                <p:cNvPr id="105798" name="Freeform 156">
                  <a:extLst>
                    <a:ext uri="{FF2B5EF4-FFF2-40B4-BE49-F238E27FC236}">
                      <a16:creationId xmlns:a16="http://schemas.microsoft.com/office/drawing/2014/main" id="{0E550FEB-CE8E-8D46-AE0A-60229B259CD1}"/>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9" name="Freeform 157">
                  <a:extLst>
                    <a:ext uri="{FF2B5EF4-FFF2-40B4-BE49-F238E27FC236}">
                      <a16:creationId xmlns:a16="http://schemas.microsoft.com/office/drawing/2014/main" id="{581FF18F-2648-9C42-B7E8-B8FADB4146B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0" name="Rectangle 158">
                  <a:extLst>
                    <a:ext uri="{FF2B5EF4-FFF2-40B4-BE49-F238E27FC236}">
                      <a16:creationId xmlns:a16="http://schemas.microsoft.com/office/drawing/2014/main" id="{8885DB3F-D3A3-4C48-9F75-C235304D0A48}"/>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9" name="Group 159">
            <a:extLst>
              <a:ext uri="{FF2B5EF4-FFF2-40B4-BE49-F238E27FC236}">
                <a16:creationId xmlns:a16="http://schemas.microsoft.com/office/drawing/2014/main" id="{E96FD8C6-7634-5C4C-B7C7-C44BD65855D1}"/>
              </a:ext>
            </a:extLst>
          </p:cNvPr>
          <p:cNvGrpSpPr>
            <a:grpSpLocks/>
          </p:cNvGrpSpPr>
          <p:nvPr/>
        </p:nvGrpSpPr>
        <p:grpSpPr bwMode="auto">
          <a:xfrm>
            <a:off x="7261622" y="1935956"/>
            <a:ext cx="379809" cy="386954"/>
            <a:chOff x="5237" y="1587"/>
            <a:chExt cx="343" cy="353"/>
          </a:xfrm>
        </p:grpSpPr>
        <p:grpSp>
          <p:nvGrpSpPr>
            <p:cNvPr id="105761" name="Group 160">
              <a:extLst>
                <a:ext uri="{FF2B5EF4-FFF2-40B4-BE49-F238E27FC236}">
                  <a16:creationId xmlns:a16="http://schemas.microsoft.com/office/drawing/2014/main" id="{4348C0A4-68D2-C947-858F-FD4CF461A5E7}"/>
                </a:ext>
              </a:extLst>
            </p:cNvPr>
            <p:cNvGrpSpPr>
              <a:grpSpLocks/>
            </p:cNvGrpSpPr>
            <p:nvPr/>
          </p:nvGrpSpPr>
          <p:grpSpPr bwMode="auto">
            <a:xfrm>
              <a:off x="5245" y="1594"/>
              <a:ext cx="335" cy="346"/>
              <a:chOff x="5245" y="1594"/>
              <a:chExt cx="335" cy="346"/>
            </a:xfrm>
          </p:grpSpPr>
          <p:sp>
            <p:nvSpPr>
              <p:cNvPr id="105775" name="Freeform 161">
                <a:extLst>
                  <a:ext uri="{FF2B5EF4-FFF2-40B4-BE49-F238E27FC236}">
                    <a16:creationId xmlns:a16="http://schemas.microsoft.com/office/drawing/2014/main" id="{F083B772-4A9C-B54A-96B3-006D0C3000F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6" name="Freeform 162">
                <a:extLst>
                  <a:ext uri="{FF2B5EF4-FFF2-40B4-BE49-F238E27FC236}">
                    <a16:creationId xmlns:a16="http://schemas.microsoft.com/office/drawing/2014/main" id="{C6DC8B1A-17A0-AF41-8137-6586A418A1FF}"/>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7" name="Freeform 163">
                <a:extLst>
                  <a:ext uri="{FF2B5EF4-FFF2-40B4-BE49-F238E27FC236}">
                    <a16:creationId xmlns:a16="http://schemas.microsoft.com/office/drawing/2014/main" id="{EF316207-AFCC-A84F-A0E2-86C58F5F891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8" name="Freeform 164">
                <a:extLst>
                  <a:ext uri="{FF2B5EF4-FFF2-40B4-BE49-F238E27FC236}">
                    <a16:creationId xmlns:a16="http://schemas.microsoft.com/office/drawing/2014/main" id="{3FCD2FF4-FFFA-C64B-8130-6E7C16092DC5}"/>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9" name="Rectangle 165">
                <a:extLst>
                  <a:ext uri="{FF2B5EF4-FFF2-40B4-BE49-F238E27FC236}">
                    <a16:creationId xmlns:a16="http://schemas.microsoft.com/office/drawing/2014/main" id="{60810DAB-0480-CC47-9612-23DF7456ED66}"/>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0" name="Rectangle 166">
                <a:extLst>
                  <a:ext uri="{FF2B5EF4-FFF2-40B4-BE49-F238E27FC236}">
                    <a16:creationId xmlns:a16="http://schemas.microsoft.com/office/drawing/2014/main" id="{8D8B7CF1-AA72-C64C-8122-1E0B0C70C3DE}"/>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1" name="Rectangle 167">
                <a:extLst>
                  <a:ext uri="{FF2B5EF4-FFF2-40B4-BE49-F238E27FC236}">
                    <a16:creationId xmlns:a16="http://schemas.microsoft.com/office/drawing/2014/main" id="{0D63A1AC-44D3-2C49-915B-7C24AC7FC3CA}"/>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2" name="Line 168">
                <a:extLst>
                  <a:ext uri="{FF2B5EF4-FFF2-40B4-BE49-F238E27FC236}">
                    <a16:creationId xmlns:a16="http://schemas.microsoft.com/office/drawing/2014/main" id="{6D08EAFA-65DD-1D47-8BD8-A38C95DC8935}"/>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83" name="Group 169">
                <a:extLst>
                  <a:ext uri="{FF2B5EF4-FFF2-40B4-BE49-F238E27FC236}">
                    <a16:creationId xmlns:a16="http://schemas.microsoft.com/office/drawing/2014/main" id="{3A0A0D9F-0D09-CF4D-8AEA-E8063126C6D9}"/>
                  </a:ext>
                </a:extLst>
              </p:cNvPr>
              <p:cNvGrpSpPr>
                <a:grpSpLocks/>
              </p:cNvGrpSpPr>
              <p:nvPr/>
            </p:nvGrpSpPr>
            <p:grpSpPr bwMode="auto">
              <a:xfrm>
                <a:off x="5245" y="1889"/>
                <a:ext cx="335" cy="51"/>
                <a:chOff x="5245" y="1889"/>
                <a:chExt cx="335" cy="51"/>
              </a:xfrm>
            </p:grpSpPr>
            <p:sp>
              <p:nvSpPr>
                <p:cNvPr id="105784" name="Freeform 170">
                  <a:extLst>
                    <a:ext uri="{FF2B5EF4-FFF2-40B4-BE49-F238E27FC236}">
                      <a16:creationId xmlns:a16="http://schemas.microsoft.com/office/drawing/2014/main" id="{04284994-31CF-FA46-A09E-A2C8937F8DF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5" name="Freeform 171">
                  <a:extLst>
                    <a:ext uri="{FF2B5EF4-FFF2-40B4-BE49-F238E27FC236}">
                      <a16:creationId xmlns:a16="http://schemas.microsoft.com/office/drawing/2014/main" id="{D65C0E1C-A821-F64F-8B9D-70C65944C4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6" name="Rectangle 172">
                  <a:extLst>
                    <a:ext uri="{FF2B5EF4-FFF2-40B4-BE49-F238E27FC236}">
                      <a16:creationId xmlns:a16="http://schemas.microsoft.com/office/drawing/2014/main" id="{7F8634D5-F174-A542-8C72-6C17CFEE4E36}"/>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62" name="Group 173">
              <a:extLst>
                <a:ext uri="{FF2B5EF4-FFF2-40B4-BE49-F238E27FC236}">
                  <a16:creationId xmlns:a16="http://schemas.microsoft.com/office/drawing/2014/main" id="{F7249F84-415B-AF45-A0D3-429876F81D57}"/>
                </a:ext>
              </a:extLst>
            </p:cNvPr>
            <p:cNvGrpSpPr>
              <a:grpSpLocks/>
            </p:cNvGrpSpPr>
            <p:nvPr/>
          </p:nvGrpSpPr>
          <p:grpSpPr bwMode="auto">
            <a:xfrm>
              <a:off x="5237" y="1587"/>
              <a:ext cx="335" cy="346"/>
              <a:chOff x="5237" y="1587"/>
              <a:chExt cx="335" cy="346"/>
            </a:xfrm>
          </p:grpSpPr>
          <p:sp>
            <p:nvSpPr>
              <p:cNvPr id="105763" name="Freeform 174">
                <a:extLst>
                  <a:ext uri="{FF2B5EF4-FFF2-40B4-BE49-F238E27FC236}">
                    <a16:creationId xmlns:a16="http://schemas.microsoft.com/office/drawing/2014/main" id="{FE0824BB-7B71-4540-A2AD-748EE64AE31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4" name="Freeform 175">
                <a:extLst>
                  <a:ext uri="{FF2B5EF4-FFF2-40B4-BE49-F238E27FC236}">
                    <a16:creationId xmlns:a16="http://schemas.microsoft.com/office/drawing/2014/main" id="{89169A4B-C4A9-7048-87F8-3B95C73AAFD7}"/>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5" name="Freeform 176">
                <a:extLst>
                  <a:ext uri="{FF2B5EF4-FFF2-40B4-BE49-F238E27FC236}">
                    <a16:creationId xmlns:a16="http://schemas.microsoft.com/office/drawing/2014/main" id="{5A3DCD6F-BA1A-1745-BDBB-A1A7BA84E56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6" name="Freeform 177">
                <a:extLst>
                  <a:ext uri="{FF2B5EF4-FFF2-40B4-BE49-F238E27FC236}">
                    <a16:creationId xmlns:a16="http://schemas.microsoft.com/office/drawing/2014/main" id="{30CF7123-1922-A148-924A-5017F137475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7" name="Rectangle 178">
                <a:extLst>
                  <a:ext uri="{FF2B5EF4-FFF2-40B4-BE49-F238E27FC236}">
                    <a16:creationId xmlns:a16="http://schemas.microsoft.com/office/drawing/2014/main" id="{C39E13BB-9407-1E48-8558-990CB6E247FD}"/>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8" name="Rectangle 179">
                <a:extLst>
                  <a:ext uri="{FF2B5EF4-FFF2-40B4-BE49-F238E27FC236}">
                    <a16:creationId xmlns:a16="http://schemas.microsoft.com/office/drawing/2014/main" id="{A1111F81-B46F-AC40-9EF9-146BF98BB1CE}"/>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9" name="Rectangle 180">
                <a:extLst>
                  <a:ext uri="{FF2B5EF4-FFF2-40B4-BE49-F238E27FC236}">
                    <a16:creationId xmlns:a16="http://schemas.microsoft.com/office/drawing/2014/main" id="{8D342B95-8616-674D-8D0E-E6000FB586BC}"/>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70" name="Line 181">
                <a:extLst>
                  <a:ext uri="{FF2B5EF4-FFF2-40B4-BE49-F238E27FC236}">
                    <a16:creationId xmlns:a16="http://schemas.microsoft.com/office/drawing/2014/main" id="{42B77B36-282A-CD43-BAC0-A086C3DA792F}"/>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71" name="Group 182">
                <a:extLst>
                  <a:ext uri="{FF2B5EF4-FFF2-40B4-BE49-F238E27FC236}">
                    <a16:creationId xmlns:a16="http://schemas.microsoft.com/office/drawing/2014/main" id="{25AD8210-5F1B-7447-AC72-9EB3DE89AC9A}"/>
                  </a:ext>
                </a:extLst>
              </p:cNvPr>
              <p:cNvGrpSpPr>
                <a:grpSpLocks/>
              </p:cNvGrpSpPr>
              <p:nvPr/>
            </p:nvGrpSpPr>
            <p:grpSpPr bwMode="auto">
              <a:xfrm>
                <a:off x="5237" y="1883"/>
                <a:ext cx="335" cy="50"/>
                <a:chOff x="5237" y="1883"/>
                <a:chExt cx="335" cy="50"/>
              </a:xfrm>
            </p:grpSpPr>
            <p:sp>
              <p:nvSpPr>
                <p:cNvPr id="105772" name="Freeform 183">
                  <a:extLst>
                    <a:ext uri="{FF2B5EF4-FFF2-40B4-BE49-F238E27FC236}">
                      <a16:creationId xmlns:a16="http://schemas.microsoft.com/office/drawing/2014/main" id="{91576F1A-B036-794E-941E-D9B818C2873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3" name="Freeform 184">
                  <a:extLst>
                    <a:ext uri="{FF2B5EF4-FFF2-40B4-BE49-F238E27FC236}">
                      <a16:creationId xmlns:a16="http://schemas.microsoft.com/office/drawing/2014/main" id="{E52C9ABA-731A-D441-9AEB-088E1B257DF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4" name="Rectangle 185">
                  <a:extLst>
                    <a:ext uri="{FF2B5EF4-FFF2-40B4-BE49-F238E27FC236}">
                      <a16:creationId xmlns:a16="http://schemas.microsoft.com/office/drawing/2014/main" id="{53650412-CB08-9048-AD64-A1CBA15559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00" name="Rectangle 186">
            <a:extLst>
              <a:ext uri="{FF2B5EF4-FFF2-40B4-BE49-F238E27FC236}">
                <a16:creationId xmlns:a16="http://schemas.microsoft.com/office/drawing/2014/main" id="{1B9065CC-68BB-E548-9EDA-303CEA06D79D}"/>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1" name="Rectangle 187">
            <a:extLst>
              <a:ext uri="{FF2B5EF4-FFF2-40B4-BE49-F238E27FC236}">
                <a16:creationId xmlns:a16="http://schemas.microsoft.com/office/drawing/2014/main" id="{569D141C-FC36-854D-9C8E-1EE80B7C9860}"/>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5502" name="Rectangle 188">
            <a:extLst>
              <a:ext uri="{FF2B5EF4-FFF2-40B4-BE49-F238E27FC236}">
                <a16:creationId xmlns:a16="http://schemas.microsoft.com/office/drawing/2014/main" id="{B4830320-E12A-AA45-8769-B13F3C50127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3" name="Rectangle 189">
            <a:extLst>
              <a:ext uri="{FF2B5EF4-FFF2-40B4-BE49-F238E27FC236}">
                <a16:creationId xmlns:a16="http://schemas.microsoft.com/office/drawing/2014/main" id="{DC80F2C2-BB8A-4C4A-B4DA-A89F33F0E326}"/>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5504" name="Rectangle 190">
            <a:extLst>
              <a:ext uri="{FF2B5EF4-FFF2-40B4-BE49-F238E27FC236}">
                <a16:creationId xmlns:a16="http://schemas.microsoft.com/office/drawing/2014/main" id="{F3723EBF-B24D-104F-BD52-5EB52D69D966}"/>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5" name="Rectangle 191">
            <a:extLst>
              <a:ext uri="{FF2B5EF4-FFF2-40B4-BE49-F238E27FC236}">
                <a16:creationId xmlns:a16="http://schemas.microsoft.com/office/drawing/2014/main" id="{81DDF7E5-51AA-2F4A-8D6F-0C47AB3EAA54}"/>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5506" name="Rectangle 192">
            <a:extLst>
              <a:ext uri="{FF2B5EF4-FFF2-40B4-BE49-F238E27FC236}">
                <a16:creationId xmlns:a16="http://schemas.microsoft.com/office/drawing/2014/main" id="{4F88729B-FBB6-A743-9529-B3D04282C555}"/>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7" name="Rectangle 193">
            <a:extLst>
              <a:ext uri="{FF2B5EF4-FFF2-40B4-BE49-F238E27FC236}">
                <a16:creationId xmlns:a16="http://schemas.microsoft.com/office/drawing/2014/main" id="{F0AE32DD-33BD-684E-8246-391C9575C40D}"/>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5508" name="Rectangle 194">
            <a:extLst>
              <a:ext uri="{FF2B5EF4-FFF2-40B4-BE49-F238E27FC236}">
                <a16:creationId xmlns:a16="http://schemas.microsoft.com/office/drawing/2014/main" id="{4D96FDA3-CB14-3A4F-9A7C-0D0CBC688D7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09" name="Group 195">
            <a:extLst>
              <a:ext uri="{FF2B5EF4-FFF2-40B4-BE49-F238E27FC236}">
                <a16:creationId xmlns:a16="http://schemas.microsoft.com/office/drawing/2014/main" id="{A7BBFD14-EDB3-8C4D-81D0-C389340AE003}"/>
              </a:ext>
            </a:extLst>
          </p:cNvPr>
          <p:cNvGrpSpPr>
            <a:grpSpLocks/>
          </p:cNvGrpSpPr>
          <p:nvPr/>
        </p:nvGrpSpPr>
        <p:grpSpPr bwMode="auto">
          <a:xfrm>
            <a:off x="4010025" y="1972866"/>
            <a:ext cx="485775" cy="289322"/>
            <a:chOff x="2299" y="1622"/>
            <a:chExt cx="439" cy="262"/>
          </a:xfrm>
        </p:grpSpPr>
        <p:sp>
          <p:nvSpPr>
            <p:cNvPr id="105736" name="Oval 196">
              <a:extLst>
                <a:ext uri="{FF2B5EF4-FFF2-40B4-BE49-F238E27FC236}">
                  <a16:creationId xmlns:a16="http://schemas.microsoft.com/office/drawing/2014/main" id="{0E2DF6BB-A279-C845-8624-FFCC189BB9F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7" name="Rectangle 197">
              <a:extLst>
                <a:ext uri="{FF2B5EF4-FFF2-40B4-BE49-F238E27FC236}">
                  <a16:creationId xmlns:a16="http://schemas.microsoft.com/office/drawing/2014/main" id="{F7F89C1A-63E1-984D-95AB-AE900AF0E25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8" name="Rectangle 198">
              <a:extLst>
                <a:ext uri="{FF2B5EF4-FFF2-40B4-BE49-F238E27FC236}">
                  <a16:creationId xmlns:a16="http://schemas.microsoft.com/office/drawing/2014/main" id="{DF923F20-85F3-A140-8B2F-842AB4AD789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9" name="Oval 199">
              <a:extLst>
                <a:ext uri="{FF2B5EF4-FFF2-40B4-BE49-F238E27FC236}">
                  <a16:creationId xmlns:a16="http://schemas.microsoft.com/office/drawing/2014/main" id="{7774B4DB-67A8-8247-B7A1-B264CFA0284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40" name="Group 200">
              <a:extLst>
                <a:ext uri="{FF2B5EF4-FFF2-40B4-BE49-F238E27FC236}">
                  <a16:creationId xmlns:a16="http://schemas.microsoft.com/office/drawing/2014/main" id="{5BB93E8D-0A99-F040-A901-F16909A74444}"/>
                </a:ext>
              </a:extLst>
            </p:cNvPr>
            <p:cNvGrpSpPr>
              <a:grpSpLocks/>
            </p:cNvGrpSpPr>
            <p:nvPr/>
          </p:nvGrpSpPr>
          <p:grpSpPr bwMode="auto">
            <a:xfrm>
              <a:off x="2365" y="1640"/>
              <a:ext cx="304" cy="117"/>
              <a:chOff x="2365" y="1640"/>
              <a:chExt cx="304" cy="117"/>
            </a:xfrm>
          </p:grpSpPr>
          <p:grpSp>
            <p:nvGrpSpPr>
              <p:cNvPr id="105743" name="Group 201">
                <a:extLst>
                  <a:ext uri="{FF2B5EF4-FFF2-40B4-BE49-F238E27FC236}">
                    <a16:creationId xmlns:a16="http://schemas.microsoft.com/office/drawing/2014/main" id="{AED1BAA3-0DAA-4844-8DC1-ED5805627754}"/>
                  </a:ext>
                </a:extLst>
              </p:cNvPr>
              <p:cNvGrpSpPr>
                <a:grpSpLocks/>
              </p:cNvGrpSpPr>
              <p:nvPr/>
            </p:nvGrpSpPr>
            <p:grpSpPr bwMode="auto">
              <a:xfrm>
                <a:off x="2365" y="1640"/>
                <a:ext cx="302" cy="115"/>
                <a:chOff x="2365" y="1640"/>
                <a:chExt cx="302" cy="115"/>
              </a:xfrm>
            </p:grpSpPr>
            <p:sp>
              <p:nvSpPr>
                <p:cNvPr id="105753" name="Freeform 202">
                  <a:extLst>
                    <a:ext uri="{FF2B5EF4-FFF2-40B4-BE49-F238E27FC236}">
                      <a16:creationId xmlns:a16="http://schemas.microsoft.com/office/drawing/2014/main" id="{E17822F9-B456-9F46-8362-20AA55A4941A}"/>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4" name="Freeform 203">
                  <a:extLst>
                    <a:ext uri="{FF2B5EF4-FFF2-40B4-BE49-F238E27FC236}">
                      <a16:creationId xmlns:a16="http://schemas.microsoft.com/office/drawing/2014/main" id="{B47FAA50-584D-ED4D-8927-4C2678F912AB}"/>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5" name="Freeform 204">
                  <a:extLst>
                    <a:ext uri="{FF2B5EF4-FFF2-40B4-BE49-F238E27FC236}">
                      <a16:creationId xmlns:a16="http://schemas.microsoft.com/office/drawing/2014/main" id="{ABBBFAB8-5B36-6A44-AB90-80EDD9B2086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6" name="Freeform 205">
                  <a:extLst>
                    <a:ext uri="{FF2B5EF4-FFF2-40B4-BE49-F238E27FC236}">
                      <a16:creationId xmlns:a16="http://schemas.microsoft.com/office/drawing/2014/main" id="{CEDEF805-5859-394D-B496-725D6AB8139F}"/>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7" name="Freeform 206">
                  <a:extLst>
                    <a:ext uri="{FF2B5EF4-FFF2-40B4-BE49-F238E27FC236}">
                      <a16:creationId xmlns:a16="http://schemas.microsoft.com/office/drawing/2014/main" id="{5CE9421A-D5AE-D24C-AB5B-3FA22327161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8" name="Freeform 207">
                  <a:extLst>
                    <a:ext uri="{FF2B5EF4-FFF2-40B4-BE49-F238E27FC236}">
                      <a16:creationId xmlns:a16="http://schemas.microsoft.com/office/drawing/2014/main" id="{AE17EFF4-5565-ED49-8DD7-95A0509A361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9" name="Freeform 208">
                  <a:extLst>
                    <a:ext uri="{FF2B5EF4-FFF2-40B4-BE49-F238E27FC236}">
                      <a16:creationId xmlns:a16="http://schemas.microsoft.com/office/drawing/2014/main" id="{92EB6F16-D881-9949-AF27-079AE01DB6B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0" name="Freeform 209">
                  <a:extLst>
                    <a:ext uri="{FF2B5EF4-FFF2-40B4-BE49-F238E27FC236}">
                      <a16:creationId xmlns:a16="http://schemas.microsoft.com/office/drawing/2014/main" id="{8F986349-91B6-9C46-8409-9DCE39BD3A8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44" name="Group 210">
                <a:extLst>
                  <a:ext uri="{FF2B5EF4-FFF2-40B4-BE49-F238E27FC236}">
                    <a16:creationId xmlns:a16="http://schemas.microsoft.com/office/drawing/2014/main" id="{1F4AB829-DF40-C546-BC32-9B8DCC40F55A}"/>
                  </a:ext>
                </a:extLst>
              </p:cNvPr>
              <p:cNvGrpSpPr>
                <a:grpSpLocks/>
              </p:cNvGrpSpPr>
              <p:nvPr/>
            </p:nvGrpSpPr>
            <p:grpSpPr bwMode="auto">
              <a:xfrm>
                <a:off x="2368" y="1643"/>
                <a:ext cx="301" cy="114"/>
                <a:chOff x="2368" y="1643"/>
                <a:chExt cx="301" cy="114"/>
              </a:xfrm>
            </p:grpSpPr>
            <p:sp>
              <p:nvSpPr>
                <p:cNvPr id="105745" name="Freeform 211">
                  <a:extLst>
                    <a:ext uri="{FF2B5EF4-FFF2-40B4-BE49-F238E27FC236}">
                      <a16:creationId xmlns:a16="http://schemas.microsoft.com/office/drawing/2014/main" id="{7FE1DA43-E2A3-E241-9B7F-52F09BAF4296}"/>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6" name="Freeform 212">
                  <a:extLst>
                    <a:ext uri="{FF2B5EF4-FFF2-40B4-BE49-F238E27FC236}">
                      <a16:creationId xmlns:a16="http://schemas.microsoft.com/office/drawing/2014/main" id="{50F92EBE-343F-1A4B-BF79-B68279253E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7" name="Freeform 213">
                  <a:extLst>
                    <a:ext uri="{FF2B5EF4-FFF2-40B4-BE49-F238E27FC236}">
                      <a16:creationId xmlns:a16="http://schemas.microsoft.com/office/drawing/2014/main" id="{8B297875-AFD0-F14A-B8E8-25637DFB0F8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8" name="Freeform 214">
                  <a:extLst>
                    <a:ext uri="{FF2B5EF4-FFF2-40B4-BE49-F238E27FC236}">
                      <a16:creationId xmlns:a16="http://schemas.microsoft.com/office/drawing/2014/main" id="{EB2A4624-D819-C64C-99AE-EC6D2D33776D}"/>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9" name="Freeform 215">
                  <a:extLst>
                    <a:ext uri="{FF2B5EF4-FFF2-40B4-BE49-F238E27FC236}">
                      <a16:creationId xmlns:a16="http://schemas.microsoft.com/office/drawing/2014/main" id="{6050D0B8-13DC-544C-8347-AA182E64CB60}"/>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0" name="Freeform 216">
                  <a:extLst>
                    <a:ext uri="{FF2B5EF4-FFF2-40B4-BE49-F238E27FC236}">
                      <a16:creationId xmlns:a16="http://schemas.microsoft.com/office/drawing/2014/main" id="{58E107AC-24AF-1445-B1DC-E9F6E8E9BF6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1" name="Freeform 217">
                  <a:extLst>
                    <a:ext uri="{FF2B5EF4-FFF2-40B4-BE49-F238E27FC236}">
                      <a16:creationId xmlns:a16="http://schemas.microsoft.com/office/drawing/2014/main" id="{4DA147AB-D440-4142-AA7D-E7D8C793D17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2" name="Freeform 218">
                  <a:extLst>
                    <a:ext uri="{FF2B5EF4-FFF2-40B4-BE49-F238E27FC236}">
                      <a16:creationId xmlns:a16="http://schemas.microsoft.com/office/drawing/2014/main" id="{AD680C82-F33A-8946-847D-8ACB3EA2CB6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41" name="Line 219">
              <a:extLst>
                <a:ext uri="{FF2B5EF4-FFF2-40B4-BE49-F238E27FC236}">
                  <a16:creationId xmlns:a16="http://schemas.microsoft.com/office/drawing/2014/main" id="{DAA68D19-3303-CF4F-A271-78B426353F47}"/>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42" name="Line 220">
              <a:extLst>
                <a:ext uri="{FF2B5EF4-FFF2-40B4-BE49-F238E27FC236}">
                  <a16:creationId xmlns:a16="http://schemas.microsoft.com/office/drawing/2014/main" id="{FBC367F2-1330-E448-AB53-49A5E70D3587}"/>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10" name="Rectangle 221">
            <a:extLst>
              <a:ext uri="{FF2B5EF4-FFF2-40B4-BE49-F238E27FC236}">
                <a16:creationId xmlns:a16="http://schemas.microsoft.com/office/drawing/2014/main" id="{ED11D1FC-D617-A044-9B39-971E1469CD1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1" name="Rectangle 222">
            <a:extLst>
              <a:ext uri="{FF2B5EF4-FFF2-40B4-BE49-F238E27FC236}">
                <a16:creationId xmlns:a16="http://schemas.microsoft.com/office/drawing/2014/main" id="{215E0A75-6FB1-A949-9C49-06260951F304}"/>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5512" name="Rectangle 223">
            <a:extLst>
              <a:ext uri="{FF2B5EF4-FFF2-40B4-BE49-F238E27FC236}">
                <a16:creationId xmlns:a16="http://schemas.microsoft.com/office/drawing/2014/main" id="{53F60796-C8EF-9548-BAD1-3A3963F15A12}"/>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3" name="Rectangle 224">
            <a:extLst>
              <a:ext uri="{FF2B5EF4-FFF2-40B4-BE49-F238E27FC236}">
                <a16:creationId xmlns:a16="http://schemas.microsoft.com/office/drawing/2014/main" id="{F94F0744-CA12-D647-B93D-0D914AC7E47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14" name="Oval 225">
            <a:extLst>
              <a:ext uri="{FF2B5EF4-FFF2-40B4-BE49-F238E27FC236}">
                <a16:creationId xmlns:a16="http://schemas.microsoft.com/office/drawing/2014/main" id="{02FBA9E8-D214-B84C-BD8E-3177CBC9334E}"/>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5" name="Rectangle 226">
            <a:extLst>
              <a:ext uri="{FF2B5EF4-FFF2-40B4-BE49-F238E27FC236}">
                <a16:creationId xmlns:a16="http://schemas.microsoft.com/office/drawing/2014/main" id="{8D992261-ADE4-3F4C-973F-0A207FDB3877}"/>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6" name="Oval 227">
            <a:extLst>
              <a:ext uri="{FF2B5EF4-FFF2-40B4-BE49-F238E27FC236}">
                <a16:creationId xmlns:a16="http://schemas.microsoft.com/office/drawing/2014/main" id="{9DA8271A-2441-CC42-8C41-03913143D82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7" name="Oval 228">
            <a:extLst>
              <a:ext uri="{FF2B5EF4-FFF2-40B4-BE49-F238E27FC236}">
                <a16:creationId xmlns:a16="http://schemas.microsoft.com/office/drawing/2014/main" id="{451A1FCD-420A-144C-91E8-D8ADCD9204A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8" name="Rectangle 229">
            <a:extLst>
              <a:ext uri="{FF2B5EF4-FFF2-40B4-BE49-F238E27FC236}">
                <a16:creationId xmlns:a16="http://schemas.microsoft.com/office/drawing/2014/main" id="{193DA2C1-7856-A149-9866-699C22A7920B}"/>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9" name="Rectangle 230">
            <a:extLst>
              <a:ext uri="{FF2B5EF4-FFF2-40B4-BE49-F238E27FC236}">
                <a16:creationId xmlns:a16="http://schemas.microsoft.com/office/drawing/2014/main" id="{2476E475-EB55-1E41-8546-4E0B55A0C47A}"/>
              </a:ext>
            </a:extLst>
          </p:cNvPr>
          <p:cNvSpPr>
            <a:spLocks noChangeArrowheads="1"/>
          </p:cNvSpPr>
          <p:nvPr/>
        </p:nvSpPr>
        <p:spPr bwMode="auto">
          <a:xfrm>
            <a:off x="5489973" y="31515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5520" name="Rectangle 231">
            <a:extLst>
              <a:ext uri="{FF2B5EF4-FFF2-40B4-BE49-F238E27FC236}">
                <a16:creationId xmlns:a16="http://schemas.microsoft.com/office/drawing/2014/main" id="{C4FD7521-5E5C-9844-A65A-CD12FB2D1340}"/>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1" name="Rectangle 232">
            <a:extLst>
              <a:ext uri="{FF2B5EF4-FFF2-40B4-BE49-F238E27FC236}">
                <a16:creationId xmlns:a16="http://schemas.microsoft.com/office/drawing/2014/main" id="{16B4F005-0AD9-1044-A007-0DA8325919F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5522" name="Rectangle 233">
            <a:extLst>
              <a:ext uri="{FF2B5EF4-FFF2-40B4-BE49-F238E27FC236}">
                <a16:creationId xmlns:a16="http://schemas.microsoft.com/office/drawing/2014/main" id="{6C5A0EBF-FD2C-4A49-B874-3B9FFE9B24C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3" name="Rectangle 234">
            <a:extLst>
              <a:ext uri="{FF2B5EF4-FFF2-40B4-BE49-F238E27FC236}">
                <a16:creationId xmlns:a16="http://schemas.microsoft.com/office/drawing/2014/main" id="{CC2A20B3-A016-FC4B-8F41-F789A9BE7246}"/>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5524" name="Rectangle 235">
            <a:extLst>
              <a:ext uri="{FF2B5EF4-FFF2-40B4-BE49-F238E27FC236}">
                <a16:creationId xmlns:a16="http://schemas.microsoft.com/office/drawing/2014/main" id="{846263F0-6C47-D04E-9129-BDFC21F45B5F}"/>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5" name="Rectangle 236">
            <a:extLst>
              <a:ext uri="{FF2B5EF4-FFF2-40B4-BE49-F238E27FC236}">
                <a16:creationId xmlns:a16="http://schemas.microsoft.com/office/drawing/2014/main" id="{D91C10A6-5189-EB42-A69E-CE60C9CBA05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5526" name="Rectangle 237">
            <a:extLst>
              <a:ext uri="{FF2B5EF4-FFF2-40B4-BE49-F238E27FC236}">
                <a16:creationId xmlns:a16="http://schemas.microsoft.com/office/drawing/2014/main" id="{B9BC3ACB-C639-D84C-B724-E5F19D54660A}"/>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7" name="Rectangle 238">
            <a:extLst>
              <a:ext uri="{FF2B5EF4-FFF2-40B4-BE49-F238E27FC236}">
                <a16:creationId xmlns:a16="http://schemas.microsoft.com/office/drawing/2014/main" id="{0A417C40-C700-B843-AB66-F161DE4C9FF3}"/>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5528" name="Oval 239">
            <a:extLst>
              <a:ext uri="{FF2B5EF4-FFF2-40B4-BE49-F238E27FC236}">
                <a16:creationId xmlns:a16="http://schemas.microsoft.com/office/drawing/2014/main" id="{DBCF6FBD-ADC6-784C-BF34-175EC029D5C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9" name="Rectangle 240">
            <a:extLst>
              <a:ext uri="{FF2B5EF4-FFF2-40B4-BE49-F238E27FC236}">
                <a16:creationId xmlns:a16="http://schemas.microsoft.com/office/drawing/2014/main" id="{1EEE037D-F1AC-BF41-ADA4-3D4F0FD661C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0" name="Rectangle 241">
            <a:extLst>
              <a:ext uri="{FF2B5EF4-FFF2-40B4-BE49-F238E27FC236}">
                <a16:creationId xmlns:a16="http://schemas.microsoft.com/office/drawing/2014/main" id="{C36683DD-FB65-CC4B-95E9-FC6CC53F0CD0}"/>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5531" name="Rectangle 242">
            <a:extLst>
              <a:ext uri="{FF2B5EF4-FFF2-40B4-BE49-F238E27FC236}">
                <a16:creationId xmlns:a16="http://schemas.microsoft.com/office/drawing/2014/main" id="{118A2C51-19BD-D549-8535-8FB17B272924}"/>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32" name="Group 243">
            <a:extLst>
              <a:ext uri="{FF2B5EF4-FFF2-40B4-BE49-F238E27FC236}">
                <a16:creationId xmlns:a16="http://schemas.microsoft.com/office/drawing/2014/main" id="{14C0CFC9-56A5-9D43-96CD-024C24C8EA12}"/>
              </a:ext>
            </a:extLst>
          </p:cNvPr>
          <p:cNvGrpSpPr>
            <a:grpSpLocks/>
          </p:cNvGrpSpPr>
          <p:nvPr/>
        </p:nvGrpSpPr>
        <p:grpSpPr bwMode="auto">
          <a:xfrm>
            <a:off x="2809875" y="3289698"/>
            <a:ext cx="486966" cy="288131"/>
            <a:chOff x="1304" y="2569"/>
            <a:chExt cx="439" cy="262"/>
          </a:xfrm>
        </p:grpSpPr>
        <p:sp>
          <p:nvSpPr>
            <p:cNvPr id="105711" name="Oval 244">
              <a:extLst>
                <a:ext uri="{FF2B5EF4-FFF2-40B4-BE49-F238E27FC236}">
                  <a16:creationId xmlns:a16="http://schemas.microsoft.com/office/drawing/2014/main" id="{552DF5C0-2C8D-3347-BECA-93AC1EFF082A}"/>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2" name="Rectangle 245">
              <a:extLst>
                <a:ext uri="{FF2B5EF4-FFF2-40B4-BE49-F238E27FC236}">
                  <a16:creationId xmlns:a16="http://schemas.microsoft.com/office/drawing/2014/main" id="{4C321749-3077-8745-AEAA-504C28BFA60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3" name="Rectangle 246">
              <a:extLst>
                <a:ext uri="{FF2B5EF4-FFF2-40B4-BE49-F238E27FC236}">
                  <a16:creationId xmlns:a16="http://schemas.microsoft.com/office/drawing/2014/main" id="{801E6CD8-CDBC-5A42-969B-3FD891F1C34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4" name="Oval 247">
              <a:extLst>
                <a:ext uri="{FF2B5EF4-FFF2-40B4-BE49-F238E27FC236}">
                  <a16:creationId xmlns:a16="http://schemas.microsoft.com/office/drawing/2014/main" id="{48BF0711-39F8-754C-BE7B-DB0E93CF05B2}"/>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15" name="Group 248">
              <a:extLst>
                <a:ext uri="{FF2B5EF4-FFF2-40B4-BE49-F238E27FC236}">
                  <a16:creationId xmlns:a16="http://schemas.microsoft.com/office/drawing/2014/main" id="{47010646-1F79-C149-9BCF-9AEBD9E2C34E}"/>
                </a:ext>
              </a:extLst>
            </p:cNvPr>
            <p:cNvGrpSpPr>
              <a:grpSpLocks/>
            </p:cNvGrpSpPr>
            <p:nvPr/>
          </p:nvGrpSpPr>
          <p:grpSpPr bwMode="auto">
            <a:xfrm>
              <a:off x="1371" y="2587"/>
              <a:ext cx="304" cy="117"/>
              <a:chOff x="1371" y="2587"/>
              <a:chExt cx="304" cy="117"/>
            </a:xfrm>
          </p:grpSpPr>
          <p:grpSp>
            <p:nvGrpSpPr>
              <p:cNvPr id="105718" name="Group 249">
                <a:extLst>
                  <a:ext uri="{FF2B5EF4-FFF2-40B4-BE49-F238E27FC236}">
                    <a16:creationId xmlns:a16="http://schemas.microsoft.com/office/drawing/2014/main" id="{96A0CB0D-BC9C-D24A-BDB1-91A44462CDB7}"/>
                  </a:ext>
                </a:extLst>
              </p:cNvPr>
              <p:cNvGrpSpPr>
                <a:grpSpLocks/>
              </p:cNvGrpSpPr>
              <p:nvPr/>
            </p:nvGrpSpPr>
            <p:grpSpPr bwMode="auto">
              <a:xfrm>
                <a:off x="1371" y="2587"/>
                <a:ext cx="301" cy="115"/>
                <a:chOff x="1371" y="2587"/>
                <a:chExt cx="301" cy="115"/>
              </a:xfrm>
            </p:grpSpPr>
            <p:sp>
              <p:nvSpPr>
                <p:cNvPr id="105728" name="Freeform 250">
                  <a:extLst>
                    <a:ext uri="{FF2B5EF4-FFF2-40B4-BE49-F238E27FC236}">
                      <a16:creationId xmlns:a16="http://schemas.microsoft.com/office/drawing/2014/main" id="{47CE7AD1-6B37-E141-BD0D-E9C9610926C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9" name="Freeform 251">
                  <a:extLst>
                    <a:ext uri="{FF2B5EF4-FFF2-40B4-BE49-F238E27FC236}">
                      <a16:creationId xmlns:a16="http://schemas.microsoft.com/office/drawing/2014/main" id="{FBC6B427-6AF9-2545-AD84-DD068892A0F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0" name="Freeform 252">
                  <a:extLst>
                    <a:ext uri="{FF2B5EF4-FFF2-40B4-BE49-F238E27FC236}">
                      <a16:creationId xmlns:a16="http://schemas.microsoft.com/office/drawing/2014/main" id="{BA182838-86B2-7C4D-B39F-3628298B7932}"/>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1" name="Freeform 253">
                  <a:extLst>
                    <a:ext uri="{FF2B5EF4-FFF2-40B4-BE49-F238E27FC236}">
                      <a16:creationId xmlns:a16="http://schemas.microsoft.com/office/drawing/2014/main" id="{CF993571-6BB1-214F-87BE-57D83B68D1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2" name="Freeform 254">
                  <a:extLst>
                    <a:ext uri="{FF2B5EF4-FFF2-40B4-BE49-F238E27FC236}">
                      <a16:creationId xmlns:a16="http://schemas.microsoft.com/office/drawing/2014/main" id="{A16F745E-3CB1-2642-AB95-F60EEEBBD8BB}"/>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3" name="Freeform 255">
                  <a:extLst>
                    <a:ext uri="{FF2B5EF4-FFF2-40B4-BE49-F238E27FC236}">
                      <a16:creationId xmlns:a16="http://schemas.microsoft.com/office/drawing/2014/main" id="{C019C8DC-E9E0-8F44-90DB-A23F9474374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4" name="Freeform 256">
                  <a:extLst>
                    <a:ext uri="{FF2B5EF4-FFF2-40B4-BE49-F238E27FC236}">
                      <a16:creationId xmlns:a16="http://schemas.microsoft.com/office/drawing/2014/main" id="{5C7E871A-3077-D54C-AAA6-F3BBE29C255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5" name="Freeform 257">
                  <a:extLst>
                    <a:ext uri="{FF2B5EF4-FFF2-40B4-BE49-F238E27FC236}">
                      <a16:creationId xmlns:a16="http://schemas.microsoft.com/office/drawing/2014/main" id="{8ED2B508-7E02-4F4E-B791-F54D68CF9EF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19" name="Group 258">
                <a:extLst>
                  <a:ext uri="{FF2B5EF4-FFF2-40B4-BE49-F238E27FC236}">
                    <a16:creationId xmlns:a16="http://schemas.microsoft.com/office/drawing/2014/main" id="{B464E274-CE6A-EF4E-9D6D-BC914EF3652F}"/>
                  </a:ext>
                </a:extLst>
              </p:cNvPr>
              <p:cNvGrpSpPr>
                <a:grpSpLocks/>
              </p:cNvGrpSpPr>
              <p:nvPr/>
            </p:nvGrpSpPr>
            <p:grpSpPr bwMode="auto">
              <a:xfrm>
                <a:off x="1373" y="2590"/>
                <a:ext cx="302" cy="114"/>
                <a:chOff x="1373" y="2590"/>
                <a:chExt cx="302" cy="114"/>
              </a:xfrm>
            </p:grpSpPr>
            <p:sp>
              <p:nvSpPr>
                <p:cNvPr id="105720" name="Freeform 259">
                  <a:extLst>
                    <a:ext uri="{FF2B5EF4-FFF2-40B4-BE49-F238E27FC236}">
                      <a16:creationId xmlns:a16="http://schemas.microsoft.com/office/drawing/2014/main" id="{DC0A5C49-0EB1-564B-AFD7-6992B0646A79}"/>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1" name="Freeform 260">
                  <a:extLst>
                    <a:ext uri="{FF2B5EF4-FFF2-40B4-BE49-F238E27FC236}">
                      <a16:creationId xmlns:a16="http://schemas.microsoft.com/office/drawing/2014/main" id="{F2903308-4535-B943-9490-F7AE66DE49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2" name="Freeform 261">
                  <a:extLst>
                    <a:ext uri="{FF2B5EF4-FFF2-40B4-BE49-F238E27FC236}">
                      <a16:creationId xmlns:a16="http://schemas.microsoft.com/office/drawing/2014/main" id="{B75B5778-8D19-5C4C-B1EE-0D23F8C00129}"/>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3" name="Freeform 262">
                  <a:extLst>
                    <a:ext uri="{FF2B5EF4-FFF2-40B4-BE49-F238E27FC236}">
                      <a16:creationId xmlns:a16="http://schemas.microsoft.com/office/drawing/2014/main" id="{836534A0-2D43-4648-8576-DCE5F263489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4" name="Freeform 263">
                  <a:extLst>
                    <a:ext uri="{FF2B5EF4-FFF2-40B4-BE49-F238E27FC236}">
                      <a16:creationId xmlns:a16="http://schemas.microsoft.com/office/drawing/2014/main" id="{4A9D4F10-FF1A-D947-A33D-5942BBDACB2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5" name="Freeform 264">
                  <a:extLst>
                    <a:ext uri="{FF2B5EF4-FFF2-40B4-BE49-F238E27FC236}">
                      <a16:creationId xmlns:a16="http://schemas.microsoft.com/office/drawing/2014/main" id="{C09DEB65-C21D-9D4E-8218-59B2069B8E61}"/>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6" name="Freeform 265">
                  <a:extLst>
                    <a:ext uri="{FF2B5EF4-FFF2-40B4-BE49-F238E27FC236}">
                      <a16:creationId xmlns:a16="http://schemas.microsoft.com/office/drawing/2014/main" id="{635DFCD0-04AE-994C-BB3F-CF0B19D19960}"/>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7" name="Freeform 266">
                  <a:extLst>
                    <a:ext uri="{FF2B5EF4-FFF2-40B4-BE49-F238E27FC236}">
                      <a16:creationId xmlns:a16="http://schemas.microsoft.com/office/drawing/2014/main" id="{747DDA87-F153-324A-B4FD-A68EBFD68B2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16" name="Line 267">
              <a:extLst>
                <a:ext uri="{FF2B5EF4-FFF2-40B4-BE49-F238E27FC236}">
                  <a16:creationId xmlns:a16="http://schemas.microsoft.com/office/drawing/2014/main" id="{F1B571C1-EF2D-B444-9564-54356625A87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17" name="Line 268">
              <a:extLst>
                <a:ext uri="{FF2B5EF4-FFF2-40B4-BE49-F238E27FC236}">
                  <a16:creationId xmlns:a16="http://schemas.microsoft.com/office/drawing/2014/main" id="{4800FFB8-5152-6544-8308-6CF26AA222B7}"/>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33" name="Group 269">
            <a:extLst>
              <a:ext uri="{FF2B5EF4-FFF2-40B4-BE49-F238E27FC236}">
                <a16:creationId xmlns:a16="http://schemas.microsoft.com/office/drawing/2014/main" id="{4BDF9260-0A2A-B845-8AD5-E0A56FD99C2D}"/>
              </a:ext>
            </a:extLst>
          </p:cNvPr>
          <p:cNvGrpSpPr>
            <a:grpSpLocks/>
          </p:cNvGrpSpPr>
          <p:nvPr/>
        </p:nvGrpSpPr>
        <p:grpSpPr bwMode="auto">
          <a:xfrm>
            <a:off x="4987529" y="3289698"/>
            <a:ext cx="486965" cy="288131"/>
            <a:chOff x="3488" y="2569"/>
            <a:chExt cx="439" cy="262"/>
          </a:xfrm>
        </p:grpSpPr>
        <p:sp>
          <p:nvSpPr>
            <p:cNvPr id="105686" name="Oval 270">
              <a:extLst>
                <a:ext uri="{FF2B5EF4-FFF2-40B4-BE49-F238E27FC236}">
                  <a16:creationId xmlns:a16="http://schemas.microsoft.com/office/drawing/2014/main" id="{432EE215-403B-AB4F-ADD9-67F69604814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7" name="Rectangle 271">
              <a:extLst>
                <a:ext uri="{FF2B5EF4-FFF2-40B4-BE49-F238E27FC236}">
                  <a16:creationId xmlns:a16="http://schemas.microsoft.com/office/drawing/2014/main" id="{E8ED75E0-D9C2-9C40-9993-DB9D692363FC}"/>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8" name="Rectangle 272">
              <a:extLst>
                <a:ext uri="{FF2B5EF4-FFF2-40B4-BE49-F238E27FC236}">
                  <a16:creationId xmlns:a16="http://schemas.microsoft.com/office/drawing/2014/main" id="{D936ADF1-4E30-2644-991C-3241A1DD809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9" name="Oval 273">
              <a:extLst>
                <a:ext uri="{FF2B5EF4-FFF2-40B4-BE49-F238E27FC236}">
                  <a16:creationId xmlns:a16="http://schemas.microsoft.com/office/drawing/2014/main" id="{87A58849-CD7F-8546-8503-1288619810E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690" name="Group 274">
              <a:extLst>
                <a:ext uri="{FF2B5EF4-FFF2-40B4-BE49-F238E27FC236}">
                  <a16:creationId xmlns:a16="http://schemas.microsoft.com/office/drawing/2014/main" id="{60CEBD54-66AF-104E-BDEC-15181600A3DE}"/>
                </a:ext>
              </a:extLst>
            </p:cNvPr>
            <p:cNvGrpSpPr>
              <a:grpSpLocks/>
            </p:cNvGrpSpPr>
            <p:nvPr/>
          </p:nvGrpSpPr>
          <p:grpSpPr bwMode="auto">
            <a:xfrm>
              <a:off x="3555" y="2587"/>
              <a:ext cx="304" cy="117"/>
              <a:chOff x="3555" y="2587"/>
              <a:chExt cx="304" cy="117"/>
            </a:xfrm>
          </p:grpSpPr>
          <p:grpSp>
            <p:nvGrpSpPr>
              <p:cNvPr id="105693" name="Group 275">
                <a:extLst>
                  <a:ext uri="{FF2B5EF4-FFF2-40B4-BE49-F238E27FC236}">
                    <a16:creationId xmlns:a16="http://schemas.microsoft.com/office/drawing/2014/main" id="{A6D032E5-A161-FA40-AA22-68F3783BF19E}"/>
                  </a:ext>
                </a:extLst>
              </p:cNvPr>
              <p:cNvGrpSpPr>
                <a:grpSpLocks/>
              </p:cNvGrpSpPr>
              <p:nvPr/>
            </p:nvGrpSpPr>
            <p:grpSpPr bwMode="auto">
              <a:xfrm>
                <a:off x="3555" y="2587"/>
                <a:ext cx="301" cy="115"/>
                <a:chOff x="3555" y="2587"/>
                <a:chExt cx="301" cy="115"/>
              </a:xfrm>
            </p:grpSpPr>
            <p:sp>
              <p:nvSpPr>
                <p:cNvPr id="105703" name="Freeform 276">
                  <a:extLst>
                    <a:ext uri="{FF2B5EF4-FFF2-40B4-BE49-F238E27FC236}">
                      <a16:creationId xmlns:a16="http://schemas.microsoft.com/office/drawing/2014/main" id="{B7BE2C4A-D1E9-7E4D-8C27-172898AA6993}"/>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4" name="Freeform 277">
                  <a:extLst>
                    <a:ext uri="{FF2B5EF4-FFF2-40B4-BE49-F238E27FC236}">
                      <a16:creationId xmlns:a16="http://schemas.microsoft.com/office/drawing/2014/main" id="{0EAEA18A-E060-B94F-8010-A28AC1D15666}"/>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5" name="Freeform 278">
                  <a:extLst>
                    <a:ext uri="{FF2B5EF4-FFF2-40B4-BE49-F238E27FC236}">
                      <a16:creationId xmlns:a16="http://schemas.microsoft.com/office/drawing/2014/main" id="{2BF97556-1DEB-D247-B947-61AC070DAF9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6" name="Freeform 279">
                  <a:extLst>
                    <a:ext uri="{FF2B5EF4-FFF2-40B4-BE49-F238E27FC236}">
                      <a16:creationId xmlns:a16="http://schemas.microsoft.com/office/drawing/2014/main" id="{5C8F2DCC-0BA7-DC41-B5E2-1A913AD9F64D}"/>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7" name="Freeform 280">
                  <a:extLst>
                    <a:ext uri="{FF2B5EF4-FFF2-40B4-BE49-F238E27FC236}">
                      <a16:creationId xmlns:a16="http://schemas.microsoft.com/office/drawing/2014/main" id="{716618BB-E6EE-1145-81A6-39C491222E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8" name="Freeform 281">
                  <a:extLst>
                    <a:ext uri="{FF2B5EF4-FFF2-40B4-BE49-F238E27FC236}">
                      <a16:creationId xmlns:a16="http://schemas.microsoft.com/office/drawing/2014/main" id="{A90F5B43-4D5A-F641-B2FE-55C16BE7C44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9" name="Freeform 282">
                  <a:extLst>
                    <a:ext uri="{FF2B5EF4-FFF2-40B4-BE49-F238E27FC236}">
                      <a16:creationId xmlns:a16="http://schemas.microsoft.com/office/drawing/2014/main" id="{589C37B9-1E4A-1448-AF1E-5C17BF605CC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10" name="Freeform 283">
                  <a:extLst>
                    <a:ext uri="{FF2B5EF4-FFF2-40B4-BE49-F238E27FC236}">
                      <a16:creationId xmlns:a16="http://schemas.microsoft.com/office/drawing/2014/main" id="{2842658E-E661-6444-B801-4DD3005D6532}"/>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694" name="Group 284">
                <a:extLst>
                  <a:ext uri="{FF2B5EF4-FFF2-40B4-BE49-F238E27FC236}">
                    <a16:creationId xmlns:a16="http://schemas.microsoft.com/office/drawing/2014/main" id="{AD407BAE-2E7F-7A4D-887A-356BC284A04D}"/>
                  </a:ext>
                </a:extLst>
              </p:cNvPr>
              <p:cNvGrpSpPr>
                <a:grpSpLocks/>
              </p:cNvGrpSpPr>
              <p:nvPr/>
            </p:nvGrpSpPr>
            <p:grpSpPr bwMode="auto">
              <a:xfrm>
                <a:off x="3557" y="2590"/>
                <a:ext cx="302" cy="114"/>
                <a:chOff x="3557" y="2590"/>
                <a:chExt cx="302" cy="114"/>
              </a:xfrm>
            </p:grpSpPr>
            <p:sp>
              <p:nvSpPr>
                <p:cNvPr id="105695" name="Freeform 285">
                  <a:extLst>
                    <a:ext uri="{FF2B5EF4-FFF2-40B4-BE49-F238E27FC236}">
                      <a16:creationId xmlns:a16="http://schemas.microsoft.com/office/drawing/2014/main" id="{620F2997-97C8-1D48-AA03-5BAEF11A2E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6" name="Freeform 286">
                  <a:extLst>
                    <a:ext uri="{FF2B5EF4-FFF2-40B4-BE49-F238E27FC236}">
                      <a16:creationId xmlns:a16="http://schemas.microsoft.com/office/drawing/2014/main" id="{48BFA257-2A8D-654F-A4CE-C2E48043D4C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7" name="Freeform 287">
                  <a:extLst>
                    <a:ext uri="{FF2B5EF4-FFF2-40B4-BE49-F238E27FC236}">
                      <a16:creationId xmlns:a16="http://schemas.microsoft.com/office/drawing/2014/main" id="{76CA9460-C96A-6547-A89C-68AF722845A7}"/>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8" name="Freeform 288">
                  <a:extLst>
                    <a:ext uri="{FF2B5EF4-FFF2-40B4-BE49-F238E27FC236}">
                      <a16:creationId xmlns:a16="http://schemas.microsoft.com/office/drawing/2014/main" id="{D5678966-6012-3D4C-BBEF-22E9665F8FA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9" name="Freeform 289">
                  <a:extLst>
                    <a:ext uri="{FF2B5EF4-FFF2-40B4-BE49-F238E27FC236}">
                      <a16:creationId xmlns:a16="http://schemas.microsoft.com/office/drawing/2014/main" id="{9A3D9B04-3C9F-1143-BACA-6C5CE9DE3E9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0" name="Freeform 290">
                  <a:extLst>
                    <a:ext uri="{FF2B5EF4-FFF2-40B4-BE49-F238E27FC236}">
                      <a16:creationId xmlns:a16="http://schemas.microsoft.com/office/drawing/2014/main" id="{C6386E9F-A28B-E146-B171-98423C606E8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1" name="Freeform 291">
                  <a:extLst>
                    <a:ext uri="{FF2B5EF4-FFF2-40B4-BE49-F238E27FC236}">
                      <a16:creationId xmlns:a16="http://schemas.microsoft.com/office/drawing/2014/main" id="{28D76F01-0D9E-5845-9701-5FC82FAEF4C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2" name="Freeform 292">
                  <a:extLst>
                    <a:ext uri="{FF2B5EF4-FFF2-40B4-BE49-F238E27FC236}">
                      <a16:creationId xmlns:a16="http://schemas.microsoft.com/office/drawing/2014/main" id="{4139FF47-85AB-B847-A3D0-79DCCB14D3C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691" name="Line 293">
              <a:extLst>
                <a:ext uri="{FF2B5EF4-FFF2-40B4-BE49-F238E27FC236}">
                  <a16:creationId xmlns:a16="http://schemas.microsoft.com/office/drawing/2014/main" id="{215547BB-15E1-B64A-9D34-D8CBF5BF6F2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92" name="Line 294">
              <a:extLst>
                <a:ext uri="{FF2B5EF4-FFF2-40B4-BE49-F238E27FC236}">
                  <a16:creationId xmlns:a16="http://schemas.microsoft.com/office/drawing/2014/main" id="{54793B07-7A7F-4644-8EBC-466CA687C75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34" name="Oval 295">
            <a:extLst>
              <a:ext uri="{FF2B5EF4-FFF2-40B4-BE49-F238E27FC236}">
                <a16:creationId xmlns:a16="http://schemas.microsoft.com/office/drawing/2014/main" id="{A452DED3-46C9-C741-A2B5-605BAB714421}"/>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5" name="Oval 296">
            <a:extLst>
              <a:ext uri="{FF2B5EF4-FFF2-40B4-BE49-F238E27FC236}">
                <a16:creationId xmlns:a16="http://schemas.microsoft.com/office/drawing/2014/main" id="{21121DE7-44B8-354D-8BBD-49CFD388AB3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6" name="Oval 297">
            <a:extLst>
              <a:ext uri="{FF2B5EF4-FFF2-40B4-BE49-F238E27FC236}">
                <a16:creationId xmlns:a16="http://schemas.microsoft.com/office/drawing/2014/main" id="{9119233E-DD7E-D54B-8027-3A11F809FFBB}"/>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7" name="Oval 298">
            <a:extLst>
              <a:ext uri="{FF2B5EF4-FFF2-40B4-BE49-F238E27FC236}">
                <a16:creationId xmlns:a16="http://schemas.microsoft.com/office/drawing/2014/main" id="{D3EDDCC2-C6DA-6D4F-A935-6B1AED808DE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8" name="Oval 299">
            <a:extLst>
              <a:ext uri="{FF2B5EF4-FFF2-40B4-BE49-F238E27FC236}">
                <a16:creationId xmlns:a16="http://schemas.microsoft.com/office/drawing/2014/main" id="{586C0DF4-CB02-EA42-839F-3131DABB2C08}"/>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9" name="Oval 300">
            <a:extLst>
              <a:ext uri="{FF2B5EF4-FFF2-40B4-BE49-F238E27FC236}">
                <a16:creationId xmlns:a16="http://schemas.microsoft.com/office/drawing/2014/main" id="{BE8F93A6-8449-214A-8CE7-2283A982D4A6}"/>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0" name="Rectangle 301">
            <a:extLst>
              <a:ext uri="{FF2B5EF4-FFF2-40B4-BE49-F238E27FC236}">
                <a16:creationId xmlns:a16="http://schemas.microsoft.com/office/drawing/2014/main" id="{B8D70D70-3A7C-B84B-AD5F-6652C772BFC3}"/>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1" name="Rectangle 302">
            <a:extLst>
              <a:ext uri="{FF2B5EF4-FFF2-40B4-BE49-F238E27FC236}">
                <a16:creationId xmlns:a16="http://schemas.microsoft.com/office/drawing/2014/main" id="{23B48DE9-22C3-2B48-9B55-E97BD4618E2F}"/>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5542" name="Rectangle 303">
            <a:extLst>
              <a:ext uri="{FF2B5EF4-FFF2-40B4-BE49-F238E27FC236}">
                <a16:creationId xmlns:a16="http://schemas.microsoft.com/office/drawing/2014/main" id="{77589070-7608-A44B-B004-69D211AE795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3" name="Rectangle 304">
            <a:extLst>
              <a:ext uri="{FF2B5EF4-FFF2-40B4-BE49-F238E27FC236}">
                <a16:creationId xmlns:a16="http://schemas.microsoft.com/office/drawing/2014/main" id="{9615D5F2-CEA6-4445-93D3-5DAE48337ABA}"/>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5544" name="Rectangle 305">
            <a:extLst>
              <a:ext uri="{FF2B5EF4-FFF2-40B4-BE49-F238E27FC236}">
                <a16:creationId xmlns:a16="http://schemas.microsoft.com/office/drawing/2014/main" id="{D2EAA619-5724-A14A-B616-62416BC47836}"/>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5" name="Rectangle 306">
            <a:extLst>
              <a:ext uri="{FF2B5EF4-FFF2-40B4-BE49-F238E27FC236}">
                <a16:creationId xmlns:a16="http://schemas.microsoft.com/office/drawing/2014/main" id="{B2A68BB1-DD04-0148-B7D9-3144616D252A}"/>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5546" name="Rectangle 307">
            <a:extLst>
              <a:ext uri="{FF2B5EF4-FFF2-40B4-BE49-F238E27FC236}">
                <a16:creationId xmlns:a16="http://schemas.microsoft.com/office/drawing/2014/main" id="{32A7D960-B108-D549-8A62-2C82537CF67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7" name="Rectangle 308">
            <a:extLst>
              <a:ext uri="{FF2B5EF4-FFF2-40B4-BE49-F238E27FC236}">
                <a16:creationId xmlns:a16="http://schemas.microsoft.com/office/drawing/2014/main" id="{6A6CC1B8-545F-7C4A-8B64-7B9F9FEB9D52}"/>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5548" name="Rectangle 309">
            <a:extLst>
              <a:ext uri="{FF2B5EF4-FFF2-40B4-BE49-F238E27FC236}">
                <a16:creationId xmlns:a16="http://schemas.microsoft.com/office/drawing/2014/main" id="{CF787FD0-A6AB-3140-969B-CF03058D2260}"/>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9" name="Rectangle 310">
            <a:extLst>
              <a:ext uri="{FF2B5EF4-FFF2-40B4-BE49-F238E27FC236}">
                <a16:creationId xmlns:a16="http://schemas.microsoft.com/office/drawing/2014/main" id="{0B7BA3C0-FF5D-0542-B27E-3DA7F5F9425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5550" name="Rectangle 311">
            <a:extLst>
              <a:ext uri="{FF2B5EF4-FFF2-40B4-BE49-F238E27FC236}">
                <a16:creationId xmlns:a16="http://schemas.microsoft.com/office/drawing/2014/main" id="{4E55CA6C-6092-B44B-838D-F97CA31F747B}"/>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1" name="Rectangle 312">
            <a:extLst>
              <a:ext uri="{FF2B5EF4-FFF2-40B4-BE49-F238E27FC236}">
                <a16:creationId xmlns:a16="http://schemas.microsoft.com/office/drawing/2014/main" id="{C5EC5A33-5AF1-144F-8307-B9F6A7E75BDD}"/>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5552" name="Rectangle 313">
            <a:extLst>
              <a:ext uri="{FF2B5EF4-FFF2-40B4-BE49-F238E27FC236}">
                <a16:creationId xmlns:a16="http://schemas.microsoft.com/office/drawing/2014/main" id="{F7C3618A-45A7-D545-B99E-5281D15B41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3" name="Rectangle 314">
            <a:extLst>
              <a:ext uri="{FF2B5EF4-FFF2-40B4-BE49-F238E27FC236}">
                <a16:creationId xmlns:a16="http://schemas.microsoft.com/office/drawing/2014/main" id="{0D11CBD8-52BB-EB42-B2FA-FA3E5A91731E}"/>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5554" name="Rectangle 315">
            <a:extLst>
              <a:ext uri="{FF2B5EF4-FFF2-40B4-BE49-F238E27FC236}">
                <a16:creationId xmlns:a16="http://schemas.microsoft.com/office/drawing/2014/main" id="{8B42D436-CF49-5B48-8AAB-32D545FACE0F}"/>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5" name="Rectangle 316">
            <a:extLst>
              <a:ext uri="{FF2B5EF4-FFF2-40B4-BE49-F238E27FC236}">
                <a16:creationId xmlns:a16="http://schemas.microsoft.com/office/drawing/2014/main" id="{B24A6235-0ED8-8E4F-AE68-5BAE0CA4ACB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5556" name="Rectangle 317">
            <a:extLst>
              <a:ext uri="{FF2B5EF4-FFF2-40B4-BE49-F238E27FC236}">
                <a16:creationId xmlns:a16="http://schemas.microsoft.com/office/drawing/2014/main" id="{AB6EB069-768B-5143-B7AD-6F52712A9254}"/>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7" name="Rectangle 318">
            <a:extLst>
              <a:ext uri="{FF2B5EF4-FFF2-40B4-BE49-F238E27FC236}">
                <a16:creationId xmlns:a16="http://schemas.microsoft.com/office/drawing/2014/main" id="{92B501AD-8D09-B24F-86B6-553F3123D7E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5558" name="Oval 319">
            <a:extLst>
              <a:ext uri="{FF2B5EF4-FFF2-40B4-BE49-F238E27FC236}">
                <a16:creationId xmlns:a16="http://schemas.microsoft.com/office/drawing/2014/main" id="{0F2EEBCA-10F4-7041-86AE-27F53CB97F73}"/>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9" name="Oval 320">
            <a:extLst>
              <a:ext uri="{FF2B5EF4-FFF2-40B4-BE49-F238E27FC236}">
                <a16:creationId xmlns:a16="http://schemas.microsoft.com/office/drawing/2014/main" id="{F86D3E37-059D-3741-948C-AC38C73B09A8}"/>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0" name="Oval 321">
            <a:extLst>
              <a:ext uri="{FF2B5EF4-FFF2-40B4-BE49-F238E27FC236}">
                <a16:creationId xmlns:a16="http://schemas.microsoft.com/office/drawing/2014/main" id="{82A2E50D-BECB-B445-8955-E9F8513C69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1" name="Rectangle 322">
            <a:extLst>
              <a:ext uri="{FF2B5EF4-FFF2-40B4-BE49-F238E27FC236}">
                <a16:creationId xmlns:a16="http://schemas.microsoft.com/office/drawing/2014/main" id="{10BDF6AC-FB11-6E48-A008-AB82915E930B}"/>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2" name="Rectangle 323">
            <a:extLst>
              <a:ext uri="{FF2B5EF4-FFF2-40B4-BE49-F238E27FC236}">
                <a16:creationId xmlns:a16="http://schemas.microsoft.com/office/drawing/2014/main" id="{B7EF36EA-ABA5-924E-9801-996C0DAA218F}"/>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3" name="Rectangle 324">
            <a:extLst>
              <a:ext uri="{FF2B5EF4-FFF2-40B4-BE49-F238E27FC236}">
                <a16:creationId xmlns:a16="http://schemas.microsoft.com/office/drawing/2014/main" id="{2D01790E-3629-F942-B86A-B7DCA1508BC2}"/>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4" name="Rectangle 325">
            <a:extLst>
              <a:ext uri="{FF2B5EF4-FFF2-40B4-BE49-F238E27FC236}">
                <a16:creationId xmlns:a16="http://schemas.microsoft.com/office/drawing/2014/main" id="{E811616C-D74C-C942-A18A-1801FA370010}"/>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65" name="Rectangle 326">
            <a:extLst>
              <a:ext uri="{FF2B5EF4-FFF2-40B4-BE49-F238E27FC236}">
                <a16:creationId xmlns:a16="http://schemas.microsoft.com/office/drawing/2014/main" id="{A4CCABF5-B399-A247-8804-AE08952CE49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6" name="Rectangle 327">
            <a:extLst>
              <a:ext uri="{FF2B5EF4-FFF2-40B4-BE49-F238E27FC236}">
                <a16:creationId xmlns:a16="http://schemas.microsoft.com/office/drawing/2014/main" id="{B8B81166-0DA2-1741-B4D8-C879E5FBFBE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5567" name="Rectangle 328">
            <a:extLst>
              <a:ext uri="{FF2B5EF4-FFF2-40B4-BE49-F238E27FC236}">
                <a16:creationId xmlns:a16="http://schemas.microsoft.com/office/drawing/2014/main" id="{909805C2-F8BE-AB49-A939-CB61871859C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8" name="Rectangle 329">
            <a:extLst>
              <a:ext uri="{FF2B5EF4-FFF2-40B4-BE49-F238E27FC236}">
                <a16:creationId xmlns:a16="http://schemas.microsoft.com/office/drawing/2014/main" id="{902FD81B-F7DD-584F-BAD2-E95F822A4911}"/>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9" name="Rectangle 330">
            <a:extLst>
              <a:ext uri="{FF2B5EF4-FFF2-40B4-BE49-F238E27FC236}">
                <a16:creationId xmlns:a16="http://schemas.microsoft.com/office/drawing/2014/main" id="{0B8D6E49-B706-004B-83AD-E1FB639DBB8D}"/>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0" name="Rectangle 331">
            <a:extLst>
              <a:ext uri="{FF2B5EF4-FFF2-40B4-BE49-F238E27FC236}">
                <a16:creationId xmlns:a16="http://schemas.microsoft.com/office/drawing/2014/main" id="{4F5C7F03-19A3-8741-8FF7-FFB27C9A32F0}"/>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1" name="Rectangle 332">
            <a:extLst>
              <a:ext uri="{FF2B5EF4-FFF2-40B4-BE49-F238E27FC236}">
                <a16:creationId xmlns:a16="http://schemas.microsoft.com/office/drawing/2014/main" id="{DDBD0D7C-1916-D044-994B-E4292FA2F55C}"/>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72" name="Rectangle 333">
            <a:extLst>
              <a:ext uri="{FF2B5EF4-FFF2-40B4-BE49-F238E27FC236}">
                <a16:creationId xmlns:a16="http://schemas.microsoft.com/office/drawing/2014/main" id="{240850C6-92C2-E84F-9531-CE777FCBE381}"/>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3" name="Rectangle 334">
            <a:extLst>
              <a:ext uri="{FF2B5EF4-FFF2-40B4-BE49-F238E27FC236}">
                <a16:creationId xmlns:a16="http://schemas.microsoft.com/office/drawing/2014/main" id="{FCF48B33-E603-A041-8A6B-AB0042C044E8}"/>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74" name="Rectangle 335">
            <a:extLst>
              <a:ext uri="{FF2B5EF4-FFF2-40B4-BE49-F238E27FC236}">
                <a16:creationId xmlns:a16="http://schemas.microsoft.com/office/drawing/2014/main" id="{79D2093D-6B2A-3648-AB1C-6CFFAD366B6B}"/>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5575" name="Rectangle 336">
            <a:extLst>
              <a:ext uri="{FF2B5EF4-FFF2-40B4-BE49-F238E27FC236}">
                <a16:creationId xmlns:a16="http://schemas.microsoft.com/office/drawing/2014/main" id="{C5EC5F3F-CF52-1C45-89EC-DCC8C3D491E2}"/>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6" name="Rectangle 337">
            <a:extLst>
              <a:ext uri="{FF2B5EF4-FFF2-40B4-BE49-F238E27FC236}">
                <a16:creationId xmlns:a16="http://schemas.microsoft.com/office/drawing/2014/main" id="{DB3443CC-E7EE-0043-93D1-7769FE22C20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5577" name="Rectangle 338">
            <a:extLst>
              <a:ext uri="{FF2B5EF4-FFF2-40B4-BE49-F238E27FC236}">
                <a16:creationId xmlns:a16="http://schemas.microsoft.com/office/drawing/2014/main" id="{B479ECD3-514A-A547-9B87-7128B61646DA}"/>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8" name="Rectangle 339">
            <a:extLst>
              <a:ext uri="{FF2B5EF4-FFF2-40B4-BE49-F238E27FC236}">
                <a16:creationId xmlns:a16="http://schemas.microsoft.com/office/drawing/2014/main" id="{84C81C44-66DA-F042-9BBC-B6921394100E}"/>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5579" name="Line 340">
            <a:extLst>
              <a:ext uri="{FF2B5EF4-FFF2-40B4-BE49-F238E27FC236}">
                <a16:creationId xmlns:a16="http://schemas.microsoft.com/office/drawing/2014/main" id="{115F6BE2-4A88-4F49-9893-7E346EFD5D6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0" name="Rectangle 341">
            <a:extLst>
              <a:ext uri="{FF2B5EF4-FFF2-40B4-BE49-F238E27FC236}">
                <a16:creationId xmlns:a16="http://schemas.microsoft.com/office/drawing/2014/main" id="{729710E7-88C9-F148-B169-0D8E5421CD25}"/>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5581" name="Picture 342">
            <a:extLst>
              <a:ext uri="{FF2B5EF4-FFF2-40B4-BE49-F238E27FC236}">
                <a16:creationId xmlns:a16="http://schemas.microsoft.com/office/drawing/2014/main" id="{95E1CD4F-431C-3C40-9C11-DCDC338C08B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82" name="Line 343">
            <a:extLst>
              <a:ext uri="{FF2B5EF4-FFF2-40B4-BE49-F238E27FC236}">
                <a16:creationId xmlns:a16="http://schemas.microsoft.com/office/drawing/2014/main" id="{FA9989DA-C29B-7644-A79F-0B78A27A9B0A}"/>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3" name="Line 344">
            <a:extLst>
              <a:ext uri="{FF2B5EF4-FFF2-40B4-BE49-F238E27FC236}">
                <a16:creationId xmlns:a16="http://schemas.microsoft.com/office/drawing/2014/main" id="{FDFC66E5-7DC8-1A4B-96A8-03EBAC644D11}"/>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4" name="Line 345">
            <a:extLst>
              <a:ext uri="{FF2B5EF4-FFF2-40B4-BE49-F238E27FC236}">
                <a16:creationId xmlns:a16="http://schemas.microsoft.com/office/drawing/2014/main" id="{A38F9B7E-03F9-3E4E-936E-47142ECD92C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5" name="Oval 346">
            <a:extLst>
              <a:ext uri="{FF2B5EF4-FFF2-40B4-BE49-F238E27FC236}">
                <a16:creationId xmlns:a16="http://schemas.microsoft.com/office/drawing/2014/main" id="{4B028169-B320-A646-B801-605EE87ADB8E}"/>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86" name="Rectangle 347">
            <a:extLst>
              <a:ext uri="{FF2B5EF4-FFF2-40B4-BE49-F238E27FC236}">
                <a16:creationId xmlns:a16="http://schemas.microsoft.com/office/drawing/2014/main" id="{7B5FE6CF-7509-C740-9B47-23D3F12E268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87" name="Rectangle 348">
            <a:extLst>
              <a:ext uri="{FF2B5EF4-FFF2-40B4-BE49-F238E27FC236}">
                <a16:creationId xmlns:a16="http://schemas.microsoft.com/office/drawing/2014/main" id="{ED7BB0AA-D731-A34C-AD24-CC1D00E1349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88" name="Line 349">
            <a:extLst>
              <a:ext uri="{FF2B5EF4-FFF2-40B4-BE49-F238E27FC236}">
                <a16:creationId xmlns:a16="http://schemas.microsoft.com/office/drawing/2014/main" id="{29A085DF-231D-A246-91CF-31087592D2EB}"/>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9" name="Rectangle 351">
            <a:extLst>
              <a:ext uri="{FF2B5EF4-FFF2-40B4-BE49-F238E27FC236}">
                <a16:creationId xmlns:a16="http://schemas.microsoft.com/office/drawing/2014/main" id="{9B21834C-47E3-6B44-9DBD-37C532DA6BCB}"/>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5590" name="Line 352">
            <a:extLst>
              <a:ext uri="{FF2B5EF4-FFF2-40B4-BE49-F238E27FC236}">
                <a16:creationId xmlns:a16="http://schemas.microsoft.com/office/drawing/2014/main" id="{05DF1F97-29B7-0347-BB70-D0006E11BA3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5591" name="Line 353">
            <a:extLst>
              <a:ext uri="{FF2B5EF4-FFF2-40B4-BE49-F238E27FC236}">
                <a16:creationId xmlns:a16="http://schemas.microsoft.com/office/drawing/2014/main" id="{E1BAD93C-911A-194D-954F-3D202AB4B4B6}"/>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2" name="Oval 354">
            <a:extLst>
              <a:ext uri="{FF2B5EF4-FFF2-40B4-BE49-F238E27FC236}">
                <a16:creationId xmlns:a16="http://schemas.microsoft.com/office/drawing/2014/main" id="{06957C01-A8E2-9140-8E35-469AD5351AB2}"/>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3" name="Group 355">
            <a:extLst>
              <a:ext uri="{FF2B5EF4-FFF2-40B4-BE49-F238E27FC236}">
                <a16:creationId xmlns:a16="http://schemas.microsoft.com/office/drawing/2014/main" id="{30390B32-8BA6-4D47-99EE-14FDE5CBC14C}"/>
              </a:ext>
            </a:extLst>
          </p:cNvPr>
          <p:cNvGrpSpPr>
            <a:grpSpLocks/>
          </p:cNvGrpSpPr>
          <p:nvPr/>
        </p:nvGrpSpPr>
        <p:grpSpPr bwMode="auto">
          <a:xfrm>
            <a:off x="3471863" y="673894"/>
            <a:ext cx="379810" cy="385763"/>
            <a:chOff x="1813" y="593"/>
            <a:chExt cx="343" cy="352"/>
          </a:xfrm>
        </p:grpSpPr>
        <p:grpSp>
          <p:nvGrpSpPr>
            <p:cNvPr id="105660" name="Group 356">
              <a:extLst>
                <a:ext uri="{FF2B5EF4-FFF2-40B4-BE49-F238E27FC236}">
                  <a16:creationId xmlns:a16="http://schemas.microsoft.com/office/drawing/2014/main" id="{CAAECE61-24A6-9D43-9F79-590CE3C50B50}"/>
                </a:ext>
              </a:extLst>
            </p:cNvPr>
            <p:cNvGrpSpPr>
              <a:grpSpLocks/>
            </p:cNvGrpSpPr>
            <p:nvPr/>
          </p:nvGrpSpPr>
          <p:grpSpPr bwMode="auto">
            <a:xfrm>
              <a:off x="1821" y="599"/>
              <a:ext cx="335" cy="346"/>
              <a:chOff x="1821" y="599"/>
              <a:chExt cx="335" cy="346"/>
            </a:xfrm>
          </p:grpSpPr>
          <p:sp>
            <p:nvSpPr>
              <p:cNvPr id="105674" name="Freeform 357">
                <a:extLst>
                  <a:ext uri="{FF2B5EF4-FFF2-40B4-BE49-F238E27FC236}">
                    <a16:creationId xmlns:a16="http://schemas.microsoft.com/office/drawing/2014/main" id="{1B770DD8-FCB9-864A-92A6-A82B1034D84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5" name="Freeform 358">
                <a:extLst>
                  <a:ext uri="{FF2B5EF4-FFF2-40B4-BE49-F238E27FC236}">
                    <a16:creationId xmlns:a16="http://schemas.microsoft.com/office/drawing/2014/main" id="{C31D2FDB-7F26-A74C-8B95-C8DAFC297C5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6" name="Freeform 359">
                <a:extLst>
                  <a:ext uri="{FF2B5EF4-FFF2-40B4-BE49-F238E27FC236}">
                    <a16:creationId xmlns:a16="http://schemas.microsoft.com/office/drawing/2014/main" id="{DD19F021-3FE1-D943-9220-6C2037DB7971}"/>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7" name="Freeform 360">
                <a:extLst>
                  <a:ext uri="{FF2B5EF4-FFF2-40B4-BE49-F238E27FC236}">
                    <a16:creationId xmlns:a16="http://schemas.microsoft.com/office/drawing/2014/main" id="{3BB45C66-D4BC-2549-89EA-A0AC7FBF47A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8" name="Rectangle 361">
                <a:extLst>
                  <a:ext uri="{FF2B5EF4-FFF2-40B4-BE49-F238E27FC236}">
                    <a16:creationId xmlns:a16="http://schemas.microsoft.com/office/drawing/2014/main" id="{7C079241-1BCC-4148-9335-EA22593ED967}"/>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79" name="Rectangle 362">
                <a:extLst>
                  <a:ext uri="{FF2B5EF4-FFF2-40B4-BE49-F238E27FC236}">
                    <a16:creationId xmlns:a16="http://schemas.microsoft.com/office/drawing/2014/main" id="{72140AFB-31AF-E74E-9C41-78BAEE886B6D}"/>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0" name="Rectangle 363">
                <a:extLst>
                  <a:ext uri="{FF2B5EF4-FFF2-40B4-BE49-F238E27FC236}">
                    <a16:creationId xmlns:a16="http://schemas.microsoft.com/office/drawing/2014/main" id="{D4E49206-7541-624C-8A10-2C1BE43CF39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1" name="Line 364">
                <a:extLst>
                  <a:ext uri="{FF2B5EF4-FFF2-40B4-BE49-F238E27FC236}">
                    <a16:creationId xmlns:a16="http://schemas.microsoft.com/office/drawing/2014/main" id="{BDAC1D0B-C51E-AE46-BA5B-205347ACC22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82" name="Group 365">
                <a:extLst>
                  <a:ext uri="{FF2B5EF4-FFF2-40B4-BE49-F238E27FC236}">
                    <a16:creationId xmlns:a16="http://schemas.microsoft.com/office/drawing/2014/main" id="{820C5EBF-A81B-CD4E-9AF8-176A5329C4D9}"/>
                  </a:ext>
                </a:extLst>
              </p:cNvPr>
              <p:cNvGrpSpPr>
                <a:grpSpLocks/>
              </p:cNvGrpSpPr>
              <p:nvPr/>
            </p:nvGrpSpPr>
            <p:grpSpPr bwMode="auto">
              <a:xfrm>
                <a:off x="1821" y="895"/>
                <a:ext cx="335" cy="50"/>
                <a:chOff x="1821" y="895"/>
                <a:chExt cx="335" cy="50"/>
              </a:xfrm>
            </p:grpSpPr>
            <p:sp>
              <p:nvSpPr>
                <p:cNvPr id="105683" name="Freeform 366">
                  <a:extLst>
                    <a:ext uri="{FF2B5EF4-FFF2-40B4-BE49-F238E27FC236}">
                      <a16:creationId xmlns:a16="http://schemas.microsoft.com/office/drawing/2014/main" id="{83959EF1-A4EE-B84A-958A-832AC001D186}"/>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4" name="Freeform 367">
                  <a:extLst>
                    <a:ext uri="{FF2B5EF4-FFF2-40B4-BE49-F238E27FC236}">
                      <a16:creationId xmlns:a16="http://schemas.microsoft.com/office/drawing/2014/main" id="{39F30F16-6DAD-134F-8418-15F86055C63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5" name="Rectangle 368">
                  <a:extLst>
                    <a:ext uri="{FF2B5EF4-FFF2-40B4-BE49-F238E27FC236}">
                      <a16:creationId xmlns:a16="http://schemas.microsoft.com/office/drawing/2014/main" id="{BF5FEF12-2C92-F045-8CFB-77DE1094434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61" name="Group 369">
              <a:extLst>
                <a:ext uri="{FF2B5EF4-FFF2-40B4-BE49-F238E27FC236}">
                  <a16:creationId xmlns:a16="http://schemas.microsoft.com/office/drawing/2014/main" id="{58FBB5CC-C9AA-4C42-8EA8-F8F4A8B66377}"/>
                </a:ext>
              </a:extLst>
            </p:cNvPr>
            <p:cNvGrpSpPr>
              <a:grpSpLocks/>
            </p:cNvGrpSpPr>
            <p:nvPr/>
          </p:nvGrpSpPr>
          <p:grpSpPr bwMode="auto">
            <a:xfrm>
              <a:off x="1813" y="593"/>
              <a:ext cx="335" cy="346"/>
              <a:chOff x="1813" y="593"/>
              <a:chExt cx="335" cy="346"/>
            </a:xfrm>
          </p:grpSpPr>
          <p:sp>
            <p:nvSpPr>
              <p:cNvPr id="105662" name="Freeform 370">
                <a:extLst>
                  <a:ext uri="{FF2B5EF4-FFF2-40B4-BE49-F238E27FC236}">
                    <a16:creationId xmlns:a16="http://schemas.microsoft.com/office/drawing/2014/main" id="{1B8002ED-B1A1-9F4E-AF7C-11891459B9E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3" name="Freeform 371">
                <a:extLst>
                  <a:ext uri="{FF2B5EF4-FFF2-40B4-BE49-F238E27FC236}">
                    <a16:creationId xmlns:a16="http://schemas.microsoft.com/office/drawing/2014/main" id="{A4A26BCD-6BEC-484A-A9E8-0944321DC6A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4" name="Freeform 372">
                <a:extLst>
                  <a:ext uri="{FF2B5EF4-FFF2-40B4-BE49-F238E27FC236}">
                    <a16:creationId xmlns:a16="http://schemas.microsoft.com/office/drawing/2014/main" id="{5E9688FD-57B3-2943-9F65-0BCDC54A6567}"/>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5" name="Freeform 373">
                <a:extLst>
                  <a:ext uri="{FF2B5EF4-FFF2-40B4-BE49-F238E27FC236}">
                    <a16:creationId xmlns:a16="http://schemas.microsoft.com/office/drawing/2014/main" id="{BBB4B3CF-8B5C-DE43-B960-EB026A6DEA5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6" name="Rectangle 374">
                <a:extLst>
                  <a:ext uri="{FF2B5EF4-FFF2-40B4-BE49-F238E27FC236}">
                    <a16:creationId xmlns:a16="http://schemas.microsoft.com/office/drawing/2014/main" id="{3B7796BF-5D3B-DB4C-963D-456CFA04FF9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7" name="Rectangle 375">
                <a:extLst>
                  <a:ext uri="{FF2B5EF4-FFF2-40B4-BE49-F238E27FC236}">
                    <a16:creationId xmlns:a16="http://schemas.microsoft.com/office/drawing/2014/main" id="{D3981BBA-4C76-EA4F-A624-6ECAC93D6B64}"/>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8" name="Rectangle 376">
                <a:extLst>
                  <a:ext uri="{FF2B5EF4-FFF2-40B4-BE49-F238E27FC236}">
                    <a16:creationId xmlns:a16="http://schemas.microsoft.com/office/drawing/2014/main" id="{4C23C625-ECF5-334B-92F0-326A6A666B3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9" name="Line 377">
                <a:extLst>
                  <a:ext uri="{FF2B5EF4-FFF2-40B4-BE49-F238E27FC236}">
                    <a16:creationId xmlns:a16="http://schemas.microsoft.com/office/drawing/2014/main" id="{A11B575B-9747-3E4B-B7C7-039008AC6D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70" name="Group 378">
                <a:extLst>
                  <a:ext uri="{FF2B5EF4-FFF2-40B4-BE49-F238E27FC236}">
                    <a16:creationId xmlns:a16="http://schemas.microsoft.com/office/drawing/2014/main" id="{B28B71BE-B1DD-C54A-8FDB-FE47924A6857}"/>
                  </a:ext>
                </a:extLst>
              </p:cNvPr>
              <p:cNvGrpSpPr>
                <a:grpSpLocks/>
              </p:cNvGrpSpPr>
              <p:nvPr/>
            </p:nvGrpSpPr>
            <p:grpSpPr bwMode="auto">
              <a:xfrm>
                <a:off x="1813" y="888"/>
                <a:ext cx="335" cy="51"/>
                <a:chOff x="1813" y="888"/>
                <a:chExt cx="335" cy="51"/>
              </a:xfrm>
            </p:grpSpPr>
            <p:sp>
              <p:nvSpPr>
                <p:cNvPr id="105671" name="Freeform 379">
                  <a:extLst>
                    <a:ext uri="{FF2B5EF4-FFF2-40B4-BE49-F238E27FC236}">
                      <a16:creationId xmlns:a16="http://schemas.microsoft.com/office/drawing/2014/main" id="{1284566E-39FD-054B-9F85-AF33F265473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2" name="Freeform 380">
                  <a:extLst>
                    <a:ext uri="{FF2B5EF4-FFF2-40B4-BE49-F238E27FC236}">
                      <a16:creationId xmlns:a16="http://schemas.microsoft.com/office/drawing/2014/main" id="{67780E8C-C94A-0F41-9383-F05CE84F65DE}"/>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3" name="Rectangle 381">
                  <a:extLst>
                    <a:ext uri="{FF2B5EF4-FFF2-40B4-BE49-F238E27FC236}">
                      <a16:creationId xmlns:a16="http://schemas.microsoft.com/office/drawing/2014/main" id="{FF0E7B53-CF19-A74B-9EB2-861A85214F05}"/>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4" name="Line 382">
            <a:extLst>
              <a:ext uri="{FF2B5EF4-FFF2-40B4-BE49-F238E27FC236}">
                <a16:creationId xmlns:a16="http://schemas.microsoft.com/office/drawing/2014/main" id="{38DAA8FA-E691-CC4C-9B91-563F82454C3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5" name="Line 383">
            <a:extLst>
              <a:ext uri="{FF2B5EF4-FFF2-40B4-BE49-F238E27FC236}">
                <a16:creationId xmlns:a16="http://schemas.microsoft.com/office/drawing/2014/main" id="{E93F24E7-306E-7E4B-ABDA-E1AF838559E8}"/>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6" name="Oval 384">
            <a:extLst>
              <a:ext uri="{FF2B5EF4-FFF2-40B4-BE49-F238E27FC236}">
                <a16:creationId xmlns:a16="http://schemas.microsoft.com/office/drawing/2014/main" id="{DC5E2E58-033A-3546-A57A-08264F2C1BF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7" name="Group 385">
            <a:extLst>
              <a:ext uri="{FF2B5EF4-FFF2-40B4-BE49-F238E27FC236}">
                <a16:creationId xmlns:a16="http://schemas.microsoft.com/office/drawing/2014/main" id="{6DF6E647-E951-3A43-B99D-68936F837172}"/>
              </a:ext>
            </a:extLst>
          </p:cNvPr>
          <p:cNvGrpSpPr>
            <a:grpSpLocks/>
          </p:cNvGrpSpPr>
          <p:nvPr/>
        </p:nvGrpSpPr>
        <p:grpSpPr bwMode="auto">
          <a:xfrm>
            <a:off x="4639866" y="673894"/>
            <a:ext cx="379809" cy="385763"/>
            <a:chOff x="2868" y="593"/>
            <a:chExt cx="343" cy="352"/>
          </a:xfrm>
        </p:grpSpPr>
        <p:grpSp>
          <p:nvGrpSpPr>
            <p:cNvPr id="105634" name="Group 386">
              <a:extLst>
                <a:ext uri="{FF2B5EF4-FFF2-40B4-BE49-F238E27FC236}">
                  <a16:creationId xmlns:a16="http://schemas.microsoft.com/office/drawing/2014/main" id="{860E460F-6CE7-A34C-A019-078711FA2273}"/>
                </a:ext>
              </a:extLst>
            </p:cNvPr>
            <p:cNvGrpSpPr>
              <a:grpSpLocks/>
            </p:cNvGrpSpPr>
            <p:nvPr/>
          </p:nvGrpSpPr>
          <p:grpSpPr bwMode="auto">
            <a:xfrm>
              <a:off x="2877" y="599"/>
              <a:ext cx="334" cy="346"/>
              <a:chOff x="2877" y="599"/>
              <a:chExt cx="334" cy="346"/>
            </a:xfrm>
          </p:grpSpPr>
          <p:sp>
            <p:nvSpPr>
              <p:cNvPr id="105648" name="Freeform 387">
                <a:extLst>
                  <a:ext uri="{FF2B5EF4-FFF2-40B4-BE49-F238E27FC236}">
                    <a16:creationId xmlns:a16="http://schemas.microsoft.com/office/drawing/2014/main" id="{174900F1-9458-F14D-99AE-712DD6F6D5F7}"/>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9" name="Freeform 388">
                <a:extLst>
                  <a:ext uri="{FF2B5EF4-FFF2-40B4-BE49-F238E27FC236}">
                    <a16:creationId xmlns:a16="http://schemas.microsoft.com/office/drawing/2014/main" id="{5BF2FABC-CA01-1E4C-8149-6F00AC4A163B}"/>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0" name="Freeform 389">
                <a:extLst>
                  <a:ext uri="{FF2B5EF4-FFF2-40B4-BE49-F238E27FC236}">
                    <a16:creationId xmlns:a16="http://schemas.microsoft.com/office/drawing/2014/main" id="{3942284F-EDA2-504B-A175-5D9EAD93ED6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1" name="Freeform 390">
                <a:extLst>
                  <a:ext uri="{FF2B5EF4-FFF2-40B4-BE49-F238E27FC236}">
                    <a16:creationId xmlns:a16="http://schemas.microsoft.com/office/drawing/2014/main" id="{7A81FF09-9A95-7747-A034-4F90664E5950}"/>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2" name="Rectangle 391">
                <a:extLst>
                  <a:ext uri="{FF2B5EF4-FFF2-40B4-BE49-F238E27FC236}">
                    <a16:creationId xmlns:a16="http://schemas.microsoft.com/office/drawing/2014/main" id="{65BBED45-0273-F24E-BDC6-2EBB6099BEF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3" name="Rectangle 392">
                <a:extLst>
                  <a:ext uri="{FF2B5EF4-FFF2-40B4-BE49-F238E27FC236}">
                    <a16:creationId xmlns:a16="http://schemas.microsoft.com/office/drawing/2014/main" id="{05B42E93-1719-8E44-A34F-46E31ED7B4C9}"/>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4" name="Rectangle 393">
                <a:extLst>
                  <a:ext uri="{FF2B5EF4-FFF2-40B4-BE49-F238E27FC236}">
                    <a16:creationId xmlns:a16="http://schemas.microsoft.com/office/drawing/2014/main" id="{FE0F66F1-4270-DA4D-AA13-0E5B5F4E0484}"/>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5" name="Line 394">
                <a:extLst>
                  <a:ext uri="{FF2B5EF4-FFF2-40B4-BE49-F238E27FC236}">
                    <a16:creationId xmlns:a16="http://schemas.microsoft.com/office/drawing/2014/main" id="{1CB8473E-405E-F941-8EA5-7862BF4C40E7}"/>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56" name="Group 395">
                <a:extLst>
                  <a:ext uri="{FF2B5EF4-FFF2-40B4-BE49-F238E27FC236}">
                    <a16:creationId xmlns:a16="http://schemas.microsoft.com/office/drawing/2014/main" id="{B67E0416-50B0-D342-BA0B-0978D7D0DFB7}"/>
                  </a:ext>
                </a:extLst>
              </p:cNvPr>
              <p:cNvGrpSpPr>
                <a:grpSpLocks/>
              </p:cNvGrpSpPr>
              <p:nvPr/>
            </p:nvGrpSpPr>
            <p:grpSpPr bwMode="auto">
              <a:xfrm>
                <a:off x="2877" y="895"/>
                <a:ext cx="334" cy="50"/>
                <a:chOff x="2877" y="895"/>
                <a:chExt cx="334" cy="50"/>
              </a:xfrm>
            </p:grpSpPr>
            <p:sp>
              <p:nvSpPr>
                <p:cNvPr id="105657" name="Freeform 396">
                  <a:extLst>
                    <a:ext uri="{FF2B5EF4-FFF2-40B4-BE49-F238E27FC236}">
                      <a16:creationId xmlns:a16="http://schemas.microsoft.com/office/drawing/2014/main" id="{3807FC0F-5B8E-574E-89AF-167D603C2AAB}"/>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8" name="Freeform 397">
                  <a:extLst>
                    <a:ext uri="{FF2B5EF4-FFF2-40B4-BE49-F238E27FC236}">
                      <a16:creationId xmlns:a16="http://schemas.microsoft.com/office/drawing/2014/main" id="{A271168F-4D7E-BB4A-B41F-7A3F012EEAE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9" name="Rectangle 398">
                  <a:extLst>
                    <a:ext uri="{FF2B5EF4-FFF2-40B4-BE49-F238E27FC236}">
                      <a16:creationId xmlns:a16="http://schemas.microsoft.com/office/drawing/2014/main" id="{8599B772-36BA-E249-B164-21798CF9A022}"/>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35" name="Group 399">
              <a:extLst>
                <a:ext uri="{FF2B5EF4-FFF2-40B4-BE49-F238E27FC236}">
                  <a16:creationId xmlns:a16="http://schemas.microsoft.com/office/drawing/2014/main" id="{A1F3E16D-321D-0148-8059-89568EFCA32B}"/>
                </a:ext>
              </a:extLst>
            </p:cNvPr>
            <p:cNvGrpSpPr>
              <a:grpSpLocks/>
            </p:cNvGrpSpPr>
            <p:nvPr/>
          </p:nvGrpSpPr>
          <p:grpSpPr bwMode="auto">
            <a:xfrm>
              <a:off x="2868" y="593"/>
              <a:ext cx="335" cy="346"/>
              <a:chOff x="2868" y="593"/>
              <a:chExt cx="335" cy="346"/>
            </a:xfrm>
          </p:grpSpPr>
          <p:sp>
            <p:nvSpPr>
              <p:cNvPr id="105636" name="Freeform 400">
                <a:extLst>
                  <a:ext uri="{FF2B5EF4-FFF2-40B4-BE49-F238E27FC236}">
                    <a16:creationId xmlns:a16="http://schemas.microsoft.com/office/drawing/2014/main" id="{34754EA8-BFFD-F445-9BE1-EEAB9B1BF1DC}"/>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7" name="Freeform 401">
                <a:extLst>
                  <a:ext uri="{FF2B5EF4-FFF2-40B4-BE49-F238E27FC236}">
                    <a16:creationId xmlns:a16="http://schemas.microsoft.com/office/drawing/2014/main" id="{FBE36D8B-02B6-B34D-8A7D-EC2A5F90A5C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8" name="Freeform 402">
                <a:extLst>
                  <a:ext uri="{FF2B5EF4-FFF2-40B4-BE49-F238E27FC236}">
                    <a16:creationId xmlns:a16="http://schemas.microsoft.com/office/drawing/2014/main" id="{BF7B716F-D35C-E14B-9F09-1BF94C5FDC72}"/>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9" name="Freeform 403">
                <a:extLst>
                  <a:ext uri="{FF2B5EF4-FFF2-40B4-BE49-F238E27FC236}">
                    <a16:creationId xmlns:a16="http://schemas.microsoft.com/office/drawing/2014/main" id="{7EADD0CD-03DC-3D4C-9D95-B28F55560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0" name="Rectangle 404">
                <a:extLst>
                  <a:ext uri="{FF2B5EF4-FFF2-40B4-BE49-F238E27FC236}">
                    <a16:creationId xmlns:a16="http://schemas.microsoft.com/office/drawing/2014/main" id="{BCAA08BA-35BF-934A-B0C3-E7B1B9455274}"/>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1" name="Rectangle 405">
                <a:extLst>
                  <a:ext uri="{FF2B5EF4-FFF2-40B4-BE49-F238E27FC236}">
                    <a16:creationId xmlns:a16="http://schemas.microsoft.com/office/drawing/2014/main" id="{E9C7E8C6-B0F3-D74B-BAB9-884C79C0B8A9}"/>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2" name="Rectangle 406">
                <a:extLst>
                  <a:ext uri="{FF2B5EF4-FFF2-40B4-BE49-F238E27FC236}">
                    <a16:creationId xmlns:a16="http://schemas.microsoft.com/office/drawing/2014/main" id="{1F40CF02-FCEF-9046-9DE6-B9696F5C5A9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3" name="Line 407">
                <a:extLst>
                  <a:ext uri="{FF2B5EF4-FFF2-40B4-BE49-F238E27FC236}">
                    <a16:creationId xmlns:a16="http://schemas.microsoft.com/office/drawing/2014/main" id="{39A96D0E-1E6B-4F45-AD89-A476CD49E6C5}"/>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44" name="Group 408">
                <a:extLst>
                  <a:ext uri="{FF2B5EF4-FFF2-40B4-BE49-F238E27FC236}">
                    <a16:creationId xmlns:a16="http://schemas.microsoft.com/office/drawing/2014/main" id="{38AD5DBE-6C43-9A47-AF15-3CE8F077731A}"/>
                  </a:ext>
                </a:extLst>
              </p:cNvPr>
              <p:cNvGrpSpPr>
                <a:grpSpLocks/>
              </p:cNvGrpSpPr>
              <p:nvPr/>
            </p:nvGrpSpPr>
            <p:grpSpPr bwMode="auto">
              <a:xfrm>
                <a:off x="2868" y="888"/>
                <a:ext cx="335" cy="51"/>
                <a:chOff x="2868" y="888"/>
                <a:chExt cx="335" cy="51"/>
              </a:xfrm>
            </p:grpSpPr>
            <p:sp>
              <p:nvSpPr>
                <p:cNvPr id="105645" name="Freeform 409">
                  <a:extLst>
                    <a:ext uri="{FF2B5EF4-FFF2-40B4-BE49-F238E27FC236}">
                      <a16:creationId xmlns:a16="http://schemas.microsoft.com/office/drawing/2014/main" id="{E8E283EE-66D4-164A-9849-64C70C6F18DF}"/>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6" name="Freeform 410">
                  <a:extLst>
                    <a:ext uri="{FF2B5EF4-FFF2-40B4-BE49-F238E27FC236}">
                      <a16:creationId xmlns:a16="http://schemas.microsoft.com/office/drawing/2014/main" id="{82F00BE0-355F-544D-977C-03632580FA5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7" name="Rectangle 411">
                  <a:extLst>
                    <a:ext uri="{FF2B5EF4-FFF2-40B4-BE49-F238E27FC236}">
                      <a16:creationId xmlns:a16="http://schemas.microsoft.com/office/drawing/2014/main" id="{9B289C3F-629C-784E-B13C-DCCE964D3610}"/>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8" name="Oval 412">
            <a:extLst>
              <a:ext uri="{FF2B5EF4-FFF2-40B4-BE49-F238E27FC236}">
                <a16:creationId xmlns:a16="http://schemas.microsoft.com/office/drawing/2014/main" id="{8AD87CF3-9AFA-274A-AA67-E88EFDF7269F}"/>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9" name="Group 413">
            <a:extLst>
              <a:ext uri="{FF2B5EF4-FFF2-40B4-BE49-F238E27FC236}">
                <a16:creationId xmlns:a16="http://schemas.microsoft.com/office/drawing/2014/main" id="{4E65BE26-1DB8-084A-A4AF-F4371280E8F9}"/>
              </a:ext>
            </a:extLst>
          </p:cNvPr>
          <p:cNvGrpSpPr>
            <a:grpSpLocks/>
          </p:cNvGrpSpPr>
          <p:nvPr/>
        </p:nvGrpSpPr>
        <p:grpSpPr bwMode="auto">
          <a:xfrm>
            <a:off x="5798344" y="673894"/>
            <a:ext cx="379810" cy="385763"/>
            <a:chOff x="3915" y="593"/>
            <a:chExt cx="343" cy="352"/>
          </a:xfrm>
        </p:grpSpPr>
        <p:grpSp>
          <p:nvGrpSpPr>
            <p:cNvPr id="105608" name="Group 414">
              <a:extLst>
                <a:ext uri="{FF2B5EF4-FFF2-40B4-BE49-F238E27FC236}">
                  <a16:creationId xmlns:a16="http://schemas.microsoft.com/office/drawing/2014/main" id="{A973FCF8-1199-6A4E-9AA0-36E6126E750B}"/>
                </a:ext>
              </a:extLst>
            </p:cNvPr>
            <p:cNvGrpSpPr>
              <a:grpSpLocks/>
            </p:cNvGrpSpPr>
            <p:nvPr/>
          </p:nvGrpSpPr>
          <p:grpSpPr bwMode="auto">
            <a:xfrm>
              <a:off x="3924" y="599"/>
              <a:ext cx="334" cy="346"/>
              <a:chOff x="3924" y="599"/>
              <a:chExt cx="334" cy="346"/>
            </a:xfrm>
          </p:grpSpPr>
          <p:sp>
            <p:nvSpPr>
              <p:cNvPr id="105622" name="Freeform 415">
                <a:extLst>
                  <a:ext uri="{FF2B5EF4-FFF2-40B4-BE49-F238E27FC236}">
                    <a16:creationId xmlns:a16="http://schemas.microsoft.com/office/drawing/2014/main" id="{00E72D61-BD6D-6D44-9BB3-795DA996B34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3" name="Freeform 416">
                <a:extLst>
                  <a:ext uri="{FF2B5EF4-FFF2-40B4-BE49-F238E27FC236}">
                    <a16:creationId xmlns:a16="http://schemas.microsoft.com/office/drawing/2014/main" id="{5DDC86B2-6A38-2B45-A420-D70451D7DF5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4" name="Freeform 417">
                <a:extLst>
                  <a:ext uri="{FF2B5EF4-FFF2-40B4-BE49-F238E27FC236}">
                    <a16:creationId xmlns:a16="http://schemas.microsoft.com/office/drawing/2014/main" id="{A028DEC1-E088-E742-BD40-807CB32D9E5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5" name="Freeform 418">
                <a:extLst>
                  <a:ext uri="{FF2B5EF4-FFF2-40B4-BE49-F238E27FC236}">
                    <a16:creationId xmlns:a16="http://schemas.microsoft.com/office/drawing/2014/main" id="{415966EA-F052-AD45-B76A-5DF5FD4F26BF}"/>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6" name="Rectangle 419">
                <a:extLst>
                  <a:ext uri="{FF2B5EF4-FFF2-40B4-BE49-F238E27FC236}">
                    <a16:creationId xmlns:a16="http://schemas.microsoft.com/office/drawing/2014/main" id="{94FFC4B1-4611-8F40-9C0F-8B2FA106DD86}"/>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7" name="Rectangle 420">
                <a:extLst>
                  <a:ext uri="{FF2B5EF4-FFF2-40B4-BE49-F238E27FC236}">
                    <a16:creationId xmlns:a16="http://schemas.microsoft.com/office/drawing/2014/main" id="{5B13A2E8-DFBC-AA43-B0D4-76803DA34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8" name="Rectangle 421">
                <a:extLst>
                  <a:ext uri="{FF2B5EF4-FFF2-40B4-BE49-F238E27FC236}">
                    <a16:creationId xmlns:a16="http://schemas.microsoft.com/office/drawing/2014/main" id="{35EE3BD3-74CA-AC4A-89B1-1D34157581A6}"/>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9" name="Line 422">
                <a:extLst>
                  <a:ext uri="{FF2B5EF4-FFF2-40B4-BE49-F238E27FC236}">
                    <a16:creationId xmlns:a16="http://schemas.microsoft.com/office/drawing/2014/main" id="{B4DF3486-41D0-6941-BAAF-7065D443C270}"/>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30" name="Group 423">
                <a:extLst>
                  <a:ext uri="{FF2B5EF4-FFF2-40B4-BE49-F238E27FC236}">
                    <a16:creationId xmlns:a16="http://schemas.microsoft.com/office/drawing/2014/main" id="{BF58AAB2-9805-6D40-807E-6A0404C35906}"/>
                  </a:ext>
                </a:extLst>
              </p:cNvPr>
              <p:cNvGrpSpPr>
                <a:grpSpLocks/>
              </p:cNvGrpSpPr>
              <p:nvPr/>
            </p:nvGrpSpPr>
            <p:grpSpPr bwMode="auto">
              <a:xfrm>
                <a:off x="3924" y="895"/>
                <a:ext cx="334" cy="50"/>
                <a:chOff x="3924" y="895"/>
                <a:chExt cx="334" cy="50"/>
              </a:xfrm>
            </p:grpSpPr>
            <p:sp>
              <p:nvSpPr>
                <p:cNvPr id="105631" name="Freeform 424">
                  <a:extLst>
                    <a:ext uri="{FF2B5EF4-FFF2-40B4-BE49-F238E27FC236}">
                      <a16:creationId xmlns:a16="http://schemas.microsoft.com/office/drawing/2014/main" id="{6D452D63-008D-2640-84BF-57E12AFC2F71}"/>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2" name="Freeform 425">
                  <a:extLst>
                    <a:ext uri="{FF2B5EF4-FFF2-40B4-BE49-F238E27FC236}">
                      <a16:creationId xmlns:a16="http://schemas.microsoft.com/office/drawing/2014/main" id="{BAA5EC9C-1565-6A48-9844-2500442630EE}"/>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3" name="Rectangle 426">
                  <a:extLst>
                    <a:ext uri="{FF2B5EF4-FFF2-40B4-BE49-F238E27FC236}">
                      <a16:creationId xmlns:a16="http://schemas.microsoft.com/office/drawing/2014/main" id="{64EB0CA6-1B4B-594E-9D68-629E2C6F2E94}"/>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09" name="Group 427">
              <a:extLst>
                <a:ext uri="{FF2B5EF4-FFF2-40B4-BE49-F238E27FC236}">
                  <a16:creationId xmlns:a16="http://schemas.microsoft.com/office/drawing/2014/main" id="{9F8B5D43-E2FD-4844-A451-61EFE8FF9550}"/>
                </a:ext>
              </a:extLst>
            </p:cNvPr>
            <p:cNvGrpSpPr>
              <a:grpSpLocks/>
            </p:cNvGrpSpPr>
            <p:nvPr/>
          </p:nvGrpSpPr>
          <p:grpSpPr bwMode="auto">
            <a:xfrm>
              <a:off x="3915" y="593"/>
              <a:ext cx="335" cy="346"/>
              <a:chOff x="3915" y="593"/>
              <a:chExt cx="335" cy="346"/>
            </a:xfrm>
          </p:grpSpPr>
          <p:sp>
            <p:nvSpPr>
              <p:cNvPr id="105610" name="Freeform 428">
                <a:extLst>
                  <a:ext uri="{FF2B5EF4-FFF2-40B4-BE49-F238E27FC236}">
                    <a16:creationId xmlns:a16="http://schemas.microsoft.com/office/drawing/2014/main" id="{1E8CBFF3-4212-694F-929A-A06C178BDDB2}"/>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1" name="Freeform 429">
                <a:extLst>
                  <a:ext uri="{FF2B5EF4-FFF2-40B4-BE49-F238E27FC236}">
                    <a16:creationId xmlns:a16="http://schemas.microsoft.com/office/drawing/2014/main" id="{EE66AEB3-2BA6-E44E-8EEB-0286FE6114C7}"/>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2" name="Freeform 430">
                <a:extLst>
                  <a:ext uri="{FF2B5EF4-FFF2-40B4-BE49-F238E27FC236}">
                    <a16:creationId xmlns:a16="http://schemas.microsoft.com/office/drawing/2014/main" id="{EEB1A8C4-A30F-5041-8801-00C9E5AADD5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3" name="Freeform 431">
                <a:extLst>
                  <a:ext uri="{FF2B5EF4-FFF2-40B4-BE49-F238E27FC236}">
                    <a16:creationId xmlns:a16="http://schemas.microsoft.com/office/drawing/2014/main" id="{81151A53-E8B4-DC47-A896-D235CEC2AF6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4" name="Rectangle 432">
                <a:extLst>
                  <a:ext uri="{FF2B5EF4-FFF2-40B4-BE49-F238E27FC236}">
                    <a16:creationId xmlns:a16="http://schemas.microsoft.com/office/drawing/2014/main" id="{1A95CAF2-E6F4-514D-8B31-83A433064815}"/>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5" name="Rectangle 433">
                <a:extLst>
                  <a:ext uri="{FF2B5EF4-FFF2-40B4-BE49-F238E27FC236}">
                    <a16:creationId xmlns:a16="http://schemas.microsoft.com/office/drawing/2014/main" id="{60B5B354-AE98-3F46-9BED-8108B4330049}"/>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6" name="Rectangle 434">
                <a:extLst>
                  <a:ext uri="{FF2B5EF4-FFF2-40B4-BE49-F238E27FC236}">
                    <a16:creationId xmlns:a16="http://schemas.microsoft.com/office/drawing/2014/main" id="{9FAA209C-8061-7F4D-ADCB-205D334FF0C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7" name="Line 435">
                <a:extLst>
                  <a:ext uri="{FF2B5EF4-FFF2-40B4-BE49-F238E27FC236}">
                    <a16:creationId xmlns:a16="http://schemas.microsoft.com/office/drawing/2014/main" id="{989FA576-0EB2-F44E-9A7F-9609008EC9E4}"/>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18" name="Group 436">
                <a:extLst>
                  <a:ext uri="{FF2B5EF4-FFF2-40B4-BE49-F238E27FC236}">
                    <a16:creationId xmlns:a16="http://schemas.microsoft.com/office/drawing/2014/main" id="{CE8AA756-4634-5343-B2B6-1A40F90A616C}"/>
                  </a:ext>
                </a:extLst>
              </p:cNvPr>
              <p:cNvGrpSpPr>
                <a:grpSpLocks/>
              </p:cNvGrpSpPr>
              <p:nvPr/>
            </p:nvGrpSpPr>
            <p:grpSpPr bwMode="auto">
              <a:xfrm>
                <a:off x="3915" y="888"/>
                <a:ext cx="335" cy="51"/>
                <a:chOff x="3915" y="888"/>
                <a:chExt cx="335" cy="51"/>
              </a:xfrm>
            </p:grpSpPr>
            <p:sp>
              <p:nvSpPr>
                <p:cNvPr id="105619" name="Freeform 437">
                  <a:extLst>
                    <a:ext uri="{FF2B5EF4-FFF2-40B4-BE49-F238E27FC236}">
                      <a16:creationId xmlns:a16="http://schemas.microsoft.com/office/drawing/2014/main" id="{988D30A6-2482-144C-894B-EF1A2C9E36D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0" name="Freeform 438">
                  <a:extLst>
                    <a:ext uri="{FF2B5EF4-FFF2-40B4-BE49-F238E27FC236}">
                      <a16:creationId xmlns:a16="http://schemas.microsoft.com/office/drawing/2014/main" id="{C613A836-2527-6145-94F5-D63007DE443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1" name="Rectangle 439">
                  <a:extLst>
                    <a:ext uri="{FF2B5EF4-FFF2-40B4-BE49-F238E27FC236}">
                      <a16:creationId xmlns:a16="http://schemas.microsoft.com/office/drawing/2014/main" id="{6F9AC86A-D516-8048-972E-8B774770325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217529" name="Text Box 441">
            <a:extLst>
              <a:ext uri="{FF2B5EF4-FFF2-40B4-BE49-F238E27FC236}">
                <a16:creationId xmlns:a16="http://schemas.microsoft.com/office/drawing/2014/main" id="{AAE3BED4-B926-F042-BA39-6514670F5D60}"/>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grpSp>
        <p:nvGrpSpPr>
          <p:cNvPr id="217536" name="Group 448">
            <a:extLst>
              <a:ext uri="{FF2B5EF4-FFF2-40B4-BE49-F238E27FC236}">
                <a16:creationId xmlns:a16="http://schemas.microsoft.com/office/drawing/2014/main" id="{02C9DD5A-FFC2-C244-BF36-337DA52B67F9}"/>
              </a:ext>
            </a:extLst>
          </p:cNvPr>
          <p:cNvGrpSpPr>
            <a:grpSpLocks/>
          </p:cNvGrpSpPr>
          <p:nvPr/>
        </p:nvGrpSpPr>
        <p:grpSpPr bwMode="auto">
          <a:xfrm>
            <a:off x="3977879" y="2625328"/>
            <a:ext cx="3781425" cy="1909763"/>
            <a:chOff x="2381" y="2205"/>
            <a:chExt cx="3176" cy="1604"/>
          </a:xfrm>
        </p:grpSpPr>
        <p:sp>
          <p:nvSpPr>
            <p:cNvPr id="105603" name="Line 442">
              <a:extLst>
                <a:ext uri="{FF2B5EF4-FFF2-40B4-BE49-F238E27FC236}">
                  <a16:creationId xmlns:a16="http://schemas.microsoft.com/office/drawing/2014/main" id="{CB262571-E149-C843-BE0B-5B462376608C}"/>
                </a:ext>
              </a:extLst>
            </p:cNvPr>
            <p:cNvSpPr>
              <a:spLocks noChangeShapeType="1"/>
            </p:cNvSpPr>
            <p:nvPr/>
          </p:nvSpPr>
          <p:spPr bwMode="auto">
            <a:xfrm>
              <a:off x="5012" y="22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4" name="Line 443">
              <a:extLst>
                <a:ext uri="{FF2B5EF4-FFF2-40B4-BE49-F238E27FC236}">
                  <a16:creationId xmlns:a16="http://schemas.microsoft.com/office/drawing/2014/main" id="{39F633D2-0D9D-C049-96FF-68387A829F62}"/>
                </a:ext>
              </a:extLst>
            </p:cNvPr>
            <p:cNvSpPr>
              <a:spLocks noChangeShapeType="1"/>
            </p:cNvSpPr>
            <p:nvPr/>
          </p:nvSpPr>
          <p:spPr bwMode="auto">
            <a:xfrm>
              <a:off x="3160" y="380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5" name="Line 444">
              <a:extLst>
                <a:ext uri="{FF2B5EF4-FFF2-40B4-BE49-F238E27FC236}">
                  <a16:creationId xmlns:a16="http://schemas.microsoft.com/office/drawing/2014/main" id="{247C6E2C-7D99-B24C-867F-08A5293206B0}"/>
                </a:ext>
              </a:extLst>
            </p:cNvPr>
            <p:cNvSpPr>
              <a:spLocks noChangeShapeType="1"/>
            </p:cNvSpPr>
            <p:nvPr/>
          </p:nvSpPr>
          <p:spPr bwMode="auto">
            <a:xfrm>
              <a:off x="2381" y="3793"/>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6" name="Line 445">
              <a:extLst>
                <a:ext uri="{FF2B5EF4-FFF2-40B4-BE49-F238E27FC236}">
                  <a16:creationId xmlns:a16="http://schemas.microsoft.com/office/drawing/2014/main" id="{AE726940-1BC7-594C-98EC-6B51B5154961}"/>
                </a:ext>
              </a:extLst>
            </p:cNvPr>
            <p:cNvSpPr>
              <a:spLocks noChangeShapeType="1"/>
            </p:cNvSpPr>
            <p:nvPr/>
          </p:nvSpPr>
          <p:spPr bwMode="auto">
            <a:xfrm>
              <a:off x="5012" y="2886"/>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7" name="Line 447">
              <a:extLst>
                <a:ext uri="{FF2B5EF4-FFF2-40B4-BE49-F238E27FC236}">
                  <a16:creationId xmlns:a16="http://schemas.microsoft.com/office/drawing/2014/main" id="{A28A23EF-98CF-8142-9585-397C3EB69F8A}"/>
                </a:ext>
              </a:extLst>
            </p:cNvPr>
            <p:cNvSpPr>
              <a:spLocks noChangeShapeType="1"/>
            </p:cNvSpPr>
            <p:nvPr/>
          </p:nvSpPr>
          <p:spPr bwMode="auto">
            <a:xfrm>
              <a:off x="3657" y="283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602" name="幻灯片编号占位符 1">
            <a:extLst>
              <a:ext uri="{FF2B5EF4-FFF2-40B4-BE49-F238E27FC236}">
                <a16:creationId xmlns:a16="http://schemas.microsoft.com/office/drawing/2014/main" id="{0C5CB58D-9D7C-C547-8C2D-0932ADF602E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00C14F-2188-C648-800D-802A4D8539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38124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7529"/>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217536"/>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2175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529" grpId="0" animBg="1"/>
    </p:bldLst>
  </p:timing>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7521" name="AutoShape 2">
            <a:extLst>
              <a:ext uri="{FF2B5EF4-FFF2-40B4-BE49-F238E27FC236}">
                <a16:creationId xmlns:a16="http://schemas.microsoft.com/office/drawing/2014/main" id="{983B603C-28CC-F243-BE26-2D15B451B1EB}"/>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7522" name="Rectangle 3">
            <a:extLst>
              <a:ext uri="{FF2B5EF4-FFF2-40B4-BE49-F238E27FC236}">
                <a16:creationId xmlns:a16="http://schemas.microsoft.com/office/drawing/2014/main" id="{E90E9BFF-73CD-EF49-959B-9A9E432C4E5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7523" name="Freeform 4">
            <a:extLst>
              <a:ext uri="{FF2B5EF4-FFF2-40B4-BE49-F238E27FC236}">
                <a16:creationId xmlns:a16="http://schemas.microsoft.com/office/drawing/2014/main" id="{D714C751-5744-7A4E-BC51-C92EC882D79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4" name="Line 5">
            <a:extLst>
              <a:ext uri="{FF2B5EF4-FFF2-40B4-BE49-F238E27FC236}">
                <a16:creationId xmlns:a16="http://schemas.microsoft.com/office/drawing/2014/main" id="{36B42B36-DDC9-D347-B1B9-7EA75322EB1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5" name="Line 6">
            <a:extLst>
              <a:ext uri="{FF2B5EF4-FFF2-40B4-BE49-F238E27FC236}">
                <a16:creationId xmlns:a16="http://schemas.microsoft.com/office/drawing/2014/main" id="{101AEE1C-3AE9-834C-B21D-AD25AE84C119}"/>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6" name="Freeform 7">
            <a:extLst>
              <a:ext uri="{FF2B5EF4-FFF2-40B4-BE49-F238E27FC236}">
                <a16:creationId xmlns:a16="http://schemas.microsoft.com/office/drawing/2014/main" id="{B095249B-315A-6E46-8C43-7DC44E6D65B5}"/>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27" name="Freeform 8">
            <a:extLst>
              <a:ext uri="{FF2B5EF4-FFF2-40B4-BE49-F238E27FC236}">
                <a16:creationId xmlns:a16="http://schemas.microsoft.com/office/drawing/2014/main" id="{B624587D-73E4-AF40-87AD-B12AD80EAA59}"/>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8" name="Line 9">
            <a:extLst>
              <a:ext uri="{FF2B5EF4-FFF2-40B4-BE49-F238E27FC236}">
                <a16:creationId xmlns:a16="http://schemas.microsoft.com/office/drawing/2014/main" id="{CD36A291-B059-5940-BFA3-D93C3CD0F121}"/>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9" name="Freeform 10">
            <a:extLst>
              <a:ext uri="{FF2B5EF4-FFF2-40B4-BE49-F238E27FC236}">
                <a16:creationId xmlns:a16="http://schemas.microsoft.com/office/drawing/2014/main" id="{3E4ADDCD-0BBD-9D45-B4E2-4A76165181EE}"/>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0" name="Freeform 11">
            <a:extLst>
              <a:ext uri="{FF2B5EF4-FFF2-40B4-BE49-F238E27FC236}">
                <a16:creationId xmlns:a16="http://schemas.microsoft.com/office/drawing/2014/main" id="{9EF6767D-BB05-8C46-936D-8370893C4DC9}"/>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1" name="Freeform 12">
            <a:extLst>
              <a:ext uri="{FF2B5EF4-FFF2-40B4-BE49-F238E27FC236}">
                <a16:creationId xmlns:a16="http://schemas.microsoft.com/office/drawing/2014/main" id="{2B2C49D3-C8E0-AB48-888A-1FE31D89B30F}"/>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2" name="Rectangle 13">
            <a:extLst>
              <a:ext uri="{FF2B5EF4-FFF2-40B4-BE49-F238E27FC236}">
                <a16:creationId xmlns:a16="http://schemas.microsoft.com/office/drawing/2014/main" id="{0D2F1D13-8090-944D-93F0-944B73823A7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3" name="Freeform 14">
            <a:extLst>
              <a:ext uri="{FF2B5EF4-FFF2-40B4-BE49-F238E27FC236}">
                <a16:creationId xmlns:a16="http://schemas.microsoft.com/office/drawing/2014/main" id="{D7C13DCB-3FD8-2A43-865B-86A1786C44DC}"/>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4" name="Rectangle 15">
            <a:extLst>
              <a:ext uri="{FF2B5EF4-FFF2-40B4-BE49-F238E27FC236}">
                <a16:creationId xmlns:a16="http://schemas.microsoft.com/office/drawing/2014/main" id="{D321D32D-4065-6448-9597-0AA32B93D18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5" name="Freeform 16">
            <a:extLst>
              <a:ext uri="{FF2B5EF4-FFF2-40B4-BE49-F238E27FC236}">
                <a16:creationId xmlns:a16="http://schemas.microsoft.com/office/drawing/2014/main" id="{BEB5A622-B334-654C-9A73-700672402CD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7536" name="Freeform 17">
            <a:extLst>
              <a:ext uri="{FF2B5EF4-FFF2-40B4-BE49-F238E27FC236}">
                <a16:creationId xmlns:a16="http://schemas.microsoft.com/office/drawing/2014/main" id="{552F20C3-A351-7241-9531-969632BB2459}"/>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7" name="Freeform 18">
            <a:extLst>
              <a:ext uri="{FF2B5EF4-FFF2-40B4-BE49-F238E27FC236}">
                <a16:creationId xmlns:a16="http://schemas.microsoft.com/office/drawing/2014/main" id="{C4E645A6-8FF0-B542-9196-626ACE05FA6B}"/>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8" name="Rectangle 19">
            <a:extLst>
              <a:ext uri="{FF2B5EF4-FFF2-40B4-BE49-F238E27FC236}">
                <a16:creationId xmlns:a16="http://schemas.microsoft.com/office/drawing/2014/main" id="{1A2B1090-2DB7-BD49-9042-631B4A1D3DC6}"/>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9" name="Rectangle 20">
            <a:extLst>
              <a:ext uri="{FF2B5EF4-FFF2-40B4-BE49-F238E27FC236}">
                <a16:creationId xmlns:a16="http://schemas.microsoft.com/office/drawing/2014/main" id="{E9BBC276-7679-4F4F-BC36-97978D5276B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0" name="Rectangle 21">
            <a:extLst>
              <a:ext uri="{FF2B5EF4-FFF2-40B4-BE49-F238E27FC236}">
                <a16:creationId xmlns:a16="http://schemas.microsoft.com/office/drawing/2014/main" id="{6B7A3311-E92C-674C-9835-80BF31CF425C}"/>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7541" name="Oval 22">
            <a:extLst>
              <a:ext uri="{FF2B5EF4-FFF2-40B4-BE49-F238E27FC236}">
                <a16:creationId xmlns:a16="http://schemas.microsoft.com/office/drawing/2014/main" id="{E63D8976-A539-DE4F-A7F1-E4C50FEE4017}"/>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42" name="Group 23">
            <a:extLst>
              <a:ext uri="{FF2B5EF4-FFF2-40B4-BE49-F238E27FC236}">
                <a16:creationId xmlns:a16="http://schemas.microsoft.com/office/drawing/2014/main" id="{E7495E65-56A5-C444-8227-6C8204DE3166}"/>
              </a:ext>
            </a:extLst>
          </p:cNvPr>
          <p:cNvGrpSpPr>
            <a:grpSpLocks/>
          </p:cNvGrpSpPr>
          <p:nvPr/>
        </p:nvGrpSpPr>
        <p:grpSpPr bwMode="auto">
          <a:xfrm>
            <a:off x="1577579" y="2712244"/>
            <a:ext cx="378619" cy="386954"/>
            <a:chOff x="101" y="2294"/>
            <a:chExt cx="343" cy="353"/>
          </a:xfrm>
        </p:grpSpPr>
        <p:grpSp>
          <p:nvGrpSpPr>
            <p:cNvPr id="107937" name="Group 24">
              <a:extLst>
                <a:ext uri="{FF2B5EF4-FFF2-40B4-BE49-F238E27FC236}">
                  <a16:creationId xmlns:a16="http://schemas.microsoft.com/office/drawing/2014/main" id="{ACF1B065-CA9D-734E-8786-833687E2E6C8}"/>
                </a:ext>
              </a:extLst>
            </p:cNvPr>
            <p:cNvGrpSpPr>
              <a:grpSpLocks/>
            </p:cNvGrpSpPr>
            <p:nvPr/>
          </p:nvGrpSpPr>
          <p:grpSpPr bwMode="auto">
            <a:xfrm>
              <a:off x="109" y="2301"/>
              <a:ext cx="335" cy="346"/>
              <a:chOff x="109" y="2301"/>
              <a:chExt cx="335" cy="346"/>
            </a:xfrm>
          </p:grpSpPr>
          <p:sp>
            <p:nvSpPr>
              <p:cNvPr id="107951" name="Freeform 25">
                <a:extLst>
                  <a:ext uri="{FF2B5EF4-FFF2-40B4-BE49-F238E27FC236}">
                    <a16:creationId xmlns:a16="http://schemas.microsoft.com/office/drawing/2014/main" id="{1155DF89-C5C5-3A42-BEAC-DDDF023AEB5B}"/>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2" name="Freeform 26">
                <a:extLst>
                  <a:ext uri="{FF2B5EF4-FFF2-40B4-BE49-F238E27FC236}">
                    <a16:creationId xmlns:a16="http://schemas.microsoft.com/office/drawing/2014/main" id="{8147186E-535F-EC47-BC9F-ADFA199DAF9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3" name="Freeform 27">
                <a:extLst>
                  <a:ext uri="{FF2B5EF4-FFF2-40B4-BE49-F238E27FC236}">
                    <a16:creationId xmlns:a16="http://schemas.microsoft.com/office/drawing/2014/main" id="{BF03FDE9-0226-B44D-890D-6803D3E6403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4" name="Freeform 28">
                <a:extLst>
                  <a:ext uri="{FF2B5EF4-FFF2-40B4-BE49-F238E27FC236}">
                    <a16:creationId xmlns:a16="http://schemas.microsoft.com/office/drawing/2014/main" id="{F7BB582D-08CD-2E49-BC7B-459669ABA9E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5" name="Rectangle 29">
                <a:extLst>
                  <a:ext uri="{FF2B5EF4-FFF2-40B4-BE49-F238E27FC236}">
                    <a16:creationId xmlns:a16="http://schemas.microsoft.com/office/drawing/2014/main" id="{DF7B2AB9-707C-FD45-981F-45D9201E2166}"/>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6" name="Rectangle 30">
                <a:extLst>
                  <a:ext uri="{FF2B5EF4-FFF2-40B4-BE49-F238E27FC236}">
                    <a16:creationId xmlns:a16="http://schemas.microsoft.com/office/drawing/2014/main" id="{4214D85F-36B4-834D-976F-B7AA4870080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7" name="Rectangle 31">
                <a:extLst>
                  <a:ext uri="{FF2B5EF4-FFF2-40B4-BE49-F238E27FC236}">
                    <a16:creationId xmlns:a16="http://schemas.microsoft.com/office/drawing/2014/main" id="{EF26C201-C348-094F-87E1-05CC9F0D228C}"/>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8" name="Line 32">
                <a:extLst>
                  <a:ext uri="{FF2B5EF4-FFF2-40B4-BE49-F238E27FC236}">
                    <a16:creationId xmlns:a16="http://schemas.microsoft.com/office/drawing/2014/main" id="{3D1F296F-3795-9345-903C-6F5926BB0C91}"/>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59" name="Group 33">
                <a:extLst>
                  <a:ext uri="{FF2B5EF4-FFF2-40B4-BE49-F238E27FC236}">
                    <a16:creationId xmlns:a16="http://schemas.microsoft.com/office/drawing/2014/main" id="{44250625-14C6-3C48-99CC-A99E482489A9}"/>
                  </a:ext>
                </a:extLst>
              </p:cNvPr>
              <p:cNvGrpSpPr>
                <a:grpSpLocks/>
              </p:cNvGrpSpPr>
              <p:nvPr/>
            </p:nvGrpSpPr>
            <p:grpSpPr bwMode="auto">
              <a:xfrm>
                <a:off x="109" y="2596"/>
                <a:ext cx="335" cy="51"/>
                <a:chOff x="109" y="2596"/>
                <a:chExt cx="335" cy="51"/>
              </a:xfrm>
            </p:grpSpPr>
            <p:sp>
              <p:nvSpPr>
                <p:cNvPr id="107960" name="Freeform 34">
                  <a:extLst>
                    <a:ext uri="{FF2B5EF4-FFF2-40B4-BE49-F238E27FC236}">
                      <a16:creationId xmlns:a16="http://schemas.microsoft.com/office/drawing/2014/main" id="{01BC50A4-DCB3-B742-96F9-E7EE5C1E6DF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1" name="Freeform 35">
                  <a:extLst>
                    <a:ext uri="{FF2B5EF4-FFF2-40B4-BE49-F238E27FC236}">
                      <a16:creationId xmlns:a16="http://schemas.microsoft.com/office/drawing/2014/main" id="{A58A5875-04EF-1440-88BF-0C8626E5B38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2" name="Rectangle 36">
                  <a:extLst>
                    <a:ext uri="{FF2B5EF4-FFF2-40B4-BE49-F238E27FC236}">
                      <a16:creationId xmlns:a16="http://schemas.microsoft.com/office/drawing/2014/main" id="{8C52E383-09F0-354D-87EF-F75562225797}"/>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38" name="Group 37">
              <a:extLst>
                <a:ext uri="{FF2B5EF4-FFF2-40B4-BE49-F238E27FC236}">
                  <a16:creationId xmlns:a16="http://schemas.microsoft.com/office/drawing/2014/main" id="{4B38395B-9669-6D43-B371-DE35432505FB}"/>
                </a:ext>
              </a:extLst>
            </p:cNvPr>
            <p:cNvGrpSpPr>
              <a:grpSpLocks/>
            </p:cNvGrpSpPr>
            <p:nvPr/>
          </p:nvGrpSpPr>
          <p:grpSpPr bwMode="auto">
            <a:xfrm>
              <a:off x="101" y="2294"/>
              <a:ext cx="335" cy="347"/>
              <a:chOff x="101" y="2294"/>
              <a:chExt cx="335" cy="347"/>
            </a:xfrm>
          </p:grpSpPr>
          <p:sp>
            <p:nvSpPr>
              <p:cNvPr id="107939" name="Freeform 38">
                <a:extLst>
                  <a:ext uri="{FF2B5EF4-FFF2-40B4-BE49-F238E27FC236}">
                    <a16:creationId xmlns:a16="http://schemas.microsoft.com/office/drawing/2014/main" id="{26309BD4-A646-084F-91DC-23DADCCB6BA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0" name="Freeform 39">
                <a:extLst>
                  <a:ext uri="{FF2B5EF4-FFF2-40B4-BE49-F238E27FC236}">
                    <a16:creationId xmlns:a16="http://schemas.microsoft.com/office/drawing/2014/main" id="{0B0E501A-62B1-7948-B9B3-924A525C9DB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1" name="Freeform 40">
                <a:extLst>
                  <a:ext uri="{FF2B5EF4-FFF2-40B4-BE49-F238E27FC236}">
                    <a16:creationId xmlns:a16="http://schemas.microsoft.com/office/drawing/2014/main" id="{A4163C35-5A0D-CD45-8108-407D35EB6710}"/>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2" name="Freeform 41">
                <a:extLst>
                  <a:ext uri="{FF2B5EF4-FFF2-40B4-BE49-F238E27FC236}">
                    <a16:creationId xmlns:a16="http://schemas.microsoft.com/office/drawing/2014/main" id="{0C715125-59E1-3A4F-986E-C85DB38462D9}"/>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3" name="Rectangle 42">
                <a:extLst>
                  <a:ext uri="{FF2B5EF4-FFF2-40B4-BE49-F238E27FC236}">
                    <a16:creationId xmlns:a16="http://schemas.microsoft.com/office/drawing/2014/main" id="{5C9A8C53-16C9-164A-8E05-0D7EFDA0EBD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4" name="Rectangle 43">
                <a:extLst>
                  <a:ext uri="{FF2B5EF4-FFF2-40B4-BE49-F238E27FC236}">
                    <a16:creationId xmlns:a16="http://schemas.microsoft.com/office/drawing/2014/main" id="{98F6BFD6-E9DD-BA43-91B8-EB171B140ED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5" name="Rectangle 44">
                <a:extLst>
                  <a:ext uri="{FF2B5EF4-FFF2-40B4-BE49-F238E27FC236}">
                    <a16:creationId xmlns:a16="http://schemas.microsoft.com/office/drawing/2014/main" id="{1F7B9F2C-3418-AF45-B436-2270DC1A46A3}"/>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6" name="Line 45">
                <a:extLst>
                  <a:ext uri="{FF2B5EF4-FFF2-40B4-BE49-F238E27FC236}">
                    <a16:creationId xmlns:a16="http://schemas.microsoft.com/office/drawing/2014/main" id="{3F1FA22D-D4B9-D149-B371-E133DC7B5EE9}"/>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47" name="Group 46">
                <a:extLst>
                  <a:ext uri="{FF2B5EF4-FFF2-40B4-BE49-F238E27FC236}">
                    <a16:creationId xmlns:a16="http://schemas.microsoft.com/office/drawing/2014/main" id="{D39A1E3B-1806-7E4B-A794-818A26C9AB15}"/>
                  </a:ext>
                </a:extLst>
              </p:cNvPr>
              <p:cNvGrpSpPr>
                <a:grpSpLocks/>
              </p:cNvGrpSpPr>
              <p:nvPr/>
            </p:nvGrpSpPr>
            <p:grpSpPr bwMode="auto">
              <a:xfrm>
                <a:off x="101" y="2590"/>
                <a:ext cx="335" cy="51"/>
                <a:chOff x="101" y="2590"/>
                <a:chExt cx="335" cy="51"/>
              </a:xfrm>
            </p:grpSpPr>
            <p:sp>
              <p:nvSpPr>
                <p:cNvPr id="107948" name="Freeform 47">
                  <a:extLst>
                    <a:ext uri="{FF2B5EF4-FFF2-40B4-BE49-F238E27FC236}">
                      <a16:creationId xmlns:a16="http://schemas.microsoft.com/office/drawing/2014/main" id="{86E6B679-8786-6B4D-A396-A4E4DE7A2771}"/>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9" name="Freeform 48">
                  <a:extLst>
                    <a:ext uri="{FF2B5EF4-FFF2-40B4-BE49-F238E27FC236}">
                      <a16:creationId xmlns:a16="http://schemas.microsoft.com/office/drawing/2014/main" id="{3C1E0D87-712A-8C4F-B8F4-66ACE1B3C6F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0" name="Rectangle 49">
                  <a:extLst>
                    <a:ext uri="{FF2B5EF4-FFF2-40B4-BE49-F238E27FC236}">
                      <a16:creationId xmlns:a16="http://schemas.microsoft.com/office/drawing/2014/main" id="{76384182-199B-BE43-BB6C-6C5C156EF265}"/>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3" name="Group 50">
            <a:extLst>
              <a:ext uri="{FF2B5EF4-FFF2-40B4-BE49-F238E27FC236}">
                <a16:creationId xmlns:a16="http://schemas.microsoft.com/office/drawing/2014/main" id="{5A283B59-1A38-7E41-85C3-7CDB72C79F82}"/>
              </a:ext>
            </a:extLst>
          </p:cNvPr>
          <p:cNvGrpSpPr>
            <a:grpSpLocks/>
          </p:cNvGrpSpPr>
          <p:nvPr/>
        </p:nvGrpSpPr>
        <p:grpSpPr bwMode="auto">
          <a:xfrm>
            <a:off x="3661173" y="4561285"/>
            <a:ext cx="377428" cy="386953"/>
            <a:chOff x="3891" y="3616"/>
            <a:chExt cx="342" cy="353"/>
          </a:xfrm>
        </p:grpSpPr>
        <p:grpSp>
          <p:nvGrpSpPr>
            <p:cNvPr id="107911" name="Group 51">
              <a:extLst>
                <a:ext uri="{FF2B5EF4-FFF2-40B4-BE49-F238E27FC236}">
                  <a16:creationId xmlns:a16="http://schemas.microsoft.com/office/drawing/2014/main" id="{9D04B486-B68C-8140-A171-1F12C961EC38}"/>
                </a:ext>
              </a:extLst>
            </p:cNvPr>
            <p:cNvGrpSpPr>
              <a:grpSpLocks/>
            </p:cNvGrpSpPr>
            <p:nvPr/>
          </p:nvGrpSpPr>
          <p:grpSpPr bwMode="auto">
            <a:xfrm>
              <a:off x="3899" y="3622"/>
              <a:ext cx="334" cy="347"/>
              <a:chOff x="3899" y="3622"/>
              <a:chExt cx="334" cy="347"/>
            </a:xfrm>
          </p:grpSpPr>
          <p:sp>
            <p:nvSpPr>
              <p:cNvPr id="107925" name="Freeform 52">
                <a:extLst>
                  <a:ext uri="{FF2B5EF4-FFF2-40B4-BE49-F238E27FC236}">
                    <a16:creationId xmlns:a16="http://schemas.microsoft.com/office/drawing/2014/main" id="{CA945527-A652-FE49-8A05-399EA381AF0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6" name="Freeform 53">
                <a:extLst>
                  <a:ext uri="{FF2B5EF4-FFF2-40B4-BE49-F238E27FC236}">
                    <a16:creationId xmlns:a16="http://schemas.microsoft.com/office/drawing/2014/main" id="{C20897C9-C603-2D48-A34F-5A34FDA3E38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7" name="Freeform 54">
                <a:extLst>
                  <a:ext uri="{FF2B5EF4-FFF2-40B4-BE49-F238E27FC236}">
                    <a16:creationId xmlns:a16="http://schemas.microsoft.com/office/drawing/2014/main" id="{F49323FB-A3AD-814B-8B81-FF147930C827}"/>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8" name="Freeform 55">
                <a:extLst>
                  <a:ext uri="{FF2B5EF4-FFF2-40B4-BE49-F238E27FC236}">
                    <a16:creationId xmlns:a16="http://schemas.microsoft.com/office/drawing/2014/main" id="{90454B09-6211-EE47-808A-20FD4E6E4248}"/>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9" name="Rectangle 56">
                <a:extLst>
                  <a:ext uri="{FF2B5EF4-FFF2-40B4-BE49-F238E27FC236}">
                    <a16:creationId xmlns:a16="http://schemas.microsoft.com/office/drawing/2014/main" id="{979A4348-56B4-A644-860B-E792C1EAFAB9}"/>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0" name="Rectangle 57">
                <a:extLst>
                  <a:ext uri="{FF2B5EF4-FFF2-40B4-BE49-F238E27FC236}">
                    <a16:creationId xmlns:a16="http://schemas.microsoft.com/office/drawing/2014/main" id="{E8960ED9-B1DC-984B-9682-BBFEB086C3B7}"/>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1" name="Rectangle 58">
                <a:extLst>
                  <a:ext uri="{FF2B5EF4-FFF2-40B4-BE49-F238E27FC236}">
                    <a16:creationId xmlns:a16="http://schemas.microsoft.com/office/drawing/2014/main" id="{5576A184-CECE-D542-A839-8DDC8BAC615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2" name="Line 59">
                <a:extLst>
                  <a:ext uri="{FF2B5EF4-FFF2-40B4-BE49-F238E27FC236}">
                    <a16:creationId xmlns:a16="http://schemas.microsoft.com/office/drawing/2014/main" id="{0869C77A-32F1-164D-8CBA-17D507F7DEA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33" name="Group 60">
                <a:extLst>
                  <a:ext uri="{FF2B5EF4-FFF2-40B4-BE49-F238E27FC236}">
                    <a16:creationId xmlns:a16="http://schemas.microsoft.com/office/drawing/2014/main" id="{5F3D82FE-8BDF-AD47-9D92-80235BB2B9C0}"/>
                  </a:ext>
                </a:extLst>
              </p:cNvPr>
              <p:cNvGrpSpPr>
                <a:grpSpLocks/>
              </p:cNvGrpSpPr>
              <p:nvPr/>
            </p:nvGrpSpPr>
            <p:grpSpPr bwMode="auto">
              <a:xfrm>
                <a:off x="3899" y="3918"/>
                <a:ext cx="334" cy="51"/>
                <a:chOff x="3899" y="3918"/>
                <a:chExt cx="334" cy="51"/>
              </a:xfrm>
            </p:grpSpPr>
            <p:sp>
              <p:nvSpPr>
                <p:cNvPr id="107934" name="Freeform 61">
                  <a:extLst>
                    <a:ext uri="{FF2B5EF4-FFF2-40B4-BE49-F238E27FC236}">
                      <a16:creationId xmlns:a16="http://schemas.microsoft.com/office/drawing/2014/main" id="{5D3446F2-CDDF-0D46-80AA-394F6DEF413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5" name="Freeform 62">
                  <a:extLst>
                    <a:ext uri="{FF2B5EF4-FFF2-40B4-BE49-F238E27FC236}">
                      <a16:creationId xmlns:a16="http://schemas.microsoft.com/office/drawing/2014/main" id="{7A616047-BD66-B343-98E2-63728540C18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6" name="Rectangle 63">
                  <a:extLst>
                    <a:ext uri="{FF2B5EF4-FFF2-40B4-BE49-F238E27FC236}">
                      <a16:creationId xmlns:a16="http://schemas.microsoft.com/office/drawing/2014/main" id="{5E8EA7CB-E3F0-D847-BA53-E320637222D5}"/>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12" name="Group 64">
              <a:extLst>
                <a:ext uri="{FF2B5EF4-FFF2-40B4-BE49-F238E27FC236}">
                  <a16:creationId xmlns:a16="http://schemas.microsoft.com/office/drawing/2014/main" id="{15D2ABE7-7661-1844-AD9D-4136B2530FA4}"/>
                </a:ext>
              </a:extLst>
            </p:cNvPr>
            <p:cNvGrpSpPr>
              <a:grpSpLocks/>
            </p:cNvGrpSpPr>
            <p:nvPr/>
          </p:nvGrpSpPr>
          <p:grpSpPr bwMode="auto">
            <a:xfrm>
              <a:off x="3891" y="3616"/>
              <a:ext cx="334" cy="346"/>
              <a:chOff x="3891" y="3616"/>
              <a:chExt cx="334" cy="346"/>
            </a:xfrm>
          </p:grpSpPr>
          <p:sp>
            <p:nvSpPr>
              <p:cNvPr id="107913" name="Freeform 65">
                <a:extLst>
                  <a:ext uri="{FF2B5EF4-FFF2-40B4-BE49-F238E27FC236}">
                    <a16:creationId xmlns:a16="http://schemas.microsoft.com/office/drawing/2014/main" id="{8753242B-9F5E-CE43-8D2B-6DEDDC13487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4" name="Freeform 66">
                <a:extLst>
                  <a:ext uri="{FF2B5EF4-FFF2-40B4-BE49-F238E27FC236}">
                    <a16:creationId xmlns:a16="http://schemas.microsoft.com/office/drawing/2014/main" id="{93D662F7-C796-7043-8B09-83D852ED4FA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5" name="Freeform 67">
                <a:extLst>
                  <a:ext uri="{FF2B5EF4-FFF2-40B4-BE49-F238E27FC236}">
                    <a16:creationId xmlns:a16="http://schemas.microsoft.com/office/drawing/2014/main" id="{AED182F4-D513-B549-9536-465BB49AC836}"/>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6" name="Freeform 68">
                <a:extLst>
                  <a:ext uri="{FF2B5EF4-FFF2-40B4-BE49-F238E27FC236}">
                    <a16:creationId xmlns:a16="http://schemas.microsoft.com/office/drawing/2014/main" id="{01A4F341-DB35-1440-9AF5-406CACEF05C0}"/>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7" name="Rectangle 69">
                <a:extLst>
                  <a:ext uri="{FF2B5EF4-FFF2-40B4-BE49-F238E27FC236}">
                    <a16:creationId xmlns:a16="http://schemas.microsoft.com/office/drawing/2014/main" id="{622B27EA-5451-CC49-8CB6-ABA4AEBCB62F}"/>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8" name="Rectangle 70">
                <a:extLst>
                  <a:ext uri="{FF2B5EF4-FFF2-40B4-BE49-F238E27FC236}">
                    <a16:creationId xmlns:a16="http://schemas.microsoft.com/office/drawing/2014/main" id="{F2F0596B-06BE-1B4B-8E8C-4EA1EEBCBA95}"/>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9" name="Rectangle 71">
                <a:extLst>
                  <a:ext uri="{FF2B5EF4-FFF2-40B4-BE49-F238E27FC236}">
                    <a16:creationId xmlns:a16="http://schemas.microsoft.com/office/drawing/2014/main" id="{DBA38FC1-E8F4-704D-9A0C-A294002EEED5}"/>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20" name="Line 72">
                <a:extLst>
                  <a:ext uri="{FF2B5EF4-FFF2-40B4-BE49-F238E27FC236}">
                    <a16:creationId xmlns:a16="http://schemas.microsoft.com/office/drawing/2014/main" id="{444BF69E-70AC-2B41-90CF-977AE221C3EF}"/>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21" name="Group 73">
                <a:extLst>
                  <a:ext uri="{FF2B5EF4-FFF2-40B4-BE49-F238E27FC236}">
                    <a16:creationId xmlns:a16="http://schemas.microsoft.com/office/drawing/2014/main" id="{44A4FBF1-6DBD-2844-8B4E-D93069525174}"/>
                  </a:ext>
                </a:extLst>
              </p:cNvPr>
              <p:cNvGrpSpPr>
                <a:grpSpLocks/>
              </p:cNvGrpSpPr>
              <p:nvPr/>
            </p:nvGrpSpPr>
            <p:grpSpPr bwMode="auto">
              <a:xfrm>
                <a:off x="3891" y="3912"/>
                <a:ext cx="334" cy="50"/>
                <a:chOff x="3891" y="3912"/>
                <a:chExt cx="334" cy="50"/>
              </a:xfrm>
            </p:grpSpPr>
            <p:sp>
              <p:nvSpPr>
                <p:cNvPr id="107922" name="Freeform 74">
                  <a:extLst>
                    <a:ext uri="{FF2B5EF4-FFF2-40B4-BE49-F238E27FC236}">
                      <a16:creationId xmlns:a16="http://schemas.microsoft.com/office/drawing/2014/main" id="{F862AA50-31A4-034F-BF2A-0FD4A4BDCD5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3" name="Freeform 75">
                  <a:extLst>
                    <a:ext uri="{FF2B5EF4-FFF2-40B4-BE49-F238E27FC236}">
                      <a16:creationId xmlns:a16="http://schemas.microsoft.com/office/drawing/2014/main" id="{CCA86B41-0AE2-6E40-AD7E-51D06CED1C7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4" name="Rectangle 76">
                  <a:extLst>
                    <a:ext uri="{FF2B5EF4-FFF2-40B4-BE49-F238E27FC236}">
                      <a16:creationId xmlns:a16="http://schemas.microsoft.com/office/drawing/2014/main" id="{4DE55F85-83D3-934E-897F-21AB73F242CD}"/>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4" name="Group 77">
            <a:extLst>
              <a:ext uri="{FF2B5EF4-FFF2-40B4-BE49-F238E27FC236}">
                <a16:creationId xmlns:a16="http://schemas.microsoft.com/office/drawing/2014/main" id="{CB4E0288-4284-384E-9354-8A8620C787F4}"/>
              </a:ext>
            </a:extLst>
          </p:cNvPr>
          <p:cNvGrpSpPr>
            <a:grpSpLocks/>
          </p:cNvGrpSpPr>
          <p:nvPr/>
        </p:nvGrpSpPr>
        <p:grpSpPr bwMode="auto">
          <a:xfrm>
            <a:off x="4613673" y="4549379"/>
            <a:ext cx="378619" cy="386953"/>
            <a:chOff x="4752" y="3605"/>
            <a:chExt cx="343" cy="353"/>
          </a:xfrm>
        </p:grpSpPr>
        <p:grpSp>
          <p:nvGrpSpPr>
            <p:cNvPr id="107885" name="Group 78">
              <a:extLst>
                <a:ext uri="{FF2B5EF4-FFF2-40B4-BE49-F238E27FC236}">
                  <a16:creationId xmlns:a16="http://schemas.microsoft.com/office/drawing/2014/main" id="{733244CF-95DF-104A-8E6B-5FBD24750041}"/>
                </a:ext>
              </a:extLst>
            </p:cNvPr>
            <p:cNvGrpSpPr>
              <a:grpSpLocks/>
            </p:cNvGrpSpPr>
            <p:nvPr/>
          </p:nvGrpSpPr>
          <p:grpSpPr bwMode="auto">
            <a:xfrm>
              <a:off x="4760" y="3612"/>
              <a:ext cx="335" cy="346"/>
              <a:chOff x="4760" y="3612"/>
              <a:chExt cx="335" cy="346"/>
            </a:xfrm>
          </p:grpSpPr>
          <p:sp>
            <p:nvSpPr>
              <p:cNvPr id="107899" name="Freeform 79">
                <a:extLst>
                  <a:ext uri="{FF2B5EF4-FFF2-40B4-BE49-F238E27FC236}">
                    <a16:creationId xmlns:a16="http://schemas.microsoft.com/office/drawing/2014/main" id="{36C17595-F0A6-5A48-B074-2DF48327F2E4}"/>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0" name="Freeform 80">
                <a:extLst>
                  <a:ext uri="{FF2B5EF4-FFF2-40B4-BE49-F238E27FC236}">
                    <a16:creationId xmlns:a16="http://schemas.microsoft.com/office/drawing/2014/main" id="{8057389A-7D00-D34C-A35E-769244DB367C}"/>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1" name="Freeform 81">
                <a:extLst>
                  <a:ext uri="{FF2B5EF4-FFF2-40B4-BE49-F238E27FC236}">
                    <a16:creationId xmlns:a16="http://schemas.microsoft.com/office/drawing/2014/main" id="{66F35146-7963-E445-8410-41FB2255DD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2" name="Freeform 82">
                <a:extLst>
                  <a:ext uri="{FF2B5EF4-FFF2-40B4-BE49-F238E27FC236}">
                    <a16:creationId xmlns:a16="http://schemas.microsoft.com/office/drawing/2014/main" id="{4F869B14-0155-814D-8EC5-5D551547314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3" name="Rectangle 83">
                <a:extLst>
                  <a:ext uri="{FF2B5EF4-FFF2-40B4-BE49-F238E27FC236}">
                    <a16:creationId xmlns:a16="http://schemas.microsoft.com/office/drawing/2014/main" id="{81C872A0-47BE-3D4E-ADF8-21A71375868B}"/>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4" name="Rectangle 84">
                <a:extLst>
                  <a:ext uri="{FF2B5EF4-FFF2-40B4-BE49-F238E27FC236}">
                    <a16:creationId xmlns:a16="http://schemas.microsoft.com/office/drawing/2014/main" id="{34BFBBFB-4078-7B43-B7F2-34572A9E093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5" name="Rectangle 85">
                <a:extLst>
                  <a:ext uri="{FF2B5EF4-FFF2-40B4-BE49-F238E27FC236}">
                    <a16:creationId xmlns:a16="http://schemas.microsoft.com/office/drawing/2014/main" id="{74916C12-93A1-D547-8B55-921D3F547B16}"/>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6" name="Line 86">
                <a:extLst>
                  <a:ext uri="{FF2B5EF4-FFF2-40B4-BE49-F238E27FC236}">
                    <a16:creationId xmlns:a16="http://schemas.microsoft.com/office/drawing/2014/main" id="{0C2904EB-0857-0345-AB3A-348C1DB18CE6}"/>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07" name="Group 87">
                <a:extLst>
                  <a:ext uri="{FF2B5EF4-FFF2-40B4-BE49-F238E27FC236}">
                    <a16:creationId xmlns:a16="http://schemas.microsoft.com/office/drawing/2014/main" id="{98F820AD-B5BD-8141-B294-FE0A9FA0F661}"/>
                  </a:ext>
                </a:extLst>
              </p:cNvPr>
              <p:cNvGrpSpPr>
                <a:grpSpLocks/>
              </p:cNvGrpSpPr>
              <p:nvPr/>
            </p:nvGrpSpPr>
            <p:grpSpPr bwMode="auto">
              <a:xfrm>
                <a:off x="4760" y="3907"/>
                <a:ext cx="335" cy="51"/>
                <a:chOff x="4760" y="3907"/>
                <a:chExt cx="335" cy="51"/>
              </a:xfrm>
            </p:grpSpPr>
            <p:sp>
              <p:nvSpPr>
                <p:cNvPr id="107908" name="Freeform 88">
                  <a:extLst>
                    <a:ext uri="{FF2B5EF4-FFF2-40B4-BE49-F238E27FC236}">
                      <a16:creationId xmlns:a16="http://schemas.microsoft.com/office/drawing/2014/main" id="{D2C9FD9C-F7E6-2348-8627-C53E30F63715}"/>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9" name="Freeform 89">
                  <a:extLst>
                    <a:ext uri="{FF2B5EF4-FFF2-40B4-BE49-F238E27FC236}">
                      <a16:creationId xmlns:a16="http://schemas.microsoft.com/office/drawing/2014/main" id="{30613D47-0E11-344A-9403-FFE4AFAC210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0" name="Rectangle 90">
                  <a:extLst>
                    <a:ext uri="{FF2B5EF4-FFF2-40B4-BE49-F238E27FC236}">
                      <a16:creationId xmlns:a16="http://schemas.microsoft.com/office/drawing/2014/main" id="{5FB1EDC8-5201-E544-8D93-BC85C08FD200}"/>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86" name="Group 91">
              <a:extLst>
                <a:ext uri="{FF2B5EF4-FFF2-40B4-BE49-F238E27FC236}">
                  <a16:creationId xmlns:a16="http://schemas.microsoft.com/office/drawing/2014/main" id="{EFA83756-FB14-964A-A3DE-447A3E04212F}"/>
                </a:ext>
              </a:extLst>
            </p:cNvPr>
            <p:cNvGrpSpPr>
              <a:grpSpLocks/>
            </p:cNvGrpSpPr>
            <p:nvPr/>
          </p:nvGrpSpPr>
          <p:grpSpPr bwMode="auto">
            <a:xfrm>
              <a:off x="4752" y="3605"/>
              <a:ext cx="334" cy="347"/>
              <a:chOff x="4752" y="3605"/>
              <a:chExt cx="334" cy="347"/>
            </a:xfrm>
          </p:grpSpPr>
          <p:sp>
            <p:nvSpPr>
              <p:cNvPr id="107887" name="Freeform 92">
                <a:extLst>
                  <a:ext uri="{FF2B5EF4-FFF2-40B4-BE49-F238E27FC236}">
                    <a16:creationId xmlns:a16="http://schemas.microsoft.com/office/drawing/2014/main" id="{D1BC6FD8-FC43-C34E-A101-0A9E3C72640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8" name="Freeform 93">
                <a:extLst>
                  <a:ext uri="{FF2B5EF4-FFF2-40B4-BE49-F238E27FC236}">
                    <a16:creationId xmlns:a16="http://schemas.microsoft.com/office/drawing/2014/main" id="{85A17322-0216-114D-818E-BAD15BD5418C}"/>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9" name="Freeform 94">
                <a:extLst>
                  <a:ext uri="{FF2B5EF4-FFF2-40B4-BE49-F238E27FC236}">
                    <a16:creationId xmlns:a16="http://schemas.microsoft.com/office/drawing/2014/main" id="{DB249091-5E90-7140-B58F-2E75A56B28E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0" name="Freeform 95">
                <a:extLst>
                  <a:ext uri="{FF2B5EF4-FFF2-40B4-BE49-F238E27FC236}">
                    <a16:creationId xmlns:a16="http://schemas.microsoft.com/office/drawing/2014/main" id="{CD1E4A8D-5C24-C743-8312-31DC7B5B2104}"/>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1" name="Rectangle 96">
                <a:extLst>
                  <a:ext uri="{FF2B5EF4-FFF2-40B4-BE49-F238E27FC236}">
                    <a16:creationId xmlns:a16="http://schemas.microsoft.com/office/drawing/2014/main" id="{0D250A5A-97DB-544A-834D-9182BE325F1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2" name="Rectangle 97">
                <a:extLst>
                  <a:ext uri="{FF2B5EF4-FFF2-40B4-BE49-F238E27FC236}">
                    <a16:creationId xmlns:a16="http://schemas.microsoft.com/office/drawing/2014/main" id="{51065806-4223-FD48-9D92-D795482C52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3" name="Rectangle 98">
                <a:extLst>
                  <a:ext uri="{FF2B5EF4-FFF2-40B4-BE49-F238E27FC236}">
                    <a16:creationId xmlns:a16="http://schemas.microsoft.com/office/drawing/2014/main" id="{80550B88-F3F6-A644-B677-4598B8984F30}"/>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4" name="Line 99">
                <a:extLst>
                  <a:ext uri="{FF2B5EF4-FFF2-40B4-BE49-F238E27FC236}">
                    <a16:creationId xmlns:a16="http://schemas.microsoft.com/office/drawing/2014/main" id="{59A5ABB3-8376-3C44-8A1A-0A897893F159}"/>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95" name="Group 100">
                <a:extLst>
                  <a:ext uri="{FF2B5EF4-FFF2-40B4-BE49-F238E27FC236}">
                    <a16:creationId xmlns:a16="http://schemas.microsoft.com/office/drawing/2014/main" id="{35ECA947-FA5A-694A-B0F4-7C583A040BFF}"/>
                  </a:ext>
                </a:extLst>
              </p:cNvPr>
              <p:cNvGrpSpPr>
                <a:grpSpLocks/>
              </p:cNvGrpSpPr>
              <p:nvPr/>
            </p:nvGrpSpPr>
            <p:grpSpPr bwMode="auto">
              <a:xfrm>
                <a:off x="4752" y="3901"/>
                <a:ext cx="334" cy="51"/>
                <a:chOff x="4752" y="3901"/>
                <a:chExt cx="334" cy="51"/>
              </a:xfrm>
            </p:grpSpPr>
            <p:sp>
              <p:nvSpPr>
                <p:cNvPr id="107896" name="Freeform 101">
                  <a:extLst>
                    <a:ext uri="{FF2B5EF4-FFF2-40B4-BE49-F238E27FC236}">
                      <a16:creationId xmlns:a16="http://schemas.microsoft.com/office/drawing/2014/main" id="{697A586B-13A1-1B4E-8CA3-255A9BB29FC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7" name="Freeform 102">
                  <a:extLst>
                    <a:ext uri="{FF2B5EF4-FFF2-40B4-BE49-F238E27FC236}">
                      <a16:creationId xmlns:a16="http://schemas.microsoft.com/office/drawing/2014/main" id="{80144D77-C44D-2244-9CE8-15F9CDA623D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8" name="Rectangle 103">
                  <a:extLst>
                    <a:ext uri="{FF2B5EF4-FFF2-40B4-BE49-F238E27FC236}">
                      <a16:creationId xmlns:a16="http://schemas.microsoft.com/office/drawing/2014/main" id="{1CA76D8F-EAFD-8C4B-AFDA-6E159360DF80}"/>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5" name="Group 104">
            <a:extLst>
              <a:ext uri="{FF2B5EF4-FFF2-40B4-BE49-F238E27FC236}">
                <a16:creationId xmlns:a16="http://schemas.microsoft.com/office/drawing/2014/main" id="{ABC18605-254E-5242-8A5F-8612E467E952}"/>
              </a:ext>
            </a:extLst>
          </p:cNvPr>
          <p:cNvGrpSpPr>
            <a:grpSpLocks/>
          </p:cNvGrpSpPr>
          <p:nvPr/>
        </p:nvGrpSpPr>
        <p:grpSpPr bwMode="auto">
          <a:xfrm>
            <a:off x="1577579" y="1882379"/>
            <a:ext cx="378619" cy="388144"/>
            <a:chOff x="101" y="1539"/>
            <a:chExt cx="343" cy="352"/>
          </a:xfrm>
        </p:grpSpPr>
        <p:grpSp>
          <p:nvGrpSpPr>
            <p:cNvPr id="107859" name="Group 105">
              <a:extLst>
                <a:ext uri="{FF2B5EF4-FFF2-40B4-BE49-F238E27FC236}">
                  <a16:creationId xmlns:a16="http://schemas.microsoft.com/office/drawing/2014/main" id="{8FA36EA4-BBEF-7341-B062-7A84A4BD2021}"/>
                </a:ext>
              </a:extLst>
            </p:cNvPr>
            <p:cNvGrpSpPr>
              <a:grpSpLocks/>
            </p:cNvGrpSpPr>
            <p:nvPr/>
          </p:nvGrpSpPr>
          <p:grpSpPr bwMode="auto">
            <a:xfrm>
              <a:off x="109" y="1545"/>
              <a:ext cx="335" cy="346"/>
              <a:chOff x="109" y="1545"/>
              <a:chExt cx="335" cy="346"/>
            </a:xfrm>
          </p:grpSpPr>
          <p:sp>
            <p:nvSpPr>
              <p:cNvPr id="107873" name="Freeform 106">
                <a:extLst>
                  <a:ext uri="{FF2B5EF4-FFF2-40B4-BE49-F238E27FC236}">
                    <a16:creationId xmlns:a16="http://schemas.microsoft.com/office/drawing/2014/main" id="{CD0BD597-318A-D947-A81E-45BA43C2487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4" name="Freeform 107">
                <a:extLst>
                  <a:ext uri="{FF2B5EF4-FFF2-40B4-BE49-F238E27FC236}">
                    <a16:creationId xmlns:a16="http://schemas.microsoft.com/office/drawing/2014/main" id="{9875FBBA-9285-594A-952D-F3E99E93813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5" name="Freeform 108">
                <a:extLst>
                  <a:ext uri="{FF2B5EF4-FFF2-40B4-BE49-F238E27FC236}">
                    <a16:creationId xmlns:a16="http://schemas.microsoft.com/office/drawing/2014/main" id="{D4159FFD-3616-2848-8BA4-97AE8B5DB179}"/>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6" name="Freeform 109">
                <a:extLst>
                  <a:ext uri="{FF2B5EF4-FFF2-40B4-BE49-F238E27FC236}">
                    <a16:creationId xmlns:a16="http://schemas.microsoft.com/office/drawing/2014/main" id="{A5077B58-292F-B748-8FAC-1B5905DE69F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7" name="Rectangle 110">
                <a:extLst>
                  <a:ext uri="{FF2B5EF4-FFF2-40B4-BE49-F238E27FC236}">
                    <a16:creationId xmlns:a16="http://schemas.microsoft.com/office/drawing/2014/main" id="{E66D0208-EFF7-9742-9F5E-20750176FC8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8" name="Rectangle 111">
                <a:extLst>
                  <a:ext uri="{FF2B5EF4-FFF2-40B4-BE49-F238E27FC236}">
                    <a16:creationId xmlns:a16="http://schemas.microsoft.com/office/drawing/2014/main" id="{6D45532A-263C-8B41-828D-9B7E7B755920}"/>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9" name="Rectangle 112">
                <a:extLst>
                  <a:ext uri="{FF2B5EF4-FFF2-40B4-BE49-F238E27FC236}">
                    <a16:creationId xmlns:a16="http://schemas.microsoft.com/office/drawing/2014/main" id="{C3B3900E-7785-424C-A631-FE929D20932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80" name="Line 113">
                <a:extLst>
                  <a:ext uri="{FF2B5EF4-FFF2-40B4-BE49-F238E27FC236}">
                    <a16:creationId xmlns:a16="http://schemas.microsoft.com/office/drawing/2014/main" id="{C10A456D-3FD0-9D45-9B23-C43C50159209}"/>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81" name="Group 114">
                <a:extLst>
                  <a:ext uri="{FF2B5EF4-FFF2-40B4-BE49-F238E27FC236}">
                    <a16:creationId xmlns:a16="http://schemas.microsoft.com/office/drawing/2014/main" id="{14DABC7F-C827-764F-9616-FADD8402A1AF}"/>
                  </a:ext>
                </a:extLst>
              </p:cNvPr>
              <p:cNvGrpSpPr>
                <a:grpSpLocks/>
              </p:cNvGrpSpPr>
              <p:nvPr/>
            </p:nvGrpSpPr>
            <p:grpSpPr bwMode="auto">
              <a:xfrm>
                <a:off x="109" y="1841"/>
                <a:ext cx="335" cy="50"/>
                <a:chOff x="109" y="1841"/>
                <a:chExt cx="335" cy="50"/>
              </a:xfrm>
            </p:grpSpPr>
            <p:sp>
              <p:nvSpPr>
                <p:cNvPr id="107882" name="Freeform 115">
                  <a:extLst>
                    <a:ext uri="{FF2B5EF4-FFF2-40B4-BE49-F238E27FC236}">
                      <a16:creationId xmlns:a16="http://schemas.microsoft.com/office/drawing/2014/main" id="{670283E2-9C79-C84F-9C68-85050A7CF35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3" name="Freeform 116">
                  <a:extLst>
                    <a:ext uri="{FF2B5EF4-FFF2-40B4-BE49-F238E27FC236}">
                      <a16:creationId xmlns:a16="http://schemas.microsoft.com/office/drawing/2014/main" id="{6DEB096D-5EC3-384C-B8E8-EDB16D2CFBE0}"/>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4" name="Rectangle 117">
                  <a:extLst>
                    <a:ext uri="{FF2B5EF4-FFF2-40B4-BE49-F238E27FC236}">
                      <a16:creationId xmlns:a16="http://schemas.microsoft.com/office/drawing/2014/main" id="{75059118-D53B-AD46-8355-302756C7C35B}"/>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60" name="Group 118">
              <a:extLst>
                <a:ext uri="{FF2B5EF4-FFF2-40B4-BE49-F238E27FC236}">
                  <a16:creationId xmlns:a16="http://schemas.microsoft.com/office/drawing/2014/main" id="{57BD69F9-8943-C343-AE39-40905C9B6BD8}"/>
                </a:ext>
              </a:extLst>
            </p:cNvPr>
            <p:cNvGrpSpPr>
              <a:grpSpLocks/>
            </p:cNvGrpSpPr>
            <p:nvPr/>
          </p:nvGrpSpPr>
          <p:grpSpPr bwMode="auto">
            <a:xfrm>
              <a:off x="101" y="1539"/>
              <a:ext cx="335" cy="346"/>
              <a:chOff x="101" y="1539"/>
              <a:chExt cx="335" cy="346"/>
            </a:xfrm>
          </p:grpSpPr>
          <p:sp>
            <p:nvSpPr>
              <p:cNvPr id="107861" name="Freeform 119">
                <a:extLst>
                  <a:ext uri="{FF2B5EF4-FFF2-40B4-BE49-F238E27FC236}">
                    <a16:creationId xmlns:a16="http://schemas.microsoft.com/office/drawing/2014/main" id="{5682D0D6-6C5D-3D4D-986D-7EA205EADC15}"/>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2" name="Freeform 120">
                <a:extLst>
                  <a:ext uri="{FF2B5EF4-FFF2-40B4-BE49-F238E27FC236}">
                    <a16:creationId xmlns:a16="http://schemas.microsoft.com/office/drawing/2014/main" id="{B6551D77-AF4E-2E4A-B80C-CC92AB1F9C30}"/>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3" name="Freeform 121">
                <a:extLst>
                  <a:ext uri="{FF2B5EF4-FFF2-40B4-BE49-F238E27FC236}">
                    <a16:creationId xmlns:a16="http://schemas.microsoft.com/office/drawing/2014/main" id="{223FC0A9-35AE-2E47-B631-383D24B5CD81}"/>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4" name="Freeform 122">
                <a:extLst>
                  <a:ext uri="{FF2B5EF4-FFF2-40B4-BE49-F238E27FC236}">
                    <a16:creationId xmlns:a16="http://schemas.microsoft.com/office/drawing/2014/main" id="{8FEDD6D7-1B5F-6749-84A5-4BDFAD310F6C}"/>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5" name="Rectangle 123">
                <a:extLst>
                  <a:ext uri="{FF2B5EF4-FFF2-40B4-BE49-F238E27FC236}">
                    <a16:creationId xmlns:a16="http://schemas.microsoft.com/office/drawing/2014/main" id="{0D2C9FAA-52AA-7F44-9E63-50E284B7050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6" name="Rectangle 124">
                <a:extLst>
                  <a:ext uri="{FF2B5EF4-FFF2-40B4-BE49-F238E27FC236}">
                    <a16:creationId xmlns:a16="http://schemas.microsoft.com/office/drawing/2014/main" id="{9207068F-84CF-7746-B7BE-650925DBC55F}"/>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7" name="Rectangle 125">
                <a:extLst>
                  <a:ext uri="{FF2B5EF4-FFF2-40B4-BE49-F238E27FC236}">
                    <a16:creationId xmlns:a16="http://schemas.microsoft.com/office/drawing/2014/main" id="{E3E61D62-73E8-CA4B-8117-ED978609D451}"/>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8" name="Line 126">
                <a:extLst>
                  <a:ext uri="{FF2B5EF4-FFF2-40B4-BE49-F238E27FC236}">
                    <a16:creationId xmlns:a16="http://schemas.microsoft.com/office/drawing/2014/main" id="{0381E915-766E-904C-9A60-4555581DF1CD}"/>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69" name="Group 127">
                <a:extLst>
                  <a:ext uri="{FF2B5EF4-FFF2-40B4-BE49-F238E27FC236}">
                    <a16:creationId xmlns:a16="http://schemas.microsoft.com/office/drawing/2014/main" id="{B5719F7D-F0CB-424B-B01A-CC17C7E1636E}"/>
                  </a:ext>
                </a:extLst>
              </p:cNvPr>
              <p:cNvGrpSpPr>
                <a:grpSpLocks/>
              </p:cNvGrpSpPr>
              <p:nvPr/>
            </p:nvGrpSpPr>
            <p:grpSpPr bwMode="auto">
              <a:xfrm>
                <a:off x="101" y="1834"/>
                <a:ext cx="335" cy="51"/>
                <a:chOff x="101" y="1834"/>
                <a:chExt cx="335" cy="51"/>
              </a:xfrm>
            </p:grpSpPr>
            <p:sp>
              <p:nvSpPr>
                <p:cNvPr id="107870" name="Freeform 128">
                  <a:extLst>
                    <a:ext uri="{FF2B5EF4-FFF2-40B4-BE49-F238E27FC236}">
                      <a16:creationId xmlns:a16="http://schemas.microsoft.com/office/drawing/2014/main" id="{95F1D938-86D5-A748-BF3D-413A071077E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1" name="Freeform 129">
                  <a:extLst>
                    <a:ext uri="{FF2B5EF4-FFF2-40B4-BE49-F238E27FC236}">
                      <a16:creationId xmlns:a16="http://schemas.microsoft.com/office/drawing/2014/main" id="{554C53A6-A9A5-BF4A-8D97-F0FC077C19D3}"/>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2" name="Rectangle 130">
                  <a:extLst>
                    <a:ext uri="{FF2B5EF4-FFF2-40B4-BE49-F238E27FC236}">
                      <a16:creationId xmlns:a16="http://schemas.microsoft.com/office/drawing/2014/main" id="{23D28402-953B-CF48-8CFF-D7126AE50F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6" name="Group 131">
            <a:extLst>
              <a:ext uri="{FF2B5EF4-FFF2-40B4-BE49-F238E27FC236}">
                <a16:creationId xmlns:a16="http://schemas.microsoft.com/office/drawing/2014/main" id="{9DA4A256-AC92-EE41-BEFB-DC60167A349C}"/>
              </a:ext>
            </a:extLst>
          </p:cNvPr>
          <p:cNvGrpSpPr>
            <a:grpSpLocks/>
          </p:cNvGrpSpPr>
          <p:nvPr/>
        </p:nvGrpSpPr>
        <p:grpSpPr bwMode="auto">
          <a:xfrm>
            <a:off x="7261622" y="2743200"/>
            <a:ext cx="379809" cy="385763"/>
            <a:chOff x="5237" y="2322"/>
            <a:chExt cx="343" cy="352"/>
          </a:xfrm>
        </p:grpSpPr>
        <p:grpSp>
          <p:nvGrpSpPr>
            <p:cNvPr id="107833" name="Group 132">
              <a:extLst>
                <a:ext uri="{FF2B5EF4-FFF2-40B4-BE49-F238E27FC236}">
                  <a16:creationId xmlns:a16="http://schemas.microsoft.com/office/drawing/2014/main" id="{EE504298-EC95-8C49-A319-EB4148A3F6DE}"/>
                </a:ext>
              </a:extLst>
            </p:cNvPr>
            <p:cNvGrpSpPr>
              <a:grpSpLocks/>
            </p:cNvGrpSpPr>
            <p:nvPr/>
          </p:nvGrpSpPr>
          <p:grpSpPr bwMode="auto">
            <a:xfrm>
              <a:off x="5245" y="2328"/>
              <a:ext cx="335" cy="346"/>
              <a:chOff x="5245" y="2328"/>
              <a:chExt cx="335" cy="346"/>
            </a:xfrm>
          </p:grpSpPr>
          <p:sp>
            <p:nvSpPr>
              <p:cNvPr id="107847" name="Freeform 133">
                <a:extLst>
                  <a:ext uri="{FF2B5EF4-FFF2-40B4-BE49-F238E27FC236}">
                    <a16:creationId xmlns:a16="http://schemas.microsoft.com/office/drawing/2014/main" id="{E06F96F9-3A60-5149-A6CC-0548043F795E}"/>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8" name="Freeform 134">
                <a:extLst>
                  <a:ext uri="{FF2B5EF4-FFF2-40B4-BE49-F238E27FC236}">
                    <a16:creationId xmlns:a16="http://schemas.microsoft.com/office/drawing/2014/main" id="{D4A4B675-C2EF-4841-BA50-1FFFBF3A6D5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9" name="Freeform 135">
                <a:extLst>
                  <a:ext uri="{FF2B5EF4-FFF2-40B4-BE49-F238E27FC236}">
                    <a16:creationId xmlns:a16="http://schemas.microsoft.com/office/drawing/2014/main" id="{A61E1C21-4638-3E47-AC7E-52888EC72586}"/>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0" name="Freeform 136">
                <a:extLst>
                  <a:ext uri="{FF2B5EF4-FFF2-40B4-BE49-F238E27FC236}">
                    <a16:creationId xmlns:a16="http://schemas.microsoft.com/office/drawing/2014/main" id="{21A8284F-F0A3-FD4C-A5C7-085014E1BA5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1" name="Rectangle 137">
                <a:extLst>
                  <a:ext uri="{FF2B5EF4-FFF2-40B4-BE49-F238E27FC236}">
                    <a16:creationId xmlns:a16="http://schemas.microsoft.com/office/drawing/2014/main" id="{7B8D12E5-B994-224D-B1B4-D5944B227D96}"/>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2" name="Rectangle 138">
                <a:extLst>
                  <a:ext uri="{FF2B5EF4-FFF2-40B4-BE49-F238E27FC236}">
                    <a16:creationId xmlns:a16="http://schemas.microsoft.com/office/drawing/2014/main" id="{B904B622-D662-534E-81C2-5720BDC27C1F}"/>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3" name="Rectangle 139">
                <a:extLst>
                  <a:ext uri="{FF2B5EF4-FFF2-40B4-BE49-F238E27FC236}">
                    <a16:creationId xmlns:a16="http://schemas.microsoft.com/office/drawing/2014/main" id="{0B84D522-B386-A14A-8577-BB50D09D2E16}"/>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4" name="Line 140">
                <a:extLst>
                  <a:ext uri="{FF2B5EF4-FFF2-40B4-BE49-F238E27FC236}">
                    <a16:creationId xmlns:a16="http://schemas.microsoft.com/office/drawing/2014/main" id="{D7542222-5283-A74D-9569-9294F126AFCA}"/>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55" name="Group 141">
                <a:extLst>
                  <a:ext uri="{FF2B5EF4-FFF2-40B4-BE49-F238E27FC236}">
                    <a16:creationId xmlns:a16="http://schemas.microsoft.com/office/drawing/2014/main" id="{3A822F42-8630-274B-9E9F-11CFFD40A83C}"/>
                  </a:ext>
                </a:extLst>
              </p:cNvPr>
              <p:cNvGrpSpPr>
                <a:grpSpLocks/>
              </p:cNvGrpSpPr>
              <p:nvPr/>
            </p:nvGrpSpPr>
            <p:grpSpPr bwMode="auto">
              <a:xfrm>
                <a:off x="5245" y="2624"/>
                <a:ext cx="335" cy="50"/>
                <a:chOff x="5245" y="2624"/>
                <a:chExt cx="335" cy="50"/>
              </a:xfrm>
            </p:grpSpPr>
            <p:sp>
              <p:nvSpPr>
                <p:cNvPr id="107856" name="Freeform 142">
                  <a:extLst>
                    <a:ext uri="{FF2B5EF4-FFF2-40B4-BE49-F238E27FC236}">
                      <a16:creationId xmlns:a16="http://schemas.microsoft.com/office/drawing/2014/main" id="{DF24A11C-75D0-FA4C-8171-3BD5EC4C4A95}"/>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7" name="Freeform 143">
                  <a:extLst>
                    <a:ext uri="{FF2B5EF4-FFF2-40B4-BE49-F238E27FC236}">
                      <a16:creationId xmlns:a16="http://schemas.microsoft.com/office/drawing/2014/main" id="{1841F1FD-ECB7-2F41-859E-101E28F227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8" name="Rectangle 144">
                  <a:extLst>
                    <a:ext uri="{FF2B5EF4-FFF2-40B4-BE49-F238E27FC236}">
                      <a16:creationId xmlns:a16="http://schemas.microsoft.com/office/drawing/2014/main" id="{730837FF-325D-6E42-9153-16D701D2F20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34" name="Group 145">
              <a:extLst>
                <a:ext uri="{FF2B5EF4-FFF2-40B4-BE49-F238E27FC236}">
                  <a16:creationId xmlns:a16="http://schemas.microsoft.com/office/drawing/2014/main" id="{83D4676E-2681-2A48-AD6B-6CEA6E8E203C}"/>
                </a:ext>
              </a:extLst>
            </p:cNvPr>
            <p:cNvGrpSpPr>
              <a:grpSpLocks/>
            </p:cNvGrpSpPr>
            <p:nvPr/>
          </p:nvGrpSpPr>
          <p:grpSpPr bwMode="auto">
            <a:xfrm>
              <a:off x="5237" y="2322"/>
              <a:ext cx="335" cy="346"/>
              <a:chOff x="5237" y="2322"/>
              <a:chExt cx="335" cy="346"/>
            </a:xfrm>
          </p:grpSpPr>
          <p:sp>
            <p:nvSpPr>
              <p:cNvPr id="107835" name="Freeform 146">
                <a:extLst>
                  <a:ext uri="{FF2B5EF4-FFF2-40B4-BE49-F238E27FC236}">
                    <a16:creationId xmlns:a16="http://schemas.microsoft.com/office/drawing/2014/main" id="{0127405C-C5BC-C94A-B249-7239CFBFC243}"/>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6" name="Freeform 147">
                <a:extLst>
                  <a:ext uri="{FF2B5EF4-FFF2-40B4-BE49-F238E27FC236}">
                    <a16:creationId xmlns:a16="http://schemas.microsoft.com/office/drawing/2014/main" id="{F414802A-C23B-2C4E-AA23-B8585856CE2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7" name="Freeform 148">
                <a:extLst>
                  <a:ext uri="{FF2B5EF4-FFF2-40B4-BE49-F238E27FC236}">
                    <a16:creationId xmlns:a16="http://schemas.microsoft.com/office/drawing/2014/main" id="{5D4E32E2-0C7C-9A44-9A16-AFACB9CF4B64}"/>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8" name="Freeform 149">
                <a:extLst>
                  <a:ext uri="{FF2B5EF4-FFF2-40B4-BE49-F238E27FC236}">
                    <a16:creationId xmlns:a16="http://schemas.microsoft.com/office/drawing/2014/main" id="{CBC8AE1A-F001-804D-88F1-64FC2CE5508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9" name="Rectangle 150">
                <a:extLst>
                  <a:ext uri="{FF2B5EF4-FFF2-40B4-BE49-F238E27FC236}">
                    <a16:creationId xmlns:a16="http://schemas.microsoft.com/office/drawing/2014/main" id="{459094D9-681F-7145-9731-B0D6B3109DE3}"/>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0" name="Rectangle 151">
                <a:extLst>
                  <a:ext uri="{FF2B5EF4-FFF2-40B4-BE49-F238E27FC236}">
                    <a16:creationId xmlns:a16="http://schemas.microsoft.com/office/drawing/2014/main" id="{8AC3DE0C-90A4-FE43-943F-D396392060A2}"/>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1" name="Rectangle 152">
                <a:extLst>
                  <a:ext uri="{FF2B5EF4-FFF2-40B4-BE49-F238E27FC236}">
                    <a16:creationId xmlns:a16="http://schemas.microsoft.com/office/drawing/2014/main" id="{945D0F60-3690-AF42-A1E1-EC298E8B8EF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2" name="Line 153">
                <a:extLst>
                  <a:ext uri="{FF2B5EF4-FFF2-40B4-BE49-F238E27FC236}">
                    <a16:creationId xmlns:a16="http://schemas.microsoft.com/office/drawing/2014/main" id="{A7A4C747-3B88-D74C-9A38-36644BF6866A}"/>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43" name="Group 154">
                <a:extLst>
                  <a:ext uri="{FF2B5EF4-FFF2-40B4-BE49-F238E27FC236}">
                    <a16:creationId xmlns:a16="http://schemas.microsoft.com/office/drawing/2014/main" id="{2B4227C4-4069-B948-A766-9CC34152528D}"/>
                  </a:ext>
                </a:extLst>
              </p:cNvPr>
              <p:cNvGrpSpPr>
                <a:grpSpLocks/>
              </p:cNvGrpSpPr>
              <p:nvPr/>
            </p:nvGrpSpPr>
            <p:grpSpPr bwMode="auto">
              <a:xfrm>
                <a:off x="5237" y="2617"/>
                <a:ext cx="335" cy="51"/>
                <a:chOff x="5237" y="2617"/>
                <a:chExt cx="335" cy="51"/>
              </a:xfrm>
            </p:grpSpPr>
            <p:sp>
              <p:nvSpPr>
                <p:cNvPr id="107844" name="Freeform 155">
                  <a:extLst>
                    <a:ext uri="{FF2B5EF4-FFF2-40B4-BE49-F238E27FC236}">
                      <a16:creationId xmlns:a16="http://schemas.microsoft.com/office/drawing/2014/main" id="{87712CE8-A875-7F4A-B43E-4627E90B6404}"/>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5" name="Freeform 156">
                  <a:extLst>
                    <a:ext uri="{FF2B5EF4-FFF2-40B4-BE49-F238E27FC236}">
                      <a16:creationId xmlns:a16="http://schemas.microsoft.com/office/drawing/2014/main" id="{929C322A-EBB4-E842-A726-7FBA2394C09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6" name="Rectangle 157">
                  <a:extLst>
                    <a:ext uri="{FF2B5EF4-FFF2-40B4-BE49-F238E27FC236}">
                      <a16:creationId xmlns:a16="http://schemas.microsoft.com/office/drawing/2014/main" id="{151CF9BE-7A48-2742-AEA8-18B326B0A23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7" name="Group 158">
            <a:extLst>
              <a:ext uri="{FF2B5EF4-FFF2-40B4-BE49-F238E27FC236}">
                <a16:creationId xmlns:a16="http://schemas.microsoft.com/office/drawing/2014/main" id="{2AA55766-7088-4C40-8754-9C44D9DF66D6}"/>
              </a:ext>
            </a:extLst>
          </p:cNvPr>
          <p:cNvGrpSpPr>
            <a:grpSpLocks/>
          </p:cNvGrpSpPr>
          <p:nvPr/>
        </p:nvGrpSpPr>
        <p:grpSpPr bwMode="auto">
          <a:xfrm>
            <a:off x="7261622" y="1935956"/>
            <a:ext cx="379809" cy="386954"/>
            <a:chOff x="5237" y="1587"/>
            <a:chExt cx="343" cy="353"/>
          </a:xfrm>
        </p:grpSpPr>
        <p:grpSp>
          <p:nvGrpSpPr>
            <p:cNvPr id="107807" name="Group 159">
              <a:extLst>
                <a:ext uri="{FF2B5EF4-FFF2-40B4-BE49-F238E27FC236}">
                  <a16:creationId xmlns:a16="http://schemas.microsoft.com/office/drawing/2014/main" id="{0F3B1741-5E3D-A64F-8C19-4582115C15FC}"/>
                </a:ext>
              </a:extLst>
            </p:cNvPr>
            <p:cNvGrpSpPr>
              <a:grpSpLocks/>
            </p:cNvGrpSpPr>
            <p:nvPr/>
          </p:nvGrpSpPr>
          <p:grpSpPr bwMode="auto">
            <a:xfrm>
              <a:off x="5245" y="1594"/>
              <a:ext cx="335" cy="346"/>
              <a:chOff x="5245" y="1594"/>
              <a:chExt cx="335" cy="346"/>
            </a:xfrm>
          </p:grpSpPr>
          <p:sp>
            <p:nvSpPr>
              <p:cNvPr id="107821" name="Freeform 160">
                <a:extLst>
                  <a:ext uri="{FF2B5EF4-FFF2-40B4-BE49-F238E27FC236}">
                    <a16:creationId xmlns:a16="http://schemas.microsoft.com/office/drawing/2014/main" id="{212C00AD-A942-8646-BB59-165FD644838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2" name="Freeform 161">
                <a:extLst>
                  <a:ext uri="{FF2B5EF4-FFF2-40B4-BE49-F238E27FC236}">
                    <a16:creationId xmlns:a16="http://schemas.microsoft.com/office/drawing/2014/main" id="{41B08172-07F9-184E-A2C9-2F154EC7FD6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3" name="Freeform 162">
                <a:extLst>
                  <a:ext uri="{FF2B5EF4-FFF2-40B4-BE49-F238E27FC236}">
                    <a16:creationId xmlns:a16="http://schemas.microsoft.com/office/drawing/2014/main" id="{CCF3F9EC-CECD-1B4D-9E51-CE43206CDF4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4" name="Freeform 163">
                <a:extLst>
                  <a:ext uri="{FF2B5EF4-FFF2-40B4-BE49-F238E27FC236}">
                    <a16:creationId xmlns:a16="http://schemas.microsoft.com/office/drawing/2014/main" id="{49A0CA58-453A-8C4F-BF61-7B3DA835C0F6}"/>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5" name="Rectangle 164">
                <a:extLst>
                  <a:ext uri="{FF2B5EF4-FFF2-40B4-BE49-F238E27FC236}">
                    <a16:creationId xmlns:a16="http://schemas.microsoft.com/office/drawing/2014/main" id="{0E351C4B-DEBF-3F4F-AF36-C49B29DAEF3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6" name="Rectangle 165">
                <a:extLst>
                  <a:ext uri="{FF2B5EF4-FFF2-40B4-BE49-F238E27FC236}">
                    <a16:creationId xmlns:a16="http://schemas.microsoft.com/office/drawing/2014/main" id="{3365DA10-42ED-014B-80B2-0BD15A18263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7" name="Rectangle 166">
                <a:extLst>
                  <a:ext uri="{FF2B5EF4-FFF2-40B4-BE49-F238E27FC236}">
                    <a16:creationId xmlns:a16="http://schemas.microsoft.com/office/drawing/2014/main" id="{2F7074C5-1801-1047-93D3-0A3C49A88CDD}"/>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8" name="Line 167">
                <a:extLst>
                  <a:ext uri="{FF2B5EF4-FFF2-40B4-BE49-F238E27FC236}">
                    <a16:creationId xmlns:a16="http://schemas.microsoft.com/office/drawing/2014/main" id="{34915B0B-59BF-AD41-817C-DAB0BDE6DA4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29" name="Group 168">
                <a:extLst>
                  <a:ext uri="{FF2B5EF4-FFF2-40B4-BE49-F238E27FC236}">
                    <a16:creationId xmlns:a16="http://schemas.microsoft.com/office/drawing/2014/main" id="{CB846D14-FA7B-1743-9253-44EAFAFA7949}"/>
                  </a:ext>
                </a:extLst>
              </p:cNvPr>
              <p:cNvGrpSpPr>
                <a:grpSpLocks/>
              </p:cNvGrpSpPr>
              <p:nvPr/>
            </p:nvGrpSpPr>
            <p:grpSpPr bwMode="auto">
              <a:xfrm>
                <a:off x="5245" y="1889"/>
                <a:ext cx="335" cy="51"/>
                <a:chOff x="5245" y="1889"/>
                <a:chExt cx="335" cy="51"/>
              </a:xfrm>
            </p:grpSpPr>
            <p:sp>
              <p:nvSpPr>
                <p:cNvPr id="107830" name="Freeform 169">
                  <a:extLst>
                    <a:ext uri="{FF2B5EF4-FFF2-40B4-BE49-F238E27FC236}">
                      <a16:creationId xmlns:a16="http://schemas.microsoft.com/office/drawing/2014/main" id="{F008F6BB-D4AB-9642-BE56-737974F0D4D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1" name="Freeform 170">
                  <a:extLst>
                    <a:ext uri="{FF2B5EF4-FFF2-40B4-BE49-F238E27FC236}">
                      <a16:creationId xmlns:a16="http://schemas.microsoft.com/office/drawing/2014/main" id="{3886EB8E-F0D8-C044-A252-F150EB3B8CC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2" name="Rectangle 171">
                  <a:extLst>
                    <a:ext uri="{FF2B5EF4-FFF2-40B4-BE49-F238E27FC236}">
                      <a16:creationId xmlns:a16="http://schemas.microsoft.com/office/drawing/2014/main" id="{F81EA6C5-A0DB-6F41-AA98-2C14B22FD447}"/>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08" name="Group 172">
              <a:extLst>
                <a:ext uri="{FF2B5EF4-FFF2-40B4-BE49-F238E27FC236}">
                  <a16:creationId xmlns:a16="http://schemas.microsoft.com/office/drawing/2014/main" id="{81AB153C-BB36-CB4C-AD52-7830FBA9DD8E}"/>
                </a:ext>
              </a:extLst>
            </p:cNvPr>
            <p:cNvGrpSpPr>
              <a:grpSpLocks/>
            </p:cNvGrpSpPr>
            <p:nvPr/>
          </p:nvGrpSpPr>
          <p:grpSpPr bwMode="auto">
            <a:xfrm>
              <a:off x="5237" y="1587"/>
              <a:ext cx="335" cy="346"/>
              <a:chOff x="5237" y="1587"/>
              <a:chExt cx="335" cy="346"/>
            </a:xfrm>
          </p:grpSpPr>
          <p:sp>
            <p:nvSpPr>
              <p:cNvPr id="107809" name="Freeform 173">
                <a:extLst>
                  <a:ext uri="{FF2B5EF4-FFF2-40B4-BE49-F238E27FC236}">
                    <a16:creationId xmlns:a16="http://schemas.microsoft.com/office/drawing/2014/main" id="{3568E966-4389-224E-AE4F-275304550B4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0" name="Freeform 174">
                <a:extLst>
                  <a:ext uri="{FF2B5EF4-FFF2-40B4-BE49-F238E27FC236}">
                    <a16:creationId xmlns:a16="http://schemas.microsoft.com/office/drawing/2014/main" id="{587AA5E6-29BD-DF4A-957B-44D70C0E3CE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1" name="Freeform 175">
                <a:extLst>
                  <a:ext uri="{FF2B5EF4-FFF2-40B4-BE49-F238E27FC236}">
                    <a16:creationId xmlns:a16="http://schemas.microsoft.com/office/drawing/2014/main" id="{F3D42F9B-A272-0144-989F-663A0154EB10}"/>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2" name="Freeform 176">
                <a:extLst>
                  <a:ext uri="{FF2B5EF4-FFF2-40B4-BE49-F238E27FC236}">
                    <a16:creationId xmlns:a16="http://schemas.microsoft.com/office/drawing/2014/main" id="{A72AA2D4-D60A-0E4B-AC46-7817D409B142}"/>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3" name="Rectangle 177">
                <a:extLst>
                  <a:ext uri="{FF2B5EF4-FFF2-40B4-BE49-F238E27FC236}">
                    <a16:creationId xmlns:a16="http://schemas.microsoft.com/office/drawing/2014/main" id="{ED8B2EBB-BFBB-1B4B-9579-62115889352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4" name="Rectangle 178">
                <a:extLst>
                  <a:ext uri="{FF2B5EF4-FFF2-40B4-BE49-F238E27FC236}">
                    <a16:creationId xmlns:a16="http://schemas.microsoft.com/office/drawing/2014/main" id="{117ECDC6-B145-5F4E-94C5-376B10C55EF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5" name="Rectangle 179">
                <a:extLst>
                  <a:ext uri="{FF2B5EF4-FFF2-40B4-BE49-F238E27FC236}">
                    <a16:creationId xmlns:a16="http://schemas.microsoft.com/office/drawing/2014/main" id="{1B7D6A44-88CE-0D4F-85E8-74801614F4A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6" name="Line 180">
                <a:extLst>
                  <a:ext uri="{FF2B5EF4-FFF2-40B4-BE49-F238E27FC236}">
                    <a16:creationId xmlns:a16="http://schemas.microsoft.com/office/drawing/2014/main" id="{DF8348CB-EBC6-084E-A3DC-3C7885EFE63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17" name="Group 181">
                <a:extLst>
                  <a:ext uri="{FF2B5EF4-FFF2-40B4-BE49-F238E27FC236}">
                    <a16:creationId xmlns:a16="http://schemas.microsoft.com/office/drawing/2014/main" id="{6BA19E05-770B-7342-AE8A-FFEB049602DB}"/>
                  </a:ext>
                </a:extLst>
              </p:cNvPr>
              <p:cNvGrpSpPr>
                <a:grpSpLocks/>
              </p:cNvGrpSpPr>
              <p:nvPr/>
            </p:nvGrpSpPr>
            <p:grpSpPr bwMode="auto">
              <a:xfrm>
                <a:off x="5237" y="1883"/>
                <a:ext cx="335" cy="50"/>
                <a:chOff x="5237" y="1883"/>
                <a:chExt cx="335" cy="50"/>
              </a:xfrm>
            </p:grpSpPr>
            <p:sp>
              <p:nvSpPr>
                <p:cNvPr id="107818" name="Freeform 182">
                  <a:extLst>
                    <a:ext uri="{FF2B5EF4-FFF2-40B4-BE49-F238E27FC236}">
                      <a16:creationId xmlns:a16="http://schemas.microsoft.com/office/drawing/2014/main" id="{3F075051-B3C8-F14F-A0A9-D94128D07DAB}"/>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9" name="Freeform 183">
                  <a:extLst>
                    <a:ext uri="{FF2B5EF4-FFF2-40B4-BE49-F238E27FC236}">
                      <a16:creationId xmlns:a16="http://schemas.microsoft.com/office/drawing/2014/main" id="{0ECDEF3D-0134-E741-99BA-7F67CC377D2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0" name="Rectangle 184">
                  <a:extLst>
                    <a:ext uri="{FF2B5EF4-FFF2-40B4-BE49-F238E27FC236}">
                      <a16:creationId xmlns:a16="http://schemas.microsoft.com/office/drawing/2014/main" id="{4B28F69B-8B91-8940-A056-B3187E6F3C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548" name="Rectangle 185">
            <a:extLst>
              <a:ext uri="{FF2B5EF4-FFF2-40B4-BE49-F238E27FC236}">
                <a16:creationId xmlns:a16="http://schemas.microsoft.com/office/drawing/2014/main" id="{5593972C-63B0-704E-87F5-9123FAD7429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9" name="Rectangle 186">
            <a:extLst>
              <a:ext uri="{FF2B5EF4-FFF2-40B4-BE49-F238E27FC236}">
                <a16:creationId xmlns:a16="http://schemas.microsoft.com/office/drawing/2014/main" id="{A56A733D-7032-8740-B205-7C708F56EDC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7550" name="Rectangle 187">
            <a:extLst>
              <a:ext uri="{FF2B5EF4-FFF2-40B4-BE49-F238E27FC236}">
                <a16:creationId xmlns:a16="http://schemas.microsoft.com/office/drawing/2014/main" id="{E423E379-ABBB-7842-B443-85DBC176D5EB}"/>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1" name="Rectangle 188">
            <a:extLst>
              <a:ext uri="{FF2B5EF4-FFF2-40B4-BE49-F238E27FC236}">
                <a16:creationId xmlns:a16="http://schemas.microsoft.com/office/drawing/2014/main" id="{6FA3A259-23D1-3F4D-88B8-76F0F81954D8}"/>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7552" name="Rectangle 189">
            <a:extLst>
              <a:ext uri="{FF2B5EF4-FFF2-40B4-BE49-F238E27FC236}">
                <a16:creationId xmlns:a16="http://schemas.microsoft.com/office/drawing/2014/main" id="{BCAF4253-C170-8A4A-BE98-ED40DB48BF6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3" name="Rectangle 190">
            <a:extLst>
              <a:ext uri="{FF2B5EF4-FFF2-40B4-BE49-F238E27FC236}">
                <a16:creationId xmlns:a16="http://schemas.microsoft.com/office/drawing/2014/main" id="{0351C1B8-540F-1D47-9F6D-25476ABF57A6}"/>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7554" name="Rectangle 191">
            <a:extLst>
              <a:ext uri="{FF2B5EF4-FFF2-40B4-BE49-F238E27FC236}">
                <a16:creationId xmlns:a16="http://schemas.microsoft.com/office/drawing/2014/main" id="{35A6BBC4-F282-5D4C-AFDF-1CD372784C2A}"/>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5" name="Rectangle 192">
            <a:extLst>
              <a:ext uri="{FF2B5EF4-FFF2-40B4-BE49-F238E27FC236}">
                <a16:creationId xmlns:a16="http://schemas.microsoft.com/office/drawing/2014/main" id="{985F94CE-DA52-D142-9452-560A7E541D61}"/>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7556" name="Rectangle 193">
            <a:extLst>
              <a:ext uri="{FF2B5EF4-FFF2-40B4-BE49-F238E27FC236}">
                <a16:creationId xmlns:a16="http://schemas.microsoft.com/office/drawing/2014/main" id="{0DD36361-C449-9045-86EF-ED720110A15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57" name="Group 194">
            <a:extLst>
              <a:ext uri="{FF2B5EF4-FFF2-40B4-BE49-F238E27FC236}">
                <a16:creationId xmlns:a16="http://schemas.microsoft.com/office/drawing/2014/main" id="{D8F24803-D8B0-A443-BF1D-083311CFBB6B}"/>
              </a:ext>
            </a:extLst>
          </p:cNvPr>
          <p:cNvGrpSpPr>
            <a:grpSpLocks/>
          </p:cNvGrpSpPr>
          <p:nvPr/>
        </p:nvGrpSpPr>
        <p:grpSpPr bwMode="auto">
          <a:xfrm>
            <a:off x="4010025" y="1972866"/>
            <a:ext cx="485775" cy="289322"/>
            <a:chOff x="2299" y="1622"/>
            <a:chExt cx="439" cy="262"/>
          </a:xfrm>
        </p:grpSpPr>
        <p:sp>
          <p:nvSpPr>
            <p:cNvPr id="107782" name="Oval 195">
              <a:extLst>
                <a:ext uri="{FF2B5EF4-FFF2-40B4-BE49-F238E27FC236}">
                  <a16:creationId xmlns:a16="http://schemas.microsoft.com/office/drawing/2014/main" id="{039328FA-47C0-264A-8A9F-1D256F14082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3" name="Rectangle 196">
              <a:extLst>
                <a:ext uri="{FF2B5EF4-FFF2-40B4-BE49-F238E27FC236}">
                  <a16:creationId xmlns:a16="http://schemas.microsoft.com/office/drawing/2014/main" id="{0CBCF716-A755-8643-97FB-7484CB08A34B}"/>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4" name="Rectangle 197">
              <a:extLst>
                <a:ext uri="{FF2B5EF4-FFF2-40B4-BE49-F238E27FC236}">
                  <a16:creationId xmlns:a16="http://schemas.microsoft.com/office/drawing/2014/main" id="{A34A98B2-273D-F942-9956-237AAB0D0FD2}"/>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5" name="Oval 198">
              <a:extLst>
                <a:ext uri="{FF2B5EF4-FFF2-40B4-BE49-F238E27FC236}">
                  <a16:creationId xmlns:a16="http://schemas.microsoft.com/office/drawing/2014/main" id="{8ABE0C93-F894-1D4A-9E00-21C523152EA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86" name="Group 199">
              <a:extLst>
                <a:ext uri="{FF2B5EF4-FFF2-40B4-BE49-F238E27FC236}">
                  <a16:creationId xmlns:a16="http://schemas.microsoft.com/office/drawing/2014/main" id="{D2381182-38F9-4F4D-8279-2817F1E4C7F9}"/>
                </a:ext>
              </a:extLst>
            </p:cNvPr>
            <p:cNvGrpSpPr>
              <a:grpSpLocks/>
            </p:cNvGrpSpPr>
            <p:nvPr/>
          </p:nvGrpSpPr>
          <p:grpSpPr bwMode="auto">
            <a:xfrm>
              <a:off x="2365" y="1640"/>
              <a:ext cx="304" cy="117"/>
              <a:chOff x="2365" y="1640"/>
              <a:chExt cx="304" cy="117"/>
            </a:xfrm>
          </p:grpSpPr>
          <p:grpSp>
            <p:nvGrpSpPr>
              <p:cNvPr id="107789" name="Group 200">
                <a:extLst>
                  <a:ext uri="{FF2B5EF4-FFF2-40B4-BE49-F238E27FC236}">
                    <a16:creationId xmlns:a16="http://schemas.microsoft.com/office/drawing/2014/main" id="{9CE5942B-F3BB-2D4B-99C1-4253A01D7529}"/>
                  </a:ext>
                </a:extLst>
              </p:cNvPr>
              <p:cNvGrpSpPr>
                <a:grpSpLocks/>
              </p:cNvGrpSpPr>
              <p:nvPr/>
            </p:nvGrpSpPr>
            <p:grpSpPr bwMode="auto">
              <a:xfrm>
                <a:off x="2365" y="1640"/>
                <a:ext cx="302" cy="115"/>
                <a:chOff x="2365" y="1640"/>
                <a:chExt cx="302" cy="115"/>
              </a:xfrm>
            </p:grpSpPr>
            <p:sp>
              <p:nvSpPr>
                <p:cNvPr id="107799" name="Freeform 201">
                  <a:extLst>
                    <a:ext uri="{FF2B5EF4-FFF2-40B4-BE49-F238E27FC236}">
                      <a16:creationId xmlns:a16="http://schemas.microsoft.com/office/drawing/2014/main" id="{04754297-50C6-AD48-AF84-C8E159BC7295}"/>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0" name="Freeform 202">
                  <a:extLst>
                    <a:ext uri="{FF2B5EF4-FFF2-40B4-BE49-F238E27FC236}">
                      <a16:creationId xmlns:a16="http://schemas.microsoft.com/office/drawing/2014/main" id="{8A35AB9D-BEBD-9349-ACAA-1EC1F6C96DC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1" name="Freeform 203">
                  <a:extLst>
                    <a:ext uri="{FF2B5EF4-FFF2-40B4-BE49-F238E27FC236}">
                      <a16:creationId xmlns:a16="http://schemas.microsoft.com/office/drawing/2014/main" id="{4C2D36B3-8CDD-B746-99BB-BF3004198D60}"/>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2" name="Freeform 204">
                  <a:extLst>
                    <a:ext uri="{FF2B5EF4-FFF2-40B4-BE49-F238E27FC236}">
                      <a16:creationId xmlns:a16="http://schemas.microsoft.com/office/drawing/2014/main" id="{BCE9991E-EEC8-214D-A1A5-1B994B3B06E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3" name="Freeform 205">
                  <a:extLst>
                    <a:ext uri="{FF2B5EF4-FFF2-40B4-BE49-F238E27FC236}">
                      <a16:creationId xmlns:a16="http://schemas.microsoft.com/office/drawing/2014/main" id="{286D675A-661A-CC48-ABEC-E918AAE6029C}"/>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4" name="Freeform 206">
                  <a:extLst>
                    <a:ext uri="{FF2B5EF4-FFF2-40B4-BE49-F238E27FC236}">
                      <a16:creationId xmlns:a16="http://schemas.microsoft.com/office/drawing/2014/main" id="{42FD964A-774F-BB4E-ADDB-1FC4B224D27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5" name="Freeform 207">
                  <a:extLst>
                    <a:ext uri="{FF2B5EF4-FFF2-40B4-BE49-F238E27FC236}">
                      <a16:creationId xmlns:a16="http://schemas.microsoft.com/office/drawing/2014/main" id="{D89BD032-F86B-934A-B786-665F25B9FE8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6" name="Freeform 208">
                  <a:extLst>
                    <a:ext uri="{FF2B5EF4-FFF2-40B4-BE49-F238E27FC236}">
                      <a16:creationId xmlns:a16="http://schemas.microsoft.com/office/drawing/2014/main" id="{EDC6660B-10D1-0848-910B-B18E5C5802F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90" name="Group 209">
                <a:extLst>
                  <a:ext uri="{FF2B5EF4-FFF2-40B4-BE49-F238E27FC236}">
                    <a16:creationId xmlns:a16="http://schemas.microsoft.com/office/drawing/2014/main" id="{D7CED4D6-AA6F-D84C-A38B-D79658DA9EFB}"/>
                  </a:ext>
                </a:extLst>
              </p:cNvPr>
              <p:cNvGrpSpPr>
                <a:grpSpLocks/>
              </p:cNvGrpSpPr>
              <p:nvPr/>
            </p:nvGrpSpPr>
            <p:grpSpPr bwMode="auto">
              <a:xfrm>
                <a:off x="2368" y="1643"/>
                <a:ext cx="301" cy="114"/>
                <a:chOff x="2368" y="1643"/>
                <a:chExt cx="301" cy="114"/>
              </a:xfrm>
            </p:grpSpPr>
            <p:sp>
              <p:nvSpPr>
                <p:cNvPr id="107791" name="Freeform 210">
                  <a:extLst>
                    <a:ext uri="{FF2B5EF4-FFF2-40B4-BE49-F238E27FC236}">
                      <a16:creationId xmlns:a16="http://schemas.microsoft.com/office/drawing/2014/main" id="{0D57790F-45F1-AF4F-94D2-AFF31064560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2" name="Freeform 211">
                  <a:extLst>
                    <a:ext uri="{FF2B5EF4-FFF2-40B4-BE49-F238E27FC236}">
                      <a16:creationId xmlns:a16="http://schemas.microsoft.com/office/drawing/2014/main" id="{594B00FB-96E5-6949-8DE9-166DE6EFC647}"/>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3" name="Freeform 212">
                  <a:extLst>
                    <a:ext uri="{FF2B5EF4-FFF2-40B4-BE49-F238E27FC236}">
                      <a16:creationId xmlns:a16="http://schemas.microsoft.com/office/drawing/2014/main" id="{C2525B70-DC10-5148-954D-EF2EA1955CE0}"/>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4" name="Freeform 213">
                  <a:extLst>
                    <a:ext uri="{FF2B5EF4-FFF2-40B4-BE49-F238E27FC236}">
                      <a16:creationId xmlns:a16="http://schemas.microsoft.com/office/drawing/2014/main" id="{0BB8C962-BB8F-FB4E-B9AB-83347199323C}"/>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5" name="Freeform 214">
                  <a:extLst>
                    <a:ext uri="{FF2B5EF4-FFF2-40B4-BE49-F238E27FC236}">
                      <a16:creationId xmlns:a16="http://schemas.microsoft.com/office/drawing/2014/main" id="{50FE0AA4-353F-B444-A64B-96B5FEB1A352}"/>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6" name="Freeform 215">
                  <a:extLst>
                    <a:ext uri="{FF2B5EF4-FFF2-40B4-BE49-F238E27FC236}">
                      <a16:creationId xmlns:a16="http://schemas.microsoft.com/office/drawing/2014/main" id="{54B71A2D-A858-D345-A863-EFEBBC950891}"/>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7" name="Freeform 216">
                  <a:extLst>
                    <a:ext uri="{FF2B5EF4-FFF2-40B4-BE49-F238E27FC236}">
                      <a16:creationId xmlns:a16="http://schemas.microsoft.com/office/drawing/2014/main" id="{DE10F4B3-8730-894C-A801-201783BC7D8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8" name="Freeform 217">
                  <a:extLst>
                    <a:ext uri="{FF2B5EF4-FFF2-40B4-BE49-F238E27FC236}">
                      <a16:creationId xmlns:a16="http://schemas.microsoft.com/office/drawing/2014/main" id="{3F913E19-C01F-7F42-B82E-BFC330EE18F3}"/>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87" name="Line 218">
              <a:extLst>
                <a:ext uri="{FF2B5EF4-FFF2-40B4-BE49-F238E27FC236}">
                  <a16:creationId xmlns:a16="http://schemas.microsoft.com/office/drawing/2014/main" id="{56778FCB-D786-2644-A86A-7C2F901E2B4B}"/>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88" name="Line 219">
              <a:extLst>
                <a:ext uri="{FF2B5EF4-FFF2-40B4-BE49-F238E27FC236}">
                  <a16:creationId xmlns:a16="http://schemas.microsoft.com/office/drawing/2014/main" id="{0B9998D4-5322-6640-ABE9-79A0FABC438B}"/>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58" name="Rectangle 220">
            <a:extLst>
              <a:ext uri="{FF2B5EF4-FFF2-40B4-BE49-F238E27FC236}">
                <a16:creationId xmlns:a16="http://schemas.microsoft.com/office/drawing/2014/main" id="{E0F370CA-D39E-3F4D-B28F-01D5E4CB46B0}"/>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9" name="Rectangle 221">
            <a:extLst>
              <a:ext uri="{FF2B5EF4-FFF2-40B4-BE49-F238E27FC236}">
                <a16:creationId xmlns:a16="http://schemas.microsoft.com/office/drawing/2014/main" id="{7A4FFB61-D158-C74A-BE92-CE935CC4FD62}"/>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7560" name="Rectangle 222">
            <a:extLst>
              <a:ext uri="{FF2B5EF4-FFF2-40B4-BE49-F238E27FC236}">
                <a16:creationId xmlns:a16="http://schemas.microsoft.com/office/drawing/2014/main" id="{D3CA68E4-5E1F-2D4F-AF2B-E6EFD27260A4}"/>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1" name="Rectangle 223">
            <a:extLst>
              <a:ext uri="{FF2B5EF4-FFF2-40B4-BE49-F238E27FC236}">
                <a16:creationId xmlns:a16="http://schemas.microsoft.com/office/drawing/2014/main" id="{216EA7E3-470E-2045-B110-548238FA5CCF}"/>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562" name="Oval 224">
            <a:extLst>
              <a:ext uri="{FF2B5EF4-FFF2-40B4-BE49-F238E27FC236}">
                <a16:creationId xmlns:a16="http://schemas.microsoft.com/office/drawing/2014/main" id="{544A8025-5460-4445-807D-37B3BF265ACA}"/>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3" name="Rectangle 225">
            <a:extLst>
              <a:ext uri="{FF2B5EF4-FFF2-40B4-BE49-F238E27FC236}">
                <a16:creationId xmlns:a16="http://schemas.microsoft.com/office/drawing/2014/main" id="{56D0ED65-94A8-5249-8611-52CB51425A6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4" name="Oval 226">
            <a:extLst>
              <a:ext uri="{FF2B5EF4-FFF2-40B4-BE49-F238E27FC236}">
                <a16:creationId xmlns:a16="http://schemas.microsoft.com/office/drawing/2014/main" id="{5D02CEA5-7006-934A-B4B6-C52D22A9FF46}"/>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5" name="Oval 227">
            <a:extLst>
              <a:ext uri="{FF2B5EF4-FFF2-40B4-BE49-F238E27FC236}">
                <a16:creationId xmlns:a16="http://schemas.microsoft.com/office/drawing/2014/main" id="{761775CE-41BC-3A43-9A74-6925AE29A04D}"/>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6" name="Rectangle 228">
            <a:extLst>
              <a:ext uri="{FF2B5EF4-FFF2-40B4-BE49-F238E27FC236}">
                <a16:creationId xmlns:a16="http://schemas.microsoft.com/office/drawing/2014/main" id="{FB20BB06-0A91-5944-B583-F8EE5FAB27B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7" name="Rectangle 229">
            <a:extLst>
              <a:ext uri="{FF2B5EF4-FFF2-40B4-BE49-F238E27FC236}">
                <a16:creationId xmlns:a16="http://schemas.microsoft.com/office/drawing/2014/main" id="{1E4C4760-3E6A-8A44-ADCF-25BF2FD8D82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7568" name="Rectangle 230">
            <a:extLst>
              <a:ext uri="{FF2B5EF4-FFF2-40B4-BE49-F238E27FC236}">
                <a16:creationId xmlns:a16="http://schemas.microsoft.com/office/drawing/2014/main" id="{0B7A9C5C-780D-C849-9E5C-22CD76BF9AEC}"/>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9" name="Rectangle 231">
            <a:extLst>
              <a:ext uri="{FF2B5EF4-FFF2-40B4-BE49-F238E27FC236}">
                <a16:creationId xmlns:a16="http://schemas.microsoft.com/office/drawing/2014/main" id="{0AA40452-9E3E-DD49-8D1A-98489887604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7570" name="Rectangle 232">
            <a:extLst>
              <a:ext uri="{FF2B5EF4-FFF2-40B4-BE49-F238E27FC236}">
                <a16:creationId xmlns:a16="http://schemas.microsoft.com/office/drawing/2014/main" id="{F26E8A7F-4A10-B049-BB5B-96987B3A240F}"/>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1" name="Rectangle 233">
            <a:extLst>
              <a:ext uri="{FF2B5EF4-FFF2-40B4-BE49-F238E27FC236}">
                <a16:creationId xmlns:a16="http://schemas.microsoft.com/office/drawing/2014/main" id="{65128F4A-81D8-5745-9F6B-6C334A6ADAD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7572" name="Rectangle 234">
            <a:extLst>
              <a:ext uri="{FF2B5EF4-FFF2-40B4-BE49-F238E27FC236}">
                <a16:creationId xmlns:a16="http://schemas.microsoft.com/office/drawing/2014/main" id="{9122F14B-BA9D-F445-A765-3030A510F5E2}"/>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3" name="Rectangle 235">
            <a:extLst>
              <a:ext uri="{FF2B5EF4-FFF2-40B4-BE49-F238E27FC236}">
                <a16:creationId xmlns:a16="http://schemas.microsoft.com/office/drawing/2014/main" id="{D98EE9FE-1F6E-B744-A9E4-77D8271C7272}"/>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7574" name="Rectangle 236">
            <a:extLst>
              <a:ext uri="{FF2B5EF4-FFF2-40B4-BE49-F238E27FC236}">
                <a16:creationId xmlns:a16="http://schemas.microsoft.com/office/drawing/2014/main" id="{0D282A69-0526-5147-829C-4E0C98F3A87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5" name="Rectangle 237">
            <a:extLst>
              <a:ext uri="{FF2B5EF4-FFF2-40B4-BE49-F238E27FC236}">
                <a16:creationId xmlns:a16="http://schemas.microsoft.com/office/drawing/2014/main" id="{174BC6BD-75B5-CB48-B3A8-C21CFB3E604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7576" name="Oval 238">
            <a:extLst>
              <a:ext uri="{FF2B5EF4-FFF2-40B4-BE49-F238E27FC236}">
                <a16:creationId xmlns:a16="http://schemas.microsoft.com/office/drawing/2014/main" id="{5B704EE3-A4E0-1B42-83BF-2780FF467E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7" name="Rectangle 239">
            <a:extLst>
              <a:ext uri="{FF2B5EF4-FFF2-40B4-BE49-F238E27FC236}">
                <a16:creationId xmlns:a16="http://schemas.microsoft.com/office/drawing/2014/main" id="{6683506A-AC90-2C4D-BA5B-57575297FEB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8" name="Rectangle 240">
            <a:extLst>
              <a:ext uri="{FF2B5EF4-FFF2-40B4-BE49-F238E27FC236}">
                <a16:creationId xmlns:a16="http://schemas.microsoft.com/office/drawing/2014/main" id="{C3081E75-FB0A-B144-9CE6-F98E28A186C8}"/>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7579" name="Rectangle 241">
            <a:extLst>
              <a:ext uri="{FF2B5EF4-FFF2-40B4-BE49-F238E27FC236}">
                <a16:creationId xmlns:a16="http://schemas.microsoft.com/office/drawing/2014/main" id="{A355FA9D-CF4D-2044-A031-D138A185F06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80" name="Group 242">
            <a:extLst>
              <a:ext uri="{FF2B5EF4-FFF2-40B4-BE49-F238E27FC236}">
                <a16:creationId xmlns:a16="http://schemas.microsoft.com/office/drawing/2014/main" id="{8E4F4EE0-4765-4D49-8ED5-27EC379E63DA}"/>
              </a:ext>
            </a:extLst>
          </p:cNvPr>
          <p:cNvGrpSpPr>
            <a:grpSpLocks/>
          </p:cNvGrpSpPr>
          <p:nvPr/>
        </p:nvGrpSpPr>
        <p:grpSpPr bwMode="auto">
          <a:xfrm>
            <a:off x="2809875" y="3289698"/>
            <a:ext cx="486966" cy="288131"/>
            <a:chOff x="1304" y="2569"/>
            <a:chExt cx="439" cy="262"/>
          </a:xfrm>
        </p:grpSpPr>
        <p:sp>
          <p:nvSpPr>
            <p:cNvPr id="107757" name="Oval 243">
              <a:extLst>
                <a:ext uri="{FF2B5EF4-FFF2-40B4-BE49-F238E27FC236}">
                  <a16:creationId xmlns:a16="http://schemas.microsoft.com/office/drawing/2014/main" id="{7A76ADFF-8EFC-514F-B751-7A882C8C3A07}"/>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8" name="Rectangle 244">
              <a:extLst>
                <a:ext uri="{FF2B5EF4-FFF2-40B4-BE49-F238E27FC236}">
                  <a16:creationId xmlns:a16="http://schemas.microsoft.com/office/drawing/2014/main" id="{A15801CA-17A7-5244-B419-748B4BDF4E05}"/>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9" name="Rectangle 245">
              <a:extLst>
                <a:ext uri="{FF2B5EF4-FFF2-40B4-BE49-F238E27FC236}">
                  <a16:creationId xmlns:a16="http://schemas.microsoft.com/office/drawing/2014/main" id="{3DEF4D31-9783-AD4F-9998-27EDE359777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60" name="Oval 246">
              <a:extLst>
                <a:ext uri="{FF2B5EF4-FFF2-40B4-BE49-F238E27FC236}">
                  <a16:creationId xmlns:a16="http://schemas.microsoft.com/office/drawing/2014/main" id="{51155355-080B-744E-8A04-D6FCF48A16EF}"/>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61" name="Group 247">
              <a:extLst>
                <a:ext uri="{FF2B5EF4-FFF2-40B4-BE49-F238E27FC236}">
                  <a16:creationId xmlns:a16="http://schemas.microsoft.com/office/drawing/2014/main" id="{480851A6-7949-8145-8C4B-5E67921F3311}"/>
                </a:ext>
              </a:extLst>
            </p:cNvPr>
            <p:cNvGrpSpPr>
              <a:grpSpLocks/>
            </p:cNvGrpSpPr>
            <p:nvPr/>
          </p:nvGrpSpPr>
          <p:grpSpPr bwMode="auto">
            <a:xfrm>
              <a:off x="1371" y="2587"/>
              <a:ext cx="304" cy="117"/>
              <a:chOff x="1371" y="2587"/>
              <a:chExt cx="304" cy="117"/>
            </a:xfrm>
          </p:grpSpPr>
          <p:grpSp>
            <p:nvGrpSpPr>
              <p:cNvPr id="107764" name="Group 248">
                <a:extLst>
                  <a:ext uri="{FF2B5EF4-FFF2-40B4-BE49-F238E27FC236}">
                    <a16:creationId xmlns:a16="http://schemas.microsoft.com/office/drawing/2014/main" id="{4ABF152E-DEB3-F04A-A6AC-DDEAB784DAD1}"/>
                  </a:ext>
                </a:extLst>
              </p:cNvPr>
              <p:cNvGrpSpPr>
                <a:grpSpLocks/>
              </p:cNvGrpSpPr>
              <p:nvPr/>
            </p:nvGrpSpPr>
            <p:grpSpPr bwMode="auto">
              <a:xfrm>
                <a:off x="1371" y="2587"/>
                <a:ext cx="301" cy="115"/>
                <a:chOff x="1371" y="2587"/>
                <a:chExt cx="301" cy="115"/>
              </a:xfrm>
            </p:grpSpPr>
            <p:sp>
              <p:nvSpPr>
                <p:cNvPr id="107774" name="Freeform 249">
                  <a:extLst>
                    <a:ext uri="{FF2B5EF4-FFF2-40B4-BE49-F238E27FC236}">
                      <a16:creationId xmlns:a16="http://schemas.microsoft.com/office/drawing/2014/main" id="{472FD7A4-5E2A-664D-A1EC-70E0154DF693}"/>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5" name="Freeform 250">
                  <a:extLst>
                    <a:ext uri="{FF2B5EF4-FFF2-40B4-BE49-F238E27FC236}">
                      <a16:creationId xmlns:a16="http://schemas.microsoft.com/office/drawing/2014/main" id="{A424E74F-7396-714B-9A6A-1716E50C881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6" name="Freeform 251">
                  <a:extLst>
                    <a:ext uri="{FF2B5EF4-FFF2-40B4-BE49-F238E27FC236}">
                      <a16:creationId xmlns:a16="http://schemas.microsoft.com/office/drawing/2014/main" id="{63A027F9-AC1B-3843-BBDF-6F9B9EF0A4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7" name="Freeform 252">
                  <a:extLst>
                    <a:ext uri="{FF2B5EF4-FFF2-40B4-BE49-F238E27FC236}">
                      <a16:creationId xmlns:a16="http://schemas.microsoft.com/office/drawing/2014/main" id="{5EE5DC7B-642B-7749-B21A-128F2619646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8" name="Freeform 253">
                  <a:extLst>
                    <a:ext uri="{FF2B5EF4-FFF2-40B4-BE49-F238E27FC236}">
                      <a16:creationId xmlns:a16="http://schemas.microsoft.com/office/drawing/2014/main" id="{E48EBF0A-79C7-6F4A-9E81-529417F7B916}"/>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9" name="Freeform 254">
                  <a:extLst>
                    <a:ext uri="{FF2B5EF4-FFF2-40B4-BE49-F238E27FC236}">
                      <a16:creationId xmlns:a16="http://schemas.microsoft.com/office/drawing/2014/main" id="{8FD367F9-91B0-3446-9F53-451665F503A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0" name="Freeform 255">
                  <a:extLst>
                    <a:ext uri="{FF2B5EF4-FFF2-40B4-BE49-F238E27FC236}">
                      <a16:creationId xmlns:a16="http://schemas.microsoft.com/office/drawing/2014/main" id="{B5995303-7958-5E4E-93D3-B79CAB3C1B3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1" name="Freeform 256">
                  <a:extLst>
                    <a:ext uri="{FF2B5EF4-FFF2-40B4-BE49-F238E27FC236}">
                      <a16:creationId xmlns:a16="http://schemas.microsoft.com/office/drawing/2014/main" id="{0F01DF90-0EC3-5C4C-94BE-E70EF6005A02}"/>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65" name="Group 257">
                <a:extLst>
                  <a:ext uri="{FF2B5EF4-FFF2-40B4-BE49-F238E27FC236}">
                    <a16:creationId xmlns:a16="http://schemas.microsoft.com/office/drawing/2014/main" id="{03BEF638-B39D-8641-B01D-1C04FEDC80C0}"/>
                  </a:ext>
                </a:extLst>
              </p:cNvPr>
              <p:cNvGrpSpPr>
                <a:grpSpLocks/>
              </p:cNvGrpSpPr>
              <p:nvPr/>
            </p:nvGrpSpPr>
            <p:grpSpPr bwMode="auto">
              <a:xfrm>
                <a:off x="1373" y="2590"/>
                <a:ext cx="302" cy="114"/>
                <a:chOff x="1373" y="2590"/>
                <a:chExt cx="302" cy="114"/>
              </a:xfrm>
            </p:grpSpPr>
            <p:sp>
              <p:nvSpPr>
                <p:cNvPr id="107766" name="Freeform 258">
                  <a:extLst>
                    <a:ext uri="{FF2B5EF4-FFF2-40B4-BE49-F238E27FC236}">
                      <a16:creationId xmlns:a16="http://schemas.microsoft.com/office/drawing/2014/main" id="{38CC8D85-F9F8-064C-B365-C8A8694BBB9A}"/>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7" name="Freeform 259">
                  <a:extLst>
                    <a:ext uri="{FF2B5EF4-FFF2-40B4-BE49-F238E27FC236}">
                      <a16:creationId xmlns:a16="http://schemas.microsoft.com/office/drawing/2014/main" id="{C7C4B113-EA31-3447-AE67-0AC0D69F5090}"/>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8" name="Freeform 260">
                  <a:extLst>
                    <a:ext uri="{FF2B5EF4-FFF2-40B4-BE49-F238E27FC236}">
                      <a16:creationId xmlns:a16="http://schemas.microsoft.com/office/drawing/2014/main" id="{92964333-64AA-0443-B5D4-8A1213E1E53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9" name="Freeform 261">
                  <a:extLst>
                    <a:ext uri="{FF2B5EF4-FFF2-40B4-BE49-F238E27FC236}">
                      <a16:creationId xmlns:a16="http://schemas.microsoft.com/office/drawing/2014/main" id="{01575625-7082-2442-AF5F-DD627053379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0" name="Freeform 262">
                  <a:extLst>
                    <a:ext uri="{FF2B5EF4-FFF2-40B4-BE49-F238E27FC236}">
                      <a16:creationId xmlns:a16="http://schemas.microsoft.com/office/drawing/2014/main" id="{7272A83B-A789-CF4A-9F66-F2707CF05AF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1" name="Freeform 263">
                  <a:extLst>
                    <a:ext uri="{FF2B5EF4-FFF2-40B4-BE49-F238E27FC236}">
                      <a16:creationId xmlns:a16="http://schemas.microsoft.com/office/drawing/2014/main" id="{B2A4AF1F-F3D8-174B-94EB-A8B82AAC938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2" name="Freeform 264">
                  <a:extLst>
                    <a:ext uri="{FF2B5EF4-FFF2-40B4-BE49-F238E27FC236}">
                      <a16:creationId xmlns:a16="http://schemas.microsoft.com/office/drawing/2014/main" id="{27A14784-9F57-C845-A1C9-0D7B67C31BCC}"/>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3" name="Freeform 265">
                  <a:extLst>
                    <a:ext uri="{FF2B5EF4-FFF2-40B4-BE49-F238E27FC236}">
                      <a16:creationId xmlns:a16="http://schemas.microsoft.com/office/drawing/2014/main" id="{A629AD8F-925B-9B44-BD93-88A303D2726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62" name="Line 266">
              <a:extLst>
                <a:ext uri="{FF2B5EF4-FFF2-40B4-BE49-F238E27FC236}">
                  <a16:creationId xmlns:a16="http://schemas.microsoft.com/office/drawing/2014/main" id="{0CB17BA5-1835-774F-9285-1395621F6F2B}"/>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63" name="Line 267">
              <a:extLst>
                <a:ext uri="{FF2B5EF4-FFF2-40B4-BE49-F238E27FC236}">
                  <a16:creationId xmlns:a16="http://schemas.microsoft.com/office/drawing/2014/main" id="{F2F28251-8EDC-744D-AD97-30CF4A1DD5E4}"/>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7581" name="Group 268">
            <a:extLst>
              <a:ext uri="{FF2B5EF4-FFF2-40B4-BE49-F238E27FC236}">
                <a16:creationId xmlns:a16="http://schemas.microsoft.com/office/drawing/2014/main" id="{5085D949-D21D-6749-85D4-6A2118857D69}"/>
              </a:ext>
            </a:extLst>
          </p:cNvPr>
          <p:cNvGrpSpPr>
            <a:grpSpLocks/>
          </p:cNvGrpSpPr>
          <p:nvPr/>
        </p:nvGrpSpPr>
        <p:grpSpPr bwMode="auto">
          <a:xfrm>
            <a:off x="4987529" y="3289698"/>
            <a:ext cx="486965" cy="288131"/>
            <a:chOff x="3488" y="2569"/>
            <a:chExt cx="439" cy="262"/>
          </a:xfrm>
        </p:grpSpPr>
        <p:sp>
          <p:nvSpPr>
            <p:cNvPr id="107732" name="Oval 269">
              <a:extLst>
                <a:ext uri="{FF2B5EF4-FFF2-40B4-BE49-F238E27FC236}">
                  <a16:creationId xmlns:a16="http://schemas.microsoft.com/office/drawing/2014/main" id="{F25768B4-44A3-1C4E-A68D-DE86DDE07F9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3" name="Rectangle 270">
              <a:extLst>
                <a:ext uri="{FF2B5EF4-FFF2-40B4-BE49-F238E27FC236}">
                  <a16:creationId xmlns:a16="http://schemas.microsoft.com/office/drawing/2014/main" id="{5F4EB78E-5038-6442-8666-87507E5BCE1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4" name="Rectangle 271">
              <a:extLst>
                <a:ext uri="{FF2B5EF4-FFF2-40B4-BE49-F238E27FC236}">
                  <a16:creationId xmlns:a16="http://schemas.microsoft.com/office/drawing/2014/main" id="{4F0C2909-9CAD-ED4B-8598-32C4E5C0A0D9}"/>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5" name="Oval 272">
              <a:extLst>
                <a:ext uri="{FF2B5EF4-FFF2-40B4-BE49-F238E27FC236}">
                  <a16:creationId xmlns:a16="http://schemas.microsoft.com/office/drawing/2014/main" id="{42EF4FD3-D995-5A46-A56D-A8D57DD5C988}"/>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36" name="Group 273">
              <a:extLst>
                <a:ext uri="{FF2B5EF4-FFF2-40B4-BE49-F238E27FC236}">
                  <a16:creationId xmlns:a16="http://schemas.microsoft.com/office/drawing/2014/main" id="{BDCCDF7B-C020-9745-9C75-80007255F296}"/>
                </a:ext>
              </a:extLst>
            </p:cNvPr>
            <p:cNvGrpSpPr>
              <a:grpSpLocks/>
            </p:cNvGrpSpPr>
            <p:nvPr/>
          </p:nvGrpSpPr>
          <p:grpSpPr bwMode="auto">
            <a:xfrm>
              <a:off x="3555" y="2587"/>
              <a:ext cx="304" cy="117"/>
              <a:chOff x="3555" y="2587"/>
              <a:chExt cx="304" cy="117"/>
            </a:xfrm>
          </p:grpSpPr>
          <p:grpSp>
            <p:nvGrpSpPr>
              <p:cNvPr id="107739" name="Group 274">
                <a:extLst>
                  <a:ext uri="{FF2B5EF4-FFF2-40B4-BE49-F238E27FC236}">
                    <a16:creationId xmlns:a16="http://schemas.microsoft.com/office/drawing/2014/main" id="{2EBE80FA-37B8-5F42-A0EB-2F7E56F4253B}"/>
                  </a:ext>
                </a:extLst>
              </p:cNvPr>
              <p:cNvGrpSpPr>
                <a:grpSpLocks/>
              </p:cNvGrpSpPr>
              <p:nvPr/>
            </p:nvGrpSpPr>
            <p:grpSpPr bwMode="auto">
              <a:xfrm>
                <a:off x="3555" y="2587"/>
                <a:ext cx="301" cy="115"/>
                <a:chOff x="3555" y="2587"/>
                <a:chExt cx="301" cy="115"/>
              </a:xfrm>
            </p:grpSpPr>
            <p:sp>
              <p:nvSpPr>
                <p:cNvPr id="107749" name="Freeform 275">
                  <a:extLst>
                    <a:ext uri="{FF2B5EF4-FFF2-40B4-BE49-F238E27FC236}">
                      <a16:creationId xmlns:a16="http://schemas.microsoft.com/office/drawing/2014/main" id="{986A63E3-13C4-514F-AEA6-79AE0183071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0" name="Freeform 276">
                  <a:extLst>
                    <a:ext uri="{FF2B5EF4-FFF2-40B4-BE49-F238E27FC236}">
                      <a16:creationId xmlns:a16="http://schemas.microsoft.com/office/drawing/2014/main" id="{B612D735-E3CE-7940-A000-D0D8F874F6A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1" name="Freeform 277">
                  <a:extLst>
                    <a:ext uri="{FF2B5EF4-FFF2-40B4-BE49-F238E27FC236}">
                      <a16:creationId xmlns:a16="http://schemas.microsoft.com/office/drawing/2014/main" id="{C81A646A-B8C7-F146-A0CF-99724ACEE57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2" name="Freeform 278">
                  <a:extLst>
                    <a:ext uri="{FF2B5EF4-FFF2-40B4-BE49-F238E27FC236}">
                      <a16:creationId xmlns:a16="http://schemas.microsoft.com/office/drawing/2014/main" id="{0F3D6BBC-B2DD-FD42-B841-6F6F5028B64C}"/>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3" name="Freeform 279">
                  <a:extLst>
                    <a:ext uri="{FF2B5EF4-FFF2-40B4-BE49-F238E27FC236}">
                      <a16:creationId xmlns:a16="http://schemas.microsoft.com/office/drawing/2014/main" id="{80781C2B-D92B-6A44-A2C0-BECD55B5C464}"/>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4" name="Freeform 280">
                  <a:extLst>
                    <a:ext uri="{FF2B5EF4-FFF2-40B4-BE49-F238E27FC236}">
                      <a16:creationId xmlns:a16="http://schemas.microsoft.com/office/drawing/2014/main" id="{B4F506BA-954B-3740-B647-37332267F6FB}"/>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5" name="Freeform 281">
                  <a:extLst>
                    <a:ext uri="{FF2B5EF4-FFF2-40B4-BE49-F238E27FC236}">
                      <a16:creationId xmlns:a16="http://schemas.microsoft.com/office/drawing/2014/main" id="{E25A492B-4ADD-D446-A992-3C0516AF4446}"/>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6" name="Freeform 282">
                  <a:extLst>
                    <a:ext uri="{FF2B5EF4-FFF2-40B4-BE49-F238E27FC236}">
                      <a16:creationId xmlns:a16="http://schemas.microsoft.com/office/drawing/2014/main" id="{C7C93434-78E6-924B-A087-37375DBF778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40" name="Group 283">
                <a:extLst>
                  <a:ext uri="{FF2B5EF4-FFF2-40B4-BE49-F238E27FC236}">
                    <a16:creationId xmlns:a16="http://schemas.microsoft.com/office/drawing/2014/main" id="{63080BCA-7B62-B241-AFC8-42616F3741BF}"/>
                  </a:ext>
                </a:extLst>
              </p:cNvPr>
              <p:cNvGrpSpPr>
                <a:grpSpLocks/>
              </p:cNvGrpSpPr>
              <p:nvPr/>
            </p:nvGrpSpPr>
            <p:grpSpPr bwMode="auto">
              <a:xfrm>
                <a:off x="3557" y="2590"/>
                <a:ext cx="302" cy="114"/>
                <a:chOff x="3557" y="2590"/>
                <a:chExt cx="302" cy="114"/>
              </a:xfrm>
            </p:grpSpPr>
            <p:sp>
              <p:nvSpPr>
                <p:cNvPr id="107741" name="Freeform 284">
                  <a:extLst>
                    <a:ext uri="{FF2B5EF4-FFF2-40B4-BE49-F238E27FC236}">
                      <a16:creationId xmlns:a16="http://schemas.microsoft.com/office/drawing/2014/main" id="{7A6AF9C7-4927-3E4C-B3FB-FFE25421B9D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2" name="Freeform 285">
                  <a:extLst>
                    <a:ext uri="{FF2B5EF4-FFF2-40B4-BE49-F238E27FC236}">
                      <a16:creationId xmlns:a16="http://schemas.microsoft.com/office/drawing/2014/main" id="{A3681310-C6B7-C548-A1CF-6D35E6C08A5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3" name="Freeform 286">
                  <a:extLst>
                    <a:ext uri="{FF2B5EF4-FFF2-40B4-BE49-F238E27FC236}">
                      <a16:creationId xmlns:a16="http://schemas.microsoft.com/office/drawing/2014/main" id="{2844961C-FB43-1D43-8EFB-E7D327C44F0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4" name="Freeform 287">
                  <a:extLst>
                    <a:ext uri="{FF2B5EF4-FFF2-40B4-BE49-F238E27FC236}">
                      <a16:creationId xmlns:a16="http://schemas.microsoft.com/office/drawing/2014/main" id="{34B41D5C-07BB-EE46-8C1D-099CF122217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5" name="Freeform 288">
                  <a:extLst>
                    <a:ext uri="{FF2B5EF4-FFF2-40B4-BE49-F238E27FC236}">
                      <a16:creationId xmlns:a16="http://schemas.microsoft.com/office/drawing/2014/main" id="{3A4B737B-7C5F-084D-B09A-7EAD1D0DED5A}"/>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6" name="Freeform 289">
                  <a:extLst>
                    <a:ext uri="{FF2B5EF4-FFF2-40B4-BE49-F238E27FC236}">
                      <a16:creationId xmlns:a16="http://schemas.microsoft.com/office/drawing/2014/main" id="{8B02582A-978E-6341-BA97-DEFC2B8DACDC}"/>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7" name="Freeform 290">
                  <a:extLst>
                    <a:ext uri="{FF2B5EF4-FFF2-40B4-BE49-F238E27FC236}">
                      <a16:creationId xmlns:a16="http://schemas.microsoft.com/office/drawing/2014/main" id="{E97BC277-491B-CC41-8103-00A2BE8D88A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8" name="Freeform 291">
                  <a:extLst>
                    <a:ext uri="{FF2B5EF4-FFF2-40B4-BE49-F238E27FC236}">
                      <a16:creationId xmlns:a16="http://schemas.microsoft.com/office/drawing/2014/main" id="{CA98B315-C7C5-6649-B9F6-7ECABBF25E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37" name="Line 292">
              <a:extLst>
                <a:ext uri="{FF2B5EF4-FFF2-40B4-BE49-F238E27FC236}">
                  <a16:creationId xmlns:a16="http://schemas.microsoft.com/office/drawing/2014/main" id="{610623E2-179F-CA4C-9C45-19917708A790}"/>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38" name="Line 293">
              <a:extLst>
                <a:ext uri="{FF2B5EF4-FFF2-40B4-BE49-F238E27FC236}">
                  <a16:creationId xmlns:a16="http://schemas.microsoft.com/office/drawing/2014/main" id="{F83AEF06-337B-2A4A-9ADA-A44B005E6FC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82" name="Oval 294">
            <a:extLst>
              <a:ext uri="{FF2B5EF4-FFF2-40B4-BE49-F238E27FC236}">
                <a16:creationId xmlns:a16="http://schemas.microsoft.com/office/drawing/2014/main" id="{B25BB8E0-396E-6A47-9D55-915785199A08}"/>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3" name="Oval 295">
            <a:extLst>
              <a:ext uri="{FF2B5EF4-FFF2-40B4-BE49-F238E27FC236}">
                <a16:creationId xmlns:a16="http://schemas.microsoft.com/office/drawing/2014/main" id="{B6040641-681B-614E-A7FF-089B61E8CAC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4" name="Oval 296">
            <a:extLst>
              <a:ext uri="{FF2B5EF4-FFF2-40B4-BE49-F238E27FC236}">
                <a16:creationId xmlns:a16="http://schemas.microsoft.com/office/drawing/2014/main" id="{BACB03BD-44BB-C444-A990-8B9FE3DB58CA}"/>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5" name="Oval 297">
            <a:extLst>
              <a:ext uri="{FF2B5EF4-FFF2-40B4-BE49-F238E27FC236}">
                <a16:creationId xmlns:a16="http://schemas.microsoft.com/office/drawing/2014/main" id="{F0757F45-D84B-A04D-879B-1A35767102C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6" name="Oval 298">
            <a:extLst>
              <a:ext uri="{FF2B5EF4-FFF2-40B4-BE49-F238E27FC236}">
                <a16:creationId xmlns:a16="http://schemas.microsoft.com/office/drawing/2014/main" id="{57346E57-8A0E-1440-98B0-B600F1BB8822}"/>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7" name="Oval 299">
            <a:extLst>
              <a:ext uri="{FF2B5EF4-FFF2-40B4-BE49-F238E27FC236}">
                <a16:creationId xmlns:a16="http://schemas.microsoft.com/office/drawing/2014/main" id="{2F43F3DE-00C3-3640-9D63-59CFFDE6519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8" name="Rectangle 300">
            <a:extLst>
              <a:ext uri="{FF2B5EF4-FFF2-40B4-BE49-F238E27FC236}">
                <a16:creationId xmlns:a16="http://schemas.microsoft.com/office/drawing/2014/main" id="{015599CD-5EED-FE49-999D-FF56E1B64AE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9" name="Rectangle 301">
            <a:extLst>
              <a:ext uri="{FF2B5EF4-FFF2-40B4-BE49-F238E27FC236}">
                <a16:creationId xmlns:a16="http://schemas.microsoft.com/office/drawing/2014/main" id="{E90A8152-55B7-B94C-BF88-915D60D12FE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7590" name="Rectangle 302">
            <a:extLst>
              <a:ext uri="{FF2B5EF4-FFF2-40B4-BE49-F238E27FC236}">
                <a16:creationId xmlns:a16="http://schemas.microsoft.com/office/drawing/2014/main" id="{C39A4308-3C45-E740-BA99-1AFCC7487C51}"/>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1" name="Rectangle 303">
            <a:extLst>
              <a:ext uri="{FF2B5EF4-FFF2-40B4-BE49-F238E27FC236}">
                <a16:creationId xmlns:a16="http://schemas.microsoft.com/office/drawing/2014/main" id="{32C1C361-5B2E-DE40-9569-E6199D512CF8}"/>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7592" name="Rectangle 304">
            <a:extLst>
              <a:ext uri="{FF2B5EF4-FFF2-40B4-BE49-F238E27FC236}">
                <a16:creationId xmlns:a16="http://schemas.microsoft.com/office/drawing/2014/main" id="{D05ABF5C-2DEE-0C4E-B3F3-221ACAC4AD7A}"/>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3" name="Rectangle 305">
            <a:extLst>
              <a:ext uri="{FF2B5EF4-FFF2-40B4-BE49-F238E27FC236}">
                <a16:creationId xmlns:a16="http://schemas.microsoft.com/office/drawing/2014/main" id="{6E79E824-5E77-1640-B490-DF06FD583598}"/>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7594" name="Rectangle 306">
            <a:extLst>
              <a:ext uri="{FF2B5EF4-FFF2-40B4-BE49-F238E27FC236}">
                <a16:creationId xmlns:a16="http://schemas.microsoft.com/office/drawing/2014/main" id="{34F3DEAA-233A-6847-B254-E821C1F6BF3A}"/>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5" name="Rectangle 307">
            <a:extLst>
              <a:ext uri="{FF2B5EF4-FFF2-40B4-BE49-F238E27FC236}">
                <a16:creationId xmlns:a16="http://schemas.microsoft.com/office/drawing/2014/main" id="{7263F351-C8DE-EA46-B87C-5308A7C44D1F}"/>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7596" name="Rectangle 308">
            <a:extLst>
              <a:ext uri="{FF2B5EF4-FFF2-40B4-BE49-F238E27FC236}">
                <a16:creationId xmlns:a16="http://schemas.microsoft.com/office/drawing/2014/main" id="{13B1F751-5FFD-B049-8CAA-82D779156B1F}"/>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7" name="Rectangle 309">
            <a:extLst>
              <a:ext uri="{FF2B5EF4-FFF2-40B4-BE49-F238E27FC236}">
                <a16:creationId xmlns:a16="http://schemas.microsoft.com/office/drawing/2014/main" id="{DAEFED98-D515-4A45-AD64-61F348D1F6F7}"/>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7598" name="Rectangle 310">
            <a:extLst>
              <a:ext uri="{FF2B5EF4-FFF2-40B4-BE49-F238E27FC236}">
                <a16:creationId xmlns:a16="http://schemas.microsoft.com/office/drawing/2014/main" id="{AB382942-B232-A54F-8CAA-530E21EF702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9" name="Rectangle 311">
            <a:extLst>
              <a:ext uri="{FF2B5EF4-FFF2-40B4-BE49-F238E27FC236}">
                <a16:creationId xmlns:a16="http://schemas.microsoft.com/office/drawing/2014/main" id="{1A5AE17F-1A74-C04C-A5F7-828531594130}"/>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7600" name="Rectangle 312">
            <a:extLst>
              <a:ext uri="{FF2B5EF4-FFF2-40B4-BE49-F238E27FC236}">
                <a16:creationId xmlns:a16="http://schemas.microsoft.com/office/drawing/2014/main" id="{8DAD2431-CF36-C644-BCFE-8E0227C0BEF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1" name="Rectangle 313">
            <a:extLst>
              <a:ext uri="{FF2B5EF4-FFF2-40B4-BE49-F238E27FC236}">
                <a16:creationId xmlns:a16="http://schemas.microsoft.com/office/drawing/2014/main" id="{486849D2-711B-2044-9B8D-A7F9FAB7FD6A}"/>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7602" name="Rectangle 314">
            <a:extLst>
              <a:ext uri="{FF2B5EF4-FFF2-40B4-BE49-F238E27FC236}">
                <a16:creationId xmlns:a16="http://schemas.microsoft.com/office/drawing/2014/main" id="{2F29986A-96AB-304B-881F-903A6BD8A05A}"/>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3" name="Rectangle 315">
            <a:extLst>
              <a:ext uri="{FF2B5EF4-FFF2-40B4-BE49-F238E27FC236}">
                <a16:creationId xmlns:a16="http://schemas.microsoft.com/office/drawing/2014/main" id="{CBB1A0D3-E777-7848-AF86-F8E4C6200C28}"/>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7604" name="Rectangle 316">
            <a:extLst>
              <a:ext uri="{FF2B5EF4-FFF2-40B4-BE49-F238E27FC236}">
                <a16:creationId xmlns:a16="http://schemas.microsoft.com/office/drawing/2014/main" id="{1EECCF4A-40DB-1846-ACFB-3D8DD100A11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5" name="Rectangle 317">
            <a:extLst>
              <a:ext uri="{FF2B5EF4-FFF2-40B4-BE49-F238E27FC236}">
                <a16:creationId xmlns:a16="http://schemas.microsoft.com/office/drawing/2014/main" id="{683F8D57-A747-1344-9F1E-2D50054CB1D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7606" name="Oval 318">
            <a:extLst>
              <a:ext uri="{FF2B5EF4-FFF2-40B4-BE49-F238E27FC236}">
                <a16:creationId xmlns:a16="http://schemas.microsoft.com/office/drawing/2014/main" id="{79D14D4E-87A5-FB49-BFDB-5FE67B16B174}"/>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7" name="Oval 319">
            <a:extLst>
              <a:ext uri="{FF2B5EF4-FFF2-40B4-BE49-F238E27FC236}">
                <a16:creationId xmlns:a16="http://schemas.microsoft.com/office/drawing/2014/main" id="{585BA895-3B86-B741-AFD9-0F67C6D2A2DA}"/>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8" name="Oval 320">
            <a:extLst>
              <a:ext uri="{FF2B5EF4-FFF2-40B4-BE49-F238E27FC236}">
                <a16:creationId xmlns:a16="http://schemas.microsoft.com/office/drawing/2014/main" id="{AEB58767-B98C-FF42-8848-6D7E4B3810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9" name="Rectangle 321">
            <a:extLst>
              <a:ext uri="{FF2B5EF4-FFF2-40B4-BE49-F238E27FC236}">
                <a16:creationId xmlns:a16="http://schemas.microsoft.com/office/drawing/2014/main" id="{EFD2487E-8AF7-704A-BF8A-CFD287F9A25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0" name="Rectangle 322">
            <a:extLst>
              <a:ext uri="{FF2B5EF4-FFF2-40B4-BE49-F238E27FC236}">
                <a16:creationId xmlns:a16="http://schemas.microsoft.com/office/drawing/2014/main" id="{B9DDC50D-249E-784F-B0B8-2E0176EB84F7}"/>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1" name="Rectangle 323">
            <a:extLst>
              <a:ext uri="{FF2B5EF4-FFF2-40B4-BE49-F238E27FC236}">
                <a16:creationId xmlns:a16="http://schemas.microsoft.com/office/drawing/2014/main" id="{1A5FDDB8-A1E7-264F-92CD-24EAF4C54868}"/>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2" name="Rectangle 324">
            <a:extLst>
              <a:ext uri="{FF2B5EF4-FFF2-40B4-BE49-F238E27FC236}">
                <a16:creationId xmlns:a16="http://schemas.microsoft.com/office/drawing/2014/main" id="{FAA4FDA4-EC28-6B40-A546-FF21C66D17C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13" name="Rectangle 325">
            <a:extLst>
              <a:ext uri="{FF2B5EF4-FFF2-40B4-BE49-F238E27FC236}">
                <a16:creationId xmlns:a16="http://schemas.microsoft.com/office/drawing/2014/main" id="{F34E70EA-E479-8A4B-8D85-D5EF4A726E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4" name="Rectangle 326">
            <a:extLst>
              <a:ext uri="{FF2B5EF4-FFF2-40B4-BE49-F238E27FC236}">
                <a16:creationId xmlns:a16="http://schemas.microsoft.com/office/drawing/2014/main" id="{9587100A-7187-DC41-983D-1D7D0176E40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7615" name="Rectangle 327">
            <a:extLst>
              <a:ext uri="{FF2B5EF4-FFF2-40B4-BE49-F238E27FC236}">
                <a16:creationId xmlns:a16="http://schemas.microsoft.com/office/drawing/2014/main" id="{EE1180F8-6DDF-DC46-8A92-62621D47763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6" name="Rectangle 328">
            <a:extLst>
              <a:ext uri="{FF2B5EF4-FFF2-40B4-BE49-F238E27FC236}">
                <a16:creationId xmlns:a16="http://schemas.microsoft.com/office/drawing/2014/main" id="{AE8F539E-704B-8746-93EE-A118895A2ED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7" name="Rectangle 329">
            <a:extLst>
              <a:ext uri="{FF2B5EF4-FFF2-40B4-BE49-F238E27FC236}">
                <a16:creationId xmlns:a16="http://schemas.microsoft.com/office/drawing/2014/main" id="{789C2AC5-9165-224E-970D-D34C647B4FFA}"/>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8" name="Rectangle 330">
            <a:extLst>
              <a:ext uri="{FF2B5EF4-FFF2-40B4-BE49-F238E27FC236}">
                <a16:creationId xmlns:a16="http://schemas.microsoft.com/office/drawing/2014/main" id="{3BA9DF05-BDAC-5C46-B4BE-1D4AB74FABA8}"/>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9" name="Rectangle 331">
            <a:extLst>
              <a:ext uri="{FF2B5EF4-FFF2-40B4-BE49-F238E27FC236}">
                <a16:creationId xmlns:a16="http://schemas.microsoft.com/office/drawing/2014/main" id="{4D1EFE09-45D4-D14A-A99A-A957F620702D}"/>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20" name="Rectangle 332">
            <a:extLst>
              <a:ext uri="{FF2B5EF4-FFF2-40B4-BE49-F238E27FC236}">
                <a16:creationId xmlns:a16="http://schemas.microsoft.com/office/drawing/2014/main" id="{804EA163-02F6-7E4C-A972-08BD8390177D}"/>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1" name="Rectangle 333">
            <a:extLst>
              <a:ext uri="{FF2B5EF4-FFF2-40B4-BE49-F238E27FC236}">
                <a16:creationId xmlns:a16="http://schemas.microsoft.com/office/drawing/2014/main" id="{045066CD-8E1D-3342-AD3D-8C363FCA491C}"/>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22" name="Rectangle 334">
            <a:extLst>
              <a:ext uri="{FF2B5EF4-FFF2-40B4-BE49-F238E27FC236}">
                <a16:creationId xmlns:a16="http://schemas.microsoft.com/office/drawing/2014/main" id="{F850128D-DC2F-3346-B554-CE957C2B235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7623" name="Rectangle 335">
            <a:extLst>
              <a:ext uri="{FF2B5EF4-FFF2-40B4-BE49-F238E27FC236}">
                <a16:creationId xmlns:a16="http://schemas.microsoft.com/office/drawing/2014/main" id="{91F676C0-F220-9340-8B0D-15DB7318498C}"/>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4" name="Rectangle 336">
            <a:extLst>
              <a:ext uri="{FF2B5EF4-FFF2-40B4-BE49-F238E27FC236}">
                <a16:creationId xmlns:a16="http://schemas.microsoft.com/office/drawing/2014/main" id="{C8452BA9-DE2F-F549-BDF6-3D8B956DD34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7625" name="Rectangle 337">
            <a:extLst>
              <a:ext uri="{FF2B5EF4-FFF2-40B4-BE49-F238E27FC236}">
                <a16:creationId xmlns:a16="http://schemas.microsoft.com/office/drawing/2014/main" id="{C383E03B-70DD-C84B-B7A5-369ED330C933}"/>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6" name="Rectangle 338">
            <a:extLst>
              <a:ext uri="{FF2B5EF4-FFF2-40B4-BE49-F238E27FC236}">
                <a16:creationId xmlns:a16="http://schemas.microsoft.com/office/drawing/2014/main" id="{56CBBD70-6099-6C48-AFA4-AF8BF335AA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7627" name="Line 339">
            <a:extLst>
              <a:ext uri="{FF2B5EF4-FFF2-40B4-BE49-F238E27FC236}">
                <a16:creationId xmlns:a16="http://schemas.microsoft.com/office/drawing/2014/main" id="{3505E24E-F17F-BD4C-BD53-57C87F40B65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8" name="Rectangle 340">
            <a:extLst>
              <a:ext uri="{FF2B5EF4-FFF2-40B4-BE49-F238E27FC236}">
                <a16:creationId xmlns:a16="http://schemas.microsoft.com/office/drawing/2014/main" id="{7BAD2EE3-ACD8-7F4D-AE8B-FF3A8F12965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7629" name="Picture 341">
            <a:extLst>
              <a:ext uri="{FF2B5EF4-FFF2-40B4-BE49-F238E27FC236}">
                <a16:creationId xmlns:a16="http://schemas.microsoft.com/office/drawing/2014/main" id="{E3CC98B4-00FE-F44B-A3BF-E4B3F4721C6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30" name="Line 342">
            <a:extLst>
              <a:ext uri="{FF2B5EF4-FFF2-40B4-BE49-F238E27FC236}">
                <a16:creationId xmlns:a16="http://schemas.microsoft.com/office/drawing/2014/main" id="{E9188D98-F520-0E42-B197-EEADE7F23D65}"/>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1" name="Line 343">
            <a:extLst>
              <a:ext uri="{FF2B5EF4-FFF2-40B4-BE49-F238E27FC236}">
                <a16:creationId xmlns:a16="http://schemas.microsoft.com/office/drawing/2014/main" id="{DDEF8488-83BC-2148-9447-2BFA67050C8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2" name="Line 344">
            <a:extLst>
              <a:ext uri="{FF2B5EF4-FFF2-40B4-BE49-F238E27FC236}">
                <a16:creationId xmlns:a16="http://schemas.microsoft.com/office/drawing/2014/main" id="{903D9008-CC65-A94D-9C5B-3EA8CDD029E1}"/>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3" name="Oval 345">
            <a:extLst>
              <a:ext uri="{FF2B5EF4-FFF2-40B4-BE49-F238E27FC236}">
                <a16:creationId xmlns:a16="http://schemas.microsoft.com/office/drawing/2014/main" id="{408812A7-1F21-584C-BA81-950B48DF6BDD}"/>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34" name="Rectangle 346">
            <a:extLst>
              <a:ext uri="{FF2B5EF4-FFF2-40B4-BE49-F238E27FC236}">
                <a16:creationId xmlns:a16="http://schemas.microsoft.com/office/drawing/2014/main" id="{1743FB64-26B8-C444-B61F-07497F1E3D66}"/>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35" name="Rectangle 347">
            <a:extLst>
              <a:ext uri="{FF2B5EF4-FFF2-40B4-BE49-F238E27FC236}">
                <a16:creationId xmlns:a16="http://schemas.microsoft.com/office/drawing/2014/main" id="{0596F6D3-D6D3-2B42-A276-54193C88367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636" name="Line 348">
            <a:extLst>
              <a:ext uri="{FF2B5EF4-FFF2-40B4-BE49-F238E27FC236}">
                <a16:creationId xmlns:a16="http://schemas.microsoft.com/office/drawing/2014/main" id="{FDF659D6-9312-2E4B-87B7-0CCF6AB292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7" name="Rectangle 349">
            <a:extLst>
              <a:ext uri="{FF2B5EF4-FFF2-40B4-BE49-F238E27FC236}">
                <a16:creationId xmlns:a16="http://schemas.microsoft.com/office/drawing/2014/main" id="{ADD007EA-0D31-F948-B922-149792BE9A79}"/>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7638" name="Line 350">
            <a:extLst>
              <a:ext uri="{FF2B5EF4-FFF2-40B4-BE49-F238E27FC236}">
                <a16:creationId xmlns:a16="http://schemas.microsoft.com/office/drawing/2014/main" id="{52CB2A11-95FB-5940-B241-27BDD1677F48}"/>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7639" name="Line 351">
            <a:extLst>
              <a:ext uri="{FF2B5EF4-FFF2-40B4-BE49-F238E27FC236}">
                <a16:creationId xmlns:a16="http://schemas.microsoft.com/office/drawing/2014/main" id="{993D9FE1-F5DC-554D-8F10-26D1F62DA0D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0" name="Oval 352">
            <a:extLst>
              <a:ext uri="{FF2B5EF4-FFF2-40B4-BE49-F238E27FC236}">
                <a16:creationId xmlns:a16="http://schemas.microsoft.com/office/drawing/2014/main" id="{4ECC9A84-7BC2-DA48-B5AD-EC4D7EFDDC3E}"/>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1" name="Group 353">
            <a:extLst>
              <a:ext uri="{FF2B5EF4-FFF2-40B4-BE49-F238E27FC236}">
                <a16:creationId xmlns:a16="http://schemas.microsoft.com/office/drawing/2014/main" id="{C9998195-1E9D-DF48-9BCE-E252F60EBA59}"/>
              </a:ext>
            </a:extLst>
          </p:cNvPr>
          <p:cNvGrpSpPr>
            <a:grpSpLocks/>
          </p:cNvGrpSpPr>
          <p:nvPr/>
        </p:nvGrpSpPr>
        <p:grpSpPr bwMode="auto">
          <a:xfrm>
            <a:off x="3471863" y="673894"/>
            <a:ext cx="379810" cy="385763"/>
            <a:chOff x="1813" y="593"/>
            <a:chExt cx="343" cy="352"/>
          </a:xfrm>
        </p:grpSpPr>
        <p:grpSp>
          <p:nvGrpSpPr>
            <p:cNvPr id="107706" name="Group 354">
              <a:extLst>
                <a:ext uri="{FF2B5EF4-FFF2-40B4-BE49-F238E27FC236}">
                  <a16:creationId xmlns:a16="http://schemas.microsoft.com/office/drawing/2014/main" id="{80B417D2-9372-2846-B48A-CC0376C3B969}"/>
                </a:ext>
              </a:extLst>
            </p:cNvPr>
            <p:cNvGrpSpPr>
              <a:grpSpLocks/>
            </p:cNvGrpSpPr>
            <p:nvPr/>
          </p:nvGrpSpPr>
          <p:grpSpPr bwMode="auto">
            <a:xfrm>
              <a:off x="1821" y="599"/>
              <a:ext cx="335" cy="346"/>
              <a:chOff x="1821" y="599"/>
              <a:chExt cx="335" cy="346"/>
            </a:xfrm>
          </p:grpSpPr>
          <p:sp>
            <p:nvSpPr>
              <p:cNvPr id="107720" name="Freeform 355">
                <a:extLst>
                  <a:ext uri="{FF2B5EF4-FFF2-40B4-BE49-F238E27FC236}">
                    <a16:creationId xmlns:a16="http://schemas.microsoft.com/office/drawing/2014/main" id="{95C68CDA-5AAF-4043-AF8D-1AFFA5FD82D3}"/>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1" name="Freeform 356">
                <a:extLst>
                  <a:ext uri="{FF2B5EF4-FFF2-40B4-BE49-F238E27FC236}">
                    <a16:creationId xmlns:a16="http://schemas.microsoft.com/office/drawing/2014/main" id="{A098E4AF-3852-3348-A386-E1FA93FF4C0A}"/>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2" name="Freeform 357">
                <a:extLst>
                  <a:ext uri="{FF2B5EF4-FFF2-40B4-BE49-F238E27FC236}">
                    <a16:creationId xmlns:a16="http://schemas.microsoft.com/office/drawing/2014/main" id="{5B48BD94-562C-B54F-BBCD-CC1997A2C79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3" name="Freeform 358">
                <a:extLst>
                  <a:ext uri="{FF2B5EF4-FFF2-40B4-BE49-F238E27FC236}">
                    <a16:creationId xmlns:a16="http://schemas.microsoft.com/office/drawing/2014/main" id="{C77868A8-69DE-E243-B601-DB299131D448}"/>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4" name="Rectangle 359">
                <a:extLst>
                  <a:ext uri="{FF2B5EF4-FFF2-40B4-BE49-F238E27FC236}">
                    <a16:creationId xmlns:a16="http://schemas.microsoft.com/office/drawing/2014/main" id="{050CB299-F107-0840-812C-28012F290F39}"/>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5" name="Rectangle 360">
                <a:extLst>
                  <a:ext uri="{FF2B5EF4-FFF2-40B4-BE49-F238E27FC236}">
                    <a16:creationId xmlns:a16="http://schemas.microsoft.com/office/drawing/2014/main" id="{F22113BF-86C1-2B42-B211-08246D6721FA}"/>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6" name="Rectangle 361">
                <a:extLst>
                  <a:ext uri="{FF2B5EF4-FFF2-40B4-BE49-F238E27FC236}">
                    <a16:creationId xmlns:a16="http://schemas.microsoft.com/office/drawing/2014/main" id="{0A39AD49-2995-D64F-B55F-73BD15601DE7}"/>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7" name="Line 362">
                <a:extLst>
                  <a:ext uri="{FF2B5EF4-FFF2-40B4-BE49-F238E27FC236}">
                    <a16:creationId xmlns:a16="http://schemas.microsoft.com/office/drawing/2014/main" id="{0070B98B-A6E2-C845-9BB4-F2A1B71B1F7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28" name="Group 363">
                <a:extLst>
                  <a:ext uri="{FF2B5EF4-FFF2-40B4-BE49-F238E27FC236}">
                    <a16:creationId xmlns:a16="http://schemas.microsoft.com/office/drawing/2014/main" id="{BCE264B3-F6FB-A14C-B85C-3CFA1BC0EDF7}"/>
                  </a:ext>
                </a:extLst>
              </p:cNvPr>
              <p:cNvGrpSpPr>
                <a:grpSpLocks/>
              </p:cNvGrpSpPr>
              <p:nvPr/>
            </p:nvGrpSpPr>
            <p:grpSpPr bwMode="auto">
              <a:xfrm>
                <a:off x="1821" y="895"/>
                <a:ext cx="335" cy="50"/>
                <a:chOff x="1821" y="895"/>
                <a:chExt cx="335" cy="50"/>
              </a:xfrm>
            </p:grpSpPr>
            <p:sp>
              <p:nvSpPr>
                <p:cNvPr id="107729" name="Freeform 364">
                  <a:extLst>
                    <a:ext uri="{FF2B5EF4-FFF2-40B4-BE49-F238E27FC236}">
                      <a16:creationId xmlns:a16="http://schemas.microsoft.com/office/drawing/2014/main" id="{AD689A62-700C-5048-8486-F6BCCFFAC82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0" name="Freeform 365">
                  <a:extLst>
                    <a:ext uri="{FF2B5EF4-FFF2-40B4-BE49-F238E27FC236}">
                      <a16:creationId xmlns:a16="http://schemas.microsoft.com/office/drawing/2014/main" id="{78DE6B05-D3D2-EA44-A765-453BB2BE77A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1" name="Rectangle 366">
                  <a:extLst>
                    <a:ext uri="{FF2B5EF4-FFF2-40B4-BE49-F238E27FC236}">
                      <a16:creationId xmlns:a16="http://schemas.microsoft.com/office/drawing/2014/main" id="{841885E9-8CE9-BF47-A388-736648DDDCF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707" name="Group 367">
              <a:extLst>
                <a:ext uri="{FF2B5EF4-FFF2-40B4-BE49-F238E27FC236}">
                  <a16:creationId xmlns:a16="http://schemas.microsoft.com/office/drawing/2014/main" id="{64E9DB9B-9699-7E43-B728-C0204B4102D4}"/>
                </a:ext>
              </a:extLst>
            </p:cNvPr>
            <p:cNvGrpSpPr>
              <a:grpSpLocks/>
            </p:cNvGrpSpPr>
            <p:nvPr/>
          </p:nvGrpSpPr>
          <p:grpSpPr bwMode="auto">
            <a:xfrm>
              <a:off x="1813" y="593"/>
              <a:ext cx="335" cy="346"/>
              <a:chOff x="1813" y="593"/>
              <a:chExt cx="335" cy="346"/>
            </a:xfrm>
          </p:grpSpPr>
          <p:sp>
            <p:nvSpPr>
              <p:cNvPr id="107708" name="Freeform 368">
                <a:extLst>
                  <a:ext uri="{FF2B5EF4-FFF2-40B4-BE49-F238E27FC236}">
                    <a16:creationId xmlns:a16="http://schemas.microsoft.com/office/drawing/2014/main" id="{5D9BAECF-DB05-8D4B-BCA0-311470382FA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9" name="Freeform 369">
                <a:extLst>
                  <a:ext uri="{FF2B5EF4-FFF2-40B4-BE49-F238E27FC236}">
                    <a16:creationId xmlns:a16="http://schemas.microsoft.com/office/drawing/2014/main" id="{9BE75DAD-ACA0-5B44-9498-0D93D5A465F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0" name="Freeform 370">
                <a:extLst>
                  <a:ext uri="{FF2B5EF4-FFF2-40B4-BE49-F238E27FC236}">
                    <a16:creationId xmlns:a16="http://schemas.microsoft.com/office/drawing/2014/main" id="{37EBBA11-AAD2-234F-8193-E05066A2C65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1" name="Freeform 371">
                <a:extLst>
                  <a:ext uri="{FF2B5EF4-FFF2-40B4-BE49-F238E27FC236}">
                    <a16:creationId xmlns:a16="http://schemas.microsoft.com/office/drawing/2014/main" id="{F47C6904-4C9B-5F40-974E-2965B7A8CA1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2" name="Rectangle 372">
                <a:extLst>
                  <a:ext uri="{FF2B5EF4-FFF2-40B4-BE49-F238E27FC236}">
                    <a16:creationId xmlns:a16="http://schemas.microsoft.com/office/drawing/2014/main" id="{E65B5B84-4B2B-3440-BAE0-79CD2F85FA7E}"/>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3" name="Rectangle 373">
                <a:extLst>
                  <a:ext uri="{FF2B5EF4-FFF2-40B4-BE49-F238E27FC236}">
                    <a16:creationId xmlns:a16="http://schemas.microsoft.com/office/drawing/2014/main" id="{356069B7-360F-404C-8A86-8389464BB12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4" name="Rectangle 374">
                <a:extLst>
                  <a:ext uri="{FF2B5EF4-FFF2-40B4-BE49-F238E27FC236}">
                    <a16:creationId xmlns:a16="http://schemas.microsoft.com/office/drawing/2014/main" id="{28FC7720-4048-D44A-95F3-6DC73394B787}"/>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5" name="Line 375">
                <a:extLst>
                  <a:ext uri="{FF2B5EF4-FFF2-40B4-BE49-F238E27FC236}">
                    <a16:creationId xmlns:a16="http://schemas.microsoft.com/office/drawing/2014/main" id="{8CA45917-A9FC-F24A-91C0-19EE9BC15F83}"/>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16" name="Group 376">
                <a:extLst>
                  <a:ext uri="{FF2B5EF4-FFF2-40B4-BE49-F238E27FC236}">
                    <a16:creationId xmlns:a16="http://schemas.microsoft.com/office/drawing/2014/main" id="{F987483E-82C6-3546-BBEE-7B5D6BC2586D}"/>
                  </a:ext>
                </a:extLst>
              </p:cNvPr>
              <p:cNvGrpSpPr>
                <a:grpSpLocks/>
              </p:cNvGrpSpPr>
              <p:nvPr/>
            </p:nvGrpSpPr>
            <p:grpSpPr bwMode="auto">
              <a:xfrm>
                <a:off x="1813" y="888"/>
                <a:ext cx="335" cy="51"/>
                <a:chOff x="1813" y="888"/>
                <a:chExt cx="335" cy="51"/>
              </a:xfrm>
            </p:grpSpPr>
            <p:sp>
              <p:nvSpPr>
                <p:cNvPr id="107717" name="Freeform 377">
                  <a:extLst>
                    <a:ext uri="{FF2B5EF4-FFF2-40B4-BE49-F238E27FC236}">
                      <a16:creationId xmlns:a16="http://schemas.microsoft.com/office/drawing/2014/main" id="{484E5068-8987-DA41-8B66-E6A458D292D3}"/>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8" name="Freeform 378">
                  <a:extLst>
                    <a:ext uri="{FF2B5EF4-FFF2-40B4-BE49-F238E27FC236}">
                      <a16:creationId xmlns:a16="http://schemas.microsoft.com/office/drawing/2014/main" id="{21DA7D81-6F86-0F43-AFD7-03929352449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9" name="Rectangle 379">
                  <a:extLst>
                    <a:ext uri="{FF2B5EF4-FFF2-40B4-BE49-F238E27FC236}">
                      <a16:creationId xmlns:a16="http://schemas.microsoft.com/office/drawing/2014/main" id="{B98C3482-E2A8-184F-A29A-1833F6839D0E}"/>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2" name="Line 380">
            <a:extLst>
              <a:ext uri="{FF2B5EF4-FFF2-40B4-BE49-F238E27FC236}">
                <a16:creationId xmlns:a16="http://schemas.microsoft.com/office/drawing/2014/main" id="{65AE9BC1-B7E1-6145-85DC-0FC75FE0384F}"/>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3" name="Line 381">
            <a:extLst>
              <a:ext uri="{FF2B5EF4-FFF2-40B4-BE49-F238E27FC236}">
                <a16:creationId xmlns:a16="http://schemas.microsoft.com/office/drawing/2014/main" id="{EA102522-DE59-F748-88B5-147DAA4B4273}"/>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4" name="Oval 382">
            <a:extLst>
              <a:ext uri="{FF2B5EF4-FFF2-40B4-BE49-F238E27FC236}">
                <a16:creationId xmlns:a16="http://schemas.microsoft.com/office/drawing/2014/main" id="{4B6151EB-4633-F647-ACFB-74676F1B0B88}"/>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5" name="Group 383">
            <a:extLst>
              <a:ext uri="{FF2B5EF4-FFF2-40B4-BE49-F238E27FC236}">
                <a16:creationId xmlns:a16="http://schemas.microsoft.com/office/drawing/2014/main" id="{E671F86A-5FD0-9240-A852-3EC26007E930}"/>
              </a:ext>
            </a:extLst>
          </p:cNvPr>
          <p:cNvGrpSpPr>
            <a:grpSpLocks/>
          </p:cNvGrpSpPr>
          <p:nvPr/>
        </p:nvGrpSpPr>
        <p:grpSpPr bwMode="auto">
          <a:xfrm>
            <a:off x="4639866" y="673894"/>
            <a:ext cx="379809" cy="385763"/>
            <a:chOff x="2868" y="593"/>
            <a:chExt cx="343" cy="352"/>
          </a:xfrm>
        </p:grpSpPr>
        <p:grpSp>
          <p:nvGrpSpPr>
            <p:cNvPr id="107680" name="Group 384">
              <a:extLst>
                <a:ext uri="{FF2B5EF4-FFF2-40B4-BE49-F238E27FC236}">
                  <a16:creationId xmlns:a16="http://schemas.microsoft.com/office/drawing/2014/main" id="{065B100D-127F-4F48-817D-B772361AC838}"/>
                </a:ext>
              </a:extLst>
            </p:cNvPr>
            <p:cNvGrpSpPr>
              <a:grpSpLocks/>
            </p:cNvGrpSpPr>
            <p:nvPr/>
          </p:nvGrpSpPr>
          <p:grpSpPr bwMode="auto">
            <a:xfrm>
              <a:off x="2877" y="599"/>
              <a:ext cx="334" cy="346"/>
              <a:chOff x="2877" y="599"/>
              <a:chExt cx="334" cy="346"/>
            </a:xfrm>
          </p:grpSpPr>
          <p:sp>
            <p:nvSpPr>
              <p:cNvPr id="107694" name="Freeform 385">
                <a:extLst>
                  <a:ext uri="{FF2B5EF4-FFF2-40B4-BE49-F238E27FC236}">
                    <a16:creationId xmlns:a16="http://schemas.microsoft.com/office/drawing/2014/main" id="{57966330-311A-AF40-8DB8-EBB786E4166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5" name="Freeform 386">
                <a:extLst>
                  <a:ext uri="{FF2B5EF4-FFF2-40B4-BE49-F238E27FC236}">
                    <a16:creationId xmlns:a16="http://schemas.microsoft.com/office/drawing/2014/main" id="{EE65273B-B854-9941-8849-0EC67087A85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6" name="Freeform 387">
                <a:extLst>
                  <a:ext uri="{FF2B5EF4-FFF2-40B4-BE49-F238E27FC236}">
                    <a16:creationId xmlns:a16="http://schemas.microsoft.com/office/drawing/2014/main" id="{84DCA75E-06C2-2E47-B8BD-85D338BF3E8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7" name="Freeform 388">
                <a:extLst>
                  <a:ext uri="{FF2B5EF4-FFF2-40B4-BE49-F238E27FC236}">
                    <a16:creationId xmlns:a16="http://schemas.microsoft.com/office/drawing/2014/main" id="{5FF524A8-69AF-E04B-A8B0-A68673C2064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8" name="Rectangle 389">
                <a:extLst>
                  <a:ext uri="{FF2B5EF4-FFF2-40B4-BE49-F238E27FC236}">
                    <a16:creationId xmlns:a16="http://schemas.microsoft.com/office/drawing/2014/main" id="{7A509F8B-6255-C044-809D-DF2E690D3067}"/>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99" name="Rectangle 390">
                <a:extLst>
                  <a:ext uri="{FF2B5EF4-FFF2-40B4-BE49-F238E27FC236}">
                    <a16:creationId xmlns:a16="http://schemas.microsoft.com/office/drawing/2014/main" id="{C2D7F667-FC03-F146-8A27-3CD7F7912C37}"/>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0" name="Rectangle 391">
                <a:extLst>
                  <a:ext uri="{FF2B5EF4-FFF2-40B4-BE49-F238E27FC236}">
                    <a16:creationId xmlns:a16="http://schemas.microsoft.com/office/drawing/2014/main" id="{DA304177-330A-3C49-9889-A2BB0512234A}"/>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1" name="Line 392">
                <a:extLst>
                  <a:ext uri="{FF2B5EF4-FFF2-40B4-BE49-F238E27FC236}">
                    <a16:creationId xmlns:a16="http://schemas.microsoft.com/office/drawing/2014/main" id="{F1CB3E20-8C84-6941-A618-F24110D6542E}"/>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02" name="Group 393">
                <a:extLst>
                  <a:ext uri="{FF2B5EF4-FFF2-40B4-BE49-F238E27FC236}">
                    <a16:creationId xmlns:a16="http://schemas.microsoft.com/office/drawing/2014/main" id="{B64D765F-5A19-DE40-85E1-A08843306529}"/>
                  </a:ext>
                </a:extLst>
              </p:cNvPr>
              <p:cNvGrpSpPr>
                <a:grpSpLocks/>
              </p:cNvGrpSpPr>
              <p:nvPr/>
            </p:nvGrpSpPr>
            <p:grpSpPr bwMode="auto">
              <a:xfrm>
                <a:off x="2877" y="895"/>
                <a:ext cx="334" cy="50"/>
                <a:chOff x="2877" y="895"/>
                <a:chExt cx="334" cy="50"/>
              </a:xfrm>
            </p:grpSpPr>
            <p:sp>
              <p:nvSpPr>
                <p:cNvPr id="107703" name="Freeform 394">
                  <a:extLst>
                    <a:ext uri="{FF2B5EF4-FFF2-40B4-BE49-F238E27FC236}">
                      <a16:creationId xmlns:a16="http://schemas.microsoft.com/office/drawing/2014/main" id="{CDA4892B-FA75-2A45-B460-75F60AFA7C67}"/>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4" name="Freeform 395">
                  <a:extLst>
                    <a:ext uri="{FF2B5EF4-FFF2-40B4-BE49-F238E27FC236}">
                      <a16:creationId xmlns:a16="http://schemas.microsoft.com/office/drawing/2014/main" id="{10B012AA-B009-464E-9683-965CD89E8F3F}"/>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5" name="Rectangle 396">
                  <a:extLst>
                    <a:ext uri="{FF2B5EF4-FFF2-40B4-BE49-F238E27FC236}">
                      <a16:creationId xmlns:a16="http://schemas.microsoft.com/office/drawing/2014/main" id="{3172610A-62C8-824B-B3C6-AF5E52D216A7}"/>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81" name="Group 397">
              <a:extLst>
                <a:ext uri="{FF2B5EF4-FFF2-40B4-BE49-F238E27FC236}">
                  <a16:creationId xmlns:a16="http://schemas.microsoft.com/office/drawing/2014/main" id="{D3B6D450-2E41-0841-8EB0-44B8C1CD330D}"/>
                </a:ext>
              </a:extLst>
            </p:cNvPr>
            <p:cNvGrpSpPr>
              <a:grpSpLocks/>
            </p:cNvGrpSpPr>
            <p:nvPr/>
          </p:nvGrpSpPr>
          <p:grpSpPr bwMode="auto">
            <a:xfrm>
              <a:off x="2868" y="593"/>
              <a:ext cx="335" cy="346"/>
              <a:chOff x="2868" y="593"/>
              <a:chExt cx="335" cy="346"/>
            </a:xfrm>
          </p:grpSpPr>
          <p:sp>
            <p:nvSpPr>
              <p:cNvPr id="107682" name="Freeform 398">
                <a:extLst>
                  <a:ext uri="{FF2B5EF4-FFF2-40B4-BE49-F238E27FC236}">
                    <a16:creationId xmlns:a16="http://schemas.microsoft.com/office/drawing/2014/main" id="{2F68FE6D-9C74-8E44-BEC0-1BE627498C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3" name="Freeform 399">
                <a:extLst>
                  <a:ext uri="{FF2B5EF4-FFF2-40B4-BE49-F238E27FC236}">
                    <a16:creationId xmlns:a16="http://schemas.microsoft.com/office/drawing/2014/main" id="{B41DB538-D18E-344B-AA2B-B6498137122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4" name="Freeform 400">
                <a:extLst>
                  <a:ext uri="{FF2B5EF4-FFF2-40B4-BE49-F238E27FC236}">
                    <a16:creationId xmlns:a16="http://schemas.microsoft.com/office/drawing/2014/main" id="{11CBE684-B3CE-7648-A552-9E8B07535821}"/>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5" name="Freeform 401">
                <a:extLst>
                  <a:ext uri="{FF2B5EF4-FFF2-40B4-BE49-F238E27FC236}">
                    <a16:creationId xmlns:a16="http://schemas.microsoft.com/office/drawing/2014/main" id="{AFD0EEDA-FAE7-2A4E-819E-E6F19B82FB0B}"/>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6" name="Rectangle 402">
                <a:extLst>
                  <a:ext uri="{FF2B5EF4-FFF2-40B4-BE49-F238E27FC236}">
                    <a16:creationId xmlns:a16="http://schemas.microsoft.com/office/drawing/2014/main" id="{CC5319A7-B246-8B43-A66B-889D4DA51AF6}"/>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7" name="Rectangle 403">
                <a:extLst>
                  <a:ext uri="{FF2B5EF4-FFF2-40B4-BE49-F238E27FC236}">
                    <a16:creationId xmlns:a16="http://schemas.microsoft.com/office/drawing/2014/main" id="{97E0F999-FE95-4942-AF0C-095A1C88CD23}"/>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8" name="Rectangle 404">
                <a:extLst>
                  <a:ext uri="{FF2B5EF4-FFF2-40B4-BE49-F238E27FC236}">
                    <a16:creationId xmlns:a16="http://schemas.microsoft.com/office/drawing/2014/main" id="{7300C8FC-F472-2547-A38C-69C3382CE23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9" name="Line 405">
                <a:extLst>
                  <a:ext uri="{FF2B5EF4-FFF2-40B4-BE49-F238E27FC236}">
                    <a16:creationId xmlns:a16="http://schemas.microsoft.com/office/drawing/2014/main" id="{FF687847-F551-5549-B587-71B160C47898}"/>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90" name="Group 406">
                <a:extLst>
                  <a:ext uri="{FF2B5EF4-FFF2-40B4-BE49-F238E27FC236}">
                    <a16:creationId xmlns:a16="http://schemas.microsoft.com/office/drawing/2014/main" id="{AD3B209B-CE6D-9D4D-8DED-7C3EF4BA21FA}"/>
                  </a:ext>
                </a:extLst>
              </p:cNvPr>
              <p:cNvGrpSpPr>
                <a:grpSpLocks/>
              </p:cNvGrpSpPr>
              <p:nvPr/>
            </p:nvGrpSpPr>
            <p:grpSpPr bwMode="auto">
              <a:xfrm>
                <a:off x="2868" y="888"/>
                <a:ext cx="335" cy="51"/>
                <a:chOff x="2868" y="888"/>
                <a:chExt cx="335" cy="51"/>
              </a:xfrm>
            </p:grpSpPr>
            <p:sp>
              <p:nvSpPr>
                <p:cNvPr id="107691" name="Freeform 407">
                  <a:extLst>
                    <a:ext uri="{FF2B5EF4-FFF2-40B4-BE49-F238E27FC236}">
                      <a16:creationId xmlns:a16="http://schemas.microsoft.com/office/drawing/2014/main" id="{AC0715B3-DD57-6B44-AE60-B1BDE867B41B}"/>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2" name="Freeform 408">
                  <a:extLst>
                    <a:ext uri="{FF2B5EF4-FFF2-40B4-BE49-F238E27FC236}">
                      <a16:creationId xmlns:a16="http://schemas.microsoft.com/office/drawing/2014/main" id="{BDCEFF8F-6C5F-404C-9B0D-CBA4E0D45424}"/>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3" name="Rectangle 409">
                  <a:extLst>
                    <a:ext uri="{FF2B5EF4-FFF2-40B4-BE49-F238E27FC236}">
                      <a16:creationId xmlns:a16="http://schemas.microsoft.com/office/drawing/2014/main" id="{8E2968B8-F4A9-7344-9ED3-F30421B33EBA}"/>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6" name="Oval 410">
            <a:extLst>
              <a:ext uri="{FF2B5EF4-FFF2-40B4-BE49-F238E27FC236}">
                <a16:creationId xmlns:a16="http://schemas.microsoft.com/office/drawing/2014/main" id="{68C8F0C0-9398-DE48-9159-D156254AB04A}"/>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7" name="Group 411">
            <a:extLst>
              <a:ext uri="{FF2B5EF4-FFF2-40B4-BE49-F238E27FC236}">
                <a16:creationId xmlns:a16="http://schemas.microsoft.com/office/drawing/2014/main" id="{C00A042E-DFAD-A448-BE3C-60D47BCDF0EE}"/>
              </a:ext>
            </a:extLst>
          </p:cNvPr>
          <p:cNvGrpSpPr>
            <a:grpSpLocks/>
          </p:cNvGrpSpPr>
          <p:nvPr/>
        </p:nvGrpSpPr>
        <p:grpSpPr bwMode="auto">
          <a:xfrm>
            <a:off x="5798344" y="673894"/>
            <a:ext cx="379810" cy="385763"/>
            <a:chOff x="3915" y="593"/>
            <a:chExt cx="343" cy="352"/>
          </a:xfrm>
        </p:grpSpPr>
        <p:grpSp>
          <p:nvGrpSpPr>
            <p:cNvPr id="107654" name="Group 412">
              <a:extLst>
                <a:ext uri="{FF2B5EF4-FFF2-40B4-BE49-F238E27FC236}">
                  <a16:creationId xmlns:a16="http://schemas.microsoft.com/office/drawing/2014/main" id="{0C96B07C-B251-3F4E-AC62-FED4F9141EBF}"/>
                </a:ext>
              </a:extLst>
            </p:cNvPr>
            <p:cNvGrpSpPr>
              <a:grpSpLocks/>
            </p:cNvGrpSpPr>
            <p:nvPr/>
          </p:nvGrpSpPr>
          <p:grpSpPr bwMode="auto">
            <a:xfrm>
              <a:off x="3924" y="599"/>
              <a:ext cx="334" cy="346"/>
              <a:chOff x="3924" y="599"/>
              <a:chExt cx="334" cy="346"/>
            </a:xfrm>
          </p:grpSpPr>
          <p:sp>
            <p:nvSpPr>
              <p:cNvPr id="107668" name="Freeform 413">
                <a:extLst>
                  <a:ext uri="{FF2B5EF4-FFF2-40B4-BE49-F238E27FC236}">
                    <a16:creationId xmlns:a16="http://schemas.microsoft.com/office/drawing/2014/main" id="{FDCF1D92-3547-F44A-B357-B6CB7492260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9" name="Freeform 414">
                <a:extLst>
                  <a:ext uri="{FF2B5EF4-FFF2-40B4-BE49-F238E27FC236}">
                    <a16:creationId xmlns:a16="http://schemas.microsoft.com/office/drawing/2014/main" id="{3EBAC274-9A5C-8148-B5B5-7DB5048C743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0" name="Freeform 415">
                <a:extLst>
                  <a:ext uri="{FF2B5EF4-FFF2-40B4-BE49-F238E27FC236}">
                    <a16:creationId xmlns:a16="http://schemas.microsoft.com/office/drawing/2014/main" id="{962205CA-2386-9547-82C7-EAAE87243F9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1" name="Freeform 416">
                <a:extLst>
                  <a:ext uri="{FF2B5EF4-FFF2-40B4-BE49-F238E27FC236}">
                    <a16:creationId xmlns:a16="http://schemas.microsoft.com/office/drawing/2014/main" id="{A53898B8-0239-634E-9267-EE7E8DA7C4D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2" name="Rectangle 417">
                <a:extLst>
                  <a:ext uri="{FF2B5EF4-FFF2-40B4-BE49-F238E27FC236}">
                    <a16:creationId xmlns:a16="http://schemas.microsoft.com/office/drawing/2014/main" id="{A26FA483-F19B-7C43-93BC-758101DD607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3" name="Rectangle 418">
                <a:extLst>
                  <a:ext uri="{FF2B5EF4-FFF2-40B4-BE49-F238E27FC236}">
                    <a16:creationId xmlns:a16="http://schemas.microsoft.com/office/drawing/2014/main" id="{9ACA6CCF-C9DF-8B45-B5E1-E8F7CC051F8B}"/>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4" name="Rectangle 419">
                <a:extLst>
                  <a:ext uri="{FF2B5EF4-FFF2-40B4-BE49-F238E27FC236}">
                    <a16:creationId xmlns:a16="http://schemas.microsoft.com/office/drawing/2014/main" id="{3636EB50-F782-1644-8506-CD13DD4E4ED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5" name="Line 420">
                <a:extLst>
                  <a:ext uri="{FF2B5EF4-FFF2-40B4-BE49-F238E27FC236}">
                    <a16:creationId xmlns:a16="http://schemas.microsoft.com/office/drawing/2014/main" id="{1C876AF8-16F2-4A43-9E7F-664B66F98DE6}"/>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76" name="Group 421">
                <a:extLst>
                  <a:ext uri="{FF2B5EF4-FFF2-40B4-BE49-F238E27FC236}">
                    <a16:creationId xmlns:a16="http://schemas.microsoft.com/office/drawing/2014/main" id="{276657F4-6DA8-B44E-A417-48D48E7CCFB8}"/>
                  </a:ext>
                </a:extLst>
              </p:cNvPr>
              <p:cNvGrpSpPr>
                <a:grpSpLocks/>
              </p:cNvGrpSpPr>
              <p:nvPr/>
            </p:nvGrpSpPr>
            <p:grpSpPr bwMode="auto">
              <a:xfrm>
                <a:off x="3924" y="895"/>
                <a:ext cx="334" cy="50"/>
                <a:chOff x="3924" y="895"/>
                <a:chExt cx="334" cy="50"/>
              </a:xfrm>
            </p:grpSpPr>
            <p:sp>
              <p:nvSpPr>
                <p:cNvPr id="107677" name="Freeform 422">
                  <a:extLst>
                    <a:ext uri="{FF2B5EF4-FFF2-40B4-BE49-F238E27FC236}">
                      <a16:creationId xmlns:a16="http://schemas.microsoft.com/office/drawing/2014/main" id="{81D44E68-A5D3-5548-BB74-1354233F041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8" name="Freeform 423">
                  <a:extLst>
                    <a:ext uri="{FF2B5EF4-FFF2-40B4-BE49-F238E27FC236}">
                      <a16:creationId xmlns:a16="http://schemas.microsoft.com/office/drawing/2014/main" id="{6EDA1F70-A67A-5043-A893-17B583AA10DA}"/>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9" name="Rectangle 424">
                  <a:extLst>
                    <a:ext uri="{FF2B5EF4-FFF2-40B4-BE49-F238E27FC236}">
                      <a16:creationId xmlns:a16="http://schemas.microsoft.com/office/drawing/2014/main" id="{11B4BA71-8CCB-0743-9A38-6B565148DB96}"/>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55" name="Group 425">
              <a:extLst>
                <a:ext uri="{FF2B5EF4-FFF2-40B4-BE49-F238E27FC236}">
                  <a16:creationId xmlns:a16="http://schemas.microsoft.com/office/drawing/2014/main" id="{6C4C457B-9710-3C49-8E53-A4ABFA894968}"/>
                </a:ext>
              </a:extLst>
            </p:cNvPr>
            <p:cNvGrpSpPr>
              <a:grpSpLocks/>
            </p:cNvGrpSpPr>
            <p:nvPr/>
          </p:nvGrpSpPr>
          <p:grpSpPr bwMode="auto">
            <a:xfrm>
              <a:off x="3915" y="593"/>
              <a:ext cx="335" cy="346"/>
              <a:chOff x="3915" y="593"/>
              <a:chExt cx="335" cy="346"/>
            </a:xfrm>
          </p:grpSpPr>
          <p:sp>
            <p:nvSpPr>
              <p:cNvPr id="107656" name="Freeform 426">
                <a:extLst>
                  <a:ext uri="{FF2B5EF4-FFF2-40B4-BE49-F238E27FC236}">
                    <a16:creationId xmlns:a16="http://schemas.microsoft.com/office/drawing/2014/main" id="{07B76823-C757-E943-B935-931703B2FC4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7" name="Freeform 427">
                <a:extLst>
                  <a:ext uri="{FF2B5EF4-FFF2-40B4-BE49-F238E27FC236}">
                    <a16:creationId xmlns:a16="http://schemas.microsoft.com/office/drawing/2014/main" id="{EF77D850-94F8-0143-AEF1-30EE8B7644F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8" name="Freeform 428">
                <a:extLst>
                  <a:ext uri="{FF2B5EF4-FFF2-40B4-BE49-F238E27FC236}">
                    <a16:creationId xmlns:a16="http://schemas.microsoft.com/office/drawing/2014/main" id="{025E2DE0-E338-6C42-8BB0-DE71BE5593F4}"/>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9" name="Freeform 429">
                <a:extLst>
                  <a:ext uri="{FF2B5EF4-FFF2-40B4-BE49-F238E27FC236}">
                    <a16:creationId xmlns:a16="http://schemas.microsoft.com/office/drawing/2014/main" id="{23285A2F-6593-A941-9EAC-6F11FEBA036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0" name="Rectangle 430">
                <a:extLst>
                  <a:ext uri="{FF2B5EF4-FFF2-40B4-BE49-F238E27FC236}">
                    <a16:creationId xmlns:a16="http://schemas.microsoft.com/office/drawing/2014/main" id="{318E495A-1B8A-F74F-99C1-CF08C773019E}"/>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1" name="Rectangle 431">
                <a:extLst>
                  <a:ext uri="{FF2B5EF4-FFF2-40B4-BE49-F238E27FC236}">
                    <a16:creationId xmlns:a16="http://schemas.microsoft.com/office/drawing/2014/main" id="{D5413CA5-A44F-8B41-A325-483EC8321BD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2" name="Rectangle 432">
                <a:extLst>
                  <a:ext uri="{FF2B5EF4-FFF2-40B4-BE49-F238E27FC236}">
                    <a16:creationId xmlns:a16="http://schemas.microsoft.com/office/drawing/2014/main" id="{F4FB1142-D13F-1C40-82D2-7DC0F9FFF215}"/>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3" name="Line 433">
                <a:extLst>
                  <a:ext uri="{FF2B5EF4-FFF2-40B4-BE49-F238E27FC236}">
                    <a16:creationId xmlns:a16="http://schemas.microsoft.com/office/drawing/2014/main" id="{46A08233-119B-8B4E-B889-254008032F3E}"/>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64" name="Group 434">
                <a:extLst>
                  <a:ext uri="{FF2B5EF4-FFF2-40B4-BE49-F238E27FC236}">
                    <a16:creationId xmlns:a16="http://schemas.microsoft.com/office/drawing/2014/main" id="{4B07DB75-C51F-2D42-8A99-EDC27C50E0DB}"/>
                  </a:ext>
                </a:extLst>
              </p:cNvPr>
              <p:cNvGrpSpPr>
                <a:grpSpLocks/>
              </p:cNvGrpSpPr>
              <p:nvPr/>
            </p:nvGrpSpPr>
            <p:grpSpPr bwMode="auto">
              <a:xfrm>
                <a:off x="3915" y="888"/>
                <a:ext cx="335" cy="51"/>
                <a:chOff x="3915" y="888"/>
                <a:chExt cx="335" cy="51"/>
              </a:xfrm>
            </p:grpSpPr>
            <p:sp>
              <p:nvSpPr>
                <p:cNvPr id="107665" name="Freeform 435">
                  <a:extLst>
                    <a:ext uri="{FF2B5EF4-FFF2-40B4-BE49-F238E27FC236}">
                      <a16:creationId xmlns:a16="http://schemas.microsoft.com/office/drawing/2014/main" id="{BBC20469-7DA1-DC45-80ED-6367C2C220EC}"/>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6" name="Freeform 436">
                  <a:extLst>
                    <a:ext uri="{FF2B5EF4-FFF2-40B4-BE49-F238E27FC236}">
                      <a16:creationId xmlns:a16="http://schemas.microsoft.com/office/drawing/2014/main" id="{77EF1A9E-A2AC-5341-9A59-DB16F58C622B}"/>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7" name="Rectangle 437">
                  <a:extLst>
                    <a:ext uri="{FF2B5EF4-FFF2-40B4-BE49-F238E27FC236}">
                      <a16:creationId xmlns:a16="http://schemas.microsoft.com/office/drawing/2014/main" id="{E6DCD3E2-DE48-CC48-B128-87FE6CBF386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6910" name="Group 446">
            <a:extLst>
              <a:ext uri="{FF2B5EF4-FFF2-40B4-BE49-F238E27FC236}">
                <a16:creationId xmlns:a16="http://schemas.microsoft.com/office/drawing/2014/main" id="{50F8A1BB-427E-8A45-9534-719733FB6B25}"/>
              </a:ext>
            </a:extLst>
          </p:cNvPr>
          <p:cNvGrpSpPr>
            <a:grpSpLocks/>
          </p:cNvGrpSpPr>
          <p:nvPr/>
        </p:nvGrpSpPr>
        <p:grpSpPr bwMode="auto">
          <a:xfrm>
            <a:off x="1422798" y="2558653"/>
            <a:ext cx="1577578" cy="1281113"/>
            <a:chOff x="235" y="2149"/>
            <a:chExt cx="1325" cy="1076"/>
          </a:xfrm>
        </p:grpSpPr>
        <p:sp>
          <p:nvSpPr>
            <p:cNvPr id="107651" name="Line 440">
              <a:extLst>
                <a:ext uri="{FF2B5EF4-FFF2-40B4-BE49-F238E27FC236}">
                  <a16:creationId xmlns:a16="http://schemas.microsoft.com/office/drawing/2014/main" id="{8C464B53-E9FB-0248-A8CC-D9F57D0B0AA4}"/>
                </a:ext>
              </a:extLst>
            </p:cNvPr>
            <p:cNvSpPr>
              <a:spLocks noChangeShapeType="1"/>
            </p:cNvSpPr>
            <p:nvPr/>
          </p:nvSpPr>
          <p:spPr bwMode="auto">
            <a:xfrm>
              <a:off x="235" y="214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2" name="Line 443">
              <a:extLst>
                <a:ext uri="{FF2B5EF4-FFF2-40B4-BE49-F238E27FC236}">
                  <a16:creationId xmlns:a16="http://schemas.microsoft.com/office/drawing/2014/main" id="{0E58E365-A00A-7D4D-B6EB-994F3B21EBFF}"/>
                </a:ext>
              </a:extLst>
            </p:cNvPr>
            <p:cNvSpPr>
              <a:spLocks noChangeShapeType="1"/>
            </p:cNvSpPr>
            <p:nvPr/>
          </p:nvSpPr>
          <p:spPr bwMode="auto">
            <a:xfrm>
              <a:off x="246" y="284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3" name="Line 445">
              <a:extLst>
                <a:ext uri="{FF2B5EF4-FFF2-40B4-BE49-F238E27FC236}">
                  <a16:creationId xmlns:a16="http://schemas.microsoft.com/office/drawing/2014/main" id="{8BF27CCB-705B-B44A-80F4-F3698610C356}"/>
                </a:ext>
              </a:extLst>
            </p:cNvPr>
            <p:cNvSpPr>
              <a:spLocks noChangeShapeType="1"/>
            </p:cNvSpPr>
            <p:nvPr/>
          </p:nvSpPr>
          <p:spPr bwMode="auto">
            <a:xfrm>
              <a:off x="1015" y="322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650" name="幻灯片编号占位符 1">
            <a:extLst>
              <a:ext uri="{FF2B5EF4-FFF2-40B4-BE49-F238E27FC236}">
                <a16:creationId xmlns:a16="http://schemas.microsoft.com/office/drawing/2014/main" id="{C21B0114-DC0C-4B42-A530-27F1F0D977E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35F3454-AC48-A949-8132-F2C68D1570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41">
            <a:extLst>
              <a:ext uri="{FF2B5EF4-FFF2-40B4-BE49-F238E27FC236}">
                <a16:creationId xmlns:a16="http://schemas.microsoft.com/office/drawing/2014/main" id="{0EB26994-5A8F-2C4D-8599-42CEF5704A6F}"/>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5104701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691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691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9569" name="AutoShape 2">
            <a:extLst>
              <a:ext uri="{FF2B5EF4-FFF2-40B4-BE49-F238E27FC236}">
                <a16:creationId xmlns:a16="http://schemas.microsoft.com/office/drawing/2014/main" id="{C8F70ADF-62E2-8844-9CC4-62AC8A8BE664}"/>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9570" name="Rectangle 3">
            <a:extLst>
              <a:ext uri="{FF2B5EF4-FFF2-40B4-BE49-F238E27FC236}">
                <a16:creationId xmlns:a16="http://schemas.microsoft.com/office/drawing/2014/main" id="{29E13ECA-CD5B-6347-8515-EB9BF0B70DC1}"/>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9571" name="Freeform 4">
            <a:extLst>
              <a:ext uri="{FF2B5EF4-FFF2-40B4-BE49-F238E27FC236}">
                <a16:creationId xmlns:a16="http://schemas.microsoft.com/office/drawing/2014/main" id="{5CDC6928-D1E0-BE4E-B3A0-02EC8451F83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2" name="Line 5">
            <a:extLst>
              <a:ext uri="{FF2B5EF4-FFF2-40B4-BE49-F238E27FC236}">
                <a16:creationId xmlns:a16="http://schemas.microsoft.com/office/drawing/2014/main" id="{D0D395CE-1283-1348-BC0C-A90B7E1ABDD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3" name="Line 6">
            <a:extLst>
              <a:ext uri="{FF2B5EF4-FFF2-40B4-BE49-F238E27FC236}">
                <a16:creationId xmlns:a16="http://schemas.microsoft.com/office/drawing/2014/main" id="{73E6B4F4-3A8B-8940-886D-7408CC37C18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4" name="Freeform 7">
            <a:extLst>
              <a:ext uri="{FF2B5EF4-FFF2-40B4-BE49-F238E27FC236}">
                <a16:creationId xmlns:a16="http://schemas.microsoft.com/office/drawing/2014/main" id="{E10B19A8-7E4B-7E41-93ED-16684282B003}"/>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75" name="Freeform 8">
            <a:extLst>
              <a:ext uri="{FF2B5EF4-FFF2-40B4-BE49-F238E27FC236}">
                <a16:creationId xmlns:a16="http://schemas.microsoft.com/office/drawing/2014/main" id="{5F0F3120-75CD-934D-A56F-5DE1307086C8}"/>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6" name="Line 9">
            <a:extLst>
              <a:ext uri="{FF2B5EF4-FFF2-40B4-BE49-F238E27FC236}">
                <a16:creationId xmlns:a16="http://schemas.microsoft.com/office/drawing/2014/main" id="{2282E41F-D812-354C-8252-283759A29697}"/>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7" name="Freeform 10">
            <a:extLst>
              <a:ext uri="{FF2B5EF4-FFF2-40B4-BE49-F238E27FC236}">
                <a16:creationId xmlns:a16="http://schemas.microsoft.com/office/drawing/2014/main" id="{CFA617E1-0BE2-4646-AB4A-6CE227BF01E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8" name="Freeform 11">
            <a:extLst>
              <a:ext uri="{FF2B5EF4-FFF2-40B4-BE49-F238E27FC236}">
                <a16:creationId xmlns:a16="http://schemas.microsoft.com/office/drawing/2014/main" id="{090AE1E3-E030-754D-99DA-3EC7141554C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9" name="Freeform 12">
            <a:extLst>
              <a:ext uri="{FF2B5EF4-FFF2-40B4-BE49-F238E27FC236}">
                <a16:creationId xmlns:a16="http://schemas.microsoft.com/office/drawing/2014/main" id="{6A88F706-B466-AE49-851F-5DAA5C0C2787}"/>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0" name="Rectangle 13">
            <a:extLst>
              <a:ext uri="{FF2B5EF4-FFF2-40B4-BE49-F238E27FC236}">
                <a16:creationId xmlns:a16="http://schemas.microsoft.com/office/drawing/2014/main" id="{E5DB96B4-9E6E-324C-BD67-A9901A9FE57E}"/>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1" name="Freeform 14">
            <a:extLst>
              <a:ext uri="{FF2B5EF4-FFF2-40B4-BE49-F238E27FC236}">
                <a16:creationId xmlns:a16="http://schemas.microsoft.com/office/drawing/2014/main" id="{31450DB8-8682-2C47-880C-89A96BFAB9CD}"/>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2" name="Rectangle 15">
            <a:extLst>
              <a:ext uri="{FF2B5EF4-FFF2-40B4-BE49-F238E27FC236}">
                <a16:creationId xmlns:a16="http://schemas.microsoft.com/office/drawing/2014/main" id="{66FE28C4-5F93-5A4F-9F73-EBA580EC44B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3" name="Freeform 16">
            <a:extLst>
              <a:ext uri="{FF2B5EF4-FFF2-40B4-BE49-F238E27FC236}">
                <a16:creationId xmlns:a16="http://schemas.microsoft.com/office/drawing/2014/main" id="{EAE44E7A-A082-F946-947A-305D8C6544FC}"/>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9584" name="Freeform 17">
            <a:extLst>
              <a:ext uri="{FF2B5EF4-FFF2-40B4-BE49-F238E27FC236}">
                <a16:creationId xmlns:a16="http://schemas.microsoft.com/office/drawing/2014/main" id="{44744279-A6B2-4A40-B0CA-B2B1FFE9A7FB}"/>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5" name="Freeform 18">
            <a:extLst>
              <a:ext uri="{FF2B5EF4-FFF2-40B4-BE49-F238E27FC236}">
                <a16:creationId xmlns:a16="http://schemas.microsoft.com/office/drawing/2014/main" id="{3D11D768-2027-174D-B8BD-23CDB23004AE}"/>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6" name="Rectangle 19">
            <a:extLst>
              <a:ext uri="{FF2B5EF4-FFF2-40B4-BE49-F238E27FC236}">
                <a16:creationId xmlns:a16="http://schemas.microsoft.com/office/drawing/2014/main" id="{184D0FFE-EF21-984B-A375-E383F60D0AA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7" name="Rectangle 20">
            <a:extLst>
              <a:ext uri="{FF2B5EF4-FFF2-40B4-BE49-F238E27FC236}">
                <a16:creationId xmlns:a16="http://schemas.microsoft.com/office/drawing/2014/main" id="{7E0F6618-193C-5649-9457-2D9AA470C78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8" name="Rectangle 21">
            <a:extLst>
              <a:ext uri="{FF2B5EF4-FFF2-40B4-BE49-F238E27FC236}">
                <a16:creationId xmlns:a16="http://schemas.microsoft.com/office/drawing/2014/main" id="{8FD51AB3-2DC8-2947-A111-7078C3886CFD}"/>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9589" name="Oval 22">
            <a:extLst>
              <a:ext uri="{FF2B5EF4-FFF2-40B4-BE49-F238E27FC236}">
                <a16:creationId xmlns:a16="http://schemas.microsoft.com/office/drawing/2014/main" id="{66C9CE39-5C1C-844F-82FA-3F64233BAD3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590" name="Group 23">
            <a:extLst>
              <a:ext uri="{FF2B5EF4-FFF2-40B4-BE49-F238E27FC236}">
                <a16:creationId xmlns:a16="http://schemas.microsoft.com/office/drawing/2014/main" id="{125ED03F-7F40-464D-B567-7B186526C41A}"/>
              </a:ext>
            </a:extLst>
          </p:cNvPr>
          <p:cNvGrpSpPr>
            <a:grpSpLocks/>
          </p:cNvGrpSpPr>
          <p:nvPr/>
        </p:nvGrpSpPr>
        <p:grpSpPr bwMode="auto">
          <a:xfrm>
            <a:off x="1577579" y="2712244"/>
            <a:ext cx="378619" cy="386954"/>
            <a:chOff x="101" y="2294"/>
            <a:chExt cx="343" cy="353"/>
          </a:xfrm>
        </p:grpSpPr>
        <p:grpSp>
          <p:nvGrpSpPr>
            <p:cNvPr id="109986" name="Group 24">
              <a:extLst>
                <a:ext uri="{FF2B5EF4-FFF2-40B4-BE49-F238E27FC236}">
                  <a16:creationId xmlns:a16="http://schemas.microsoft.com/office/drawing/2014/main" id="{860B8D3C-1141-C249-80A7-0EFC5A90F110}"/>
                </a:ext>
              </a:extLst>
            </p:cNvPr>
            <p:cNvGrpSpPr>
              <a:grpSpLocks/>
            </p:cNvGrpSpPr>
            <p:nvPr/>
          </p:nvGrpSpPr>
          <p:grpSpPr bwMode="auto">
            <a:xfrm>
              <a:off x="109" y="2301"/>
              <a:ext cx="335" cy="346"/>
              <a:chOff x="109" y="2301"/>
              <a:chExt cx="335" cy="346"/>
            </a:xfrm>
          </p:grpSpPr>
          <p:sp>
            <p:nvSpPr>
              <p:cNvPr id="110000" name="Freeform 25">
                <a:extLst>
                  <a:ext uri="{FF2B5EF4-FFF2-40B4-BE49-F238E27FC236}">
                    <a16:creationId xmlns:a16="http://schemas.microsoft.com/office/drawing/2014/main" id="{7234EC38-CBC2-D041-BFFC-ABFAB346845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1" name="Freeform 26">
                <a:extLst>
                  <a:ext uri="{FF2B5EF4-FFF2-40B4-BE49-F238E27FC236}">
                    <a16:creationId xmlns:a16="http://schemas.microsoft.com/office/drawing/2014/main" id="{0D204682-D1F5-2243-8817-B8730CBC093D}"/>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2" name="Freeform 27">
                <a:extLst>
                  <a:ext uri="{FF2B5EF4-FFF2-40B4-BE49-F238E27FC236}">
                    <a16:creationId xmlns:a16="http://schemas.microsoft.com/office/drawing/2014/main" id="{A429EB51-7B46-F146-8A54-606DA61C908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3" name="Freeform 28">
                <a:extLst>
                  <a:ext uri="{FF2B5EF4-FFF2-40B4-BE49-F238E27FC236}">
                    <a16:creationId xmlns:a16="http://schemas.microsoft.com/office/drawing/2014/main" id="{16C0B537-2CD1-5941-97B4-2B25373C1506}"/>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4" name="Rectangle 29">
                <a:extLst>
                  <a:ext uri="{FF2B5EF4-FFF2-40B4-BE49-F238E27FC236}">
                    <a16:creationId xmlns:a16="http://schemas.microsoft.com/office/drawing/2014/main" id="{973038CB-BAEB-2145-976D-04561AAC0E1B}"/>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5" name="Rectangle 30">
                <a:extLst>
                  <a:ext uri="{FF2B5EF4-FFF2-40B4-BE49-F238E27FC236}">
                    <a16:creationId xmlns:a16="http://schemas.microsoft.com/office/drawing/2014/main" id="{4C76FCDF-5E7A-044B-9367-67BCB2750544}"/>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6" name="Rectangle 31">
                <a:extLst>
                  <a:ext uri="{FF2B5EF4-FFF2-40B4-BE49-F238E27FC236}">
                    <a16:creationId xmlns:a16="http://schemas.microsoft.com/office/drawing/2014/main" id="{F63C5883-6743-0D48-8EA6-5522BAE482D0}"/>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7" name="Line 32">
                <a:extLst>
                  <a:ext uri="{FF2B5EF4-FFF2-40B4-BE49-F238E27FC236}">
                    <a16:creationId xmlns:a16="http://schemas.microsoft.com/office/drawing/2014/main" id="{1AB82C39-818C-2449-8627-D2749123659C}"/>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0008" name="Group 33">
                <a:extLst>
                  <a:ext uri="{FF2B5EF4-FFF2-40B4-BE49-F238E27FC236}">
                    <a16:creationId xmlns:a16="http://schemas.microsoft.com/office/drawing/2014/main" id="{1BEC1EB5-DB18-5E40-A3B4-14FDF951BC27}"/>
                  </a:ext>
                </a:extLst>
              </p:cNvPr>
              <p:cNvGrpSpPr>
                <a:grpSpLocks/>
              </p:cNvGrpSpPr>
              <p:nvPr/>
            </p:nvGrpSpPr>
            <p:grpSpPr bwMode="auto">
              <a:xfrm>
                <a:off x="109" y="2596"/>
                <a:ext cx="335" cy="51"/>
                <a:chOff x="109" y="2596"/>
                <a:chExt cx="335" cy="51"/>
              </a:xfrm>
            </p:grpSpPr>
            <p:sp>
              <p:nvSpPr>
                <p:cNvPr id="110009" name="Freeform 34">
                  <a:extLst>
                    <a:ext uri="{FF2B5EF4-FFF2-40B4-BE49-F238E27FC236}">
                      <a16:creationId xmlns:a16="http://schemas.microsoft.com/office/drawing/2014/main" id="{1360E869-A45C-CD45-9B7A-BFF7C3FDE1A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0" name="Freeform 35">
                  <a:extLst>
                    <a:ext uri="{FF2B5EF4-FFF2-40B4-BE49-F238E27FC236}">
                      <a16:creationId xmlns:a16="http://schemas.microsoft.com/office/drawing/2014/main" id="{DEC6EEE1-B56E-3E4D-A707-B2D98CCE56D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1" name="Rectangle 36">
                  <a:extLst>
                    <a:ext uri="{FF2B5EF4-FFF2-40B4-BE49-F238E27FC236}">
                      <a16:creationId xmlns:a16="http://schemas.microsoft.com/office/drawing/2014/main" id="{C4D61E51-1E15-AB4D-9207-71A701789BBA}"/>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87" name="Group 37">
              <a:extLst>
                <a:ext uri="{FF2B5EF4-FFF2-40B4-BE49-F238E27FC236}">
                  <a16:creationId xmlns:a16="http://schemas.microsoft.com/office/drawing/2014/main" id="{AD737A2B-2FF0-424A-915D-07CF1D8D5AC4}"/>
                </a:ext>
              </a:extLst>
            </p:cNvPr>
            <p:cNvGrpSpPr>
              <a:grpSpLocks/>
            </p:cNvGrpSpPr>
            <p:nvPr/>
          </p:nvGrpSpPr>
          <p:grpSpPr bwMode="auto">
            <a:xfrm>
              <a:off x="101" y="2294"/>
              <a:ext cx="335" cy="347"/>
              <a:chOff x="101" y="2294"/>
              <a:chExt cx="335" cy="347"/>
            </a:xfrm>
          </p:grpSpPr>
          <p:sp>
            <p:nvSpPr>
              <p:cNvPr id="109988" name="Freeform 38">
                <a:extLst>
                  <a:ext uri="{FF2B5EF4-FFF2-40B4-BE49-F238E27FC236}">
                    <a16:creationId xmlns:a16="http://schemas.microsoft.com/office/drawing/2014/main" id="{435432AC-FDDC-BF4D-908D-060CA291BD7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9" name="Freeform 39">
                <a:extLst>
                  <a:ext uri="{FF2B5EF4-FFF2-40B4-BE49-F238E27FC236}">
                    <a16:creationId xmlns:a16="http://schemas.microsoft.com/office/drawing/2014/main" id="{57B7B9C8-F545-4049-8609-4D79E0D95862}"/>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0" name="Freeform 40">
                <a:extLst>
                  <a:ext uri="{FF2B5EF4-FFF2-40B4-BE49-F238E27FC236}">
                    <a16:creationId xmlns:a16="http://schemas.microsoft.com/office/drawing/2014/main" id="{3B5895F8-DB3A-2E4E-8C72-6CDE93AD6C3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1" name="Freeform 41">
                <a:extLst>
                  <a:ext uri="{FF2B5EF4-FFF2-40B4-BE49-F238E27FC236}">
                    <a16:creationId xmlns:a16="http://schemas.microsoft.com/office/drawing/2014/main" id="{1DAA2080-88CE-3E4B-AC4A-3BD49CBA98B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2" name="Rectangle 42">
                <a:extLst>
                  <a:ext uri="{FF2B5EF4-FFF2-40B4-BE49-F238E27FC236}">
                    <a16:creationId xmlns:a16="http://schemas.microsoft.com/office/drawing/2014/main" id="{CC679958-02B4-364B-A1FB-048C22327742}"/>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3" name="Rectangle 43">
                <a:extLst>
                  <a:ext uri="{FF2B5EF4-FFF2-40B4-BE49-F238E27FC236}">
                    <a16:creationId xmlns:a16="http://schemas.microsoft.com/office/drawing/2014/main" id="{489C0F3F-FC1B-774D-82D0-94D09AA0064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4" name="Rectangle 44">
                <a:extLst>
                  <a:ext uri="{FF2B5EF4-FFF2-40B4-BE49-F238E27FC236}">
                    <a16:creationId xmlns:a16="http://schemas.microsoft.com/office/drawing/2014/main" id="{575D563D-157C-944A-8875-258C2C41EE7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5" name="Line 45">
                <a:extLst>
                  <a:ext uri="{FF2B5EF4-FFF2-40B4-BE49-F238E27FC236}">
                    <a16:creationId xmlns:a16="http://schemas.microsoft.com/office/drawing/2014/main" id="{619613CA-4E7C-D145-A112-6F677823A0E1}"/>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96" name="Group 46">
                <a:extLst>
                  <a:ext uri="{FF2B5EF4-FFF2-40B4-BE49-F238E27FC236}">
                    <a16:creationId xmlns:a16="http://schemas.microsoft.com/office/drawing/2014/main" id="{69DE0092-5D40-2943-ACAE-356A8B4FF674}"/>
                  </a:ext>
                </a:extLst>
              </p:cNvPr>
              <p:cNvGrpSpPr>
                <a:grpSpLocks/>
              </p:cNvGrpSpPr>
              <p:nvPr/>
            </p:nvGrpSpPr>
            <p:grpSpPr bwMode="auto">
              <a:xfrm>
                <a:off x="101" y="2590"/>
                <a:ext cx="335" cy="51"/>
                <a:chOff x="101" y="2590"/>
                <a:chExt cx="335" cy="51"/>
              </a:xfrm>
            </p:grpSpPr>
            <p:sp>
              <p:nvSpPr>
                <p:cNvPr id="109997" name="Freeform 47">
                  <a:extLst>
                    <a:ext uri="{FF2B5EF4-FFF2-40B4-BE49-F238E27FC236}">
                      <a16:creationId xmlns:a16="http://schemas.microsoft.com/office/drawing/2014/main" id="{F893F31D-104C-034A-B9C4-B3B6F65D45B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8" name="Freeform 48">
                  <a:extLst>
                    <a:ext uri="{FF2B5EF4-FFF2-40B4-BE49-F238E27FC236}">
                      <a16:creationId xmlns:a16="http://schemas.microsoft.com/office/drawing/2014/main" id="{4A09E7AD-8EF3-214A-A564-3C8C192DA1CA}"/>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9" name="Rectangle 49">
                  <a:extLst>
                    <a:ext uri="{FF2B5EF4-FFF2-40B4-BE49-F238E27FC236}">
                      <a16:creationId xmlns:a16="http://schemas.microsoft.com/office/drawing/2014/main" id="{02D88717-150D-0343-AD46-0976E3581A0E}"/>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1" name="Group 50">
            <a:extLst>
              <a:ext uri="{FF2B5EF4-FFF2-40B4-BE49-F238E27FC236}">
                <a16:creationId xmlns:a16="http://schemas.microsoft.com/office/drawing/2014/main" id="{EE23C7E2-9D64-6049-BFC7-60CCC78B9F14}"/>
              </a:ext>
            </a:extLst>
          </p:cNvPr>
          <p:cNvGrpSpPr>
            <a:grpSpLocks/>
          </p:cNvGrpSpPr>
          <p:nvPr/>
        </p:nvGrpSpPr>
        <p:grpSpPr bwMode="auto">
          <a:xfrm>
            <a:off x="3661173" y="4561285"/>
            <a:ext cx="377428" cy="386953"/>
            <a:chOff x="3891" y="3616"/>
            <a:chExt cx="342" cy="353"/>
          </a:xfrm>
        </p:grpSpPr>
        <p:grpSp>
          <p:nvGrpSpPr>
            <p:cNvPr id="109960" name="Group 51">
              <a:extLst>
                <a:ext uri="{FF2B5EF4-FFF2-40B4-BE49-F238E27FC236}">
                  <a16:creationId xmlns:a16="http://schemas.microsoft.com/office/drawing/2014/main" id="{40519223-316C-7841-B8E3-2E3F27020C0B}"/>
                </a:ext>
              </a:extLst>
            </p:cNvPr>
            <p:cNvGrpSpPr>
              <a:grpSpLocks/>
            </p:cNvGrpSpPr>
            <p:nvPr/>
          </p:nvGrpSpPr>
          <p:grpSpPr bwMode="auto">
            <a:xfrm>
              <a:off x="3899" y="3622"/>
              <a:ext cx="334" cy="347"/>
              <a:chOff x="3899" y="3622"/>
              <a:chExt cx="334" cy="347"/>
            </a:xfrm>
          </p:grpSpPr>
          <p:sp>
            <p:nvSpPr>
              <p:cNvPr id="109974" name="Freeform 52">
                <a:extLst>
                  <a:ext uri="{FF2B5EF4-FFF2-40B4-BE49-F238E27FC236}">
                    <a16:creationId xmlns:a16="http://schemas.microsoft.com/office/drawing/2014/main" id="{BB675259-5C0F-7C4C-B8CA-5D7B356CABF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5" name="Freeform 53">
                <a:extLst>
                  <a:ext uri="{FF2B5EF4-FFF2-40B4-BE49-F238E27FC236}">
                    <a16:creationId xmlns:a16="http://schemas.microsoft.com/office/drawing/2014/main" id="{1CCFD1D7-AA3C-F547-A1F7-BB076F3BE82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6" name="Freeform 54">
                <a:extLst>
                  <a:ext uri="{FF2B5EF4-FFF2-40B4-BE49-F238E27FC236}">
                    <a16:creationId xmlns:a16="http://schemas.microsoft.com/office/drawing/2014/main" id="{5D6FC64C-45EF-8E42-B40E-EB2CFBC84A7D}"/>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7" name="Freeform 55">
                <a:extLst>
                  <a:ext uri="{FF2B5EF4-FFF2-40B4-BE49-F238E27FC236}">
                    <a16:creationId xmlns:a16="http://schemas.microsoft.com/office/drawing/2014/main" id="{ED33ECB1-8EE1-3F4D-8E68-2ED0BC45E32B}"/>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8" name="Rectangle 56">
                <a:extLst>
                  <a:ext uri="{FF2B5EF4-FFF2-40B4-BE49-F238E27FC236}">
                    <a16:creationId xmlns:a16="http://schemas.microsoft.com/office/drawing/2014/main" id="{A9F8C19D-9E0D-BD42-B75B-42E12A26BED3}"/>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79" name="Rectangle 57">
                <a:extLst>
                  <a:ext uri="{FF2B5EF4-FFF2-40B4-BE49-F238E27FC236}">
                    <a16:creationId xmlns:a16="http://schemas.microsoft.com/office/drawing/2014/main" id="{A3CE9D3D-A794-7448-B399-DDB7DFAA54A0}"/>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0" name="Rectangle 58">
                <a:extLst>
                  <a:ext uri="{FF2B5EF4-FFF2-40B4-BE49-F238E27FC236}">
                    <a16:creationId xmlns:a16="http://schemas.microsoft.com/office/drawing/2014/main" id="{E23E0F04-5F7F-4642-810C-36FD32667C1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1" name="Line 59">
                <a:extLst>
                  <a:ext uri="{FF2B5EF4-FFF2-40B4-BE49-F238E27FC236}">
                    <a16:creationId xmlns:a16="http://schemas.microsoft.com/office/drawing/2014/main" id="{F1BD33E6-89FA-8143-9BD2-7D36ABAA8FA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82" name="Group 60">
                <a:extLst>
                  <a:ext uri="{FF2B5EF4-FFF2-40B4-BE49-F238E27FC236}">
                    <a16:creationId xmlns:a16="http://schemas.microsoft.com/office/drawing/2014/main" id="{D39A3170-12A9-5047-8045-0D1E12C16E65}"/>
                  </a:ext>
                </a:extLst>
              </p:cNvPr>
              <p:cNvGrpSpPr>
                <a:grpSpLocks/>
              </p:cNvGrpSpPr>
              <p:nvPr/>
            </p:nvGrpSpPr>
            <p:grpSpPr bwMode="auto">
              <a:xfrm>
                <a:off x="3899" y="3918"/>
                <a:ext cx="334" cy="51"/>
                <a:chOff x="3899" y="3918"/>
                <a:chExt cx="334" cy="51"/>
              </a:xfrm>
            </p:grpSpPr>
            <p:sp>
              <p:nvSpPr>
                <p:cNvPr id="109983" name="Freeform 61">
                  <a:extLst>
                    <a:ext uri="{FF2B5EF4-FFF2-40B4-BE49-F238E27FC236}">
                      <a16:creationId xmlns:a16="http://schemas.microsoft.com/office/drawing/2014/main" id="{BBDFA9B3-A5DA-DF44-8B0A-AEACF74A0839}"/>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4" name="Freeform 62">
                  <a:extLst>
                    <a:ext uri="{FF2B5EF4-FFF2-40B4-BE49-F238E27FC236}">
                      <a16:creationId xmlns:a16="http://schemas.microsoft.com/office/drawing/2014/main" id="{46B87F48-D293-7645-B498-B1F94E88ED0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5" name="Rectangle 63">
                  <a:extLst>
                    <a:ext uri="{FF2B5EF4-FFF2-40B4-BE49-F238E27FC236}">
                      <a16:creationId xmlns:a16="http://schemas.microsoft.com/office/drawing/2014/main" id="{772184C3-52D6-9149-B46A-AAC63B5DF177}"/>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61" name="Group 64">
              <a:extLst>
                <a:ext uri="{FF2B5EF4-FFF2-40B4-BE49-F238E27FC236}">
                  <a16:creationId xmlns:a16="http://schemas.microsoft.com/office/drawing/2014/main" id="{C32ABD8B-DDBA-2E4B-8166-F7E8CC7F188B}"/>
                </a:ext>
              </a:extLst>
            </p:cNvPr>
            <p:cNvGrpSpPr>
              <a:grpSpLocks/>
            </p:cNvGrpSpPr>
            <p:nvPr/>
          </p:nvGrpSpPr>
          <p:grpSpPr bwMode="auto">
            <a:xfrm>
              <a:off x="3891" y="3616"/>
              <a:ext cx="334" cy="346"/>
              <a:chOff x="3891" y="3616"/>
              <a:chExt cx="334" cy="346"/>
            </a:xfrm>
          </p:grpSpPr>
          <p:sp>
            <p:nvSpPr>
              <p:cNvPr id="109962" name="Freeform 65">
                <a:extLst>
                  <a:ext uri="{FF2B5EF4-FFF2-40B4-BE49-F238E27FC236}">
                    <a16:creationId xmlns:a16="http://schemas.microsoft.com/office/drawing/2014/main" id="{84E62632-89BA-A548-91B1-AC18897EBC65}"/>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3" name="Freeform 66">
                <a:extLst>
                  <a:ext uri="{FF2B5EF4-FFF2-40B4-BE49-F238E27FC236}">
                    <a16:creationId xmlns:a16="http://schemas.microsoft.com/office/drawing/2014/main" id="{C21BCB31-629A-0A42-8AAC-E26DA39C3740}"/>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4" name="Freeform 67">
                <a:extLst>
                  <a:ext uri="{FF2B5EF4-FFF2-40B4-BE49-F238E27FC236}">
                    <a16:creationId xmlns:a16="http://schemas.microsoft.com/office/drawing/2014/main" id="{F389B96F-6EB7-B04E-9CBE-A98142E51BE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5" name="Freeform 68">
                <a:extLst>
                  <a:ext uri="{FF2B5EF4-FFF2-40B4-BE49-F238E27FC236}">
                    <a16:creationId xmlns:a16="http://schemas.microsoft.com/office/drawing/2014/main" id="{E6F613E9-3851-884A-8E49-44577B47CBF2}"/>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6" name="Rectangle 69">
                <a:extLst>
                  <a:ext uri="{FF2B5EF4-FFF2-40B4-BE49-F238E27FC236}">
                    <a16:creationId xmlns:a16="http://schemas.microsoft.com/office/drawing/2014/main" id="{1BFB563A-39D0-134D-BBE0-C269021FC078}"/>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7" name="Rectangle 70">
                <a:extLst>
                  <a:ext uri="{FF2B5EF4-FFF2-40B4-BE49-F238E27FC236}">
                    <a16:creationId xmlns:a16="http://schemas.microsoft.com/office/drawing/2014/main" id="{CA3EC712-964A-0F43-B6A4-303BF617801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8" name="Rectangle 71">
                <a:extLst>
                  <a:ext uri="{FF2B5EF4-FFF2-40B4-BE49-F238E27FC236}">
                    <a16:creationId xmlns:a16="http://schemas.microsoft.com/office/drawing/2014/main" id="{3650DB82-7FB1-304D-BE10-5B15E57BBDA9}"/>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9" name="Line 72">
                <a:extLst>
                  <a:ext uri="{FF2B5EF4-FFF2-40B4-BE49-F238E27FC236}">
                    <a16:creationId xmlns:a16="http://schemas.microsoft.com/office/drawing/2014/main" id="{54EE2FC0-582D-1F40-BE5C-D6DD4C2D0838}"/>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70" name="Group 73">
                <a:extLst>
                  <a:ext uri="{FF2B5EF4-FFF2-40B4-BE49-F238E27FC236}">
                    <a16:creationId xmlns:a16="http://schemas.microsoft.com/office/drawing/2014/main" id="{14BB4F94-2046-E043-AD1D-1968A05C1232}"/>
                  </a:ext>
                </a:extLst>
              </p:cNvPr>
              <p:cNvGrpSpPr>
                <a:grpSpLocks/>
              </p:cNvGrpSpPr>
              <p:nvPr/>
            </p:nvGrpSpPr>
            <p:grpSpPr bwMode="auto">
              <a:xfrm>
                <a:off x="3891" y="3912"/>
                <a:ext cx="334" cy="50"/>
                <a:chOff x="3891" y="3912"/>
                <a:chExt cx="334" cy="50"/>
              </a:xfrm>
            </p:grpSpPr>
            <p:sp>
              <p:nvSpPr>
                <p:cNvPr id="109971" name="Freeform 74">
                  <a:extLst>
                    <a:ext uri="{FF2B5EF4-FFF2-40B4-BE49-F238E27FC236}">
                      <a16:creationId xmlns:a16="http://schemas.microsoft.com/office/drawing/2014/main" id="{AE2D23F6-5C4D-1841-8199-E2F44910DE63}"/>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2" name="Freeform 75">
                  <a:extLst>
                    <a:ext uri="{FF2B5EF4-FFF2-40B4-BE49-F238E27FC236}">
                      <a16:creationId xmlns:a16="http://schemas.microsoft.com/office/drawing/2014/main" id="{AEBE17D4-6831-3745-B8B1-94C79A9C8D69}"/>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3" name="Rectangle 76">
                  <a:extLst>
                    <a:ext uri="{FF2B5EF4-FFF2-40B4-BE49-F238E27FC236}">
                      <a16:creationId xmlns:a16="http://schemas.microsoft.com/office/drawing/2014/main" id="{60B70928-0519-2D43-A0D9-EBCDE815021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2" name="Group 77">
            <a:extLst>
              <a:ext uri="{FF2B5EF4-FFF2-40B4-BE49-F238E27FC236}">
                <a16:creationId xmlns:a16="http://schemas.microsoft.com/office/drawing/2014/main" id="{004A92B4-0963-0346-8143-08F668D37A7F}"/>
              </a:ext>
            </a:extLst>
          </p:cNvPr>
          <p:cNvGrpSpPr>
            <a:grpSpLocks/>
          </p:cNvGrpSpPr>
          <p:nvPr/>
        </p:nvGrpSpPr>
        <p:grpSpPr bwMode="auto">
          <a:xfrm>
            <a:off x="4613673" y="4549379"/>
            <a:ext cx="378619" cy="386953"/>
            <a:chOff x="4752" y="3605"/>
            <a:chExt cx="343" cy="353"/>
          </a:xfrm>
        </p:grpSpPr>
        <p:grpSp>
          <p:nvGrpSpPr>
            <p:cNvPr id="109934" name="Group 78">
              <a:extLst>
                <a:ext uri="{FF2B5EF4-FFF2-40B4-BE49-F238E27FC236}">
                  <a16:creationId xmlns:a16="http://schemas.microsoft.com/office/drawing/2014/main" id="{89EA4C2A-C951-2844-9B7C-07510E8EAD0A}"/>
                </a:ext>
              </a:extLst>
            </p:cNvPr>
            <p:cNvGrpSpPr>
              <a:grpSpLocks/>
            </p:cNvGrpSpPr>
            <p:nvPr/>
          </p:nvGrpSpPr>
          <p:grpSpPr bwMode="auto">
            <a:xfrm>
              <a:off x="4760" y="3612"/>
              <a:ext cx="335" cy="346"/>
              <a:chOff x="4760" y="3612"/>
              <a:chExt cx="335" cy="346"/>
            </a:xfrm>
          </p:grpSpPr>
          <p:sp>
            <p:nvSpPr>
              <p:cNvPr id="109948" name="Freeform 79">
                <a:extLst>
                  <a:ext uri="{FF2B5EF4-FFF2-40B4-BE49-F238E27FC236}">
                    <a16:creationId xmlns:a16="http://schemas.microsoft.com/office/drawing/2014/main" id="{867F043C-61A8-8042-9F4C-A9FAA9158106}"/>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9" name="Freeform 80">
                <a:extLst>
                  <a:ext uri="{FF2B5EF4-FFF2-40B4-BE49-F238E27FC236}">
                    <a16:creationId xmlns:a16="http://schemas.microsoft.com/office/drawing/2014/main" id="{5D7B7D52-F0C9-E44F-AD59-A8453C29D12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0" name="Freeform 81">
                <a:extLst>
                  <a:ext uri="{FF2B5EF4-FFF2-40B4-BE49-F238E27FC236}">
                    <a16:creationId xmlns:a16="http://schemas.microsoft.com/office/drawing/2014/main" id="{1D1E3099-3049-BF48-9959-CA43D72D2AB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1" name="Freeform 82">
                <a:extLst>
                  <a:ext uri="{FF2B5EF4-FFF2-40B4-BE49-F238E27FC236}">
                    <a16:creationId xmlns:a16="http://schemas.microsoft.com/office/drawing/2014/main" id="{99370617-0385-514F-A8A8-D6932A0AC59B}"/>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2" name="Rectangle 83">
                <a:extLst>
                  <a:ext uri="{FF2B5EF4-FFF2-40B4-BE49-F238E27FC236}">
                    <a16:creationId xmlns:a16="http://schemas.microsoft.com/office/drawing/2014/main" id="{65E7B2FA-FF73-1C4A-9FFD-80ACB4504A3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3" name="Rectangle 84">
                <a:extLst>
                  <a:ext uri="{FF2B5EF4-FFF2-40B4-BE49-F238E27FC236}">
                    <a16:creationId xmlns:a16="http://schemas.microsoft.com/office/drawing/2014/main" id="{9039B9DF-FFDF-704E-8D66-1D0D243B188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4" name="Rectangle 85">
                <a:extLst>
                  <a:ext uri="{FF2B5EF4-FFF2-40B4-BE49-F238E27FC236}">
                    <a16:creationId xmlns:a16="http://schemas.microsoft.com/office/drawing/2014/main" id="{B88F09AD-ADCD-DA4C-8B17-343CE45B6DA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5" name="Line 86">
                <a:extLst>
                  <a:ext uri="{FF2B5EF4-FFF2-40B4-BE49-F238E27FC236}">
                    <a16:creationId xmlns:a16="http://schemas.microsoft.com/office/drawing/2014/main" id="{FFE56739-3938-7D4D-8495-56FDA78426E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56" name="Group 87">
                <a:extLst>
                  <a:ext uri="{FF2B5EF4-FFF2-40B4-BE49-F238E27FC236}">
                    <a16:creationId xmlns:a16="http://schemas.microsoft.com/office/drawing/2014/main" id="{B35CD1C0-F901-AD47-915C-5F7A5C3B3EE4}"/>
                  </a:ext>
                </a:extLst>
              </p:cNvPr>
              <p:cNvGrpSpPr>
                <a:grpSpLocks/>
              </p:cNvGrpSpPr>
              <p:nvPr/>
            </p:nvGrpSpPr>
            <p:grpSpPr bwMode="auto">
              <a:xfrm>
                <a:off x="4760" y="3907"/>
                <a:ext cx="335" cy="51"/>
                <a:chOff x="4760" y="3907"/>
                <a:chExt cx="335" cy="51"/>
              </a:xfrm>
            </p:grpSpPr>
            <p:sp>
              <p:nvSpPr>
                <p:cNvPr id="109957" name="Freeform 88">
                  <a:extLst>
                    <a:ext uri="{FF2B5EF4-FFF2-40B4-BE49-F238E27FC236}">
                      <a16:creationId xmlns:a16="http://schemas.microsoft.com/office/drawing/2014/main" id="{5EE902B4-CBFA-DA4C-B566-A300267E50A9}"/>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8" name="Freeform 89">
                  <a:extLst>
                    <a:ext uri="{FF2B5EF4-FFF2-40B4-BE49-F238E27FC236}">
                      <a16:creationId xmlns:a16="http://schemas.microsoft.com/office/drawing/2014/main" id="{7A889FDC-3594-E141-B730-2B4F826B6671}"/>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9" name="Rectangle 90">
                  <a:extLst>
                    <a:ext uri="{FF2B5EF4-FFF2-40B4-BE49-F238E27FC236}">
                      <a16:creationId xmlns:a16="http://schemas.microsoft.com/office/drawing/2014/main" id="{01522573-1F5F-B642-9E6D-40CCE8D11C2C}"/>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35" name="Group 91">
              <a:extLst>
                <a:ext uri="{FF2B5EF4-FFF2-40B4-BE49-F238E27FC236}">
                  <a16:creationId xmlns:a16="http://schemas.microsoft.com/office/drawing/2014/main" id="{BE5D6D3D-3CA5-A04E-9414-FFD0E88FE2CE}"/>
                </a:ext>
              </a:extLst>
            </p:cNvPr>
            <p:cNvGrpSpPr>
              <a:grpSpLocks/>
            </p:cNvGrpSpPr>
            <p:nvPr/>
          </p:nvGrpSpPr>
          <p:grpSpPr bwMode="auto">
            <a:xfrm>
              <a:off x="4752" y="3605"/>
              <a:ext cx="334" cy="347"/>
              <a:chOff x="4752" y="3605"/>
              <a:chExt cx="334" cy="347"/>
            </a:xfrm>
          </p:grpSpPr>
          <p:sp>
            <p:nvSpPr>
              <p:cNvPr id="109936" name="Freeform 92">
                <a:extLst>
                  <a:ext uri="{FF2B5EF4-FFF2-40B4-BE49-F238E27FC236}">
                    <a16:creationId xmlns:a16="http://schemas.microsoft.com/office/drawing/2014/main" id="{003EE97E-FAB3-AC45-BD4C-0AE5CA141E39}"/>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7" name="Freeform 93">
                <a:extLst>
                  <a:ext uri="{FF2B5EF4-FFF2-40B4-BE49-F238E27FC236}">
                    <a16:creationId xmlns:a16="http://schemas.microsoft.com/office/drawing/2014/main" id="{2D6DB7A3-BDC9-1244-B4FF-19CF076363C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8" name="Freeform 94">
                <a:extLst>
                  <a:ext uri="{FF2B5EF4-FFF2-40B4-BE49-F238E27FC236}">
                    <a16:creationId xmlns:a16="http://schemas.microsoft.com/office/drawing/2014/main" id="{C57DF4B5-08E2-3246-92D4-A610B33648A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9" name="Freeform 95">
                <a:extLst>
                  <a:ext uri="{FF2B5EF4-FFF2-40B4-BE49-F238E27FC236}">
                    <a16:creationId xmlns:a16="http://schemas.microsoft.com/office/drawing/2014/main" id="{FE39E607-38DE-C545-B9AB-F97660BB5111}"/>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0" name="Rectangle 96">
                <a:extLst>
                  <a:ext uri="{FF2B5EF4-FFF2-40B4-BE49-F238E27FC236}">
                    <a16:creationId xmlns:a16="http://schemas.microsoft.com/office/drawing/2014/main" id="{E4F5DE20-5782-FB4F-9BBB-228B23952390}"/>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1" name="Rectangle 97">
                <a:extLst>
                  <a:ext uri="{FF2B5EF4-FFF2-40B4-BE49-F238E27FC236}">
                    <a16:creationId xmlns:a16="http://schemas.microsoft.com/office/drawing/2014/main" id="{100ACBA4-B305-7E46-A4A7-F20F6E3E4AAB}"/>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2" name="Rectangle 98">
                <a:extLst>
                  <a:ext uri="{FF2B5EF4-FFF2-40B4-BE49-F238E27FC236}">
                    <a16:creationId xmlns:a16="http://schemas.microsoft.com/office/drawing/2014/main" id="{19A4CA47-36AA-3B44-84E3-7848060B3F3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3" name="Line 99">
                <a:extLst>
                  <a:ext uri="{FF2B5EF4-FFF2-40B4-BE49-F238E27FC236}">
                    <a16:creationId xmlns:a16="http://schemas.microsoft.com/office/drawing/2014/main" id="{3A3860CA-E48A-D341-B5BA-2635466B213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44" name="Group 100">
                <a:extLst>
                  <a:ext uri="{FF2B5EF4-FFF2-40B4-BE49-F238E27FC236}">
                    <a16:creationId xmlns:a16="http://schemas.microsoft.com/office/drawing/2014/main" id="{F7B51EEB-CC7B-AF40-81CF-1B5768BD42EB}"/>
                  </a:ext>
                </a:extLst>
              </p:cNvPr>
              <p:cNvGrpSpPr>
                <a:grpSpLocks/>
              </p:cNvGrpSpPr>
              <p:nvPr/>
            </p:nvGrpSpPr>
            <p:grpSpPr bwMode="auto">
              <a:xfrm>
                <a:off x="4752" y="3901"/>
                <a:ext cx="334" cy="51"/>
                <a:chOff x="4752" y="3901"/>
                <a:chExt cx="334" cy="51"/>
              </a:xfrm>
            </p:grpSpPr>
            <p:sp>
              <p:nvSpPr>
                <p:cNvPr id="109945" name="Freeform 101">
                  <a:extLst>
                    <a:ext uri="{FF2B5EF4-FFF2-40B4-BE49-F238E27FC236}">
                      <a16:creationId xmlns:a16="http://schemas.microsoft.com/office/drawing/2014/main" id="{C912D417-D63F-8E42-A7C8-A9443B0ACB8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6" name="Freeform 102">
                  <a:extLst>
                    <a:ext uri="{FF2B5EF4-FFF2-40B4-BE49-F238E27FC236}">
                      <a16:creationId xmlns:a16="http://schemas.microsoft.com/office/drawing/2014/main" id="{9CC3C979-883D-AF44-92C8-C9EC60E1DA3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7" name="Rectangle 103">
                  <a:extLst>
                    <a:ext uri="{FF2B5EF4-FFF2-40B4-BE49-F238E27FC236}">
                      <a16:creationId xmlns:a16="http://schemas.microsoft.com/office/drawing/2014/main" id="{5CC66028-A309-7042-80DA-DD2E40ED163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3" name="Group 104">
            <a:extLst>
              <a:ext uri="{FF2B5EF4-FFF2-40B4-BE49-F238E27FC236}">
                <a16:creationId xmlns:a16="http://schemas.microsoft.com/office/drawing/2014/main" id="{6820C2C1-581B-7647-A9C2-AF10BE294BCF}"/>
              </a:ext>
            </a:extLst>
          </p:cNvPr>
          <p:cNvGrpSpPr>
            <a:grpSpLocks/>
          </p:cNvGrpSpPr>
          <p:nvPr/>
        </p:nvGrpSpPr>
        <p:grpSpPr bwMode="auto">
          <a:xfrm>
            <a:off x="1577579" y="1882379"/>
            <a:ext cx="378619" cy="388144"/>
            <a:chOff x="101" y="1539"/>
            <a:chExt cx="343" cy="352"/>
          </a:xfrm>
        </p:grpSpPr>
        <p:grpSp>
          <p:nvGrpSpPr>
            <p:cNvPr id="109908" name="Group 105">
              <a:extLst>
                <a:ext uri="{FF2B5EF4-FFF2-40B4-BE49-F238E27FC236}">
                  <a16:creationId xmlns:a16="http://schemas.microsoft.com/office/drawing/2014/main" id="{9B5B1306-A51C-DF48-8AE2-FB114F80D580}"/>
                </a:ext>
              </a:extLst>
            </p:cNvPr>
            <p:cNvGrpSpPr>
              <a:grpSpLocks/>
            </p:cNvGrpSpPr>
            <p:nvPr/>
          </p:nvGrpSpPr>
          <p:grpSpPr bwMode="auto">
            <a:xfrm>
              <a:off x="109" y="1545"/>
              <a:ext cx="335" cy="346"/>
              <a:chOff x="109" y="1545"/>
              <a:chExt cx="335" cy="346"/>
            </a:xfrm>
          </p:grpSpPr>
          <p:sp>
            <p:nvSpPr>
              <p:cNvPr id="109922" name="Freeform 106">
                <a:extLst>
                  <a:ext uri="{FF2B5EF4-FFF2-40B4-BE49-F238E27FC236}">
                    <a16:creationId xmlns:a16="http://schemas.microsoft.com/office/drawing/2014/main" id="{0876B8F8-0E45-7144-B759-A955C8F6C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3" name="Freeform 107">
                <a:extLst>
                  <a:ext uri="{FF2B5EF4-FFF2-40B4-BE49-F238E27FC236}">
                    <a16:creationId xmlns:a16="http://schemas.microsoft.com/office/drawing/2014/main" id="{3498C7AB-0367-E14A-85E3-99E7D468081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4" name="Freeform 108">
                <a:extLst>
                  <a:ext uri="{FF2B5EF4-FFF2-40B4-BE49-F238E27FC236}">
                    <a16:creationId xmlns:a16="http://schemas.microsoft.com/office/drawing/2014/main" id="{DA0030D8-E763-A543-8F27-E4C56F57C33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5" name="Freeform 109">
                <a:extLst>
                  <a:ext uri="{FF2B5EF4-FFF2-40B4-BE49-F238E27FC236}">
                    <a16:creationId xmlns:a16="http://schemas.microsoft.com/office/drawing/2014/main" id="{7BC0AB26-E5D5-2245-8760-02834D403D6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6" name="Rectangle 110">
                <a:extLst>
                  <a:ext uri="{FF2B5EF4-FFF2-40B4-BE49-F238E27FC236}">
                    <a16:creationId xmlns:a16="http://schemas.microsoft.com/office/drawing/2014/main" id="{11A07A39-B076-8747-9789-0F89340415A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7" name="Rectangle 111">
                <a:extLst>
                  <a:ext uri="{FF2B5EF4-FFF2-40B4-BE49-F238E27FC236}">
                    <a16:creationId xmlns:a16="http://schemas.microsoft.com/office/drawing/2014/main" id="{F85E0FD8-4735-6040-99F0-388BE6025FFE}"/>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8" name="Rectangle 112">
                <a:extLst>
                  <a:ext uri="{FF2B5EF4-FFF2-40B4-BE49-F238E27FC236}">
                    <a16:creationId xmlns:a16="http://schemas.microsoft.com/office/drawing/2014/main" id="{64871B61-25F8-0346-A337-481E6AD08D79}"/>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9" name="Line 113">
                <a:extLst>
                  <a:ext uri="{FF2B5EF4-FFF2-40B4-BE49-F238E27FC236}">
                    <a16:creationId xmlns:a16="http://schemas.microsoft.com/office/drawing/2014/main" id="{D89E262F-C70A-BE49-AB08-10480283BCB5}"/>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30" name="Group 114">
                <a:extLst>
                  <a:ext uri="{FF2B5EF4-FFF2-40B4-BE49-F238E27FC236}">
                    <a16:creationId xmlns:a16="http://schemas.microsoft.com/office/drawing/2014/main" id="{19AF6249-8A3C-094A-A1FC-29700AEFA2ED}"/>
                  </a:ext>
                </a:extLst>
              </p:cNvPr>
              <p:cNvGrpSpPr>
                <a:grpSpLocks/>
              </p:cNvGrpSpPr>
              <p:nvPr/>
            </p:nvGrpSpPr>
            <p:grpSpPr bwMode="auto">
              <a:xfrm>
                <a:off x="109" y="1841"/>
                <a:ext cx="335" cy="50"/>
                <a:chOff x="109" y="1841"/>
                <a:chExt cx="335" cy="50"/>
              </a:xfrm>
            </p:grpSpPr>
            <p:sp>
              <p:nvSpPr>
                <p:cNvPr id="109931" name="Freeform 115">
                  <a:extLst>
                    <a:ext uri="{FF2B5EF4-FFF2-40B4-BE49-F238E27FC236}">
                      <a16:creationId xmlns:a16="http://schemas.microsoft.com/office/drawing/2014/main" id="{EFEE0E57-588F-BD4E-9180-210092C8165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2" name="Freeform 116">
                  <a:extLst>
                    <a:ext uri="{FF2B5EF4-FFF2-40B4-BE49-F238E27FC236}">
                      <a16:creationId xmlns:a16="http://schemas.microsoft.com/office/drawing/2014/main" id="{98DE0521-7999-EB42-BC5B-C7BC1CBC370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3" name="Rectangle 117">
                  <a:extLst>
                    <a:ext uri="{FF2B5EF4-FFF2-40B4-BE49-F238E27FC236}">
                      <a16:creationId xmlns:a16="http://schemas.microsoft.com/office/drawing/2014/main" id="{C2FC1DA7-29A4-CB4E-8F8E-710E02F43331}"/>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09" name="Group 118">
              <a:extLst>
                <a:ext uri="{FF2B5EF4-FFF2-40B4-BE49-F238E27FC236}">
                  <a16:creationId xmlns:a16="http://schemas.microsoft.com/office/drawing/2014/main" id="{4DCB31CE-DDA0-3E46-9C48-BE71E9475F4B}"/>
                </a:ext>
              </a:extLst>
            </p:cNvPr>
            <p:cNvGrpSpPr>
              <a:grpSpLocks/>
            </p:cNvGrpSpPr>
            <p:nvPr/>
          </p:nvGrpSpPr>
          <p:grpSpPr bwMode="auto">
            <a:xfrm>
              <a:off x="101" y="1539"/>
              <a:ext cx="335" cy="346"/>
              <a:chOff x="101" y="1539"/>
              <a:chExt cx="335" cy="346"/>
            </a:xfrm>
          </p:grpSpPr>
          <p:sp>
            <p:nvSpPr>
              <p:cNvPr id="109910" name="Freeform 119">
                <a:extLst>
                  <a:ext uri="{FF2B5EF4-FFF2-40B4-BE49-F238E27FC236}">
                    <a16:creationId xmlns:a16="http://schemas.microsoft.com/office/drawing/2014/main" id="{9AA97911-4960-A345-B95B-C62D24028D0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1" name="Freeform 120">
                <a:extLst>
                  <a:ext uri="{FF2B5EF4-FFF2-40B4-BE49-F238E27FC236}">
                    <a16:creationId xmlns:a16="http://schemas.microsoft.com/office/drawing/2014/main" id="{47F160DD-4F0C-6C4A-A478-1F05B6B5DD5F}"/>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2" name="Freeform 121">
                <a:extLst>
                  <a:ext uri="{FF2B5EF4-FFF2-40B4-BE49-F238E27FC236}">
                    <a16:creationId xmlns:a16="http://schemas.microsoft.com/office/drawing/2014/main" id="{F2E9CA8A-918D-9A40-B274-94F14EFAA22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3" name="Freeform 122">
                <a:extLst>
                  <a:ext uri="{FF2B5EF4-FFF2-40B4-BE49-F238E27FC236}">
                    <a16:creationId xmlns:a16="http://schemas.microsoft.com/office/drawing/2014/main" id="{46F02636-28B3-F741-9B04-A3FAF2DF5F40}"/>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4" name="Rectangle 123">
                <a:extLst>
                  <a:ext uri="{FF2B5EF4-FFF2-40B4-BE49-F238E27FC236}">
                    <a16:creationId xmlns:a16="http://schemas.microsoft.com/office/drawing/2014/main" id="{C5AD90B4-AEC1-424C-9F07-09FC17586759}"/>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5" name="Rectangle 124">
                <a:extLst>
                  <a:ext uri="{FF2B5EF4-FFF2-40B4-BE49-F238E27FC236}">
                    <a16:creationId xmlns:a16="http://schemas.microsoft.com/office/drawing/2014/main" id="{229DA6BB-8EF2-2E4C-B7E9-1F395C5A27F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6" name="Rectangle 125">
                <a:extLst>
                  <a:ext uri="{FF2B5EF4-FFF2-40B4-BE49-F238E27FC236}">
                    <a16:creationId xmlns:a16="http://schemas.microsoft.com/office/drawing/2014/main" id="{9425702A-C4BC-5E49-A32D-C8FF0C0D6C34}"/>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7" name="Line 126">
                <a:extLst>
                  <a:ext uri="{FF2B5EF4-FFF2-40B4-BE49-F238E27FC236}">
                    <a16:creationId xmlns:a16="http://schemas.microsoft.com/office/drawing/2014/main" id="{A47A7AA5-B1C6-624C-9038-4A9AC041C377}"/>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18" name="Group 127">
                <a:extLst>
                  <a:ext uri="{FF2B5EF4-FFF2-40B4-BE49-F238E27FC236}">
                    <a16:creationId xmlns:a16="http://schemas.microsoft.com/office/drawing/2014/main" id="{7EE2EB9A-FAEE-7F47-82BB-598BF4B39D80}"/>
                  </a:ext>
                </a:extLst>
              </p:cNvPr>
              <p:cNvGrpSpPr>
                <a:grpSpLocks/>
              </p:cNvGrpSpPr>
              <p:nvPr/>
            </p:nvGrpSpPr>
            <p:grpSpPr bwMode="auto">
              <a:xfrm>
                <a:off x="101" y="1834"/>
                <a:ext cx="335" cy="51"/>
                <a:chOff x="101" y="1834"/>
                <a:chExt cx="335" cy="51"/>
              </a:xfrm>
            </p:grpSpPr>
            <p:sp>
              <p:nvSpPr>
                <p:cNvPr id="109919" name="Freeform 128">
                  <a:extLst>
                    <a:ext uri="{FF2B5EF4-FFF2-40B4-BE49-F238E27FC236}">
                      <a16:creationId xmlns:a16="http://schemas.microsoft.com/office/drawing/2014/main" id="{84115D84-5C01-BC4E-B8D2-F04365C2AF7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0" name="Freeform 129">
                  <a:extLst>
                    <a:ext uri="{FF2B5EF4-FFF2-40B4-BE49-F238E27FC236}">
                      <a16:creationId xmlns:a16="http://schemas.microsoft.com/office/drawing/2014/main" id="{177FFE53-DBCA-9E47-993C-11F48FC4B3D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1" name="Rectangle 130">
                  <a:extLst>
                    <a:ext uri="{FF2B5EF4-FFF2-40B4-BE49-F238E27FC236}">
                      <a16:creationId xmlns:a16="http://schemas.microsoft.com/office/drawing/2014/main" id="{3A256110-643A-1349-9C75-2F1C94EFCDEB}"/>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4" name="Group 131">
            <a:extLst>
              <a:ext uri="{FF2B5EF4-FFF2-40B4-BE49-F238E27FC236}">
                <a16:creationId xmlns:a16="http://schemas.microsoft.com/office/drawing/2014/main" id="{E624E39A-5F5C-CF4E-8457-0BC593522BF8}"/>
              </a:ext>
            </a:extLst>
          </p:cNvPr>
          <p:cNvGrpSpPr>
            <a:grpSpLocks/>
          </p:cNvGrpSpPr>
          <p:nvPr/>
        </p:nvGrpSpPr>
        <p:grpSpPr bwMode="auto">
          <a:xfrm>
            <a:off x="7261622" y="2743200"/>
            <a:ext cx="379809" cy="385763"/>
            <a:chOff x="5237" y="2322"/>
            <a:chExt cx="343" cy="352"/>
          </a:xfrm>
        </p:grpSpPr>
        <p:grpSp>
          <p:nvGrpSpPr>
            <p:cNvPr id="109882" name="Group 132">
              <a:extLst>
                <a:ext uri="{FF2B5EF4-FFF2-40B4-BE49-F238E27FC236}">
                  <a16:creationId xmlns:a16="http://schemas.microsoft.com/office/drawing/2014/main" id="{828018AF-99F5-AF48-992C-0A5B2C1B4BED}"/>
                </a:ext>
              </a:extLst>
            </p:cNvPr>
            <p:cNvGrpSpPr>
              <a:grpSpLocks/>
            </p:cNvGrpSpPr>
            <p:nvPr/>
          </p:nvGrpSpPr>
          <p:grpSpPr bwMode="auto">
            <a:xfrm>
              <a:off x="5245" y="2328"/>
              <a:ext cx="335" cy="346"/>
              <a:chOff x="5245" y="2328"/>
              <a:chExt cx="335" cy="346"/>
            </a:xfrm>
          </p:grpSpPr>
          <p:sp>
            <p:nvSpPr>
              <p:cNvPr id="109896" name="Freeform 133">
                <a:extLst>
                  <a:ext uri="{FF2B5EF4-FFF2-40B4-BE49-F238E27FC236}">
                    <a16:creationId xmlns:a16="http://schemas.microsoft.com/office/drawing/2014/main" id="{53F99D71-1722-2248-9055-E09AAA2549E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7" name="Freeform 134">
                <a:extLst>
                  <a:ext uri="{FF2B5EF4-FFF2-40B4-BE49-F238E27FC236}">
                    <a16:creationId xmlns:a16="http://schemas.microsoft.com/office/drawing/2014/main" id="{4D68B7B7-50D6-C64C-BAE9-2E0739C0CECF}"/>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8" name="Freeform 135">
                <a:extLst>
                  <a:ext uri="{FF2B5EF4-FFF2-40B4-BE49-F238E27FC236}">
                    <a16:creationId xmlns:a16="http://schemas.microsoft.com/office/drawing/2014/main" id="{933056CF-243F-984F-A90D-9152171C0D8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9" name="Freeform 136">
                <a:extLst>
                  <a:ext uri="{FF2B5EF4-FFF2-40B4-BE49-F238E27FC236}">
                    <a16:creationId xmlns:a16="http://schemas.microsoft.com/office/drawing/2014/main" id="{5EBD8C16-18EE-1A4F-BE79-2CB51F43A22D}"/>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0" name="Rectangle 137">
                <a:extLst>
                  <a:ext uri="{FF2B5EF4-FFF2-40B4-BE49-F238E27FC236}">
                    <a16:creationId xmlns:a16="http://schemas.microsoft.com/office/drawing/2014/main" id="{2F98C57A-8ACF-3742-AB60-2B5B17D863C1}"/>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1" name="Rectangle 138">
                <a:extLst>
                  <a:ext uri="{FF2B5EF4-FFF2-40B4-BE49-F238E27FC236}">
                    <a16:creationId xmlns:a16="http://schemas.microsoft.com/office/drawing/2014/main" id="{B0AD456B-CF4A-E744-AC22-CA687622E640}"/>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2" name="Rectangle 139">
                <a:extLst>
                  <a:ext uri="{FF2B5EF4-FFF2-40B4-BE49-F238E27FC236}">
                    <a16:creationId xmlns:a16="http://schemas.microsoft.com/office/drawing/2014/main" id="{74BE69CE-4F30-1148-A724-6D65865AD1C8}"/>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3" name="Line 140">
                <a:extLst>
                  <a:ext uri="{FF2B5EF4-FFF2-40B4-BE49-F238E27FC236}">
                    <a16:creationId xmlns:a16="http://schemas.microsoft.com/office/drawing/2014/main" id="{F2E0E451-FDBA-4848-9DEF-87AD9BA4E587}"/>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04" name="Group 141">
                <a:extLst>
                  <a:ext uri="{FF2B5EF4-FFF2-40B4-BE49-F238E27FC236}">
                    <a16:creationId xmlns:a16="http://schemas.microsoft.com/office/drawing/2014/main" id="{CCBA955A-C174-FD46-899F-9C643DFE2AB5}"/>
                  </a:ext>
                </a:extLst>
              </p:cNvPr>
              <p:cNvGrpSpPr>
                <a:grpSpLocks/>
              </p:cNvGrpSpPr>
              <p:nvPr/>
            </p:nvGrpSpPr>
            <p:grpSpPr bwMode="auto">
              <a:xfrm>
                <a:off x="5245" y="2624"/>
                <a:ext cx="335" cy="50"/>
                <a:chOff x="5245" y="2624"/>
                <a:chExt cx="335" cy="50"/>
              </a:xfrm>
            </p:grpSpPr>
            <p:sp>
              <p:nvSpPr>
                <p:cNvPr id="109905" name="Freeform 142">
                  <a:extLst>
                    <a:ext uri="{FF2B5EF4-FFF2-40B4-BE49-F238E27FC236}">
                      <a16:creationId xmlns:a16="http://schemas.microsoft.com/office/drawing/2014/main" id="{6E71448E-6E9D-0143-818D-B5AFA2A2ED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6" name="Freeform 143">
                  <a:extLst>
                    <a:ext uri="{FF2B5EF4-FFF2-40B4-BE49-F238E27FC236}">
                      <a16:creationId xmlns:a16="http://schemas.microsoft.com/office/drawing/2014/main" id="{12271C31-A67F-0046-8779-FA3F6B807FF8}"/>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7" name="Rectangle 144">
                  <a:extLst>
                    <a:ext uri="{FF2B5EF4-FFF2-40B4-BE49-F238E27FC236}">
                      <a16:creationId xmlns:a16="http://schemas.microsoft.com/office/drawing/2014/main" id="{997D05A9-B4D9-6049-95C8-C06B5C9833AA}"/>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83" name="Group 145">
              <a:extLst>
                <a:ext uri="{FF2B5EF4-FFF2-40B4-BE49-F238E27FC236}">
                  <a16:creationId xmlns:a16="http://schemas.microsoft.com/office/drawing/2014/main" id="{307F7228-1FB7-7D4E-BB94-D5021A44701A}"/>
                </a:ext>
              </a:extLst>
            </p:cNvPr>
            <p:cNvGrpSpPr>
              <a:grpSpLocks/>
            </p:cNvGrpSpPr>
            <p:nvPr/>
          </p:nvGrpSpPr>
          <p:grpSpPr bwMode="auto">
            <a:xfrm>
              <a:off x="5237" y="2322"/>
              <a:ext cx="335" cy="346"/>
              <a:chOff x="5237" y="2322"/>
              <a:chExt cx="335" cy="346"/>
            </a:xfrm>
          </p:grpSpPr>
          <p:sp>
            <p:nvSpPr>
              <p:cNvPr id="109884" name="Freeform 146">
                <a:extLst>
                  <a:ext uri="{FF2B5EF4-FFF2-40B4-BE49-F238E27FC236}">
                    <a16:creationId xmlns:a16="http://schemas.microsoft.com/office/drawing/2014/main" id="{E4850834-A3DC-374A-9927-2D0C3555FB2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5" name="Freeform 147">
                <a:extLst>
                  <a:ext uri="{FF2B5EF4-FFF2-40B4-BE49-F238E27FC236}">
                    <a16:creationId xmlns:a16="http://schemas.microsoft.com/office/drawing/2014/main" id="{0C43EEA2-847D-0B47-B0F9-FA8A579882F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6" name="Freeform 148">
                <a:extLst>
                  <a:ext uri="{FF2B5EF4-FFF2-40B4-BE49-F238E27FC236}">
                    <a16:creationId xmlns:a16="http://schemas.microsoft.com/office/drawing/2014/main" id="{87F47E40-BCCD-104D-B3BE-2C204B3F8A5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7" name="Freeform 149">
                <a:extLst>
                  <a:ext uri="{FF2B5EF4-FFF2-40B4-BE49-F238E27FC236}">
                    <a16:creationId xmlns:a16="http://schemas.microsoft.com/office/drawing/2014/main" id="{59E72AC9-64DE-1B48-9E56-AD27701B2E4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8" name="Rectangle 150">
                <a:extLst>
                  <a:ext uri="{FF2B5EF4-FFF2-40B4-BE49-F238E27FC236}">
                    <a16:creationId xmlns:a16="http://schemas.microsoft.com/office/drawing/2014/main" id="{5121194E-BB2B-6A47-ABE3-458B76ED503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89" name="Rectangle 151">
                <a:extLst>
                  <a:ext uri="{FF2B5EF4-FFF2-40B4-BE49-F238E27FC236}">
                    <a16:creationId xmlns:a16="http://schemas.microsoft.com/office/drawing/2014/main" id="{CAB95CE9-15AC-E848-B5E2-31D095E10F85}"/>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0" name="Rectangle 152">
                <a:extLst>
                  <a:ext uri="{FF2B5EF4-FFF2-40B4-BE49-F238E27FC236}">
                    <a16:creationId xmlns:a16="http://schemas.microsoft.com/office/drawing/2014/main" id="{C0E67F6E-1942-D649-8829-AB839D08C9D9}"/>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1" name="Line 153">
                <a:extLst>
                  <a:ext uri="{FF2B5EF4-FFF2-40B4-BE49-F238E27FC236}">
                    <a16:creationId xmlns:a16="http://schemas.microsoft.com/office/drawing/2014/main" id="{D1AC35CC-EFBF-6B47-A03E-B12072373D18}"/>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92" name="Group 154">
                <a:extLst>
                  <a:ext uri="{FF2B5EF4-FFF2-40B4-BE49-F238E27FC236}">
                    <a16:creationId xmlns:a16="http://schemas.microsoft.com/office/drawing/2014/main" id="{6A536057-FA57-224C-A1ED-2E130B87B34A}"/>
                  </a:ext>
                </a:extLst>
              </p:cNvPr>
              <p:cNvGrpSpPr>
                <a:grpSpLocks/>
              </p:cNvGrpSpPr>
              <p:nvPr/>
            </p:nvGrpSpPr>
            <p:grpSpPr bwMode="auto">
              <a:xfrm>
                <a:off x="5237" y="2617"/>
                <a:ext cx="335" cy="51"/>
                <a:chOff x="5237" y="2617"/>
                <a:chExt cx="335" cy="51"/>
              </a:xfrm>
            </p:grpSpPr>
            <p:sp>
              <p:nvSpPr>
                <p:cNvPr id="109893" name="Freeform 155">
                  <a:extLst>
                    <a:ext uri="{FF2B5EF4-FFF2-40B4-BE49-F238E27FC236}">
                      <a16:creationId xmlns:a16="http://schemas.microsoft.com/office/drawing/2014/main" id="{C0B31A9B-99F8-AF48-BC74-A33A9701418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4" name="Freeform 156">
                  <a:extLst>
                    <a:ext uri="{FF2B5EF4-FFF2-40B4-BE49-F238E27FC236}">
                      <a16:creationId xmlns:a16="http://schemas.microsoft.com/office/drawing/2014/main" id="{275C8010-C4A2-914E-B742-3F639F1694D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5" name="Rectangle 157">
                  <a:extLst>
                    <a:ext uri="{FF2B5EF4-FFF2-40B4-BE49-F238E27FC236}">
                      <a16:creationId xmlns:a16="http://schemas.microsoft.com/office/drawing/2014/main" id="{4E279F92-6D3A-0D4B-A0FA-87CAC737E8F0}"/>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5" name="Group 158">
            <a:extLst>
              <a:ext uri="{FF2B5EF4-FFF2-40B4-BE49-F238E27FC236}">
                <a16:creationId xmlns:a16="http://schemas.microsoft.com/office/drawing/2014/main" id="{023A2819-A7FA-BD49-8A69-E7180714B2F2}"/>
              </a:ext>
            </a:extLst>
          </p:cNvPr>
          <p:cNvGrpSpPr>
            <a:grpSpLocks/>
          </p:cNvGrpSpPr>
          <p:nvPr/>
        </p:nvGrpSpPr>
        <p:grpSpPr bwMode="auto">
          <a:xfrm>
            <a:off x="7261622" y="1935956"/>
            <a:ext cx="379809" cy="386954"/>
            <a:chOff x="5237" y="1587"/>
            <a:chExt cx="343" cy="353"/>
          </a:xfrm>
        </p:grpSpPr>
        <p:grpSp>
          <p:nvGrpSpPr>
            <p:cNvPr id="109856" name="Group 159">
              <a:extLst>
                <a:ext uri="{FF2B5EF4-FFF2-40B4-BE49-F238E27FC236}">
                  <a16:creationId xmlns:a16="http://schemas.microsoft.com/office/drawing/2014/main" id="{A7F446CC-C9E4-DA4F-8369-922865B729E0}"/>
                </a:ext>
              </a:extLst>
            </p:cNvPr>
            <p:cNvGrpSpPr>
              <a:grpSpLocks/>
            </p:cNvGrpSpPr>
            <p:nvPr/>
          </p:nvGrpSpPr>
          <p:grpSpPr bwMode="auto">
            <a:xfrm>
              <a:off x="5245" y="1594"/>
              <a:ext cx="335" cy="346"/>
              <a:chOff x="5245" y="1594"/>
              <a:chExt cx="335" cy="346"/>
            </a:xfrm>
          </p:grpSpPr>
          <p:sp>
            <p:nvSpPr>
              <p:cNvPr id="109870" name="Freeform 160">
                <a:extLst>
                  <a:ext uri="{FF2B5EF4-FFF2-40B4-BE49-F238E27FC236}">
                    <a16:creationId xmlns:a16="http://schemas.microsoft.com/office/drawing/2014/main" id="{DF8A2DCE-31DE-1A45-B099-3A3AA31304B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1" name="Freeform 161">
                <a:extLst>
                  <a:ext uri="{FF2B5EF4-FFF2-40B4-BE49-F238E27FC236}">
                    <a16:creationId xmlns:a16="http://schemas.microsoft.com/office/drawing/2014/main" id="{BE6C7E9D-C619-CB43-BDC7-0C6050F44DA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2" name="Freeform 162">
                <a:extLst>
                  <a:ext uri="{FF2B5EF4-FFF2-40B4-BE49-F238E27FC236}">
                    <a16:creationId xmlns:a16="http://schemas.microsoft.com/office/drawing/2014/main" id="{186AD209-24A9-1F44-BE09-EEC833872CE1}"/>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3" name="Freeform 163">
                <a:extLst>
                  <a:ext uri="{FF2B5EF4-FFF2-40B4-BE49-F238E27FC236}">
                    <a16:creationId xmlns:a16="http://schemas.microsoft.com/office/drawing/2014/main" id="{2385433F-3ACD-E243-A052-0E067A0EF077}"/>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4" name="Rectangle 164">
                <a:extLst>
                  <a:ext uri="{FF2B5EF4-FFF2-40B4-BE49-F238E27FC236}">
                    <a16:creationId xmlns:a16="http://schemas.microsoft.com/office/drawing/2014/main" id="{2A306821-A5F5-7B44-BAFE-B3C63EDEF0C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5" name="Rectangle 165">
                <a:extLst>
                  <a:ext uri="{FF2B5EF4-FFF2-40B4-BE49-F238E27FC236}">
                    <a16:creationId xmlns:a16="http://schemas.microsoft.com/office/drawing/2014/main" id="{6C222705-D76F-354D-A952-94D3A797242B}"/>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6" name="Rectangle 166">
                <a:extLst>
                  <a:ext uri="{FF2B5EF4-FFF2-40B4-BE49-F238E27FC236}">
                    <a16:creationId xmlns:a16="http://schemas.microsoft.com/office/drawing/2014/main" id="{87CE6F90-90BC-784F-BD8C-9ABD86A7430F}"/>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7" name="Line 167">
                <a:extLst>
                  <a:ext uri="{FF2B5EF4-FFF2-40B4-BE49-F238E27FC236}">
                    <a16:creationId xmlns:a16="http://schemas.microsoft.com/office/drawing/2014/main" id="{7546DA71-C71C-F94E-AD84-0F54D6F54114}"/>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78" name="Group 168">
                <a:extLst>
                  <a:ext uri="{FF2B5EF4-FFF2-40B4-BE49-F238E27FC236}">
                    <a16:creationId xmlns:a16="http://schemas.microsoft.com/office/drawing/2014/main" id="{0101A003-2948-B74A-8887-D6A5A70ADCCC}"/>
                  </a:ext>
                </a:extLst>
              </p:cNvPr>
              <p:cNvGrpSpPr>
                <a:grpSpLocks/>
              </p:cNvGrpSpPr>
              <p:nvPr/>
            </p:nvGrpSpPr>
            <p:grpSpPr bwMode="auto">
              <a:xfrm>
                <a:off x="5245" y="1889"/>
                <a:ext cx="335" cy="51"/>
                <a:chOff x="5245" y="1889"/>
                <a:chExt cx="335" cy="51"/>
              </a:xfrm>
            </p:grpSpPr>
            <p:sp>
              <p:nvSpPr>
                <p:cNvPr id="109879" name="Freeform 169">
                  <a:extLst>
                    <a:ext uri="{FF2B5EF4-FFF2-40B4-BE49-F238E27FC236}">
                      <a16:creationId xmlns:a16="http://schemas.microsoft.com/office/drawing/2014/main" id="{F2567EB7-EFCA-A94D-A520-A9D30875EFD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0" name="Freeform 170">
                  <a:extLst>
                    <a:ext uri="{FF2B5EF4-FFF2-40B4-BE49-F238E27FC236}">
                      <a16:creationId xmlns:a16="http://schemas.microsoft.com/office/drawing/2014/main" id="{89BEE555-4AB3-2444-9A29-6141EF857C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1" name="Rectangle 171">
                  <a:extLst>
                    <a:ext uri="{FF2B5EF4-FFF2-40B4-BE49-F238E27FC236}">
                      <a16:creationId xmlns:a16="http://schemas.microsoft.com/office/drawing/2014/main" id="{D7A4C508-9AD0-5A44-AEBE-FBB1C358BB31}"/>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57" name="Group 172">
              <a:extLst>
                <a:ext uri="{FF2B5EF4-FFF2-40B4-BE49-F238E27FC236}">
                  <a16:creationId xmlns:a16="http://schemas.microsoft.com/office/drawing/2014/main" id="{1CF74D0D-AE01-D448-BFCC-66BF991566E1}"/>
                </a:ext>
              </a:extLst>
            </p:cNvPr>
            <p:cNvGrpSpPr>
              <a:grpSpLocks/>
            </p:cNvGrpSpPr>
            <p:nvPr/>
          </p:nvGrpSpPr>
          <p:grpSpPr bwMode="auto">
            <a:xfrm>
              <a:off x="5237" y="1587"/>
              <a:ext cx="335" cy="346"/>
              <a:chOff x="5237" y="1587"/>
              <a:chExt cx="335" cy="346"/>
            </a:xfrm>
          </p:grpSpPr>
          <p:sp>
            <p:nvSpPr>
              <p:cNvPr id="109858" name="Freeform 173">
                <a:extLst>
                  <a:ext uri="{FF2B5EF4-FFF2-40B4-BE49-F238E27FC236}">
                    <a16:creationId xmlns:a16="http://schemas.microsoft.com/office/drawing/2014/main" id="{7D3AED04-9A7C-2841-A4C5-7DF1A064E412}"/>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9" name="Freeform 174">
                <a:extLst>
                  <a:ext uri="{FF2B5EF4-FFF2-40B4-BE49-F238E27FC236}">
                    <a16:creationId xmlns:a16="http://schemas.microsoft.com/office/drawing/2014/main" id="{571C42BE-F210-9C4E-9A20-64BDE5FE581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0" name="Freeform 175">
                <a:extLst>
                  <a:ext uri="{FF2B5EF4-FFF2-40B4-BE49-F238E27FC236}">
                    <a16:creationId xmlns:a16="http://schemas.microsoft.com/office/drawing/2014/main" id="{AAA7D348-76C5-2642-A80A-EBF137D6AC2E}"/>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1" name="Freeform 176">
                <a:extLst>
                  <a:ext uri="{FF2B5EF4-FFF2-40B4-BE49-F238E27FC236}">
                    <a16:creationId xmlns:a16="http://schemas.microsoft.com/office/drawing/2014/main" id="{51CCB3B9-9CDC-E04C-A53B-BFAAFADBF22C}"/>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2" name="Rectangle 177">
                <a:extLst>
                  <a:ext uri="{FF2B5EF4-FFF2-40B4-BE49-F238E27FC236}">
                    <a16:creationId xmlns:a16="http://schemas.microsoft.com/office/drawing/2014/main" id="{F3FD8ECD-34C6-674F-AE9F-FD3F08818D6E}"/>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3" name="Rectangle 178">
                <a:extLst>
                  <a:ext uri="{FF2B5EF4-FFF2-40B4-BE49-F238E27FC236}">
                    <a16:creationId xmlns:a16="http://schemas.microsoft.com/office/drawing/2014/main" id="{6BB44CA0-EF6E-0445-9031-8C0C77486FC9}"/>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4" name="Rectangle 179">
                <a:extLst>
                  <a:ext uri="{FF2B5EF4-FFF2-40B4-BE49-F238E27FC236}">
                    <a16:creationId xmlns:a16="http://schemas.microsoft.com/office/drawing/2014/main" id="{888FCC72-9C89-E941-92A7-3FCD568F49E4}"/>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5" name="Line 180">
                <a:extLst>
                  <a:ext uri="{FF2B5EF4-FFF2-40B4-BE49-F238E27FC236}">
                    <a16:creationId xmlns:a16="http://schemas.microsoft.com/office/drawing/2014/main" id="{15F996A1-EE42-6A4B-B405-69A425E4CDF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66" name="Group 181">
                <a:extLst>
                  <a:ext uri="{FF2B5EF4-FFF2-40B4-BE49-F238E27FC236}">
                    <a16:creationId xmlns:a16="http://schemas.microsoft.com/office/drawing/2014/main" id="{9A04D2EB-456B-0047-9750-A88393B4A472}"/>
                  </a:ext>
                </a:extLst>
              </p:cNvPr>
              <p:cNvGrpSpPr>
                <a:grpSpLocks/>
              </p:cNvGrpSpPr>
              <p:nvPr/>
            </p:nvGrpSpPr>
            <p:grpSpPr bwMode="auto">
              <a:xfrm>
                <a:off x="5237" y="1883"/>
                <a:ext cx="335" cy="50"/>
                <a:chOff x="5237" y="1883"/>
                <a:chExt cx="335" cy="50"/>
              </a:xfrm>
            </p:grpSpPr>
            <p:sp>
              <p:nvSpPr>
                <p:cNvPr id="109867" name="Freeform 182">
                  <a:extLst>
                    <a:ext uri="{FF2B5EF4-FFF2-40B4-BE49-F238E27FC236}">
                      <a16:creationId xmlns:a16="http://schemas.microsoft.com/office/drawing/2014/main" id="{C7AB16BB-B072-0D40-A468-EC0B03747BB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8" name="Freeform 183">
                  <a:extLst>
                    <a:ext uri="{FF2B5EF4-FFF2-40B4-BE49-F238E27FC236}">
                      <a16:creationId xmlns:a16="http://schemas.microsoft.com/office/drawing/2014/main" id="{68048826-515A-5245-A549-72628CA5D5CC}"/>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9" name="Rectangle 184">
                  <a:extLst>
                    <a:ext uri="{FF2B5EF4-FFF2-40B4-BE49-F238E27FC236}">
                      <a16:creationId xmlns:a16="http://schemas.microsoft.com/office/drawing/2014/main" id="{F760807B-68F5-6C4C-92C0-030BA1E54BAF}"/>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596" name="Rectangle 185">
            <a:extLst>
              <a:ext uri="{FF2B5EF4-FFF2-40B4-BE49-F238E27FC236}">
                <a16:creationId xmlns:a16="http://schemas.microsoft.com/office/drawing/2014/main" id="{7D632936-1657-FD4E-B8C4-3565A70925C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7" name="Rectangle 186">
            <a:extLst>
              <a:ext uri="{FF2B5EF4-FFF2-40B4-BE49-F238E27FC236}">
                <a16:creationId xmlns:a16="http://schemas.microsoft.com/office/drawing/2014/main" id="{B9E4F1A3-4EBE-2949-9922-212378E8030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9598" name="Rectangle 187">
            <a:extLst>
              <a:ext uri="{FF2B5EF4-FFF2-40B4-BE49-F238E27FC236}">
                <a16:creationId xmlns:a16="http://schemas.microsoft.com/office/drawing/2014/main" id="{F6B89DA5-DBAD-C045-8066-FEACB06F08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9" name="Rectangle 188">
            <a:extLst>
              <a:ext uri="{FF2B5EF4-FFF2-40B4-BE49-F238E27FC236}">
                <a16:creationId xmlns:a16="http://schemas.microsoft.com/office/drawing/2014/main" id="{C22B4DFA-DB52-A640-97CB-EFAD981B5105}"/>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9600" name="Rectangle 189">
            <a:extLst>
              <a:ext uri="{FF2B5EF4-FFF2-40B4-BE49-F238E27FC236}">
                <a16:creationId xmlns:a16="http://schemas.microsoft.com/office/drawing/2014/main" id="{9FA69F1A-A12A-D041-B2C5-4445FE5CA16C}"/>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1" name="Rectangle 190">
            <a:extLst>
              <a:ext uri="{FF2B5EF4-FFF2-40B4-BE49-F238E27FC236}">
                <a16:creationId xmlns:a16="http://schemas.microsoft.com/office/drawing/2014/main" id="{CDECB56F-26B7-FB4A-9E00-1AC6286823D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9602" name="Rectangle 191">
            <a:extLst>
              <a:ext uri="{FF2B5EF4-FFF2-40B4-BE49-F238E27FC236}">
                <a16:creationId xmlns:a16="http://schemas.microsoft.com/office/drawing/2014/main" id="{FF27011F-5490-3143-AE0E-DEFFA8BE5170}"/>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3" name="Rectangle 192">
            <a:extLst>
              <a:ext uri="{FF2B5EF4-FFF2-40B4-BE49-F238E27FC236}">
                <a16:creationId xmlns:a16="http://schemas.microsoft.com/office/drawing/2014/main" id="{81430C91-42D0-C343-87CE-150FE04D8169}"/>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9604" name="Rectangle 193">
            <a:extLst>
              <a:ext uri="{FF2B5EF4-FFF2-40B4-BE49-F238E27FC236}">
                <a16:creationId xmlns:a16="http://schemas.microsoft.com/office/drawing/2014/main" id="{EC275C44-E024-074C-B969-AA445D449792}"/>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05" name="Group 194">
            <a:extLst>
              <a:ext uri="{FF2B5EF4-FFF2-40B4-BE49-F238E27FC236}">
                <a16:creationId xmlns:a16="http://schemas.microsoft.com/office/drawing/2014/main" id="{5C61EAD0-04A7-0F45-9D64-3B68B1A56449}"/>
              </a:ext>
            </a:extLst>
          </p:cNvPr>
          <p:cNvGrpSpPr>
            <a:grpSpLocks/>
          </p:cNvGrpSpPr>
          <p:nvPr/>
        </p:nvGrpSpPr>
        <p:grpSpPr bwMode="auto">
          <a:xfrm>
            <a:off x="4010025" y="1972866"/>
            <a:ext cx="485775" cy="289322"/>
            <a:chOff x="2299" y="1622"/>
            <a:chExt cx="439" cy="262"/>
          </a:xfrm>
        </p:grpSpPr>
        <p:sp>
          <p:nvSpPr>
            <p:cNvPr id="109831" name="Oval 195">
              <a:extLst>
                <a:ext uri="{FF2B5EF4-FFF2-40B4-BE49-F238E27FC236}">
                  <a16:creationId xmlns:a16="http://schemas.microsoft.com/office/drawing/2014/main" id="{DFFDE017-152C-DA4E-A72E-AFA152334B9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2" name="Rectangle 196">
              <a:extLst>
                <a:ext uri="{FF2B5EF4-FFF2-40B4-BE49-F238E27FC236}">
                  <a16:creationId xmlns:a16="http://schemas.microsoft.com/office/drawing/2014/main" id="{BCEE2795-7F46-D54A-A4A9-37ED20B93AF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3" name="Rectangle 197">
              <a:extLst>
                <a:ext uri="{FF2B5EF4-FFF2-40B4-BE49-F238E27FC236}">
                  <a16:creationId xmlns:a16="http://schemas.microsoft.com/office/drawing/2014/main" id="{B84471E4-C0BB-6743-81C9-23B28ABB4105}"/>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4" name="Oval 198">
              <a:extLst>
                <a:ext uri="{FF2B5EF4-FFF2-40B4-BE49-F238E27FC236}">
                  <a16:creationId xmlns:a16="http://schemas.microsoft.com/office/drawing/2014/main" id="{F62E7D9F-C423-974A-977B-D17A8E5AE8BC}"/>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35" name="Group 199">
              <a:extLst>
                <a:ext uri="{FF2B5EF4-FFF2-40B4-BE49-F238E27FC236}">
                  <a16:creationId xmlns:a16="http://schemas.microsoft.com/office/drawing/2014/main" id="{503B4695-5332-0D4D-9EFC-84847344E584}"/>
                </a:ext>
              </a:extLst>
            </p:cNvPr>
            <p:cNvGrpSpPr>
              <a:grpSpLocks/>
            </p:cNvGrpSpPr>
            <p:nvPr/>
          </p:nvGrpSpPr>
          <p:grpSpPr bwMode="auto">
            <a:xfrm>
              <a:off x="2365" y="1640"/>
              <a:ext cx="304" cy="117"/>
              <a:chOff x="2365" y="1640"/>
              <a:chExt cx="304" cy="117"/>
            </a:xfrm>
          </p:grpSpPr>
          <p:grpSp>
            <p:nvGrpSpPr>
              <p:cNvPr id="109838" name="Group 200">
                <a:extLst>
                  <a:ext uri="{FF2B5EF4-FFF2-40B4-BE49-F238E27FC236}">
                    <a16:creationId xmlns:a16="http://schemas.microsoft.com/office/drawing/2014/main" id="{F5F8C3FD-303C-D940-8EB5-08B8BE147CA3}"/>
                  </a:ext>
                </a:extLst>
              </p:cNvPr>
              <p:cNvGrpSpPr>
                <a:grpSpLocks/>
              </p:cNvGrpSpPr>
              <p:nvPr/>
            </p:nvGrpSpPr>
            <p:grpSpPr bwMode="auto">
              <a:xfrm>
                <a:off x="2365" y="1640"/>
                <a:ext cx="302" cy="115"/>
                <a:chOff x="2365" y="1640"/>
                <a:chExt cx="302" cy="115"/>
              </a:xfrm>
            </p:grpSpPr>
            <p:sp>
              <p:nvSpPr>
                <p:cNvPr id="109848" name="Freeform 201">
                  <a:extLst>
                    <a:ext uri="{FF2B5EF4-FFF2-40B4-BE49-F238E27FC236}">
                      <a16:creationId xmlns:a16="http://schemas.microsoft.com/office/drawing/2014/main" id="{9E4A4074-0D91-3D4F-B1C2-30ACE3C09AA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9" name="Freeform 202">
                  <a:extLst>
                    <a:ext uri="{FF2B5EF4-FFF2-40B4-BE49-F238E27FC236}">
                      <a16:creationId xmlns:a16="http://schemas.microsoft.com/office/drawing/2014/main" id="{3CA9437A-B061-EA41-984A-24E69BD87A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0" name="Freeform 203">
                  <a:extLst>
                    <a:ext uri="{FF2B5EF4-FFF2-40B4-BE49-F238E27FC236}">
                      <a16:creationId xmlns:a16="http://schemas.microsoft.com/office/drawing/2014/main" id="{E36C4FC7-08AF-6944-A326-89844B00BB2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1" name="Freeform 204">
                  <a:extLst>
                    <a:ext uri="{FF2B5EF4-FFF2-40B4-BE49-F238E27FC236}">
                      <a16:creationId xmlns:a16="http://schemas.microsoft.com/office/drawing/2014/main" id="{6885EB76-3768-9846-A82D-6C2A5EDBAA8C}"/>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2" name="Freeform 205">
                  <a:extLst>
                    <a:ext uri="{FF2B5EF4-FFF2-40B4-BE49-F238E27FC236}">
                      <a16:creationId xmlns:a16="http://schemas.microsoft.com/office/drawing/2014/main" id="{432055AA-19D1-A74D-9FF1-C3EAE3DDC68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3" name="Freeform 206">
                  <a:extLst>
                    <a:ext uri="{FF2B5EF4-FFF2-40B4-BE49-F238E27FC236}">
                      <a16:creationId xmlns:a16="http://schemas.microsoft.com/office/drawing/2014/main" id="{37F5034B-8970-8D47-B597-433810D170C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4" name="Freeform 207">
                  <a:extLst>
                    <a:ext uri="{FF2B5EF4-FFF2-40B4-BE49-F238E27FC236}">
                      <a16:creationId xmlns:a16="http://schemas.microsoft.com/office/drawing/2014/main" id="{A6F4662E-ADE3-264E-B3F7-2C6B3EAB434F}"/>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5" name="Freeform 208">
                  <a:extLst>
                    <a:ext uri="{FF2B5EF4-FFF2-40B4-BE49-F238E27FC236}">
                      <a16:creationId xmlns:a16="http://schemas.microsoft.com/office/drawing/2014/main" id="{F27E95AF-152D-EE4C-AB25-48FE8467A235}"/>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39" name="Group 209">
                <a:extLst>
                  <a:ext uri="{FF2B5EF4-FFF2-40B4-BE49-F238E27FC236}">
                    <a16:creationId xmlns:a16="http://schemas.microsoft.com/office/drawing/2014/main" id="{2E7E3749-D5C8-0D4B-B249-57E99A3C1552}"/>
                  </a:ext>
                </a:extLst>
              </p:cNvPr>
              <p:cNvGrpSpPr>
                <a:grpSpLocks/>
              </p:cNvGrpSpPr>
              <p:nvPr/>
            </p:nvGrpSpPr>
            <p:grpSpPr bwMode="auto">
              <a:xfrm>
                <a:off x="2368" y="1643"/>
                <a:ext cx="301" cy="114"/>
                <a:chOff x="2368" y="1643"/>
                <a:chExt cx="301" cy="114"/>
              </a:xfrm>
            </p:grpSpPr>
            <p:sp>
              <p:nvSpPr>
                <p:cNvPr id="109840" name="Freeform 210">
                  <a:extLst>
                    <a:ext uri="{FF2B5EF4-FFF2-40B4-BE49-F238E27FC236}">
                      <a16:creationId xmlns:a16="http://schemas.microsoft.com/office/drawing/2014/main" id="{44DD0215-E9A8-2E4E-82D2-90E65550267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1" name="Freeform 211">
                  <a:extLst>
                    <a:ext uri="{FF2B5EF4-FFF2-40B4-BE49-F238E27FC236}">
                      <a16:creationId xmlns:a16="http://schemas.microsoft.com/office/drawing/2014/main" id="{BFFACD68-1C73-2D4A-80C2-5B1F6778C50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2" name="Freeform 212">
                  <a:extLst>
                    <a:ext uri="{FF2B5EF4-FFF2-40B4-BE49-F238E27FC236}">
                      <a16:creationId xmlns:a16="http://schemas.microsoft.com/office/drawing/2014/main" id="{9D7FA458-F248-7748-8D7D-F0FDE80E2FC8}"/>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3" name="Freeform 213">
                  <a:extLst>
                    <a:ext uri="{FF2B5EF4-FFF2-40B4-BE49-F238E27FC236}">
                      <a16:creationId xmlns:a16="http://schemas.microsoft.com/office/drawing/2014/main" id="{C3047F31-3163-3144-A227-2963AACBCAFA}"/>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4" name="Freeform 214">
                  <a:extLst>
                    <a:ext uri="{FF2B5EF4-FFF2-40B4-BE49-F238E27FC236}">
                      <a16:creationId xmlns:a16="http://schemas.microsoft.com/office/drawing/2014/main" id="{FD77A9F6-1C29-D547-AB63-B21C9D88DE36}"/>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5" name="Freeform 215">
                  <a:extLst>
                    <a:ext uri="{FF2B5EF4-FFF2-40B4-BE49-F238E27FC236}">
                      <a16:creationId xmlns:a16="http://schemas.microsoft.com/office/drawing/2014/main" id="{87197ABD-B2D2-8344-A9D7-70C4228157C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6" name="Freeform 216">
                  <a:extLst>
                    <a:ext uri="{FF2B5EF4-FFF2-40B4-BE49-F238E27FC236}">
                      <a16:creationId xmlns:a16="http://schemas.microsoft.com/office/drawing/2014/main" id="{55140AF1-1363-CC49-9203-0353675865B4}"/>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7" name="Freeform 217">
                  <a:extLst>
                    <a:ext uri="{FF2B5EF4-FFF2-40B4-BE49-F238E27FC236}">
                      <a16:creationId xmlns:a16="http://schemas.microsoft.com/office/drawing/2014/main" id="{B63F7573-9E58-D54D-8E82-C096023E25F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36" name="Line 218">
              <a:extLst>
                <a:ext uri="{FF2B5EF4-FFF2-40B4-BE49-F238E27FC236}">
                  <a16:creationId xmlns:a16="http://schemas.microsoft.com/office/drawing/2014/main" id="{D3E7C238-EB0F-5444-9B4F-75DD8E95D52C}"/>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37" name="Line 219">
              <a:extLst>
                <a:ext uri="{FF2B5EF4-FFF2-40B4-BE49-F238E27FC236}">
                  <a16:creationId xmlns:a16="http://schemas.microsoft.com/office/drawing/2014/main" id="{DF493E24-C854-5445-BFA1-BD9C4BF9353F}"/>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06" name="Rectangle 220">
            <a:extLst>
              <a:ext uri="{FF2B5EF4-FFF2-40B4-BE49-F238E27FC236}">
                <a16:creationId xmlns:a16="http://schemas.microsoft.com/office/drawing/2014/main" id="{636D897A-FD71-6F46-8D49-1425806EC019}"/>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7" name="Rectangle 221">
            <a:extLst>
              <a:ext uri="{FF2B5EF4-FFF2-40B4-BE49-F238E27FC236}">
                <a16:creationId xmlns:a16="http://schemas.microsoft.com/office/drawing/2014/main" id="{39A47D86-DD33-934D-889C-6F5F7B3F4F11}"/>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9608" name="Rectangle 222">
            <a:extLst>
              <a:ext uri="{FF2B5EF4-FFF2-40B4-BE49-F238E27FC236}">
                <a16:creationId xmlns:a16="http://schemas.microsoft.com/office/drawing/2014/main" id="{77D62878-676E-AF43-892A-A9769F923D7D}"/>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9" name="Rectangle 223">
            <a:extLst>
              <a:ext uri="{FF2B5EF4-FFF2-40B4-BE49-F238E27FC236}">
                <a16:creationId xmlns:a16="http://schemas.microsoft.com/office/drawing/2014/main" id="{289F0E87-1101-7647-A1F3-6AD1535C3E6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10" name="Oval 224">
            <a:extLst>
              <a:ext uri="{FF2B5EF4-FFF2-40B4-BE49-F238E27FC236}">
                <a16:creationId xmlns:a16="http://schemas.microsoft.com/office/drawing/2014/main" id="{0725C68D-AD2A-B64C-8840-020F57D95AC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1" name="Rectangle 225">
            <a:extLst>
              <a:ext uri="{FF2B5EF4-FFF2-40B4-BE49-F238E27FC236}">
                <a16:creationId xmlns:a16="http://schemas.microsoft.com/office/drawing/2014/main" id="{BA185D8A-5E16-E943-A0E3-2B5DF1A05694}"/>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2" name="Oval 226">
            <a:extLst>
              <a:ext uri="{FF2B5EF4-FFF2-40B4-BE49-F238E27FC236}">
                <a16:creationId xmlns:a16="http://schemas.microsoft.com/office/drawing/2014/main" id="{8916034D-FF98-6740-81C4-512EFEA96DE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3" name="Oval 227">
            <a:extLst>
              <a:ext uri="{FF2B5EF4-FFF2-40B4-BE49-F238E27FC236}">
                <a16:creationId xmlns:a16="http://schemas.microsoft.com/office/drawing/2014/main" id="{F91DCC52-8F24-644D-9A37-A31EAFEDA03A}"/>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4" name="Rectangle 228">
            <a:extLst>
              <a:ext uri="{FF2B5EF4-FFF2-40B4-BE49-F238E27FC236}">
                <a16:creationId xmlns:a16="http://schemas.microsoft.com/office/drawing/2014/main" id="{D55CBBB9-124E-5A4D-87D1-8451D1303DCD}"/>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5" name="Rectangle 229">
            <a:extLst>
              <a:ext uri="{FF2B5EF4-FFF2-40B4-BE49-F238E27FC236}">
                <a16:creationId xmlns:a16="http://schemas.microsoft.com/office/drawing/2014/main" id="{14738389-B9EB-024B-A16F-71F40C34A0EF}"/>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9616" name="Rectangle 230">
            <a:extLst>
              <a:ext uri="{FF2B5EF4-FFF2-40B4-BE49-F238E27FC236}">
                <a16:creationId xmlns:a16="http://schemas.microsoft.com/office/drawing/2014/main" id="{BE08F617-A9A7-C841-9466-7BD56EB8F7C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7" name="Rectangle 231">
            <a:extLst>
              <a:ext uri="{FF2B5EF4-FFF2-40B4-BE49-F238E27FC236}">
                <a16:creationId xmlns:a16="http://schemas.microsoft.com/office/drawing/2014/main" id="{721E8E8A-17B3-8C46-857D-B61EE130BAD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9618" name="Rectangle 232">
            <a:extLst>
              <a:ext uri="{FF2B5EF4-FFF2-40B4-BE49-F238E27FC236}">
                <a16:creationId xmlns:a16="http://schemas.microsoft.com/office/drawing/2014/main" id="{33CB43B2-B853-BF4E-B762-F027A97D630E}"/>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9" name="Rectangle 233">
            <a:extLst>
              <a:ext uri="{FF2B5EF4-FFF2-40B4-BE49-F238E27FC236}">
                <a16:creationId xmlns:a16="http://schemas.microsoft.com/office/drawing/2014/main" id="{C1C96DBF-190C-484F-B57F-16938EBFC27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9620" name="Rectangle 234">
            <a:extLst>
              <a:ext uri="{FF2B5EF4-FFF2-40B4-BE49-F238E27FC236}">
                <a16:creationId xmlns:a16="http://schemas.microsoft.com/office/drawing/2014/main" id="{BB668DDC-5F46-AF4B-AC53-D48514A86CA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1" name="Rectangle 235">
            <a:extLst>
              <a:ext uri="{FF2B5EF4-FFF2-40B4-BE49-F238E27FC236}">
                <a16:creationId xmlns:a16="http://schemas.microsoft.com/office/drawing/2014/main" id="{82654B72-AC3E-5B47-8FC0-5E857114A0A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9622" name="Rectangle 236">
            <a:extLst>
              <a:ext uri="{FF2B5EF4-FFF2-40B4-BE49-F238E27FC236}">
                <a16:creationId xmlns:a16="http://schemas.microsoft.com/office/drawing/2014/main" id="{1876ECCB-67AC-0844-8B96-0B088DC1FC32}"/>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3" name="Rectangle 237">
            <a:extLst>
              <a:ext uri="{FF2B5EF4-FFF2-40B4-BE49-F238E27FC236}">
                <a16:creationId xmlns:a16="http://schemas.microsoft.com/office/drawing/2014/main" id="{5B66BFF6-191C-D048-9E72-B9B46F7F25C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9624" name="Oval 238">
            <a:extLst>
              <a:ext uri="{FF2B5EF4-FFF2-40B4-BE49-F238E27FC236}">
                <a16:creationId xmlns:a16="http://schemas.microsoft.com/office/drawing/2014/main" id="{95986EA6-1488-9342-B32F-542FFFA9D78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5" name="Rectangle 239">
            <a:extLst>
              <a:ext uri="{FF2B5EF4-FFF2-40B4-BE49-F238E27FC236}">
                <a16:creationId xmlns:a16="http://schemas.microsoft.com/office/drawing/2014/main" id="{E72329EE-9DAE-C94C-B6B8-852AC95EB62F}"/>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6" name="Rectangle 240">
            <a:extLst>
              <a:ext uri="{FF2B5EF4-FFF2-40B4-BE49-F238E27FC236}">
                <a16:creationId xmlns:a16="http://schemas.microsoft.com/office/drawing/2014/main" id="{7CB203C8-951C-364D-A5FC-3679B0E97BD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9627" name="Rectangle 241">
            <a:extLst>
              <a:ext uri="{FF2B5EF4-FFF2-40B4-BE49-F238E27FC236}">
                <a16:creationId xmlns:a16="http://schemas.microsoft.com/office/drawing/2014/main" id="{5DDF047C-0450-D642-A90C-BAC557332B4C}"/>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28" name="Group 242">
            <a:extLst>
              <a:ext uri="{FF2B5EF4-FFF2-40B4-BE49-F238E27FC236}">
                <a16:creationId xmlns:a16="http://schemas.microsoft.com/office/drawing/2014/main" id="{F838EF16-B1DB-F442-AC32-E4C8D776D809}"/>
              </a:ext>
            </a:extLst>
          </p:cNvPr>
          <p:cNvGrpSpPr>
            <a:grpSpLocks/>
          </p:cNvGrpSpPr>
          <p:nvPr/>
        </p:nvGrpSpPr>
        <p:grpSpPr bwMode="auto">
          <a:xfrm>
            <a:off x="2809875" y="3289698"/>
            <a:ext cx="486966" cy="288131"/>
            <a:chOff x="1304" y="2569"/>
            <a:chExt cx="439" cy="262"/>
          </a:xfrm>
        </p:grpSpPr>
        <p:sp>
          <p:nvSpPr>
            <p:cNvPr id="109806" name="Oval 243">
              <a:extLst>
                <a:ext uri="{FF2B5EF4-FFF2-40B4-BE49-F238E27FC236}">
                  <a16:creationId xmlns:a16="http://schemas.microsoft.com/office/drawing/2014/main" id="{DECE7C56-602D-3B45-9D20-B3E49383A5CB}"/>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7" name="Rectangle 244">
              <a:extLst>
                <a:ext uri="{FF2B5EF4-FFF2-40B4-BE49-F238E27FC236}">
                  <a16:creationId xmlns:a16="http://schemas.microsoft.com/office/drawing/2014/main" id="{B12F572D-08FD-044E-B02B-C1E916C5251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8" name="Rectangle 245">
              <a:extLst>
                <a:ext uri="{FF2B5EF4-FFF2-40B4-BE49-F238E27FC236}">
                  <a16:creationId xmlns:a16="http://schemas.microsoft.com/office/drawing/2014/main" id="{EFF45AD0-354A-0E43-A2ED-349FE9379C0C}"/>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9" name="Oval 246">
              <a:extLst>
                <a:ext uri="{FF2B5EF4-FFF2-40B4-BE49-F238E27FC236}">
                  <a16:creationId xmlns:a16="http://schemas.microsoft.com/office/drawing/2014/main" id="{8D66D9BF-2B53-5B45-A947-6E3AEDABBF20}"/>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10" name="Group 247">
              <a:extLst>
                <a:ext uri="{FF2B5EF4-FFF2-40B4-BE49-F238E27FC236}">
                  <a16:creationId xmlns:a16="http://schemas.microsoft.com/office/drawing/2014/main" id="{30743A3F-AADB-FD4E-8520-35929C2B5891}"/>
                </a:ext>
              </a:extLst>
            </p:cNvPr>
            <p:cNvGrpSpPr>
              <a:grpSpLocks/>
            </p:cNvGrpSpPr>
            <p:nvPr/>
          </p:nvGrpSpPr>
          <p:grpSpPr bwMode="auto">
            <a:xfrm>
              <a:off x="1371" y="2587"/>
              <a:ext cx="304" cy="117"/>
              <a:chOff x="1371" y="2587"/>
              <a:chExt cx="304" cy="117"/>
            </a:xfrm>
          </p:grpSpPr>
          <p:grpSp>
            <p:nvGrpSpPr>
              <p:cNvPr id="109813" name="Group 248">
                <a:extLst>
                  <a:ext uri="{FF2B5EF4-FFF2-40B4-BE49-F238E27FC236}">
                    <a16:creationId xmlns:a16="http://schemas.microsoft.com/office/drawing/2014/main" id="{BF16BFBA-D22E-1448-BE3B-8DE516A5BFCB}"/>
                  </a:ext>
                </a:extLst>
              </p:cNvPr>
              <p:cNvGrpSpPr>
                <a:grpSpLocks/>
              </p:cNvGrpSpPr>
              <p:nvPr/>
            </p:nvGrpSpPr>
            <p:grpSpPr bwMode="auto">
              <a:xfrm>
                <a:off x="1371" y="2587"/>
                <a:ext cx="301" cy="115"/>
                <a:chOff x="1371" y="2587"/>
                <a:chExt cx="301" cy="115"/>
              </a:xfrm>
            </p:grpSpPr>
            <p:sp>
              <p:nvSpPr>
                <p:cNvPr id="109823" name="Freeform 249">
                  <a:extLst>
                    <a:ext uri="{FF2B5EF4-FFF2-40B4-BE49-F238E27FC236}">
                      <a16:creationId xmlns:a16="http://schemas.microsoft.com/office/drawing/2014/main" id="{32CBED83-3ADB-5340-BE33-50D8DECCD6C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4" name="Freeform 250">
                  <a:extLst>
                    <a:ext uri="{FF2B5EF4-FFF2-40B4-BE49-F238E27FC236}">
                      <a16:creationId xmlns:a16="http://schemas.microsoft.com/office/drawing/2014/main" id="{AF21AD31-F553-7B45-95E5-26A642C5C86E}"/>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5" name="Freeform 251">
                  <a:extLst>
                    <a:ext uri="{FF2B5EF4-FFF2-40B4-BE49-F238E27FC236}">
                      <a16:creationId xmlns:a16="http://schemas.microsoft.com/office/drawing/2014/main" id="{95158761-74D2-F44D-887B-3529DDA541B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6" name="Freeform 252">
                  <a:extLst>
                    <a:ext uri="{FF2B5EF4-FFF2-40B4-BE49-F238E27FC236}">
                      <a16:creationId xmlns:a16="http://schemas.microsoft.com/office/drawing/2014/main" id="{896F3CBA-B379-4344-9DEC-0D4E0879D4B3}"/>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7" name="Freeform 253">
                  <a:extLst>
                    <a:ext uri="{FF2B5EF4-FFF2-40B4-BE49-F238E27FC236}">
                      <a16:creationId xmlns:a16="http://schemas.microsoft.com/office/drawing/2014/main" id="{18B82B41-53B2-804B-B32E-81D6FB054CDA}"/>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8" name="Freeform 254">
                  <a:extLst>
                    <a:ext uri="{FF2B5EF4-FFF2-40B4-BE49-F238E27FC236}">
                      <a16:creationId xmlns:a16="http://schemas.microsoft.com/office/drawing/2014/main" id="{F826E0B2-9926-E14C-8C6F-3D4F247A22F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9" name="Freeform 255">
                  <a:extLst>
                    <a:ext uri="{FF2B5EF4-FFF2-40B4-BE49-F238E27FC236}">
                      <a16:creationId xmlns:a16="http://schemas.microsoft.com/office/drawing/2014/main" id="{39DFEFC9-984F-2C4B-B693-88F728B02FC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30" name="Freeform 256">
                  <a:extLst>
                    <a:ext uri="{FF2B5EF4-FFF2-40B4-BE49-F238E27FC236}">
                      <a16:creationId xmlns:a16="http://schemas.microsoft.com/office/drawing/2014/main" id="{74AC18D0-48FF-F940-BB38-6B045C1D1DDA}"/>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14" name="Group 257">
                <a:extLst>
                  <a:ext uri="{FF2B5EF4-FFF2-40B4-BE49-F238E27FC236}">
                    <a16:creationId xmlns:a16="http://schemas.microsoft.com/office/drawing/2014/main" id="{B271486B-24A4-AA41-ABE2-D82994850255}"/>
                  </a:ext>
                </a:extLst>
              </p:cNvPr>
              <p:cNvGrpSpPr>
                <a:grpSpLocks/>
              </p:cNvGrpSpPr>
              <p:nvPr/>
            </p:nvGrpSpPr>
            <p:grpSpPr bwMode="auto">
              <a:xfrm>
                <a:off x="1373" y="2590"/>
                <a:ext cx="302" cy="114"/>
                <a:chOff x="1373" y="2590"/>
                <a:chExt cx="302" cy="114"/>
              </a:xfrm>
            </p:grpSpPr>
            <p:sp>
              <p:nvSpPr>
                <p:cNvPr id="109815" name="Freeform 258">
                  <a:extLst>
                    <a:ext uri="{FF2B5EF4-FFF2-40B4-BE49-F238E27FC236}">
                      <a16:creationId xmlns:a16="http://schemas.microsoft.com/office/drawing/2014/main" id="{5F9F95FD-AE25-534E-91D8-AE4AC87E427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6" name="Freeform 259">
                  <a:extLst>
                    <a:ext uri="{FF2B5EF4-FFF2-40B4-BE49-F238E27FC236}">
                      <a16:creationId xmlns:a16="http://schemas.microsoft.com/office/drawing/2014/main" id="{37BF40F8-6C49-DC47-8F2D-46699916BD5F}"/>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7" name="Freeform 260">
                  <a:extLst>
                    <a:ext uri="{FF2B5EF4-FFF2-40B4-BE49-F238E27FC236}">
                      <a16:creationId xmlns:a16="http://schemas.microsoft.com/office/drawing/2014/main" id="{8A1B828D-921E-F94B-915F-C6341848348E}"/>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8" name="Freeform 261">
                  <a:extLst>
                    <a:ext uri="{FF2B5EF4-FFF2-40B4-BE49-F238E27FC236}">
                      <a16:creationId xmlns:a16="http://schemas.microsoft.com/office/drawing/2014/main" id="{57415C88-8CD5-1240-A654-213C39D5EB83}"/>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9" name="Freeform 262">
                  <a:extLst>
                    <a:ext uri="{FF2B5EF4-FFF2-40B4-BE49-F238E27FC236}">
                      <a16:creationId xmlns:a16="http://schemas.microsoft.com/office/drawing/2014/main" id="{358E0F7C-CE80-8045-963E-066A290EB02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0" name="Freeform 263">
                  <a:extLst>
                    <a:ext uri="{FF2B5EF4-FFF2-40B4-BE49-F238E27FC236}">
                      <a16:creationId xmlns:a16="http://schemas.microsoft.com/office/drawing/2014/main" id="{919E1200-9620-5C40-9E53-D0D07E0BB69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1" name="Freeform 264">
                  <a:extLst>
                    <a:ext uri="{FF2B5EF4-FFF2-40B4-BE49-F238E27FC236}">
                      <a16:creationId xmlns:a16="http://schemas.microsoft.com/office/drawing/2014/main" id="{D3ABE40C-FEFA-9748-916E-BB70F4B2FC9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2" name="Freeform 265">
                  <a:extLst>
                    <a:ext uri="{FF2B5EF4-FFF2-40B4-BE49-F238E27FC236}">
                      <a16:creationId xmlns:a16="http://schemas.microsoft.com/office/drawing/2014/main" id="{BB5ADF46-3218-5248-B205-C0B090572C58}"/>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11" name="Line 266">
              <a:extLst>
                <a:ext uri="{FF2B5EF4-FFF2-40B4-BE49-F238E27FC236}">
                  <a16:creationId xmlns:a16="http://schemas.microsoft.com/office/drawing/2014/main" id="{4BA40A60-A5CC-A646-84BC-C98F7917B69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12" name="Line 267">
              <a:extLst>
                <a:ext uri="{FF2B5EF4-FFF2-40B4-BE49-F238E27FC236}">
                  <a16:creationId xmlns:a16="http://schemas.microsoft.com/office/drawing/2014/main" id="{1A919753-446A-3241-AD7D-7EB19950E651}"/>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9629" name="Group 268">
            <a:extLst>
              <a:ext uri="{FF2B5EF4-FFF2-40B4-BE49-F238E27FC236}">
                <a16:creationId xmlns:a16="http://schemas.microsoft.com/office/drawing/2014/main" id="{62A6FFF9-C6D4-4745-A229-774D98F7F7C8}"/>
              </a:ext>
            </a:extLst>
          </p:cNvPr>
          <p:cNvGrpSpPr>
            <a:grpSpLocks/>
          </p:cNvGrpSpPr>
          <p:nvPr/>
        </p:nvGrpSpPr>
        <p:grpSpPr bwMode="auto">
          <a:xfrm>
            <a:off x="4987529" y="3289698"/>
            <a:ext cx="486965" cy="288131"/>
            <a:chOff x="3488" y="2569"/>
            <a:chExt cx="439" cy="262"/>
          </a:xfrm>
        </p:grpSpPr>
        <p:sp>
          <p:nvSpPr>
            <p:cNvPr id="109781" name="Oval 269">
              <a:extLst>
                <a:ext uri="{FF2B5EF4-FFF2-40B4-BE49-F238E27FC236}">
                  <a16:creationId xmlns:a16="http://schemas.microsoft.com/office/drawing/2014/main" id="{604B3856-C8F4-1842-BE19-3077FE70371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2" name="Rectangle 270">
              <a:extLst>
                <a:ext uri="{FF2B5EF4-FFF2-40B4-BE49-F238E27FC236}">
                  <a16:creationId xmlns:a16="http://schemas.microsoft.com/office/drawing/2014/main" id="{DB422EB9-1F06-A146-B1DF-6F5A43F389E8}"/>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3" name="Rectangle 271">
              <a:extLst>
                <a:ext uri="{FF2B5EF4-FFF2-40B4-BE49-F238E27FC236}">
                  <a16:creationId xmlns:a16="http://schemas.microsoft.com/office/drawing/2014/main" id="{5B1DAA1E-7F66-0B43-947C-47D437E91667}"/>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4" name="Oval 272">
              <a:extLst>
                <a:ext uri="{FF2B5EF4-FFF2-40B4-BE49-F238E27FC236}">
                  <a16:creationId xmlns:a16="http://schemas.microsoft.com/office/drawing/2014/main" id="{8B888D5E-5D00-604B-9805-869E54EFC79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785" name="Group 273">
              <a:extLst>
                <a:ext uri="{FF2B5EF4-FFF2-40B4-BE49-F238E27FC236}">
                  <a16:creationId xmlns:a16="http://schemas.microsoft.com/office/drawing/2014/main" id="{E7086180-F80C-CC45-83A3-2F791E54734B}"/>
                </a:ext>
              </a:extLst>
            </p:cNvPr>
            <p:cNvGrpSpPr>
              <a:grpSpLocks/>
            </p:cNvGrpSpPr>
            <p:nvPr/>
          </p:nvGrpSpPr>
          <p:grpSpPr bwMode="auto">
            <a:xfrm>
              <a:off x="3555" y="2587"/>
              <a:ext cx="304" cy="117"/>
              <a:chOff x="3555" y="2587"/>
              <a:chExt cx="304" cy="117"/>
            </a:xfrm>
          </p:grpSpPr>
          <p:grpSp>
            <p:nvGrpSpPr>
              <p:cNvPr id="109788" name="Group 274">
                <a:extLst>
                  <a:ext uri="{FF2B5EF4-FFF2-40B4-BE49-F238E27FC236}">
                    <a16:creationId xmlns:a16="http://schemas.microsoft.com/office/drawing/2014/main" id="{0E9F2664-692C-104A-9A57-E5068045EA2C}"/>
                  </a:ext>
                </a:extLst>
              </p:cNvPr>
              <p:cNvGrpSpPr>
                <a:grpSpLocks/>
              </p:cNvGrpSpPr>
              <p:nvPr/>
            </p:nvGrpSpPr>
            <p:grpSpPr bwMode="auto">
              <a:xfrm>
                <a:off x="3555" y="2587"/>
                <a:ext cx="301" cy="115"/>
                <a:chOff x="3555" y="2587"/>
                <a:chExt cx="301" cy="115"/>
              </a:xfrm>
            </p:grpSpPr>
            <p:sp>
              <p:nvSpPr>
                <p:cNvPr id="109798" name="Freeform 275">
                  <a:extLst>
                    <a:ext uri="{FF2B5EF4-FFF2-40B4-BE49-F238E27FC236}">
                      <a16:creationId xmlns:a16="http://schemas.microsoft.com/office/drawing/2014/main" id="{00FAB7BB-F84E-534E-AE71-54D5A916F9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9" name="Freeform 276">
                  <a:extLst>
                    <a:ext uri="{FF2B5EF4-FFF2-40B4-BE49-F238E27FC236}">
                      <a16:creationId xmlns:a16="http://schemas.microsoft.com/office/drawing/2014/main" id="{760DC63B-D1E3-D743-85D7-B2E58501E1C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0" name="Freeform 277">
                  <a:extLst>
                    <a:ext uri="{FF2B5EF4-FFF2-40B4-BE49-F238E27FC236}">
                      <a16:creationId xmlns:a16="http://schemas.microsoft.com/office/drawing/2014/main" id="{21010C76-6C94-0740-AEB7-7074241D5A6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1" name="Freeform 278">
                  <a:extLst>
                    <a:ext uri="{FF2B5EF4-FFF2-40B4-BE49-F238E27FC236}">
                      <a16:creationId xmlns:a16="http://schemas.microsoft.com/office/drawing/2014/main" id="{BAFA3DC2-810D-CC4F-B7D5-8193E724D93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2" name="Freeform 279">
                  <a:extLst>
                    <a:ext uri="{FF2B5EF4-FFF2-40B4-BE49-F238E27FC236}">
                      <a16:creationId xmlns:a16="http://schemas.microsoft.com/office/drawing/2014/main" id="{F213A07F-511D-DE45-82D0-8DAC8373E9B5}"/>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3" name="Freeform 280">
                  <a:extLst>
                    <a:ext uri="{FF2B5EF4-FFF2-40B4-BE49-F238E27FC236}">
                      <a16:creationId xmlns:a16="http://schemas.microsoft.com/office/drawing/2014/main" id="{7BD01179-119A-5941-85DB-B6848F32151F}"/>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4" name="Freeform 281">
                  <a:extLst>
                    <a:ext uri="{FF2B5EF4-FFF2-40B4-BE49-F238E27FC236}">
                      <a16:creationId xmlns:a16="http://schemas.microsoft.com/office/drawing/2014/main" id="{1F391D16-CED4-E047-8B7A-7924C7758DA1}"/>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5" name="Freeform 282">
                  <a:extLst>
                    <a:ext uri="{FF2B5EF4-FFF2-40B4-BE49-F238E27FC236}">
                      <a16:creationId xmlns:a16="http://schemas.microsoft.com/office/drawing/2014/main" id="{45BB9203-516A-3747-9D44-14DADD7A5ADF}"/>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789" name="Group 283">
                <a:extLst>
                  <a:ext uri="{FF2B5EF4-FFF2-40B4-BE49-F238E27FC236}">
                    <a16:creationId xmlns:a16="http://schemas.microsoft.com/office/drawing/2014/main" id="{372DA7E1-C35B-4C42-88F9-3006AD39B546}"/>
                  </a:ext>
                </a:extLst>
              </p:cNvPr>
              <p:cNvGrpSpPr>
                <a:grpSpLocks/>
              </p:cNvGrpSpPr>
              <p:nvPr/>
            </p:nvGrpSpPr>
            <p:grpSpPr bwMode="auto">
              <a:xfrm>
                <a:off x="3557" y="2590"/>
                <a:ext cx="302" cy="114"/>
                <a:chOff x="3557" y="2590"/>
                <a:chExt cx="302" cy="114"/>
              </a:xfrm>
            </p:grpSpPr>
            <p:sp>
              <p:nvSpPr>
                <p:cNvPr id="109790" name="Freeform 284">
                  <a:extLst>
                    <a:ext uri="{FF2B5EF4-FFF2-40B4-BE49-F238E27FC236}">
                      <a16:creationId xmlns:a16="http://schemas.microsoft.com/office/drawing/2014/main" id="{F7756D65-68F6-9C44-8B8C-6689C3F75703}"/>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1" name="Freeform 285">
                  <a:extLst>
                    <a:ext uri="{FF2B5EF4-FFF2-40B4-BE49-F238E27FC236}">
                      <a16:creationId xmlns:a16="http://schemas.microsoft.com/office/drawing/2014/main" id="{28793004-2BE6-AD40-B4E5-86DA32010DC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2" name="Freeform 286">
                  <a:extLst>
                    <a:ext uri="{FF2B5EF4-FFF2-40B4-BE49-F238E27FC236}">
                      <a16:creationId xmlns:a16="http://schemas.microsoft.com/office/drawing/2014/main" id="{3D5943F6-7C3E-564F-8DB8-96B1413759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3" name="Freeform 287">
                  <a:extLst>
                    <a:ext uri="{FF2B5EF4-FFF2-40B4-BE49-F238E27FC236}">
                      <a16:creationId xmlns:a16="http://schemas.microsoft.com/office/drawing/2014/main" id="{5400F778-7368-294A-8B83-74C35776D54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4" name="Freeform 288">
                  <a:extLst>
                    <a:ext uri="{FF2B5EF4-FFF2-40B4-BE49-F238E27FC236}">
                      <a16:creationId xmlns:a16="http://schemas.microsoft.com/office/drawing/2014/main" id="{A3F4880D-F92A-6A4B-B293-A905792C4A6D}"/>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5" name="Freeform 289">
                  <a:extLst>
                    <a:ext uri="{FF2B5EF4-FFF2-40B4-BE49-F238E27FC236}">
                      <a16:creationId xmlns:a16="http://schemas.microsoft.com/office/drawing/2014/main" id="{7AB63D98-0039-6F4C-88DA-38EEC4236BC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6" name="Freeform 290">
                  <a:extLst>
                    <a:ext uri="{FF2B5EF4-FFF2-40B4-BE49-F238E27FC236}">
                      <a16:creationId xmlns:a16="http://schemas.microsoft.com/office/drawing/2014/main" id="{20182191-29B1-EC4E-B2B9-21C0D88E3A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7" name="Freeform 291">
                  <a:extLst>
                    <a:ext uri="{FF2B5EF4-FFF2-40B4-BE49-F238E27FC236}">
                      <a16:creationId xmlns:a16="http://schemas.microsoft.com/office/drawing/2014/main" id="{B139CF22-E1F3-7142-8E06-311C0363A478}"/>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786" name="Line 292">
              <a:extLst>
                <a:ext uri="{FF2B5EF4-FFF2-40B4-BE49-F238E27FC236}">
                  <a16:creationId xmlns:a16="http://schemas.microsoft.com/office/drawing/2014/main" id="{1B5E8D87-4694-AF46-B3AA-785636B6EC6E}"/>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87" name="Line 293">
              <a:extLst>
                <a:ext uri="{FF2B5EF4-FFF2-40B4-BE49-F238E27FC236}">
                  <a16:creationId xmlns:a16="http://schemas.microsoft.com/office/drawing/2014/main" id="{94296555-DFE4-1047-86A7-2665E3DC5DE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30" name="Oval 294">
            <a:extLst>
              <a:ext uri="{FF2B5EF4-FFF2-40B4-BE49-F238E27FC236}">
                <a16:creationId xmlns:a16="http://schemas.microsoft.com/office/drawing/2014/main" id="{941E4EB7-9933-D140-A2FC-F2EE5B4877B2}"/>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1" name="Oval 295">
            <a:extLst>
              <a:ext uri="{FF2B5EF4-FFF2-40B4-BE49-F238E27FC236}">
                <a16:creationId xmlns:a16="http://schemas.microsoft.com/office/drawing/2014/main" id="{847DA07F-709F-274C-996D-187B10A4DCD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2" name="Oval 296">
            <a:extLst>
              <a:ext uri="{FF2B5EF4-FFF2-40B4-BE49-F238E27FC236}">
                <a16:creationId xmlns:a16="http://schemas.microsoft.com/office/drawing/2014/main" id="{540F59BE-18C0-AD49-AA97-55A023B5E659}"/>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3" name="Oval 297">
            <a:extLst>
              <a:ext uri="{FF2B5EF4-FFF2-40B4-BE49-F238E27FC236}">
                <a16:creationId xmlns:a16="http://schemas.microsoft.com/office/drawing/2014/main" id="{00C05D12-DD53-AB40-A26C-1C566AF374EA}"/>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4" name="Oval 298">
            <a:extLst>
              <a:ext uri="{FF2B5EF4-FFF2-40B4-BE49-F238E27FC236}">
                <a16:creationId xmlns:a16="http://schemas.microsoft.com/office/drawing/2014/main" id="{82769FA5-9091-D74C-AB2D-93CE08C108CD}"/>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5" name="Oval 299">
            <a:extLst>
              <a:ext uri="{FF2B5EF4-FFF2-40B4-BE49-F238E27FC236}">
                <a16:creationId xmlns:a16="http://schemas.microsoft.com/office/drawing/2014/main" id="{4E64D586-C706-014B-ACC7-74F2832AF13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6" name="Rectangle 300">
            <a:extLst>
              <a:ext uri="{FF2B5EF4-FFF2-40B4-BE49-F238E27FC236}">
                <a16:creationId xmlns:a16="http://schemas.microsoft.com/office/drawing/2014/main" id="{543B3403-D2B0-1D4E-9ECF-44E40CFABB95}"/>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7" name="Rectangle 301">
            <a:extLst>
              <a:ext uri="{FF2B5EF4-FFF2-40B4-BE49-F238E27FC236}">
                <a16:creationId xmlns:a16="http://schemas.microsoft.com/office/drawing/2014/main" id="{1176370F-CCE9-7847-BB7F-2F2A76A53C1C}"/>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9638" name="Rectangle 302">
            <a:extLst>
              <a:ext uri="{FF2B5EF4-FFF2-40B4-BE49-F238E27FC236}">
                <a16:creationId xmlns:a16="http://schemas.microsoft.com/office/drawing/2014/main" id="{1369114A-5F6E-8442-98F9-CB72E9DC4DD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9" name="Rectangle 303">
            <a:extLst>
              <a:ext uri="{FF2B5EF4-FFF2-40B4-BE49-F238E27FC236}">
                <a16:creationId xmlns:a16="http://schemas.microsoft.com/office/drawing/2014/main" id="{1152803D-C998-CD45-AF2F-950B0F9F820F}"/>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rPr>
              <a:t>222.1.5.1</a:t>
            </a:r>
          </a:p>
        </p:txBody>
      </p:sp>
      <p:sp>
        <p:nvSpPr>
          <p:cNvPr id="109640" name="Rectangle 304">
            <a:extLst>
              <a:ext uri="{FF2B5EF4-FFF2-40B4-BE49-F238E27FC236}">
                <a16:creationId xmlns:a16="http://schemas.microsoft.com/office/drawing/2014/main" id="{1BF6C9FF-398C-3B49-9212-9A2ACA7E29FB}"/>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1" name="Rectangle 305">
            <a:extLst>
              <a:ext uri="{FF2B5EF4-FFF2-40B4-BE49-F238E27FC236}">
                <a16:creationId xmlns:a16="http://schemas.microsoft.com/office/drawing/2014/main" id="{3251588C-8865-7646-93C1-E4D19BB681C9}"/>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9642" name="Rectangle 306">
            <a:extLst>
              <a:ext uri="{FF2B5EF4-FFF2-40B4-BE49-F238E27FC236}">
                <a16:creationId xmlns:a16="http://schemas.microsoft.com/office/drawing/2014/main" id="{2A8AC9C7-4FAB-4543-8957-413E17B399A4}"/>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3" name="Rectangle 307">
            <a:extLst>
              <a:ext uri="{FF2B5EF4-FFF2-40B4-BE49-F238E27FC236}">
                <a16:creationId xmlns:a16="http://schemas.microsoft.com/office/drawing/2014/main" id="{01FCA482-D40E-1D43-AF15-FDF651947CF0}"/>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9644" name="Rectangle 308">
            <a:extLst>
              <a:ext uri="{FF2B5EF4-FFF2-40B4-BE49-F238E27FC236}">
                <a16:creationId xmlns:a16="http://schemas.microsoft.com/office/drawing/2014/main" id="{540BD847-4713-5A4E-8B70-A287F5804B4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5" name="Rectangle 309">
            <a:extLst>
              <a:ext uri="{FF2B5EF4-FFF2-40B4-BE49-F238E27FC236}">
                <a16:creationId xmlns:a16="http://schemas.microsoft.com/office/drawing/2014/main" id="{68176AF9-7652-304E-A29B-1472B8F2C28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9646" name="Rectangle 310">
            <a:extLst>
              <a:ext uri="{FF2B5EF4-FFF2-40B4-BE49-F238E27FC236}">
                <a16:creationId xmlns:a16="http://schemas.microsoft.com/office/drawing/2014/main" id="{A7842861-11CF-A24B-AE63-1307D953BA13}"/>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7" name="Rectangle 311">
            <a:extLst>
              <a:ext uri="{FF2B5EF4-FFF2-40B4-BE49-F238E27FC236}">
                <a16:creationId xmlns:a16="http://schemas.microsoft.com/office/drawing/2014/main" id="{CC1A5649-1D48-274D-961A-E6FC06C184E7}"/>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9648" name="Rectangle 312">
            <a:extLst>
              <a:ext uri="{FF2B5EF4-FFF2-40B4-BE49-F238E27FC236}">
                <a16:creationId xmlns:a16="http://schemas.microsoft.com/office/drawing/2014/main" id="{25E0D0D9-4A43-8C4A-AF51-3C7B6AC67E96}"/>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9" name="Rectangle 313">
            <a:extLst>
              <a:ext uri="{FF2B5EF4-FFF2-40B4-BE49-F238E27FC236}">
                <a16:creationId xmlns:a16="http://schemas.microsoft.com/office/drawing/2014/main" id="{82F6E809-126D-7249-B10D-F9AA19CD5B6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9650" name="Rectangle 314">
            <a:extLst>
              <a:ext uri="{FF2B5EF4-FFF2-40B4-BE49-F238E27FC236}">
                <a16:creationId xmlns:a16="http://schemas.microsoft.com/office/drawing/2014/main" id="{FF3EADE3-32A9-E44B-97BE-A9BCC8E91B0C}"/>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1" name="Rectangle 315">
            <a:extLst>
              <a:ext uri="{FF2B5EF4-FFF2-40B4-BE49-F238E27FC236}">
                <a16:creationId xmlns:a16="http://schemas.microsoft.com/office/drawing/2014/main" id="{5C22F9A5-2051-8B43-8220-A32910957C39}"/>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9652" name="Rectangle 316">
            <a:extLst>
              <a:ext uri="{FF2B5EF4-FFF2-40B4-BE49-F238E27FC236}">
                <a16:creationId xmlns:a16="http://schemas.microsoft.com/office/drawing/2014/main" id="{9CAF1C70-C969-7F46-AEF2-027CB444993D}"/>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3" name="Rectangle 317">
            <a:extLst>
              <a:ext uri="{FF2B5EF4-FFF2-40B4-BE49-F238E27FC236}">
                <a16:creationId xmlns:a16="http://schemas.microsoft.com/office/drawing/2014/main" id="{0B04FACA-4371-E946-B8E0-5A747EFAE742}"/>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9654" name="Oval 318">
            <a:extLst>
              <a:ext uri="{FF2B5EF4-FFF2-40B4-BE49-F238E27FC236}">
                <a16:creationId xmlns:a16="http://schemas.microsoft.com/office/drawing/2014/main" id="{C6C4E513-5B3B-8249-A447-4B6FCD7213B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5" name="Oval 319">
            <a:extLst>
              <a:ext uri="{FF2B5EF4-FFF2-40B4-BE49-F238E27FC236}">
                <a16:creationId xmlns:a16="http://schemas.microsoft.com/office/drawing/2014/main" id="{A877EF3B-B4DC-1C4C-91E2-B39DF0C4A1F0}"/>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6" name="Oval 320">
            <a:extLst>
              <a:ext uri="{FF2B5EF4-FFF2-40B4-BE49-F238E27FC236}">
                <a16:creationId xmlns:a16="http://schemas.microsoft.com/office/drawing/2014/main" id="{E0D40D57-E62A-F546-BD84-88A41AE02729}"/>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7" name="Rectangle 321">
            <a:extLst>
              <a:ext uri="{FF2B5EF4-FFF2-40B4-BE49-F238E27FC236}">
                <a16:creationId xmlns:a16="http://schemas.microsoft.com/office/drawing/2014/main" id="{A776BD30-9541-4C43-9A5A-8732A8BAD8E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8" name="Rectangle 322">
            <a:extLst>
              <a:ext uri="{FF2B5EF4-FFF2-40B4-BE49-F238E27FC236}">
                <a16:creationId xmlns:a16="http://schemas.microsoft.com/office/drawing/2014/main" id="{8CEE9540-9704-D74C-8770-CE5063771AF5}"/>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59" name="Rectangle 323">
            <a:extLst>
              <a:ext uri="{FF2B5EF4-FFF2-40B4-BE49-F238E27FC236}">
                <a16:creationId xmlns:a16="http://schemas.microsoft.com/office/drawing/2014/main" id="{9E62523B-A040-2840-9B9A-89E3EB716625}"/>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0" name="Rectangle 324">
            <a:extLst>
              <a:ext uri="{FF2B5EF4-FFF2-40B4-BE49-F238E27FC236}">
                <a16:creationId xmlns:a16="http://schemas.microsoft.com/office/drawing/2014/main" id="{BB5F37C5-CA40-C042-B426-7C694274E2F8}"/>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61" name="Rectangle 325">
            <a:extLst>
              <a:ext uri="{FF2B5EF4-FFF2-40B4-BE49-F238E27FC236}">
                <a16:creationId xmlns:a16="http://schemas.microsoft.com/office/drawing/2014/main" id="{D09CDC86-ACC2-7D4A-9888-B712B19763B5}"/>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2" name="Rectangle 326">
            <a:extLst>
              <a:ext uri="{FF2B5EF4-FFF2-40B4-BE49-F238E27FC236}">
                <a16:creationId xmlns:a16="http://schemas.microsoft.com/office/drawing/2014/main" id="{028FE7EA-6CE8-504F-8241-280F11D47E6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9663" name="Rectangle 327">
            <a:extLst>
              <a:ext uri="{FF2B5EF4-FFF2-40B4-BE49-F238E27FC236}">
                <a16:creationId xmlns:a16="http://schemas.microsoft.com/office/drawing/2014/main" id="{9A715A38-ADDA-E740-A906-DDF8277E147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4" name="Rectangle 328">
            <a:extLst>
              <a:ext uri="{FF2B5EF4-FFF2-40B4-BE49-F238E27FC236}">
                <a16:creationId xmlns:a16="http://schemas.microsoft.com/office/drawing/2014/main" id="{02B8EB00-CB66-2447-BB51-6EE42F0FE6CA}"/>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5" name="Rectangle 329">
            <a:extLst>
              <a:ext uri="{FF2B5EF4-FFF2-40B4-BE49-F238E27FC236}">
                <a16:creationId xmlns:a16="http://schemas.microsoft.com/office/drawing/2014/main" id="{BE07F8D0-8AFC-1140-92FD-56952EE525DF}"/>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6" name="Rectangle 330">
            <a:extLst>
              <a:ext uri="{FF2B5EF4-FFF2-40B4-BE49-F238E27FC236}">
                <a16:creationId xmlns:a16="http://schemas.microsoft.com/office/drawing/2014/main" id="{37C72F44-68C9-974D-B4B8-2ED46DFF65A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7" name="Rectangle 331">
            <a:extLst>
              <a:ext uri="{FF2B5EF4-FFF2-40B4-BE49-F238E27FC236}">
                <a16:creationId xmlns:a16="http://schemas.microsoft.com/office/drawing/2014/main" id="{F6C6C053-DABC-7244-AFFD-3FB5C7BDA23E}"/>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8" name="Rectangle 332">
            <a:extLst>
              <a:ext uri="{FF2B5EF4-FFF2-40B4-BE49-F238E27FC236}">
                <a16:creationId xmlns:a16="http://schemas.microsoft.com/office/drawing/2014/main" id="{989E8D73-E196-A84F-8895-7116FB8097B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9" name="Rectangle 333">
            <a:extLst>
              <a:ext uri="{FF2B5EF4-FFF2-40B4-BE49-F238E27FC236}">
                <a16:creationId xmlns:a16="http://schemas.microsoft.com/office/drawing/2014/main" id="{C302F9CF-1D01-4F43-9ADA-2D9C9E8C11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70" name="Rectangle 334">
            <a:extLst>
              <a:ext uri="{FF2B5EF4-FFF2-40B4-BE49-F238E27FC236}">
                <a16:creationId xmlns:a16="http://schemas.microsoft.com/office/drawing/2014/main" id="{925E2613-D07A-5A4F-A576-C1F22BD00900}"/>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9671" name="Rectangle 335">
            <a:extLst>
              <a:ext uri="{FF2B5EF4-FFF2-40B4-BE49-F238E27FC236}">
                <a16:creationId xmlns:a16="http://schemas.microsoft.com/office/drawing/2014/main" id="{1D4183B8-E562-D348-8000-8C03B5F414A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2" name="Rectangle 336">
            <a:extLst>
              <a:ext uri="{FF2B5EF4-FFF2-40B4-BE49-F238E27FC236}">
                <a16:creationId xmlns:a16="http://schemas.microsoft.com/office/drawing/2014/main" id="{85F743CE-1E23-D64E-80BF-C58128C8A09E}"/>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9673" name="Rectangle 337">
            <a:extLst>
              <a:ext uri="{FF2B5EF4-FFF2-40B4-BE49-F238E27FC236}">
                <a16:creationId xmlns:a16="http://schemas.microsoft.com/office/drawing/2014/main" id="{5B5D5BBC-47A1-3B44-A2DC-758D0A0B29F5}"/>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4" name="Rectangle 338">
            <a:extLst>
              <a:ext uri="{FF2B5EF4-FFF2-40B4-BE49-F238E27FC236}">
                <a16:creationId xmlns:a16="http://schemas.microsoft.com/office/drawing/2014/main" id="{2838C50E-50EF-F94E-8BFE-76AAFE3A06BD}"/>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9675" name="Line 339">
            <a:extLst>
              <a:ext uri="{FF2B5EF4-FFF2-40B4-BE49-F238E27FC236}">
                <a16:creationId xmlns:a16="http://schemas.microsoft.com/office/drawing/2014/main" id="{C3CD3D2B-656C-724A-B791-AE0DC4263A7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6" name="Rectangle 340">
            <a:extLst>
              <a:ext uri="{FF2B5EF4-FFF2-40B4-BE49-F238E27FC236}">
                <a16:creationId xmlns:a16="http://schemas.microsoft.com/office/drawing/2014/main" id="{55DECD8C-FBBF-AB4B-A006-A0F4735C2DB3}"/>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9677" name="Picture 341">
            <a:extLst>
              <a:ext uri="{FF2B5EF4-FFF2-40B4-BE49-F238E27FC236}">
                <a16:creationId xmlns:a16="http://schemas.microsoft.com/office/drawing/2014/main" id="{B7E572FB-D914-DC46-89FF-E10A308E8B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8" name="Line 342">
            <a:extLst>
              <a:ext uri="{FF2B5EF4-FFF2-40B4-BE49-F238E27FC236}">
                <a16:creationId xmlns:a16="http://schemas.microsoft.com/office/drawing/2014/main" id="{675D7279-7B19-214D-A70A-BBC8228EE40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9" name="Line 343">
            <a:extLst>
              <a:ext uri="{FF2B5EF4-FFF2-40B4-BE49-F238E27FC236}">
                <a16:creationId xmlns:a16="http://schemas.microsoft.com/office/drawing/2014/main" id="{50DA3FA6-6F1C-594D-9267-6F376B213623}"/>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0" name="Line 344">
            <a:extLst>
              <a:ext uri="{FF2B5EF4-FFF2-40B4-BE49-F238E27FC236}">
                <a16:creationId xmlns:a16="http://schemas.microsoft.com/office/drawing/2014/main" id="{2B6CA9EC-4833-0343-8F84-3FC8917D19CA}"/>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1" name="Oval 345">
            <a:extLst>
              <a:ext uri="{FF2B5EF4-FFF2-40B4-BE49-F238E27FC236}">
                <a16:creationId xmlns:a16="http://schemas.microsoft.com/office/drawing/2014/main" id="{975A9947-A5BB-D14F-AD1F-0DF8B8F37143}"/>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82" name="Rectangle 346">
            <a:extLst>
              <a:ext uri="{FF2B5EF4-FFF2-40B4-BE49-F238E27FC236}">
                <a16:creationId xmlns:a16="http://schemas.microsoft.com/office/drawing/2014/main" id="{99EF0DD0-BBB6-7E46-BCF3-AFA31D46061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83" name="Rectangle 347">
            <a:extLst>
              <a:ext uri="{FF2B5EF4-FFF2-40B4-BE49-F238E27FC236}">
                <a16:creationId xmlns:a16="http://schemas.microsoft.com/office/drawing/2014/main" id="{6F09D04E-C3BF-084C-A9CC-F044BB30100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84" name="Line 348">
            <a:extLst>
              <a:ext uri="{FF2B5EF4-FFF2-40B4-BE49-F238E27FC236}">
                <a16:creationId xmlns:a16="http://schemas.microsoft.com/office/drawing/2014/main" id="{9760CE4B-E6BB-944D-AB1C-7286046BE6B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5" name="Rectangle 349">
            <a:extLst>
              <a:ext uri="{FF2B5EF4-FFF2-40B4-BE49-F238E27FC236}">
                <a16:creationId xmlns:a16="http://schemas.microsoft.com/office/drawing/2014/main" id="{92EAEF56-D55F-0F47-BDCD-F535298C0757}"/>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9686" name="Line 350">
            <a:extLst>
              <a:ext uri="{FF2B5EF4-FFF2-40B4-BE49-F238E27FC236}">
                <a16:creationId xmlns:a16="http://schemas.microsoft.com/office/drawing/2014/main" id="{9CD2148B-0973-2541-971A-AF4D95FB062D}"/>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9687" name="Line 351">
            <a:extLst>
              <a:ext uri="{FF2B5EF4-FFF2-40B4-BE49-F238E27FC236}">
                <a16:creationId xmlns:a16="http://schemas.microsoft.com/office/drawing/2014/main" id="{AEFEA1CE-2898-5B44-95C5-5D3A45075BB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8" name="Oval 352">
            <a:extLst>
              <a:ext uri="{FF2B5EF4-FFF2-40B4-BE49-F238E27FC236}">
                <a16:creationId xmlns:a16="http://schemas.microsoft.com/office/drawing/2014/main" id="{6F62A54D-3D74-7044-8F69-AD39352CA531}"/>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89" name="Group 353">
            <a:extLst>
              <a:ext uri="{FF2B5EF4-FFF2-40B4-BE49-F238E27FC236}">
                <a16:creationId xmlns:a16="http://schemas.microsoft.com/office/drawing/2014/main" id="{F9C4BCBE-6FC7-5540-B525-639279780C24}"/>
              </a:ext>
            </a:extLst>
          </p:cNvPr>
          <p:cNvGrpSpPr>
            <a:grpSpLocks/>
          </p:cNvGrpSpPr>
          <p:nvPr/>
        </p:nvGrpSpPr>
        <p:grpSpPr bwMode="auto">
          <a:xfrm>
            <a:off x="3471863" y="673894"/>
            <a:ext cx="379810" cy="385763"/>
            <a:chOff x="1813" y="593"/>
            <a:chExt cx="343" cy="352"/>
          </a:xfrm>
        </p:grpSpPr>
        <p:grpSp>
          <p:nvGrpSpPr>
            <p:cNvPr id="109755" name="Group 354">
              <a:extLst>
                <a:ext uri="{FF2B5EF4-FFF2-40B4-BE49-F238E27FC236}">
                  <a16:creationId xmlns:a16="http://schemas.microsoft.com/office/drawing/2014/main" id="{FE4A4DE1-3176-8F46-B251-29B1B464766D}"/>
                </a:ext>
              </a:extLst>
            </p:cNvPr>
            <p:cNvGrpSpPr>
              <a:grpSpLocks/>
            </p:cNvGrpSpPr>
            <p:nvPr/>
          </p:nvGrpSpPr>
          <p:grpSpPr bwMode="auto">
            <a:xfrm>
              <a:off x="1821" y="599"/>
              <a:ext cx="335" cy="346"/>
              <a:chOff x="1821" y="599"/>
              <a:chExt cx="335" cy="346"/>
            </a:xfrm>
          </p:grpSpPr>
          <p:sp>
            <p:nvSpPr>
              <p:cNvPr id="109769" name="Freeform 355">
                <a:extLst>
                  <a:ext uri="{FF2B5EF4-FFF2-40B4-BE49-F238E27FC236}">
                    <a16:creationId xmlns:a16="http://schemas.microsoft.com/office/drawing/2014/main" id="{5C291F34-F1D8-C247-9895-8B7A4B0CFEC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0" name="Freeform 356">
                <a:extLst>
                  <a:ext uri="{FF2B5EF4-FFF2-40B4-BE49-F238E27FC236}">
                    <a16:creationId xmlns:a16="http://schemas.microsoft.com/office/drawing/2014/main" id="{444F328C-14D6-804A-AD38-3BC54752E65C}"/>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1" name="Freeform 357">
                <a:extLst>
                  <a:ext uri="{FF2B5EF4-FFF2-40B4-BE49-F238E27FC236}">
                    <a16:creationId xmlns:a16="http://schemas.microsoft.com/office/drawing/2014/main" id="{367A287A-B239-074F-B784-2C690E5A378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2" name="Freeform 358">
                <a:extLst>
                  <a:ext uri="{FF2B5EF4-FFF2-40B4-BE49-F238E27FC236}">
                    <a16:creationId xmlns:a16="http://schemas.microsoft.com/office/drawing/2014/main" id="{DB408E4D-A980-814E-B803-748B7F949567}"/>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3" name="Rectangle 359">
                <a:extLst>
                  <a:ext uri="{FF2B5EF4-FFF2-40B4-BE49-F238E27FC236}">
                    <a16:creationId xmlns:a16="http://schemas.microsoft.com/office/drawing/2014/main" id="{0C0DE1E3-7FF0-8241-B59C-00F4F3AB92FA}"/>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4" name="Rectangle 360">
                <a:extLst>
                  <a:ext uri="{FF2B5EF4-FFF2-40B4-BE49-F238E27FC236}">
                    <a16:creationId xmlns:a16="http://schemas.microsoft.com/office/drawing/2014/main" id="{07E7C6AC-9E57-E64C-BB29-14F7F6E89047}"/>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5" name="Rectangle 361">
                <a:extLst>
                  <a:ext uri="{FF2B5EF4-FFF2-40B4-BE49-F238E27FC236}">
                    <a16:creationId xmlns:a16="http://schemas.microsoft.com/office/drawing/2014/main" id="{8BBF155D-50D8-3441-B94E-FE3A5F555058}"/>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6" name="Line 362">
                <a:extLst>
                  <a:ext uri="{FF2B5EF4-FFF2-40B4-BE49-F238E27FC236}">
                    <a16:creationId xmlns:a16="http://schemas.microsoft.com/office/drawing/2014/main" id="{3D750191-CAEF-5F48-B75B-A5481DCAA4BD}"/>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77" name="Group 363">
                <a:extLst>
                  <a:ext uri="{FF2B5EF4-FFF2-40B4-BE49-F238E27FC236}">
                    <a16:creationId xmlns:a16="http://schemas.microsoft.com/office/drawing/2014/main" id="{04992900-2909-F645-B361-003467DC6416}"/>
                  </a:ext>
                </a:extLst>
              </p:cNvPr>
              <p:cNvGrpSpPr>
                <a:grpSpLocks/>
              </p:cNvGrpSpPr>
              <p:nvPr/>
            </p:nvGrpSpPr>
            <p:grpSpPr bwMode="auto">
              <a:xfrm>
                <a:off x="1821" y="895"/>
                <a:ext cx="335" cy="50"/>
                <a:chOff x="1821" y="895"/>
                <a:chExt cx="335" cy="50"/>
              </a:xfrm>
            </p:grpSpPr>
            <p:sp>
              <p:nvSpPr>
                <p:cNvPr id="109778" name="Freeform 364">
                  <a:extLst>
                    <a:ext uri="{FF2B5EF4-FFF2-40B4-BE49-F238E27FC236}">
                      <a16:creationId xmlns:a16="http://schemas.microsoft.com/office/drawing/2014/main" id="{F9086243-91EE-434B-9580-E0C9C3ED55B9}"/>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9" name="Freeform 365">
                  <a:extLst>
                    <a:ext uri="{FF2B5EF4-FFF2-40B4-BE49-F238E27FC236}">
                      <a16:creationId xmlns:a16="http://schemas.microsoft.com/office/drawing/2014/main" id="{2C2BA89E-5C07-B445-95A6-2C6526B20E1D}"/>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80" name="Rectangle 366">
                  <a:extLst>
                    <a:ext uri="{FF2B5EF4-FFF2-40B4-BE49-F238E27FC236}">
                      <a16:creationId xmlns:a16="http://schemas.microsoft.com/office/drawing/2014/main" id="{25FC6878-BC7C-484B-BB80-A42D8DFFB9E4}"/>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56" name="Group 367">
              <a:extLst>
                <a:ext uri="{FF2B5EF4-FFF2-40B4-BE49-F238E27FC236}">
                  <a16:creationId xmlns:a16="http://schemas.microsoft.com/office/drawing/2014/main" id="{E2A7109F-1FDF-8747-B656-C0B9BDBE63F7}"/>
                </a:ext>
              </a:extLst>
            </p:cNvPr>
            <p:cNvGrpSpPr>
              <a:grpSpLocks/>
            </p:cNvGrpSpPr>
            <p:nvPr/>
          </p:nvGrpSpPr>
          <p:grpSpPr bwMode="auto">
            <a:xfrm>
              <a:off x="1813" y="593"/>
              <a:ext cx="335" cy="346"/>
              <a:chOff x="1813" y="593"/>
              <a:chExt cx="335" cy="346"/>
            </a:xfrm>
          </p:grpSpPr>
          <p:sp>
            <p:nvSpPr>
              <p:cNvPr id="109757" name="Freeform 368">
                <a:extLst>
                  <a:ext uri="{FF2B5EF4-FFF2-40B4-BE49-F238E27FC236}">
                    <a16:creationId xmlns:a16="http://schemas.microsoft.com/office/drawing/2014/main" id="{4E6EE951-129B-9649-8152-2E5E288DB1F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8" name="Freeform 369">
                <a:extLst>
                  <a:ext uri="{FF2B5EF4-FFF2-40B4-BE49-F238E27FC236}">
                    <a16:creationId xmlns:a16="http://schemas.microsoft.com/office/drawing/2014/main" id="{89720B17-056D-5743-9578-DB0526EDB42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9" name="Freeform 370">
                <a:extLst>
                  <a:ext uri="{FF2B5EF4-FFF2-40B4-BE49-F238E27FC236}">
                    <a16:creationId xmlns:a16="http://schemas.microsoft.com/office/drawing/2014/main" id="{631BFF99-3167-C44E-850A-A585188DED2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0" name="Freeform 371">
                <a:extLst>
                  <a:ext uri="{FF2B5EF4-FFF2-40B4-BE49-F238E27FC236}">
                    <a16:creationId xmlns:a16="http://schemas.microsoft.com/office/drawing/2014/main" id="{532EFE67-7F9D-234B-872F-8B11B04DA38E}"/>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1" name="Rectangle 372">
                <a:extLst>
                  <a:ext uri="{FF2B5EF4-FFF2-40B4-BE49-F238E27FC236}">
                    <a16:creationId xmlns:a16="http://schemas.microsoft.com/office/drawing/2014/main" id="{78993F1B-B844-8A4C-AB41-0ECBBFB7F9A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2" name="Rectangle 373">
                <a:extLst>
                  <a:ext uri="{FF2B5EF4-FFF2-40B4-BE49-F238E27FC236}">
                    <a16:creationId xmlns:a16="http://schemas.microsoft.com/office/drawing/2014/main" id="{AB3BF0BC-1788-A740-B542-7195BA1E25B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3" name="Rectangle 374">
                <a:extLst>
                  <a:ext uri="{FF2B5EF4-FFF2-40B4-BE49-F238E27FC236}">
                    <a16:creationId xmlns:a16="http://schemas.microsoft.com/office/drawing/2014/main" id="{0B0C2C72-C86C-6E4E-B2D3-5A82DFD9FE22}"/>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4" name="Line 375">
                <a:extLst>
                  <a:ext uri="{FF2B5EF4-FFF2-40B4-BE49-F238E27FC236}">
                    <a16:creationId xmlns:a16="http://schemas.microsoft.com/office/drawing/2014/main" id="{CBA195F4-BC83-E64C-83AA-9E02E655FBC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65" name="Group 376">
                <a:extLst>
                  <a:ext uri="{FF2B5EF4-FFF2-40B4-BE49-F238E27FC236}">
                    <a16:creationId xmlns:a16="http://schemas.microsoft.com/office/drawing/2014/main" id="{6E354D1F-7CC2-A845-9477-5B9187C16783}"/>
                  </a:ext>
                </a:extLst>
              </p:cNvPr>
              <p:cNvGrpSpPr>
                <a:grpSpLocks/>
              </p:cNvGrpSpPr>
              <p:nvPr/>
            </p:nvGrpSpPr>
            <p:grpSpPr bwMode="auto">
              <a:xfrm>
                <a:off x="1813" y="888"/>
                <a:ext cx="335" cy="51"/>
                <a:chOff x="1813" y="888"/>
                <a:chExt cx="335" cy="51"/>
              </a:xfrm>
            </p:grpSpPr>
            <p:sp>
              <p:nvSpPr>
                <p:cNvPr id="109766" name="Freeform 377">
                  <a:extLst>
                    <a:ext uri="{FF2B5EF4-FFF2-40B4-BE49-F238E27FC236}">
                      <a16:creationId xmlns:a16="http://schemas.microsoft.com/office/drawing/2014/main" id="{9BD37159-DD30-E148-8F23-002505E7A6EA}"/>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7" name="Freeform 378">
                  <a:extLst>
                    <a:ext uri="{FF2B5EF4-FFF2-40B4-BE49-F238E27FC236}">
                      <a16:creationId xmlns:a16="http://schemas.microsoft.com/office/drawing/2014/main" id="{01DEF06E-45D2-3247-A87A-CE77A08E775D}"/>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8" name="Rectangle 379">
                  <a:extLst>
                    <a:ext uri="{FF2B5EF4-FFF2-40B4-BE49-F238E27FC236}">
                      <a16:creationId xmlns:a16="http://schemas.microsoft.com/office/drawing/2014/main" id="{7AC63001-C875-D44B-8CD1-5004BE6BB5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0" name="Line 380">
            <a:extLst>
              <a:ext uri="{FF2B5EF4-FFF2-40B4-BE49-F238E27FC236}">
                <a16:creationId xmlns:a16="http://schemas.microsoft.com/office/drawing/2014/main" id="{D9EF9C01-A324-5D4D-B1DF-9E65D9537C40}"/>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1" name="Line 381">
            <a:extLst>
              <a:ext uri="{FF2B5EF4-FFF2-40B4-BE49-F238E27FC236}">
                <a16:creationId xmlns:a16="http://schemas.microsoft.com/office/drawing/2014/main" id="{60F681C7-2612-CA4A-ADB3-AA7676F80344}"/>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2" name="Oval 382">
            <a:extLst>
              <a:ext uri="{FF2B5EF4-FFF2-40B4-BE49-F238E27FC236}">
                <a16:creationId xmlns:a16="http://schemas.microsoft.com/office/drawing/2014/main" id="{840D4863-E531-344B-BD97-693C77858C8B}"/>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3" name="Group 383">
            <a:extLst>
              <a:ext uri="{FF2B5EF4-FFF2-40B4-BE49-F238E27FC236}">
                <a16:creationId xmlns:a16="http://schemas.microsoft.com/office/drawing/2014/main" id="{902859D3-E9DE-A245-943A-52ED009C1FED}"/>
              </a:ext>
            </a:extLst>
          </p:cNvPr>
          <p:cNvGrpSpPr>
            <a:grpSpLocks/>
          </p:cNvGrpSpPr>
          <p:nvPr/>
        </p:nvGrpSpPr>
        <p:grpSpPr bwMode="auto">
          <a:xfrm>
            <a:off x="4639866" y="673894"/>
            <a:ext cx="379809" cy="385763"/>
            <a:chOff x="2868" y="593"/>
            <a:chExt cx="343" cy="352"/>
          </a:xfrm>
        </p:grpSpPr>
        <p:grpSp>
          <p:nvGrpSpPr>
            <p:cNvPr id="109729" name="Group 384">
              <a:extLst>
                <a:ext uri="{FF2B5EF4-FFF2-40B4-BE49-F238E27FC236}">
                  <a16:creationId xmlns:a16="http://schemas.microsoft.com/office/drawing/2014/main" id="{36D6EA13-3857-614E-B624-82786A85321A}"/>
                </a:ext>
              </a:extLst>
            </p:cNvPr>
            <p:cNvGrpSpPr>
              <a:grpSpLocks/>
            </p:cNvGrpSpPr>
            <p:nvPr/>
          </p:nvGrpSpPr>
          <p:grpSpPr bwMode="auto">
            <a:xfrm>
              <a:off x="2877" y="599"/>
              <a:ext cx="334" cy="346"/>
              <a:chOff x="2877" y="599"/>
              <a:chExt cx="334" cy="346"/>
            </a:xfrm>
          </p:grpSpPr>
          <p:sp>
            <p:nvSpPr>
              <p:cNvPr id="109743" name="Freeform 385">
                <a:extLst>
                  <a:ext uri="{FF2B5EF4-FFF2-40B4-BE49-F238E27FC236}">
                    <a16:creationId xmlns:a16="http://schemas.microsoft.com/office/drawing/2014/main" id="{7C650877-719B-8D41-B0BD-2F306B5B2440}"/>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4" name="Freeform 386">
                <a:extLst>
                  <a:ext uri="{FF2B5EF4-FFF2-40B4-BE49-F238E27FC236}">
                    <a16:creationId xmlns:a16="http://schemas.microsoft.com/office/drawing/2014/main" id="{0C5CBD7C-37B1-FD4B-9263-EFA70BE4956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5" name="Freeform 387">
                <a:extLst>
                  <a:ext uri="{FF2B5EF4-FFF2-40B4-BE49-F238E27FC236}">
                    <a16:creationId xmlns:a16="http://schemas.microsoft.com/office/drawing/2014/main" id="{71574ACB-8845-7B4F-8BF6-3E44BD32675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6" name="Freeform 388">
                <a:extLst>
                  <a:ext uri="{FF2B5EF4-FFF2-40B4-BE49-F238E27FC236}">
                    <a16:creationId xmlns:a16="http://schemas.microsoft.com/office/drawing/2014/main" id="{DC10EAB0-C48B-5241-955A-8DCC7CAE2F2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7" name="Rectangle 389">
                <a:extLst>
                  <a:ext uri="{FF2B5EF4-FFF2-40B4-BE49-F238E27FC236}">
                    <a16:creationId xmlns:a16="http://schemas.microsoft.com/office/drawing/2014/main" id="{995691A9-CEBA-DE49-92AE-63244D5DB31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8" name="Rectangle 390">
                <a:extLst>
                  <a:ext uri="{FF2B5EF4-FFF2-40B4-BE49-F238E27FC236}">
                    <a16:creationId xmlns:a16="http://schemas.microsoft.com/office/drawing/2014/main" id="{ED2C850A-A8A1-C346-A448-10F77C3C150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9" name="Rectangle 391">
                <a:extLst>
                  <a:ext uri="{FF2B5EF4-FFF2-40B4-BE49-F238E27FC236}">
                    <a16:creationId xmlns:a16="http://schemas.microsoft.com/office/drawing/2014/main" id="{9B0D4090-842F-2541-BBCE-673167AC8197}"/>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50" name="Line 392">
                <a:extLst>
                  <a:ext uri="{FF2B5EF4-FFF2-40B4-BE49-F238E27FC236}">
                    <a16:creationId xmlns:a16="http://schemas.microsoft.com/office/drawing/2014/main" id="{D66C7C66-91A1-1547-9D58-188D485DBA2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51" name="Group 393">
                <a:extLst>
                  <a:ext uri="{FF2B5EF4-FFF2-40B4-BE49-F238E27FC236}">
                    <a16:creationId xmlns:a16="http://schemas.microsoft.com/office/drawing/2014/main" id="{68EA87F3-90F6-AB48-9621-AD1514387BF8}"/>
                  </a:ext>
                </a:extLst>
              </p:cNvPr>
              <p:cNvGrpSpPr>
                <a:grpSpLocks/>
              </p:cNvGrpSpPr>
              <p:nvPr/>
            </p:nvGrpSpPr>
            <p:grpSpPr bwMode="auto">
              <a:xfrm>
                <a:off x="2877" y="895"/>
                <a:ext cx="334" cy="50"/>
                <a:chOff x="2877" y="895"/>
                <a:chExt cx="334" cy="50"/>
              </a:xfrm>
            </p:grpSpPr>
            <p:sp>
              <p:nvSpPr>
                <p:cNvPr id="109752" name="Freeform 394">
                  <a:extLst>
                    <a:ext uri="{FF2B5EF4-FFF2-40B4-BE49-F238E27FC236}">
                      <a16:creationId xmlns:a16="http://schemas.microsoft.com/office/drawing/2014/main" id="{99A8C804-E1A6-A744-99BB-3B8AA04DB60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3" name="Freeform 395">
                  <a:extLst>
                    <a:ext uri="{FF2B5EF4-FFF2-40B4-BE49-F238E27FC236}">
                      <a16:creationId xmlns:a16="http://schemas.microsoft.com/office/drawing/2014/main" id="{758744E3-F9EA-3642-B060-FA0D1CF381C9}"/>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4" name="Rectangle 396">
                  <a:extLst>
                    <a:ext uri="{FF2B5EF4-FFF2-40B4-BE49-F238E27FC236}">
                      <a16:creationId xmlns:a16="http://schemas.microsoft.com/office/drawing/2014/main" id="{6A96D453-A8AB-714F-A5F2-2A0CF1114880}"/>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30" name="Group 397">
              <a:extLst>
                <a:ext uri="{FF2B5EF4-FFF2-40B4-BE49-F238E27FC236}">
                  <a16:creationId xmlns:a16="http://schemas.microsoft.com/office/drawing/2014/main" id="{417D713E-B330-CE41-92B6-176884F04F88}"/>
                </a:ext>
              </a:extLst>
            </p:cNvPr>
            <p:cNvGrpSpPr>
              <a:grpSpLocks/>
            </p:cNvGrpSpPr>
            <p:nvPr/>
          </p:nvGrpSpPr>
          <p:grpSpPr bwMode="auto">
            <a:xfrm>
              <a:off x="2868" y="593"/>
              <a:ext cx="335" cy="346"/>
              <a:chOff x="2868" y="593"/>
              <a:chExt cx="335" cy="346"/>
            </a:xfrm>
          </p:grpSpPr>
          <p:sp>
            <p:nvSpPr>
              <p:cNvPr id="109731" name="Freeform 398">
                <a:extLst>
                  <a:ext uri="{FF2B5EF4-FFF2-40B4-BE49-F238E27FC236}">
                    <a16:creationId xmlns:a16="http://schemas.microsoft.com/office/drawing/2014/main" id="{5F88AF5B-219A-4149-A4F4-9B4446C92F5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2" name="Freeform 399">
                <a:extLst>
                  <a:ext uri="{FF2B5EF4-FFF2-40B4-BE49-F238E27FC236}">
                    <a16:creationId xmlns:a16="http://schemas.microsoft.com/office/drawing/2014/main" id="{17963F0E-8BC3-EA49-AC32-DA5427A3E1E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3" name="Freeform 400">
                <a:extLst>
                  <a:ext uri="{FF2B5EF4-FFF2-40B4-BE49-F238E27FC236}">
                    <a16:creationId xmlns:a16="http://schemas.microsoft.com/office/drawing/2014/main" id="{A3A4369F-0450-E746-B63C-E4607189AD3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4" name="Freeform 401">
                <a:extLst>
                  <a:ext uri="{FF2B5EF4-FFF2-40B4-BE49-F238E27FC236}">
                    <a16:creationId xmlns:a16="http://schemas.microsoft.com/office/drawing/2014/main" id="{AC6ADAB9-6133-1443-B6F5-FCF7F67C73B0}"/>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5" name="Rectangle 402">
                <a:extLst>
                  <a:ext uri="{FF2B5EF4-FFF2-40B4-BE49-F238E27FC236}">
                    <a16:creationId xmlns:a16="http://schemas.microsoft.com/office/drawing/2014/main" id="{71039D7D-C41C-1742-8439-25E5D0BAF02D}"/>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6" name="Rectangle 403">
                <a:extLst>
                  <a:ext uri="{FF2B5EF4-FFF2-40B4-BE49-F238E27FC236}">
                    <a16:creationId xmlns:a16="http://schemas.microsoft.com/office/drawing/2014/main" id="{6C01C2B6-4EBA-CC43-9CB1-FEFF49EF681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7" name="Rectangle 404">
                <a:extLst>
                  <a:ext uri="{FF2B5EF4-FFF2-40B4-BE49-F238E27FC236}">
                    <a16:creationId xmlns:a16="http://schemas.microsoft.com/office/drawing/2014/main" id="{22EC08C2-60D7-ED4C-BD6C-BDE837D4666F}"/>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8" name="Line 405">
                <a:extLst>
                  <a:ext uri="{FF2B5EF4-FFF2-40B4-BE49-F238E27FC236}">
                    <a16:creationId xmlns:a16="http://schemas.microsoft.com/office/drawing/2014/main" id="{BD20C4AC-D84A-2E4D-AE38-445768651DBF}"/>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39" name="Group 406">
                <a:extLst>
                  <a:ext uri="{FF2B5EF4-FFF2-40B4-BE49-F238E27FC236}">
                    <a16:creationId xmlns:a16="http://schemas.microsoft.com/office/drawing/2014/main" id="{B6C38102-84DA-5843-BE62-1C5D3C4D422C}"/>
                  </a:ext>
                </a:extLst>
              </p:cNvPr>
              <p:cNvGrpSpPr>
                <a:grpSpLocks/>
              </p:cNvGrpSpPr>
              <p:nvPr/>
            </p:nvGrpSpPr>
            <p:grpSpPr bwMode="auto">
              <a:xfrm>
                <a:off x="2868" y="888"/>
                <a:ext cx="335" cy="51"/>
                <a:chOff x="2868" y="888"/>
                <a:chExt cx="335" cy="51"/>
              </a:xfrm>
            </p:grpSpPr>
            <p:sp>
              <p:nvSpPr>
                <p:cNvPr id="109740" name="Freeform 407">
                  <a:extLst>
                    <a:ext uri="{FF2B5EF4-FFF2-40B4-BE49-F238E27FC236}">
                      <a16:creationId xmlns:a16="http://schemas.microsoft.com/office/drawing/2014/main" id="{E27A7362-A021-F740-ACF5-B23D98E2F751}"/>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1" name="Freeform 408">
                  <a:extLst>
                    <a:ext uri="{FF2B5EF4-FFF2-40B4-BE49-F238E27FC236}">
                      <a16:creationId xmlns:a16="http://schemas.microsoft.com/office/drawing/2014/main" id="{59EAFF9D-790F-1B4C-B7E9-ED96E3957B0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2" name="Rectangle 409">
                  <a:extLst>
                    <a:ext uri="{FF2B5EF4-FFF2-40B4-BE49-F238E27FC236}">
                      <a16:creationId xmlns:a16="http://schemas.microsoft.com/office/drawing/2014/main" id="{03DFBDF9-DD9C-A644-BE96-929717389911}"/>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4" name="Oval 410">
            <a:extLst>
              <a:ext uri="{FF2B5EF4-FFF2-40B4-BE49-F238E27FC236}">
                <a16:creationId xmlns:a16="http://schemas.microsoft.com/office/drawing/2014/main" id="{13F67CD7-73CB-184B-9D18-BF3A868FA725}"/>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5" name="Group 411">
            <a:extLst>
              <a:ext uri="{FF2B5EF4-FFF2-40B4-BE49-F238E27FC236}">
                <a16:creationId xmlns:a16="http://schemas.microsoft.com/office/drawing/2014/main" id="{7322516A-9962-414E-A52B-7F7F394480A1}"/>
              </a:ext>
            </a:extLst>
          </p:cNvPr>
          <p:cNvGrpSpPr>
            <a:grpSpLocks/>
          </p:cNvGrpSpPr>
          <p:nvPr/>
        </p:nvGrpSpPr>
        <p:grpSpPr bwMode="auto">
          <a:xfrm>
            <a:off x="5798344" y="673894"/>
            <a:ext cx="379810" cy="385763"/>
            <a:chOff x="3915" y="593"/>
            <a:chExt cx="343" cy="352"/>
          </a:xfrm>
        </p:grpSpPr>
        <p:grpSp>
          <p:nvGrpSpPr>
            <p:cNvPr id="109703" name="Group 412">
              <a:extLst>
                <a:ext uri="{FF2B5EF4-FFF2-40B4-BE49-F238E27FC236}">
                  <a16:creationId xmlns:a16="http://schemas.microsoft.com/office/drawing/2014/main" id="{792DC5E0-1538-624F-ACE0-4867D4E42AFE}"/>
                </a:ext>
              </a:extLst>
            </p:cNvPr>
            <p:cNvGrpSpPr>
              <a:grpSpLocks/>
            </p:cNvGrpSpPr>
            <p:nvPr/>
          </p:nvGrpSpPr>
          <p:grpSpPr bwMode="auto">
            <a:xfrm>
              <a:off x="3924" y="599"/>
              <a:ext cx="334" cy="346"/>
              <a:chOff x="3924" y="599"/>
              <a:chExt cx="334" cy="346"/>
            </a:xfrm>
          </p:grpSpPr>
          <p:sp>
            <p:nvSpPr>
              <p:cNvPr id="109717" name="Freeform 413">
                <a:extLst>
                  <a:ext uri="{FF2B5EF4-FFF2-40B4-BE49-F238E27FC236}">
                    <a16:creationId xmlns:a16="http://schemas.microsoft.com/office/drawing/2014/main" id="{09B3A8BA-BE42-7B45-A68B-A291A24CA13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8" name="Freeform 414">
                <a:extLst>
                  <a:ext uri="{FF2B5EF4-FFF2-40B4-BE49-F238E27FC236}">
                    <a16:creationId xmlns:a16="http://schemas.microsoft.com/office/drawing/2014/main" id="{0591DA1C-2EBA-EC47-A7B8-356FF0CB349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9" name="Freeform 415">
                <a:extLst>
                  <a:ext uri="{FF2B5EF4-FFF2-40B4-BE49-F238E27FC236}">
                    <a16:creationId xmlns:a16="http://schemas.microsoft.com/office/drawing/2014/main" id="{CA705873-4205-D54E-84D1-0E2F77CBFA0E}"/>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0" name="Freeform 416">
                <a:extLst>
                  <a:ext uri="{FF2B5EF4-FFF2-40B4-BE49-F238E27FC236}">
                    <a16:creationId xmlns:a16="http://schemas.microsoft.com/office/drawing/2014/main" id="{F1BDAE86-ADCF-4E45-B11C-FBD9BE5CCAB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1" name="Rectangle 417">
                <a:extLst>
                  <a:ext uri="{FF2B5EF4-FFF2-40B4-BE49-F238E27FC236}">
                    <a16:creationId xmlns:a16="http://schemas.microsoft.com/office/drawing/2014/main" id="{3B81127F-B38C-F94E-8EE5-7322CF82F28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2" name="Rectangle 418">
                <a:extLst>
                  <a:ext uri="{FF2B5EF4-FFF2-40B4-BE49-F238E27FC236}">
                    <a16:creationId xmlns:a16="http://schemas.microsoft.com/office/drawing/2014/main" id="{8FECFD65-7CF3-564E-9942-95AA544E2F31}"/>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3" name="Rectangle 419">
                <a:extLst>
                  <a:ext uri="{FF2B5EF4-FFF2-40B4-BE49-F238E27FC236}">
                    <a16:creationId xmlns:a16="http://schemas.microsoft.com/office/drawing/2014/main" id="{C47F2E9B-9444-1A4F-9A69-A180C309F6F7}"/>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4" name="Line 420">
                <a:extLst>
                  <a:ext uri="{FF2B5EF4-FFF2-40B4-BE49-F238E27FC236}">
                    <a16:creationId xmlns:a16="http://schemas.microsoft.com/office/drawing/2014/main" id="{94573502-D2DA-8947-9D3B-85B2304B163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25" name="Group 421">
                <a:extLst>
                  <a:ext uri="{FF2B5EF4-FFF2-40B4-BE49-F238E27FC236}">
                    <a16:creationId xmlns:a16="http://schemas.microsoft.com/office/drawing/2014/main" id="{5DD1D926-943E-5A4B-8DAE-5A57BC1DA4AD}"/>
                  </a:ext>
                </a:extLst>
              </p:cNvPr>
              <p:cNvGrpSpPr>
                <a:grpSpLocks/>
              </p:cNvGrpSpPr>
              <p:nvPr/>
            </p:nvGrpSpPr>
            <p:grpSpPr bwMode="auto">
              <a:xfrm>
                <a:off x="3924" y="895"/>
                <a:ext cx="334" cy="50"/>
                <a:chOff x="3924" y="895"/>
                <a:chExt cx="334" cy="50"/>
              </a:xfrm>
            </p:grpSpPr>
            <p:sp>
              <p:nvSpPr>
                <p:cNvPr id="109726" name="Freeform 422">
                  <a:extLst>
                    <a:ext uri="{FF2B5EF4-FFF2-40B4-BE49-F238E27FC236}">
                      <a16:creationId xmlns:a16="http://schemas.microsoft.com/office/drawing/2014/main" id="{730A9559-DA9A-1143-BF41-CD4FAC3A9659}"/>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7" name="Freeform 423">
                  <a:extLst>
                    <a:ext uri="{FF2B5EF4-FFF2-40B4-BE49-F238E27FC236}">
                      <a16:creationId xmlns:a16="http://schemas.microsoft.com/office/drawing/2014/main" id="{0F0C2000-91E6-144A-A8C0-05CADD4348A4}"/>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8" name="Rectangle 424">
                  <a:extLst>
                    <a:ext uri="{FF2B5EF4-FFF2-40B4-BE49-F238E27FC236}">
                      <a16:creationId xmlns:a16="http://schemas.microsoft.com/office/drawing/2014/main" id="{38EF1505-0B8D-644C-9E39-089FA3BBE28E}"/>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04" name="Group 425">
              <a:extLst>
                <a:ext uri="{FF2B5EF4-FFF2-40B4-BE49-F238E27FC236}">
                  <a16:creationId xmlns:a16="http://schemas.microsoft.com/office/drawing/2014/main" id="{3C3649F7-9FD6-194E-9340-86AAE2D956A5}"/>
                </a:ext>
              </a:extLst>
            </p:cNvPr>
            <p:cNvGrpSpPr>
              <a:grpSpLocks/>
            </p:cNvGrpSpPr>
            <p:nvPr/>
          </p:nvGrpSpPr>
          <p:grpSpPr bwMode="auto">
            <a:xfrm>
              <a:off x="3915" y="593"/>
              <a:ext cx="335" cy="346"/>
              <a:chOff x="3915" y="593"/>
              <a:chExt cx="335" cy="346"/>
            </a:xfrm>
          </p:grpSpPr>
          <p:sp>
            <p:nvSpPr>
              <p:cNvPr id="109705" name="Freeform 426">
                <a:extLst>
                  <a:ext uri="{FF2B5EF4-FFF2-40B4-BE49-F238E27FC236}">
                    <a16:creationId xmlns:a16="http://schemas.microsoft.com/office/drawing/2014/main" id="{ADBC4499-29EA-BB4E-9A07-D43F7816446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6" name="Freeform 427">
                <a:extLst>
                  <a:ext uri="{FF2B5EF4-FFF2-40B4-BE49-F238E27FC236}">
                    <a16:creationId xmlns:a16="http://schemas.microsoft.com/office/drawing/2014/main" id="{E8BFB174-59C6-0648-AEE6-4C58EF2B651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7" name="Freeform 428">
                <a:extLst>
                  <a:ext uri="{FF2B5EF4-FFF2-40B4-BE49-F238E27FC236}">
                    <a16:creationId xmlns:a16="http://schemas.microsoft.com/office/drawing/2014/main" id="{3574A98D-2465-3947-965B-5696293106A1}"/>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8" name="Freeform 429">
                <a:extLst>
                  <a:ext uri="{FF2B5EF4-FFF2-40B4-BE49-F238E27FC236}">
                    <a16:creationId xmlns:a16="http://schemas.microsoft.com/office/drawing/2014/main" id="{4C1FA3BA-053E-EE46-92DB-23A334E9B20D}"/>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9" name="Rectangle 430">
                <a:extLst>
                  <a:ext uri="{FF2B5EF4-FFF2-40B4-BE49-F238E27FC236}">
                    <a16:creationId xmlns:a16="http://schemas.microsoft.com/office/drawing/2014/main" id="{DEA311FD-783D-1544-A7E9-15BC52D5E88B}"/>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0" name="Rectangle 431">
                <a:extLst>
                  <a:ext uri="{FF2B5EF4-FFF2-40B4-BE49-F238E27FC236}">
                    <a16:creationId xmlns:a16="http://schemas.microsoft.com/office/drawing/2014/main" id="{ACFD3A33-EA90-B84A-B00B-74F872949CFA}"/>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1" name="Rectangle 432">
                <a:extLst>
                  <a:ext uri="{FF2B5EF4-FFF2-40B4-BE49-F238E27FC236}">
                    <a16:creationId xmlns:a16="http://schemas.microsoft.com/office/drawing/2014/main" id="{FBE8A5FB-82A7-4945-8EE1-BA3D9462E677}"/>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2" name="Line 433">
                <a:extLst>
                  <a:ext uri="{FF2B5EF4-FFF2-40B4-BE49-F238E27FC236}">
                    <a16:creationId xmlns:a16="http://schemas.microsoft.com/office/drawing/2014/main" id="{F8F6F6BF-09E7-484B-82E4-F5813A841358}"/>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13" name="Group 434">
                <a:extLst>
                  <a:ext uri="{FF2B5EF4-FFF2-40B4-BE49-F238E27FC236}">
                    <a16:creationId xmlns:a16="http://schemas.microsoft.com/office/drawing/2014/main" id="{410E1ADC-EDBD-E747-9433-AAD940DB9D3E}"/>
                  </a:ext>
                </a:extLst>
              </p:cNvPr>
              <p:cNvGrpSpPr>
                <a:grpSpLocks/>
              </p:cNvGrpSpPr>
              <p:nvPr/>
            </p:nvGrpSpPr>
            <p:grpSpPr bwMode="auto">
              <a:xfrm>
                <a:off x="3915" y="888"/>
                <a:ext cx="335" cy="51"/>
                <a:chOff x="3915" y="888"/>
                <a:chExt cx="335" cy="51"/>
              </a:xfrm>
            </p:grpSpPr>
            <p:sp>
              <p:nvSpPr>
                <p:cNvPr id="109714" name="Freeform 435">
                  <a:extLst>
                    <a:ext uri="{FF2B5EF4-FFF2-40B4-BE49-F238E27FC236}">
                      <a16:creationId xmlns:a16="http://schemas.microsoft.com/office/drawing/2014/main" id="{3664AFD4-E91C-DF43-B5D1-50A1199C34F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5" name="Freeform 436">
                  <a:extLst>
                    <a:ext uri="{FF2B5EF4-FFF2-40B4-BE49-F238E27FC236}">
                      <a16:creationId xmlns:a16="http://schemas.microsoft.com/office/drawing/2014/main" id="{1CE52A07-6CB2-794B-8CA0-484146E3123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6" name="Rectangle 437">
                  <a:extLst>
                    <a:ext uri="{FF2B5EF4-FFF2-40B4-BE49-F238E27FC236}">
                      <a16:creationId xmlns:a16="http://schemas.microsoft.com/office/drawing/2014/main" id="{2A698333-F436-4E4D-9A0F-A32D057A9BBA}"/>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7933" name="Group 445">
            <a:extLst>
              <a:ext uri="{FF2B5EF4-FFF2-40B4-BE49-F238E27FC236}">
                <a16:creationId xmlns:a16="http://schemas.microsoft.com/office/drawing/2014/main" id="{94CB02F2-1177-9D4C-88EC-ED7C79A3EC0A}"/>
              </a:ext>
            </a:extLst>
          </p:cNvPr>
          <p:cNvGrpSpPr>
            <a:grpSpLocks/>
          </p:cNvGrpSpPr>
          <p:nvPr/>
        </p:nvGrpSpPr>
        <p:grpSpPr bwMode="auto">
          <a:xfrm>
            <a:off x="3749278" y="1306117"/>
            <a:ext cx="2975372" cy="726281"/>
            <a:chOff x="2189" y="1097"/>
            <a:chExt cx="2499" cy="610"/>
          </a:xfrm>
        </p:grpSpPr>
        <p:sp>
          <p:nvSpPr>
            <p:cNvPr id="109699" name="Line 440">
              <a:extLst>
                <a:ext uri="{FF2B5EF4-FFF2-40B4-BE49-F238E27FC236}">
                  <a16:creationId xmlns:a16="http://schemas.microsoft.com/office/drawing/2014/main" id="{7403B24D-16C4-A748-B50A-776469BF02C0}"/>
                </a:ext>
              </a:extLst>
            </p:cNvPr>
            <p:cNvSpPr>
              <a:spLocks noChangeShapeType="1"/>
            </p:cNvSpPr>
            <p:nvPr/>
          </p:nvSpPr>
          <p:spPr bwMode="auto">
            <a:xfrm>
              <a:off x="2189" y="11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0" name="Line 441">
              <a:extLst>
                <a:ext uri="{FF2B5EF4-FFF2-40B4-BE49-F238E27FC236}">
                  <a16:creationId xmlns:a16="http://schemas.microsoft.com/office/drawing/2014/main" id="{F92AC737-6F6A-754D-ACFF-110EB6FA4B72}"/>
                </a:ext>
              </a:extLst>
            </p:cNvPr>
            <p:cNvSpPr>
              <a:spLocks noChangeShapeType="1"/>
            </p:cNvSpPr>
            <p:nvPr/>
          </p:nvSpPr>
          <p:spPr bwMode="auto">
            <a:xfrm>
              <a:off x="3160"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1" name="Line 443">
              <a:extLst>
                <a:ext uri="{FF2B5EF4-FFF2-40B4-BE49-F238E27FC236}">
                  <a16:creationId xmlns:a16="http://schemas.microsoft.com/office/drawing/2014/main" id="{9F8D72BB-3C2F-E241-8DF3-F48117CB792D}"/>
                </a:ext>
              </a:extLst>
            </p:cNvPr>
            <p:cNvSpPr>
              <a:spLocks noChangeShapeType="1"/>
            </p:cNvSpPr>
            <p:nvPr/>
          </p:nvSpPr>
          <p:spPr bwMode="auto">
            <a:xfrm>
              <a:off x="4143"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2" name="Line 444">
              <a:extLst>
                <a:ext uri="{FF2B5EF4-FFF2-40B4-BE49-F238E27FC236}">
                  <a16:creationId xmlns:a16="http://schemas.microsoft.com/office/drawing/2014/main" id="{65FF9B9F-1414-A34D-8694-CA09C0A4F86A}"/>
                </a:ext>
              </a:extLst>
            </p:cNvPr>
            <p:cNvSpPr>
              <a:spLocks noChangeShapeType="1"/>
            </p:cNvSpPr>
            <p:nvPr/>
          </p:nvSpPr>
          <p:spPr bwMode="auto">
            <a:xfrm>
              <a:off x="2743" y="170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98" name="幻灯片编号占位符 1">
            <a:extLst>
              <a:ext uri="{FF2B5EF4-FFF2-40B4-BE49-F238E27FC236}">
                <a16:creationId xmlns:a16="http://schemas.microsoft.com/office/drawing/2014/main" id="{8296C752-142A-B444-A5A4-5AA5BE5E07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BE03BFB-B088-F640-8C56-5224EC8D857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5" name="Text Box 441">
            <a:extLst>
              <a:ext uri="{FF2B5EF4-FFF2-40B4-BE49-F238E27FC236}">
                <a16:creationId xmlns:a16="http://schemas.microsoft.com/office/drawing/2014/main" id="{0DABB960-5BB8-5544-95CF-C8EFFD77F4AE}"/>
              </a:ext>
            </a:extLst>
          </p:cNvPr>
          <p:cNvSpPr txBox="1">
            <a:spLocks noChangeArrowheads="1"/>
          </p:cNvSpPr>
          <p:nvPr/>
        </p:nvSpPr>
        <p:spPr bwMode="auto">
          <a:xfrm>
            <a:off x="2235518" y="2622991"/>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2047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793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447933"/>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1617" name="AutoShape 2">
            <a:extLst>
              <a:ext uri="{FF2B5EF4-FFF2-40B4-BE49-F238E27FC236}">
                <a16:creationId xmlns:a16="http://schemas.microsoft.com/office/drawing/2014/main" id="{5C09B84B-AA83-FD4C-8BD7-EADCEC201262}"/>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1618" name="Rectangle 3">
            <a:extLst>
              <a:ext uri="{FF2B5EF4-FFF2-40B4-BE49-F238E27FC236}">
                <a16:creationId xmlns:a16="http://schemas.microsoft.com/office/drawing/2014/main" id="{12035886-7123-534B-895D-6392D640F907}"/>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448516" name="Freeform 4">
            <a:extLst>
              <a:ext uri="{FF2B5EF4-FFF2-40B4-BE49-F238E27FC236}">
                <a16:creationId xmlns:a16="http://schemas.microsoft.com/office/drawing/2014/main" id="{BE7648E0-FB9C-0144-A970-0CC9B3792B2B}"/>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0" name="Line 5">
            <a:extLst>
              <a:ext uri="{FF2B5EF4-FFF2-40B4-BE49-F238E27FC236}">
                <a16:creationId xmlns:a16="http://schemas.microsoft.com/office/drawing/2014/main" id="{7E117295-2B7F-194A-887B-ECF464DAF299}"/>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1" name="Line 6">
            <a:extLst>
              <a:ext uri="{FF2B5EF4-FFF2-40B4-BE49-F238E27FC236}">
                <a16:creationId xmlns:a16="http://schemas.microsoft.com/office/drawing/2014/main" id="{AEB7E52F-0791-7A40-8FF8-41742BF282BF}"/>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2" name="Freeform 7">
            <a:extLst>
              <a:ext uri="{FF2B5EF4-FFF2-40B4-BE49-F238E27FC236}">
                <a16:creationId xmlns:a16="http://schemas.microsoft.com/office/drawing/2014/main" id="{17832CE5-F3EC-DD41-AFCF-2341AAC6998C}"/>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23" name="Freeform 8">
            <a:extLst>
              <a:ext uri="{FF2B5EF4-FFF2-40B4-BE49-F238E27FC236}">
                <a16:creationId xmlns:a16="http://schemas.microsoft.com/office/drawing/2014/main" id="{B885FEBC-987C-9144-86DD-4A7E6C69436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4" name="Line 9">
            <a:extLst>
              <a:ext uri="{FF2B5EF4-FFF2-40B4-BE49-F238E27FC236}">
                <a16:creationId xmlns:a16="http://schemas.microsoft.com/office/drawing/2014/main" id="{38A2C4E5-5EC4-6D49-8C86-B1BA8D2C5176}"/>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5" name="Freeform 10">
            <a:extLst>
              <a:ext uri="{FF2B5EF4-FFF2-40B4-BE49-F238E27FC236}">
                <a16:creationId xmlns:a16="http://schemas.microsoft.com/office/drawing/2014/main" id="{042CE01A-E87D-CF48-BF93-1AD601785EF7}"/>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6" name="Freeform 11">
            <a:extLst>
              <a:ext uri="{FF2B5EF4-FFF2-40B4-BE49-F238E27FC236}">
                <a16:creationId xmlns:a16="http://schemas.microsoft.com/office/drawing/2014/main" id="{E9B1A9A8-4D14-EC4A-940F-C862420CD5E6}"/>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7" name="Freeform 12">
            <a:extLst>
              <a:ext uri="{FF2B5EF4-FFF2-40B4-BE49-F238E27FC236}">
                <a16:creationId xmlns:a16="http://schemas.microsoft.com/office/drawing/2014/main" id="{1C4D41E1-0C32-AA4E-8DAD-2AEEC219AADB}"/>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8" name="Rectangle 13">
            <a:extLst>
              <a:ext uri="{FF2B5EF4-FFF2-40B4-BE49-F238E27FC236}">
                <a16:creationId xmlns:a16="http://schemas.microsoft.com/office/drawing/2014/main" id="{114192D7-2935-E34C-80BB-35FFC804E40C}"/>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29" name="Freeform 14">
            <a:extLst>
              <a:ext uri="{FF2B5EF4-FFF2-40B4-BE49-F238E27FC236}">
                <a16:creationId xmlns:a16="http://schemas.microsoft.com/office/drawing/2014/main" id="{C1E46934-E623-BB41-90A0-9EB90EA3716B}"/>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0" name="Rectangle 15">
            <a:extLst>
              <a:ext uri="{FF2B5EF4-FFF2-40B4-BE49-F238E27FC236}">
                <a16:creationId xmlns:a16="http://schemas.microsoft.com/office/drawing/2014/main" id="{450C46A2-DE8D-044D-B5B7-8593CCD0D18F}"/>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1" name="Freeform 16">
            <a:extLst>
              <a:ext uri="{FF2B5EF4-FFF2-40B4-BE49-F238E27FC236}">
                <a16:creationId xmlns:a16="http://schemas.microsoft.com/office/drawing/2014/main" id="{97589783-8FA8-414D-8EFD-0D42C48FA40E}"/>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1632" name="Freeform 17">
            <a:extLst>
              <a:ext uri="{FF2B5EF4-FFF2-40B4-BE49-F238E27FC236}">
                <a16:creationId xmlns:a16="http://schemas.microsoft.com/office/drawing/2014/main" id="{E7A9F32A-D1DC-A349-89D2-766C0E397AE1}"/>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3" name="Freeform 18">
            <a:extLst>
              <a:ext uri="{FF2B5EF4-FFF2-40B4-BE49-F238E27FC236}">
                <a16:creationId xmlns:a16="http://schemas.microsoft.com/office/drawing/2014/main" id="{B5F99DDD-843B-3945-892F-1EFD680CD9E9}"/>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4" name="Rectangle 19">
            <a:extLst>
              <a:ext uri="{FF2B5EF4-FFF2-40B4-BE49-F238E27FC236}">
                <a16:creationId xmlns:a16="http://schemas.microsoft.com/office/drawing/2014/main" id="{75A6D197-10AD-9E4A-9572-3460DF77FE5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5" name="Rectangle 20">
            <a:extLst>
              <a:ext uri="{FF2B5EF4-FFF2-40B4-BE49-F238E27FC236}">
                <a16:creationId xmlns:a16="http://schemas.microsoft.com/office/drawing/2014/main" id="{508B15D3-3631-8348-872F-BB209633B912}"/>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6" name="Rectangle 21">
            <a:extLst>
              <a:ext uri="{FF2B5EF4-FFF2-40B4-BE49-F238E27FC236}">
                <a16:creationId xmlns:a16="http://schemas.microsoft.com/office/drawing/2014/main" id="{466C8B4E-E747-164C-8CAC-2A48486FDA0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1637" name="Oval 22">
            <a:extLst>
              <a:ext uri="{FF2B5EF4-FFF2-40B4-BE49-F238E27FC236}">
                <a16:creationId xmlns:a16="http://schemas.microsoft.com/office/drawing/2014/main" id="{FAFBF435-C440-8941-91D4-77D7B3FF386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38" name="Group 23">
            <a:extLst>
              <a:ext uri="{FF2B5EF4-FFF2-40B4-BE49-F238E27FC236}">
                <a16:creationId xmlns:a16="http://schemas.microsoft.com/office/drawing/2014/main" id="{BA189688-A528-8746-BF4E-668B8C3600FA}"/>
              </a:ext>
            </a:extLst>
          </p:cNvPr>
          <p:cNvGrpSpPr>
            <a:grpSpLocks/>
          </p:cNvGrpSpPr>
          <p:nvPr/>
        </p:nvGrpSpPr>
        <p:grpSpPr bwMode="auto">
          <a:xfrm>
            <a:off x="1577579" y="2712244"/>
            <a:ext cx="378619" cy="386954"/>
            <a:chOff x="101" y="2294"/>
            <a:chExt cx="343" cy="353"/>
          </a:xfrm>
        </p:grpSpPr>
        <p:grpSp>
          <p:nvGrpSpPr>
            <p:cNvPr id="112029" name="Group 24">
              <a:extLst>
                <a:ext uri="{FF2B5EF4-FFF2-40B4-BE49-F238E27FC236}">
                  <a16:creationId xmlns:a16="http://schemas.microsoft.com/office/drawing/2014/main" id="{650618EB-8A82-7A45-BCCC-6F981F2A0ED2}"/>
                </a:ext>
              </a:extLst>
            </p:cNvPr>
            <p:cNvGrpSpPr>
              <a:grpSpLocks/>
            </p:cNvGrpSpPr>
            <p:nvPr/>
          </p:nvGrpSpPr>
          <p:grpSpPr bwMode="auto">
            <a:xfrm>
              <a:off x="109" y="2301"/>
              <a:ext cx="335" cy="346"/>
              <a:chOff x="109" y="2301"/>
              <a:chExt cx="335" cy="346"/>
            </a:xfrm>
          </p:grpSpPr>
          <p:sp>
            <p:nvSpPr>
              <p:cNvPr id="112043" name="Freeform 25">
                <a:extLst>
                  <a:ext uri="{FF2B5EF4-FFF2-40B4-BE49-F238E27FC236}">
                    <a16:creationId xmlns:a16="http://schemas.microsoft.com/office/drawing/2014/main" id="{48A7CEC6-2C86-904E-8EBD-C563E6AE7C2E}"/>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4" name="Freeform 26">
                <a:extLst>
                  <a:ext uri="{FF2B5EF4-FFF2-40B4-BE49-F238E27FC236}">
                    <a16:creationId xmlns:a16="http://schemas.microsoft.com/office/drawing/2014/main" id="{DBFFE9AB-5E97-934E-8CF9-BD58FEA9416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5" name="Freeform 27">
                <a:extLst>
                  <a:ext uri="{FF2B5EF4-FFF2-40B4-BE49-F238E27FC236}">
                    <a16:creationId xmlns:a16="http://schemas.microsoft.com/office/drawing/2014/main" id="{A6D40C42-44A6-A141-A22F-CCC4D187C80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6" name="Freeform 28">
                <a:extLst>
                  <a:ext uri="{FF2B5EF4-FFF2-40B4-BE49-F238E27FC236}">
                    <a16:creationId xmlns:a16="http://schemas.microsoft.com/office/drawing/2014/main" id="{FF1ECCF2-A66F-2440-86EF-C320EE99D13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7" name="Rectangle 29">
                <a:extLst>
                  <a:ext uri="{FF2B5EF4-FFF2-40B4-BE49-F238E27FC236}">
                    <a16:creationId xmlns:a16="http://schemas.microsoft.com/office/drawing/2014/main" id="{81320FFB-4F93-8A49-9CB0-00D44CF7ADA8}"/>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8" name="Rectangle 30">
                <a:extLst>
                  <a:ext uri="{FF2B5EF4-FFF2-40B4-BE49-F238E27FC236}">
                    <a16:creationId xmlns:a16="http://schemas.microsoft.com/office/drawing/2014/main" id="{37486A9A-4993-DA4C-A9CF-B8243E587720}"/>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9" name="Rectangle 31">
                <a:extLst>
                  <a:ext uri="{FF2B5EF4-FFF2-40B4-BE49-F238E27FC236}">
                    <a16:creationId xmlns:a16="http://schemas.microsoft.com/office/drawing/2014/main" id="{9B022F80-3C9E-3F40-ACD5-0445FAD47C88}"/>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50" name="Line 32">
                <a:extLst>
                  <a:ext uri="{FF2B5EF4-FFF2-40B4-BE49-F238E27FC236}">
                    <a16:creationId xmlns:a16="http://schemas.microsoft.com/office/drawing/2014/main" id="{87B98A85-F061-264A-94C3-2C4A13234E3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51" name="Group 33">
                <a:extLst>
                  <a:ext uri="{FF2B5EF4-FFF2-40B4-BE49-F238E27FC236}">
                    <a16:creationId xmlns:a16="http://schemas.microsoft.com/office/drawing/2014/main" id="{7C937ED9-73E5-5241-B14D-B2384FD12840}"/>
                  </a:ext>
                </a:extLst>
              </p:cNvPr>
              <p:cNvGrpSpPr>
                <a:grpSpLocks/>
              </p:cNvGrpSpPr>
              <p:nvPr/>
            </p:nvGrpSpPr>
            <p:grpSpPr bwMode="auto">
              <a:xfrm>
                <a:off x="109" y="2596"/>
                <a:ext cx="335" cy="51"/>
                <a:chOff x="109" y="2596"/>
                <a:chExt cx="335" cy="51"/>
              </a:xfrm>
            </p:grpSpPr>
            <p:sp>
              <p:nvSpPr>
                <p:cNvPr id="112052" name="Freeform 34">
                  <a:extLst>
                    <a:ext uri="{FF2B5EF4-FFF2-40B4-BE49-F238E27FC236}">
                      <a16:creationId xmlns:a16="http://schemas.microsoft.com/office/drawing/2014/main" id="{A380B143-A056-9D4D-9B91-412D63FA44B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3" name="Freeform 35">
                  <a:extLst>
                    <a:ext uri="{FF2B5EF4-FFF2-40B4-BE49-F238E27FC236}">
                      <a16:creationId xmlns:a16="http://schemas.microsoft.com/office/drawing/2014/main" id="{E79F4D9E-76CE-8249-945E-1C39972230C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4" name="Rectangle 36">
                  <a:extLst>
                    <a:ext uri="{FF2B5EF4-FFF2-40B4-BE49-F238E27FC236}">
                      <a16:creationId xmlns:a16="http://schemas.microsoft.com/office/drawing/2014/main" id="{759452AF-9B47-3943-9D90-779A0411B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30" name="Group 37">
              <a:extLst>
                <a:ext uri="{FF2B5EF4-FFF2-40B4-BE49-F238E27FC236}">
                  <a16:creationId xmlns:a16="http://schemas.microsoft.com/office/drawing/2014/main" id="{FDFBA7E1-2763-5A4C-9E8F-8FBB0973275A}"/>
                </a:ext>
              </a:extLst>
            </p:cNvPr>
            <p:cNvGrpSpPr>
              <a:grpSpLocks/>
            </p:cNvGrpSpPr>
            <p:nvPr/>
          </p:nvGrpSpPr>
          <p:grpSpPr bwMode="auto">
            <a:xfrm>
              <a:off x="101" y="2294"/>
              <a:ext cx="335" cy="347"/>
              <a:chOff x="101" y="2294"/>
              <a:chExt cx="335" cy="347"/>
            </a:xfrm>
          </p:grpSpPr>
          <p:sp>
            <p:nvSpPr>
              <p:cNvPr id="112031" name="Freeform 38">
                <a:extLst>
                  <a:ext uri="{FF2B5EF4-FFF2-40B4-BE49-F238E27FC236}">
                    <a16:creationId xmlns:a16="http://schemas.microsoft.com/office/drawing/2014/main" id="{454A79DE-F4AA-834B-A49B-7DB55BB000E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2" name="Freeform 39">
                <a:extLst>
                  <a:ext uri="{FF2B5EF4-FFF2-40B4-BE49-F238E27FC236}">
                    <a16:creationId xmlns:a16="http://schemas.microsoft.com/office/drawing/2014/main" id="{E302F52E-CA60-D94A-8F98-71355614EF4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3" name="Freeform 40">
                <a:extLst>
                  <a:ext uri="{FF2B5EF4-FFF2-40B4-BE49-F238E27FC236}">
                    <a16:creationId xmlns:a16="http://schemas.microsoft.com/office/drawing/2014/main" id="{6E93D3C4-4451-4542-9D5E-7FED75EC333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4" name="Freeform 41">
                <a:extLst>
                  <a:ext uri="{FF2B5EF4-FFF2-40B4-BE49-F238E27FC236}">
                    <a16:creationId xmlns:a16="http://schemas.microsoft.com/office/drawing/2014/main" id="{FD5F4494-9B27-EB44-B184-D93E17C6C63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5" name="Rectangle 42">
                <a:extLst>
                  <a:ext uri="{FF2B5EF4-FFF2-40B4-BE49-F238E27FC236}">
                    <a16:creationId xmlns:a16="http://schemas.microsoft.com/office/drawing/2014/main" id="{EF1C5755-DF65-4D49-B6BC-B681D6427F87}"/>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6" name="Rectangle 43">
                <a:extLst>
                  <a:ext uri="{FF2B5EF4-FFF2-40B4-BE49-F238E27FC236}">
                    <a16:creationId xmlns:a16="http://schemas.microsoft.com/office/drawing/2014/main" id="{F49C6301-0739-8E4F-867B-CBB4B23BFAC8}"/>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7" name="Rectangle 44">
                <a:extLst>
                  <a:ext uri="{FF2B5EF4-FFF2-40B4-BE49-F238E27FC236}">
                    <a16:creationId xmlns:a16="http://schemas.microsoft.com/office/drawing/2014/main" id="{E92F2E76-61AD-6D4A-93C2-777854CDC48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8" name="Line 45">
                <a:extLst>
                  <a:ext uri="{FF2B5EF4-FFF2-40B4-BE49-F238E27FC236}">
                    <a16:creationId xmlns:a16="http://schemas.microsoft.com/office/drawing/2014/main" id="{9811376C-6354-244C-A57E-8ACFD07B71B3}"/>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39" name="Group 46">
                <a:extLst>
                  <a:ext uri="{FF2B5EF4-FFF2-40B4-BE49-F238E27FC236}">
                    <a16:creationId xmlns:a16="http://schemas.microsoft.com/office/drawing/2014/main" id="{7B53FE52-B161-1F47-B513-BD55997D87C7}"/>
                  </a:ext>
                </a:extLst>
              </p:cNvPr>
              <p:cNvGrpSpPr>
                <a:grpSpLocks/>
              </p:cNvGrpSpPr>
              <p:nvPr/>
            </p:nvGrpSpPr>
            <p:grpSpPr bwMode="auto">
              <a:xfrm>
                <a:off x="101" y="2590"/>
                <a:ext cx="335" cy="51"/>
                <a:chOff x="101" y="2590"/>
                <a:chExt cx="335" cy="51"/>
              </a:xfrm>
            </p:grpSpPr>
            <p:sp>
              <p:nvSpPr>
                <p:cNvPr id="112040" name="Freeform 47">
                  <a:extLst>
                    <a:ext uri="{FF2B5EF4-FFF2-40B4-BE49-F238E27FC236}">
                      <a16:creationId xmlns:a16="http://schemas.microsoft.com/office/drawing/2014/main" id="{C18EF599-4EA9-3442-B744-75D40E80EA1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1" name="Freeform 48">
                  <a:extLst>
                    <a:ext uri="{FF2B5EF4-FFF2-40B4-BE49-F238E27FC236}">
                      <a16:creationId xmlns:a16="http://schemas.microsoft.com/office/drawing/2014/main" id="{407B9C69-5F9B-E24D-8BA8-5C31F09F3DD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2" name="Rectangle 49">
                  <a:extLst>
                    <a:ext uri="{FF2B5EF4-FFF2-40B4-BE49-F238E27FC236}">
                      <a16:creationId xmlns:a16="http://schemas.microsoft.com/office/drawing/2014/main" id="{A85173A2-64F8-D647-B71A-35EB3393A838}"/>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39" name="Group 50">
            <a:extLst>
              <a:ext uri="{FF2B5EF4-FFF2-40B4-BE49-F238E27FC236}">
                <a16:creationId xmlns:a16="http://schemas.microsoft.com/office/drawing/2014/main" id="{5F9821CA-6729-1C45-92F3-11830BED7751}"/>
              </a:ext>
            </a:extLst>
          </p:cNvPr>
          <p:cNvGrpSpPr>
            <a:grpSpLocks/>
          </p:cNvGrpSpPr>
          <p:nvPr/>
        </p:nvGrpSpPr>
        <p:grpSpPr bwMode="auto">
          <a:xfrm>
            <a:off x="3661173" y="4561285"/>
            <a:ext cx="377428" cy="386953"/>
            <a:chOff x="3891" y="3616"/>
            <a:chExt cx="342" cy="353"/>
          </a:xfrm>
        </p:grpSpPr>
        <p:grpSp>
          <p:nvGrpSpPr>
            <p:cNvPr id="112003" name="Group 51">
              <a:extLst>
                <a:ext uri="{FF2B5EF4-FFF2-40B4-BE49-F238E27FC236}">
                  <a16:creationId xmlns:a16="http://schemas.microsoft.com/office/drawing/2014/main" id="{4EA35DDB-3D4A-9844-AD23-158A75478827}"/>
                </a:ext>
              </a:extLst>
            </p:cNvPr>
            <p:cNvGrpSpPr>
              <a:grpSpLocks/>
            </p:cNvGrpSpPr>
            <p:nvPr/>
          </p:nvGrpSpPr>
          <p:grpSpPr bwMode="auto">
            <a:xfrm>
              <a:off x="3899" y="3622"/>
              <a:ext cx="334" cy="347"/>
              <a:chOff x="3899" y="3622"/>
              <a:chExt cx="334" cy="347"/>
            </a:xfrm>
          </p:grpSpPr>
          <p:sp>
            <p:nvSpPr>
              <p:cNvPr id="112017" name="Freeform 52">
                <a:extLst>
                  <a:ext uri="{FF2B5EF4-FFF2-40B4-BE49-F238E27FC236}">
                    <a16:creationId xmlns:a16="http://schemas.microsoft.com/office/drawing/2014/main" id="{DEFFE956-5290-1D41-A43D-A7C9243CAFD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8" name="Freeform 53">
                <a:extLst>
                  <a:ext uri="{FF2B5EF4-FFF2-40B4-BE49-F238E27FC236}">
                    <a16:creationId xmlns:a16="http://schemas.microsoft.com/office/drawing/2014/main" id="{DCE58779-E8B7-2B47-BEE5-2C6A0BB652C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9" name="Freeform 54">
                <a:extLst>
                  <a:ext uri="{FF2B5EF4-FFF2-40B4-BE49-F238E27FC236}">
                    <a16:creationId xmlns:a16="http://schemas.microsoft.com/office/drawing/2014/main" id="{78FF1F7B-CE3B-AE4B-8513-5C1AE74FC29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0" name="Freeform 55">
                <a:extLst>
                  <a:ext uri="{FF2B5EF4-FFF2-40B4-BE49-F238E27FC236}">
                    <a16:creationId xmlns:a16="http://schemas.microsoft.com/office/drawing/2014/main" id="{57F36783-550B-6440-8753-DBFDCB138115}"/>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1" name="Rectangle 56">
                <a:extLst>
                  <a:ext uri="{FF2B5EF4-FFF2-40B4-BE49-F238E27FC236}">
                    <a16:creationId xmlns:a16="http://schemas.microsoft.com/office/drawing/2014/main" id="{B707A19C-0A6A-5E4F-A96A-4BEAEBD7660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2" name="Rectangle 57">
                <a:extLst>
                  <a:ext uri="{FF2B5EF4-FFF2-40B4-BE49-F238E27FC236}">
                    <a16:creationId xmlns:a16="http://schemas.microsoft.com/office/drawing/2014/main" id="{42CFAC43-3C9D-5D44-8E81-F0354B3D35A2}"/>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3" name="Rectangle 58">
                <a:extLst>
                  <a:ext uri="{FF2B5EF4-FFF2-40B4-BE49-F238E27FC236}">
                    <a16:creationId xmlns:a16="http://schemas.microsoft.com/office/drawing/2014/main" id="{E76C0DA6-6A70-7946-9AEB-6B8E1FE9C5C1}"/>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4" name="Line 59">
                <a:extLst>
                  <a:ext uri="{FF2B5EF4-FFF2-40B4-BE49-F238E27FC236}">
                    <a16:creationId xmlns:a16="http://schemas.microsoft.com/office/drawing/2014/main" id="{7C6B8B28-B919-0844-AFCB-A7AD9A7B82FB}"/>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25" name="Group 60">
                <a:extLst>
                  <a:ext uri="{FF2B5EF4-FFF2-40B4-BE49-F238E27FC236}">
                    <a16:creationId xmlns:a16="http://schemas.microsoft.com/office/drawing/2014/main" id="{9289C52C-1306-1E45-8E36-260D0256F05A}"/>
                  </a:ext>
                </a:extLst>
              </p:cNvPr>
              <p:cNvGrpSpPr>
                <a:grpSpLocks/>
              </p:cNvGrpSpPr>
              <p:nvPr/>
            </p:nvGrpSpPr>
            <p:grpSpPr bwMode="auto">
              <a:xfrm>
                <a:off x="3899" y="3918"/>
                <a:ext cx="334" cy="51"/>
                <a:chOff x="3899" y="3918"/>
                <a:chExt cx="334" cy="51"/>
              </a:xfrm>
            </p:grpSpPr>
            <p:sp>
              <p:nvSpPr>
                <p:cNvPr id="112026" name="Freeform 61">
                  <a:extLst>
                    <a:ext uri="{FF2B5EF4-FFF2-40B4-BE49-F238E27FC236}">
                      <a16:creationId xmlns:a16="http://schemas.microsoft.com/office/drawing/2014/main" id="{9EB16D45-13D7-8C48-A810-D432A5E73EF8}"/>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7" name="Freeform 62">
                  <a:extLst>
                    <a:ext uri="{FF2B5EF4-FFF2-40B4-BE49-F238E27FC236}">
                      <a16:creationId xmlns:a16="http://schemas.microsoft.com/office/drawing/2014/main" id="{0BDDF2BF-589A-2B44-9BD9-64A021EF9D21}"/>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8" name="Rectangle 63">
                  <a:extLst>
                    <a:ext uri="{FF2B5EF4-FFF2-40B4-BE49-F238E27FC236}">
                      <a16:creationId xmlns:a16="http://schemas.microsoft.com/office/drawing/2014/main" id="{B21900EF-812D-034F-A966-06ED1223E238}"/>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04" name="Group 64">
              <a:extLst>
                <a:ext uri="{FF2B5EF4-FFF2-40B4-BE49-F238E27FC236}">
                  <a16:creationId xmlns:a16="http://schemas.microsoft.com/office/drawing/2014/main" id="{F116111F-4424-544D-9FBE-17D6AF5DAA40}"/>
                </a:ext>
              </a:extLst>
            </p:cNvPr>
            <p:cNvGrpSpPr>
              <a:grpSpLocks/>
            </p:cNvGrpSpPr>
            <p:nvPr/>
          </p:nvGrpSpPr>
          <p:grpSpPr bwMode="auto">
            <a:xfrm>
              <a:off x="3891" y="3616"/>
              <a:ext cx="334" cy="346"/>
              <a:chOff x="3891" y="3616"/>
              <a:chExt cx="334" cy="346"/>
            </a:xfrm>
          </p:grpSpPr>
          <p:sp>
            <p:nvSpPr>
              <p:cNvPr id="112005" name="Freeform 65">
                <a:extLst>
                  <a:ext uri="{FF2B5EF4-FFF2-40B4-BE49-F238E27FC236}">
                    <a16:creationId xmlns:a16="http://schemas.microsoft.com/office/drawing/2014/main" id="{90197FC3-55D6-F440-BEF7-4001AE66211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6" name="Freeform 66">
                <a:extLst>
                  <a:ext uri="{FF2B5EF4-FFF2-40B4-BE49-F238E27FC236}">
                    <a16:creationId xmlns:a16="http://schemas.microsoft.com/office/drawing/2014/main" id="{533AEE7A-43C9-1949-8021-2319BDCB0A0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7" name="Freeform 67">
                <a:extLst>
                  <a:ext uri="{FF2B5EF4-FFF2-40B4-BE49-F238E27FC236}">
                    <a16:creationId xmlns:a16="http://schemas.microsoft.com/office/drawing/2014/main" id="{A250723F-EE30-BC4A-8110-0A30BDD0EF6D}"/>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8" name="Freeform 68">
                <a:extLst>
                  <a:ext uri="{FF2B5EF4-FFF2-40B4-BE49-F238E27FC236}">
                    <a16:creationId xmlns:a16="http://schemas.microsoft.com/office/drawing/2014/main" id="{05FAA220-2EF6-7548-AC3F-37C4E837BC74}"/>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9" name="Rectangle 69">
                <a:extLst>
                  <a:ext uri="{FF2B5EF4-FFF2-40B4-BE49-F238E27FC236}">
                    <a16:creationId xmlns:a16="http://schemas.microsoft.com/office/drawing/2014/main" id="{2F90E78F-221E-B14A-A604-33E90939AA9C}"/>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0" name="Rectangle 70">
                <a:extLst>
                  <a:ext uri="{FF2B5EF4-FFF2-40B4-BE49-F238E27FC236}">
                    <a16:creationId xmlns:a16="http://schemas.microsoft.com/office/drawing/2014/main" id="{931C2DA4-E7FF-914A-B080-92F6BC03DEB3}"/>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1" name="Rectangle 71">
                <a:extLst>
                  <a:ext uri="{FF2B5EF4-FFF2-40B4-BE49-F238E27FC236}">
                    <a16:creationId xmlns:a16="http://schemas.microsoft.com/office/drawing/2014/main" id="{CA8AD2BF-26E7-C647-BF55-1A9E77A30F3E}"/>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2" name="Line 72">
                <a:extLst>
                  <a:ext uri="{FF2B5EF4-FFF2-40B4-BE49-F238E27FC236}">
                    <a16:creationId xmlns:a16="http://schemas.microsoft.com/office/drawing/2014/main" id="{4BEF267E-8E06-BB44-9F6A-525F3548CBC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13" name="Group 73">
                <a:extLst>
                  <a:ext uri="{FF2B5EF4-FFF2-40B4-BE49-F238E27FC236}">
                    <a16:creationId xmlns:a16="http://schemas.microsoft.com/office/drawing/2014/main" id="{B511A20F-CAEE-394A-A006-205837090CE8}"/>
                  </a:ext>
                </a:extLst>
              </p:cNvPr>
              <p:cNvGrpSpPr>
                <a:grpSpLocks/>
              </p:cNvGrpSpPr>
              <p:nvPr/>
            </p:nvGrpSpPr>
            <p:grpSpPr bwMode="auto">
              <a:xfrm>
                <a:off x="3891" y="3912"/>
                <a:ext cx="334" cy="50"/>
                <a:chOff x="3891" y="3912"/>
                <a:chExt cx="334" cy="50"/>
              </a:xfrm>
            </p:grpSpPr>
            <p:sp>
              <p:nvSpPr>
                <p:cNvPr id="112014" name="Freeform 74">
                  <a:extLst>
                    <a:ext uri="{FF2B5EF4-FFF2-40B4-BE49-F238E27FC236}">
                      <a16:creationId xmlns:a16="http://schemas.microsoft.com/office/drawing/2014/main" id="{1DD447A0-2EBE-8049-BD79-EF7C605BF2FF}"/>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5" name="Freeform 75">
                  <a:extLst>
                    <a:ext uri="{FF2B5EF4-FFF2-40B4-BE49-F238E27FC236}">
                      <a16:creationId xmlns:a16="http://schemas.microsoft.com/office/drawing/2014/main" id="{932D5087-8633-7043-9B2E-694C53E6BC0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6" name="Rectangle 76">
                  <a:extLst>
                    <a:ext uri="{FF2B5EF4-FFF2-40B4-BE49-F238E27FC236}">
                      <a16:creationId xmlns:a16="http://schemas.microsoft.com/office/drawing/2014/main" id="{58BE2A53-0998-9344-8577-5283068E81F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0" name="Group 77">
            <a:extLst>
              <a:ext uri="{FF2B5EF4-FFF2-40B4-BE49-F238E27FC236}">
                <a16:creationId xmlns:a16="http://schemas.microsoft.com/office/drawing/2014/main" id="{343208B4-F30D-0E43-872C-0964F2740BC5}"/>
              </a:ext>
            </a:extLst>
          </p:cNvPr>
          <p:cNvGrpSpPr>
            <a:grpSpLocks/>
          </p:cNvGrpSpPr>
          <p:nvPr/>
        </p:nvGrpSpPr>
        <p:grpSpPr bwMode="auto">
          <a:xfrm>
            <a:off x="4613673" y="4549379"/>
            <a:ext cx="378619" cy="386953"/>
            <a:chOff x="4752" y="3605"/>
            <a:chExt cx="343" cy="353"/>
          </a:xfrm>
        </p:grpSpPr>
        <p:grpSp>
          <p:nvGrpSpPr>
            <p:cNvPr id="111977" name="Group 78">
              <a:extLst>
                <a:ext uri="{FF2B5EF4-FFF2-40B4-BE49-F238E27FC236}">
                  <a16:creationId xmlns:a16="http://schemas.microsoft.com/office/drawing/2014/main" id="{3CA57358-6068-6F43-8CDD-75C254177537}"/>
                </a:ext>
              </a:extLst>
            </p:cNvPr>
            <p:cNvGrpSpPr>
              <a:grpSpLocks/>
            </p:cNvGrpSpPr>
            <p:nvPr/>
          </p:nvGrpSpPr>
          <p:grpSpPr bwMode="auto">
            <a:xfrm>
              <a:off x="4760" y="3612"/>
              <a:ext cx="335" cy="346"/>
              <a:chOff x="4760" y="3612"/>
              <a:chExt cx="335" cy="346"/>
            </a:xfrm>
          </p:grpSpPr>
          <p:sp>
            <p:nvSpPr>
              <p:cNvPr id="111991" name="Freeform 79">
                <a:extLst>
                  <a:ext uri="{FF2B5EF4-FFF2-40B4-BE49-F238E27FC236}">
                    <a16:creationId xmlns:a16="http://schemas.microsoft.com/office/drawing/2014/main" id="{24632893-FEBE-8A4D-B3F9-D98112AC8F38}"/>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2" name="Freeform 80">
                <a:extLst>
                  <a:ext uri="{FF2B5EF4-FFF2-40B4-BE49-F238E27FC236}">
                    <a16:creationId xmlns:a16="http://schemas.microsoft.com/office/drawing/2014/main" id="{03DEC504-0A4D-3B4B-929C-794861D76AA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3" name="Freeform 81">
                <a:extLst>
                  <a:ext uri="{FF2B5EF4-FFF2-40B4-BE49-F238E27FC236}">
                    <a16:creationId xmlns:a16="http://schemas.microsoft.com/office/drawing/2014/main" id="{544C8DE3-8617-3C4A-9730-4F4DD792EE21}"/>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4" name="Freeform 82">
                <a:extLst>
                  <a:ext uri="{FF2B5EF4-FFF2-40B4-BE49-F238E27FC236}">
                    <a16:creationId xmlns:a16="http://schemas.microsoft.com/office/drawing/2014/main" id="{3B83762E-AEBF-134B-8F23-0C111778870E}"/>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5" name="Rectangle 83">
                <a:extLst>
                  <a:ext uri="{FF2B5EF4-FFF2-40B4-BE49-F238E27FC236}">
                    <a16:creationId xmlns:a16="http://schemas.microsoft.com/office/drawing/2014/main" id="{5AE13308-E698-BA45-86CA-FFE4D1A6BA8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6" name="Rectangle 84">
                <a:extLst>
                  <a:ext uri="{FF2B5EF4-FFF2-40B4-BE49-F238E27FC236}">
                    <a16:creationId xmlns:a16="http://schemas.microsoft.com/office/drawing/2014/main" id="{65F82605-59D0-A940-9CF4-CAF3824088AC}"/>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7" name="Rectangle 85">
                <a:extLst>
                  <a:ext uri="{FF2B5EF4-FFF2-40B4-BE49-F238E27FC236}">
                    <a16:creationId xmlns:a16="http://schemas.microsoft.com/office/drawing/2014/main" id="{714EC6B7-509F-F948-86B2-067B44F4F6C4}"/>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8" name="Line 86">
                <a:extLst>
                  <a:ext uri="{FF2B5EF4-FFF2-40B4-BE49-F238E27FC236}">
                    <a16:creationId xmlns:a16="http://schemas.microsoft.com/office/drawing/2014/main" id="{475B6DA8-7706-564F-97E5-B6B020E91314}"/>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99" name="Group 87">
                <a:extLst>
                  <a:ext uri="{FF2B5EF4-FFF2-40B4-BE49-F238E27FC236}">
                    <a16:creationId xmlns:a16="http://schemas.microsoft.com/office/drawing/2014/main" id="{CF875DA0-E46C-D346-9C69-33F1C350A12F}"/>
                  </a:ext>
                </a:extLst>
              </p:cNvPr>
              <p:cNvGrpSpPr>
                <a:grpSpLocks/>
              </p:cNvGrpSpPr>
              <p:nvPr/>
            </p:nvGrpSpPr>
            <p:grpSpPr bwMode="auto">
              <a:xfrm>
                <a:off x="4760" y="3907"/>
                <a:ext cx="335" cy="51"/>
                <a:chOff x="4760" y="3907"/>
                <a:chExt cx="335" cy="51"/>
              </a:xfrm>
            </p:grpSpPr>
            <p:sp>
              <p:nvSpPr>
                <p:cNvPr id="112000" name="Freeform 88">
                  <a:extLst>
                    <a:ext uri="{FF2B5EF4-FFF2-40B4-BE49-F238E27FC236}">
                      <a16:creationId xmlns:a16="http://schemas.microsoft.com/office/drawing/2014/main" id="{F67B975B-E19D-004E-85E2-8B6A3654EFC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1" name="Freeform 89">
                  <a:extLst>
                    <a:ext uri="{FF2B5EF4-FFF2-40B4-BE49-F238E27FC236}">
                      <a16:creationId xmlns:a16="http://schemas.microsoft.com/office/drawing/2014/main" id="{99B5FC55-88C5-7E42-8462-70F1E7A077C4}"/>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2" name="Rectangle 90">
                  <a:extLst>
                    <a:ext uri="{FF2B5EF4-FFF2-40B4-BE49-F238E27FC236}">
                      <a16:creationId xmlns:a16="http://schemas.microsoft.com/office/drawing/2014/main" id="{999CE48D-C631-E64C-9612-C44E7EC47984}"/>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78" name="Group 91">
              <a:extLst>
                <a:ext uri="{FF2B5EF4-FFF2-40B4-BE49-F238E27FC236}">
                  <a16:creationId xmlns:a16="http://schemas.microsoft.com/office/drawing/2014/main" id="{1B19A7AA-505C-9643-B4FF-3ACDAECB4405}"/>
                </a:ext>
              </a:extLst>
            </p:cNvPr>
            <p:cNvGrpSpPr>
              <a:grpSpLocks/>
            </p:cNvGrpSpPr>
            <p:nvPr/>
          </p:nvGrpSpPr>
          <p:grpSpPr bwMode="auto">
            <a:xfrm>
              <a:off x="4752" y="3605"/>
              <a:ext cx="334" cy="347"/>
              <a:chOff x="4752" y="3605"/>
              <a:chExt cx="334" cy="347"/>
            </a:xfrm>
          </p:grpSpPr>
          <p:sp>
            <p:nvSpPr>
              <p:cNvPr id="111979" name="Freeform 92">
                <a:extLst>
                  <a:ext uri="{FF2B5EF4-FFF2-40B4-BE49-F238E27FC236}">
                    <a16:creationId xmlns:a16="http://schemas.microsoft.com/office/drawing/2014/main" id="{CE126E3D-E2A7-1149-AEAE-0A6AAD511F70}"/>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0" name="Freeform 93">
                <a:extLst>
                  <a:ext uri="{FF2B5EF4-FFF2-40B4-BE49-F238E27FC236}">
                    <a16:creationId xmlns:a16="http://schemas.microsoft.com/office/drawing/2014/main" id="{C10AE9D6-E198-2C4D-BA4A-E4340ECEC91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1" name="Freeform 94">
                <a:extLst>
                  <a:ext uri="{FF2B5EF4-FFF2-40B4-BE49-F238E27FC236}">
                    <a16:creationId xmlns:a16="http://schemas.microsoft.com/office/drawing/2014/main" id="{B49B6F01-C9C7-F140-976B-355C4EA4DFA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2" name="Freeform 95">
                <a:extLst>
                  <a:ext uri="{FF2B5EF4-FFF2-40B4-BE49-F238E27FC236}">
                    <a16:creationId xmlns:a16="http://schemas.microsoft.com/office/drawing/2014/main" id="{40EAE415-1BD0-DA4C-8C0D-A44D05E2959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3" name="Rectangle 96">
                <a:extLst>
                  <a:ext uri="{FF2B5EF4-FFF2-40B4-BE49-F238E27FC236}">
                    <a16:creationId xmlns:a16="http://schemas.microsoft.com/office/drawing/2014/main" id="{22E28352-35EC-C449-8F16-BEAD3E6144D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4" name="Rectangle 97">
                <a:extLst>
                  <a:ext uri="{FF2B5EF4-FFF2-40B4-BE49-F238E27FC236}">
                    <a16:creationId xmlns:a16="http://schemas.microsoft.com/office/drawing/2014/main" id="{03091783-77EE-0241-9039-2575C0DC205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5" name="Rectangle 98">
                <a:extLst>
                  <a:ext uri="{FF2B5EF4-FFF2-40B4-BE49-F238E27FC236}">
                    <a16:creationId xmlns:a16="http://schemas.microsoft.com/office/drawing/2014/main" id="{EBFEC1BE-DA4C-4047-A166-3F926B6E7E2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6" name="Line 99">
                <a:extLst>
                  <a:ext uri="{FF2B5EF4-FFF2-40B4-BE49-F238E27FC236}">
                    <a16:creationId xmlns:a16="http://schemas.microsoft.com/office/drawing/2014/main" id="{E2F3D9AE-DB51-AD48-8BD1-39CF5ADC5ADA}"/>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87" name="Group 100">
                <a:extLst>
                  <a:ext uri="{FF2B5EF4-FFF2-40B4-BE49-F238E27FC236}">
                    <a16:creationId xmlns:a16="http://schemas.microsoft.com/office/drawing/2014/main" id="{E54A3ACD-59CA-FE4F-B382-8D0B077CB089}"/>
                  </a:ext>
                </a:extLst>
              </p:cNvPr>
              <p:cNvGrpSpPr>
                <a:grpSpLocks/>
              </p:cNvGrpSpPr>
              <p:nvPr/>
            </p:nvGrpSpPr>
            <p:grpSpPr bwMode="auto">
              <a:xfrm>
                <a:off x="4752" y="3901"/>
                <a:ext cx="334" cy="51"/>
                <a:chOff x="4752" y="3901"/>
                <a:chExt cx="334" cy="51"/>
              </a:xfrm>
            </p:grpSpPr>
            <p:sp>
              <p:nvSpPr>
                <p:cNvPr id="111988" name="Freeform 101">
                  <a:extLst>
                    <a:ext uri="{FF2B5EF4-FFF2-40B4-BE49-F238E27FC236}">
                      <a16:creationId xmlns:a16="http://schemas.microsoft.com/office/drawing/2014/main" id="{7A39C109-8C6D-7E42-96CB-6F257BD97020}"/>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9" name="Freeform 102">
                  <a:extLst>
                    <a:ext uri="{FF2B5EF4-FFF2-40B4-BE49-F238E27FC236}">
                      <a16:creationId xmlns:a16="http://schemas.microsoft.com/office/drawing/2014/main" id="{EEBD844D-BF0B-324A-826E-E734F5765F2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0" name="Rectangle 103">
                  <a:extLst>
                    <a:ext uri="{FF2B5EF4-FFF2-40B4-BE49-F238E27FC236}">
                      <a16:creationId xmlns:a16="http://schemas.microsoft.com/office/drawing/2014/main" id="{86FDF9AB-18A7-5341-81C1-13D8926C7D6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1" name="Group 104">
            <a:extLst>
              <a:ext uri="{FF2B5EF4-FFF2-40B4-BE49-F238E27FC236}">
                <a16:creationId xmlns:a16="http://schemas.microsoft.com/office/drawing/2014/main" id="{C666008C-803D-B14E-B3E3-F79A1708271E}"/>
              </a:ext>
            </a:extLst>
          </p:cNvPr>
          <p:cNvGrpSpPr>
            <a:grpSpLocks/>
          </p:cNvGrpSpPr>
          <p:nvPr/>
        </p:nvGrpSpPr>
        <p:grpSpPr bwMode="auto">
          <a:xfrm>
            <a:off x="1577579" y="1882379"/>
            <a:ext cx="378619" cy="388144"/>
            <a:chOff x="101" y="1539"/>
            <a:chExt cx="343" cy="352"/>
          </a:xfrm>
        </p:grpSpPr>
        <p:grpSp>
          <p:nvGrpSpPr>
            <p:cNvPr id="111951" name="Group 105">
              <a:extLst>
                <a:ext uri="{FF2B5EF4-FFF2-40B4-BE49-F238E27FC236}">
                  <a16:creationId xmlns:a16="http://schemas.microsoft.com/office/drawing/2014/main" id="{630B47F9-4FD5-5944-A1CC-1B204B7A4811}"/>
                </a:ext>
              </a:extLst>
            </p:cNvPr>
            <p:cNvGrpSpPr>
              <a:grpSpLocks/>
            </p:cNvGrpSpPr>
            <p:nvPr/>
          </p:nvGrpSpPr>
          <p:grpSpPr bwMode="auto">
            <a:xfrm>
              <a:off x="109" y="1545"/>
              <a:ext cx="335" cy="346"/>
              <a:chOff x="109" y="1545"/>
              <a:chExt cx="335" cy="346"/>
            </a:xfrm>
          </p:grpSpPr>
          <p:sp>
            <p:nvSpPr>
              <p:cNvPr id="111965" name="Freeform 106">
                <a:extLst>
                  <a:ext uri="{FF2B5EF4-FFF2-40B4-BE49-F238E27FC236}">
                    <a16:creationId xmlns:a16="http://schemas.microsoft.com/office/drawing/2014/main" id="{70D91FBC-25E5-704A-8F98-888A9C44497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6" name="Freeform 107">
                <a:extLst>
                  <a:ext uri="{FF2B5EF4-FFF2-40B4-BE49-F238E27FC236}">
                    <a16:creationId xmlns:a16="http://schemas.microsoft.com/office/drawing/2014/main" id="{A200D01E-F2DB-A64D-B369-98EA9CFE18F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7" name="Freeform 108">
                <a:extLst>
                  <a:ext uri="{FF2B5EF4-FFF2-40B4-BE49-F238E27FC236}">
                    <a16:creationId xmlns:a16="http://schemas.microsoft.com/office/drawing/2014/main" id="{EB6A276A-B3D0-CF41-BC90-C45FB5648C34}"/>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8" name="Freeform 109">
                <a:extLst>
                  <a:ext uri="{FF2B5EF4-FFF2-40B4-BE49-F238E27FC236}">
                    <a16:creationId xmlns:a16="http://schemas.microsoft.com/office/drawing/2014/main" id="{DF98EE45-DA2B-5A46-A66E-CA067B5964D5}"/>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9" name="Rectangle 110">
                <a:extLst>
                  <a:ext uri="{FF2B5EF4-FFF2-40B4-BE49-F238E27FC236}">
                    <a16:creationId xmlns:a16="http://schemas.microsoft.com/office/drawing/2014/main" id="{09E2F072-A3FB-8E48-AA63-D23B7142C82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0" name="Rectangle 111">
                <a:extLst>
                  <a:ext uri="{FF2B5EF4-FFF2-40B4-BE49-F238E27FC236}">
                    <a16:creationId xmlns:a16="http://schemas.microsoft.com/office/drawing/2014/main" id="{E8438CEC-A2D4-E14E-A4E8-1D908574C80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1" name="Rectangle 112">
                <a:extLst>
                  <a:ext uri="{FF2B5EF4-FFF2-40B4-BE49-F238E27FC236}">
                    <a16:creationId xmlns:a16="http://schemas.microsoft.com/office/drawing/2014/main" id="{63B0B09E-38D6-2F4E-B1AD-3E9B75D1D152}"/>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2" name="Line 113">
                <a:extLst>
                  <a:ext uri="{FF2B5EF4-FFF2-40B4-BE49-F238E27FC236}">
                    <a16:creationId xmlns:a16="http://schemas.microsoft.com/office/drawing/2014/main" id="{4D0983E3-472B-164C-BEBA-5E5E7217EBB0}"/>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73" name="Group 114">
                <a:extLst>
                  <a:ext uri="{FF2B5EF4-FFF2-40B4-BE49-F238E27FC236}">
                    <a16:creationId xmlns:a16="http://schemas.microsoft.com/office/drawing/2014/main" id="{CC485A2D-E10C-7A4F-A6A0-2DD4FD7525E4}"/>
                  </a:ext>
                </a:extLst>
              </p:cNvPr>
              <p:cNvGrpSpPr>
                <a:grpSpLocks/>
              </p:cNvGrpSpPr>
              <p:nvPr/>
            </p:nvGrpSpPr>
            <p:grpSpPr bwMode="auto">
              <a:xfrm>
                <a:off x="109" y="1841"/>
                <a:ext cx="335" cy="50"/>
                <a:chOff x="109" y="1841"/>
                <a:chExt cx="335" cy="50"/>
              </a:xfrm>
            </p:grpSpPr>
            <p:sp>
              <p:nvSpPr>
                <p:cNvPr id="111974" name="Freeform 115">
                  <a:extLst>
                    <a:ext uri="{FF2B5EF4-FFF2-40B4-BE49-F238E27FC236}">
                      <a16:creationId xmlns:a16="http://schemas.microsoft.com/office/drawing/2014/main" id="{A8CAF5D0-B102-1C44-9D3A-2340919FB9E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5" name="Freeform 116">
                  <a:extLst>
                    <a:ext uri="{FF2B5EF4-FFF2-40B4-BE49-F238E27FC236}">
                      <a16:creationId xmlns:a16="http://schemas.microsoft.com/office/drawing/2014/main" id="{EE15E34F-2F2E-EC42-BC95-77E976C263F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6" name="Rectangle 117">
                  <a:extLst>
                    <a:ext uri="{FF2B5EF4-FFF2-40B4-BE49-F238E27FC236}">
                      <a16:creationId xmlns:a16="http://schemas.microsoft.com/office/drawing/2014/main" id="{1D03CB30-EF1A-4D4F-9720-C047FE1E107D}"/>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52" name="Group 118">
              <a:extLst>
                <a:ext uri="{FF2B5EF4-FFF2-40B4-BE49-F238E27FC236}">
                  <a16:creationId xmlns:a16="http://schemas.microsoft.com/office/drawing/2014/main" id="{21B5957F-D883-0648-A87F-4F078884C2A5}"/>
                </a:ext>
              </a:extLst>
            </p:cNvPr>
            <p:cNvGrpSpPr>
              <a:grpSpLocks/>
            </p:cNvGrpSpPr>
            <p:nvPr/>
          </p:nvGrpSpPr>
          <p:grpSpPr bwMode="auto">
            <a:xfrm>
              <a:off x="101" y="1539"/>
              <a:ext cx="335" cy="346"/>
              <a:chOff x="101" y="1539"/>
              <a:chExt cx="335" cy="346"/>
            </a:xfrm>
          </p:grpSpPr>
          <p:sp>
            <p:nvSpPr>
              <p:cNvPr id="111953" name="Freeform 119">
                <a:extLst>
                  <a:ext uri="{FF2B5EF4-FFF2-40B4-BE49-F238E27FC236}">
                    <a16:creationId xmlns:a16="http://schemas.microsoft.com/office/drawing/2014/main" id="{4E1FCA56-DF42-CE4F-8EDC-A6420FC52D58}"/>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4" name="Freeform 120">
                <a:extLst>
                  <a:ext uri="{FF2B5EF4-FFF2-40B4-BE49-F238E27FC236}">
                    <a16:creationId xmlns:a16="http://schemas.microsoft.com/office/drawing/2014/main" id="{AD25C789-534C-274A-83EF-36085AE75C0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5" name="Freeform 121">
                <a:extLst>
                  <a:ext uri="{FF2B5EF4-FFF2-40B4-BE49-F238E27FC236}">
                    <a16:creationId xmlns:a16="http://schemas.microsoft.com/office/drawing/2014/main" id="{CC05C3A9-315B-4F49-8C77-63C7525B01D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6" name="Freeform 122">
                <a:extLst>
                  <a:ext uri="{FF2B5EF4-FFF2-40B4-BE49-F238E27FC236}">
                    <a16:creationId xmlns:a16="http://schemas.microsoft.com/office/drawing/2014/main" id="{5807B3A4-7304-B54E-B3D7-23360330977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7" name="Rectangle 123">
                <a:extLst>
                  <a:ext uri="{FF2B5EF4-FFF2-40B4-BE49-F238E27FC236}">
                    <a16:creationId xmlns:a16="http://schemas.microsoft.com/office/drawing/2014/main" id="{E98F1B33-3EB7-4D46-9B46-14E5FFB7481D}"/>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8" name="Rectangle 124">
                <a:extLst>
                  <a:ext uri="{FF2B5EF4-FFF2-40B4-BE49-F238E27FC236}">
                    <a16:creationId xmlns:a16="http://schemas.microsoft.com/office/drawing/2014/main" id="{DE84DDF4-176E-E64A-86EE-A563B2883A7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9" name="Rectangle 125">
                <a:extLst>
                  <a:ext uri="{FF2B5EF4-FFF2-40B4-BE49-F238E27FC236}">
                    <a16:creationId xmlns:a16="http://schemas.microsoft.com/office/drawing/2014/main" id="{59EACB6E-AD24-DF4F-AE6B-4F70F1E7B4A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60" name="Line 126">
                <a:extLst>
                  <a:ext uri="{FF2B5EF4-FFF2-40B4-BE49-F238E27FC236}">
                    <a16:creationId xmlns:a16="http://schemas.microsoft.com/office/drawing/2014/main" id="{0BB03B28-5DFD-AB4F-95AE-A5E0F555237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61" name="Group 127">
                <a:extLst>
                  <a:ext uri="{FF2B5EF4-FFF2-40B4-BE49-F238E27FC236}">
                    <a16:creationId xmlns:a16="http://schemas.microsoft.com/office/drawing/2014/main" id="{38871F8C-EAFF-5C4A-8E50-67CBFF4970B1}"/>
                  </a:ext>
                </a:extLst>
              </p:cNvPr>
              <p:cNvGrpSpPr>
                <a:grpSpLocks/>
              </p:cNvGrpSpPr>
              <p:nvPr/>
            </p:nvGrpSpPr>
            <p:grpSpPr bwMode="auto">
              <a:xfrm>
                <a:off x="101" y="1834"/>
                <a:ext cx="335" cy="51"/>
                <a:chOff x="101" y="1834"/>
                <a:chExt cx="335" cy="51"/>
              </a:xfrm>
            </p:grpSpPr>
            <p:sp>
              <p:nvSpPr>
                <p:cNvPr id="111962" name="Freeform 128">
                  <a:extLst>
                    <a:ext uri="{FF2B5EF4-FFF2-40B4-BE49-F238E27FC236}">
                      <a16:creationId xmlns:a16="http://schemas.microsoft.com/office/drawing/2014/main" id="{C9564B0C-BA5A-C940-B493-442B3C5F6EE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3" name="Freeform 129">
                  <a:extLst>
                    <a:ext uri="{FF2B5EF4-FFF2-40B4-BE49-F238E27FC236}">
                      <a16:creationId xmlns:a16="http://schemas.microsoft.com/office/drawing/2014/main" id="{FC30C10F-8272-C44B-9315-78D703C40E5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4" name="Rectangle 130">
                  <a:extLst>
                    <a:ext uri="{FF2B5EF4-FFF2-40B4-BE49-F238E27FC236}">
                      <a16:creationId xmlns:a16="http://schemas.microsoft.com/office/drawing/2014/main" id="{3CDA3768-12DC-1045-A191-4339B03A9C6C}"/>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2" name="Group 131">
            <a:extLst>
              <a:ext uri="{FF2B5EF4-FFF2-40B4-BE49-F238E27FC236}">
                <a16:creationId xmlns:a16="http://schemas.microsoft.com/office/drawing/2014/main" id="{7DB0FB2A-C863-C841-A10E-FAA80CB08AB2}"/>
              </a:ext>
            </a:extLst>
          </p:cNvPr>
          <p:cNvGrpSpPr>
            <a:grpSpLocks/>
          </p:cNvGrpSpPr>
          <p:nvPr/>
        </p:nvGrpSpPr>
        <p:grpSpPr bwMode="auto">
          <a:xfrm>
            <a:off x="7261622" y="2743200"/>
            <a:ext cx="379809" cy="385763"/>
            <a:chOff x="5237" y="2322"/>
            <a:chExt cx="343" cy="352"/>
          </a:xfrm>
        </p:grpSpPr>
        <p:grpSp>
          <p:nvGrpSpPr>
            <p:cNvPr id="111925" name="Group 132">
              <a:extLst>
                <a:ext uri="{FF2B5EF4-FFF2-40B4-BE49-F238E27FC236}">
                  <a16:creationId xmlns:a16="http://schemas.microsoft.com/office/drawing/2014/main" id="{3EC338D5-69D5-9E44-8998-8E5B47840203}"/>
                </a:ext>
              </a:extLst>
            </p:cNvPr>
            <p:cNvGrpSpPr>
              <a:grpSpLocks/>
            </p:cNvGrpSpPr>
            <p:nvPr/>
          </p:nvGrpSpPr>
          <p:grpSpPr bwMode="auto">
            <a:xfrm>
              <a:off x="5245" y="2328"/>
              <a:ext cx="335" cy="346"/>
              <a:chOff x="5245" y="2328"/>
              <a:chExt cx="335" cy="346"/>
            </a:xfrm>
          </p:grpSpPr>
          <p:sp>
            <p:nvSpPr>
              <p:cNvPr id="111939" name="Freeform 133">
                <a:extLst>
                  <a:ext uri="{FF2B5EF4-FFF2-40B4-BE49-F238E27FC236}">
                    <a16:creationId xmlns:a16="http://schemas.microsoft.com/office/drawing/2014/main" id="{E3B4CBB4-AABF-9141-BBAC-4D6B92FC88D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0" name="Freeform 134">
                <a:extLst>
                  <a:ext uri="{FF2B5EF4-FFF2-40B4-BE49-F238E27FC236}">
                    <a16:creationId xmlns:a16="http://schemas.microsoft.com/office/drawing/2014/main" id="{63E85CE4-595B-7B46-A72F-E3A793760C7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1" name="Freeform 135">
                <a:extLst>
                  <a:ext uri="{FF2B5EF4-FFF2-40B4-BE49-F238E27FC236}">
                    <a16:creationId xmlns:a16="http://schemas.microsoft.com/office/drawing/2014/main" id="{EF486035-32A8-C640-9D03-7E448FB4A62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2" name="Freeform 136">
                <a:extLst>
                  <a:ext uri="{FF2B5EF4-FFF2-40B4-BE49-F238E27FC236}">
                    <a16:creationId xmlns:a16="http://schemas.microsoft.com/office/drawing/2014/main" id="{0174BA1C-2E53-914C-B831-22900F12F22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3" name="Rectangle 137">
                <a:extLst>
                  <a:ext uri="{FF2B5EF4-FFF2-40B4-BE49-F238E27FC236}">
                    <a16:creationId xmlns:a16="http://schemas.microsoft.com/office/drawing/2014/main" id="{8E03639E-185E-E443-96B8-6FE2ED8B69D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4" name="Rectangle 138">
                <a:extLst>
                  <a:ext uri="{FF2B5EF4-FFF2-40B4-BE49-F238E27FC236}">
                    <a16:creationId xmlns:a16="http://schemas.microsoft.com/office/drawing/2014/main" id="{89C01026-270A-214D-8D93-BF057A7A713A}"/>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5" name="Rectangle 139">
                <a:extLst>
                  <a:ext uri="{FF2B5EF4-FFF2-40B4-BE49-F238E27FC236}">
                    <a16:creationId xmlns:a16="http://schemas.microsoft.com/office/drawing/2014/main" id="{8E79376A-49BB-8A4E-A88A-8644EEAE9CEB}"/>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6" name="Line 140">
                <a:extLst>
                  <a:ext uri="{FF2B5EF4-FFF2-40B4-BE49-F238E27FC236}">
                    <a16:creationId xmlns:a16="http://schemas.microsoft.com/office/drawing/2014/main" id="{C5C42208-0A2C-504C-8BEB-62CD13E7D614}"/>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47" name="Group 141">
                <a:extLst>
                  <a:ext uri="{FF2B5EF4-FFF2-40B4-BE49-F238E27FC236}">
                    <a16:creationId xmlns:a16="http://schemas.microsoft.com/office/drawing/2014/main" id="{E5782A53-6914-924B-802A-9F5403EA2FD3}"/>
                  </a:ext>
                </a:extLst>
              </p:cNvPr>
              <p:cNvGrpSpPr>
                <a:grpSpLocks/>
              </p:cNvGrpSpPr>
              <p:nvPr/>
            </p:nvGrpSpPr>
            <p:grpSpPr bwMode="auto">
              <a:xfrm>
                <a:off x="5245" y="2624"/>
                <a:ext cx="335" cy="50"/>
                <a:chOff x="5245" y="2624"/>
                <a:chExt cx="335" cy="50"/>
              </a:xfrm>
            </p:grpSpPr>
            <p:sp>
              <p:nvSpPr>
                <p:cNvPr id="111948" name="Freeform 142">
                  <a:extLst>
                    <a:ext uri="{FF2B5EF4-FFF2-40B4-BE49-F238E27FC236}">
                      <a16:creationId xmlns:a16="http://schemas.microsoft.com/office/drawing/2014/main" id="{C9C57D50-B80A-714A-BB08-C8ABA3AFEB14}"/>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9" name="Freeform 143">
                  <a:extLst>
                    <a:ext uri="{FF2B5EF4-FFF2-40B4-BE49-F238E27FC236}">
                      <a16:creationId xmlns:a16="http://schemas.microsoft.com/office/drawing/2014/main" id="{6FEEB112-1625-344D-B8D3-FCEE3528C5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0" name="Rectangle 144">
                  <a:extLst>
                    <a:ext uri="{FF2B5EF4-FFF2-40B4-BE49-F238E27FC236}">
                      <a16:creationId xmlns:a16="http://schemas.microsoft.com/office/drawing/2014/main" id="{D3C812A0-546B-E74B-9802-E39BC5B25A1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26" name="Group 145">
              <a:extLst>
                <a:ext uri="{FF2B5EF4-FFF2-40B4-BE49-F238E27FC236}">
                  <a16:creationId xmlns:a16="http://schemas.microsoft.com/office/drawing/2014/main" id="{A0C5B607-6782-994E-81EE-8B6DAABF2AE5}"/>
                </a:ext>
              </a:extLst>
            </p:cNvPr>
            <p:cNvGrpSpPr>
              <a:grpSpLocks/>
            </p:cNvGrpSpPr>
            <p:nvPr/>
          </p:nvGrpSpPr>
          <p:grpSpPr bwMode="auto">
            <a:xfrm>
              <a:off x="5237" y="2322"/>
              <a:ext cx="335" cy="346"/>
              <a:chOff x="5237" y="2322"/>
              <a:chExt cx="335" cy="346"/>
            </a:xfrm>
          </p:grpSpPr>
          <p:sp>
            <p:nvSpPr>
              <p:cNvPr id="111927" name="Freeform 146">
                <a:extLst>
                  <a:ext uri="{FF2B5EF4-FFF2-40B4-BE49-F238E27FC236}">
                    <a16:creationId xmlns:a16="http://schemas.microsoft.com/office/drawing/2014/main" id="{DDD991E1-58E0-8942-9200-8BC63D9F93EC}"/>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8" name="Freeform 147">
                <a:extLst>
                  <a:ext uri="{FF2B5EF4-FFF2-40B4-BE49-F238E27FC236}">
                    <a16:creationId xmlns:a16="http://schemas.microsoft.com/office/drawing/2014/main" id="{1871026B-D3FB-E64C-B0C5-477F73B98C3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9" name="Freeform 148">
                <a:extLst>
                  <a:ext uri="{FF2B5EF4-FFF2-40B4-BE49-F238E27FC236}">
                    <a16:creationId xmlns:a16="http://schemas.microsoft.com/office/drawing/2014/main" id="{70ACEB71-161D-6B42-B4AB-4D4983225FE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0" name="Freeform 149">
                <a:extLst>
                  <a:ext uri="{FF2B5EF4-FFF2-40B4-BE49-F238E27FC236}">
                    <a16:creationId xmlns:a16="http://schemas.microsoft.com/office/drawing/2014/main" id="{7F9E1CB3-1587-8D43-A893-3FEC2E6B5B9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1" name="Rectangle 150">
                <a:extLst>
                  <a:ext uri="{FF2B5EF4-FFF2-40B4-BE49-F238E27FC236}">
                    <a16:creationId xmlns:a16="http://schemas.microsoft.com/office/drawing/2014/main" id="{3551EED0-ACD8-4D4B-9B9E-15604D32DD70}"/>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2" name="Rectangle 151">
                <a:extLst>
                  <a:ext uri="{FF2B5EF4-FFF2-40B4-BE49-F238E27FC236}">
                    <a16:creationId xmlns:a16="http://schemas.microsoft.com/office/drawing/2014/main" id="{D3729070-AC71-B044-8BEF-8BAC87E1DB31}"/>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3" name="Rectangle 152">
                <a:extLst>
                  <a:ext uri="{FF2B5EF4-FFF2-40B4-BE49-F238E27FC236}">
                    <a16:creationId xmlns:a16="http://schemas.microsoft.com/office/drawing/2014/main" id="{8854153E-7F93-0445-B5CF-C18AE774679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4" name="Line 153">
                <a:extLst>
                  <a:ext uri="{FF2B5EF4-FFF2-40B4-BE49-F238E27FC236}">
                    <a16:creationId xmlns:a16="http://schemas.microsoft.com/office/drawing/2014/main" id="{0BCA7E57-5D01-FE48-BD7A-67D2E3934553}"/>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35" name="Group 154">
                <a:extLst>
                  <a:ext uri="{FF2B5EF4-FFF2-40B4-BE49-F238E27FC236}">
                    <a16:creationId xmlns:a16="http://schemas.microsoft.com/office/drawing/2014/main" id="{13A12214-E79A-054B-B433-3973660D8C5D}"/>
                  </a:ext>
                </a:extLst>
              </p:cNvPr>
              <p:cNvGrpSpPr>
                <a:grpSpLocks/>
              </p:cNvGrpSpPr>
              <p:nvPr/>
            </p:nvGrpSpPr>
            <p:grpSpPr bwMode="auto">
              <a:xfrm>
                <a:off x="5237" y="2617"/>
                <a:ext cx="335" cy="51"/>
                <a:chOff x="5237" y="2617"/>
                <a:chExt cx="335" cy="51"/>
              </a:xfrm>
            </p:grpSpPr>
            <p:sp>
              <p:nvSpPr>
                <p:cNvPr id="111936" name="Freeform 155">
                  <a:extLst>
                    <a:ext uri="{FF2B5EF4-FFF2-40B4-BE49-F238E27FC236}">
                      <a16:creationId xmlns:a16="http://schemas.microsoft.com/office/drawing/2014/main" id="{17586658-CFA6-E04E-A21E-7AFF480F022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7" name="Freeform 156">
                  <a:extLst>
                    <a:ext uri="{FF2B5EF4-FFF2-40B4-BE49-F238E27FC236}">
                      <a16:creationId xmlns:a16="http://schemas.microsoft.com/office/drawing/2014/main" id="{A1F8CA34-E8A6-D545-BF6D-D48BDE6EFE8E}"/>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8" name="Rectangle 157">
                  <a:extLst>
                    <a:ext uri="{FF2B5EF4-FFF2-40B4-BE49-F238E27FC236}">
                      <a16:creationId xmlns:a16="http://schemas.microsoft.com/office/drawing/2014/main" id="{1052A0DB-9392-AA4E-9B38-D1AC1C13C643}"/>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3" name="Group 158">
            <a:extLst>
              <a:ext uri="{FF2B5EF4-FFF2-40B4-BE49-F238E27FC236}">
                <a16:creationId xmlns:a16="http://schemas.microsoft.com/office/drawing/2014/main" id="{385C399C-0FC2-1D44-AA3A-0D2C96EC8A58}"/>
              </a:ext>
            </a:extLst>
          </p:cNvPr>
          <p:cNvGrpSpPr>
            <a:grpSpLocks/>
          </p:cNvGrpSpPr>
          <p:nvPr/>
        </p:nvGrpSpPr>
        <p:grpSpPr bwMode="auto">
          <a:xfrm>
            <a:off x="7261622" y="1935956"/>
            <a:ext cx="379809" cy="386954"/>
            <a:chOff x="5237" y="1587"/>
            <a:chExt cx="343" cy="353"/>
          </a:xfrm>
        </p:grpSpPr>
        <p:grpSp>
          <p:nvGrpSpPr>
            <p:cNvPr id="111899" name="Group 159">
              <a:extLst>
                <a:ext uri="{FF2B5EF4-FFF2-40B4-BE49-F238E27FC236}">
                  <a16:creationId xmlns:a16="http://schemas.microsoft.com/office/drawing/2014/main" id="{4F58D518-3834-1749-9723-DF32F8F2F2E5}"/>
                </a:ext>
              </a:extLst>
            </p:cNvPr>
            <p:cNvGrpSpPr>
              <a:grpSpLocks/>
            </p:cNvGrpSpPr>
            <p:nvPr/>
          </p:nvGrpSpPr>
          <p:grpSpPr bwMode="auto">
            <a:xfrm>
              <a:off x="5245" y="1594"/>
              <a:ext cx="335" cy="346"/>
              <a:chOff x="5245" y="1594"/>
              <a:chExt cx="335" cy="346"/>
            </a:xfrm>
          </p:grpSpPr>
          <p:sp>
            <p:nvSpPr>
              <p:cNvPr id="111913" name="Freeform 160">
                <a:extLst>
                  <a:ext uri="{FF2B5EF4-FFF2-40B4-BE49-F238E27FC236}">
                    <a16:creationId xmlns:a16="http://schemas.microsoft.com/office/drawing/2014/main" id="{B665CB2D-9532-1448-9660-894AA9A7942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4" name="Freeform 161">
                <a:extLst>
                  <a:ext uri="{FF2B5EF4-FFF2-40B4-BE49-F238E27FC236}">
                    <a16:creationId xmlns:a16="http://schemas.microsoft.com/office/drawing/2014/main" id="{FCB23E69-7B72-4B4E-8EC5-E9261C84FAB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5" name="Freeform 162">
                <a:extLst>
                  <a:ext uri="{FF2B5EF4-FFF2-40B4-BE49-F238E27FC236}">
                    <a16:creationId xmlns:a16="http://schemas.microsoft.com/office/drawing/2014/main" id="{259EA986-BD13-8C45-B4DD-203BD5179AB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6" name="Freeform 163">
                <a:extLst>
                  <a:ext uri="{FF2B5EF4-FFF2-40B4-BE49-F238E27FC236}">
                    <a16:creationId xmlns:a16="http://schemas.microsoft.com/office/drawing/2014/main" id="{816EC626-976F-FB46-8264-B361547B7B6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7" name="Rectangle 164">
                <a:extLst>
                  <a:ext uri="{FF2B5EF4-FFF2-40B4-BE49-F238E27FC236}">
                    <a16:creationId xmlns:a16="http://schemas.microsoft.com/office/drawing/2014/main" id="{C00F4C9F-0BC7-1F42-B8FA-75AF2F247841}"/>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8" name="Rectangle 165">
                <a:extLst>
                  <a:ext uri="{FF2B5EF4-FFF2-40B4-BE49-F238E27FC236}">
                    <a16:creationId xmlns:a16="http://schemas.microsoft.com/office/drawing/2014/main" id="{7B218D4B-BACB-4047-8D10-4763E10A766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9" name="Rectangle 166">
                <a:extLst>
                  <a:ext uri="{FF2B5EF4-FFF2-40B4-BE49-F238E27FC236}">
                    <a16:creationId xmlns:a16="http://schemas.microsoft.com/office/drawing/2014/main" id="{24D826FD-9E54-E44A-ABB4-BE9907E8E8F4}"/>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20" name="Line 167">
                <a:extLst>
                  <a:ext uri="{FF2B5EF4-FFF2-40B4-BE49-F238E27FC236}">
                    <a16:creationId xmlns:a16="http://schemas.microsoft.com/office/drawing/2014/main" id="{C62764D3-AA83-9442-B203-3CD0B788F16B}"/>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21" name="Group 168">
                <a:extLst>
                  <a:ext uri="{FF2B5EF4-FFF2-40B4-BE49-F238E27FC236}">
                    <a16:creationId xmlns:a16="http://schemas.microsoft.com/office/drawing/2014/main" id="{F0A8430F-E9E8-CC4F-8FF7-49E68265136C}"/>
                  </a:ext>
                </a:extLst>
              </p:cNvPr>
              <p:cNvGrpSpPr>
                <a:grpSpLocks/>
              </p:cNvGrpSpPr>
              <p:nvPr/>
            </p:nvGrpSpPr>
            <p:grpSpPr bwMode="auto">
              <a:xfrm>
                <a:off x="5245" y="1889"/>
                <a:ext cx="335" cy="51"/>
                <a:chOff x="5245" y="1889"/>
                <a:chExt cx="335" cy="51"/>
              </a:xfrm>
            </p:grpSpPr>
            <p:sp>
              <p:nvSpPr>
                <p:cNvPr id="111922" name="Freeform 169">
                  <a:extLst>
                    <a:ext uri="{FF2B5EF4-FFF2-40B4-BE49-F238E27FC236}">
                      <a16:creationId xmlns:a16="http://schemas.microsoft.com/office/drawing/2014/main" id="{184106A5-74D8-0942-8E07-B8C715F50FE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3" name="Freeform 170">
                  <a:extLst>
                    <a:ext uri="{FF2B5EF4-FFF2-40B4-BE49-F238E27FC236}">
                      <a16:creationId xmlns:a16="http://schemas.microsoft.com/office/drawing/2014/main" id="{67A62F7C-92D4-7741-A370-95D00B0285EE}"/>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4" name="Rectangle 171">
                  <a:extLst>
                    <a:ext uri="{FF2B5EF4-FFF2-40B4-BE49-F238E27FC236}">
                      <a16:creationId xmlns:a16="http://schemas.microsoft.com/office/drawing/2014/main" id="{D50A6D0E-DA46-D944-8B62-93449512D010}"/>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00" name="Group 172">
              <a:extLst>
                <a:ext uri="{FF2B5EF4-FFF2-40B4-BE49-F238E27FC236}">
                  <a16:creationId xmlns:a16="http://schemas.microsoft.com/office/drawing/2014/main" id="{E609A710-7102-4A4B-A9FC-80301845C700}"/>
                </a:ext>
              </a:extLst>
            </p:cNvPr>
            <p:cNvGrpSpPr>
              <a:grpSpLocks/>
            </p:cNvGrpSpPr>
            <p:nvPr/>
          </p:nvGrpSpPr>
          <p:grpSpPr bwMode="auto">
            <a:xfrm>
              <a:off x="5237" y="1587"/>
              <a:ext cx="335" cy="346"/>
              <a:chOff x="5237" y="1587"/>
              <a:chExt cx="335" cy="346"/>
            </a:xfrm>
          </p:grpSpPr>
          <p:sp>
            <p:nvSpPr>
              <p:cNvPr id="111901" name="Freeform 173">
                <a:extLst>
                  <a:ext uri="{FF2B5EF4-FFF2-40B4-BE49-F238E27FC236}">
                    <a16:creationId xmlns:a16="http://schemas.microsoft.com/office/drawing/2014/main" id="{8AD70525-3AEA-4C41-B687-C852E4AEE77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2" name="Freeform 174">
                <a:extLst>
                  <a:ext uri="{FF2B5EF4-FFF2-40B4-BE49-F238E27FC236}">
                    <a16:creationId xmlns:a16="http://schemas.microsoft.com/office/drawing/2014/main" id="{FD463162-17EC-744A-BAB2-69BE70A01B0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3" name="Freeform 175">
                <a:extLst>
                  <a:ext uri="{FF2B5EF4-FFF2-40B4-BE49-F238E27FC236}">
                    <a16:creationId xmlns:a16="http://schemas.microsoft.com/office/drawing/2014/main" id="{2364202D-605A-3641-8E2B-138A45CE3CC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4" name="Freeform 176">
                <a:extLst>
                  <a:ext uri="{FF2B5EF4-FFF2-40B4-BE49-F238E27FC236}">
                    <a16:creationId xmlns:a16="http://schemas.microsoft.com/office/drawing/2014/main" id="{DFD0A680-4558-FB4E-AADA-00B458A79D5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5" name="Rectangle 177">
                <a:extLst>
                  <a:ext uri="{FF2B5EF4-FFF2-40B4-BE49-F238E27FC236}">
                    <a16:creationId xmlns:a16="http://schemas.microsoft.com/office/drawing/2014/main" id="{6D7674E7-EA68-2E43-A7F0-3F79F9B3C4E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6" name="Rectangle 178">
                <a:extLst>
                  <a:ext uri="{FF2B5EF4-FFF2-40B4-BE49-F238E27FC236}">
                    <a16:creationId xmlns:a16="http://schemas.microsoft.com/office/drawing/2014/main" id="{64DF0EE7-AF42-0C4F-A0B8-222AFA9D0CD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7" name="Rectangle 179">
                <a:extLst>
                  <a:ext uri="{FF2B5EF4-FFF2-40B4-BE49-F238E27FC236}">
                    <a16:creationId xmlns:a16="http://schemas.microsoft.com/office/drawing/2014/main" id="{7A5DF078-A83F-8244-BE99-BEEDFAD6789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8" name="Line 180">
                <a:extLst>
                  <a:ext uri="{FF2B5EF4-FFF2-40B4-BE49-F238E27FC236}">
                    <a16:creationId xmlns:a16="http://schemas.microsoft.com/office/drawing/2014/main" id="{A6267539-76AD-FD46-A7FE-27261A5C51E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09" name="Group 181">
                <a:extLst>
                  <a:ext uri="{FF2B5EF4-FFF2-40B4-BE49-F238E27FC236}">
                    <a16:creationId xmlns:a16="http://schemas.microsoft.com/office/drawing/2014/main" id="{2945798E-0958-FB46-9EDB-7704364801EF}"/>
                  </a:ext>
                </a:extLst>
              </p:cNvPr>
              <p:cNvGrpSpPr>
                <a:grpSpLocks/>
              </p:cNvGrpSpPr>
              <p:nvPr/>
            </p:nvGrpSpPr>
            <p:grpSpPr bwMode="auto">
              <a:xfrm>
                <a:off x="5237" y="1883"/>
                <a:ext cx="335" cy="50"/>
                <a:chOff x="5237" y="1883"/>
                <a:chExt cx="335" cy="50"/>
              </a:xfrm>
            </p:grpSpPr>
            <p:sp>
              <p:nvSpPr>
                <p:cNvPr id="111910" name="Freeform 182">
                  <a:extLst>
                    <a:ext uri="{FF2B5EF4-FFF2-40B4-BE49-F238E27FC236}">
                      <a16:creationId xmlns:a16="http://schemas.microsoft.com/office/drawing/2014/main" id="{AF7A0B35-AD7D-6848-978F-3E605AE47B75}"/>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1" name="Freeform 183">
                  <a:extLst>
                    <a:ext uri="{FF2B5EF4-FFF2-40B4-BE49-F238E27FC236}">
                      <a16:creationId xmlns:a16="http://schemas.microsoft.com/office/drawing/2014/main" id="{AA266594-DA4A-7444-91F0-0CE33F85D047}"/>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2" name="Rectangle 184">
                  <a:extLst>
                    <a:ext uri="{FF2B5EF4-FFF2-40B4-BE49-F238E27FC236}">
                      <a16:creationId xmlns:a16="http://schemas.microsoft.com/office/drawing/2014/main" id="{029206AA-6B6F-8647-A635-19CF15522D1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644" name="Rectangle 185">
            <a:extLst>
              <a:ext uri="{FF2B5EF4-FFF2-40B4-BE49-F238E27FC236}">
                <a16:creationId xmlns:a16="http://schemas.microsoft.com/office/drawing/2014/main" id="{7CFF9EE1-67D9-CA45-B1B0-E431749A775C}"/>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5" name="Rectangle 186">
            <a:extLst>
              <a:ext uri="{FF2B5EF4-FFF2-40B4-BE49-F238E27FC236}">
                <a16:creationId xmlns:a16="http://schemas.microsoft.com/office/drawing/2014/main" id="{2AC674DE-E567-DD49-AE26-C46F63C4B5DF}"/>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1646" name="Rectangle 187">
            <a:extLst>
              <a:ext uri="{FF2B5EF4-FFF2-40B4-BE49-F238E27FC236}">
                <a16:creationId xmlns:a16="http://schemas.microsoft.com/office/drawing/2014/main" id="{56C45488-1B09-824B-AB7C-AB93A7FCF79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7" name="Rectangle 188">
            <a:extLst>
              <a:ext uri="{FF2B5EF4-FFF2-40B4-BE49-F238E27FC236}">
                <a16:creationId xmlns:a16="http://schemas.microsoft.com/office/drawing/2014/main" id="{7D88B72A-57BF-2143-8905-4E34EC738CB7}"/>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1648" name="Rectangle 189">
            <a:extLst>
              <a:ext uri="{FF2B5EF4-FFF2-40B4-BE49-F238E27FC236}">
                <a16:creationId xmlns:a16="http://schemas.microsoft.com/office/drawing/2014/main" id="{7ADE8598-063C-9141-9831-CEBF4724B1C1}"/>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9" name="Rectangle 190">
            <a:extLst>
              <a:ext uri="{FF2B5EF4-FFF2-40B4-BE49-F238E27FC236}">
                <a16:creationId xmlns:a16="http://schemas.microsoft.com/office/drawing/2014/main" id="{BF1D0884-0881-8C45-B808-8BCCEDA5911A}"/>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1650" name="Rectangle 191">
            <a:extLst>
              <a:ext uri="{FF2B5EF4-FFF2-40B4-BE49-F238E27FC236}">
                <a16:creationId xmlns:a16="http://schemas.microsoft.com/office/drawing/2014/main" id="{B3159F2E-A00F-9941-9818-67A6D60011BC}"/>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1" name="Rectangle 192">
            <a:extLst>
              <a:ext uri="{FF2B5EF4-FFF2-40B4-BE49-F238E27FC236}">
                <a16:creationId xmlns:a16="http://schemas.microsoft.com/office/drawing/2014/main" id="{A0F3280B-9D6C-0B41-9651-712A6B55A44B}"/>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1652" name="Rectangle 193">
            <a:extLst>
              <a:ext uri="{FF2B5EF4-FFF2-40B4-BE49-F238E27FC236}">
                <a16:creationId xmlns:a16="http://schemas.microsoft.com/office/drawing/2014/main" id="{D0CD6C79-DC0D-FE4C-B923-CDE7EE3754FA}"/>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53" name="Group 194">
            <a:extLst>
              <a:ext uri="{FF2B5EF4-FFF2-40B4-BE49-F238E27FC236}">
                <a16:creationId xmlns:a16="http://schemas.microsoft.com/office/drawing/2014/main" id="{44B8FA6A-BD66-714A-B56E-57D158108456}"/>
              </a:ext>
            </a:extLst>
          </p:cNvPr>
          <p:cNvGrpSpPr>
            <a:grpSpLocks/>
          </p:cNvGrpSpPr>
          <p:nvPr/>
        </p:nvGrpSpPr>
        <p:grpSpPr bwMode="auto">
          <a:xfrm>
            <a:off x="4010025" y="1972866"/>
            <a:ext cx="485775" cy="289322"/>
            <a:chOff x="2299" y="1622"/>
            <a:chExt cx="439" cy="262"/>
          </a:xfrm>
        </p:grpSpPr>
        <p:sp>
          <p:nvSpPr>
            <p:cNvPr id="111874" name="Oval 195">
              <a:extLst>
                <a:ext uri="{FF2B5EF4-FFF2-40B4-BE49-F238E27FC236}">
                  <a16:creationId xmlns:a16="http://schemas.microsoft.com/office/drawing/2014/main" id="{6BB4B07C-997F-FE48-A2FC-6BB05152FC4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5" name="Rectangle 196">
              <a:extLst>
                <a:ext uri="{FF2B5EF4-FFF2-40B4-BE49-F238E27FC236}">
                  <a16:creationId xmlns:a16="http://schemas.microsoft.com/office/drawing/2014/main" id="{D1DCDE02-3A76-BC43-B2B0-CA1F3B6D24E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6" name="Rectangle 197">
              <a:extLst>
                <a:ext uri="{FF2B5EF4-FFF2-40B4-BE49-F238E27FC236}">
                  <a16:creationId xmlns:a16="http://schemas.microsoft.com/office/drawing/2014/main" id="{E500E15F-62E4-AC42-9F63-39186D1131C4}"/>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7" name="Oval 198">
              <a:extLst>
                <a:ext uri="{FF2B5EF4-FFF2-40B4-BE49-F238E27FC236}">
                  <a16:creationId xmlns:a16="http://schemas.microsoft.com/office/drawing/2014/main" id="{67D1DC55-FCB4-6D42-AE29-E91A22344EC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78" name="Group 199">
              <a:extLst>
                <a:ext uri="{FF2B5EF4-FFF2-40B4-BE49-F238E27FC236}">
                  <a16:creationId xmlns:a16="http://schemas.microsoft.com/office/drawing/2014/main" id="{FB007B43-EE9E-8347-982D-3DA5625E7758}"/>
                </a:ext>
              </a:extLst>
            </p:cNvPr>
            <p:cNvGrpSpPr>
              <a:grpSpLocks/>
            </p:cNvGrpSpPr>
            <p:nvPr/>
          </p:nvGrpSpPr>
          <p:grpSpPr bwMode="auto">
            <a:xfrm>
              <a:off x="2365" y="1640"/>
              <a:ext cx="304" cy="117"/>
              <a:chOff x="2365" y="1640"/>
              <a:chExt cx="304" cy="117"/>
            </a:xfrm>
          </p:grpSpPr>
          <p:grpSp>
            <p:nvGrpSpPr>
              <p:cNvPr id="111881" name="Group 200">
                <a:extLst>
                  <a:ext uri="{FF2B5EF4-FFF2-40B4-BE49-F238E27FC236}">
                    <a16:creationId xmlns:a16="http://schemas.microsoft.com/office/drawing/2014/main" id="{78654ADE-2257-E94C-A9E7-2801E32B6DCA}"/>
                  </a:ext>
                </a:extLst>
              </p:cNvPr>
              <p:cNvGrpSpPr>
                <a:grpSpLocks/>
              </p:cNvGrpSpPr>
              <p:nvPr/>
            </p:nvGrpSpPr>
            <p:grpSpPr bwMode="auto">
              <a:xfrm>
                <a:off x="2365" y="1640"/>
                <a:ext cx="302" cy="115"/>
                <a:chOff x="2365" y="1640"/>
                <a:chExt cx="302" cy="115"/>
              </a:xfrm>
            </p:grpSpPr>
            <p:sp>
              <p:nvSpPr>
                <p:cNvPr id="111891" name="Freeform 201">
                  <a:extLst>
                    <a:ext uri="{FF2B5EF4-FFF2-40B4-BE49-F238E27FC236}">
                      <a16:creationId xmlns:a16="http://schemas.microsoft.com/office/drawing/2014/main" id="{636BAECF-7B62-D74A-968C-3FC6588CD9C0}"/>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2" name="Freeform 202">
                  <a:extLst>
                    <a:ext uri="{FF2B5EF4-FFF2-40B4-BE49-F238E27FC236}">
                      <a16:creationId xmlns:a16="http://schemas.microsoft.com/office/drawing/2014/main" id="{E26A0F4A-9458-994D-991D-CEE2A335910E}"/>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3" name="Freeform 203">
                  <a:extLst>
                    <a:ext uri="{FF2B5EF4-FFF2-40B4-BE49-F238E27FC236}">
                      <a16:creationId xmlns:a16="http://schemas.microsoft.com/office/drawing/2014/main" id="{E585DA40-ADA7-6644-B113-FEEFECCDA49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4" name="Freeform 204">
                  <a:extLst>
                    <a:ext uri="{FF2B5EF4-FFF2-40B4-BE49-F238E27FC236}">
                      <a16:creationId xmlns:a16="http://schemas.microsoft.com/office/drawing/2014/main" id="{55A3B6B8-B269-A54C-91BF-E7864D56C728}"/>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5" name="Freeform 205">
                  <a:extLst>
                    <a:ext uri="{FF2B5EF4-FFF2-40B4-BE49-F238E27FC236}">
                      <a16:creationId xmlns:a16="http://schemas.microsoft.com/office/drawing/2014/main" id="{17141E3D-F359-9949-8DE8-16E32EAAE2B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6" name="Freeform 206">
                  <a:extLst>
                    <a:ext uri="{FF2B5EF4-FFF2-40B4-BE49-F238E27FC236}">
                      <a16:creationId xmlns:a16="http://schemas.microsoft.com/office/drawing/2014/main" id="{1945EFED-CC75-A948-BF04-2EE57D888240}"/>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7" name="Freeform 207">
                  <a:extLst>
                    <a:ext uri="{FF2B5EF4-FFF2-40B4-BE49-F238E27FC236}">
                      <a16:creationId xmlns:a16="http://schemas.microsoft.com/office/drawing/2014/main" id="{058EABC0-E9D0-8F49-B058-783D16E2E6E9}"/>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8" name="Freeform 208">
                  <a:extLst>
                    <a:ext uri="{FF2B5EF4-FFF2-40B4-BE49-F238E27FC236}">
                      <a16:creationId xmlns:a16="http://schemas.microsoft.com/office/drawing/2014/main" id="{130F8C63-DBA2-7247-828F-E1EB7D8E573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82" name="Group 209">
                <a:extLst>
                  <a:ext uri="{FF2B5EF4-FFF2-40B4-BE49-F238E27FC236}">
                    <a16:creationId xmlns:a16="http://schemas.microsoft.com/office/drawing/2014/main" id="{DB2E062E-144D-6F45-948F-561244DBC65A}"/>
                  </a:ext>
                </a:extLst>
              </p:cNvPr>
              <p:cNvGrpSpPr>
                <a:grpSpLocks/>
              </p:cNvGrpSpPr>
              <p:nvPr/>
            </p:nvGrpSpPr>
            <p:grpSpPr bwMode="auto">
              <a:xfrm>
                <a:off x="2368" y="1643"/>
                <a:ext cx="301" cy="114"/>
                <a:chOff x="2368" y="1643"/>
                <a:chExt cx="301" cy="114"/>
              </a:xfrm>
            </p:grpSpPr>
            <p:sp>
              <p:nvSpPr>
                <p:cNvPr id="111883" name="Freeform 210">
                  <a:extLst>
                    <a:ext uri="{FF2B5EF4-FFF2-40B4-BE49-F238E27FC236}">
                      <a16:creationId xmlns:a16="http://schemas.microsoft.com/office/drawing/2014/main" id="{7414D24A-B8A7-914A-962A-528D24CE8F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4" name="Freeform 211">
                  <a:extLst>
                    <a:ext uri="{FF2B5EF4-FFF2-40B4-BE49-F238E27FC236}">
                      <a16:creationId xmlns:a16="http://schemas.microsoft.com/office/drawing/2014/main" id="{2D53CB3C-42BF-5F4F-9C54-7DFBBC98F92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5" name="Freeform 212">
                  <a:extLst>
                    <a:ext uri="{FF2B5EF4-FFF2-40B4-BE49-F238E27FC236}">
                      <a16:creationId xmlns:a16="http://schemas.microsoft.com/office/drawing/2014/main" id="{4D39B933-7048-3949-B57C-AA8C86B0454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6" name="Freeform 213">
                  <a:extLst>
                    <a:ext uri="{FF2B5EF4-FFF2-40B4-BE49-F238E27FC236}">
                      <a16:creationId xmlns:a16="http://schemas.microsoft.com/office/drawing/2014/main" id="{82503771-9B2D-5C41-847A-38ACA11EDE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7" name="Freeform 214">
                  <a:extLst>
                    <a:ext uri="{FF2B5EF4-FFF2-40B4-BE49-F238E27FC236}">
                      <a16:creationId xmlns:a16="http://schemas.microsoft.com/office/drawing/2014/main" id="{65D607AD-5191-B143-9157-F624B475318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8" name="Freeform 215">
                  <a:extLst>
                    <a:ext uri="{FF2B5EF4-FFF2-40B4-BE49-F238E27FC236}">
                      <a16:creationId xmlns:a16="http://schemas.microsoft.com/office/drawing/2014/main" id="{A2328C2D-650C-034D-BFA0-4B8E99C603B3}"/>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9" name="Freeform 216">
                  <a:extLst>
                    <a:ext uri="{FF2B5EF4-FFF2-40B4-BE49-F238E27FC236}">
                      <a16:creationId xmlns:a16="http://schemas.microsoft.com/office/drawing/2014/main" id="{058FB3F1-4DA6-8F4F-8908-BB5393743176}"/>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0" name="Freeform 217">
                  <a:extLst>
                    <a:ext uri="{FF2B5EF4-FFF2-40B4-BE49-F238E27FC236}">
                      <a16:creationId xmlns:a16="http://schemas.microsoft.com/office/drawing/2014/main" id="{85EEBDA7-D8B5-CF4D-9F4F-A8CC2D52FBF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79" name="Line 218">
              <a:extLst>
                <a:ext uri="{FF2B5EF4-FFF2-40B4-BE49-F238E27FC236}">
                  <a16:creationId xmlns:a16="http://schemas.microsoft.com/office/drawing/2014/main" id="{FABDB1F4-0ABB-2044-B1FF-961EBBDADFC8}"/>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80" name="Line 219">
              <a:extLst>
                <a:ext uri="{FF2B5EF4-FFF2-40B4-BE49-F238E27FC236}">
                  <a16:creationId xmlns:a16="http://schemas.microsoft.com/office/drawing/2014/main" id="{E9BBB8FB-41AB-F643-998F-7B21D68E728D}"/>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54" name="Rectangle 220">
            <a:extLst>
              <a:ext uri="{FF2B5EF4-FFF2-40B4-BE49-F238E27FC236}">
                <a16:creationId xmlns:a16="http://schemas.microsoft.com/office/drawing/2014/main" id="{36293868-4878-F74B-A0B6-770581CB127E}"/>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5" name="Rectangle 221">
            <a:extLst>
              <a:ext uri="{FF2B5EF4-FFF2-40B4-BE49-F238E27FC236}">
                <a16:creationId xmlns:a16="http://schemas.microsoft.com/office/drawing/2014/main" id="{C646FF7E-8D6B-9244-B140-67B19876E8E6}"/>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1656" name="Rectangle 222">
            <a:extLst>
              <a:ext uri="{FF2B5EF4-FFF2-40B4-BE49-F238E27FC236}">
                <a16:creationId xmlns:a16="http://schemas.microsoft.com/office/drawing/2014/main" id="{13726404-C90A-3148-9EDA-A93CB22E81FB}"/>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7" name="Rectangle 223">
            <a:extLst>
              <a:ext uri="{FF2B5EF4-FFF2-40B4-BE49-F238E27FC236}">
                <a16:creationId xmlns:a16="http://schemas.microsoft.com/office/drawing/2014/main" id="{7D0BE5B2-9926-0441-8468-DE34D48425DB}"/>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658" name="Oval 224">
            <a:extLst>
              <a:ext uri="{FF2B5EF4-FFF2-40B4-BE49-F238E27FC236}">
                <a16:creationId xmlns:a16="http://schemas.microsoft.com/office/drawing/2014/main" id="{0B102DA3-9EAA-7D49-A125-7B435FBE8C1B}"/>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9" name="Rectangle 225">
            <a:extLst>
              <a:ext uri="{FF2B5EF4-FFF2-40B4-BE49-F238E27FC236}">
                <a16:creationId xmlns:a16="http://schemas.microsoft.com/office/drawing/2014/main" id="{A2924BE9-546E-AA45-8B3F-19700EAC0AF2}"/>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0" name="Oval 226">
            <a:extLst>
              <a:ext uri="{FF2B5EF4-FFF2-40B4-BE49-F238E27FC236}">
                <a16:creationId xmlns:a16="http://schemas.microsoft.com/office/drawing/2014/main" id="{9D55874E-44A4-B049-9ED3-953547C244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1" name="Oval 227">
            <a:extLst>
              <a:ext uri="{FF2B5EF4-FFF2-40B4-BE49-F238E27FC236}">
                <a16:creationId xmlns:a16="http://schemas.microsoft.com/office/drawing/2014/main" id="{A8B0252D-09FB-F041-998B-B69A86D56C24}"/>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2" name="Rectangle 228">
            <a:extLst>
              <a:ext uri="{FF2B5EF4-FFF2-40B4-BE49-F238E27FC236}">
                <a16:creationId xmlns:a16="http://schemas.microsoft.com/office/drawing/2014/main" id="{72B53260-C9D9-3943-BF65-A759197E3D50}"/>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3" name="Rectangle 229">
            <a:extLst>
              <a:ext uri="{FF2B5EF4-FFF2-40B4-BE49-F238E27FC236}">
                <a16:creationId xmlns:a16="http://schemas.microsoft.com/office/drawing/2014/main" id="{F5FD5D97-BFDE-664F-8004-738ECA21C4AB}"/>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1664" name="Rectangle 230">
            <a:extLst>
              <a:ext uri="{FF2B5EF4-FFF2-40B4-BE49-F238E27FC236}">
                <a16:creationId xmlns:a16="http://schemas.microsoft.com/office/drawing/2014/main" id="{C6B667C2-FB87-804D-BD35-C932648072E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5" name="Rectangle 231">
            <a:extLst>
              <a:ext uri="{FF2B5EF4-FFF2-40B4-BE49-F238E27FC236}">
                <a16:creationId xmlns:a16="http://schemas.microsoft.com/office/drawing/2014/main" id="{FA9F1A73-8CC2-B844-BD5B-ED2032C0851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1666" name="Rectangle 232">
            <a:extLst>
              <a:ext uri="{FF2B5EF4-FFF2-40B4-BE49-F238E27FC236}">
                <a16:creationId xmlns:a16="http://schemas.microsoft.com/office/drawing/2014/main" id="{FF615011-A259-B24F-8FBD-3A9DE24F68C4}"/>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7" name="Rectangle 233">
            <a:extLst>
              <a:ext uri="{FF2B5EF4-FFF2-40B4-BE49-F238E27FC236}">
                <a16:creationId xmlns:a16="http://schemas.microsoft.com/office/drawing/2014/main" id="{4FEDFFA8-C05A-E846-A8D8-66FFD7ACE767}"/>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1668" name="Rectangle 234">
            <a:extLst>
              <a:ext uri="{FF2B5EF4-FFF2-40B4-BE49-F238E27FC236}">
                <a16:creationId xmlns:a16="http://schemas.microsoft.com/office/drawing/2014/main" id="{724E83EF-5712-7E42-B444-D5DAE6BC1E44}"/>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9" name="Rectangle 235">
            <a:extLst>
              <a:ext uri="{FF2B5EF4-FFF2-40B4-BE49-F238E27FC236}">
                <a16:creationId xmlns:a16="http://schemas.microsoft.com/office/drawing/2014/main" id="{A93DF55F-46F3-024A-A924-F3ECFFC3ED60}"/>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1670" name="Rectangle 236">
            <a:extLst>
              <a:ext uri="{FF2B5EF4-FFF2-40B4-BE49-F238E27FC236}">
                <a16:creationId xmlns:a16="http://schemas.microsoft.com/office/drawing/2014/main" id="{B288E750-9B1E-0445-BDAC-1042C47596E5}"/>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1" name="Rectangle 237">
            <a:extLst>
              <a:ext uri="{FF2B5EF4-FFF2-40B4-BE49-F238E27FC236}">
                <a16:creationId xmlns:a16="http://schemas.microsoft.com/office/drawing/2014/main" id="{964592C7-CE5C-E64D-A794-BD1B1DAB5E6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1672" name="Oval 238">
            <a:extLst>
              <a:ext uri="{FF2B5EF4-FFF2-40B4-BE49-F238E27FC236}">
                <a16:creationId xmlns:a16="http://schemas.microsoft.com/office/drawing/2014/main" id="{7D5B36D4-608D-4A44-B17B-0A276631CFD9}"/>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3" name="Rectangle 239">
            <a:extLst>
              <a:ext uri="{FF2B5EF4-FFF2-40B4-BE49-F238E27FC236}">
                <a16:creationId xmlns:a16="http://schemas.microsoft.com/office/drawing/2014/main" id="{8295C71C-16C4-2240-B264-403331332AF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4" name="Rectangle 240">
            <a:extLst>
              <a:ext uri="{FF2B5EF4-FFF2-40B4-BE49-F238E27FC236}">
                <a16:creationId xmlns:a16="http://schemas.microsoft.com/office/drawing/2014/main" id="{B1FA23F5-4262-BF41-8D33-FBF3DAFE5BC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1675" name="Rectangle 241">
            <a:extLst>
              <a:ext uri="{FF2B5EF4-FFF2-40B4-BE49-F238E27FC236}">
                <a16:creationId xmlns:a16="http://schemas.microsoft.com/office/drawing/2014/main" id="{42D1A0FF-E552-DB4B-81AC-28DB0A46A9E3}"/>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76" name="Group 242">
            <a:extLst>
              <a:ext uri="{FF2B5EF4-FFF2-40B4-BE49-F238E27FC236}">
                <a16:creationId xmlns:a16="http://schemas.microsoft.com/office/drawing/2014/main" id="{78B3A24A-8104-DF49-AF07-8CF14B41AE9C}"/>
              </a:ext>
            </a:extLst>
          </p:cNvPr>
          <p:cNvGrpSpPr>
            <a:grpSpLocks/>
          </p:cNvGrpSpPr>
          <p:nvPr/>
        </p:nvGrpSpPr>
        <p:grpSpPr bwMode="auto">
          <a:xfrm>
            <a:off x="2809875" y="3289698"/>
            <a:ext cx="486966" cy="288131"/>
            <a:chOff x="1304" y="2569"/>
            <a:chExt cx="439" cy="262"/>
          </a:xfrm>
        </p:grpSpPr>
        <p:sp>
          <p:nvSpPr>
            <p:cNvPr id="111849" name="Oval 243">
              <a:extLst>
                <a:ext uri="{FF2B5EF4-FFF2-40B4-BE49-F238E27FC236}">
                  <a16:creationId xmlns:a16="http://schemas.microsoft.com/office/drawing/2014/main" id="{1C6CB5AE-E702-AE43-82C5-C3690B42FD2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0" name="Rectangle 244">
              <a:extLst>
                <a:ext uri="{FF2B5EF4-FFF2-40B4-BE49-F238E27FC236}">
                  <a16:creationId xmlns:a16="http://schemas.microsoft.com/office/drawing/2014/main" id="{43B5438A-9043-6243-A48F-C3DF4765C83D}"/>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1" name="Rectangle 245">
              <a:extLst>
                <a:ext uri="{FF2B5EF4-FFF2-40B4-BE49-F238E27FC236}">
                  <a16:creationId xmlns:a16="http://schemas.microsoft.com/office/drawing/2014/main" id="{03077200-4534-A64B-8045-7EC47199D87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2" name="Oval 246">
              <a:extLst>
                <a:ext uri="{FF2B5EF4-FFF2-40B4-BE49-F238E27FC236}">
                  <a16:creationId xmlns:a16="http://schemas.microsoft.com/office/drawing/2014/main" id="{81ADE20E-790A-124B-BB13-54037D08D505}"/>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53" name="Group 247">
              <a:extLst>
                <a:ext uri="{FF2B5EF4-FFF2-40B4-BE49-F238E27FC236}">
                  <a16:creationId xmlns:a16="http://schemas.microsoft.com/office/drawing/2014/main" id="{3833242B-ADE8-1644-AA67-8C1925416FF4}"/>
                </a:ext>
              </a:extLst>
            </p:cNvPr>
            <p:cNvGrpSpPr>
              <a:grpSpLocks/>
            </p:cNvGrpSpPr>
            <p:nvPr/>
          </p:nvGrpSpPr>
          <p:grpSpPr bwMode="auto">
            <a:xfrm>
              <a:off x="1371" y="2587"/>
              <a:ext cx="304" cy="117"/>
              <a:chOff x="1371" y="2587"/>
              <a:chExt cx="304" cy="117"/>
            </a:xfrm>
          </p:grpSpPr>
          <p:grpSp>
            <p:nvGrpSpPr>
              <p:cNvPr id="111856" name="Group 248">
                <a:extLst>
                  <a:ext uri="{FF2B5EF4-FFF2-40B4-BE49-F238E27FC236}">
                    <a16:creationId xmlns:a16="http://schemas.microsoft.com/office/drawing/2014/main" id="{CFEFBBA2-3236-4842-B289-80078A382710}"/>
                  </a:ext>
                </a:extLst>
              </p:cNvPr>
              <p:cNvGrpSpPr>
                <a:grpSpLocks/>
              </p:cNvGrpSpPr>
              <p:nvPr/>
            </p:nvGrpSpPr>
            <p:grpSpPr bwMode="auto">
              <a:xfrm>
                <a:off x="1371" y="2587"/>
                <a:ext cx="301" cy="115"/>
                <a:chOff x="1371" y="2587"/>
                <a:chExt cx="301" cy="115"/>
              </a:xfrm>
            </p:grpSpPr>
            <p:sp>
              <p:nvSpPr>
                <p:cNvPr id="111866" name="Freeform 249">
                  <a:extLst>
                    <a:ext uri="{FF2B5EF4-FFF2-40B4-BE49-F238E27FC236}">
                      <a16:creationId xmlns:a16="http://schemas.microsoft.com/office/drawing/2014/main" id="{3D71CF02-B549-C045-83BC-2F55E5AF980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7" name="Freeform 250">
                  <a:extLst>
                    <a:ext uri="{FF2B5EF4-FFF2-40B4-BE49-F238E27FC236}">
                      <a16:creationId xmlns:a16="http://schemas.microsoft.com/office/drawing/2014/main" id="{06F3DC2A-4C0A-D047-8DDC-5ED9D85C2F40}"/>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8" name="Freeform 251">
                  <a:extLst>
                    <a:ext uri="{FF2B5EF4-FFF2-40B4-BE49-F238E27FC236}">
                      <a16:creationId xmlns:a16="http://schemas.microsoft.com/office/drawing/2014/main" id="{62932BD6-4B3E-2447-9237-94B06353BEC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9" name="Freeform 252">
                  <a:extLst>
                    <a:ext uri="{FF2B5EF4-FFF2-40B4-BE49-F238E27FC236}">
                      <a16:creationId xmlns:a16="http://schemas.microsoft.com/office/drawing/2014/main" id="{C7A9A18B-5E3E-E547-8917-5A0FFD8D40B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0" name="Freeform 253">
                  <a:extLst>
                    <a:ext uri="{FF2B5EF4-FFF2-40B4-BE49-F238E27FC236}">
                      <a16:creationId xmlns:a16="http://schemas.microsoft.com/office/drawing/2014/main" id="{25CF6ADA-DAFE-B94F-851E-72E5F42B778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1" name="Freeform 254">
                  <a:extLst>
                    <a:ext uri="{FF2B5EF4-FFF2-40B4-BE49-F238E27FC236}">
                      <a16:creationId xmlns:a16="http://schemas.microsoft.com/office/drawing/2014/main" id="{DB5F455C-8B53-5944-A267-306A67F9312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2" name="Freeform 255">
                  <a:extLst>
                    <a:ext uri="{FF2B5EF4-FFF2-40B4-BE49-F238E27FC236}">
                      <a16:creationId xmlns:a16="http://schemas.microsoft.com/office/drawing/2014/main" id="{863DD1B6-6F3C-1349-826A-A4CBF273C2A9}"/>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3" name="Freeform 256">
                  <a:extLst>
                    <a:ext uri="{FF2B5EF4-FFF2-40B4-BE49-F238E27FC236}">
                      <a16:creationId xmlns:a16="http://schemas.microsoft.com/office/drawing/2014/main" id="{C1B437F9-569F-D04C-B193-D0CABA25979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57" name="Group 257">
                <a:extLst>
                  <a:ext uri="{FF2B5EF4-FFF2-40B4-BE49-F238E27FC236}">
                    <a16:creationId xmlns:a16="http://schemas.microsoft.com/office/drawing/2014/main" id="{98DA6D03-D0DF-B047-8D8F-EF231EB8F6EF}"/>
                  </a:ext>
                </a:extLst>
              </p:cNvPr>
              <p:cNvGrpSpPr>
                <a:grpSpLocks/>
              </p:cNvGrpSpPr>
              <p:nvPr/>
            </p:nvGrpSpPr>
            <p:grpSpPr bwMode="auto">
              <a:xfrm>
                <a:off x="1373" y="2590"/>
                <a:ext cx="302" cy="114"/>
                <a:chOff x="1373" y="2590"/>
                <a:chExt cx="302" cy="114"/>
              </a:xfrm>
            </p:grpSpPr>
            <p:sp>
              <p:nvSpPr>
                <p:cNvPr id="111858" name="Freeform 258">
                  <a:extLst>
                    <a:ext uri="{FF2B5EF4-FFF2-40B4-BE49-F238E27FC236}">
                      <a16:creationId xmlns:a16="http://schemas.microsoft.com/office/drawing/2014/main" id="{015AC51A-C0C7-FB45-A098-6C838D2D96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59" name="Freeform 259">
                  <a:extLst>
                    <a:ext uri="{FF2B5EF4-FFF2-40B4-BE49-F238E27FC236}">
                      <a16:creationId xmlns:a16="http://schemas.microsoft.com/office/drawing/2014/main" id="{DE41B2ED-5446-8440-B0BB-901D6CA9BE4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0" name="Freeform 260">
                  <a:extLst>
                    <a:ext uri="{FF2B5EF4-FFF2-40B4-BE49-F238E27FC236}">
                      <a16:creationId xmlns:a16="http://schemas.microsoft.com/office/drawing/2014/main" id="{F7316288-FA78-BC4E-A8DE-F98C90A64ED2}"/>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1" name="Freeform 261">
                  <a:extLst>
                    <a:ext uri="{FF2B5EF4-FFF2-40B4-BE49-F238E27FC236}">
                      <a16:creationId xmlns:a16="http://schemas.microsoft.com/office/drawing/2014/main" id="{E2BFE590-2CCB-E848-AF2B-CF5C239EEE8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2" name="Freeform 262">
                  <a:extLst>
                    <a:ext uri="{FF2B5EF4-FFF2-40B4-BE49-F238E27FC236}">
                      <a16:creationId xmlns:a16="http://schemas.microsoft.com/office/drawing/2014/main" id="{B79AA376-6CEC-9145-A53D-4F4373065A3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3" name="Freeform 263">
                  <a:extLst>
                    <a:ext uri="{FF2B5EF4-FFF2-40B4-BE49-F238E27FC236}">
                      <a16:creationId xmlns:a16="http://schemas.microsoft.com/office/drawing/2014/main" id="{D465B969-0A36-6142-BC38-B1B9649D23E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4" name="Freeform 264">
                  <a:extLst>
                    <a:ext uri="{FF2B5EF4-FFF2-40B4-BE49-F238E27FC236}">
                      <a16:creationId xmlns:a16="http://schemas.microsoft.com/office/drawing/2014/main" id="{DB082BA2-33E5-CD4B-91F6-DC65C8EB5799}"/>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5" name="Freeform 265">
                  <a:extLst>
                    <a:ext uri="{FF2B5EF4-FFF2-40B4-BE49-F238E27FC236}">
                      <a16:creationId xmlns:a16="http://schemas.microsoft.com/office/drawing/2014/main" id="{EC419F54-280D-244A-AB6A-E12EB196194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54" name="Line 266">
              <a:extLst>
                <a:ext uri="{FF2B5EF4-FFF2-40B4-BE49-F238E27FC236}">
                  <a16:creationId xmlns:a16="http://schemas.microsoft.com/office/drawing/2014/main" id="{D420BE4B-4F66-3C44-A40D-62480D790B2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55" name="Line 267">
              <a:extLst>
                <a:ext uri="{FF2B5EF4-FFF2-40B4-BE49-F238E27FC236}">
                  <a16:creationId xmlns:a16="http://schemas.microsoft.com/office/drawing/2014/main" id="{2D3F4A8F-840C-5449-B0E8-5006F5649256}"/>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1677" name="Group 268">
            <a:extLst>
              <a:ext uri="{FF2B5EF4-FFF2-40B4-BE49-F238E27FC236}">
                <a16:creationId xmlns:a16="http://schemas.microsoft.com/office/drawing/2014/main" id="{4346666B-D04C-6849-A96D-A57FA3736A13}"/>
              </a:ext>
            </a:extLst>
          </p:cNvPr>
          <p:cNvGrpSpPr>
            <a:grpSpLocks/>
          </p:cNvGrpSpPr>
          <p:nvPr/>
        </p:nvGrpSpPr>
        <p:grpSpPr bwMode="auto">
          <a:xfrm>
            <a:off x="4987529" y="3289698"/>
            <a:ext cx="486965" cy="288131"/>
            <a:chOff x="3488" y="2569"/>
            <a:chExt cx="439" cy="262"/>
          </a:xfrm>
        </p:grpSpPr>
        <p:sp>
          <p:nvSpPr>
            <p:cNvPr id="111824" name="Oval 269">
              <a:extLst>
                <a:ext uri="{FF2B5EF4-FFF2-40B4-BE49-F238E27FC236}">
                  <a16:creationId xmlns:a16="http://schemas.microsoft.com/office/drawing/2014/main" id="{4127E993-42E3-EF49-B184-72ED588E0DD0}"/>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5" name="Rectangle 270">
              <a:extLst>
                <a:ext uri="{FF2B5EF4-FFF2-40B4-BE49-F238E27FC236}">
                  <a16:creationId xmlns:a16="http://schemas.microsoft.com/office/drawing/2014/main" id="{1F0760AD-D1A6-1842-8699-D2D1BB1B77AE}"/>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6" name="Rectangle 271">
              <a:extLst>
                <a:ext uri="{FF2B5EF4-FFF2-40B4-BE49-F238E27FC236}">
                  <a16:creationId xmlns:a16="http://schemas.microsoft.com/office/drawing/2014/main" id="{5E78DDE6-7A67-AA41-BBAA-B814F55629D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7" name="Oval 272">
              <a:extLst>
                <a:ext uri="{FF2B5EF4-FFF2-40B4-BE49-F238E27FC236}">
                  <a16:creationId xmlns:a16="http://schemas.microsoft.com/office/drawing/2014/main" id="{2A7410B2-526E-B54A-B6B4-07A32BA65F6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28" name="Group 273">
              <a:extLst>
                <a:ext uri="{FF2B5EF4-FFF2-40B4-BE49-F238E27FC236}">
                  <a16:creationId xmlns:a16="http://schemas.microsoft.com/office/drawing/2014/main" id="{2A97C2E8-259F-EA4C-A4CC-9CB2E3D5589D}"/>
                </a:ext>
              </a:extLst>
            </p:cNvPr>
            <p:cNvGrpSpPr>
              <a:grpSpLocks/>
            </p:cNvGrpSpPr>
            <p:nvPr/>
          </p:nvGrpSpPr>
          <p:grpSpPr bwMode="auto">
            <a:xfrm>
              <a:off x="3555" y="2587"/>
              <a:ext cx="304" cy="117"/>
              <a:chOff x="3555" y="2587"/>
              <a:chExt cx="304" cy="117"/>
            </a:xfrm>
          </p:grpSpPr>
          <p:grpSp>
            <p:nvGrpSpPr>
              <p:cNvPr id="111831" name="Group 274">
                <a:extLst>
                  <a:ext uri="{FF2B5EF4-FFF2-40B4-BE49-F238E27FC236}">
                    <a16:creationId xmlns:a16="http://schemas.microsoft.com/office/drawing/2014/main" id="{DD27ABBE-492A-A743-969F-A9F1BCC607DE}"/>
                  </a:ext>
                </a:extLst>
              </p:cNvPr>
              <p:cNvGrpSpPr>
                <a:grpSpLocks/>
              </p:cNvGrpSpPr>
              <p:nvPr/>
            </p:nvGrpSpPr>
            <p:grpSpPr bwMode="auto">
              <a:xfrm>
                <a:off x="3555" y="2587"/>
                <a:ext cx="301" cy="115"/>
                <a:chOff x="3555" y="2587"/>
                <a:chExt cx="301" cy="115"/>
              </a:xfrm>
            </p:grpSpPr>
            <p:sp>
              <p:nvSpPr>
                <p:cNvPr id="111841" name="Freeform 275">
                  <a:extLst>
                    <a:ext uri="{FF2B5EF4-FFF2-40B4-BE49-F238E27FC236}">
                      <a16:creationId xmlns:a16="http://schemas.microsoft.com/office/drawing/2014/main" id="{64829231-1839-D743-9528-8E7948381982}"/>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2" name="Freeform 276">
                  <a:extLst>
                    <a:ext uri="{FF2B5EF4-FFF2-40B4-BE49-F238E27FC236}">
                      <a16:creationId xmlns:a16="http://schemas.microsoft.com/office/drawing/2014/main" id="{DE79A3D8-E3EC-DC4B-B123-A41261375F37}"/>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3" name="Freeform 277">
                  <a:extLst>
                    <a:ext uri="{FF2B5EF4-FFF2-40B4-BE49-F238E27FC236}">
                      <a16:creationId xmlns:a16="http://schemas.microsoft.com/office/drawing/2014/main" id="{31211EB2-C0F0-8B4B-88EA-7FA39F082FF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4" name="Freeform 278">
                  <a:extLst>
                    <a:ext uri="{FF2B5EF4-FFF2-40B4-BE49-F238E27FC236}">
                      <a16:creationId xmlns:a16="http://schemas.microsoft.com/office/drawing/2014/main" id="{C24713DA-9F07-6D49-969C-4DA5D7D03B01}"/>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5" name="Freeform 279">
                  <a:extLst>
                    <a:ext uri="{FF2B5EF4-FFF2-40B4-BE49-F238E27FC236}">
                      <a16:creationId xmlns:a16="http://schemas.microsoft.com/office/drawing/2014/main" id="{0E0AAC75-8353-904F-9086-924F6D9BBE1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6" name="Freeform 280">
                  <a:extLst>
                    <a:ext uri="{FF2B5EF4-FFF2-40B4-BE49-F238E27FC236}">
                      <a16:creationId xmlns:a16="http://schemas.microsoft.com/office/drawing/2014/main" id="{707AC00D-3A46-6847-AA57-C4805DC2EF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7" name="Freeform 281">
                  <a:extLst>
                    <a:ext uri="{FF2B5EF4-FFF2-40B4-BE49-F238E27FC236}">
                      <a16:creationId xmlns:a16="http://schemas.microsoft.com/office/drawing/2014/main" id="{866FFC75-24F0-4C4C-919F-7D13AE3924F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8" name="Freeform 282">
                  <a:extLst>
                    <a:ext uri="{FF2B5EF4-FFF2-40B4-BE49-F238E27FC236}">
                      <a16:creationId xmlns:a16="http://schemas.microsoft.com/office/drawing/2014/main" id="{65B7F93C-8197-8B4C-BE01-D377EAD3ACC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32" name="Group 283">
                <a:extLst>
                  <a:ext uri="{FF2B5EF4-FFF2-40B4-BE49-F238E27FC236}">
                    <a16:creationId xmlns:a16="http://schemas.microsoft.com/office/drawing/2014/main" id="{9EEB70D8-DF6F-9E41-A80E-9E044A2DFE4F}"/>
                  </a:ext>
                </a:extLst>
              </p:cNvPr>
              <p:cNvGrpSpPr>
                <a:grpSpLocks/>
              </p:cNvGrpSpPr>
              <p:nvPr/>
            </p:nvGrpSpPr>
            <p:grpSpPr bwMode="auto">
              <a:xfrm>
                <a:off x="3557" y="2590"/>
                <a:ext cx="302" cy="114"/>
                <a:chOff x="3557" y="2590"/>
                <a:chExt cx="302" cy="114"/>
              </a:xfrm>
            </p:grpSpPr>
            <p:sp>
              <p:nvSpPr>
                <p:cNvPr id="111833" name="Freeform 284">
                  <a:extLst>
                    <a:ext uri="{FF2B5EF4-FFF2-40B4-BE49-F238E27FC236}">
                      <a16:creationId xmlns:a16="http://schemas.microsoft.com/office/drawing/2014/main" id="{59C42A31-988D-2A45-B018-7CC1ED93A68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4" name="Freeform 285">
                  <a:extLst>
                    <a:ext uri="{FF2B5EF4-FFF2-40B4-BE49-F238E27FC236}">
                      <a16:creationId xmlns:a16="http://schemas.microsoft.com/office/drawing/2014/main" id="{7EDC460E-6891-5949-8404-B72935DF40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5" name="Freeform 286">
                  <a:extLst>
                    <a:ext uri="{FF2B5EF4-FFF2-40B4-BE49-F238E27FC236}">
                      <a16:creationId xmlns:a16="http://schemas.microsoft.com/office/drawing/2014/main" id="{E0AC6547-8BD9-4E4C-8C43-EFC2A88EBB10}"/>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6" name="Freeform 287">
                  <a:extLst>
                    <a:ext uri="{FF2B5EF4-FFF2-40B4-BE49-F238E27FC236}">
                      <a16:creationId xmlns:a16="http://schemas.microsoft.com/office/drawing/2014/main" id="{A838DBC3-DCBC-CD48-A9E2-04411B55EDB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7" name="Freeform 288">
                  <a:extLst>
                    <a:ext uri="{FF2B5EF4-FFF2-40B4-BE49-F238E27FC236}">
                      <a16:creationId xmlns:a16="http://schemas.microsoft.com/office/drawing/2014/main" id="{973949A0-20B7-5343-97CB-0F9DB73611DB}"/>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8" name="Freeform 289">
                  <a:extLst>
                    <a:ext uri="{FF2B5EF4-FFF2-40B4-BE49-F238E27FC236}">
                      <a16:creationId xmlns:a16="http://schemas.microsoft.com/office/drawing/2014/main" id="{8842060C-D7B5-3A42-9CBF-275857393B6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9" name="Freeform 290">
                  <a:extLst>
                    <a:ext uri="{FF2B5EF4-FFF2-40B4-BE49-F238E27FC236}">
                      <a16:creationId xmlns:a16="http://schemas.microsoft.com/office/drawing/2014/main" id="{6C6FD72A-D845-D549-BD44-23EFFB98A07B}"/>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0" name="Freeform 291">
                  <a:extLst>
                    <a:ext uri="{FF2B5EF4-FFF2-40B4-BE49-F238E27FC236}">
                      <a16:creationId xmlns:a16="http://schemas.microsoft.com/office/drawing/2014/main" id="{B2F88AB8-268A-384B-BBC1-61DE6BBB7980}"/>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29" name="Line 292">
              <a:extLst>
                <a:ext uri="{FF2B5EF4-FFF2-40B4-BE49-F238E27FC236}">
                  <a16:creationId xmlns:a16="http://schemas.microsoft.com/office/drawing/2014/main" id="{DC2FFA97-51FC-D74F-B861-4E2D983AD42B}"/>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30" name="Line 293">
              <a:extLst>
                <a:ext uri="{FF2B5EF4-FFF2-40B4-BE49-F238E27FC236}">
                  <a16:creationId xmlns:a16="http://schemas.microsoft.com/office/drawing/2014/main" id="{EC89EA56-3D6E-414A-AAE7-09B62901C973}"/>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78" name="Oval 294">
            <a:extLst>
              <a:ext uri="{FF2B5EF4-FFF2-40B4-BE49-F238E27FC236}">
                <a16:creationId xmlns:a16="http://schemas.microsoft.com/office/drawing/2014/main" id="{32CAE951-0B6D-8D44-9B02-88183E092763}"/>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9" name="Oval 295">
            <a:extLst>
              <a:ext uri="{FF2B5EF4-FFF2-40B4-BE49-F238E27FC236}">
                <a16:creationId xmlns:a16="http://schemas.microsoft.com/office/drawing/2014/main" id="{980154DC-00BF-9A47-868A-2E72409B9AC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0" name="Oval 296">
            <a:extLst>
              <a:ext uri="{FF2B5EF4-FFF2-40B4-BE49-F238E27FC236}">
                <a16:creationId xmlns:a16="http://schemas.microsoft.com/office/drawing/2014/main" id="{548A0456-DB9E-5448-90B1-C2AF3CC4B387}"/>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1" name="Oval 297">
            <a:extLst>
              <a:ext uri="{FF2B5EF4-FFF2-40B4-BE49-F238E27FC236}">
                <a16:creationId xmlns:a16="http://schemas.microsoft.com/office/drawing/2014/main" id="{544BDA0F-5BC6-AB41-A758-CC704DD759C3}"/>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2" name="Oval 298">
            <a:extLst>
              <a:ext uri="{FF2B5EF4-FFF2-40B4-BE49-F238E27FC236}">
                <a16:creationId xmlns:a16="http://schemas.microsoft.com/office/drawing/2014/main" id="{37A7370F-9EAF-DE49-A219-4D9DE4C9BAB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3" name="Oval 299">
            <a:extLst>
              <a:ext uri="{FF2B5EF4-FFF2-40B4-BE49-F238E27FC236}">
                <a16:creationId xmlns:a16="http://schemas.microsoft.com/office/drawing/2014/main" id="{6F832D57-7070-2D4F-A5F3-E0182CD28391}"/>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4" name="Rectangle 300">
            <a:extLst>
              <a:ext uri="{FF2B5EF4-FFF2-40B4-BE49-F238E27FC236}">
                <a16:creationId xmlns:a16="http://schemas.microsoft.com/office/drawing/2014/main" id="{3471942D-796E-414D-9B35-37F70BDC3C7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5" name="Rectangle 301">
            <a:extLst>
              <a:ext uri="{FF2B5EF4-FFF2-40B4-BE49-F238E27FC236}">
                <a16:creationId xmlns:a16="http://schemas.microsoft.com/office/drawing/2014/main" id="{A09B9ABA-12C8-F54D-8CA9-BD774DB43D1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1686" name="Rectangle 302">
            <a:extLst>
              <a:ext uri="{FF2B5EF4-FFF2-40B4-BE49-F238E27FC236}">
                <a16:creationId xmlns:a16="http://schemas.microsoft.com/office/drawing/2014/main" id="{6156B949-9615-894A-91A5-764C73EC6E2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7" name="Rectangle 303">
            <a:extLst>
              <a:ext uri="{FF2B5EF4-FFF2-40B4-BE49-F238E27FC236}">
                <a16:creationId xmlns:a16="http://schemas.microsoft.com/office/drawing/2014/main" id="{33B1AB02-295D-DD4E-85AF-92B98D0E85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1688" name="Rectangle 304">
            <a:extLst>
              <a:ext uri="{FF2B5EF4-FFF2-40B4-BE49-F238E27FC236}">
                <a16:creationId xmlns:a16="http://schemas.microsoft.com/office/drawing/2014/main" id="{1703B006-B35F-C642-9B0F-178FFA852307}"/>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9" name="Rectangle 305">
            <a:extLst>
              <a:ext uri="{FF2B5EF4-FFF2-40B4-BE49-F238E27FC236}">
                <a16:creationId xmlns:a16="http://schemas.microsoft.com/office/drawing/2014/main" id="{F0989B2F-37B2-0E48-AA48-D91F5D3807CF}"/>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1690" name="Rectangle 306">
            <a:extLst>
              <a:ext uri="{FF2B5EF4-FFF2-40B4-BE49-F238E27FC236}">
                <a16:creationId xmlns:a16="http://schemas.microsoft.com/office/drawing/2014/main" id="{796AD34F-18CF-FC48-B961-A190F5525AB6}"/>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1" name="Rectangle 307">
            <a:extLst>
              <a:ext uri="{FF2B5EF4-FFF2-40B4-BE49-F238E27FC236}">
                <a16:creationId xmlns:a16="http://schemas.microsoft.com/office/drawing/2014/main" id="{0D3AEAB2-4184-4543-AFD1-95472626371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1692" name="Rectangle 308">
            <a:extLst>
              <a:ext uri="{FF2B5EF4-FFF2-40B4-BE49-F238E27FC236}">
                <a16:creationId xmlns:a16="http://schemas.microsoft.com/office/drawing/2014/main" id="{661B87EC-9554-6B41-9096-F87A410AF549}"/>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3" name="Rectangle 309">
            <a:extLst>
              <a:ext uri="{FF2B5EF4-FFF2-40B4-BE49-F238E27FC236}">
                <a16:creationId xmlns:a16="http://schemas.microsoft.com/office/drawing/2014/main" id="{12D98528-9A09-064D-A6C3-E09BA927816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1694" name="Rectangle 310">
            <a:extLst>
              <a:ext uri="{FF2B5EF4-FFF2-40B4-BE49-F238E27FC236}">
                <a16:creationId xmlns:a16="http://schemas.microsoft.com/office/drawing/2014/main" id="{F6F9D678-0083-2847-B633-08F6364843D7}"/>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5" name="Rectangle 311">
            <a:extLst>
              <a:ext uri="{FF2B5EF4-FFF2-40B4-BE49-F238E27FC236}">
                <a16:creationId xmlns:a16="http://schemas.microsoft.com/office/drawing/2014/main" id="{2BD021DB-3729-1244-9E95-5D20EE040F7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1696" name="Rectangle 312">
            <a:extLst>
              <a:ext uri="{FF2B5EF4-FFF2-40B4-BE49-F238E27FC236}">
                <a16:creationId xmlns:a16="http://schemas.microsoft.com/office/drawing/2014/main" id="{709C7D8D-B63C-8B40-A714-1FE1361B57F1}"/>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7" name="Rectangle 313">
            <a:extLst>
              <a:ext uri="{FF2B5EF4-FFF2-40B4-BE49-F238E27FC236}">
                <a16:creationId xmlns:a16="http://schemas.microsoft.com/office/drawing/2014/main" id="{8DFE6B35-A8AB-764D-9B5C-AC6F1B47D852}"/>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1698" name="Rectangle 314">
            <a:extLst>
              <a:ext uri="{FF2B5EF4-FFF2-40B4-BE49-F238E27FC236}">
                <a16:creationId xmlns:a16="http://schemas.microsoft.com/office/drawing/2014/main" id="{BBB6FB5A-B21C-6E48-9D20-93D740040B7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9" name="Rectangle 315">
            <a:extLst>
              <a:ext uri="{FF2B5EF4-FFF2-40B4-BE49-F238E27FC236}">
                <a16:creationId xmlns:a16="http://schemas.microsoft.com/office/drawing/2014/main" id="{067E5452-3082-9C48-88F6-C675060B784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1700" name="Rectangle 316">
            <a:extLst>
              <a:ext uri="{FF2B5EF4-FFF2-40B4-BE49-F238E27FC236}">
                <a16:creationId xmlns:a16="http://schemas.microsoft.com/office/drawing/2014/main" id="{22DE257A-9856-E044-9AF2-8A7E1F056518}"/>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1" name="Rectangle 317">
            <a:extLst>
              <a:ext uri="{FF2B5EF4-FFF2-40B4-BE49-F238E27FC236}">
                <a16:creationId xmlns:a16="http://schemas.microsoft.com/office/drawing/2014/main" id="{B13AEED9-472F-8348-B046-BFBFCEC09D58}"/>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1702" name="Oval 318">
            <a:extLst>
              <a:ext uri="{FF2B5EF4-FFF2-40B4-BE49-F238E27FC236}">
                <a16:creationId xmlns:a16="http://schemas.microsoft.com/office/drawing/2014/main" id="{C17EEBB9-9013-F24E-8338-BAC585B76366}"/>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3" name="Oval 319">
            <a:extLst>
              <a:ext uri="{FF2B5EF4-FFF2-40B4-BE49-F238E27FC236}">
                <a16:creationId xmlns:a16="http://schemas.microsoft.com/office/drawing/2014/main" id="{B099BC9E-5181-5542-B7DF-1D67328C1682}"/>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4" name="Oval 320">
            <a:extLst>
              <a:ext uri="{FF2B5EF4-FFF2-40B4-BE49-F238E27FC236}">
                <a16:creationId xmlns:a16="http://schemas.microsoft.com/office/drawing/2014/main" id="{715192E0-FAF2-B449-BE3D-80A182CABE0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5" name="Rectangle 321">
            <a:extLst>
              <a:ext uri="{FF2B5EF4-FFF2-40B4-BE49-F238E27FC236}">
                <a16:creationId xmlns:a16="http://schemas.microsoft.com/office/drawing/2014/main" id="{5144797A-0DEB-6246-B12D-2895400F5092}"/>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6" name="Rectangle 322">
            <a:extLst>
              <a:ext uri="{FF2B5EF4-FFF2-40B4-BE49-F238E27FC236}">
                <a16:creationId xmlns:a16="http://schemas.microsoft.com/office/drawing/2014/main" id="{1F819C0A-EC9F-4540-BD18-7AE80E7D7C48}"/>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07" name="Rectangle 323">
            <a:extLst>
              <a:ext uri="{FF2B5EF4-FFF2-40B4-BE49-F238E27FC236}">
                <a16:creationId xmlns:a16="http://schemas.microsoft.com/office/drawing/2014/main" id="{14B61FE2-76CE-3C49-B940-C1C2FB624E94}"/>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8" name="Rectangle 324">
            <a:extLst>
              <a:ext uri="{FF2B5EF4-FFF2-40B4-BE49-F238E27FC236}">
                <a16:creationId xmlns:a16="http://schemas.microsoft.com/office/drawing/2014/main" id="{497F53E4-186C-9246-B46A-D3E2C4650417}"/>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09" name="Rectangle 325">
            <a:extLst>
              <a:ext uri="{FF2B5EF4-FFF2-40B4-BE49-F238E27FC236}">
                <a16:creationId xmlns:a16="http://schemas.microsoft.com/office/drawing/2014/main" id="{2A323C3D-27FB-F446-BD52-658BB66339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0" name="Rectangle 326">
            <a:extLst>
              <a:ext uri="{FF2B5EF4-FFF2-40B4-BE49-F238E27FC236}">
                <a16:creationId xmlns:a16="http://schemas.microsoft.com/office/drawing/2014/main" id="{60AC94CA-29FB-B744-A2A9-4A3B95317ADA}"/>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1711" name="Rectangle 327">
            <a:extLst>
              <a:ext uri="{FF2B5EF4-FFF2-40B4-BE49-F238E27FC236}">
                <a16:creationId xmlns:a16="http://schemas.microsoft.com/office/drawing/2014/main" id="{D038C40C-D52B-7F4D-9764-F4E652D2592E}"/>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2" name="Rectangle 328">
            <a:extLst>
              <a:ext uri="{FF2B5EF4-FFF2-40B4-BE49-F238E27FC236}">
                <a16:creationId xmlns:a16="http://schemas.microsoft.com/office/drawing/2014/main" id="{2A48C63F-DDF9-734D-BE62-8A785E48343E}"/>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3" name="Rectangle 329">
            <a:extLst>
              <a:ext uri="{FF2B5EF4-FFF2-40B4-BE49-F238E27FC236}">
                <a16:creationId xmlns:a16="http://schemas.microsoft.com/office/drawing/2014/main" id="{84142DA3-576E-2541-841B-B9F9D30393BB}"/>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4" name="Rectangle 330">
            <a:extLst>
              <a:ext uri="{FF2B5EF4-FFF2-40B4-BE49-F238E27FC236}">
                <a16:creationId xmlns:a16="http://schemas.microsoft.com/office/drawing/2014/main" id="{6DBAC0B2-5478-F643-9A6E-BC611E1E9DDE}"/>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5" name="Rectangle 331">
            <a:extLst>
              <a:ext uri="{FF2B5EF4-FFF2-40B4-BE49-F238E27FC236}">
                <a16:creationId xmlns:a16="http://schemas.microsoft.com/office/drawing/2014/main" id="{D8AE9ECE-CB46-8644-BCD4-36C73B0E472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6" name="Rectangle 332">
            <a:extLst>
              <a:ext uri="{FF2B5EF4-FFF2-40B4-BE49-F238E27FC236}">
                <a16:creationId xmlns:a16="http://schemas.microsoft.com/office/drawing/2014/main" id="{5016B9FB-73CE-C949-BC45-2A922C77F5EC}"/>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7" name="Rectangle 333">
            <a:extLst>
              <a:ext uri="{FF2B5EF4-FFF2-40B4-BE49-F238E27FC236}">
                <a16:creationId xmlns:a16="http://schemas.microsoft.com/office/drawing/2014/main" id="{AC941FE7-2789-884E-B567-BDB9CF1656E6}"/>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18" name="Rectangle 334">
            <a:extLst>
              <a:ext uri="{FF2B5EF4-FFF2-40B4-BE49-F238E27FC236}">
                <a16:creationId xmlns:a16="http://schemas.microsoft.com/office/drawing/2014/main" id="{036C420A-DF11-FB49-B295-AE8AF9152BF7}"/>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1719" name="Rectangle 335">
            <a:extLst>
              <a:ext uri="{FF2B5EF4-FFF2-40B4-BE49-F238E27FC236}">
                <a16:creationId xmlns:a16="http://schemas.microsoft.com/office/drawing/2014/main" id="{6D07FEC7-511D-D041-8DCD-83E2F75200AF}"/>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0" name="Rectangle 336">
            <a:extLst>
              <a:ext uri="{FF2B5EF4-FFF2-40B4-BE49-F238E27FC236}">
                <a16:creationId xmlns:a16="http://schemas.microsoft.com/office/drawing/2014/main" id="{7A503948-B4D0-CF46-BE70-6351D1B05E81}"/>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1721" name="Rectangle 337">
            <a:extLst>
              <a:ext uri="{FF2B5EF4-FFF2-40B4-BE49-F238E27FC236}">
                <a16:creationId xmlns:a16="http://schemas.microsoft.com/office/drawing/2014/main" id="{91639FB3-6205-B941-AB70-C6F6617C0D7F}"/>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2" name="Rectangle 338">
            <a:extLst>
              <a:ext uri="{FF2B5EF4-FFF2-40B4-BE49-F238E27FC236}">
                <a16:creationId xmlns:a16="http://schemas.microsoft.com/office/drawing/2014/main" id="{89130EAF-9655-6E42-AEE7-57A1A3E900C1}"/>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1723" name="Line 339">
            <a:extLst>
              <a:ext uri="{FF2B5EF4-FFF2-40B4-BE49-F238E27FC236}">
                <a16:creationId xmlns:a16="http://schemas.microsoft.com/office/drawing/2014/main" id="{2B176FC7-C8A9-B244-9B59-98C7156DA5BE}"/>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4" name="Rectangle 340">
            <a:extLst>
              <a:ext uri="{FF2B5EF4-FFF2-40B4-BE49-F238E27FC236}">
                <a16:creationId xmlns:a16="http://schemas.microsoft.com/office/drawing/2014/main" id="{7848D84E-5F45-5046-90BB-F5D07F23839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1725" name="Picture 341">
            <a:extLst>
              <a:ext uri="{FF2B5EF4-FFF2-40B4-BE49-F238E27FC236}">
                <a16:creationId xmlns:a16="http://schemas.microsoft.com/office/drawing/2014/main" id="{63E93599-81C4-444C-93FC-C7D1E4EC452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6" name="Line 342">
            <a:extLst>
              <a:ext uri="{FF2B5EF4-FFF2-40B4-BE49-F238E27FC236}">
                <a16:creationId xmlns:a16="http://schemas.microsoft.com/office/drawing/2014/main" id="{BA37E5FB-02FD-E446-9BF5-F3958E24A4D6}"/>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7" name="Line 343">
            <a:extLst>
              <a:ext uri="{FF2B5EF4-FFF2-40B4-BE49-F238E27FC236}">
                <a16:creationId xmlns:a16="http://schemas.microsoft.com/office/drawing/2014/main" id="{0ADF452F-E7A4-0643-AAD6-00DB51DF10FD}"/>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8" name="Line 344">
            <a:extLst>
              <a:ext uri="{FF2B5EF4-FFF2-40B4-BE49-F238E27FC236}">
                <a16:creationId xmlns:a16="http://schemas.microsoft.com/office/drawing/2014/main" id="{536C1C3F-967A-E843-8828-652D7CA46239}"/>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9" name="Oval 345">
            <a:extLst>
              <a:ext uri="{FF2B5EF4-FFF2-40B4-BE49-F238E27FC236}">
                <a16:creationId xmlns:a16="http://schemas.microsoft.com/office/drawing/2014/main" id="{3C6B8D2C-0487-104F-AC73-B957DCA923B4}"/>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30" name="Rectangle 346">
            <a:extLst>
              <a:ext uri="{FF2B5EF4-FFF2-40B4-BE49-F238E27FC236}">
                <a16:creationId xmlns:a16="http://schemas.microsoft.com/office/drawing/2014/main" id="{88A97E36-D333-5645-8C83-3B663E0FF19C}"/>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31" name="Rectangle 347">
            <a:extLst>
              <a:ext uri="{FF2B5EF4-FFF2-40B4-BE49-F238E27FC236}">
                <a16:creationId xmlns:a16="http://schemas.microsoft.com/office/drawing/2014/main" id="{61AA7B55-B109-9B48-885E-DD805F6CFD7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732" name="Line 348">
            <a:extLst>
              <a:ext uri="{FF2B5EF4-FFF2-40B4-BE49-F238E27FC236}">
                <a16:creationId xmlns:a16="http://schemas.microsoft.com/office/drawing/2014/main" id="{53E33382-4A65-D346-BB9D-27BF4CD7844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3" name="Rectangle 349">
            <a:extLst>
              <a:ext uri="{FF2B5EF4-FFF2-40B4-BE49-F238E27FC236}">
                <a16:creationId xmlns:a16="http://schemas.microsoft.com/office/drawing/2014/main" id="{F44EF7FE-ED6D-764E-A27A-22B3E092EE0D}"/>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1734" name="Line 350">
            <a:extLst>
              <a:ext uri="{FF2B5EF4-FFF2-40B4-BE49-F238E27FC236}">
                <a16:creationId xmlns:a16="http://schemas.microsoft.com/office/drawing/2014/main" id="{35BE400E-08FB-5A45-A9B0-03E37D94034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1735" name="Line 351">
            <a:extLst>
              <a:ext uri="{FF2B5EF4-FFF2-40B4-BE49-F238E27FC236}">
                <a16:creationId xmlns:a16="http://schemas.microsoft.com/office/drawing/2014/main" id="{6865FD27-6960-3349-9672-44F3234C345B}"/>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6" name="Oval 352">
            <a:extLst>
              <a:ext uri="{FF2B5EF4-FFF2-40B4-BE49-F238E27FC236}">
                <a16:creationId xmlns:a16="http://schemas.microsoft.com/office/drawing/2014/main" id="{66A9FFB0-92B9-2D45-95E5-398566587D6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37" name="Group 353">
            <a:extLst>
              <a:ext uri="{FF2B5EF4-FFF2-40B4-BE49-F238E27FC236}">
                <a16:creationId xmlns:a16="http://schemas.microsoft.com/office/drawing/2014/main" id="{B1849A7E-2E36-8A41-BE74-8B94BD0254E3}"/>
              </a:ext>
            </a:extLst>
          </p:cNvPr>
          <p:cNvGrpSpPr>
            <a:grpSpLocks/>
          </p:cNvGrpSpPr>
          <p:nvPr/>
        </p:nvGrpSpPr>
        <p:grpSpPr bwMode="auto">
          <a:xfrm>
            <a:off x="3471863" y="673894"/>
            <a:ext cx="379810" cy="385763"/>
            <a:chOff x="1813" y="593"/>
            <a:chExt cx="343" cy="352"/>
          </a:xfrm>
        </p:grpSpPr>
        <p:grpSp>
          <p:nvGrpSpPr>
            <p:cNvPr id="111798" name="Group 354">
              <a:extLst>
                <a:ext uri="{FF2B5EF4-FFF2-40B4-BE49-F238E27FC236}">
                  <a16:creationId xmlns:a16="http://schemas.microsoft.com/office/drawing/2014/main" id="{7D4D87DC-EF2C-5147-AD9B-0EC89E63453F}"/>
                </a:ext>
              </a:extLst>
            </p:cNvPr>
            <p:cNvGrpSpPr>
              <a:grpSpLocks/>
            </p:cNvGrpSpPr>
            <p:nvPr/>
          </p:nvGrpSpPr>
          <p:grpSpPr bwMode="auto">
            <a:xfrm>
              <a:off x="1821" y="599"/>
              <a:ext cx="335" cy="346"/>
              <a:chOff x="1821" y="599"/>
              <a:chExt cx="335" cy="346"/>
            </a:xfrm>
          </p:grpSpPr>
          <p:sp>
            <p:nvSpPr>
              <p:cNvPr id="111812" name="Freeform 355">
                <a:extLst>
                  <a:ext uri="{FF2B5EF4-FFF2-40B4-BE49-F238E27FC236}">
                    <a16:creationId xmlns:a16="http://schemas.microsoft.com/office/drawing/2014/main" id="{F64213FB-8612-334F-A7D5-2ABF84D80088}"/>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3" name="Freeform 356">
                <a:extLst>
                  <a:ext uri="{FF2B5EF4-FFF2-40B4-BE49-F238E27FC236}">
                    <a16:creationId xmlns:a16="http://schemas.microsoft.com/office/drawing/2014/main" id="{55E5F7CA-C919-F84E-9252-062BF7F06E4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4" name="Freeform 357">
                <a:extLst>
                  <a:ext uri="{FF2B5EF4-FFF2-40B4-BE49-F238E27FC236}">
                    <a16:creationId xmlns:a16="http://schemas.microsoft.com/office/drawing/2014/main" id="{AF9046B5-84A8-8045-B211-32C4BA3E254F}"/>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5" name="Freeform 358">
                <a:extLst>
                  <a:ext uri="{FF2B5EF4-FFF2-40B4-BE49-F238E27FC236}">
                    <a16:creationId xmlns:a16="http://schemas.microsoft.com/office/drawing/2014/main" id="{B60F26E4-65FC-1D4A-A064-6CD27664541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6" name="Rectangle 359">
                <a:extLst>
                  <a:ext uri="{FF2B5EF4-FFF2-40B4-BE49-F238E27FC236}">
                    <a16:creationId xmlns:a16="http://schemas.microsoft.com/office/drawing/2014/main" id="{AB5A8C53-22C8-2F44-934D-43EE1522D19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7" name="Rectangle 360">
                <a:extLst>
                  <a:ext uri="{FF2B5EF4-FFF2-40B4-BE49-F238E27FC236}">
                    <a16:creationId xmlns:a16="http://schemas.microsoft.com/office/drawing/2014/main" id="{27E7760C-F9C6-814D-8D35-47FB5BCF1786}"/>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8" name="Rectangle 361">
                <a:extLst>
                  <a:ext uri="{FF2B5EF4-FFF2-40B4-BE49-F238E27FC236}">
                    <a16:creationId xmlns:a16="http://schemas.microsoft.com/office/drawing/2014/main" id="{3B9C3D44-B0E1-4E4C-8580-C99C7A3FA593}"/>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9" name="Line 362">
                <a:extLst>
                  <a:ext uri="{FF2B5EF4-FFF2-40B4-BE49-F238E27FC236}">
                    <a16:creationId xmlns:a16="http://schemas.microsoft.com/office/drawing/2014/main" id="{8C7C477C-F6D1-054B-AEDE-F1013D98FC5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20" name="Group 363">
                <a:extLst>
                  <a:ext uri="{FF2B5EF4-FFF2-40B4-BE49-F238E27FC236}">
                    <a16:creationId xmlns:a16="http://schemas.microsoft.com/office/drawing/2014/main" id="{3525D3A2-3B86-3E46-BD20-797B620A33B2}"/>
                  </a:ext>
                </a:extLst>
              </p:cNvPr>
              <p:cNvGrpSpPr>
                <a:grpSpLocks/>
              </p:cNvGrpSpPr>
              <p:nvPr/>
            </p:nvGrpSpPr>
            <p:grpSpPr bwMode="auto">
              <a:xfrm>
                <a:off x="1821" y="895"/>
                <a:ext cx="335" cy="50"/>
                <a:chOff x="1821" y="895"/>
                <a:chExt cx="335" cy="50"/>
              </a:xfrm>
            </p:grpSpPr>
            <p:sp>
              <p:nvSpPr>
                <p:cNvPr id="111821" name="Freeform 364">
                  <a:extLst>
                    <a:ext uri="{FF2B5EF4-FFF2-40B4-BE49-F238E27FC236}">
                      <a16:creationId xmlns:a16="http://schemas.microsoft.com/office/drawing/2014/main" id="{BFFF3992-A868-FD45-982A-EBD7DD19FA1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2" name="Freeform 365">
                  <a:extLst>
                    <a:ext uri="{FF2B5EF4-FFF2-40B4-BE49-F238E27FC236}">
                      <a16:creationId xmlns:a16="http://schemas.microsoft.com/office/drawing/2014/main" id="{97DE14FD-6860-1C47-B79B-5EE362D3FDC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3" name="Rectangle 366">
                  <a:extLst>
                    <a:ext uri="{FF2B5EF4-FFF2-40B4-BE49-F238E27FC236}">
                      <a16:creationId xmlns:a16="http://schemas.microsoft.com/office/drawing/2014/main" id="{B3597F3D-AD08-7E4A-A8C3-FAE1F574F43B}"/>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99" name="Group 367">
              <a:extLst>
                <a:ext uri="{FF2B5EF4-FFF2-40B4-BE49-F238E27FC236}">
                  <a16:creationId xmlns:a16="http://schemas.microsoft.com/office/drawing/2014/main" id="{437B2C2F-06BB-AB44-9A59-7E955A56CD09}"/>
                </a:ext>
              </a:extLst>
            </p:cNvPr>
            <p:cNvGrpSpPr>
              <a:grpSpLocks/>
            </p:cNvGrpSpPr>
            <p:nvPr/>
          </p:nvGrpSpPr>
          <p:grpSpPr bwMode="auto">
            <a:xfrm>
              <a:off x="1813" y="593"/>
              <a:ext cx="335" cy="346"/>
              <a:chOff x="1813" y="593"/>
              <a:chExt cx="335" cy="346"/>
            </a:xfrm>
          </p:grpSpPr>
          <p:sp>
            <p:nvSpPr>
              <p:cNvPr id="111800" name="Freeform 368">
                <a:extLst>
                  <a:ext uri="{FF2B5EF4-FFF2-40B4-BE49-F238E27FC236}">
                    <a16:creationId xmlns:a16="http://schemas.microsoft.com/office/drawing/2014/main" id="{2810B98D-6D51-2D40-A195-658438DB9198}"/>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1" name="Freeform 369">
                <a:extLst>
                  <a:ext uri="{FF2B5EF4-FFF2-40B4-BE49-F238E27FC236}">
                    <a16:creationId xmlns:a16="http://schemas.microsoft.com/office/drawing/2014/main" id="{C9A406F4-B983-934C-99FD-3B6F44F4E28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2" name="Freeform 370">
                <a:extLst>
                  <a:ext uri="{FF2B5EF4-FFF2-40B4-BE49-F238E27FC236}">
                    <a16:creationId xmlns:a16="http://schemas.microsoft.com/office/drawing/2014/main" id="{7351EBBE-5D17-C146-906E-1313C9F53E8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3" name="Freeform 371">
                <a:extLst>
                  <a:ext uri="{FF2B5EF4-FFF2-40B4-BE49-F238E27FC236}">
                    <a16:creationId xmlns:a16="http://schemas.microsoft.com/office/drawing/2014/main" id="{E2F9CB74-BB9F-614B-B014-B6EFA0F24DAB}"/>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4" name="Rectangle 372">
                <a:extLst>
                  <a:ext uri="{FF2B5EF4-FFF2-40B4-BE49-F238E27FC236}">
                    <a16:creationId xmlns:a16="http://schemas.microsoft.com/office/drawing/2014/main" id="{27BDE519-13F2-CF4B-B1F8-04ED8E03182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5" name="Rectangle 373">
                <a:extLst>
                  <a:ext uri="{FF2B5EF4-FFF2-40B4-BE49-F238E27FC236}">
                    <a16:creationId xmlns:a16="http://schemas.microsoft.com/office/drawing/2014/main" id="{6519DE70-16AE-FF41-8656-DCDA02FCCE15}"/>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6" name="Rectangle 374">
                <a:extLst>
                  <a:ext uri="{FF2B5EF4-FFF2-40B4-BE49-F238E27FC236}">
                    <a16:creationId xmlns:a16="http://schemas.microsoft.com/office/drawing/2014/main" id="{4783B0B0-5747-E749-A9F1-03DC5831AC7F}"/>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7" name="Line 375">
                <a:extLst>
                  <a:ext uri="{FF2B5EF4-FFF2-40B4-BE49-F238E27FC236}">
                    <a16:creationId xmlns:a16="http://schemas.microsoft.com/office/drawing/2014/main" id="{DFF66BCD-B7D8-4A48-83F6-0CD642D9BDAF}"/>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08" name="Group 376">
                <a:extLst>
                  <a:ext uri="{FF2B5EF4-FFF2-40B4-BE49-F238E27FC236}">
                    <a16:creationId xmlns:a16="http://schemas.microsoft.com/office/drawing/2014/main" id="{E02FCAAA-0426-3448-9384-50AC9464DF3A}"/>
                  </a:ext>
                </a:extLst>
              </p:cNvPr>
              <p:cNvGrpSpPr>
                <a:grpSpLocks/>
              </p:cNvGrpSpPr>
              <p:nvPr/>
            </p:nvGrpSpPr>
            <p:grpSpPr bwMode="auto">
              <a:xfrm>
                <a:off x="1813" y="888"/>
                <a:ext cx="335" cy="51"/>
                <a:chOff x="1813" y="888"/>
                <a:chExt cx="335" cy="51"/>
              </a:xfrm>
            </p:grpSpPr>
            <p:sp>
              <p:nvSpPr>
                <p:cNvPr id="111809" name="Freeform 377">
                  <a:extLst>
                    <a:ext uri="{FF2B5EF4-FFF2-40B4-BE49-F238E27FC236}">
                      <a16:creationId xmlns:a16="http://schemas.microsoft.com/office/drawing/2014/main" id="{161CBD27-0015-9E4E-A23A-54D6994055AC}"/>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0" name="Freeform 378">
                  <a:extLst>
                    <a:ext uri="{FF2B5EF4-FFF2-40B4-BE49-F238E27FC236}">
                      <a16:creationId xmlns:a16="http://schemas.microsoft.com/office/drawing/2014/main" id="{9A49C5C2-1B2D-F34E-9A3F-1F93172CC83B}"/>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1" name="Rectangle 379">
                  <a:extLst>
                    <a:ext uri="{FF2B5EF4-FFF2-40B4-BE49-F238E27FC236}">
                      <a16:creationId xmlns:a16="http://schemas.microsoft.com/office/drawing/2014/main" id="{C9713409-6DE2-5042-BA1F-D7F3AE01B6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38" name="Line 380">
            <a:extLst>
              <a:ext uri="{FF2B5EF4-FFF2-40B4-BE49-F238E27FC236}">
                <a16:creationId xmlns:a16="http://schemas.microsoft.com/office/drawing/2014/main" id="{160B3EBA-B503-7548-9D5A-9FAE3E3DB813}"/>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9" name="Line 381">
            <a:extLst>
              <a:ext uri="{FF2B5EF4-FFF2-40B4-BE49-F238E27FC236}">
                <a16:creationId xmlns:a16="http://schemas.microsoft.com/office/drawing/2014/main" id="{AC5A1AC9-56F5-F040-A0C4-2E65C74ECBCC}"/>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0" name="Oval 382">
            <a:extLst>
              <a:ext uri="{FF2B5EF4-FFF2-40B4-BE49-F238E27FC236}">
                <a16:creationId xmlns:a16="http://schemas.microsoft.com/office/drawing/2014/main" id="{79C6A130-4BCB-FD4F-8018-E6567D541E23}"/>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1" name="Group 383">
            <a:extLst>
              <a:ext uri="{FF2B5EF4-FFF2-40B4-BE49-F238E27FC236}">
                <a16:creationId xmlns:a16="http://schemas.microsoft.com/office/drawing/2014/main" id="{52675941-A120-7A4B-B57D-4D86DFA1CDEE}"/>
              </a:ext>
            </a:extLst>
          </p:cNvPr>
          <p:cNvGrpSpPr>
            <a:grpSpLocks/>
          </p:cNvGrpSpPr>
          <p:nvPr/>
        </p:nvGrpSpPr>
        <p:grpSpPr bwMode="auto">
          <a:xfrm>
            <a:off x="4639866" y="673894"/>
            <a:ext cx="379809" cy="385763"/>
            <a:chOff x="2868" y="593"/>
            <a:chExt cx="343" cy="352"/>
          </a:xfrm>
        </p:grpSpPr>
        <p:grpSp>
          <p:nvGrpSpPr>
            <p:cNvPr id="111772" name="Group 384">
              <a:extLst>
                <a:ext uri="{FF2B5EF4-FFF2-40B4-BE49-F238E27FC236}">
                  <a16:creationId xmlns:a16="http://schemas.microsoft.com/office/drawing/2014/main" id="{2F696512-FEA1-2F40-AD0C-EEBEB27653FA}"/>
                </a:ext>
              </a:extLst>
            </p:cNvPr>
            <p:cNvGrpSpPr>
              <a:grpSpLocks/>
            </p:cNvGrpSpPr>
            <p:nvPr/>
          </p:nvGrpSpPr>
          <p:grpSpPr bwMode="auto">
            <a:xfrm>
              <a:off x="2877" y="599"/>
              <a:ext cx="334" cy="346"/>
              <a:chOff x="2877" y="599"/>
              <a:chExt cx="334" cy="346"/>
            </a:xfrm>
          </p:grpSpPr>
          <p:sp>
            <p:nvSpPr>
              <p:cNvPr id="111786" name="Freeform 385">
                <a:extLst>
                  <a:ext uri="{FF2B5EF4-FFF2-40B4-BE49-F238E27FC236}">
                    <a16:creationId xmlns:a16="http://schemas.microsoft.com/office/drawing/2014/main" id="{F3B3029A-F4EB-784E-A67A-9D77F271794E}"/>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7" name="Freeform 386">
                <a:extLst>
                  <a:ext uri="{FF2B5EF4-FFF2-40B4-BE49-F238E27FC236}">
                    <a16:creationId xmlns:a16="http://schemas.microsoft.com/office/drawing/2014/main" id="{D9DF071A-AA73-5145-A608-B18F43F0425C}"/>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8" name="Freeform 387">
                <a:extLst>
                  <a:ext uri="{FF2B5EF4-FFF2-40B4-BE49-F238E27FC236}">
                    <a16:creationId xmlns:a16="http://schemas.microsoft.com/office/drawing/2014/main" id="{5745279D-C9A0-C549-8E84-DE0E931CCF81}"/>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9" name="Freeform 388">
                <a:extLst>
                  <a:ext uri="{FF2B5EF4-FFF2-40B4-BE49-F238E27FC236}">
                    <a16:creationId xmlns:a16="http://schemas.microsoft.com/office/drawing/2014/main" id="{AFB49E6E-C312-CD43-8492-927DAC873808}"/>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0" name="Rectangle 389">
                <a:extLst>
                  <a:ext uri="{FF2B5EF4-FFF2-40B4-BE49-F238E27FC236}">
                    <a16:creationId xmlns:a16="http://schemas.microsoft.com/office/drawing/2014/main" id="{86EEE632-38D0-B647-BD0C-2168A20713A8}"/>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1" name="Rectangle 390">
                <a:extLst>
                  <a:ext uri="{FF2B5EF4-FFF2-40B4-BE49-F238E27FC236}">
                    <a16:creationId xmlns:a16="http://schemas.microsoft.com/office/drawing/2014/main" id="{F9584323-2E7A-FC44-9FBF-5F661A5F1532}"/>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2" name="Rectangle 391">
                <a:extLst>
                  <a:ext uri="{FF2B5EF4-FFF2-40B4-BE49-F238E27FC236}">
                    <a16:creationId xmlns:a16="http://schemas.microsoft.com/office/drawing/2014/main" id="{F20D0ECF-D137-7C40-BE39-7BE9EB219303}"/>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3" name="Line 392">
                <a:extLst>
                  <a:ext uri="{FF2B5EF4-FFF2-40B4-BE49-F238E27FC236}">
                    <a16:creationId xmlns:a16="http://schemas.microsoft.com/office/drawing/2014/main" id="{A4276D8D-EED4-1E4B-870C-1878087985CC}"/>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94" name="Group 393">
                <a:extLst>
                  <a:ext uri="{FF2B5EF4-FFF2-40B4-BE49-F238E27FC236}">
                    <a16:creationId xmlns:a16="http://schemas.microsoft.com/office/drawing/2014/main" id="{B4A4A1B6-1E0E-C646-85B6-0E3DAD0D9503}"/>
                  </a:ext>
                </a:extLst>
              </p:cNvPr>
              <p:cNvGrpSpPr>
                <a:grpSpLocks/>
              </p:cNvGrpSpPr>
              <p:nvPr/>
            </p:nvGrpSpPr>
            <p:grpSpPr bwMode="auto">
              <a:xfrm>
                <a:off x="2877" y="895"/>
                <a:ext cx="334" cy="50"/>
                <a:chOff x="2877" y="895"/>
                <a:chExt cx="334" cy="50"/>
              </a:xfrm>
            </p:grpSpPr>
            <p:sp>
              <p:nvSpPr>
                <p:cNvPr id="111795" name="Freeform 394">
                  <a:extLst>
                    <a:ext uri="{FF2B5EF4-FFF2-40B4-BE49-F238E27FC236}">
                      <a16:creationId xmlns:a16="http://schemas.microsoft.com/office/drawing/2014/main" id="{E7A36785-52A6-734D-8C1C-1DF92BB451A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6" name="Freeform 395">
                  <a:extLst>
                    <a:ext uri="{FF2B5EF4-FFF2-40B4-BE49-F238E27FC236}">
                      <a16:creationId xmlns:a16="http://schemas.microsoft.com/office/drawing/2014/main" id="{86C3F921-303D-CC42-9EE6-9A8FD91B5E82}"/>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7" name="Rectangle 396">
                  <a:extLst>
                    <a:ext uri="{FF2B5EF4-FFF2-40B4-BE49-F238E27FC236}">
                      <a16:creationId xmlns:a16="http://schemas.microsoft.com/office/drawing/2014/main" id="{9A36B788-F674-F54D-9F80-59F9D4A2781E}"/>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73" name="Group 397">
              <a:extLst>
                <a:ext uri="{FF2B5EF4-FFF2-40B4-BE49-F238E27FC236}">
                  <a16:creationId xmlns:a16="http://schemas.microsoft.com/office/drawing/2014/main" id="{810902A5-F930-4445-97CF-589C3AD0D4FA}"/>
                </a:ext>
              </a:extLst>
            </p:cNvPr>
            <p:cNvGrpSpPr>
              <a:grpSpLocks/>
            </p:cNvGrpSpPr>
            <p:nvPr/>
          </p:nvGrpSpPr>
          <p:grpSpPr bwMode="auto">
            <a:xfrm>
              <a:off x="2868" y="593"/>
              <a:ext cx="335" cy="346"/>
              <a:chOff x="2868" y="593"/>
              <a:chExt cx="335" cy="346"/>
            </a:xfrm>
          </p:grpSpPr>
          <p:sp>
            <p:nvSpPr>
              <p:cNvPr id="111774" name="Freeform 398">
                <a:extLst>
                  <a:ext uri="{FF2B5EF4-FFF2-40B4-BE49-F238E27FC236}">
                    <a16:creationId xmlns:a16="http://schemas.microsoft.com/office/drawing/2014/main" id="{6DA4B347-23E1-B245-95DD-5620E9201CCE}"/>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5" name="Freeform 399">
                <a:extLst>
                  <a:ext uri="{FF2B5EF4-FFF2-40B4-BE49-F238E27FC236}">
                    <a16:creationId xmlns:a16="http://schemas.microsoft.com/office/drawing/2014/main" id="{2BC3A50E-16EC-8749-B1A6-06DC6E46272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6" name="Freeform 400">
                <a:extLst>
                  <a:ext uri="{FF2B5EF4-FFF2-40B4-BE49-F238E27FC236}">
                    <a16:creationId xmlns:a16="http://schemas.microsoft.com/office/drawing/2014/main" id="{3FC47F9F-7534-104A-B81C-101D904B5489}"/>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7" name="Freeform 401">
                <a:extLst>
                  <a:ext uri="{FF2B5EF4-FFF2-40B4-BE49-F238E27FC236}">
                    <a16:creationId xmlns:a16="http://schemas.microsoft.com/office/drawing/2014/main" id="{6F5E43C4-61D0-1749-B474-6BF4DF86822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8" name="Rectangle 402">
                <a:extLst>
                  <a:ext uri="{FF2B5EF4-FFF2-40B4-BE49-F238E27FC236}">
                    <a16:creationId xmlns:a16="http://schemas.microsoft.com/office/drawing/2014/main" id="{8D384913-13B6-F249-9023-2D7AD640328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79" name="Rectangle 403">
                <a:extLst>
                  <a:ext uri="{FF2B5EF4-FFF2-40B4-BE49-F238E27FC236}">
                    <a16:creationId xmlns:a16="http://schemas.microsoft.com/office/drawing/2014/main" id="{97EC3BDF-489C-3B41-893D-17B5A72813B4}"/>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0" name="Rectangle 404">
                <a:extLst>
                  <a:ext uri="{FF2B5EF4-FFF2-40B4-BE49-F238E27FC236}">
                    <a16:creationId xmlns:a16="http://schemas.microsoft.com/office/drawing/2014/main" id="{8A51719A-C66D-F644-AE8F-66A655B6A2A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1" name="Line 405">
                <a:extLst>
                  <a:ext uri="{FF2B5EF4-FFF2-40B4-BE49-F238E27FC236}">
                    <a16:creationId xmlns:a16="http://schemas.microsoft.com/office/drawing/2014/main" id="{C27816E3-E034-8E4D-A358-79FCCA9CFE3A}"/>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82" name="Group 406">
                <a:extLst>
                  <a:ext uri="{FF2B5EF4-FFF2-40B4-BE49-F238E27FC236}">
                    <a16:creationId xmlns:a16="http://schemas.microsoft.com/office/drawing/2014/main" id="{5531D6BC-EF7F-BB4B-B0D1-C0745B70EF3F}"/>
                  </a:ext>
                </a:extLst>
              </p:cNvPr>
              <p:cNvGrpSpPr>
                <a:grpSpLocks/>
              </p:cNvGrpSpPr>
              <p:nvPr/>
            </p:nvGrpSpPr>
            <p:grpSpPr bwMode="auto">
              <a:xfrm>
                <a:off x="2868" y="888"/>
                <a:ext cx="335" cy="51"/>
                <a:chOff x="2868" y="888"/>
                <a:chExt cx="335" cy="51"/>
              </a:xfrm>
            </p:grpSpPr>
            <p:sp>
              <p:nvSpPr>
                <p:cNvPr id="111783" name="Freeform 407">
                  <a:extLst>
                    <a:ext uri="{FF2B5EF4-FFF2-40B4-BE49-F238E27FC236}">
                      <a16:creationId xmlns:a16="http://schemas.microsoft.com/office/drawing/2014/main" id="{B88551FD-1551-7643-A5E9-69D8F123DFE3}"/>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4" name="Freeform 408">
                  <a:extLst>
                    <a:ext uri="{FF2B5EF4-FFF2-40B4-BE49-F238E27FC236}">
                      <a16:creationId xmlns:a16="http://schemas.microsoft.com/office/drawing/2014/main" id="{06848159-F42C-D241-B7A3-2F4DFB362EC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5" name="Rectangle 409">
                  <a:extLst>
                    <a:ext uri="{FF2B5EF4-FFF2-40B4-BE49-F238E27FC236}">
                      <a16:creationId xmlns:a16="http://schemas.microsoft.com/office/drawing/2014/main" id="{4DC3E1F9-DE39-974C-B7CF-B1702260627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2" name="Oval 410">
            <a:extLst>
              <a:ext uri="{FF2B5EF4-FFF2-40B4-BE49-F238E27FC236}">
                <a16:creationId xmlns:a16="http://schemas.microsoft.com/office/drawing/2014/main" id="{F8B03B4D-838C-E945-A955-72F63D34EC43}"/>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3" name="Group 411">
            <a:extLst>
              <a:ext uri="{FF2B5EF4-FFF2-40B4-BE49-F238E27FC236}">
                <a16:creationId xmlns:a16="http://schemas.microsoft.com/office/drawing/2014/main" id="{C4437AAE-87F2-C44B-A636-74C11C3114E2}"/>
              </a:ext>
            </a:extLst>
          </p:cNvPr>
          <p:cNvGrpSpPr>
            <a:grpSpLocks/>
          </p:cNvGrpSpPr>
          <p:nvPr/>
        </p:nvGrpSpPr>
        <p:grpSpPr bwMode="auto">
          <a:xfrm>
            <a:off x="5798344" y="673894"/>
            <a:ext cx="379810" cy="385763"/>
            <a:chOff x="3915" y="593"/>
            <a:chExt cx="343" cy="352"/>
          </a:xfrm>
        </p:grpSpPr>
        <p:grpSp>
          <p:nvGrpSpPr>
            <p:cNvPr id="111746" name="Group 412">
              <a:extLst>
                <a:ext uri="{FF2B5EF4-FFF2-40B4-BE49-F238E27FC236}">
                  <a16:creationId xmlns:a16="http://schemas.microsoft.com/office/drawing/2014/main" id="{9F5B1EAA-07FE-8141-B1CD-4B9EAD78299B}"/>
                </a:ext>
              </a:extLst>
            </p:cNvPr>
            <p:cNvGrpSpPr>
              <a:grpSpLocks/>
            </p:cNvGrpSpPr>
            <p:nvPr/>
          </p:nvGrpSpPr>
          <p:grpSpPr bwMode="auto">
            <a:xfrm>
              <a:off x="3924" y="599"/>
              <a:ext cx="334" cy="346"/>
              <a:chOff x="3924" y="599"/>
              <a:chExt cx="334" cy="346"/>
            </a:xfrm>
          </p:grpSpPr>
          <p:sp>
            <p:nvSpPr>
              <p:cNvPr id="111760" name="Freeform 413">
                <a:extLst>
                  <a:ext uri="{FF2B5EF4-FFF2-40B4-BE49-F238E27FC236}">
                    <a16:creationId xmlns:a16="http://schemas.microsoft.com/office/drawing/2014/main" id="{07B6B6D7-46DC-9341-A488-CABA7068EDC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1" name="Freeform 414">
                <a:extLst>
                  <a:ext uri="{FF2B5EF4-FFF2-40B4-BE49-F238E27FC236}">
                    <a16:creationId xmlns:a16="http://schemas.microsoft.com/office/drawing/2014/main" id="{6360B5F0-E6FC-E740-B6BC-4E9C1E20DC74}"/>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2" name="Freeform 415">
                <a:extLst>
                  <a:ext uri="{FF2B5EF4-FFF2-40B4-BE49-F238E27FC236}">
                    <a16:creationId xmlns:a16="http://schemas.microsoft.com/office/drawing/2014/main" id="{E16F3D22-3C94-A14D-A729-6D05ED46BF7D}"/>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3" name="Freeform 416">
                <a:extLst>
                  <a:ext uri="{FF2B5EF4-FFF2-40B4-BE49-F238E27FC236}">
                    <a16:creationId xmlns:a16="http://schemas.microsoft.com/office/drawing/2014/main" id="{094D7E05-30A0-7340-B05A-229927C978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4" name="Rectangle 417">
                <a:extLst>
                  <a:ext uri="{FF2B5EF4-FFF2-40B4-BE49-F238E27FC236}">
                    <a16:creationId xmlns:a16="http://schemas.microsoft.com/office/drawing/2014/main" id="{E873A97A-B707-EC49-96ED-37BB238DEFAD}"/>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5" name="Rectangle 418">
                <a:extLst>
                  <a:ext uri="{FF2B5EF4-FFF2-40B4-BE49-F238E27FC236}">
                    <a16:creationId xmlns:a16="http://schemas.microsoft.com/office/drawing/2014/main" id="{B10773F5-9C15-6D47-8D4F-275208BE589A}"/>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6" name="Rectangle 419">
                <a:extLst>
                  <a:ext uri="{FF2B5EF4-FFF2-40B4-BE49-F238E27FC236}">
                    <a16:creationId xmlns:a16="http://schemas.microsoft.com/office/drawing/2014/main" id="{E760F9DC-F18E-6841-A80A-E00F5BB9C10C}"/>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7" name="Line 420">
                <a:extLst>
                  <a:ext uri="{FF2B5EF4-FFF2-40B4-BE49-F238E27FC236}">
                    <a16:creationId xmlns:a16="http://schemas.microsoft.com/office/drawing/2014/main" id="{828B441E-A412-7041-BF80-E5949690B1C8}"/>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68" name="Group 421">
                <a:extLst>
                  <a:ext uri="{FF2B5EF4-FFF2-40B4-BE49-F238E27FC236}">
                    <a16:creationId xmlns:a16="http://schemas.microsoft.com/office/drawing/2014/main" id="{72A3B42B-819B-E443-8ED3-613D70B7B9D6}"/>
                  </a:ext>
                </a:extLst>
              </p:cNvPr>
              <p:cNvGrpSpPr>
                <a:grpSpLocks/>
              </p:cNvGrpSpPr>
              <p:nvPr/>
            </p:nvGrpSpPr>
            <p:grpSpPr bwMode="auto">
              <a:xfrm>
                <a:off x="3924" y="895"/>
                <a:ext cx="334" cy="50"/>
                <a:chOff x="3924" y="895"/>
                <a:chExt cx="334" cy="50"/>
              </a:xfrm>
            </p:grpSpPr>
            <p:sp>
              <p:nvSpPr>
                <p:cNvPr id="111769" name="Freeform 422">
                  <a:extLst>
                    <a:ext uri="{FF2B5EF4-FFF2-40B4-BE49-F238E27FC236}">
                      <a16:creationId xmlns:a16="http://schemas.microsoft.com/office/drawing/2014/main" id="{6673B664-48F3-0B41-B154-0C1D9602D32D}"/>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0" name="Freeform 423">
                  <a:extLst>
                    <a:ext uri="{FF2B5EF4-FFF2-40B4-BE49-F238E27FC236}">
                      <a16:creationId xmlns:a16="http://schemas.microsoft.com/office/drawing/2014/main" id="{C13441A4-D18A-D149-AEFB-4D79D64D425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1" name="Rectangle 424">
                  <a:extLst>
                    <a:ext uri="{FF2B5EF4-FFF2-40B4-BE49-F238E27FC236}">
                      <a16:creationId xmlns:a16="http://schemas.microsoft.com/office/drawing/2014/main" id="{C7E875DF-220B-004C-9991-DE17E529BCD0}"/>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47" name="Group 425">
              <a:extLst>
                <a:ext uri="{FF2B5EF4-FFF2-40B4-BE49-F238E27FC236}">
                  <a16:creationId xmlns:a16="http://schemas.microsoft.com/office/drawing/2014/main" id="{EE2733C6-B17F-9743-9601-9CA7FC60054F}"/>
                </a:ext>
              </a:extLst>
            </p:cNvPr>
            <p:cNvGrpSpPr>
              <a:grpSpLocks/>
            </p:cNvGrpSpPr>
            <p:nvPr/>
          </p:nvGrpSpPr>
          <p:grpSpPr bwMode="auto">
            <a:xfrm>
              <a:off x="3915" y="593"/>
              <a:ext cx="335" cy="346"/>
              <a:chOff x="3915" y="593"/>
              <a:chExt cx="335" cy="346"/>
            </a:xfrm>
          </p:grpSpPr>
          <p:sp>
            <p:nvSpPr>
              <p:cNvPr id="111748" name="Freeform 426">
                <a:extLst>
                  <a:ext uri="{FF2B5EF4-FFF2-40B4-BE49-F238E27FC236}">
                    <a16:creationId xmlns:a16="http://schemas.microsoft.com/office/drawing/2014/main" id="{99D7F6B1-06AF-AB4F-8BBC-8F478A451F4A}"/>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49" name="Freeform 427">
                <a:extLst>
                  <a:ext uri="{FF2B5EF4-FFF2-40B4-BE49-F238E27FC236}">
                    <a16:creationId xmlns:a16="http://schemas.microsoft.com/office/drawing/2014/main" id="{33745DCC-14E9-D744-AA29-F825DF91C16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0" name="Freeform 428">
                <a:extLst>
                  <a:ext uri="{FF2B5EF4-FFF2-40B4-BE49-F238E27FC236}">
                    <a16:creationId xmlns:a16="http://schemas.microsoft.com/office/drawing/2014/main" id="{386BC281-CA69-2148-A990-AC2DCC2BDDD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1" name="Freeform 429">
                <a:extLst>
                  <a:ext uri="{FF2B5EF4-FFF2-40B4-BE49-F238E27FC236}">
                    <a16:creationId xmlns:a16="http://schemas.microsoft.com/office/drawing/2014/main" id="{73C37D8E-2230-D547-875B-48FC04A842F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2" name="Rectangle 430">
                <a:extLst>
                  <a:ext uri="{FF2B5EF4-FFF2-40B4-BE49-F238E27FC236}">
                    <a16:creationId xmlns:a16="http://schemas.microsoft.com/office/drawing/2014/main" id="{FCA47284-655C-3D42-8EBE-3C10335B37E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3" name="Rectangle 431">
                <a:extLst>
                  <a:ext uri="{FF2B5EF4-FFF2-40B4-BE49-F238E27FC236}">
                    <a16:creationId xmlns:a16="http://schemas.microsoft.com/office/drawing/2014/main" id="{120FE2CD-6C38-824A-8087-EED29606E5B0}"/>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4" name="Rectangle 432">
                <a:extLst>
                  <a:ext uri="{FF2B5EF4-FFF2-40B4-BE49-F238E27FC236}">
                    <a16:creationId xmlns:a16="http://schemas.microsoft.com/office/drawing/2014/main" id="{1688A992-2FC6-EF48-A503-4DEFC928B16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5" name="Line 433">
                <a:extLst>
                  <a:ext uri="{FF2B5EF4-FFF2-40B4-BE49-F238E27FC236}">
                    <a16:creationId xmlns:a16="http://schemas.microsoft.com/office/drawing/2014/main" id="{BFAC7AB0-8911-6C41-BA7A-97997955B1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56" name="Group 434">
                <a:extLst>
                  <a:ext uri="{FF2B5EF4-FFF2-40B4-BE49-F238E27FC236}">
                    <a16:creationId xmlns:a16="http://schemas.microsoft.com/office/drawing/2014/main" id="{210ED89E-04D8-F744-A869-0080646B827A}"/>
                  </a:ext>
                </a:extLst>
              </p:cNvPr>
              <p:cNvGrpSpPr>
                <a:grpSpLocks/>
              </p:cNvGrpSpPr>
              <p:nvPr/>
            </p:nvGrpSpPr>
            <p:grpSpPr bwMode="auto">
              <a:xfrm>
                <a:off x="3915" y="888"/>
                <a:ext cx="335" cy="51"/>
                <a:chOff x="3915" y="888"/>
                <a:chExt cx="335" cy="51"/>
              </a:xfrm>
            </p:grpSpPr>
            <p:sp>
              <p:nvSpPr>
                <p:cNvPr id="111757" name="Freeform 435">
                  <a:extLst>
                    <a:ext uri="{FF2B5EF4-FFF2-40B4-BE49-F238E27FC236}">
                      <a16:creationId xmlns:a16="http://schemas.microsoft.com/office/drawing/2014/main" id="{1B7018D0-1D5A-D048-86A1-C0CF2C38B2C2}"/>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8" name="Freeform 436">
                  <a:extLst>
                    <a:ext uri="{FF2B5EF4-FFF2-40B4-BE49-F238E27FC236}">
                      <a16:creationId xmlns:a16="http://schemas.microsoft.com/office/drawing/2014/main" id="{B81031B5-8F26-9445-A7DD-1D80B9B8E511}"/>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9" name="Rectangle 437">
                  <a:extLst>
                    <a:ext uri="{FF2B5EF4-FFF2-40B4-BE49-F238E27FC236}">
                      <a16:creationId xmlns:a16="http://schemas.microsoft.com/office/drawing/2014/main" id="{BFFB5F5D-9CAD-CE4F-9C75-25CE77778216}"/>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5" name="幻灯片编号占位符 1">
            <a:extLst>
              <a:ext uri="{FF2B5EF4-FFF2-40B4-BE49-F238E27FC236}">
                <a16:creationId xmlns:a16="http://schemas.microsoft.com/office/drawing/2014/main" id="{0840598D-52BC-E441-BB97-67BBF13B18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28A0E54-2997-A748-A508-393C10627AA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 name="Text Box 441">
            <a:extLst>
              <a:ext uri="{FF2B5EF4-FFF2-40B4-BE49-F238E27FC236}">
                <a16:creationId xmlns:a16="http://schemas.microsoft.com/office/drawing/2014/main" id="{E21CF695-353A-694F-B288-49D99647350E}"/>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902380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4851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3665" name="AutoShape 2">
            <a:extLst>
              <a:ext uri="{FF2B5EF4-FFF2-40B4-BE49-F238E27FC236}">
                <a16:creationId xmlns:a16="http://schemas.microsoft.com/office/drawing/2014/main" id="{39A6DB11-FF5B-B745-BC1A-37F99CA8C058}"/>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3666" name="Rectangle 3">
            <a:extLst>
              <a:ext uri="{FF2B5EF4-FFF2-40B4-BE49-F238E27FC236}">
                <a16:creationId xmlns:a16="http://schemas.microsoft.com/office/drawing/2014/main" id="{2590F390-EC44-AF44-A2FE-4BA6A67A2E7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3667" name="Freeform 4">
            <a:extLst>
              <a:ext uri="{FF2B5EF4-FFF2-40B4-BE49-F238E27FC236}">
                <a16:creationId xmlns:a16="http://schemas.microsoft.com/office/drawing/2014/main" id="{94D6FD91-F4D7-EE4E-B83D-2275F5D486C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68" name="Line 5">
            <a:extLst>
              <a:ext uri="{FF2B5EF4-FFF2-40B4-BE49-F238E27FC236}">
                <a16:creationId xmlns:a16="http://schemas.microsoft.com/office/drawing/2014/main" id="{3826C273-D4CF-BA49-AA6C-D441614FB9B4}"/>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69" name="Line 6">
            <a:extLst>
              <a:ext uri="{FF2B5EF4-FFF2-40B4-BE49-F238E27FC236}">
                <a16:creationId xmlns:a16="http://schemas.microsoft.com/office/drawing/2014/main" id="{53E9B7FA-1437-DE46-B41A-41647DF81A96}"/>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0" name="Freeform 7">
            <a:extLst>
              <a:ext uri="{FF2B5EF4-FFF2-40B4-BE49-F238E27FC236}">
                <a16:creationId xmlns:a16="http://schemas.microsoft.com/office/drawing/2014/main" id="{4120B552-4151-AB48-BE06-CB1606818BFF}"/>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671" name="Freeform 8">
            <a:extLst>
              <a:ext uri="{FF2B5EF4-FFF2-40B4-BE49-F238E27FC236}">
                <a16:creationId xmlns:a16="http://schemas.microsoft.com/office/drawing/2014/main" id="{D68F46B0-5200-8B4A-9F04-07D94B41A03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2" name="Line 9">
            <a:extLst>
              <a:ext uri="{FF2B5EF4-FFF2-40B4-BE49-F238E27FC236}">
                <a16:creationId xmlns:a16="http://schemas.microsoft.com/office/drawing/2014/main" id="{DB2B7728-6F48-8542-AC54-2746DCBA88D0}"/>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3" name="Freeform 10">
            <a:extLst>
              <a:ext uri="{FF2B5EF4-FFF2-40B4-BE49-F238E27FC236}">
                <a16:creationId xmlns:a16="http://schemas.microsoft.com/office/drawing/2014/main" id="{90F51524-D6F4-A846-AB8D-892378FA8770}"/>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4" name="Freeform 11">
            <a:extLst>
              <a:ext uri="{FF2B5EF4-FFF2-40B4-BE49-F238E27FC236}">
                <a16:creationId xmlns:a16="http://schemas.microsoft.com/office/drawing/2014/main" id="{85DC9A98-EF7A-7A4A-94DE-F98C40948542}"/>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5" name="Freeform 12">
            <a:extLst>
              <a:ext uri="{FF2B5EF4-FFF2-40B4-BE49-F238E27FC236}">
                <a16:creationId xmlns:a16="http://schemas.microsoft.com/office/drawing/2014/main" id="{C0904C26-1EA2-6340-AA8E-4D9B3642A31A}"/>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6" name="Rectangle 13">
            <a:extLst>
              <a:ext uri="{FF2B5EF4-FFF2-40B4-BE49-F238E27FC236}">
                <a16:creationId xmlns:a16="http://schemas.microsoft.com/office/drawing/2014/main" id="{DE82E6D8-4DC5-2E4C-90DA-3DB33AEB44D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7" name="Freeform 14">
            <a:extLst>
              <a:ext uri="{FF2B5EF4-FFF2-40B4-BE49-F238E27FC236}">
                <a16:creationId xmlns:a16="http://schemas.microsoft.com/office/drawing/2014/main" id="{C96F897A-1F8B-ED40-9DA4-D9FCAB1F7D26}"/>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8" name="Rectangle 15">
            <a:extLst>
              <a:ext uri="{FF2B5EF4-FFF2-40B4-BE49-F238E27FC236}">
                <a16:creationId xmlns:a16="http://schemas.microsoft.com/office/drawing/2014/main" id="{CE2F1ABF-AD21-BA49-B83F-91781E687C6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9" name="Freeform 16">
            <a:extLst>
              <a:ext uri="{FF2B5EF4-FFF2-40B4-BE49-F238E27FC236}">
                <a16:creationId xmlns:a16="http://schemas.microsoft.com/office/drawing/2014/main" id="{20C00EFE-2AEC-F14D-8CF3-6666DDEAE403}"/>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3680" name="Freeform 17">
            <a:extLst>
              <a:ext uri="{FF2B5EF4-FFF2-40B4-BE49-F238E27FC236}">
                <a16:creationId xmlns:a16="http://schemas.microsoft.com/office/drawing/2014/main" id="{BE80C85B-537A-AE47-B37D-B8CE29896B6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1" name="Freeform 18">
            <a:extLst>
              <a:ext uri="{FF2B5EF4-FFF2-40B4-BE49-F238E27FC236}">
                <a16:creationId xmlns:a16="http://schemas.microsoft.com/office/drawing/2014/main" id="{9CEC2028-7B5F-3C4E-97DB-0FE45B5294E8}"/>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2" name="Rectangle 19">
            <a:extLst>
              <a:ext uri="{FF2B5EF4-FFF2-40B4-BE49-F238E27FC236}">
                <a16:creationId xmlns:a16="http://schemas.microsoft.com/office/drawing/2014/main" id="{E81BB065-F413-7F4A-B7F1-2D5EC7146D48}"/>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3" name="Rectangle 20">
            <a:extLst>
              <a:ext uri="{FF2B5EF4-FFF2-40B4-BE49-F238E27FC236}">
                <a16:creationId xmlns:a16="http://schemas.microsoft.com/office/drawing/2014/main" id="{CCBA5149-BCD9-254C-8DB0-47F6FCC57FFF}"/>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4" name="Rectangle 21">
            <a:extLst>
              <a:ext uri="{FF2B5EF4-FFF2-40B4-BE49-F238E27FC236}">
                <a16:creationId xmlns:a16="http://schemas.microsoft.com/office/drawing/2014/main" id="{3D04BE93-9BA2-3E4A-A89F-45E3607A0D02}"/>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3685" name="Oval 22">
            <a:extLst>
              <a:ext uri="{FF2B5EF4-FFF2-40B4-BE49-F238E27FC236}">
                <a16:creationId xmlns:a16="http://schemas.microsoft.com/office/drawing/2014/main" id="{444B36C8-CA77-3A40-97EC-A8BB17276282}"/>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686" name="Group 23">
            <a:extLst>
              <a:ext uri="{FF2B5EF4-FFF2-40B4-BE49-F238E27FC236}">
                <a16:creationId xmlns:a16="http://schemas.microsoft.com/office/drawing/2014/main" id="{2E075E87-5356-F64F-A72A-96F488926ED2}"/>
              </a:ext>
            </a:extLst>
          </p:cNvPr>
          <p:cNvGrpSpPr>
            <a:grpSpLocks/>
          </p:cNvGrpSpPr>
          <p:nvPr/>
        </p:nvGrpSpPr>
        <p:grpSpPr bwMode="auto">
          <a:xfrm>
            <a:off x="1577579" y="2712244"/>
            <a:ext cx="378619" cy="386954"/>
            <a:chOff x="101" y="2294"/>
            <a:chExt cx="343" cy="353"/>
          </a:xfrm>
        </p:grpSpPr>
        <p:grpSp>
          <p:nvGrpSpPr>
            <p:cNvPr id="114081" name="Group 24">
              <a:extLst>
                <a:ext uri="{FF2B5EF4-FFF2-40B4-BE49-F238E27FC236}">
                  <a16:creationId xmlns:a16="http://schemas.microsoft.com/office/drawing/2014/main" id="{0D132436-D565-BF42-BFE5-9F946951CC0A}"/>
                </a:ext>
              </a:extLst>
            </p:cNvPr>
            <p:cNvGrpSpPr>
              <a:grpSpLocks/>
            </p:cNvGrpSpPr>
            <p:nvPr/>
          </p:nvGrpSpPr>
          <p:grpSpPr bwMode="auto">
            <a:xfrm>
              <a:off x="109" y="2301"/>
              <a:ext cx="335" cy="346"/>
              <a:chOff x="109" y="2301"/>
              <a:chExt cx="335" cy="346"/>
            </a:xfrm>
          </p:grpSpPr>
          <p:sp>
            <p:nvSpPr>
              <p:cNvPr id="114095" name="Freeform 25">
                <a:extLst>
                  <a:ext uri="{FF2B5EF4-FFF2-40B4-BE49-F238E27FC236}">
                    <a16:creationId xmlns:a16="http://schemas.microsoft.com/office/drawing/2014/main" id="{E45AE95F-6F90-FA46-847B-D098D38DE0E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6" name="Freeform 26">
                <a:extLst>
                  <a:ext uri="{FF2B5EF4-FFF2-40B4-BE49-F238E27FC236}">
                    <a16:creationId xmlns:a16="http://schemas.microsoft.com/office/drawing/2014/main" id="{0E2791EB-E765-9540-ABC8-45821892DF83}"/>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7" name="Freeform 27">
                <a:extLst>
                  <a:ext uri="{FF2B5EF4-FFF2-40B4-BE49-F238E27FC236}">
                    <a16:creationId xmlns:a16="http://schemas.microsoft.com/office/drawing/2014/main" id="{66D22F62-F88D-7D4F-956B-30E2E415E1C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8" name="Freeform 28">
                <a:extLst>
                  <a:ext uri="{FF2B5EF4-FFF2-40B4-BE49-F238E27FC236}">
                    <a16:creationId xmlns:a16="http://schemas.microsoft.com/office/drawing/2014/main" id="{FDF021B2-7AAD-904D-9882-BD53C30CBB50}"/>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9" name="Rectangle 29">
                <a:extLst>
                  <a:ext uri="{FF2B5EF4-FFF2-40B4-BE49-F238E27FC236}">
                    <a16:creationId xmlns:a16="http://schemas.microsoft.com/office/drawing/2014/main" id="{A90AFBFC-A166-0F4F-9A81-22172E3A15F0}"/>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0" name="Rectangle 30">
                <a:extLst>
                  <a:ext uri="{FF2B5EF4-FFF2-40B4-BE49-F238E27FC236}">
                    <a16:creationId xmlns:a16="http://schemas.microsoft.com/office/drawing/2014/main" id="{392597D0-7341-5C42-8E61-F0403EBA0D13}"/>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1" name="Rectangle 31">
                <a:extLst>
                  <a:ext uri="{FF2B5EF4-FFF2-40B4-BE49-F238E27FC236}">
                    <a16:creationId xmlns:a16="http://schemas.microsoft.com/office/drawing/2014/main" id="{7D4882F1-D7EF-0545-A8A8-A98118ACDBD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2" name="Line 32">
                <a:extLst>
                  <a:ext uri="{FF2B5EF4-FFF2-40B4-BE49-F238E27FC236}">
                    <a16:creationId xmlns:a16="http://schemas.microsoft.com/office/drawing/2014/main" id="{00ADB362-5DFA-B649-B14E-8D04740F6263}"/>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103" name="Group 33">
                <a:extLst>
                  <a:ext uri="{FF2B5EF4-FFF2-40B4-BE49-F238E27FC236}">
                    <a16:creationId xmlns:a16="http://schemas.microsoft.com/office/drawing/2014/main" id="{B0E05805-85B2-6147-8F35-6E37C90C5D31}"/>
                  </a:ext>
                </a:extLst>
              </p:cNvPr>
              <p:cNvGrpSpPr>
                <a:grpSpLocks/>
              </p:cNvGrpSpPr>
              <p:nvPr/>
            </p:nvGrpSpPr>
            <p:grpSpPr bwMode="auto">
              <a:xfrm>
                <a:off x="109" y="2596"/>
                <a:ext cx="335" cy="51"/>
                <a:chOff x="109" y="2596"/>
                <a:chExt cx="335" cy="51"/>
              </a:xfrm>
            </p:grpSpPr>
            <p:sp>
              <p:nvSpPr>
                <p:cNvPr id="114104" name="Freeform 34">
                  <a:extLst>
                    <a:ext uri="{FF2B5EF4-FFF2-40B4-BE49-F238E27FC236}">
                      <a16:creationId xmlns:a16="http://schemas.microsoft.com/office/drawing/2014/main" id="{2C8BE46C-E4AD-CC42-82B7-051D67167837}"/>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5" name="Freeform 35">
                  <a:extLst>
                    <a:ext uri="{FF2B5EF4-FFF2-40B4-BE49-F238E27FC236}">
                      <a16:creationId xmlns:a16="http://schemas.microsoft.com/office/drawing/2014/main" id="{12927709-E737-574C-82B4-F3154682BBA0}"/>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6" name="Rectangle 36">
                  <a:extLst>
                    <a:ext uri="{FF2B5EF4-FFF2-40B4-BE49-F238E27FC236}">
                      <a16:creationId xmlns:a16="http://schemas.microsoft.com/office/drawing/2014/main" id="{BCBE6314-5A15-364F-BA09-73A40DFB3AF3}"/>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82" name="Group 37">
              <a:extLst>
                <a:ext uri="{FF2B5EF4-FFF2-40B4-BE49-F238E27FC236}">
                  <a16:creationId xmlns:a16="http://schemas.microsoft.com/office/drawing/2014/main" id="{FBF64DFA-C92B-8148-945D-D5263819514C}"/>
                </a:ext>
              </a:extLst>
            </p:cNvPr>
            <p:cNvGrpSpPr>
              <a:grpSpLocks/>
            </p:cNvGrpSpPr>
            <p:nvPr/>
          </p:nvGrpSpPr>
          <p:grpSpPr bwMode="auto">
            <a:xfrm>
              <a:off x="101" y="2294"/>
              <a:ext cx="335" cy="347"/>
              <a:chOff x="101" y="2294"/>
              <a:chExt cx="335" cy="347"/>
            </a:xfrm>
          </p:grpSpPr>
          <p:sp>
            <p:nvSpPr>
              <p:cNvPr id="114083" name="Freeform 38">
                <a:extLst>
                  <a:ext uri="{FF2B5EF4-FFF2-40B4-BE49-F238E27FC236}">
                    <a16:creationId xmlns:a16="http://schemas.microsoft.com/office/drawing/2014/main" id="{0AA629CD-8D5D-4E40-8C10-35D6C90A4F6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4" name="Freeform 39">
                <a:extLst>
                  <a:ext uri="{FF2B5EF4-FFF2-40B4-BE49-F238E27FC236}">
                    <a16:creationId xmlns:a16="http://schemas.microsoft.com/office/drawing/2014/main" id="{08E07534-B34C-2F48-831B-FE46AF6F56F6}"/>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5" name="Freeform 40">
                <a:extLst>
                  <a:ext uri="{FF2B5EF4-FFF2-40B4-BE49-F238E27FC236}">
                    <a16:creationId xmlns:a16="http://schemas.microsoft.com/office/drawing/2014/main" id="{C67C5DB1-FFC7-5345-B9F1-07D6BDA1E38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6" name="Freeform 41">
                <a:extLst>
                  <a:ext uri="{FF2B5EF4-FFF2-40B4-BE49-F238E27FC236}">
                    <a16:creationId xmlns:a16="http://schemas.microsoft.com/office/drawing/2014/main" id="{EB2E7AB0-BAF1-FD40-95C7-B4C5EC39064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7" name="Rectangle 42">
                <a:extLst>
                  <a:ext uri="{FF2B5EF4-FFF2-40B4-BE49-F238E27FC236}">
                    <a16:creationId xmlns:a16="http://schemas.microsoft.com/office/drawing/2014/main" id="{B7AF7759-D4F9-7B44-8DEF-ED2F75C817F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8" name="Rectangle 43">
                <a:extLst>
                  <a:ext uri="{FF2B5EF4-FFF2-40B4-BE49-F238E27FC236}">
                    <a16:creationId xmlns:a16="http://schemas.microsoft.com/office/drawing/2014/main" id="{EDAEAF6F-7C22-7C49-A56F-C56C69EB297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9" name="Rectangle 44">
                <a:extLst>
                  <a:ext uri="{FF2B5EF4-FFF2-40B4-BE49-F238E27FC236}">
                    <a16:creationId xmlns:a16="http://schemas.microsoft.com/office/drawing/2014/main" id="{5787DB75-ED93-3E4D-A064-CB084756E372}"/>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90" name="Line 45">
                <a:extLst>
                  <a:ext uri="{FF2B5EF4-FFF2-40B4-BE49-F238E27FC236}">
                    <a16:creationId xmlns:a16="http://schemas.microsoft.com/office/drawing/2014/main" id="{D568FB9D-E54A-A740-964E-2EE9AFFE7F6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91" name="Group 46">
                <a:extLst>
                  <a:ext uri="{FF2B5EF4-FFF2-40B4-BE49-F238E27FC236}">
                    <a16:creationId xmlns:a16="http://schemas.microsoft.com/office/drawing/2014/main" id="{0B381F97-F5B1-9C48-A5C1-6CB34B7B013F}"/>
                  </a:ext>
                </a:extLst>
              </p:cNvPr>
              <p:cNvGrpSpPr>
                <a:grpSpLocks/>
              </p:cNvGrpSpPr>
              <p:nvPr/>
            </p:nvGrpSpPr>
            <p:grpSpPr bwMode="auto">
              <a:xfrm>
                <a:off x="101" y="2590"/>
                <a:ext cx="335" cy="51"/>
                <a:chOff x="101" y="2590"/>
                <a:chExt cx="335" cy="51"/>
              </a:xfrm>
            </p:grpSpPr>
            <p:sp>
              <p:nvSpPr>
                <p:cNvPr id="114092" name="Freeform 47">
                  <a:extLst>
                    <a:ext uri="{FF2B5EF4-FFF2-40B4-BE49-F238E27FC236}">
                      <a16:creationId xmlns:a16="http://schemas.microsoft.com/office/drawing/2014/main" id="{B1A1E461-72D0-2F4B-B3B9-045D1FC8EA7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3" name="Freeform 48">
                  <a:extLst>
                    <a:ext uri="{FF2B5EF4-FFF2-40B4-BE49-F238E27FC236}">
                      <a16:creationId xmlns:a16="http://schemas.microsoft.com/office/drawing/2014/main" id="{D09DA610-AE09-2A46-A51A-9C2A8D94230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4" name="Rectangle 49">
                  <a:extLst>
                    <a:ext uri="{FF2B5EF4-FFF2-40B4-BE49-F238E27FC236}">
                      <a16:creationId xmlns:a16="http://schemas.microsoft.com/office/drawing/2014/main" id="{D6E0622E-4359-6F49-9707-9A630D68DD66}"/>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7" name="Group 50">
            <a:extLst>
              <a:ext uri="{FF2B5EF4-FFF2-40B4-BE49-F238E27FC236}">
                <a16:creationId xmlns:a16="http://schemas.microsoft.com/office/drawing/2014/main" id="{44610797-AC87-D146-8DE7-286059C76C60}"/>
              </a:ext>
            </a:extLst>
          </p:cNvPr>
          <p:cNvGrpSpPr>
            <a:grpSpLocks/>
          </p:cNvGrpSpPr>
          <p:nvPr/>
        </p:nvGrpSpPr>
        <p:grpSpPr bwMode="auto">
          <a:xfrm>
            <a:off x="3661173" y="4561285"/>
            <a:ext cx="377428" cy="386953"/>
            <a:chOff x="3891" y="3616"/>
            <a:chExt cx="342" cy="353"/>
          </a:xfrm>
        </p:grpSpPr>
        <p:grpSp>
          <p:nvGrpSpPr>
            <p:cNvPr id="114055" name="Group 51">
              <a:extLst>
                <a:ext uri="{FF2B5EF4-FFF2-40B4-BE49-F238E27FC236}">
                  <a16:creationId xmlns:a16="http://schemas.microsoft.com/office/drawing/2014/main" id="{94385DAE-5B61-6942-8E5F-0FB6FDB6F8CA}"/>
                </a:ext>
              </a:extLst>
            </p:cNvPr>
            <p:cNvGrpSpPr>
              <a:grpSpLocks/>
            </p:cNvGrpSpPr>
            <p:nvPr/>
          </p:nvGrpSpPr>
          <p:grpSpPr bwMode="auto">
            <a:xfrm>
              <a:off x="3899" y="3622"/>
              <a:ext cx="334" cy="347"/>
              <a:chOff x="3899" y="3622"/>
              <a:chExt cx="334" cy="347"/>
            </a:xfrm>
          </p:grpSpPr>
          <p:sp>
            <p:nvSpPr>
              <p:cNvPr id="114069" name="Freeform 52">
                <a:extLst>
                  <a:ext uri="{FF2B5EF4-FFF2-40B4-BE49-F238E27FC236}">
                    <a16:creationId xmlns:a16="http://schemas.microsoft.com/office/drawing/2014/main" id="{152300AC-3F4A-2B4F-8374-34CE2C9AEF0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0" name="Freeform 53">
                <a:extLst>
                  <a:ext uri="{FF2B5EF4-FFF2-40B4-BE49-F238E27FC236}">
                    <a16:creationId xmlns:a16="http://schemas.microsoft.com/office/drawing/2014/main" id="{E81CF7DE-290A-8D4F-A01E-664F69F8F68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1" name="Freeform 54">
                <a:extLst>
                  <a:ext uri="{FF2B5EF4-FFF2-40B4-BE49-F238E27FC236}">
                    <a16:creationId xmlns:a16="http://schemas.microsoft.com/office/drawing/2014/main" id="{12C10573-475E-7B41-90D5-3C92D0BDE04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2" name="Freeform 55">
                <a:extLst>
                  <a:ext uri="{FF2B5EF4-FFF2-40B4-BE49-F238E27FC236}">
                    <a16:creationId xmlns:a16="http://schemas.microsoft.com/office/drawing/2014/main" id="{D730C4C2-4488-C94B-B66B-ECA1E4FFFD2F}"/>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3" name="Rectangle 56">
                <a:extLst>
                  <a:ext uri="{FF2B5EF4-FFF2-40B4-BE49-F238E27FC236}">
                    <a16:creationId xmlns:a16="http://schemas.microsoft.com/office/drawing/2014/main" id="{A350634F-22E9-1B41-A22C-6076FC6AAE0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4" name="Rectangle 57">
                <a:extLst>
                  <a:ext uri="{FF2B5EF4-FFF2-40B4-BE49-F238E27FC236}">
                    <a16:creationId xmlns:a16="http://schemas.microsoft.com/office/drawing/2014/main" id="{5D25710A-8BBB-CD48-BF32-23234E6A4EC1}"/>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5" name="Rectangle 58">
                <a:extLst>
                  <a:ext uri="{FF2B5EF4-FFF2-40B4-BE49-F238E27FC236}">
                    <a16:creationId xmlns:a16="http://schemas.microsoft.com/office/drawing/2014/main" id="{4BB39C3F-6298-934B-8BAC-D72550353E4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6" name="Line 59">
                <a:extLst>
                  <a:ext uri="{FF2B5EF4-FFF2-40B4-BE49-F238E27FC236}">
                    <a16:creationId xmlns:a16="http://schemas.microsoft.com/office/drawing/2014/main" id="{E68083A0-8222-2D4D-A029-BA8B22100D65}"/>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77" name="Group 60">
                <a:extLst>
                  <a:ext uri="{FF2B5EF4-FFF2-40B4-BE49-F238E27FC236}">
                    <a16:creationId xmlns:a16="http://schemas.microsoft.com/office/drawing/2014/main" id="{98A48D8A-E3A2-1A43-9085-50BC7E479AA4}"/>
                  </a:ext>
                </a:extLst>
              </p:cNvPr>
              <p:cNvGrpSpPr>
                <a:grpSpLocks/>
              </p:cNvGrpSpPr>
              <p:nvPr/>
            </p:nvGrpSpPr>
            <p:grpSpPr bwMode="auto">
              <a:xfrm>
                <a:off x="3899" y="3918"/>
                <a:ext cx="334" cy="51"/>
                <a:chOff x="3899" y="3918"/>
                <a:chExt cx="334" cy="51"/>
              </a:xfrm>
            </p:grpSpPr>
            <p:sp>
              <p:nvSpPr>
                <p:cNvPr id="114078" name="Freeform 61">
                  <a:extLst>
                    <a:ext uri="{FF2B5EF4-FFF2-40B4-BE49-F238E27FC236}">
                      <a16:creationId xmlns:a16="http://schemas.microsoft.com/office/drawing/2014/main" id="{F3231448-C2F1-6D41-BF36-F217B9DF52D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9" name="Freeform 62">
                  <a:extLst>
                    <a:ext uri="{FF2B5EF4-FFF2-40B4-BE49-F238E27FC236}">
                      <a16:creationId xmlns:a16="http://schemas.microsoft.com/office/drawing/2014/main" id="{55B93B2D-9AF0-E347-B1A4-CEE8DCB403C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0" name="Rectangle 63">
                  <a:extLst>
                    <a:ext uri="{FF2B5EF4-FFF2-40B4-BE49-F238E27FC236}">
                      <a16:creationId xmlns:a16="http://schemas.microsoft.com/office/drawing/2014/main" id="{FAA7DB54-893F-344F-9230-7953B283FDD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56" name="Group 64">
              <a:extLst>
                <a:ext uri="{FF2B5EF4-FFF2-40B4-BE49-F238E27FC236}">
                  <a16:creationId xmlns:a16="http://schemas.microsoft.com/office/drawing/2014/main" id="{CC517A64-DF1B-5A44-81EB-09E0ED4B8831}"/>
                </a:ext>
              </a:extLst>
            </p:cNvPr>
            <p:cNvGrpSpPr>
              <a:grpSpLocks/>
            </p:cNvGrpSpPr>
            <p:nvPr/>
          </p:nvGrpSpPr>
          <p:grpSpPr bwMode="auto">
            <a:xfrm>
              <a:off x="3891" y="3616"/>
              <a:ext cx="334" cy="346"/>
              <a:chOff x="3891" y="3616"/>
              <a:chExt cx="334" cy="346"/>
            </a:xfrm>
          </p:grpSpPr>
          <p:sp>
            <p:nvSpPr>
              <p:cNvPr id="114057" name="Freeform 65">
                <a:extLst>
                  <a:ext uri="{FF2B5EF4-FFF2-40B4-BE49-F238E27FC236}">
                    <a16:creationId xmlns:a16="http://schemas.microsoft.com/office/drawing/2014/main" id="{8F9C83B0-2153-AC4E-A8E1-8C477ADB797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8" name="Freeform 66">
                <a:extLst>
                  <a:ext uri="{FF2B5EF4-FFF2-40B4-BE49-F238E27FC236}">
                    <a16:creationId xmlns:a16="http://schemas.microsoft.com/office/drawing/2014/main" id="{D5DB9972-057A-7E4D-9859-1BC376651F4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9" name="Freeform 67">
                <a:extLst>
                  <a:ext uri="{FF2B5EF4-FFF2-40B4-BE49-F238E27FC236}">
                    <a16:creationId xmlns:a16="http://schemas.microsoft.com/office/drawing/2014/main" id="{26B5977B-1C1C-3D4D-AD7A-76A931EA7AD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0" name="Freeform 68">
                <a:extLst>
                  <a:ext uri="{FF2B5EF4-FFF2-40B4-BE49-F238E27FC236}">
                    <a16:creationId xmlns:a16="http://schemas.microsoft.com/office/drawing/2014/main" id="{8975A074-C387-3C47-8E7E-AE778AF932C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1" name="Rectangle 69">
                <a:extLst>
                  <a:ext uri="{FF2B5EF4-FFF2-40B4-BE49-F238E27FC236}">
                    <a16:creationId xmlns:a16="http://schemas.microsoft.com/office/drawing/2014/main" id="{A72A7A52-5595-9949-9BE8-312AFE725CC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2" name="Rectangle 70">
                <a:extLst>
                  <a:ext uri="{FF2B5EF4-FFF2-40B4-BE49-F238E27FC236}">
                    <a16:creationId xmlns:a16="http://schemas.microsoft.com/office/drawing/2014/main" id="{7E8A8603-805C-D040-AD54-4490CE15F54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3" name="Rectangle 71">
                <a:extLst>
                  <a:ext uri="{FF2B5EF4-FFF2-40B4-BE49-F238E27FC236}">
                    <a16:creationId xmlns:a16="http://schemas.microsoft.com/office/drawing/2014/main" id="{2F375AD9-1C18-BA41-B613-A249D814C9B8}"/>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4" name="Line 72">
                <a:extLst>
                  <a:ext uri="{FF2B5EF4-FFF2-40B4-BE49-F238E27FC236}">
                    <a16:creationId xmlns:a16="http://schemas.microsoft.com/office/drawing/2014/main" id="{E09F33B6-2CAE-0244-BCCE-30E13AC9C11C}"/>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65" name="Group 73">
                <a:extLst>
                  <a:ext uri="{FF2B5EF4-FFF2-40B4-BE49-F238E27FC236}">
                    <a16:creationId xmlns:a16="http://schemas.microsoft.com/office/drawing/2014/main" id="{4D7DDF3E-18DB-3048-917B-C87815F4F10E}"/>
                  </a:ext>
                </a:extLst>
              </p:cNvPr>
              <p:cNvGrpSpPr>
                <a:grpSpLocks/>
              </p:cNvGrpSpPr>
              <p:nvPr/>
            </p:nvGrpSpPr>
            <p:grpSpPr bwMode="auto">
              <a:xfrm>
                <a:off x="3891" y="3912"/>
                <a:ext cx="334" cy="50"/>
                <a:chOff x="3891" y="3912"/>
                <a:chExt cx="334" cy="50"/>
              </a:xfrm>
            </p:grpSpPr>
            <p:sp>
              <p:nvSpPr>
                <p:cNvPr id="114066" name="Freeform 74">
                  <a:extLst>
                    <a:ext uri="{FF2B5EF4-FFF2-40B4-BE49-F238E27FC236}">
                      <a16:creationId xmlns:a16="http://schemas.microsoft.com/office/drawing/2014/main" id="{A6A4DD73-03E9-7A47-B206-202EB52C2A7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7" name="Freeform 75">
                  <a:extLst>
                    <a:ext uri="{FF2B5EF4-FFF2-40B4-BE49-F238E27FC236}">
                      <a16:creationId xmlns:a16="http://schemas.microsoft.com/office/drawing/2014/main" id="{5BE3DCEF-293E-D546-8B2B-96A59538389D}"/>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8" name="Rectangle 76">
                  <a:extLst>
                    <a:ext uri="{FF2B5EF4-FFF2-40B4-BE49-F238E27FC236}">
                      <a16:creationId xmlns:a16="http://schemas.microsoft.com/office/drawing/2014/main" id="{95597174-370A-7C48-97A4-B5B39BBE058A}"/>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8" name="Group 77">
            <a:extLst>
              <a:ext uri="{FF2B5EF4-FFF2-40B4-BE49-F238E27FC236}">
                <a16:creationId xmlns:a16="http://schemas.microsoft.com/office/drawing/2014/main" id="{B83781E7-6CC8-5D4A-A7DC-FD06ACCA09D6}"/>
              </a:ext>
            </a:extLst>
          </p:cNvPr>
          <p:cNvGrpSpPr>
            <a:grpSpLocks/>
          </p:cNvGrpSpPr>
          <p:nvPr/>
        </p:nvGrpSpPr>
        <p:grpSpPr bwMode="auto">
          <a:xfrm>
            <a:off x="4613673" y="4549379"/>
            <a:ext cx="378619" cy="386953"/>
            <a:chOff x="4752" y="3605"/>
            <a:chExt cx="343" cy="353"/>
          </a:xfrm>
        </p:grpSpPr>
        <p:grpSp>
          <p:nvGrpSpPr>
            <p:cNvPr id="114029" name="Group 78">
              <a:extLst>
                <a:ext uri="{FF2B5EF4-FFF2-40B4-BE49-F238E27FC236}">
                  <a16:creationId xmlns:a16="http://schemas.microsoft.com/office/drawing/2014/main" id="{15E9B5A8-16FF-B74C-8EF3-097D512643C2}"/>
                </a:ext>
              </a:extLst>
            </p:cNvPr>
            <p:cNvGrpSpPr>
              <a:grpSpLocks/>
            </p:cNvGrpSpPr>
            <p:nvPr/>
          </p:nvGrpSpPr>
          <p:grpSpPr bwMode="auto">
            <a:xfrm>
              <a:off x="4760" y="3612"/>
              <a:ext cx="335" cy="346"/>
              <a:chOff x="4760" y="3612"/>
              <a:chExt cx="335" cy="346"/>
            </a:xfrm>
          </p:grpSpPr>
          <p:sp>
            <p:nvSpPr>
              <p:cNvPr id="114043" name="Freeform 79">
                <a:extLst>
                  <a:ext uri="{FF2B5EF4-FFF2-40B4-BE49-F238E27FC236}">
                    <a16:creationId xmlns:a16="http://schemas.microsoft.com/office/drawing/2014/main" id="{788CBD86-85D7-994D-B87F-42A0C4688CCF}"/>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4" name="Freeform 80">
                <a:extLst>
                  <a:ext uri="{FF2B5EF4-FFF2-40B4-BE49-F238E27FC236}">
                    <a16:creationId xmlns:a16="http://schemas.microsoft.com/office/drawing/2014/main" id="{7CAB57A4-6960-D54F-AD0E-4F0E27D1E32B}"/>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5" name="Freeform 81">
                <a:extLst>
                  <a:ext uri="{FF2B5EF4-FFF2-40B4-BE49-F238E27FC236}">
                    <a16:creationId xmlns:a16="http://schemas.microsoft.com/office/drawing/2014/main" id="{260BAAD0-0385-3944-B8ED-46C13E93427F}"/>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6" name="Freeform 82">
                <a:extLst>
                  <a:ext uri="{FF2B5EF4-FFF2-40B4-BE49-F238E27FC236}">
                    <a16:creationId xmlns:a16="http://schemas.microsoft.com/office/drawing/2014/main" id="{222F5DB5-C219-184D-A8D2-31770B6D6CF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7" name="Rectangle 83">
                <a:extLst>
                  <a:ext uri="{FF2B5EF4-FFF2-40B4-BE49-F238E27FC236}">
                    <a16:creationId xmlns:a16="http://schemas.microsoft.com/office/drawing/2014/main" id="{51B7D3CC-ADE7-B741-8DE9-E09055C9BFA1}"/>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8" name="Rectangle 84">
                <a:extLst>
                  <a:ext uri="{FF2B5EF4-FFF2-40B4-BE49-F238E27FC236}">
                    <a16:creationId xmlns:a16="http://schemas.microsoft.com/office/drawing/2014/main" id="{34443284-8DE7-3144-AE18-8655D22201BB}"/>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9" name="Rectangle 85">
                <a:extLst>
                  <a:ext uri="{FF2B5EF4-FFF2-40B4-BE49-F238E27FC236}">
                    <a16:creationId xmlns:a16="http://schemas.microsoft.com/office/drawing/2014/main" id="{0851B405-8109-C64F-BB3A-4D7D694024C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50" name="Line 86">
                <a:extLst>
                  <a:ext uri="{FF2B5EF4-FFF2-40B4-BE49-F238E27FC236}">
                    <a16:creationId xmlns:a16="http://schemas.microsoft.com/office/drawing/2014/main" id="{98270EC8-CB32-7348-8BAF-1EAB35CDFF6B}"/>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51" name="Group 87">
                <a:extLst>
                  <a:ext uri="{FF2B5EF4-FFF2-40B4-BE49-F238E27FC236}">
                    <a16:creationId xmlns:a16="http://schemas.microsoft.com/office/drawing/2014/main" id="{1BE9D8F6-B6E8-7D4E-AE8E-0A4C4DE65BC6}"/>
                  </a:ext>
                </a:extLst>
              </p:cNvPr>
              <p:cNvGrpSpPr>
                <a:grpSpLocks/>
              </p:cNvGrpSpPr>
              <p:nvPr/>
            </p:nvGrpSpPr>
            <p:grpSpPr bwMode="auto">
              <a:xfrm>
                <a:off x="4760" y="3907"/>
                <a:ext cx="335" cy="51"/>
                <a:chOff x="4760" y="3907"/>
                <a:chExt cx="335" cy="51"/>
              </a:xfrm>
            </p:grpSpPr>
            <p:sp>
              <p:nvSpPr>
                <p:cNvPr id="114052" name="Freeform 88">
                  <a:extLst>
                    <a:ext uri="{FF2B5EF4-FFF2-40B4-BE49-F238E27FC236}">
                      <a16:creationId xmlns:a16="http://schemas.microsoft.com/office/drawing/2014/main" id="{7B82064B-E975-AA42-99B2-E29C4077E11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3" name="Freeform 89">
                  <a:extLst>
                    <a:ext uri="{FF2B5EF4-FFF2-40B4-BE49-F238E27FC236}">
                      <a16:creationId xmlns:a16="http://schemas.microsoft.com/office/drawing/2014/main" id="{44296B79-2FD5-BB4F-A0A9-7ABF26D5D9B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4" name="Rectangle 90">
                  <a:extLst>
                    <a:ext uri="{FF2B5EF4-FFF2-40B4-BE49-F238E27FC236}">
                      <a16:creationId xmlns:a16="http://schemas.microsoft.com/office/drawing/2014/main" id="{06B14C01-8D53-594A-97F1-423002A7E4DF}"/>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30" name="Group 91">
              <a:extLst>
                <a:ext uri="{FF2B5EF4-FFF2-40B4-BE49-F238E27FC236}">
                  <a16:creationId xmlns:a16="http://schemas.microsoft.com/office/drawing/2014/main" id="{20742FD9-BE12-FB48-88A7-4FAADD73FA64}"/>
                </a:ext>
              </a:extLst>
            </p:cNvPr>
            <p:cNvGrpSpPr>
              <a:grpSpLocks/>
            </p:cNvGrpSpPr>
            <p:nvPr/>
          </p:nvGrpSpPr>
          <p:grpSpPr bwMode="auto">
            <a:xfrm>
              <a:off x="4752" y="3605"/>
              <a:ext cx="334" cy="347"/>
              <a:chOff x="4752" y="3605"/>
              <a:chExt cx="334" cy="347"/>
            </a:xfrm>
          </p:grpSpPr>
          <p:sp>
            <p:nvSpPr>
              <p:cNvPr id="114031" name="Freeform 92">
                <a:extLst>
                  <a:ext uri="{FF2B5EF4-FFF2-40B4-BE49-F238E27FC236}">
                    <a16:creationId xmlns:a16="http://schemas.microsoft.com/office/drawing/2014/main" id="{20252F69-824D-A644-A578-2491DD26696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2" name="Freeform 93">
                <a:extLst>
                  <a:ext uri="{FF2B5EF4-FFF2-40B4-BE49-F238E27FC236}">
                    <a16:creationId xmlns:a16="http://schemas.microsoft.com/office/drawing/2014/main" id="{F6A5D4C4-F04B-9642-9992-1F67E3A83C4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3" name="Freeform 94">
                <a:extLst>
                  <a:ext uri="{FF2B5EF4-FFF2-40B4-BE49-F238E27FC236}">
                    <a16:creationId xmlns:a16="http://schemas.microsoft.com/office/drawing/2014/main" id="{5E021BCA-D92F-2447-98A7-0B016E9B888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4" name="Freeform 95">
                <a:extLst>
                  <a:ext uri="{FF2B5EF4-FFF2-40B4-BE49-F238E27FC236}">
                    <a16:creationId xmlns:a16="http://schemas.microsoft.com/office/drawing/2014/main" id="{4AC621C4-DAB2-8E48-8C58-C751C5250D3E}"/>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5" name="Rectangle 96">
                <a:extLst>
                  <a:ext uri="{FF2B5EF4-FFF2-40B4-BE49-F238E27FC236}">
                    <a16:creationId xmlns:a16="http://schemas.microsoft.com/office/drawing/2014/main" id="{35D73C0F-BF3C-C346-BAC8-AC96CD220469}"/>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6" name="Rectangle 97">
                <a:extLst>
                  <a:ext uri="{FF2B5EF4-FFF2-40B4-BE49-F238E27FC236}">
                    <a16:creationId xmlns:a16="http://schemas.microsoft.com/office/drawing/2014/main" id="{0FB55EC8-F435-DE4F-BC3F-B8E3B0ED87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7" name="Rectangle 98">
                <a:extLst>
                  <a:ext uri="{FF2B5EF4-FFF2-40B4-BE49-F238E27FC236}">
                    <a16:creationId xmlns:a16="http://schemas.microsoft.com/office/drawing/2014/main" id="{0ED965EF-C00C-E442-8EFA-661C57DD4F92}"/>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8" name="Line 99">
                <a:extLst>
                  <a:ext uri="{FF2B5EF4-FFF2-40B4-BE49-F238E27FC236}">
                    <a16:creationId xmlns:a16="http://schemas.microsoft.com/office/drawing/2014/main" id="{863C2C12-337E-484D-9A96-380173E3D37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39" name="Group 100">
                <a:extLst>
                  <a:ext uri="{FF2B5EF4-FFF2-40B4-BE49-F238E27FC236}">
                    <a16:creationId xmlns:a16="http://schemas.microsoft.com/office/drawing/2014/main" id="{91FD4CF7-9512-A741-BA41-59225EAFFE1E}"/>
                  </a:ext>
                </a:extLst>
              </p:cNvPr>
              <p:cNvGrpSpPr>
                <a:grpSpLocks/>
              </p:cNvGrpSpPr>
              <p:nvPr/>
            </p:nvGrpSpPr>
            <p:grpSpPr bwMode="auto">
              <a:xfrm>
                <a:off x="4752" y="3901"/>
                <a:ext cx="334" cy="51"/>
                <a:chOff x="4752" y="3901"/>
                <a:chExt cx="334" cy="51"/>
              </a:xfrm>
            </p:grpSpPr>
            <p:sp>
              <p:nvSpPr>
                <p:cNvPr id="114040" name="Freeform 101">
                  <a:extLst>
                    <a:ext uri="{FF2B5EF4-FFF2-40B4-BE49-F238E27FC236}">
                      <a16:creationId xmlns:a16="http://schemas.microsoft.com/office/drawing/2014/main" id="{7F911C1B-880C-2D45-84EF-A594083D48A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1" name="Freeform 102">
                  <a:extLst>
                    <a:ext uri="{FF2B5EF4-FFF2-40B4-BE49-F238E27FC236}">
                      <a16:creationId xmlns:a16="http://schemas.microsoft.com/office/drawing/2014/main" id="{BAC0F370-6EF9-3D41-B8F3-2639CFE4723B}"/>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2" name="Rectangle 103">
                  <a:extLst>
                    <a:ext uri="{FF2B5EF4-FFF2-40B4-BE49-F238E27FC236}">
                      <a16:creationId xmlns:a16="http://schemas.microsoft.com/office/drawing/2014/main" id="{A18DBF2C-2EE8-E344-834C-E6E0FFE0479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9" name="Group 104">
            <a:extLst>
              <a:ext uri="{FF2B5EF4-FFF2-40B4-BE49-F238E27FC236}">
                <a16:creationId xmlns:a16="http://schemas.microsoft.com/office/drawing/2014/main" id="{5B5462B5-96CD-4B48-9EB5-336292DD0BEB}"/>
              </a:ext>
            </a:extLst>
          </p:cNvPr>
          <p:cNvGrpSpPr>
            <a:grpSpLocks/>
          </p:cNvGrpSpPr>
          <p:nvPr/>
        </p:nvGrpSpPr>
        <p:grpSpPr bwMode="auto">
          <a:xfrm>
            <a:off x="1577579" y="1882379"/>
            <a:ext cx="378619" cy="388144"/>
            <a:chOff x="101" y="1539"/>
            <a:chExt cx="343" cy="352"/>
          </a:xfrm>
        </p:grpSpPr>
        <p:grpSp>
          <p:nvGrpSpPr>
            <p:cNvPr id="114003" name="Group 105">
              <a:extLst>
                <a:ext uri="{FF2B5EF4-FFF2-40B4-BE49-F238E27FC236}">
                  <a16:creationId xmlns:a16="http://schemas.microsoft.com/office/drawing/2014/main" id="{C10CBAE6-3663-1F40-A73F-03F0A392F95F}"/>
                </a:ext>
              </a:extLst>
            </p:cNvPr>
            <p:cNvGrpSpPr>
              <a:grpSpLocks/>
            </p:cNvGrpSpPr>
            <p:nvPr/>
          </p:nvGrpSpPr>
          <p:grpSpPr bwMode="auto">
            <a:xfrm>
              <a:off x="109" y="1545"/>
              <a:ext cx="335" cy="346"/>
              <a:chOff x="109" y="1545"/>
              <a:chExt cx="335" cy="346"/>
            </a:xfrm>
          </p:grpSpPr>
          <p:sp>
            <p:nvSpPr>
              <p:cNvPr id="114017" name="Freeform 106">
                <a:extLst>
                  <a:ext uri="{FF2B5EF4-FFF2-40B4-BE49-F238E27FC236}">
                    <a16:creationId xmlns:a16="http://schemas.microsoft.com/office/drawing/2014/main" id="{1262A3EE-CA11-7B47-9D26-E9811564E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8" name="Freeform 107">
                <a:extLst>
                  <a:ext uri="{FF2B5EF4-FFF2-40B4-BE49-F238E27FC236}">
                    <a16:creationId xmlns:a16="http://schemas.microsoft.com/office/drawing/2014/main" id="{CB4751CE-6560-8648-B432-0F36909400F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9" name="Freeform 108">
                <a:extLst>
                  <a:ext uri="{FF2B5EF4-FFF2-40B4-BE49-F238E27FC236}">
                    <a16:creationId xmlns:a16="http://schemas.microsoft.com/office/drawing/2014/main" id="{D167A685-0933-1648-ACFC-A34478871D06}"/>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0" name="Freeform 109">
                <a:extLst>
                  <a:ext uri="{FF2B5EF4-FFF2-40B4-BE49-F238E27FC236}">
                    <a16:creationId xmlns:a16="http://schemas.microsoft.com/office/drawing/2014/main" id="{F0689E6A-2974-0345-A418-EA1EF456857B}"/>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1" name="Rectangle 110">
                <a:extLst>
                  <a:ext uri="{FF2B5EF4-FFF2-40B4-BE49-F238E27FC236}">
                    <a16:creationId xmlns:a16="http://schemas.microsoft.com/office/drawing/2014/main" id="{52FBF7CA-E3DC-CE4A-9AE9-FC995D08FDF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2" name="Rectangle 111">
                <a:extLst>
                  <a:ext uri="{FF2B5EF4-FFF2-40B4-BE49-F238E27FC236}">
                    <a16:creationId xmlns:a16="http://schemas.microsoft.com/office/drawing/2014/main" id="{54DE4211-4674-4B45-878B-59AF277B00C5}"/>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3" name="Rectangle 112">
                <a:extLst>
                  <a:ext uri="{FF2B5EF4-FFF2-40B4-BE49-F238E27FC236}">
                    <a16:creationId xmlns:a16="http://schemas.microsoft.com/office/drawing/2014/main" id="{1F116B3C-8179-9444-8163-980459633B8F}"/>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4" name="Line 113">
                <a:extLst>
                  <a:ext uri="{FF2B5EF4-FFF2-40B4-BE49-F238E27FC236}">
                    <a16:creationId xmlns:a16="http://schemas.microsoft.com/office/drawing/2014/main" id="{99C78E61-3FDC-FA4F-99F8-9C13ADF70256}"/>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25" name="Group 114">
                <a:extLst>
                  <a:ext uri="{FF2B5EF4-FFF2-40B4-BE49-F238E27FC236}">
                    <a16:creationId xmlns:a16="http://schemas.microsoft.com/office/drawing/2014/main" id="{B52135B3-2F85-354C-8510-565387509263}"/>
                  </a:ext>
                </a:extLst>
              </p:cNvPr>
              <p:cNvGrpSpPr>
                <a:grpSpLocks/>
              </p:cNvGrpSpPr>
              <p:nvPr/>
            </p:nvGrpSpPr>
            <p:grpSpPr bwMode="auto">
              <a:xfrm>
                <a:off x="109" y="1841"/>
                <a:ext cx="335" cy="50"/>
                <a:chOff x="109" y="1841"/>
                <a:chExt cx="335" cy="50"/>
              </a:xfrm>
            </p:grpSpPr>
            <p:sp>
              <p:nvSpPr>
                <p:cNvPr id="114026" name="Freeform 115">
                  <a:extLst>
                    <a:ext uri="{FF2B5EF4-FFF2-40B4-BE49-F238E27FC236}">
                      <a16:creationId xmlns:a16="http://schemas.microsoft.com/office/drawing/2014/main" id="{3ABC7E11-D1C3-0245-AABE-05B1897CD30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7" name="Freeform 116">
                  <a:extLst>
                    <a:ext uri="{FF2B5EF4-FFF2-40B4-BE49-F238E27FC236}">
                      <a16:creationId xmlns:a16="http://schemas.microsoft.com/office/drawing/2014/main" id="{1DCF0CE0-46CC-F14E-8438-F7B3D350CF7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8" name="Rectangle 117">
                  <a:extLst>
                    <a:ext uri="{FF2B5EF4-FFF2-40B4-BE49-F238E27FC236}">
                      <a16:creationId xmlns:a16="http://schemas.microsoft.com/office/drawing/2014/main" id="{01FB9F9D-429E-E545-881D-AB63BC8F9D3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04" name="Group 118">
              <a:extLst>
                <a:ext uri="{FF2B5EF4-FFF2-40B4-BE49-F238E27FC236}">
                  <a16:creationId xmlns:a16="http://schemas.microsoft.com/office/drawing/2014/main" id="{30D818C7-4AD6-6E41-8762-0EFAF1FFC0FD}"/>
                </a:ext>
              </a:extLst>
            </p:cNvPr>
            <p:cNvGrpSpPr>
              <a:grpSpLocks/>
            </p:cNvGrpSpPr>
            <p:nvPr/>
          </p:nvGrpSpPr>
          <p:grpSpPr bwMode="auto">
            <a:xfrm>
              <a:off x="101" y="1539"/>
              <a:ext cx="335" cy="346"/>
              <a:chOff x="101" y="1539"/>
              <a:chExt cx="335" cy="346"/>
            </a:xfrm>
          </p:grpSpPr>
          <p:sp>
            <p:nvSpPr>
              <p:cNvPr id="114005" name="Freeform 119">
                <a:extLst>
                  <a:ext uri="{FF2B5EF4-FFF2-40B4-BE49-F238E27FC236}">
                    <a16:creationId xmlns:a16="http://schemas.microsoft.com/office/drawing/2014/main" id="{50E1CAD7-A75A-E24C-ADC5-447050A77B64}"/>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6" name="Freeform 120">
                <a:extLst>
                  <a:ext uri="{FF2B5EF4-FFF2-40B4-BE49-F238E27FC236}">
                    <a16:creationId xmlns:a16="http://schemas.microsoft.com/office/drawing/2014/main" id="{114B5559-4247-C642-BAC4-4FA6D74F696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7" name="Freeform 121">
                <a:extLst>
                  <a:ext uri="{FF2B5EF4-FFF2-40B4-BE49-F238E27FC236}">
                    <a16:creationId xmlns:a16="http://schemas.microsoft.com/office/drawing/2014/main" id="{5AC03042-279A-E14B-B2A5-4453B4BA434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8" name="Freeform 122">
                <a:extLst>
                  <a:ext uri="{FF2B5EF4-FFF2-40B4-BE49-F238E27FC236}">
                    <a16:creationId xmlns:a16="http://schemas.microsoft.com/office/drawing/2014/main" id="{8BF89E7D-F4D1-2546-B703-AF600E8DCF0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9" name="Rectangle 123">
                <a:extLst>
                  <a:ext uri="{FF2B5EF4-FFF2-40B4-BE49-F238E27FC236}">
                    <a16:creationId xmlns:a16="http://schemas.microsoft.com/office/drawing/2014/main" id="{100B4714-D592-A94A-9641-1FF543E8F03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0" name="Rectangle 124">
                <a:extLst>
                  <a:ext uri="{FF2B5EF4-FFF2-40B4-BE49-F238E27FC236}">
                    <a16:creationId xmlns:a16="http://schemas.microsoft.com/office/drawing/2014/main" id="{131E6C71-E493-DE47-9809-E0E11185DB10}"/>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1" name="Rectangle 125">
                <a:extLst>
                  <a:ext uri="{FF2B5EF4-FFF2-40B4-BE49-F238E27FC236}">
                    <a16:creationId xmlns:a16="http://schemas.microsoft.com/office/drawing/2014/main" id="{9E5BE1FD-7B33-044E-9A84-B1B692B465A6}"/>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2" name="Line 126">
                <a:extLst>
                  <a:ext uri="{FF2B5EF4-FFF2-40B4-BE49-F238E27FC236}">
                    <a16:creationId xmlns:a16="http://schemas.microsoft.com/office/drawing/2014/main" id="{7889C33E-9DE7-CD44-939F-429ADA5FE23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13" name="Group 127">
                <a:extLst>
                  <a:ext uri="{FF2B5EF4-FFF2-40B4-BE49-F238E27FC236}">
                    <a16:creationId xmlns:a16="http://schemas.microsoft.com/office/drawing/2014/main" id="{1DE84006-924D-4147-AB35-8AB0ACD4EBCD}"/>
                  </a:ext>
                </a:extLst>
              </p:cNvPr>
              <p:cNvGrpSpPr>
                <a:grpSpLocks/>
              </p:cNvGrpSpPr>
              <p:nvPr/>
            </p:nvGrpSpPr>
            <p:grpSpPr bwMode="auto">
              <a:xfrm>
                <a:off x="101" y="1834"/>
                <a:ext cx="335" cy="51"/>
                <a:chOff x="101" y="1834"/>
                <a:chExt cx="335" cy="51"/>
              </a:xfrm>
            </p:grpSpPr>
            <p:sp>
              <p:nvSpPr>
                <p:cNvPr id="114014" name="Freeform 128">
                  <a:extLst>
                    <a:ext uri="{FF2B5EF4-FFF2-40B4-BE49-F238E27FC236}">
                      <a16:creationId xmlns:a16="http://schemas.microsoft.com/office/drawing/2014/main" id="{48771A2C-C1EE-F247-BB91-E13DC4EA988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5" name="Freeform 129">
                  <a:extLst>
                    <a:ext uri="{FF2B5EF4-FFF2-40B4-BE49-F238E27FC236}">
                      <a16:creationId xmlns:a16="http://schemas.microsoft.com/office/drawing/2014/main" id="{7CC0FF8B-9AC0-4C49-8BE4-7D6F84B803D9}"/>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6" name="Rectangle 130">
                  <a:extLst>
                    <a:ext uri="{FF2B5EF4-FFF2-40B4-BE49-F238E27FC236}">
                      <a16:creationId xmlns:a16="http://schemas.microsoft.com/office/drawing/2014/main" id="{408A80C9-8419-5347-8157-57571B8AD3C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0" name="Group 131">
            <a:extLst>
              <a:ext uri="{FF2B5EF4-FFF2-40B4-BE49-F238E27FC236}">
                <a16:creationId xmlns:a16="http://schemas.microsoft.com/office/drawing/2014/main" id="{8E8B6666-3B79-A640-ADA5-88B4AE871569}"/>
              </a:ext>
            </a:extLst>
          </p:cNvPr>
          <p:cNvGrpSpPr>
            <a:grpSpLocks/>
          </p:cNvGrpSpPr>
          <p:nvPr/>
        </p:nvGrpSpPr>
        <p:grpSpPr bwMode="auto">
          <a:xfrm>
            <a:off x="7261622" y="2743200"/>
            <a:ext cx="379809" cy="385763"/>
            <a:chOff x="5237" y="2322"/>
            <a:chExt cx="343" cy="352"/>
          </a:xfrm>
        </p:grpSpPr>
        <p:grpSp>
          <p:nvGrpSpPr>
            <p:cNvPr id="113977" name="Group 132">
              <a:extLst>
                <a:ext uri="{FF2B5EF4-FFF2-40B4-BE49-F238E27FC236}">
                  <a16:creationId xmlns:a16="http://schemas.microsoft.com/office/drawing/2014/main" id="{A8E2775E-07FF-6442-BDAC-1B851FB43B9C}"/>
                </a:ext>
              </a:extLst>
            </p:cNvPr>
            <p:cNvGrpSpPr>
              <a:grpSpLocks/>
            </p:cNvGrpSpPr>
            <p:nvPr/>
          </p:nvGrpSpPr>
          <p:grpSpPr bwMode="auto">
            <a:xfrm>
              <a:off x="5245" y="2328"/>
              <a:ext cx="335" cy="346"/>
              <a:chOff x="5245" y="2328"/>
              <a:chExt cx="335" cy="346"/>
            </a:xfrm>
          </p:grpSpPr>
          <p:sp>
            <p:nvSpPr>
              <p:cNvPr id="113991" name="Freeform 133">
                <a:extLst>
                  <a:ext uri="{FF2B5EF4-FFF2-40B4-BE49-F238E27FC236}">
                    <a16:creationId xmlns:a16="http://schemas.microsoft.com/office/drawing/2014/main" id="{9C48F09F-BC6C-D14E-A4C8-E4C071396BD4}"/>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2" name="Freeform 134">
                <a:extLst>
                  <a:ext uri="{FF2B5EF4-FFF2-40B4-BE49-F238E27FC236}">
                    <a16:creationId xmlns:a16="http://schemas.microsoft.com/office/drawing/2014/main" id="{81E35C27-B291-8B46-BFCC-AD4DD8D9B74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3" name="Freeform 135">
                <a:extLst>
                  <a:ext uri="{FF2B5EF4-FFF2-40B4-BE49-F238E27FC236}">
                    <a16:creationId xmlns:a16="http://schemas.microsoft.com/office/drawing/2014/main" id="{63C15103-4758-864C-BBE5-1CCF51E86E37}"/>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4" name="Freeform 136">
                <a:extLst>
                  <a:ext uri="{FF2B5EF4-FFF2-40B4-BE49-F238E27FC236}">
                    <a16:creationId xmlns:a16="http://schemas.microsoft.com/office/drawing/2014/main" id="{F6AE5FDA-593E-ED4D-BD63-8834038A89D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5" name="Rectangle 137">
                <a:extLst>
                  <a:ext uri="{FF2B5EF4-FFF2-40B4-BE49-F238E27FC236}">
                    <a16:creationId xmlns:a16="http://schemas.microsoft.com/office/drawing/2014/main" id="{DF0F68DB-1420-6F4F-971E-D4095AB2E4C5}"/>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6" name="Rectangle 138">
                <a:extLst>
                  <a:ext uri="{FF2B5EF4-FFF2-40B4-BE49-F238E27FC236}">
                    <a16:creationId xmlns:a16="http://schemas.microsoft.com/office/drawing/2014/main" id="{80A61753-E538-D448-B56E-618362F083B9}"/>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7" name="Rectangle 139">
                <a:extLst>
                  <a:ext uri="{FF2B5EF4-FFF2-40B4-BE49-F238E27FC236}">
                    <a16:creationId xmlns:a16="http://schemas.microsoft.com/office/drawing/2014/main" id="{B8E46AB4-2C9D-4144-9C95-699E7C76AFAD}"/>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8" name="Line 140">
                <a:extLst>
                  <a:ext uri="{FF2B5EF4-FFF2-40B4-BE49-F238E27FC236}">
                    <a16:creationId xmlns:a16="http://schemas.microsoft.com/office/drawing/2014/main" id="{C8915DDF-49FD-ED4E-801D-FC81748C3E6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99" name="Group 141">
                <a:extLst>
                  <a:ext uri="{FF2B5EF4-FFF2-40B4-BE49-F238E27FC236}">
                    <a16:creationId xmlns:a16="http://schemas.microsoft.com/office/drawing/2014/main" id="{B99C02DB-57BF-054F-A86A-E4A250425611}"/>
                  </a:ext>
                </a:extLst>
              </p:cNvPr>
              <p:cNvGrpSpPr>
                <a:grpSpLocks/>
              </p:cNvGrpSpPr>
              <p:nvPr/>
            </p:nvGrpSpPr>
            <p:grpSpPr bwMode="auto">
              <a:xfrm>
                <a:off x="5245" y="2624"/>
                <a:ext cx="335" cy="50"/>
                <a:chOff x="5245" y="2624"/>
                <a:chExt cx="335" cy="50"/>
              </a:xfrm>
            </p:grpSpPr>
            <p:sp>
              <p:nvSpPr>
                <p:cNvPr id="114000" name="Freeform 142">
                  <a:extLst>
                    <a:ext uri="{FF2B5EF4-FFF2-40B4-BE49-F238E27FC236}">
                      <a16:creationId xmlns:a16="http://schemas.microsoft.com/office/drawing/2014/main" id="{BE052FEA-9CB4-C54B-8DEF-33D8FB3A2D0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1" name="Freeform 143">
                  <a:extLst>
                    <a:ext uri="{FF2B5EF4-FFF2-40B4-BE49-F238E27FC236}">
                      <a16:creationId xmlns:a16="http://schemas.microsoft.com/office/drawing/2014/main" id="{2D56D6E2-1068-2D40-9974-68207E96DE40}"/>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2" name="Rectangle 144">
                  <a:extLst>
                    <a:ext uri="{FF2B5EF4-FFF2-40B4-BE49-F238E27FC236}">
                      <a16:creationId xmlns:a16="http://schemas.microsoft.com/office/drawing/2014/main" id="{37F936CF-E5E6-CC4E-AE39-CA13DE55C159}"/>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78" name="Group 145">
              <a:extLst>
                <a:ext uri="{FF2B5EF4-FFF2-40B4-BE49-F238E27FC236}">
                  <a16:creationId xmlns:a16="http://schemas.microsoft.com/office/drawing/2014/main" id="{0457D215-5927-4441-96F8-A40389193B10}"/>
                </a:ext>
              </a:extLst>
            </p:cNvPr>
            <p:cNvGrpSpPr>
              <a:grpSpLocks/>
            </p:cNvGrpSpPr>
            <p:nvPr/>
          </p:nvGrpSpPr>
          <p:grpSpPr bwMode="auto">
            <a:xfrm>
              <a:off x="5237" y="2322"/>
              <a:ext cx="335" cy="346"/>
              <a:chOff x="5237" y="2322"/>
              <a:chExt cx="335" cy="346"/>
            </a:xfrm>
          </p:grpSpPr>
          <p:sp>
            <p:nvSpPr>
              <p:cNvPr id="113979" name="Freeform 146">
                <a:extLst>
                  <a:ext uri="{FF2B5EF4-FFF2-40B4-BE49-F238E27FC236}">
                    <a16:creationId xmlns:a16="http://schemas.microsoft.com/office/drawing/2014/main" id="{91CC36D1-0CA9-7546-AF04-02C20BD61A9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0" name="Freeform 147">
                <a:extLst>
                  <a:ext uri="{FF2B5EF4-FFF2-40B4-BE49-F238E27FC236}">
                    <a16:creationId xmlns:a16="http://schemas.microsoft.com/office/drawing/2014/main" id="{C3B3427A-4DB9-574F-839A-BDD76C1C505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1" name="Freeform 148">
                <a:extLst>
                  <a:ext uri="{FF2B5EF4-FFF2-40B4-BE49-F238E27FC236}">
                    <a16:creationId xmlns:a16="http://schemas.microsoft.com/office/drawing/2014/main" id="{D207D9B5-DEA7-9947-908C-0CC1F86C1B2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2" name="Freeform 149">
                <a:extLst>
                  <a:ext uri="{FF2B5EF4-FFF2-40B4-BE49-F238E27FC236}">
                    <a16:creationId xmlns:a16="http://schemas.microsoft.com/office/drawing/2014/main" id="{0B73107F-0089-1840-BFED-B8BC2CAF2C1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3" name="Rectangle 150">
                <a:extLst>
                  <a:ext uri="{FF2B5EF4-FFF2-40B4-BE49-F238E27FC236}">
                    <a16:creationId xmlns:a16="http://schemas.microsoft.com/office/drawing/2014/main" id="{EFA26BC0-76D1-9A46-B023-282600113B8B}"/>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4" name="Rectangle 151">
                <a:extLst>
                  <a:ext uri="{FF2B5EF4-FFF2-40B4-BE49-F238E27FC236}">
                    <a16:creationId xmlns:a16="http://schemas.microsoft.com/office/drawing/2014/main" id="{18ECB320-9408-1C4C-B4AA-B2B8A117752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5" name="Rectangle 152">
                <a:extLst>
                  <a:ext uri="{FF2B5EF4-FFF2-40B4-BE49-F238E27FC236}">
                    <a16:creationId xmlns:a16="http://schemas.microsoft.com/office/drawing/2014/main" id="{6C5BE828-45E8-374D-A41C-C993E7951268}"/>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6" name="Line 153">
                <a:extLst>
                  <a:ext uri="{FF2B5EF4-FFF2-40B4-BE49-F238E27FC236}">
                    <a16:creationId xmlns:a16="http://schemas.microsoft.com/office/drawing/2014/main" id="{6D4C3456-4DD0-C346-8783-CE9FC9257246}"/>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87" name="Group 154">
                <a:extLst>
                  <a:ext uri="{FF2B5EF4-FFF2-40B4-BE49-F238E27FC236}">
                    <a16:creationId xmlns:a16="http://schemas.microsoft.com/office/drawing/2014/main" id="{EBB687A6-AF61-8A4A-A2DE-DD75D60E98C3}"/>
                  </a:ext>
                </a:extLst>
              </p:cNvPr>
              <p:cNvGrpSpPr>
                <a:grpSpLocks/>
              </p:cNvGrpSpPr>
              <p:nvPr/>
            </p:nvGrpSpPr>
            <p:grpSpPr bwMode="auto">
              <a:xfrm>
                <a:off x="5237" y="2617"/>
                <a:ext cx="335" cy="51"/>
                <a:chOff x="5237" y="2617"/>
                <a:chExt cx="335" cy="51"/>
              </a:xfrm>
            </p:grpSpPr>
            <p:sp>
              <p:nvSpPr>
                <p:cNvPr id="113988" name="Freeform 155">
                  <a:extLst>
                    <a:ext uri="{FF2B5EF4-FFF2-40B4-BE49-F238E27FC236}">
                      <a16:creationId xmlns:a16="http://schemas.microsoft.com/office/drawing/2014/main" id="{E4D98454-634A-0C4B-A4FA-DDE8108721C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9" name="Freeform 156">
                  <a:extLst>
                    <a:ext uri="{FF2B5EF4-FFF2-40B4-BE49-F238E27FC236}">
                      <a16:creationId xmlns:a16="http://schemas.microsoft.com/office/drawing/2014/main" id="{77309E95-5684-D54F-9FA5-7451310963A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0" name="Rectangle 157">
                  <a:extLst>
                    <a:ext uri="{FF2B5EF4-FFF2-40B4-BE49-F238E27FC236}">
                      <a16:creationId xmlns:a16="http://schemas.microsoft.com/office/drawing/2014/main" id="{D72BF75E-2940-D748-89D2-A2CFC5F62ED6}"/>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1" name="Group 158">
            <a:extLst>
              <a:ext uri="{FF2B5EF4-FFF2-40B4-BE49-F238E27FC236}">
                <a16:creationId xmlns:a16="http://schemas.microsoft.com/office/drawing/2014/main" id="{561A1A60-FD93-A340-B9D3-882B1947B90B}"/>
              </a:ext>
            </a:extLst>
          </p:cNvPr>
          <p:cNvGrpSpPr>
            <a:grpSpLocks/>
          </p:cNvGrpSpPr>
          <p:nvPr/>
        </p:nvGrpSpPr>
        <p:grpSpPr bwMode="auto">
          <a:xfrm>
            <a:off x="7261622" y="1935956"/>
            <a:ext cx="379809" cy="386954"/>
            <a:chOff x="5237" y="1587"/>
            <a:chExt cx="343" cy="353"/>
          </a:xfrm>
        </p:grpSpPr>
        <p:grpSp>
          <p:nvGrpSpPr>
            <p:cNvPr id="113951" name="Group 159">
              <a:extLst>
                <a:ext uri="{FF2B5EF4-FFF2-40B4-BE49-F238E27FC236}">
                  <a16:creationId xmlns:a16="http://schemas.microsoft.com/office/drawing/2014/main" id="{A094295F-F3DF-BE4C-A5EE-D7B38A5EFA08}"/>
                </a:ext>
              </a:extLst>
            </p:cNvPr>
            <p:cNvGrpSpPr>
              <a:grpSpLocks/>
            </p:cNvGrpSpPr>
            <p:nvPr/>
          </p:nvGrpSpPr>
          <p:grpSpPr bwMode="auto">
            <a:xfrm>
              <a:off x="5245" y="1594"/>
              <a:ext cx="335" cy="346"/>
              <a:chOff x="5245" y="1594"/>
              <a:chExt cx="335" cy="346"/>
            </a:xfrm>
          </p:grpSpPr>
          <p:sp>
            <p:nvSpPr>
              <p:cNvPr id="113965" name="Freeform 160">
                <a:extLst>
                  <a:ext uri="{FF2B5EF4-FFF2-40B4-BE49-F238E27FC236}">
                    <a16:creationId xmlns:a16="http://schemas.microsoft.com/office/drawing/2014/main" id="{B06DDDD4-2D17-7542-9C63-2FAAB66D79E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6" name="Freeform 161">
                <a:extLst>
                  <a:ext uri="{FF2B5EF4-FFF2-40B4-BE49-F238E27FC236}">
                    <a16:creationId xmlns:a16="http://schemas.microsoft.com/office/drawing/2014/main" id="{B2F2342D-3083-D148-A959-33304F96600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7" name="Freeform 162">
                <a:extLst>
                  <a:ext uri="{FF2B5EF4-FFF2-40B4-BE49-F238E27FC236}">
                    <a16:creationId xmlns:a16="http://schemas.microsoft.com/office/drawing/2014/main" id="{8B3F240C-93B4-9343-9B68-87954383A589}"/>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8" name="Freeform 163">
                <a:extLst>
                  <a:ext uri="{FF2B5EF4-FFF2-40B4-BE49-F238E27FC236}">
                    <a16:creationId xmlns:a16="http://schemas.microsoft.com/office/drawing/2014/main" id="{5CADE614-6CC4-D343-89D3-096068D823A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9" name="Rectangle 164">
                <a:extLst>
                  <a:ext uri="{FF2B5EF4-FFF2-40B4-BE49-F238E27FC236}">
                    <a16:creationId xmlns:a16="http://schemas.microsoft.com/office/drawing/2014/main" id="{663AF5C2-D068-9A4E-8E09-C32E30D8E50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0" name="Rectangle 165">
                <a:extLst>
                  <a:ext uri="{FF2B5EF4-FFF2-40B4-BE49-F238E27FC236}">
                    <a16:creationId xmlns:a16="http://schemas.microsoft.com/office/drawing/2014/main" id="{A7972E90-ECFC-A84D-BA2A-498317DB036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1" name="Rectangle 166">
                <a:extLst>
                  <a:ext uri="{FF2B5EF4-FFF2-40B4-BE49-F238E27FC236}">
                    <a16:creationId xmlns:a16="http://schemas.microsoft.com/office/drawing/2014/main" id="{CE9B2694-1603-8845-AE25-847A2521218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2" name="Line 167">
                <a:extLst>
                  <a:ext uri="{FF2B5EF4-FFF2-40B4-BE49-F238E27FC236}">
                    <a16:creationId xmlns:a16="http://schemas.microsoft.com/office/drawing/2014/main" id="{0A634710-662E-3C48-AC07-4281D25D2AD0}"/>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73" name="Group 168">
                <a:extLst>
                  <a:ext uri="{FF2B5EF4-FFF2-40B4-BE49-F238E27FC236}">
                    <a16:creationId xmlns:a16="http://schemas.microsoft.com/office/drawing/2014/main" id="{77AB842E-7014-6E43-8997-A3554731E066}"/>
                  </a:ext>
                </a:extLst>
              </p:cNvPr>
              <p:cNvGrpSpPr>
                <a:grpSpLocks/>
              </p:cNvGrpSpPr>
              <p:nvPr/>
            </p:nvGrpSpPr>
            <p:grpSpPr bwMode="auto">
              <a:xfrm>
                <a:off x="5245" y="1889"/>
                <a:ext cx="335" cy="51"/>
                <a:chOff x="5245" y="1889"/>
                <a:chExt cx="335" cy="51"/>
              </a:xfrm>
            </p:grpSpPr>
            <p:sp>
              <p:nvSpPr>
                <p:cNvPr id="113974" name="Freeform 169">
                  <a:extLst>
                    <a:ext uri="{FF2B5EF4-FFF2-40B4-BE49-F238E27FC236}">
                      <a16:creationId xmlns:a16="http://schemas.microsoft.com/office/drawing/2014/main" id="{C70DAFA7-8768-A64E-90F0-2B7421F34C6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5" name="Freeform 170">
                  <a:extLst>
                    <a:ext uri="{FF2B5EF4-FFF2-40B4-BE49-F238E27FC236}">
                      <a16:creationId xmlns:a16="http://schemas.microsoft.com/office/drawing/2014/main" id="{183BF416-AF6E-3047-B878-9C2AEB3F495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6" name="Rectangle 171">
                  <a:extLst>
                    <a:ext uri="{FF2B5EF4-FFF2-40B4-BE49-F238E27FC236}">
                      <a16:creationId xmlns:a16="http://schemas.microsoft.com/office/drawing/2014/main" id="{DE4C3B3F-B832-A941-B720-B16AD8C2EEB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52" name="Group 172">
              <a:extLst>
                <a:ext uri="{FF2B5EF4-FFF2-40B4-BE49-F238E27FC236}">
                  <a16:creationId xmlns:a16="http://schemas.microsoft.com/office/drawing/2014/main" id="{7090A14A-139C-7847-BA14-28817B92A14D}"/>
                </a:ext>
              </a:extLst>
            </p:cNvPr>
            <p:cNvGrpSpPr>
              <a:grpSpLocks/>
            </p:cNvGrpSpPr>
            <p:nvPr/>
          </p:nvGrpSpPr>
          <p:grpSpPr bwMode="auto">
            <a:xfrm>
              <a:off x="5237" y="1587"/>
              <a:ext cx="335" cy="346"/>
              <a:chOff x="5237" y="1587"/>
              <a:chExt cx="335" cy="346"/>
            </a:xfrm>
          </p:grpSpPr>
          <p:sp>
            <p:nvSpPr>
              <p:cNvPr id="113953" name="Freeform 173">
                <a:extLst>
                  <a:ext uri="{FF2B5EF4-FFF2-40B4-BE49-F238E27FC236}">
                    <a16:creationId xmlns:a16="http://schemas.microsoft.com/office/drawing/2014/main" id="{1396D0C0-87B2-8B4F-8A84-2455D15323C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4" name="Freeform 174">
                <a:extLst>
                  <a:ext uri="{FF2B5EF4-FFF2-40B4-BE49-F238E27FC236}">
                    <a16:creationId xmlns:a16="http://schemas.microsoft.com/office/drawing/2014/main" id="{A8E47513-1F23-CE46-ACB3-6EFDD33EAC5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5" name="Freeform 175">
                <a:extLst>
                  <a:ext uri="{FF2B5EF4-FFF2-40B4-BE49-F238E27FC236}">
                    <a16:creationId xmlns:a16="http://schemas.microsoft.com/office/drawing/2014/main" id="{9595AE75-3969-B646-BD17-5D07BE8E8D1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6" name="Freeform 176">
                <a:extLst>
                  <a:ext uri="{FF2B5EF4-FFF2-40B4-BE49-F238E27FC236}">
                    <a16:creationId xmlns:a16="http://schemas.microsoft.com/office/drawing/2014/main" id="{011EF612-DB00-AF45-A448-0871F42F7124}"/>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7" name="Rectangle 177">
                <a:extLst>
                  <a:ext uri="{FF2B5EF4-FFF2-40B4-BE49-F238E27FC236}">
                    <a16:creationId xmlns:a16="http://schemas.microsoft.com/office/drawing/2014/main" id="{8E415BA8-E03E-1840-B8BE-C1DA4889AA54}"/>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8" name="Rectangle 178">
                <a:extLst>
                  <a:ext uri="{FF2B5EF4-FFF2-40B4-BE49-F238E27FC236}">
                    <a16:creationId xmlns:a16="http://schemas.microsoft.com/office/drawing/2014/main" id="{CA40316E-12C2-9B4C-918F-E0D18D9912DC}"/>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9" name="Rectangle 179">
                <a:extLst>
                  <a:ext uri="{FF2B5EF4-FFF2-40B4-BE49-F238E27FC236}">
                    <a16:creationId xmlns:a16="http://schemas.microsoft.com/office/drawing/2014/main" id="{145B503E-093E-DA42-A8E7-F0DBE5FF5AD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60" name="Line 180">
                <a:extLst>
                  <a:ext uri="{FF2B5EF4-FFF2-40B4-BE49-F238E27FC236}">
                    <a16:creationId xmlns:a16="http://schemas.microsoft.com/office/drawing/2014/main" id="{28AB2202-E48C-804D-8F8A-C98A9E32E338}"/>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61" name="Group 181">
                <a:extLst>
                  <a:ext uri="{FF2B5EF4-FFF2-40B4-BE49-F238E27FC236}">
                    <a16:creationId xmlns:a16="http://schemas.microsoft.com/office/drawing/2014/main" id="{798623C0-8623-F84B-BC25-743446318178}"/>
                  </a:ext>
                </a:extLst>
              </p:cNvPr>
              <p:cNvGrpSpPr>
                <a:grpSpLocks/>
              </p:cNvGrpSpPr>
              <p:nvPr/>
            </p:nvGrpSpPr>
            <p:grpSpPr bwMode="auto">
              <a:xfrm>
                <a:off x="5237" y="1883"/>
                <a:ext cx="335" cy="50"/>
                <a:chOff x="5237" y="1883"/>
                <a:chExt cx="335" cy="50"/>
              </a:xfrm>
            </p:grpSpPr>
            <p:sp>
              <p:nvSpPr>
                <p:cNvPr id="113962" name="Freeform 182">
                  <a:extLst>
                    <a:ext uri="{FF2B5EF4-FFF2-40B4-BE49-F238E27FC236}">
                      <a16:creationId xmlns:a16="http://schemas.microsoft.com/office/drawing/2014/main" id="{3A3769F6-8018-E941-8607-AF75BFF2658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3" name="Freeform 183">
                  <a:extLst>
                    <a:ext uri="{FF2B5EF4-FFF2-40B4-BE49-F238E27FC236}">
                      <a16:creationId xmlns:a16="http://schemas.microsoft.com/office/drawing/2014/main" id="{64E920E3-B133-854D-BE15-097CAB906F4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4" name="Rectangle 184">
                  <a:extLst>
                    <a:ext uri="{FF2B5EF4-FFF2-40B4-BE49-F238E27FC236}">
                      <a16:creationId xmlns:a16="http://schemas.microsoft.com/office/drawing/2014/main" id="{3F292D0B-72EF-D445-908D-0D6B1D8CFAA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692" name="Rectangle 185">
            <a:extLst>
              <a:ext uri="{FF2B5EF4-FFF2-40B4-BE49-F238E27FC236}">
                <a16:creationId xmlns:a16="http://schemas.microsoft.com/office/drawing/2014/main" id="{61AB8069-0109-A845-AAF6-1F9788AA88E3}"/>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3" name="Rectangle 186">
            <a:extLst>
              <a:ext uri="{FF2B5EF4-FFF2-40B4-BE49-F238E27FC236}">
                <a16:creationId xmlns:a16="http://schemas.microsoft.com/office/drawing/2014/main" id="{4A4C9596-01F7-414E-8B37-025CE1E71D71}"/>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3694" name="Rectangle 187">
            <a:extLst>
              <a:ext uri="{FF2B5EF4-FFF2-40B4-BE49-F238E27FC236}">
                <a16:creationId xmlns:a16="http://schemas.microsoft.com/office/drawing/2014/main" id="{BA44ADCB-B002-0147-828C-B949362C1625}"/>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5" name="Rectangle 188">
            <a:extLst>
              <a:ext uri="{FF2B5EF4-FFF2-40B4-BE49-F238E27FC236}">
                <a16:creationId xmlns:a16="http://schemas.microsoft.com/office/drawing/2014/main" id="{0311C6C2-CAEA-4040-9439-096E5912EC42}"/>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3696" name="Rectangle 189">
            <a:extLst>
              <a:ext uri="{FF2B5EF4-FFF2-40B4-BE49-F238E27FC236}">
                <a16:creationId xmlns:a16="http://schemas.microsoft.com/office/drawing/2014/main" id="{30D441BA-F6FE-B448-A24C-17F7A391963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7" name="Rectangle 190">
            <a:extLst>
              <a:ext uri="{FF2B5EF4-FFF2-40B4-BE49-F238E27FC236}">
                <a16:creationId xmlns:a16="http://schemas.microsoft.com/office/drawing/2014/main" id="{06B7FCD2-1B44-E541-9379-A5F14A7F9FC1}"/>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3698" name="Rectangle 191">
            <a:extLst>
              <a:ext uri="{FF2B5EF4-FFF2-40B4-BE49-F238E27FC236}">
                <a16:creationId xmlns:a16="http://schemas.microsoft.com/office/drawing/2014/main" id="{20B0D6CF-A316-204D-8E9B-2BFEF0F08EF8}"/>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9" name="Rectangle 192">
            <a:extLst>
              <a:ext uri="{FF2B5EF4-FFF2-40B4-BE49-F238E27FC236}">
                <a16:creationId xmlns:a16="http://schemas.microsoft.com/office/drawing/2014/main" id="{297AA6C9-D13A-3F4E-A670-983D7C789706}"/>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3700" name="Rectangle 193">
            <a:extLst>
              <a:ext uri="{FF2B5EF4-FFF2-40B4-BE49-F238E27FC236}">
                <a16:creationId xmlns:a16="http://schemas.microsoft.com/office/drawing/2014/main" id="{E6A2C24A-E6B4-BB42-AD22-57B7E1ECE6E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01" name="Group 194">
            <a:extLst>
              <a:ext uri="{FF2B5EF4-FFF2-40B4-BE49-F238E27FC236}">
                <a16:creationId xmlns:a16="http://schemas.microsoft.com/office/drawing/2014/main" id="{3A0E3B53-0332-1645-AEF6-261F51AFD2D9}"/>
              </a:ext>
            </a:extLst>
          </p:cNvPr>
          <p:cNvGrpSpPr>
            <a:grpSpLocks/>
          </p:cNvGrpSpPr>
          <p:nvPr/>
        </p:nvGrpSpPr>
        <p:grpSpPr bwMode="auto">
          <a:xfrm>
            <a:off x="4010025" y="1972866"/>
            <a:ext cx="485775" cy="289322"/>
            <a:chOff x="2299" y="1622"/>
            <a:chExt cx="439" cy="262"/>
          </a:xfrm>
        </p:grpSpPr>
        <p:sp>
          <p:nvSpPr>
            <p:cNvPr id="113926" name="Oval 195">
              <a:extLst>
                <a:ext uri="{FF2B5EF4-FFF2-40B4-BE49-F238E27FC236}">
                  <a16:creationId xmlns:a16="http://schemas.microsoft.com/office/drawing/2014/main" id="{A4512EC8-EF38-BE42-9113-4F9C3A261994}"/>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7" name="Rectangle 196">
              <a:extLst>
                <a:ext uri="{FF2B5EF4-FFF2-40B4-BE49-F238E27FC236}">
                  <a16:creationId xmlns:a16="http://schemas.microsoft.com/office/drawing/2014/main" id="{F549A926-0999-0F46-8D19-3C5FE890022A}"/>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8" name="Rectangle 197">
              <a:extLst>
                <a:ext uri="{FF2B5EF4-FFF2-40B4-BE49-F238E27FC236}">
                  <a16:creationId xmlns:a16="http://schemas.microsoft.com/office/drawing/2014/main" id="{DB3DB1C0-837D-DC45-B33B-7FF5496846F0}"/>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9" name="Oval 198">
              <a:extLst>
                <a:ext uri="{FF2B5EF4-FFF2-40B4-BE49-F238E27FC236}">
                  <a16:creationId xmlns:a16="http://schemas.microsoft.com/office/drawing/2014/main" id="{3CA9B72B-EE93-7847-9082-C6B7217D7279}"/>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30" name="Group 199">
              <a:extLst>
                <a:ext uri="{FF2B5EF4-FFF2-40B4-BE49-F238E27FC236}">
                  <a16:creationId xmlns:a16="http://schemas.microsoft.com/office/drawing/2014/main" id="{7B565F61-C301-9B4B-8480-7D9A5F18941C}"/>
                </a:ext>
              </a:extLst>
            </p:cNvPr>
            <p:cNvGrpSpPr>
              <a:grpSpLocks/>
            </p:cNvGrpSpPr>
            <p:nvPr/>
          </p:nvGrpSpPr>
          <p:grpSpPr bwMode="auto">
            <a:xfrm>
              <a:off x="2365" y="1640"/>
              <a:ext cx="304" cy="117"/>
              <a:chOff x="2365" y="1640"/>
              <a:chExt cx="304" cy="117"/>
            </a:xfrm>
          </p:grpSpPr>
          <p:grpSp>
            <p:nvGrpSpPr>
              <p:cNvPr id="113933" name="Group 200">
                <a:extLst>
                  <a:ext uri="{FF2B5EF4-FFF2-40B4-BE49-F238E27FC236}">
                    <a16:creationId xmlns:a16="http://schemas.microsoft.com/office/drawing/2014/main" id="{5F1E14AD-2595-E841-8101-2B94AE1AB483}"/>
                  </a:ext>
                </a:extLst>
              </p:cNvPr>
              <p:cNvGrpSpPr>
                <a:grpSpLocks/>
              </p:cNvGrpSpPr>
              <p:nvPr/>
            </p:nvGrpSpPr>
            <p:grpSpPr bwMode="auto">
              <a:xfrm>
                <a:off x="2365" y="1640"/>
                <a:ext cx="302" cy="115"/>
                <a:chOff x="2365" y="1640"/>
                <a:chExt cx="302" cy="115"/>
              </a:xfrm>
            </p:grpSpPr>
            <p:sp>
              <p:nvSpPr>
                <p:cNvPr id="113943" name="Freeform 201">
                  <a:extLst>
                    <a:ext uri="{FF2B5EF4-FFF2-40B4-BE49-F238E27FC236}">
                      <a16:creationId xmlns:a16="http://schemas.microsoft.com/office/drawing/2014/main" id="{1570FA7B-A861-EA45-A5F5-5398CC082B0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4" name="Freeform 202">
                  <a:extLst>
                    <a:ext uri="{FF2B5EF4-FFF2-40B4-BE49-F238E27FC236}">
                      <a16:creationId xmlns:a16="http://schemas.microsoft.com/office/drawing/2014/main" id="{7F6F7300-81DE-4A4B-8618-9D38D7AA9CA8}"/>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5" name="Freeform 203">
                  <a:extLst>
                    <a:ext uri="{FF2B5EF4-FFF2-40B4-BE49-F238E27FC236}">
                      <a16:creationId xmlns:a16="http://schemas.microsoft.com/office/drawing/2014/main" id="{E752D782-3F18-DF49-ACB1-49B2CF90FFFA}"/>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6" name="Freeform 204">
                  <a:extLst>
                    <a:ext uri="{FF2B5EF4-FFF2-40B4-BE49-F238E27FC236}">
                      <a16:creationId xmlns:a16="http://schemas.microsoft.com/office/drawing/2014/main" id="{C31E8AFE-5A83-B142-A6E4-DEB3E1F8BE54}"/>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7" name="Freeform 205">
                  <a:extLst>
                    <a:ext uri="{FF2B5EF4-FFF2-40B4-BE49-F238E27FC236}">
                      <a16:creationId xmlns:a16="http://schemas.microsoft.com/office/drawing/2014/main" id="{92B98291-8515-E647-AC28-E6FEB45832C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8" name="Freeform 206">
                  <a:extLst>
                    <a:ext uri="{FF2B5EF4-FFF2-40B4-BE49-F238E27FC236}">
                      <a16:creationId xmlns:a16="http://schemas.microsoft.com/office/drawing/2014/main" id="{395131B4-E442-A847-8D78-1BEABCC4AAE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9" name="Freeform 207">
                  <a:extLst>
                    <a:ext uri="{FF2B5EF4-FFF2-40B4-BE49-F238E27FC236}">
                      <a16:creationId xmlns:a16="http://schemas.microsoft.com/office/drawing/2014/main" id="{A426AD4D-0995-4F49-8242-6ED449127202}"/>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0" name="Freeform 208">
                  <a:extLst>
                    <a:ext uri="{FF2B5EF4-FFF2-40B4-BE49-F238E27FC236}">
                      <a16:creationId xmlns:a16="http://schemas.microsoft.com/office/drawing/2014/main" id="{A4FADBCE-FB83-724A-A114-347AA71B476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34" name="Group 209">
                <a:extLst>
                  <a:ext uri="{FF2B5EF4-FFF2-40B4-BE49-F238E27FC236}">
                    <a16:creationId xmlns:a16="http://schemas.microsoft.com/office/drawing/2014/main" id="{A05611AC-51CF-5E45-9ACC-C914CEF33ED2}"/>
                  </a:ext>
                </a:extLst>
              </p:cNvPr>
              <p:cNvGrpSpPr>
                <a:grpSpLocks/>
              </p:cNvGrpSpPr>
              <p:nvPr/>
            </p:nvGrpSpPr>
            <p:grpSpPr bwMode="auto">
              <a:xfrm>
                <a:off x="2368" y="1643"/>
                <a:ext cx="301" cy="114"/>
                <a:chOff x="2368" y="1643"/>
                <a:chExt cx="301" cy="114"/>
              </a:xfrm>
            </p:grpSpPr>
            <p:sp>
              <p:nvSpPr>
                <p:cNvPr id="113935" name="Freeform 210">
                  <a:extLst>
                    <a:ext uri="{FF2B5EF4-FFF2-40B4-BE49-F238E27FC236}">
                      <a16:creationId xmlns:a16="http://schemas.microsoft.com/office/drawing/2014/main" id="{E049AB80-2C7D-184D-A730-FE8F76665998}"/>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6" name="Freeform 211">
                  <a:extLst>
                    <a:ext uri="{FF2B5EF4-FFF2-40B4-BE49-F238E27FC236}">
                      <a16:creationId xmlns:a16="http://schemas.microsoft.com/office/drawing/2014/main" id="{C3E39848-EC4D-B24F-96C2-CF96B55AFA91}"/>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7" name="Freeform 212">
                  <a:extLst>
                    <a:ext uri="{FF2B5EF4-FFF2-40B4-BE49-F238E27FC236}">
                      <a16:creationId xmlns:a16="http://schemas.microsoft.com/office/drawing/2014/main" id="{65D54FB7-FD18-964E-B974-25CA62A70C7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8" name="Freeform 213">
                  <a:extLst>
                    <a:ext uri="{FF2B5EF4-FFF2-40B4-BE49-F238E27FC236}">
                      <a16:creationId xmlns:a16="http://schemas.microsoft.com/office/drawing/2014/main" id="{5DED539B-A7AC-694B-AA4B-92BB59BB6A15}"/>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9" name="Freeform 214">
                  <a:extLst>
                    <a:ext uri="{FF2B5EF4-FFF2-40B4-BE49-F238E27FC236}">
                      <a16:creationId xmlns:a16="http://schemas.microsoft.com/office/drawing/2014/main" id="{E9AF1017-67E5-E947-9BE5-A3223BAADD04}"/>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0" name="Freeform 215">
                  <a:extLst>
                    <a:ext uri="{FF2B5EF4-FFF2-40B4-BE49-F238E27FC236}">
                      <a16:creationId xmlns:a16="http://schemas.microsoft.com/office/drawing/2014/main" id="{352B0F95-01A3-FE43-91A0-5A043803971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1" name="Freeform 216">
                  <a:extLst>
                    <a:ext uri="{FF2B5EF4-FFF2-40B4-BE49-F238E27FC236}">
                      <a16:creationId xmlns:a16="http://schemas.microsoft.com/office/drawing/2014/main" id="{118670AF-1378-4542-BC8F-9B092338391C}"/>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2" name="Freeform 217">
                  <a:extLst>
                    <a:ext uri="{FF2B5EF4-FFF2-40B4-BE49-F238E27FC236}">
                      <a16:creationId xmlns:a16="http://schemas.microsoft.com/office/drawing/2014/main" id="{91260FA8-1E9C-1D46-B1B3-3D3B2137B6C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31" name="Line 218">
              <a:extLst>
                <a:ext uri="{FF2B5EF4-FFF2-40B4-BE49-F238E27FC236}">
                  <a16:creationId xmlns:a16="http://schemas.microsoft.com/office/drawing/2014/main" id="{777C5887-A208-FB47-B486-16687D71A26A}"/>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32" name="Line 219">
              <a:extLst>
                <a:ext uri="{FF2B5EF4-FFF2-40B4-BE49-F238E27FC236}">
                  <a16:creationId xmlns:a16="http://schemas.microsoft.com/office/drawing/2014/main" id="{1AF97400-FF92-5846-8C50-48ADDB7B8A29}"/>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02" name="Rectangle 220">
            <a:extLst>
              <a:ext uri="{FF2B5EF4-FFF2-40B4-BE49-F238E27FC236}">
                <a16:creationId xmlns:a16="http://schemas.microsoft.com/office/drawing/2014/main" id="{9C431C58-C182-9D48-972D-5B6AB3562E84}"/>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3" name="Rectangle 221">
            <a:extLst>
              <a:ext uri="{FF2B5EF4-FFF2-40B4-BE49-F238E27FC236}">
                <a16:creationId xmlns:a16="http://schemas.microsoft.com/office/drawing/2014/main" id="{78CF7737-9292-644C-90D2-C2215E0A1E9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3704" name="Rectangle 222">
            <a:extLst>
              <a:ext uri="{FF2B5EF4-FFF2-40B4-BE49-F238E27FC236}">
                <a16:creationId xmlns:a16="http://schemas.microsoft.com/office/drawing/2014/main" id="{089F2F1D-C031-8A4B-877C-942ED1567BEE}"/>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5" name="Rectangle 223">
            <a:extLst>
              <a:ext uri="{FF2B5EF4-FFF2-40B4-BE49-F238E27FC236}">
                <a16:creationId xmlns:a16="http://schemas.microsoft.com/office/drawing/2014/main" id="{0DF3BA8B-440A-C04C-BDF5-8D3B8ABB0DF2}"/>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06" name="Oval 224">
            <a:extLst>
              <a:ext uri="{FF2B5EF4-FFF2-40B4-BE49-F238E27FC236}">
                <a16:creationId xmlns:a16="http://schemas.microsoft.com/office/drawing/2014/main" id="{D527BDCC-B3F2-BD41-BFEA-43DE01C15C3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7" name="Rectangle 225">
            <a:extLst>
              <a:ext uri="{FF2B5EF4-FFF2-40B4-BE49-F238E27FC236}">
                <a16:creationId xmlns:a16="http://schemas.microsoft.com/office/drawing/2014/main" id="{EDF88FBE-A223-484F-8AD6-4C536B9B7CE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8" name="Oval 226">
            <a:extLst>
              <a:ext uri="{FF2B5EF4-FFF2-40B4-BE49-F238E27FC236}">
                <a16:creationId xmlns:a16="http://schemas.microsoft.com/office/drawing/2014/main" id="{A02A967A-AE47-074D-A666-9E05DC0AD361}"/>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9" name="Oval 227">
            <a:extLst>
              <a:ext uri="{FF2B5EF4-FFF2-40B4-BE49-F238E27FC236}">
                <a16:creationId xmlns:a16="http://schemas.microsoft.com/office/drawing/2014/main" id="{12F0FAA4-D098-714F-88FD-98ACAB368D6F}"/>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0" name="Rectangle 228">
            <a:extLst>
              <a:ext uri="{FF2B5EF4-FFF2-40B4-BE49-F238E27FC236}">
                <a16:creationId xmlns:a16="http://schemas.microsoft.com/office/drawing/2014/main" id="{F4691193-6BD7-8941-A2DF-157286F94733}"/>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1" name="Rectangle 229">
            <a:extLst>
              <a:ext uri="{FF2B5EF4-FFF2-40B4-BE49-F238E27FC236}">
                <a16:creationId xmlns:a16="http://schemas.microsoft.com/office/drawing/2014/main" id="{D9F13D46-FDE7-074E-B5DD-D9CFBBCA00B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3712" name="Rectangle 230">
            <a:extLst>
              <a:ext uri="{FF2B5EF4-FFF2-40B4-BE49-F238E27FC236}">
                <a16:creationId xmlns:a16="http://schemas.microsoft.com/office/drawing/2014/main" id="{B1E682ED-4F7B-374D-B688-FA2784ED3C7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3" name="Rectangle 231">
            <a:extLst>
              <a:ext uri="{FF2B5EF4-FFF2-40B4-BE49-F238E27FC236}">
                <a16:creationId xmlns:a16="http://schemas.microsoft.com/office/drawing/2014/main" id="{C444C309-34A0-DA43-B92A-DE9253B8D818}"/>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3714" name="Rectangle 232">
            <a:extLst>
              <a:ext uri="{FF2B5EF4-FFF2-40B4-BE49-F238E27FC236}">
                <a16:creationId xmlns:a16="http://schemas.microsoft.com/office/drawing/2014/main" id="{2398A34A-1696-3B43-964D-B5243B79EC2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5" name="Rectangle 233">
            <a:extLst>
              <a:ext uri="{FF2B5EF4-FFF2-40B4-BE49-F238E27FC236}">
                <a16:creationId xmlns:a16="http://schemas.microsoft.com/office/drawing/2014/main" id="{5C4B3855-DC79-6C4F-BC12-C94E98735AF1}"/>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3716" name="Rectangle 234">
            <a:extLst>
              <a:ext uri="{FF2B5EF4-FFF2-40B4-BE49-F238E27FC236}">
                <a16:creationId xmlns:a16="http://schemas.microsoft.com/office/drawing/2014/main" id="{5C223F03-7E9B-3049-8A10-F1DA1747856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7" name="Rectangle 235">
            <a:extLst>
              <a:ext uri="{FF2B5EF4-FFF2-40B4-BE49-F238E27FC236}">
                <a16:creationId xmlns:a16="http://schemas.microsoft.com/office/drawing/2014/main" id="{18C70EB7-8B00-9449-93C1-A267FAF54B5B}"/>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3718" name="Rectangle 236">
            <a:extLst>
              <a:ext uri="{FF2B5EF4-FFF2-40B4-BE49-F238E27FC236}">
                <a16:creationId xmlns:a16="http://schemas.microsoft.com/office/drawing/2014/main" id="{F776BBCA-61A8-5140-A144-2484EA0BB02D}"/>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9" name="Rectangle 237">
            <a:extLst>
              <a:ext uri="{FF2B5EF4-FFF2-40B4-BE49-F238E27FC236}">
                <a16:creationId xmlns:a16="http://schemas.microsoft.com/office/drawing/2014/main" id="{0C6259A5-4FDE-4349-B1FB-3A4DEF62343D}"/>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3720" name="Oval 238">
            <a:extLst>
              <a:ext uri="{FF2B5EF4-FFF2-40B4-BE49-F238E27FC236}">
                <a16:creationId xmlns:a16="http://schemas.microsoft.com/office/drawing/2014/main" id="{3A159F1A-1B9D-0645-BA05-9E9CB85A6935}"/>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1" name="Rectangle 239">
            <a:extLst>
              <a:ext uri="{FF2B5EF4-FFF2-40B4-BE49-F238E27FC236}">
                <a16:creationId xmlns:a16="http://schemas.microsoft.com/office/drawing/2014/main" id="{F0E7B285-A42F-7943-8368-1E7FEBF76C20}"/>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2" name="Rectangle 240">
            <a:extLst>
              <a:ext uri="{FF2B5EF4-FFF2-40B4-BE49-F238E27FC236}">
                <a16:creationId xmlns:a16="http://schemas.microsoft.com/office/drawing/2014/main" id="{3DFA1188-6489-624A-ACDD-388BE8561579}"/>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3723" name="Rectangle 241">
            <a:extLst>
              <a:ext uri="{FF2B5EF4-FFF2-40B4-BE49-F238E27FC236}">
                <a16:creationId xmlns:a16="http://schemas.microsoft.com/office/drawing/2014/main" id="{B1B99215-7E87-9849-A613-2F7052F2DA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24" name="Group 242">
            <a:extLst>
              <a:ext uri="{FF2B5EF4-FFF2-40B4-BE49-F238E27FC236}">
                <a16:creationId xmlns:a16="http://schemas.microsoft.com/office/drawing/2014/main" id="{0CFEA0F2-5713-124B-AB08-86BE0E13C249}"/>
              </a:ext>
            </a:extLst>
          </p:cNvPr>
          <p:cNvGrpSpPr>
            <a:grpSpLocks/>
          </p:cNvGrpSpPr>
          <p:nvPr/>
        </p:nvGrpSpPr>
        <p:grpSpPr bwMode="auto">
          <a:xfrm>
            <a:off x="2809875" y="3289698"/>
            <a:ext cx="486966" cy="288131"/>
            <a:chOff x="1304" y="2569"/>
            <a:chExt cx="439" cy="262"/>
          </a:xfrm>
        </p:grpSpPr>
        <p:sp>
          <p:nvSpPr>
            <p:cNvPr id="113901" name="Oval 243">
              <a:extLst>
                <a:ext uri="{FF2B5EF4-FFF2-40B4-BE49-F238E27FC236}">
                  <a16:creationId xmlns:a16="http://schemas.microsoft.com/office/drawing/2014/main" id="{0B36E23B-F5EA-5640-BDF5-25A6E54E1A7E}"/>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2" name="Rectangle 244">
              <a:extLst>
                <a:ext uri="{FF2B5EF4-FFF2-40B4-BE49-F238E27FC236}">
                  <a16:creationId xmlns:a16="http://schemas.microsoft.com/office/drawing/2014/main" id="{6823F365-3761-884A-932E-E7F2F59F2DE9}"/>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3" name="Rectangle 245">
              <a:extLst>
                <a:ext uri="{FF2B5EF4-FFF2-40B4-BE49-F238E27FC236}">
                  <a16:creationId xmlns:a16="http://schemas.microsoft.com/office/drawing/2014/main" id="{32722F13-86B8-BF4D-9471-9117516D8FDB}"/>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4" name="Oval 246">
              <a:extLst>
                <a:ext uri="{FF2B5EF4-FFF2-40B4-BE49-F238E27FC236}">
                  <a16:creationId xmlns:a16="http://schemas.microsoft.com/office/drawing/2014/main" id="{1734D556-0F24-E543-8D70-4DAABA79D6A9}"/>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05" name="Group 247">
              <a:extLst>
                <a:ext uri="{FF2B5EF4-FFF2-40B4-BE49-F238E27FC236}">
                  <a16:creationId xmlns:a16="http://schemas.microsoft.com/office/drawing/2014/main" id="{5DEC3886-0D4A-FA48-9B28-A8A3EE16BE7D}"/>
                </a:ext>
              </a:extLst>
            </p:cNvPr>
            <p:cNvGrpSpPr>
              <a:grpSpLocks/>
            </p:cNvGrpSpPr>
            <p:nvPr/>
          </p:nvGrpSpPr>
          <p:grpSpPr bwMode="auto">
            <a:xfrm>
              <a:off x="1371" y="2587"/>
              <a:ext cx="304" cy="117"/>
              <a:chOff x="1371" y="2587"/>
              <a:chExt cx="304" cy="117"/>
            </a:xfrm>
          </p:grpSpPr>
          <p:grpSp>
            <p:nvGrpSpPr>
              <p:cNvPr id="113908" name="Group 248">
                <a:extLst>
                  <a:ext uri="{FF2B5EF4-FFF2-40B4-BE49-F238E27FC236}">
                    <a16:creationId xmlns:a16="http://schemas.microsoft.com/office/drawing/2014/main" id="{88B86B90-CBF3-8243-9344-24C16756555E}"/>
                  </a:ext>
                </a:extLst>
              </p:cNvPr>
              <p:cNvGrpSpPr>
                <a:grpSpLocks/>
              </p:cNvGrpSpPr>
              <p:nvPr/>
            </p:nvGrpSpPr>
            <p:grpSpPr bwMode="auto">
              <a:xfrm>
                <a:off x="1371" y="2587"/>
                <a:ext cx="301" cy="115"/>
                <a:chOff x="1371" y="2587"/>
                <a:chExt cx="301" cy="115"/>
              </a:xfrm>
            </p:grpSpPr>
            <p:sp>
              <p:nvSpPr>
                <p:cNvPr id="113918" name="Freeform 249">
                  <a:extLst>
                    <a:ext uri="{FF2B5EF4-FFF2-40B4-BE49-F238E27FC236}">
                      <a16:creationId xmlns:a16="http://schemas.microsoft.com/office/drawing/2014/main" id="{3CFB8FFE-1EED-1B44-B4B5-F65439E0E98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9" name="Freeform 250">
                  <a:extLst>
                    <a:ext uri="{FF2B5EF4-FFF2-40B4-BE49-F238E27FC236}">
                      <a16:creationId xmlns:a16="http://schemas.microsoft.com/office/drawing/2014/main" id="{9D1A1550-F79C-DF44-AEFF-EE254572D73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0" name="Freeform 251">
                  <a:extLst>
                    <a:ext uri="{FF2B5EF4-FFF2-40B4-BE49-F238E27FC236}">
                      <a16:creationId xmlns:a16="http://schemas.microsoft.com/office/drawing/2014/main" id="{C8A26ABF-18B3-6947-AAC0-73EE050EB488}"/>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1" name="Freeform 252">
                  <a:extLst>
                    <a:ext uri="{FF2B5EF4-FFF2-40B4-BE49-F238E27FC236}">
                      <a16:creationId xmlns:a16="http://schemas.microsoft.com/office/drawing/2014/main" id="{2BA806CC-27DC-2340-8033-689DEF8B408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2" name="Freeform 253">
                  <a:extLst>
                    <a:ext uri="{FF2B5EF4-FFF2-40B4-BE49-F238E27FC236}">
                      <a16:creationId xmlns:a16="http://schemas.microsoft.com/office/drawing/2014/main" id="{8E9193F2-2E03-1249-9CE4-033F919D142C}"/>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3" name="Freeform 254">
                  <a:extLst>
                    <a:ext uri="{FF2B5EF4-FFF2-40B4-BE49-F238E27FC236}">
                      <a16:creationId xmlns:a16="http://schemas.microsoft.com/office/drawing/2014/main" id="{8C259448-E957-3B49-B11E-043B8505EB97}"/>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4" name="Freeform 255">
                  <a:extLst>
                    <a:ext uri="{FF2B5EF4-FFF2-40B4-BE49-F238E27FC236}">
                      <a16:creationId xmlns:a16="http://schemas.microsoft.com/office/drawing/2014/main" id="{075671CF-BAA5-C84C-87E8-18F6A41B9D8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5" name="Freeform 256">
                  <a:extLst>
                    <a:ext uri="{FF2B5EF4-FFF2-40B4-BE49-F238E27FC236}">
                      <a16:creationId xmlns:a16="http://schemas.microsoft.com/office/drawing/2014/main" id="{AC91979B-4D8F-334A-AB89-EA58CD7945A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09" name="Group 257">
                <a:extLst>
                  <a:ext uri="{FF2B5EF4-FFF2-40B4-BE49-F238E27FC236}">
                    <a16:creationId xmlns:a16="http://schemas.microsoft.com/office/drawing/2014/main" id="{F5BA7662-8B69-C549-A55D-FDE9BDC443CB}"/>
                  </a:ext>
                </a:extLst>
              </p:cNvPr>
              <p:cNvGrpSpPr>
                <a:grpSpLocks/>
              </p:cNvGrpSpPr>
              <p:nvPr/>
            </p:nvGrpSpPr>
            <p:grpSpPr bwMode="auto">
              <a:xfrm>
                <a:off x="1373" y="2590"/>
                <a:ext cx="302" cy="114"/>
                <a:chOff x="1373" y="2590"/>
                <a:chExt cx="302" cy="114"/>
              </a:xfrm>
            </p:grpSpPr>
            <p:sp>
              <p:nvSpPr>
                <p:cNvPr id="113910" name="Freeform 258">
                  <a:extLst>
                    <a:ext uri="{FF2B5EF4-FFF2-40B4-BE49-F238E27FC236}">
                      <a16:creationId xmlns:a16="http://schemas.microsoft.com/office/drawing/2014/main" id="{70C36E9A-F9DC-C34E-9972-5ECDC37323E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1" name="Freeform 259">
                  <a:extLst>
                    <a:ext uri="{FF2B5EF4-FFF2-40B4-BE49-F238E27FC236}">
                      <a16:creationId xmlns:a16="http://schemas.microsoft.com/office/drawing/2014/main" id="{6E40B18D-8EED-954A-951C-C30091A5D43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2" name="Freeform 260">
                  <a:extLst>
                    <a:ext uri="{FF2B5EF4-FFF2-40B4-BE49-F238E27FC236}">
                      <a16:creationId xmlns:a16="http://schemas.microsoft.com/office/drawing/2014/main" id="{0060E00B-AAD3-0443-8ED8-ECD1327F9A5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3" name="Freeform 261">
                  <a:extLst>
                    <a:ext uri="{FF2B5EF4-FFF2-40B4-BE49-F238E27FC236}">
                      <a16:creationId xmlns:a16="http://schemas.microsoft.com/office/drawing/2014/main" id="{398CB823-69E1-2040-B608-94B623EE7D3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4" name="Freeform 262">
                  <a:extLst>
                    <a:ext uri="{FF2B5EF4-FFF2-40B4-BE49-F238E27FC236}">
                      <a16:creationId xmlns:a16="http://schemas.microsoft.com/office/drawing/2014/main" id="{B78CDDCC-C7C6-154E-B13F-7E3F1156FED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5" name="Freeform 263">
                  <a:extLst>
                    <a:ext uri="{FF2B5EF4-FFF2-40B4-BE49-F238E27FC236}">
                      <a16:creationId xmlns:a16="http://schemas.microsoft.com/office/drawing/2014/main" id="{54D8A2E9-05E9-7947-B4CB-AF4584FBD489}"/>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6" name="Freeform 264">
                  <a:extLst>
                    <a:ext uri="{FF2B5EF4-FFF2-40B4-BE49-F238E27FC236}">
                      <a16:creationId xmlns:a16="http://schemas.microsoft.com/office/drawing/2014/main" id="{899E67B7-51EA-AA4F-B464-2B29DFD6548B}"/>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7" name="Freeform 265">
                  <a:extLst>
                    <a:ext uri="{FF2B5EF4-FFF2-40B4-BE49-F238E27FC236}">
                      <a16:creationId xmlns:a16="http://schemas.microsoft.com/office/drawing/2014/main" id="{DE7A0E1F-8778-5C48-8FD5-EA00A8DF33B1}"/>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06" name="Line 266">
              <a:extLst>
                <a:ext uri="{FF2B5EF4-FFF2-40B4-BE49-F238E27FC236}">
                  <a16:creationId xmlns:a16="http://schemas.microsoft.com/office/drawing/2014/main" id="{259D1401-C40E-5844-A1AD-E9303D500CFE}"/>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07" name="Line 267">
              <a:extLst>
                <a:ext uri="{FF2B5EF4-FFF2-40B4-BE49-F238E27FC236}">
                  <a16:creationId xmlns:a16="http://schemas.microsoft.com/office/drawing/2014/main" id="{A36373D3-C872-9E48-8F2E-5DD1A9858D8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3725" name="Group 268">
            <a:extLst>
              <a:ext uri="{FF2B5EF4-FFF2-40B4-BE49-F238E27FC236}">
                <a16:creationId xmlns:a16="http://schemas.microsoft.com/office/drawing/2014/main" id="{C0F219C9-05D0-F545-9F6F-803430EE1437}"/>
              </a:ext>
            </a:extLst>
          </p:cNvPr>
          <p:cNvGrpSpPr>
            <a:grpSpLocks/>
          </p:cNvGrpSpPr>
          <p:nvPr/>
        </p:nvGrpSpPr>
        <p:grpSpPr bwMode="auto">
          <a:xfrm>
            <a:off x="4987529" y="3289698"/>
            <a:ext cx="486965" cy="288131"/>
            <a:chOff x="3488" y="2569"/>
            <a:chExt cx="439" cy="262"/>
          </a:xfrm>
        </p:grpSpPr>
        <p:sp>
          <p:nvSpPr>
            <p:cNvPr id="113876" name="Oval 269">
              <a:extLst>
                <a:ext uri="{FF2B5EF4-FFF2-40B4-BE49-F238E27FC236}">
                  <a16:creationId xmlns:a16="http://schemas.microsoft.com/office/drawing/2014/main" id="{525A9D23-8CB7-F241-944A-60CCBD5ADAB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7" name="Rectangle 270">
              <a:extLst>
                <a:ext uri="{FF2B5EF4-FFF2-40B4-BE49-F238E27FC236}">
                  <a16:creationId xmlns:a16="http://schemas.microsoft.com/office/drawing/2014/main" id="{AED45EB7-D841-DA4D-ABFF-7F3F84462DED}"/>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8" name="Rectangle 271">
              <a:extLst>
                <a:ext uri="{FF2B5EF4-FFF2-40B4-BE49-F238E27FC236}">
                  <a16:creationId xmlns:a16="http://schemas.microsoft.com/office/drawing/2014/main" id="{D26615DA-303C-A84C-9FC7-85CE8D11F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9" name="Oval 272">
              <a:extLst>
                <a:ext uri="{FF2B5EF4-FFF2-40B4-BE49-F238E27FC236}">
                  <a16:creationId xmlns:a16="http://schemas.microsoft.com/office/drawing/2014/main" id="{5E985F03-A4A8-8F4C-BE96-7C5DB031A3D9}"/>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880" name="Group 273">
              <a:extLst>
                <a:ext uri="{FF2B5EF4-FFF2-40B4-BE49-F238E27FC236}">
                  <a16:creationId xmlns:a16="http://schemas.microsoft.com/office/drawing/2014/main" id="{5F7A1E8F-DA74-B44F-BDE5-2E175BBC03CB}"/>
                </a:ext>
              </a:extLst>
            </p:cNvPr>
            <p:cNvGrpSpPr>
              <a:grpSpLocks/>
            </p:cNvGrpSpPr>
            <p:nvPr/>
          </p:nvGrpSpPr>
          <p:grpSpPr bwMode="auto">
            <a:xfrm>
              <a:off x="3555" y="2587"/>
              <a:ext cx="304" cy="117"/>
              <a:chOff x="3555" y="2587"/>
              <a:chExt cx="304" cy="117"/>
            </a:xfrm>
          </p:grpSpPr>
          <p:grpSp>
            <p:nvGrpSpPr>
              <p:cNvPr id="113883" name="Group 274">
                <a:extLst>
                  <a:ext uri="{FF2B5EF4-FFF2-40B4-BE49-F238E27FC236}">
                    <a16:creationId xmlns:a16="http://schemas.microsoft.com/office/drawing/2014/main" id="{6389CD73-4E07-CC4E-9AC9-06DD277B4860}"/>
                  </a:ext>
                </a:extLst>
              </p:cNvPr>
              <p:cNvGrpSpPr>
                <a:grpSpLocks/>
              </p:cNvGrpSpPr>
              <p:nvPr/>
            </p:nvGrpSpPr>
            <p:grpSpPr bwMode="auto">
              <a:xfrm>
                <a:off x="3555" y="2587"/>
                <a:ext cx="301" cy="115"/>
                <a:chOff x="3555" y="2587"/>
                <a:chExt cx="301" cy="115"/>
              </a:xfrm>
            </p:grpSpPr>
            <p:sp>
              <p:nvSpPr>
                <p:cNvPr id="113893" name="Freeform 275">
                  <a:extLst>
                    <a:ext uri="{FF2B5EF4-FFF2-40B4-BE49-F238E27FC236}">
                      <a16:creationId xmlns:a16="http://schemas.microsoft.com/office/drawing/2014/main" id="{F605EFAD-9EF7-8B4E-8F56-BC117993BD91}"/>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4" name="Freeform 276">
                  <a:extLst>
                    <a:ext uri="{FF2B5EF4-FFF2-40B4-BE49-F238E27FC236}">
                      <a16:creationId xmlns:a16="http://schemas.microsoft.com/office/drawing/2014/main" id="{6D7FD750-2EE4-5947-BB8D-24C19B169F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5" name="Freeform 277">
                  <a:extLst>
                    <a:ext uri="{FF2B5EF4-FFF2-40B4-BE49-F238E27FC236}">
                      <a16:creationId xmlns:a16="http://schemas.microsoft.com/office/drawing/2014/main" id="{A8A53EA3-13BD-5348-81DF-E0FAE3DAB3FE}"/>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6" name="Freeform 278">
                  <a:extLst>
                    <a:ext uri="{FF2B5EF4-FFF2-40B4-BE49-F238E27FC236}">
                      <a16:creationId xmlns:a16="http://schemas.microsoft.com/office/drawing/2014/main" id="{A6896D96-1BDA-FD48-806E-D7A972C9442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7" name="Freeform 279">
                  <a:extLst>
                    <a:ext uri="{FF2B5EF4-FFF2-40B4-BE49-F238E27FC236}">
                      <a16:creationId xmlns:a16="http://schemas.microsoft.com/office/drawing/2014/main" id="{0E0C27CD-F100-6E43-B49E-D7F8BDD82A8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8" name="Freeform 280">
                  <a:extLst>
                    <a:ext uri="{FF2B5EF4-FFF2-40B4-BE49-F238E27FC236}">
                      <a16:creationId xmlns:a16="http://schemas.microsoft.com/office/drawing/2014/main" id="{1C0E59EB-EA24-0F42-8056-70DD1F5CA7C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9" name="Freeform 281">
                  <a:extLst>
                    <a:ext uri="{FF2B5EF4-FFF2-40B4-BE49-F238E27FC236}">
                      <a16:creationId xmlns:a16="http://schemas.microsoft.com/office/drawing/2014/main" id="{9091255D-1ADB-8E47-BC00-88459800861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00" name="Freeform 282">
                  <a:extLst>
                    <a:ext uri="{FF2B5EF4-FFF2-40B4-BE49-F238E27FC236}">
                      <a16:creationId xmlns:a16="http://schemas.microsoft.com/office/drawing/2014/main" id="{154BD619-B52B-B448-996F-E64CDD9D283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884" name="Group 283">
                <a:extLst>
                  <a:ext uri="{FF2B5EF4-FFF2-40B4-BE49-F238E27FC236}">
                    <a16:creationId xmlns:a16="http://schemas.microsoft.com/office/drawing/2014/main" id="{2AD452CA-700A-5542-B8E1-5623347CACCC}"/>
                  </a:ext>
                </a:extLst>
              </p:cNvPr>
              <p:cNvGrpSpPr>
                <a:grpSpLocks/>
              </p:cNvGrpSpPr>
              <p:nvPr/>
            </p:nvGrpSpPr>
            <p:grpSpPr bwMode="auto">
              <a:xfrm>
                <a:off x="3557" y="2590"/>
                <a:ext cx="302" cy="114"/>
                <a:chOff x="3557" y="2590"/>
                <a:chExt cx="302" cy="114"/>
              </a:xfrm>
            </p:grpSpPr>
            <p:sp>
              <p:nvSpPr>
                <p:cNvPr id="113885" name="Freeform 284">
                  <a:extLst>
                    <a:ext uri="{FF2B5EF4-FFF2-40B4-BE49-F238E27FC236}">
                      <a16:creationId xmlns:a16="http://schemas.microsoft.com/office/drawing/2014/main" id="{E44B0322-8C71-574F-AB4B-CA2F80403D21}"/>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6" name="Freeform 285">
                  <a:extLst>
                    <a:ext uri="{FF2B5EF4-FFF2-40B4-BE49-F238E27FC236}">
                      <a16:creationId xmlns:a16="http://schemas.microsoft.com/office/drawing/2014/main" id="{9EDE4B2E-7AFC-6041-AA8D-1DBA1B40755C}"/>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7" name="Freeform 286">
                  <a:extLst>
                    <a:ext uri="{FF2B5EF4-FFF2-40B4-BE49-F238E27FC236}">
                      <a16:creationId xmlns:a16="http://schemas.microsoft.com/office/drawing/2014/main" id="{38A6CD6A-4A2B-E744-AFC1-E5D0F90FC3D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8" name="Freeform 287">
                  <a:extLst>
                    <a:ext uri="{FF2B5EF4-FFF2-40B4-BE49-F238E27FC236}">
                      <a16:creationId xmlns:a16="http://schemas.microsoft.com/office/drawing/2014/main" id="{9C757400-6051-BF45-9580-D5672B692A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9" name="Freeform 288">
                  <a:extLst>
                    <a:ext uri="{FF2B5EF4-FFF2-40B4-BE49-F238E27FC236}">
                      <a16:creationId xmlns:a16="http://schemas.microsoft.com/office/drawing/2014/main" id="{AF5E2408-6939-F04C-8F49-91E586FEDB8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0" name="Freeform 289">
                  <a:extLst>
                    <a:ext uri="{FF2B5EF4-FFF2-40B4-BE49-F238E27FC236}">
                      <a16:creationId xmlns:a16="http://schemas.microsoft.com/office/drawing/2014/main" id="{FE5B4E9E-FBBE-9D43-9752-37009EAFCC2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1" name="Freeform 290">
                  <a:extLst>
                    <a:ext uri="{FF2B5EF4-FFF2-40B4-BE49-F238E27FC236}">
                      <a16:creationId xmlns:a16="http://schemas.microsoft.com/office/drawing/2014/main" id="{8EDFFB19-5645-554C-868B-1D1528F26BD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2" name="Freeform 291">
                  <a:extLst>
                    <a:ext uri="{FF2B5EF4-FFF2-40B4-BE49-F238E27FC236}">
                      <a16:creationId xmlns:a16="http://schemas.microsoft.com/office/drawing/2014/main" id="{A2CE8C12-792E-DF47-B146-11F6196D3C7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881" name="Line 292">
              <a:extLst>
                <a:ext uri="{FF2B5EF4-FFF2-40B4-BE49-F238E27FC236}">
                  <a16:creationId xmlns:a16="http://schemas.microsoft.com/office/drawing/2014/main" id="{4F2D1440-32A7-F349-AC53-DE59606DBE22}"/>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882" name="Line 293">
              <a:extLst>
                <a:ext uri="{FF2B5EF4-FFF2-40B4-BE49-F238E27FC236}">
                  <a16:creationId xmlns:a16="http://schemas.microsoft.com/office/drawing/2014/main" id="{93E94782-DF6F-894F-BB38-9D909FB7CA42}"/>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26" name="Oval 294">
            <a:extLst>
              <a:ext uri="{FF2B5EF4-FFF2-40B4-BE49-F238E27FC236}">
                <a16:creationId xmlns:a16="http://schemas.microsoft.com/office/drawing/2014/main" id="{DE780F5A-D705-014D-9B62-B1DC21BC3699}"/>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7" name="Oval 295">
            <a:extLst>
              <a:ext uri="{FF2B5EF4-FFF2-40B4-BE49-F238E27FC236}">
                <a16:creationId xmlns:a16="http://schemas.microsoft.com/office/drawing/2014/main" id="{1FC822BB-43E2-E14A-96CD-D5C28898896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8" name="Oval 296">
            <a:extLst>
              <a:ext uri="{FF2B5EF4-FFF2-40B4-BE49-F238E27FC236}">
                <a16:creationId xmlns:a16="http://schemas.microsoft.com/office/drawing/2014/main" id="{62AB08EF-7CF1-414D-9343-56A7A258B3CC}"/>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9" name="Oval 297">
            <a:extLst>
              <a:ext uri="{FF2B5EF4-FFF2-40B4-BE49-F238E27FC236}">
                <a16:creationId xmlns:a16="http://schemas.microsoft.com/office/drawing/2014/main" id="{A4A6D519-4AF1-FB49-BEB6-C933B7FE3102}"/>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0" name="Oval 298">
            <a:extLst>
              <a:ext uri="{FF2B5EF4-FFF2-40B4-BE49-F238E27FC236}">
                <a16:creationId xmlns:a16="http://schemas.microsoft.com/office/drawing/2014/main" id="{28F2A267-BC3F-0947-967D-B7ED2EDB76E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1" name="Oval 299">
            <a:extLst>
              <a:ext uri="{FF2B5EF4-FFF2-40B4-BE49-F238E27FC236}">
                <a16:creationId xmlns:a16="http://schemas.microsoft.com/office/drawing/2014/main" id="{EE00F8F0-EC2B-EF44-BDA2-F224C4A21A93}"/>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2" name="Rectangle 300">
            <a:extLst>
              <a:ext uri="{FF2B5EF4-FFF2-40B4-BE49-F238E27FC236}">
                <a16:creationId xmlns:a16="http://schemas.microsoft.com/office/drawing/2014/main" id="{0ADF7B8B-A517-D04B-83CB-C1AB38C7252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3" name="Rectangle 301">
            <a:extLst>
              <a:ext uri="{FF2B5EF4-FFF2-40B4-BE49-F238E27FC236}">
                <a16:creationId xmlns:a16="http://schemas.microsoft.com/office/drawing/2014/main" id="{D9A19F2E-9329-2D4E-B413-98B9E451309A}"/>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3734" name="Rectangle 302">
            <a:extLst>
              <a:ext uri="{FF2B5EF4-FFF2-40B4-BE49-F238E27FC236}">
                <a16:creationId xmlns:a16="http://schemas.microsoft.com/office/drawing/2014/main" id="{74DFEB8D-011D-B44B-9245-4894A0C0D134}"/>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5" name="Rectangle 303">
            <a:extLst>
              <a:ext uri="{FF2B5EF4-FFF2-40B4-BE49-F238E27FC236}">
                <a16:creationId xmlns:a16="http://schemas.microsoft.com/office/drawing/2014/main" id="{CD9A7865-3294-C74A-97DC-18DD4B22B7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3736" name="Rectangle 304">
            <a:extLst>
              <a:ext uri="{FF2B5EF4-FFF2-40B4-BE49-F238E27FC236}">
                <a16:creationId xmlns:a16="http://schemas.microsoft.com/office/drawing/2014/main" id="{704D4467-A085-2C4D-AD81-731D076A6915}"/>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7" name="Rectangle 305">
            <a:extLst>
              <a:ext uri="{FF2B5EF4-FFF2-40B4-BE49-F238E27FC236}">
                <a16:creationId xmlns:a16="http://schemas.microsoft.com/office/drawing/2014/main" id="{253E1136-722E-8449-81F2-E3CAA7C9D69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3738" name="Rectangle 306">
            <a:extLst>
              <a:ext uri="{FF2B5EF4-FFF2-40B4-BE49-F238E27FC236}">
                <a16:creationId xmlns:a16="http://schemas.microsoft.com/office/drawing/2014/main" id="{506AEDCF-8EB6-BB48-9A4C-82ACC768FE3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9" name="Rectangle 307">
            <a:extLst>
              <a:ext uri="{FF2B5EF4-FFF2-40B4-BE49-F238E27FC236}">
                <a16:creationId xmlns:a16="http://schemas.microsoft.com/office/drawing/2014/main" id="{9B1E97FF-6465-564D-AE7E-804557CC46D6}"/>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3740" name="Rectangle 308">
            <a:extLst>
              <a:ext uri="{FF2B5EF4-FFF2-40B4-BE49-F238E27FC236}">
                <a16:creationId xmlns:a16="http://schemas.microsoft.com/office/drawing/2014/main" id="{09787D28-07DF-D440-BAFB-6AC600A1940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1" name="Rectangle 309">
            <a:extLst>
              <a:ext uri="{FF2B5EF4-FFF2-40B4-BE49-F238E27FC236}">
                <a16:creationId xmlns:a16="http://schemas.microsoft.com/office/drawing/2014/main" id="{7FE3006A-EBAB-D445-9142-187653F82783}"/>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3742" name="Rectangle 310">
            <a:extLst>
              <a:ext uri="{FF2B5EF4-FFF2-40B4-BE49-F238E27FC236}">
                <a16:creationId xmlns:a16="http://schemas.microsoft.com/office/drawing/2014/main" id="{A0D76D6A-6C0D-4544-BA8F-84F9C73C3ED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3" name="Rectangle 311">
            <a:extLst>
              <a:ext uri="{FF2B5EF4-FFF2-40B4-BE49-F238E27FC236}">
                <a16:creationId xmlns:a16="http://schemas.microsoft.com/office/drawing/2014/main" id="{CBF26EDA-6F5D-F34D-B2A6-D8AC957329BA}"/>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3744" name="Rectangle 312">
            <a:extLst>
              <a:ext uri="{FF2B5EF4-FFF2-40B4-BE49-F238E27FC236}">
                <a16:creationId xmlns:a16="http://schemas.microsoft.com/office/drawing/2014/main" id="{756810F6-E668-A24A-AD0F-51751C7FB504}"/>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5" name="Rectangle 313">
            <a:extLst>
              <a:ext uri="{FF2B5EF4-FFF2-40B4-BE49-F238E27FC236}">
                <a16:creationId xmlns:a16="http://schemas.microsoft.com/office/drawing/2014/main" id="{E147451A-89EB-5D47-8E50-0E4E82AB4DB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3746" name="Rectangle 314">
            <a:extLst>
              <a:ext uri="{FF2B5EF4-FFF2-40B4-BE49-F238E27FC236}">
                <a16:creationId xmlns:a16="http://schemas.microsoft.com/office/drawing/2014/main" id="{72BDE2CA-F865-C940-9239-C2A7A37E0AF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7" name="Rectangle 315">
            <a:extLst>
              <a:ext uri="{FF2B5EF4-FFF2-40B4-BE49-F238E27FC236}">
                <a16:creationId xmlns:a16="http://schemas.microsoft.com/office/drawing/2014/main" id="{7899F548-6466-3B4D-AE5C-80911307095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3748" name="Rectangle 316">
            <a:extLst>
              <a:ext uri="{FF2B5EF4-FFF2-40B4-BE49-F238E27FC236}">
                <a16:creationId xmlns:a16="http://schemas.microsoft.com/office/drawing/2014/main" id="{CC878671-6431-BA43-8039-ED3E4B87E402}"/>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9" name="Rectangle 317">
            <a:extLst>
              <a:ext uri="{FF2B5EF4-FFF2-40B4-BE49-F238E27FC236}">
                <a16:creationId xmlns:a16="http://schemas.microsoft.com/office/drawing/2014/main" id="{A5AAE6CF-4985-9049-AE33-118216FE0F6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3750" name="Oval 318">
            <a:extLst>
              <a:ext uri="{FF2B5EF4-FFF2-40B4-BE49-F238E27FC236}">
                <a16:creationId xmlns:a16="http://schemas.microsoft.com/office/drawing/2014/main" id="{3F2B28C1-448D-FC41-AE7A-C78759F9AE2E}"/>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1" name="Oval 319">
            <a:extLst>
              <a:ext uri="{FF2B5EF4-FFF2-40B4-BE49-F238E27FC236}">
                <a16:creationId xmlns:a16="http://schemas.microsoft.com/office/drawing/2014/main" id="{F076DFE9-3995-4843-B990-8632765F5E5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2" name="Oval 320">
            <a:extLst>
              <a:ext uri="{FF2B5EF4-FFF2-40B4-BE49-F238E27FC236}">
                <a16:creationId xmlns:a16="http://schemas.microsoft.com/office/drawing/2014/main" id="{19AC5225-587A-E140-8F18-D363D4BBA84E}"/>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3" name="Rectangle 321">
            <a:extLst>
              <a:ext uri="{FF2B5EF4-FFF2-40B4-BE49-F238E27FC236}">
                <a16:creationId xmlns:a16="http://schemas.microsoft.com/office/drawing/2014/main" id="{57D1C310-3FC0-1A4D-9738-2B2F85D6D094}"/>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4" name="Rectangle 322">
            <a:extLst>
              <a:ext uri="{FF2B5EF4-FFF2-40B4-BE49-F238E27FC236}">
                <a16:creationId xmlns:a16="http://schemas.microsoft.com/office/drawing/2014/main" id="{F22E89E9-EDEE-4D45-8304-395B4C98079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55" name="Rectangle 323">
            <a:extLst>
              <a:ext uri="{FF2B5EF4-FFF2-40B4-BE49-F238E27FC236}">
                <a16:creationId xmlns:a16="http://schemas.microsoft.com/office/drawing/2014/main" id="{22C6F22A-6638-3F40-9FC3-1F1A9B734760}"/>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6" name="Rectangle 324">
            <a:extLst>
              <a:ext uri="{FF2B5EF4-FFF2-40B4-BE49-F238E27FC236}">
                <a16:creationId xmlns:a16="http://schemas.microsoft.com/office/drawing/2014/main" id="{FFEF011E-4537-844E-BB38-963EC62D6104}"/>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57" name="Rectangle 325">
            <a:extLst>
              <a:ext uri="{FF2B5EF4-FFF2-40B4-BE49-F238E27FC236}">
                <a16:creationId xmlns:a16="http://schemas.microsoft.com/office/drawing/2014/main" id="{115F4D15-D23E-0048-B909-58B51F93654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8" name="Rectangle 326">
            <a:extLst>
              <a:ext uri="{FF2B5EF4-FFF2-40B4-BE49-F238E27FC236}">
                <a16:creationId xmlns:a16="http://schemas.microsoft.com/office/drawing/2014/main" id="{73455293-DBC0-7746-942D-CA1AF26EDDE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3759" name="Rectangle 327">
            <a:extLst>
              <a:ext uri="{FF2B5EF4-FFF2-40B4-BE49-F238E27FC236}">
                <a16:creationId xmlns:a16="http://schemas.microsoft.com/office/drawing/2014/main" id="{D53F0E2E-5525-8C4E-9E45-3122D7A364B0}"/>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0" name="Rectangle 328">
            <a:extLst>
              <a:ext uri="{FF2B5EF4-FFF2-40B4-BE49-F238E27FC236}">
                <a16:creationId xmlns:a16="http://schemas.microsoft.com/office/drawing/2014/main" id="{8119C53F-E3FC-9441-A4CD-E13614B85757}"/>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1" name="Rectangle 329">
            <a:extLst>
              <a:ext uri="{FF2B5EF4-FFF2-40B4-BE49-F238E27FC236}">
                <a16:creationId xmlns:a16="http://schemas.microsoft.com/office/drawing/2014/main" id="{46E7AF57-6185-B14B-A22D-B8D9B9C6097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2" name="Rectangle 330">
            <a:extLst>
              <a:ext uri="{FF2B5EF4-FFF2-40B4-BE49-F238E27FC236}">
                <a16:creationId xmlns:a16="http://schemas.microsoft.com/office/drawing/2014/main" id="{56405BFD-8CF4-0E4C-BAD0-8F00417915E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3" name="Rectangle 331">
            <a:extLst>
              <a:ext uri="{FF2B5EF4-FFF2-40B4-BE49-F238E27FC236}">
                <a16:creationId xmlns:a16="http://schemas.microsoft.com/office/drawing/2014/main" id="{10E60DE3-33EB-B54D-BB32-47582F616EF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4" name="Rectangle 332">
            <a:extLst>
              <a:ext uri="{FF2B5EF4-FFF2-40B4-BE49-F238E27FC236}">
                <a16:creationId xmlns:a16="http://schemas.microsoft.com/office/drawing/2014/main" id="{8B077A56-FCE3-5944-B1EB-A1F7C9E7D757}"/>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5" name="Rectangle 333">
            <a:extLst>
              <a:ext uri="{FF2B5EF4-FFF2-40B4-BE49-F238E27FC236}">
                <a16:creationId xmlns:a16="http://schemas.microsoft.com/office/drawing/2014/main" id="{194B1CC9-93C7-5D4C-8DE0-AB158CE86FA3}"/>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66" name="Rectangle 334">
            <a:extLst>
              <a:ext uri="{FF2B5EF4-FFF2-40B4-BE49-F238E27FC236}">
                <a16:creationId xmlns:a16="http://schemas.microsoft.com/office/drawing/2014/main" id="{CC3FCDBD-8EFD-5F41-B716-720F29AEECC5}"/>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3767" name="Rectangle 335">
            <a:extLst>
              <a:ext uri="{FF2B5EF4-FFF2-40B4-BE49-F238E27FC236}">
                <a16:creationId xmlns:a16="http://schemas.microsoft.com/office/drawing/2014/main" id="{69284B7F-44CB-834A-A2D4-FFCE5FDEB77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8" name="Rectangle 336">
            <a:extLst>
              <a:ext uri="{FF2B5EF4-FFF2-40B4-BE49-F238E27FC236}">
                <a16:creationId xmlns:a16="http://schemas.microsoft.com/office/drawing/2014/main" id="{2061ABCB-6B19-C545-A845-D552763181F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3769" name="Rectangle 337">
            <a:extLst>
              <a:ext uri="{FF2B5EF4-FFF2-40B4-BE49-F238E27FC236}">
                <a16:creationId xmlns:a16="http://schemas.microsoft.com/office/drawing/2014/main" id="{B87E3C35-6E6B-2A48-AA6E-2DF711A93C9D}"/>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0" name="Rectangle 338">
            <a:extLst>
              <a:ext uri="{FF2B5EF4-FFF2-40B4-BE49-F238E27FC236}">
                <a16:creationId xmlns:a16="http://schemas.microsoft.com/office/drawing/2014/main" id="{755B8B32-D5EA-E849-9403-8768193B7323}"/>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3771" name="Line 339">
            <a:extLst>
              <a:ext uri="{FF2B5EF4-FFF2-40B4-BE49-F238E27FC236}">
                <a16:creationId xmlns:a16="http://schemas.microsoft.com/office/drawing/2014/main" id="{C7187C23-B906-8347-A046-55FE775F6F78}"/>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2" name="Rectangle 340">
            <a:extLst>
              <a:ext uri="{FF2B5EF4-FFF2-40B4-BE49-F238E27FC236}">
                <a16:creationId xmlns:a16="http://schemas.microsoft.com/office/drawing/2014/main" id="{198B917D-18A0-2445-82C7-F27352F60CA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3773" name="Picture 341">
            <a:extLst>
              <a:ext uri="{FF2B5EF4-FFF2-40B4-BE49-F238E27FC236}">
                <a16:creationId xmlns:a16="http://schemas.microsoft.com/office/drawing/2014/main" id="{14E5A27B-E97C-2947-BF3B-748B611F69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4" name="Line 342">
            <a:extLst>
              <a:ext uri="{FF2B5EF4-FFF2-40B4-BE49-F238E27FC236}">
                <a16:creationId xmlns:a16="http://schemas.microsoft.com/office/drawing/2014/main" id="{A3A705FD-42C9-944A-B96B-B91313A379D3}"/>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5" name="Line 343">
            <a:extLst>
              <a:ext uri="{FF2B5EF4-FFF2-40B4-BE49-F238E27FC236}">
                <a16:creationId xmlns:a16="http://schemas.microsoft.com/office/drawing/2014/main" id="{5E33DFEC-FDAD-294A-9BBD-34A2DEDB406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6" name="Line 344">
            <a:extLst>
              <a:ext uri="{FF2B5EF4-FFF2-40B4-BE49-F238E27FC236}">
                <a16:creationId xmlns:a16="http://schemas.microsoft.com/office/drawing/2014/main" id="{731A04FB-4512-E14C-BACE-1F60A7C65F62}"/>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7" name="Oval 345">
            <a:extLst>
              <a:ext uri="{FF2B5EF4-FFF2-40B4-BE49-F238E27FC236}">
                <a16:creationId xmlns:a16="http://schemas.microsoft.com/office/drawing/2014/main" id="{057829A3-6676-F349-B5FC-AB85F23EE8B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8" name="Rectangle 346">
            <a:extLst>
              <a:ext uri="{FF2B5EF4-FFF2-40B4-BE49-F238E27FC236}">
                <a16:creationId xmlns:a16="http://schemas.microsoft.com/office/drawing/2014/main" id="{2B54B001-946E-AF44-8486-636109B6EFF4}"/>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79" name="Rectangle 347">
            <a:extLst>
              <a:ext uri="{FF2B5EF4-FFF2-40B4-BE49-F238E27FC236}">
                <a16:creationId xmlns:a16="http://schemas.microsoft.com/office/drawing/2014/main" id="{34D4DA6B-C121-0D46-A508-4EDE65FA1559}"/>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80" name="Line 348">
            <a:extLst>
              <a:ext uri="{FF2B5EF4-FFF2-40B4-BE49-F238E27FC236}">
                <a16:creationId xmlns:a16="http://schemas.microsoft.com/office/drawing/2014/main" id="{B96D9C90-F56A-5646-89CF-1D4138425B23}"/>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1" name="Rectangle 349">
            <a:extLst>
              <a:ext uri="{FF2B5EF4-FFF2-40B4-BE49-F238E27FC236}">
                <a16:creationId xmlns:a16="http://schemas.microsoft.com/office/drawing/2014/main" id="{F2C87129-11AF-CF48-97A6-5786876DC22F}"/>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3782" name="Line 350">
            <a:extLst>
              <a:ext uri="{FF2B5EF4-FFF2-40B4-BE49-F238E27FC236}">
                <a16:creationId xmlns:a16="http://schemas.microsoft.com/office/drawing/2014/main" id="{9FCE51C6-8C6F-3E41-B19A-3143E839AAE7}"/>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3783" name="Line 351">
            <a:extLst>
              <a:ext uri="{FF2B5EF4-FFF2-40B4-BE49-F238E27FC236}">
                <a16:creationId xmlns:a16="http://schemas.microsoft.com/office/drawing/2014/main" id="{853E1C18-A93A-764D-BA51-7600EF3C71A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4" name="Oval 352">
            <a:extLst>
              <a:ext uri="{FF2B5EF4-FFF2-40B4-BE49-F238E27FC236}">
                <a16:creationId xmlns:a16="http://schemas.microsoft.com/office/drawing/2014/main" id="{6E401D8E-4D62-0F4E-AB1F-E1BF0C051856}"/>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5" name="Group 353">
            <a:extLst>
              <a:ext uri="{FF2B5EF4-FFF2-40B4-BE49-F238E27FC236}">
                <a16:creationId xmlns:a16="http://schemas.microsoft.com/office/drawing/2014/main" id="{8899FE12-1D92-7C40-B973-4F336E28CA9F}"/>
              </a:ext>
            </a:extLst>
          </p:cNvPr>
          <p:cNvGrpSpPr>
            <a:grpSpLocks/>
          </p:cNvGrpSpPr>
          <p:nvPr/>
        </p:nvGrpSpPr>
        <p:grpSpPr bwMode="auto">
          <a:xfrm>
            <a:off x="3471863" y="673894"/>
            <a:ext cx="379810" cy="385763"/>
            <a:chOff x="1813" y="593"/>
            <a:chExt cx="343" cy="352"/>
          </a:xfrm>
        </p:grpSpPr>
        <p:grpSp>
          <p:nvGrpSpPr>
            <p:cNvPr id="113850" name="Group 354">
              <a:extLst>
                <a:ext uri="{FF2B5EF4-FFF2-40B4-BE49-F238E27FC236}">
                  <a16:creationId xmlns:a16="http://schemas.microsoft.com/office/drawing/2014/main" id="{9B510683-6AD2-3A45-9734-B387D9E3F515}"/>
                </a:ext>
              </a:extLst>
            </p:cNvPr>
            <p:cNvGrpSpPr>
              <a:grpSpLocks/>
            </p:cNvGrpSpPr>
            <p:nvPr/>
          </p:nvGrpSpPr>
          <p:grpSpPr bwMode="auto">
            <a:xfrm>
              <a:off x="1821" y="599"/>
              <a:ext cx="335" cy="346"/>
              <a:chOff x="1821" y="599"/>
              <a:chExt cx="335" cy="346"/>
            </a:xfrm>
          </p:grpSpPr>
          <p:sp>
            <p:nvSpPr>
              <p:cNvPr id="113864" name="Freeform 355">
                <a:extLst>
                  <a:ext uri="{FF2B5EF4-FFF2-40B4-BE49-F238E27FC236}">
                    <a16:creationId xmlns:a16="http://schemas.microsoft.com/office/drawing/2014/main" id="{2CA01786-63AE-F745-AA60-DDD21275DCC6}"/>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5" name="Freeform 356">
                <a:extLst>
                  <a:ext uri="{FF2B5EF4-FFF2-40B4-BE49-F238E27FC236}">
                    <a16:creationId xmlns:a16="http://schemas.microsoft.com/office/drawing/2014/main" id="{5395F32A-E170-1B47-B726-3E909986758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6" name="Freeform 357">
                <a:extLst>
                  <a:ext uri="{FF2B5EF4-FFF2-40B4-BE49-F238E27FC236}">
                    <a16:creationId xmlns:a16="http://schemas.microsoft.com/office/drawing/2014/main" id="{26436812-46BD-F140-9915-47E4CBAE1FC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7" name="Freeform 358">
                <a:extLst>
                  <a:ext uri="{FF2B5EF4-FFF2-40B4-BE49-F238E27FC236}">
                    <a16:creationId xmlns:a16="http://schemas.microsoft.com/office/drawing/2014/main" id="{3F7960D1-46C0-4B4E-89FC-19FE53EA5294}"/>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8" name="Rectangle 359">
                <a:extLst>
                  <a:ext uri="{FF2B5EF4-FFF2-40B4-BE49-F238E27FC236}">
                    <a16:creationId xmlns:a16="http://schemas.microsoft.com/office/drawing/2014/main" id="{591E7223-0582-3A46-A85D-7658871412E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69" name="Rectangle 360">
                <a:extLst>
                  <a:ext uri="{FF2B5EF4-FFF2-40B4-BE49-F238E27FC236}">
                    <a16:creationId xmlns:a16="http://schemas.microsoft.com/office/drawing/2014/main" id="{07B9A214-616A-6C4F-A10E-CEDA8A5AC0C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0" name="Rectangle 361">
                <a:extLst>
                  <a:ext uri="{FF2B5EF4-FFF2-40B4-BE49-F238E27FC236}">
                    <a16:creationId xmlns:a16="http://schemas.microsoft.com/office/drawing/2014/main" id="{BB151ED7-BE7C-D943-97AF-E2CC39AB851D}"/>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1" name="Line 362">
                <a:extLst>
                  <a:ext uri="{FF2B5EF4-FFF2-40B4-BE49-F238E27FC236}">
                    <a16:creationId xmlns:a16="http://schemas.microsoft.com/office/drawing/2014/main" id="{F3E76922-8E53-1C4B-BD1E-0B94001FDCE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72" name="Group 363">
                <a:extLst>
                  <a:ext uri="{FF2B5EF4-FFF2-40B4-BE49-F238E27FC236}">
                    <a16:creationId xmlns:a16="http://schemas.microsoft.com/office/drawing/2014/main" id="{25BAD792-A56A-0B45-ADD3-EE60B22FA70F}"/>
                  </a:ext>
                </a:extLst>
              </p:cNvPr>
              <p:cNvGrpSpPr>
                <a:grpSpLocks/>
              </p:cNvGrpSpPr>
              <p:nvPr/>
            </p:nvGrpSpPr>
            <p:grpSpPr bwMode="auto">
              <a:xfrm>
                <a:off x="1821" y="895"/>
                <a:ext cx="335" cy="50"/>
                <a:chOff x="1821" y="895"/>
                <a:chExt cx="335" cy="50"/>
              </a:xfrm>
            </p:grpSpPr>
            <p:sp>
              <p:nvSpPr>
                <p:cNvPr id="113873" name="Freeform 364">
                  <a:extLst>
                    <a:ext uri="{FF2B5EF4-FFF2-40B4-BE49-F238E27FC236}">
                      <a16:creationId xmlns:a16="http://schemas.microsoft.com/office/drawing/2014/main" id="{D8BC6CA9-B236-E640-8BD4-4EEB53AE2AA1}"/>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4" name="Freeform 365">
                  <a:extLst>
                    <a:ext uri="{FF2B5EF4-FFF2-40B4-BE49-F238E27FC236}">
                      <a16:creationId xmlns:a16="http://schemas.microsoft.com/office/drawing/2014/main" id="{614F84C0-A643-F044-BEE6-7CB19AF7AB6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5" name="Rectangle 366">
                  <a:extLst>
                    <a:ext uri="{FF2B5EF4-FFF2-40B4-BE49-F238E27FC236}">
                      <a16:creationId xmlns:a16="http://schemas.microsoft.com/office/drawing/2014/main" id="{5249941D-8B46-C947-B07D-D1713528D6A9}"/>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51" name="Group 367">
              <a:extLst>
                <a:ext uri="{FF2B5EF4-FFF2-40B4-BE49-F238E27FC236}">
                  <a16:creationId xmlns:a16="http://schemas.microsoft.com/office/drawing/2014/main" id="{9995E04A-7D4E-1145-A16F-078A6DF850A4}"/>
                </a:ext>
              </a:extLst>
            </p:cNvPr>
            <p:cNvGrpSpPr>
              <a:grpSpLocks/>
            </p:cNvGrpSpPr>
            <p:nvPr/>
          </p:nvGrpSpPr>
          <p:grpSpPr bwMode="auto">
            <a:xfrm>
              <a:off x="1813" y="593"/>
              <a:ext cx="335" cy="346"/>
              <a:chOff x="1813" y="593"/>
              <a:chExt cx="335" cy="346"/>
            </a:xfrm>
          </p:grpSpPr>
          <p:sp>
            <p:nvSpPr>
              <p:cNvPr id="113852" name="Freeform 368">
                <a:extLst>
                  <a:ext uri="{FF2B5EF4-FFF2-40B4-BE49-F238E27FC236}">
                    <a16:creationId xmlns:a16="http://schemas.microsoft.com/office/drawing/2014/main" id="{C1EAE1AF-FE5F-3B4C-8518-8502AF8E8E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3" name="Freeform 369">
                <a:extLst>
                  <a:ext uri="{FF2B5EF4-FFF2-40B4-BE49-F238E27FC236}">
                    <a16:creationId xmlns:a16="http://schemas.microsoft.com/office/drawing/2014/main" id="{568E42D2-1F6B-F54D-A729-9AE35663EF6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4" name="Freeform 370">
                <a:extLst>
                  <a:ext uri="{FF2B5EF4-FFF2-40B4-BE49-F238E27FC236}">
                    <a16:creationId xmlns:a16="http://schemas.microsoft.com/office/drawing/2014/main" id="{432F3FB1-0778-AE49-99BF-903FDE5FAEA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5" name="Freeform 371">
                <a:extLst>
                  <a:ext uri="{FF2B5EF4-FFF2-40B4-BE49-F238E27FC236}">
                    <a16:creationId xmlns:a16="http://schemas.microsoft.com/office/drawing/2014/main" id="{624E73D2-0C42-B649-B891-C2E43EC5C23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6" name="Rectangle 372">
                <a:extLst>
                  <a:ext uri="{FF2B5EF4-FFF2-40B4-BE49-F238E27FC236}">
                    <a16:creationId xmlns:a16="http://schemas.microsoft.com/office/drawing/2014/main" id="{F60C0364-D07A-D342-8CF7-34852AF9B5B2}"/>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7" name="Rectangle 373">
                <a:extLst>
                  <a:ext uri="{FF2B5EF4-FFF2-40B4-BE49-F238E27FC236}">
                    <a16:creationId xmlns:a16="http://schemas.microsoft.com/office/drawing/2014/main" id="{804E4A0A-129C-7D41-8BB8-1AAA0805B40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8" name="Rectangle 374">
                <a:extLst>
                  <a:ext uri="{FF2B5EF4-FFF2-40B4-BE49-F238E27FC236}">
                    <a16:creationId xmlns:a16="http://schemas.microsoft.com/office/drawing/2014/main" id="{1F3FC74C-F1C2-2941-B5B1-FCB79CCE2F3D}"/>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9" name="Line 375">
                <a:extLst>
                  <a:ext uri="{FF2B5EF4-FFF2-40B4-BE49-F238E27FC236}">
                    <a16:creationId xmlns:a16="http://schemas.microsoft.com/office/drawing/2014/main" id="{758FFAC8-0FB1-7244-B8AB-7D61C3D330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60" name="Group 376">
                <a:extLst>
                  <a:ext uri="{FF2B5EF4-FFF2-40B4-BE49-F238E27FC236}">
                    <a16:creationId xmlns:a16="http://schemas.microsoft.com/office/drawing/2014/main" id="{18DC43C9-6BF7-794B-B562-D235F52BAA8D}"/>
                  </a:ext>
                </a:extLst>
              </p:cNvPr>
              <p:cNvGrpSpPr>
                <a:grpSpLocks/>
              </p:cNvGrpSpPr>
              <p:nvPr/>
            </p:nvGrpSpPr>
            <p:grpSpPr bwMode="auto">
              <a:xfrm>
                <a:off x="1813" y="888"/>
                <a:ext cx="335" cy="51"/>
                <a:chOff x="1813" y="888"/>
                <a:chExt cx="335" cy="51"/>
              </a:xfrm>
            </p:grpSpPr>
            <p:sp>
              <p:nvSpPr>
                <p:cNvPr id="113861" name="Freeform 377">
                  <a:extLst>
                    <a:ext uri="{FF2B5EF4-FFF2-40B4-BE49-F238E27FC236}">
                      <a16:creationId xmlns:a16="http://schemas.microsoft.com/office/drawing/2014/main" id="{75D7A5CC-1759-3B40-AE06-957DE867E8A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2" name="Freeform 378">
                  <a:extLst>
                    <a:ext uri="{FF2B5EF4-FFF2-40B4-BE49-F238E27FC236}">
                      <a16:creationId xmlns:a16="http://schemas.microsoft.com/office/drawing/2014/main" id="{BD310DB0-4A9E-D543-B6F5-43717F82FDF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3" name="Rectangle 379">
                  <a:extLst>
                    <a:ext uri="{FF2B5EF4-FFF2-40B4-BE49-F238E27FC236}">
                      <a16:creationId xmlns:a16="http://schemas.microsoft.com/office/drawing/2014/main" id="{57BE7F08-AF00-B341-854D-E4C55A1CCFFC}"/>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86" name="Line 380">
            <a:extLst>
              <a:ext uri="{FF2B5EF4-FFF2-40B4-BE49-F238E27FC236}">
                <a16:creationId xmlns:a16="http://schemas.microsoft.com/office/drawing/2014/main" id="{0B3F229E-4A37-0F43-ACC3-7516358606D2}"/>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7" name="Line 381">
            <a:extLst>
              <a:ext uri="{FF2B5EF4-FFF2-40B4-BE49-F238E27FC236}">
                <a16:creationId xmlns:a16="http://schemas.microsoft.com/office/drawing/2014/main" id="{3BA6BA0C-22FB-EF4E-90AF-449AF84B511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8" name="Oval 382">
            <a:extLst>
              <a:ext uri="{FF2B5EF4-FFF2-40B4-BE49-F238E27FC236}">
                <a16:creationId xmlns:a16="http://schemas.microsoft.com/office/drawing/2014/main" id="{D7D6E8F5-012F-AA4C-995B-8E14BDCF437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9" name="Group 383">
            <a:extLst>
              <a:ext uri="{FF2B5EF4-FFF2-40B4-BE49-F238E27FC236}">
                <a16:creationId xmlns:a16="http://schemas.microsoft.com/office/drawing/2014/main" id="{F5A6CEC2-67E4-5145-B9B7-3DFC486AAB8B}"/>
              </a:ext>
            </a:extLst>
          </p:cNvPr>
          <p:cNvGrpSpPr>
            <a:grpSpLocks/>
          </p:cNvGrpSpPr>
          <p:nvPr/>
        </p:nvGrpSpPr>
        <p:grpSpPr bwMode="auto">
          <a:xfrm>
            <a:off x="4639866" y="673894"/>
            <a:ext cx="379809" cy="385763"/>
            <a:chOff x="2868" y="593"/>
            <a:chExt cx="343" cy="352"/>
          </a:xfrm>
        </p:grpSpPr>
        <p:grpSp>
          <p:nvGrpSpPr>
            <p:cNvPr id="113824" name="Group 384">
              <a:extLst>
                <a:ext uri="{FF2B5EF4-FFF2-40B4-BE49-F238E27FC236}">
                  <a16:creationId xmlns:a16="http://schemas.microsoft.com/office/drawing/2014/main" id="{2CE3E9A3-7C9E-FC4E-B3B1-6B3A0CA7900B}"/>
                </a:ext>
              </a:extLst>
            </p:cNvPr>
            <p:cNvGrpSpPr>
              <a:grpSpLocks/>
            </p:cNvGrpSpPr>
            <p:nvPr/>
          </p:nvGrpSpPr>
          <p:grpSpPr bwMode="auto">
            <a:xfrm>
              <a:off x="2877" y="599"/>
              <a:ext cx="334" cy="346"/>
              <a:chOff x="2877" y="599"/>
              <a:chExt cx="334" cy="346"/>
            </a:xfrm>
          </p:grpSpPr>
          <p:sp>
            <p:nvSpPr>
              <p:cNvPr id="113838" name="Freeform 385">
                <a:extLst>
                  <a:ext uri="{FF2B5EF4-FFF2-40B4-BE49-F238E27FC236}">
                    <a16:creationId xmlns:a16="http://schemas.microsoft.com/office/drawing/2014/main" id="{9ED7688C-80EF-C54A-BE30-78C5DFBF55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9" name="Freeform 386">
                <a:extLst>
                  <a:ext uri="{FF2B5EF4-FFF2-40B4-BE49-F238E27FC236}">
                    <a16:creationId xmlns:a16="http://schemas.microsoft.com/office/drawing/2014/main" id="{0C1A0474-3FFD-E24C-A0D0-DA2AE84CFD2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0" name="Freeform 387">
                <a:extLst>
                  <a:ext uri="{FF2B5EF4-FFF2-40B4-BE49-F238E27FC236}">
                    <a16:creationId xmlns:a16="http://schemas.microsoft.com/office/drawing/2014/main" id="{A93705D8-5BF7-E24B-9E72-29C3B3C2A39C}"/>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1" name="Freeform 388">
                <a:extLst>
                  <a:ext uri="{FF2B5EF4-FFF2-40B4-BE49-F238E27FC236}">
                    <a16:creationId xmlns:a16="http://schemas.microsoft.com/office/drawing/2014/main" id="{0A7A4500-692A-664A-B1A5-1D9123C2925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2" name="Rectangle 389">
                <a:extLst>
                  <a:ext uri="{FF2B5EF4-FFF2-40B4-BE49-F238E27FC236}">
                    <a16:creationId xmlns:a16="http://schemas.microsoft.com/office/drawing/2014/main" id="{4D456B70-DAFC-9840-9B3C-C022BD16E3C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3" name="Rectangle 390">
                <a:extLst>
                  <a:ext uri="{FF2B5EF4-FFF2-40B4-BE49-F238E27FC236}">
                    <a16:creationId xmlns:a16="http://schemas.microsoft.com/office/drawing/2014/main" id="{C7D24C1D-8C9F-EF40-93E4-BA1AEA577DC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4" name="Rectangle 391">
                <a:extLst>
                  <a:ext uri="{FF2B5EF4-FFF2-40B4-BE49-F238E27FC236}">
                    <a16:creationId xmlns:a16="http://schemas.microsoft.com/office/drawing/2014/main" id="{DCC4C60E-524C-2747-8ADF-A1380988951C}"/>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5" name="Line 392">
                <a:extLst>
                  <a:ext uri="{FF2B5EF4-FFF2-40B4-BE49-F238E27FC236}">
                    <a16:creationId xmlns:a16="http://schemas.microsoft.com/office/drawing/2014/main" id="{5D6BE3CC-1DFF-BD4D-A78C-9D0AAD450A9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46" name="Group 393">
                <a:extLst>
                  <a:ext uri="{FF2B5EF4-FFF2-40B4-BE49-F238E27FC236}">
                    <a16:creationId xmlns:a16="http://schemas.microsoft.com/office/drawing/2014/main" id="{DB113307-1E04-5643-83CD-1E1D5FB63F7A}"/>
                  </a:ext>
                </a:extLst>
              </p:cNvPr>
              <p:cNvGrpSpPr>
                <a:grpSpLocks/>
              </p:cNvGrpSpPr>
              <p:nvPr/>
            </p:nvGrpSpPr>
            <p:grpSpPr bwMode="auto">
              <a:xfrm>
                <a:off x="2877" y="895"/>
                <a:ext cx="334" cy="50"/>
                <a:chOff x="2877" y="895"/>
                <a:chExt cx="334" cy="50"/>
              </a:xfrm>
            </p:grpSpPr>
            <p:sp>
              <p:nvSpPr>
                <p:cNvPr id="113847" name="Freeform 394">
                  <a:extLst>
                    <a:ext uri="{FF2B5EF4-FFF2-40B4-BE49-F238E27FC236}">
                      <a16:creationId xmlns:a16="http://schemas.microsoft.com/office/drawing/2014/main" id="{EBE8F411-9B5B-FC41-8F79-CAA99927868D}"/>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8" name="Freeform 395">
                  <a:extLst>
                    <a:ext uri="{FF2B5EF4-FFF2-40B4-BE49-F238E27FC236}">
                      <a16:creationId xmlns:a16="http://schemas.microsoft.com/office/drawing/2014/main" id="{F289150E-D8E6-584A-87BD-0C631C89F323}"/>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9" name="Rectangle 396">
                  <a:extLst>
                    <a:ext uri="{FF2B5EF4-FFF2-40B4-BE49-F238E27FC236}">
                      <a16:creationId xmlns:a16="http://schemas.microsoft.com/office/drawing/2014/main" id="{C623785B-5E9B-364E-A53D-F2CE08E6EEDD}"/>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25" name="Group 397">
              <a:extLst>
                <a:ext uri="{FF2B5EF4-FFF2-40B4-BE49-F238E27FC236}">
                  <a16:creationId xmlns:a16="http://schemas.microsoft.com/office/drawing/2014/main" id="{89B74B25-90F8-0C46-B9A2-E8371B50A614}"/>
                </a:ext>
              </a:extLst>
            </p:cNvPr>
            <p:cNvGrpSpPr>
              <a:grpSpLocks/>
            </p:cNvGrpSpPr>
            <p:nvPr/>
          </p:nvGrpSpPr>
          <p:grpSpPr bwMode="auto">
            <a:xfrm>
              <a:off x="2868" y="593"/>
              <a:ext cx="335" cy="346"/>
              <a:chOff x="2868" y="593"/>
              <a:chExt cx="335" cy="346"/>
            </a:xfrm>
          </p:grpSpPr>
          <p:sp>
            <p:nvSpPr>
              <p:cNvPr id="113826" name="Freeform 398">
                <a:extLst>
                  <a:ext uri="{FF2B5EF4-FFF2-40B4-BE49-F238E27FC236}">
                    <a16:creationId xmlns:a16="http://schemas.microsoft.com/office/drawing/2014/main" id="{DC6C0C43-7B90-6B4C-A54E-D0738CD376C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7" name="Freeform 399">
                <a:extLst>
                  <a:ext uri="{FF2B5EF4-FFF2-40B4-BE49-F238E27FC236}">
                    <a16:creationId xmlns:a16="http://schemas.microsoft.com/office/drawing/2014/main" id="{21801F4C-A515-AD46-A7CE-A694C8B092A5}"/>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8" name="Freeform 400">
                <a:extLst>
                  <a:ext uri="{FF2B5EF4-FFF2-40B4-BE49-F238E27FC236}">
                    <a16:creationId xmlns:a16="http://schemas.microsoft.com/office/drawing/2014/main" id="{2C01A05E-EBFB-AF45-A943-D8CB724916E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9" name="Freeform 401">
                <a:extLst>
                  <a:ext uri="{FF2B5EF4-FFF2-40B4-BE49-F238E27FC236}">
                    <a16:creationId xmlns:a16="http://schemas.microsoft.com/office/drawing/2014/main" id="{C0D02C6F-1136-734D-8575-0CF22D404A76}"/>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0" name="Rectangle 402">
                <a:extLst>
                  <a:ext uri="{FF2B5EF4-FFF2-40B4-BE49-F238E27FC236}">
                    <a16:creationId xmlns:a16="http://schemas.microsoft.com/office/drawing/2014/main" id="{59570517-EE25-4A4B-8482-3E127E0F7B52}"/>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1" name="Rectangle 403">
                <a:extLst>
                  <a:ext uri="{FF2B5EF4-FFF2-40B4-BE49-F238E27FC236}">
                    <a16:creationId xmlns:a16="http://schemas.microsoft.com/office/drawing/2014/main" id="{DBEE2CCB-A97B-324F-80E1-65F9437FE04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2" name="Rectangle 404">
                <a:extLst>
                  <a:ext uri="{FF2B5EF4-FFF2-40B4-BE49-F238E27FC236}">
                    <a16:creationId xmlns:a16="http://schemas.microsoft.com/office/drawing/2014/main" id="{B3F3D87E-5469-2E46-B54F-9844861298F5}"/>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3" name="Line 405">
                <a:extLst>
                  <a:ext uri="{FF2B5EF4-FFF2-40B4-BE49-F238E27FC236}">
                    <a16:creationId xmlns:a16="http://schemas.microsoft.com/office/drawing/2014/main" id="{0BC42D3A-C894-884F-A4C4-7076366BC6D0}"/>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34" name="Group 406">
                <a:extLst>
                  <a:ext uri="{FF2B5EF4-FFF2-40B4-BE49-F238E27FC236}">
                    <a16:creationId xmlns:a16="http://schemas.microsoft.com/office/drawing/2014/main" id="{54BE3A88-C80F-7B4E-AD60-ABFA66AE95F4}"/>
                  </a:ext>
                </a:extLst>
              </p:cNvPr>
              <p:cNvGrpSpPr>
                <a:grpSpLocks/>
              </p:cNvGrpSpPr>
              <p:nvPr/>
            </p:nvGrpSpPr>
            <p:grpSpPr bwMode="auto">
              <a:xfrm>
                <a:off x="2868" y="888"/>
                <a:ext cx="335" cy="51"/>
                <a:chOff x="2868" y="888"/>
                <a:chExt cx="335" cy="51"/>
              </a:xfrm>
            </p:grpSpPr>
            <p:sp>
              <p:nvSpPr>
                <p:cNvPr id="113835" name="Freeform 407">
                  <a:extLst>
                    <a:ext uri="{FF2B5EF4-FFF2-40B4-BE49-F238E27FC236}">
                      <a16:creationId xmlns:a16="http://schemas.microsoft.com/office/drawing/2014/main" id="{88112409-53EB-374D-8D68-17BA0CDE89FD}"/>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6" name="Freeform 408">
                  <a:extLst>
                    <a:ext uri="{FF2B5EF4-FFF2-40B4-BE49-F238E27FC236}">
                      <a16:creationId xmlns:a16="http://schemas.microsoft.com/office/drawing/2014/main" id="{711A51CD-7798-D644-BEF8-6C499DEE95F5}"/>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7" name="Rectangle 409">
                  <a:extLst>
                    <a:ext uri="{FF2B5EF4-FFF2-40B4-BE49-F238E27FC236}">
                      <a16:creationId xmlns:a16="http://schemas.microsoft.com/office/drawing/2014/main" id="{7407AB00-585E-FB41-829F-C4F6C882BC42}"/>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0" name="Oval 410">
            <a:extLst>
              <a:ext uri="{FF2B5EF4-FFF2-40B4-BE49-F238E27FC236}">
                <a16:creationId xmlns:a16="http://schemas.microsoft.com/office/drawing/2014/main" id="{070AAD96-6570-F849-8EDC-B93166AEF8F6}"/>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91" name="Group 411">
            <a:extLst>
              <a:ext uri="{FF2B5EF4-FFF2-40B4-BE49-F238E27FC236}">
                <a16:creationId xmlns:a16="http://schemas.microsoft.com/office/drawing/2014/main" id="{27C90EB3-3124-F64A-892A-A939C30FA979}"/>
              </a:ext>
            </a:extLst>
          </p:cNvPr>
          <p:cNvGrpSpPr>
            <a:grpSpLocks/>
          </p:cNvGrpSpPr>
          <p:nvPr/>
        </p:nvGrpSpPr>
        <p:grpSpPr bwMode="auto">
          <a:xfrm>
            <a:off x="5798344" y="673894"/>
            <a:ext cx="379810" cy="385763"/>
            <a:chOff x="3915" y="593"/>
            <a:chExt cx="343" cy="352"/>
          </a:xfrm>
        </p:grpSpPr>
        <p:grpSp>
          <p:nvGrpSpPr>
            <p:cNvPr id="113798" name="Group 412">
              <a:extLst>
                <a:ext uri="{FF2B5EF4-FFF2-40B4-BE49-F238E27FC236}">
                  <a16:creationId xmlns:a16="http://schemas.microsoft.com/office/drawing/2014/main" id="{D486E75A-D854-4E4E-8421-922BA00F83B1}"/>
                </a:ext>
              </a:extLst>
            </p:cNvPr>
            <p:cNvGrpSpPr>
              <a:grpSpLocks/>
            </p:cNvGrpSpPr>
            <p:nvPr/>
          </p:nvGrpSpPr>
          <p:grpSpPr bwMode="auto">
            <a:xfrm>
              <a:off x="3924" y="599"/>
              <a:ext cx="334" cy="346"/>
              <a:chOff x="3924" y="599"/>
              <a:chExt cx="334" cy="346"/>
            </a:xfrm>
          </p:grpSpPr>
          <p:sp>
            <p:nvSpPr>
              <p:cNvPr id="113812" name="Freeform 413">
                <a:extLst>
                  <a:ext uri="{FF2B5EF4-FFF2-40B4-BE49-F238E27FC236}">
                    <a16:creationId xmlns:a16="http://schemas.microsoft.com/office/drawing/2014/main" id="{9D75F2C4-3429-8A43-B332-7025E44708C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3" name="Freeform 414">
                <a:extLst>
                  <a:ext uri="{FF2B5EF4-FFF2-40B4-BE49-F238E27FC236}">
                    <a16:creationId xmlns:a16="http://schemas.microsoft.com/office/drawing/2014/main" id="{C8BF02F8-9184-F248-A6BB-8EA5EFC5526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4" name="Freeform 415">
                <a:extLst>
                  <a:ext uri="{FF2B5EF4-FFF2-40B4-BE49-F238E27FC236}">
                    <a16:creationId xmlns:a16="http://schemas.microsoft.com/office/drawing/2014/main" id="{74702DA2-0F5D-0944-8B97-3EFDE03AF18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5" name="Freeform 416">
                <a:extLst>
                  <a:ext uri="{FF2B5EF4-FFF2-40B4-BE49-F238E27FC236}">
                    <a16:creationId xmlns:a16="http://schemas.microsoft.com/office/drawing/2014/main" id="{B036EF6D-BD24-0B46-AED4-E046D2836CC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6" name="Rectangle 417">
                <a:extLst>
                  <a:ext uri="{FF2B5EF4-FFF2-40B4-BE49-F238E27FC236}">
                    <a16:creationId xmlns:a16="http://schemas.microsoft.com/office/drawing/2014/main" id="{A1E59570-CBB6-C647-929E-9F3C8EE4D1FA}"/>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7" name="Rectangle 418">
                <a:extLst>
                  <a:ext uri="{FF2B5EF4-FFF2-40B4-BE49-F238E27FC236}">
                    <a16:creationId xmlns:a16="http://schemas.microsoft.com/office/drawing/2014/main" id="{843E31D9-8154-BC42-9942-E50AED95D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8" name="Rectangle 419">
                <a:extLst>
                  <a:ext uri="{FF2B5EF4-FFF2-40B4-BE49-F238E27FC236}">
                    <a16:creationId xmlns:a16="http://schemas.microsoft.com/office/drawing/2014/main" id="{BB74239A-5909-E54F-B39F-6F52ACD170FD}"/>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9" name="Line 420">
                <a:extLst>
                  <a:ext uri="{FF2B5EF4-FFF2-40B4-BE49-F238E27FC236}">
                    <a16:creationId xmlns:a16="http://schemas.microsoft.com/office/drawing/2014/main" id="{CE166834-F1F1-2F40-8D0D-E8A8CA54591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20" name="Group 421">
                <a:extLst>
                  <a:ext uri="{FF2B5EF4-FFF2-40B4-BE49-F238E27FC236}">
                    <a16:creationId xmlns:a16="http://schemas.microsoft.com/office/drawing/2014/main" id="{0BA7DFA9-14E1-AF4C-AE59-B8ABE952EC3C}"/>
                  </a:ext>
                </a:extLst>
              </p:cNvPr>
              <p:cNvGrpSpPr>
                <a:grpSpLocks/>
              </p:cNvGrpSpPr>
              <p:nvPr/>
            </p:nvGrpSpPr>
            <p:grpSpPr bwMode="auto">
              <a:xfrm>
                <a:off x="3924" y="895"/>
                <a:ext cx="334" cy="50"/>
                <a:chOff x="3924" y="895"/>
                <a:chExt cx="334" cy="50"/>
              </a:xfrm>
            </p:grpSpPr>
            <p:sp>
              <p:nvSpPr>
                <p:cNvPr id="113821" name="Freeform 422">
                  <a:extLst>
                    <a:ext uri="{FF2B5EF4-FFF2-40B4-BE49-F238E27FC236}">
                      <a16:creationId xmlns:a16="http://schemas.microsoft.com/office/drawing/2014/main" id="{A207A9BD-3FC4-844E-9DEF-E02503EB063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2" name="Freeform 423">
                  <a:extLst>
                    <a:ext uri="{FF2B5EF4-FFF2-40B4-BE49-F238E27FC236}">
                      <a16:creationId xmlns:a16="http://schemas.microsoft.com/office/drawing/2014/main" id="{E8F57A6E-2A4A-5C43-85CB-F22E6A8130F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3" name="Rectangle 424">
                  <a:extLst>
                    <a:ext uri="{FF2B5EF4-FFF2-40B4-BE49-F238E27FC236}">
                      <a16:creationId xmlns:a16="http://schemas.microsoft.com/office/drawing/2014/main" id="{ADD1E6EF-F009-1F48-8496-DE66B59A3C51}"/>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799" name="Group 425">
              <a:extLst>
                <a:ext uri="{FF2B5EF4-FFF2-40B4-BE49-F238E27FC236}">
                  <a16:creationId xmlns:a16="http://schemas.microsoft.com/office/drawing/2014/main" id="{53D7EA90-A4F8-6E40-98E7-FFCA158AC070}"/>
                </a:ext>
              </a:extLst>
            </p:cNvPr>
            <p:cNvGrpSpPr>
              <a:grpSpLocks/>
            </p:cNvGrpSpPr>
            <p:nvPr/>
          </p:nvGrpSpPr>
          <p:grpSpPr bwMode="auto">
            <a:xfrm>
              <a:off x="3915" y="593"/>
              <a:ext cx="335" cy="346"/>
              <a:chOff x="3915" y="593"/>
              <a:chExt cx="335" cy="346"/>
            </a:xfrm>
          </p:grpSpPr>
          <p:sp>
            <p:nvSpPr>
              <p:cNvPr id="113800" name="Freeform 426">
                <a:extLst>
                  <a:ext uri="{FF2B5EF4-FFF2-40B4-BE49-F238E27FC236}">
                    <a16:creationId xmlns:a16="http://schemas.microsoft.com/office/drawing/2014/main" id="{F94FFE99-DD76-E14D-A4D8-9D9448FA110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1" name="Freeform 427">
                <a:extLst>
                  <a:ext uri="{FF2B5EF4-FFF2-40B4-BE49-F238E27FC236}">
                    <a16:creationId xmlns:a16="http://schemas.microsoft.com/office/drawing/2014/main" id="{187E6994-5E57-A54A-89FA-FBD56AAF1D94}"/>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2" name="Freeform 428">
                <a:extLst>
                  <a:ext uri="{FF2B5EF4-FFF2-40B4-BE49-F238E27FC236}">
                    <a16:creationId xmlns:a16="http://schemas.microsoft.com/office/drawing/2014/main" id="{57991D98-D7A8-284E-B771-E19C8124437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3" name="Freeform 429">
                <a:extLst>
                  <a:ext uri="{FF2B5EF4-FFF2-40B4-BE49-F238E27FC236}">
                    <a16:creationId xmlns:a16="http://schemas.microsoft.com/office/drawing/2014/main" id="{D5D10776-DD44-864A-B5C5-D29A670F2E2A}"/>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4" name="Rectangle 430">
                <a:extLst>
                  <a:ext uri="{FF2B5EF4-FFF2-40B4-BE49-F238E27FC236}">
                    <a16:creationId xmlns:a16="http://schemas.microsoft.com/office/drawing/2014/main" id="{F3C3AE65-D404-0442-BAF3-14CB693F9288}"/>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5" name="Rectangle 431">
                <a:extLst>
                  <a:ext uri="{FF2B5EF4-FFF2-40B4-BE49-F238E27FC236}">
                    <a16:creationId xmlns:a16="http://schemas.microsoft.com/office/drawing/2014/main" id="{58CA6C59-C063-C041-BA2A-C6352E85DFC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6" name="Rectangle 432">
                <a:extLst>
                  <a:ext uri="{FF2B5EF4-FFF2-40B4-BE49-F238E27FC236}">
                    <a16:creationId xmlns:a16="http://schemas.microsoft.com/office/drawing/2014/main" id="{B5515CFE-67D9-1F40-9126-16648AC8B814}"/>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7" name="Line 433">
                <a:extLst>
                  <a:ext uri="{FF2B5EF4-FFF2-40B4-BE49-F238E27FC236}">
                    <a16:creationId xmlns:a16="http://schemas.microsoft.com/office/drawing/2014/main" id="{1939E52E-157E-384F-A686-77F0C19B5625}"/>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08" name="Group 434">
                <a:extLst>
                  <a:ext uri="{FF2B5EF4-FFF2-40B4-BE49-F238E27FC236}">
                    <a16:creationId xmlns:a16="http://schemas.microsoft.com/office/drawing/2014/main" id="{03903455-BB7C-A948-BBF6-01A49EABD80E}"/>
                  </a:ext>
                </a:extLst>
              </p:cNvPr>
              <p:cNvGrpSpPr>
                <a:grpSpLocks/>
              </p:cNvGrpSpPr>
              <p:nvPr/>
            </p:nvGrpSpPr>
            <p:grpSpPr bwMode="auto">
              <a:xfrm>
                <a:off x="3915" y="888"/>
                <a:ext cx="335" cy="51"/>
                <a:chOff x="3915" y="888"/>
                <a:chExt cx="335" cy="51"/>
              </a:xfrm>
            </p:grpSpPr>
            <p:sp>
              <p:nvSpPr>
                <p:cNvPr id="113809" name="Freeform 435">
                  <a:extLst>
                    <a:ext uri="{FF2B5EF4-FFF2-40B4-BE49-F238E27FC236}">
                      <a16:creationId xmlns:a16="http://schemas.microsoft.com/office/drawing/2014/main" id="{8CB34C48-87F0-9341-B21F-16F661EFD0A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0" name="Freeform 436">
                  <a:extLst>
                    <a:ext uri="{FF2B5EF4-FFF2-40B4-BE49-F238E27FC236}">
                      <a16:creationId xmlns:a16="http://schemas.microsoft.com/office/drawing/2014/main" id="{178B6EFD-5BC9-E148-B65B-B209530F1DC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1" name="Rectangle 437">
                  <a:extLst>
                    <a:ext uri="{FF2B5EF4-FFF2-40B4-BE49-F238E27FC236}">
                      <a16:creationId xmlns:a16="http://schemas.microsoft.com/office/drawing/2014/main" id="{8131FEAB-5C58-F742-9541-D97BA8C9960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2" name="Text Box 438">
            <a:extLst>
              <a:ext uri="{FF2B5EF4-FFF2-40B4-BE49-F238E27FC236}">
                <a16:creationId xmlns:a16="http://schemas.microsoft.com/office/drawing/2014/main" id="{24A9AF44-9152-DD4E-BE3E-7717AE3E4507}"/>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grpSp>
        <p:nvGrpSpPr>
          <p:cNvPr id="449982" name="Group 446">
            <a:extLst>
              <a:ext uri="{FF2B5EF4-FFF2-40B4-BE49-F238E27FC236}">
                <a16:creationId xmlns:a16="http://schemas.microsoft.com/office/drawing/2014/main" id="{895B99C8-61E9-CF4C-82DF-3FE678631C4B}"/>
              </a:ext>
            </a:extLst>
          </p:cNvPr>
          <p:cNvGrpSpPr>
            <a:grpSpLocks/>
          </p:cNvGrpSpPr>
          <p:nvPr/>
        </p:nvGrpSpPr>
        <p:grpSpPr bwMode="auto">
          <a:xfrm>
            <a:off x="3168253" y="2031207"/>
            <a:ext cx="2214563" cy="378619"/>
            <a:chOff x="1701" y="1706"/>
            <a:chExt cx="1860" cy="318"/>
          </a:xfrm>
        </p:grpSpPr>
        <p:sp>
          <p:nvSpPr>
            <p:cNvPr id="113795" name="Line 442">
              <a:extLst>
                <a:ext uri="{FF2B5EF4-FFF2-40B4-BE49-F238E27FC236}">
                  <a16:creationId xmlns:a16="http://schemas.microsoft.com/office/drawing/2014/main" id="{42A25E3B-E443-9148-9890-00DF834986A3}"/>
                </a:ext>
              </a:extLst>
            </p:cNvPr>
            <p:cNvSpPr>
              <a:spLocks noChangeShapeType="1"/>
            </p:cNvSpPr>
            <p:nvPr/>
          </p:nvSpPr>
          <p:spPr bwMode="auto">
            <a:xfrm>
              <a:off x="2699" y="170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6" name="Line 444">
              <a:extLst>
                <a:ext uri="{FF2B5EF4-FFF2-40B4-BE49-F238E27FC236}">
                  <a16:creationId xmlns:a16="http://schemas.microsoft.com/office/drawing/2014/main" id="{8B6BD28D-FFB0-4B4D-AE5F-D4F659FD1947}"/>
                </a:ext>
              </a:extLst>
            </p:cNvPr>
            <p:cNvSpPr>
              <a:spLocks noChangeShapeType="1"/>
            </p:cNvSpPr>
            <p:nvPr/>
          </p:nvSpPr>
          <p:spPr bwMode="auto">
            <a:xfrm>
              <a:off x="2835" y="2024"/>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7" name="Line 445">
              <a:extLst>
                <a:ext uri="{FF2B5EF4-FFF2-40B4-BE49-F238E27FC236}">
                  <a16:creationId xmlns:a16="http://schemas.microsoft.com/office/drawing/2014/main" id="{AA9D17CC-B5DD-6F4B-85EC-85E4EA7EC6FA}"/>
                </a:ext>
              </a:extLst>
            </p:cNvPr>
            <p:cNvSpPr>
              <a:spLocks noChangeShapeType="1"/>
            </p:cNvSpPr>
            <p:nvPr/>
          </p:nvSpPr>
          <p:spPr bwMode="auto">
            <a:xfrm>
              <a:off x="1701" y="1979"/>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94" name="幻灯片编号占位符 1">
            <a:extLst>
              <a:ext uri="{FF2B5EF4-FFF2-40B4-BE49-F238E27FC236}">
                <a16:creationId xmlns:a16="http://schemas.microsoft.com/office/drawing/2014/main" id="{10F71855-218C-EB48-8810-215BD460BB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757BB26-8A3D-804E-81FF-1D1C195C3AD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0757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998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9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5713" name="AutoShape 2">
            <a:extLst>
              <a:ext uri="{FF2B5EF4-FFF2-40B4-BE49-F238E27FC236}">
                <a16:creationId xmlns:a16="http://schemas.microsoft.com/office/drawing/2014/main" id="{158C5D41-3233-8547-80F5-BA828F1B9290}"/>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5714" name="Rectangle 3">
            <a:extLst>
              <a:ext uri="{FF2B5EF4-FFF2-40B4-BE49-F238E27FC236}">
                <a16:creationId xmlns:a16="http://schemas.microsoft.com/office/drawing/2014/main" id="{F795A26C-E473-0C4F-B8E9-A1EF8980741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5715" name="Freeform 4">
            <a:extLst>
              <a:ext uri="{FF2B5EF4-FFF2-40B4-BE49-F238E27FC236}">
                <a16:creationId xmlns:a16="http://schemas.microsoft.com/office/drawing/2014/main" id="{580E4CCC-6009-5F40-AD20-ED23AEF5452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16" name="Line 5">
            <a:extLst>
              <a:ext uri="{FF2B5EF4-FFF2-40B4-BE49-F238E27FC236}">
                <a16:creationId xmlns:a16="http://schemas.microsoft.com/office/drawing/2014/main" id="{708F58BC-A0D8-F143-8F15-59C13FC47FBF}"/>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7" name="Line 6">
            <a:extLst>
              <a:ext uri="{FF2B5EF4-FFF2-40B4-BE49-F238E27FC236}">
                <a16:creationId xmlns:a16="http://schemas.microsoft.com/office/drawing/2014/main" id="{9F827709-E541-6C4F-B999-054712C3E7F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8" name="Freeform 7">
            <a:extLst>
              <a:ext uri="{FF2B5EF4-FFF2-40B4-BE49-F238E27FC236}">
                <a16:creationId xmlns:a16="http://schemas.microsoft.com/office/drawing/2014/main" id="{F3FFA7E8-793B-E544-96F4-F467B0FB9AED}"/>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19" name="Freeform 8">
            <a:extLst>
              <a:ext uri="{FF2B5EF4-FFF2-40B4-BE49-F238E27FC236}">
                <a16:creationId xmlns:a16="http://schemas.microsoft.com/office/drawing/2014/main" id="{BEA3DAF1-D6F3-FD4A-9C4E-7B98BA7AF5CC}"/>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0" name="Line 9">
            <a:extLst>
              <a:ext uri="{FF2B5EF4-FFF2-40B4-BE49-F238E27FC236}">
                <a16:creationId xmlns:a16="http://schemas.microsoft.com/office/drawing/2014/main" id="{2EAECF7F-011F-4945-AAA8-8E7E90A8F12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21" name="Freeform 10">
            <a:extLst>
              <a:ext uri="{FF2B5EF4-FFF2-40B4-BE49-F238E27FC236}">
                <a16:creationId xmlns:a16="http://schemas.microsoft.com/office/drawing/2014/main" id="{8DD605DE-A5F5-AE4B-9430-F2EE0AF3113D}"/>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2" name="Freeform 11">
            <a:extLst>
              <a:ext uri="{FF2B5EF4-FFF2-40B4-BE49-F238E27FC236}">
                <a16:creationId xmlns:a16="http://schemas.microsoft.com/office/drawing/2014/main" id="{C7D23F32-895B-354B-88CE-CC6F83A78EEF}"/>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3" name="Freeform 12">
            <a:extLst>
              <a:ext uri="{FF2B5EF4-FFF2-40B4-BE49-F238E27FC236}">
                <a16:creationId xmlns:a16="http://schemas.microsoft.com/office/drawing/2014/main" id="{581CB33B-71A7-E34B-A58E-B7E7C4EA54A3}"/>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4" name="Rectangle 13">
            <a:extLst>
              <a:ext uri="{FF2B5EF4-FFF2-40B4-BE49-F238E27FC236}">
                <a16:creationId xmlns:a16="http://schemas.microsoft.com/office/drawing/2014/main" id="{D35DCF11-A5F8-9440-B431-60CD5A5B8F6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5" name="Freeform 14">
            <a:extLst>
              <a:ext uri="{FF2B5EF4-FFF2-40B4-BE49-F238E27FC236}">
                <a16:creationId xmlns:a16="http://schemas.microsoft.com/office/drawing/2014/main" id="{9FC4D9EC-B829-F54A-B568-7652E34B38F5}"/>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6" name="Rectangle 15">
            <a:extLst>
              <a:ext uri="{FF2B5EF4-FFF2-40B4-BE49-F238E27FC236}">
                <a16:creationId xmlns:a16="http://schemas.microsoft.com/office/drawing/2014/main" id="{E06E4E86-799F-D246-AA5C-528EC459A2A4}"/>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7" name="Freeform 16">
            <a:extLst>
              <a:ext uri="{FF2B5EF4-FFF2-40B4-BE49-F238E27FC236}">
                <a16:creationId xmlns:a16="http://schemas.microsoft.com/office/drawing/2014/main" id="{5E9D8CA9-9654-644B-BB91-C2AD3E02825D}"/>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5728" name="Freeform 17">
            <a:extLst>
              <a:ext uri="{FF2B5EF4-FFF2-40B4-BE49-F238E27FC236}">
                <a16:creationId xmlns:a16="http://schemas.microsoft.com/office/drawing/2014/main" id="{15250CE8-4DAD-2A4A-8AB3-BCDA9CEEEAC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9" name="Freeform 18">
            <a:extLst>
              <a:ext uri="{FF2B5EF4-FFF2-40B4-BE49-F238E27FC236}">
                <a16:creationId xmlns:a16="http://schemas.microsoft.com/office/drawing/2014/main" id="{A0522D69-8241-0847-881F-69DFD90BE6FD}"/>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30" name="Rectangle 19">
            <a:extLst>
              <a:ext uri="{FF2B5EF4-FFF2-40B4-BE49-F238E27FC236}">
                <a16:creationId xmlns:a16="http://schemas.microsoft.com/office/drawing/2014/main" id="{56E21FD6-36AE-F843-A64C-44FA859D00F4}"/>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1" name="Rectangle 20">
            <a:extLst>
              <a:ext uri="{FF2B5EF4-FFF2-40B4-BE49-F238E27FC236}">
                <a16:creationId xmlns:a16="http://schemas.microsoft.com/office/drawing/2014/main" id="{5DC3F2D1-F995-7441-A65E-1B4962F61453}"/>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2" name="Rectangle 21">
            <a:extLst>
              <a:ext uri="{FF2B5EF4-FFF2-40B4-BE49-F238E27FC236}">
                <a16:creationId xmlns:a16="http://schemas.microsoft.com/office/drawing/2014/main" id="{701B6D6D-D722-2C40-9398-6E42F9F6C5E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5733" name="Oval 22">
            <a:extLst>
              <a:ext uri="{FF2B5EF4-FFF2-40B4-BE49-F238E27FC236}">
                <a16:creationId xmlns:a16="http://schemas.microsoft.com/office/drawing/2014/main" id="{CD414696-7635-4D4D-BA70-54B98AC55818}"/>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34" name="Group 23">
            <a:extLst>
              <a:ext uri="{FF2B5EF4-FFF2-40B4-BE49-F238E27FC236}">
                <a16:creationId xmlns:a16="http://schemas.microsoft.com/office/drawing/2014/main" id="{8DA7B072-6CAB-E649-A06A-5A128C196A47}"/>
              </a:ext>
            </a:extLst>
          </p:cNvPr>
          <p:cNvGrpSpPr>
            <a:grpSpLocks/>
          </p:cNvGrpSpPr>
          <p:nvPr/>
        </p:nvGrpSpPr>
        <p:grpSpPr bwMode="auto">
          <a:xfrm>
            <a:off x="1577579" y="2712244"/>
            <a:ext cx="378619" cy="386954"/>
            <a:chOff x="101" y="2294"/>
            <a:chExt cx="343" cy="353"/>
          </a:xfrm>
        </p:grpSpPr>
        <p:grpSp>
          <p:nvGrpSpPr>
            <p:cNvPr id="116129" name="Group 24">
              <a:extLst>
                <a:ext uri="{FF2B5EF4-FFF2-40B4-BE49-F238E27FC236}">
                  <a16:creationId xmlns:a16="http://schemas.microsoft.com/office/drawing/2014/main" id="{2C3492DF-F1F2-2D4F-9A19-5C40AE6B5285}"/>
                </a:ext>
              </a:extLst>
            </p:cNvPr>
            <p:cNvGrpSpPr>
              <a:grpSpLocks/>
            </p:cNvGrpSpPr>
            <p:nvPr/>
          </p:nvGrpSpPr>
          <p:grpSpPr bwMode="auto">
            <a:xfrm>
              <a:off x="109" y="2301"/>
              <a:ext cx="335" cy="346"/>
              <a:chOff x="109" y="2301"/>
              <a:chExt cx="335" cy="346"/>
            </a:xfrm>
          </p:grpSpPr>
          <p:sp>
            <p:nvSpPr>
              <p:cNvPr id="116143" name="Freeform 25">
                <a:extLst>
                  <a:ext uri="{FF2B5EF4-FFF2-40B4-BE49-F238E27FC236}">
                    <a16:creationId xmlns:a16="http://schemas.microsoft.com/office/drawing/2014/main" id="{206627B5-128F-E44D-B172-1FE61155A23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4" name="Freeform 26">
                <a:extLst>
                  <a:ext uri="{FF2B5EF4-FFF2-40B4-BE49-F238E27FC236}">
                    <a16:creationId xmlns:a16="http://schemas.microsoft.com/office/drawing/2014/main" id="{1FF7B50B-0DE4-BE41-B27B-2EE857B10E5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5" name="Freeform 27">
                <a:extLst>
                  <a:ext uri="{FF2B5EF4-FFF2-40B4-BE49-F238E27FC236}">
                    <a16:creationId xmlns:a16="http://schemas.microsoft.com/office/drawing/2014/main" id="{742EB0F9-5E44-A946-AF4D-B2CB09C604A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6" name="Freeform 28">
                <a:extLst>
                  <a:ext uri="{FF2B5EF4-FFF2-40B4-BE49-F238E27FC236}">
                    <a16:creationId xmlns:a16="http://schemas.microsoft.com/office/drawing/2014/main" id="{38EF781D-EE8F-1F4C-AF33-106D430D50F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7" name="Rectangle 29">
                <a:extLst>
                  <a:ext uri="{FF2B5EF4-FFF2-40B4-BE49-F238E27FC236}">
                    <a16:creationId xmlns:a16="http://schemas.microsoft.com/office/drawing/2014/main" id="{E8BF3A7B-A173-BF4E-B170-1ABD4CE84C97}"/>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8" name="Rectangle 30">
                <a:extLst>
                  <a:ext uri="{FF2B5EF4-FFF2-40B4-BE49-F238E27FC236}">
                    <a16:creationId xmlns:a16="http://schemas.microsoft.com/office/drawing/2014/main" id="{1DB81EFE-3AB5-8741-B33E-EDCD9D51B62A}"/>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9" name="Rectangle 31">
                <a:extLst>
                  <a:ext uri="{FF2B5EF4-FFF2-40B4-BE49-F238E27FC236}">
                    <a16:creationId xmlns:a16="http://schemas.microsoft.com/office/drawing/2014/main" id="{E8960866-AF18-B347-871A-38BA2E0459A6}"/>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50" name="Line 32">
                <a:extLst>
                  <a:ext uri="{FF2B5EF4-FFF2-40B4-BE49-F238E27FC236}">
                    <a16:creationId xmlns:a16="http://schemas.microsoft.com/office/drawing/2014/main" id="{2D8C8B88-7850-0941-BE42-3778787C48D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51" name="Group 33">
                <a:extLst>
                  <a:ext uri="{FF2B5EF4-FFF2-40B4-BE49-F238E27FC236}">
                    <a16:creationId xmlns:a16="http://schemas.microsoft.com/office/drawing/2014/main" id="{5825C350-F079-3043-9E49-9EBB5D77BEA6}"/>
                  </a:ext>
                </a:extLst>
              </p:cNvPr>
              <p:cNvGrpSpPr>
                <a:grpSpLocks/>
              </p:cNvGrpSpPr>
              <p:nvPr/>
            </p:nvGrpSpPr>
            <p:grpSpPr bwMode="auto">
              <a:xfrm>
                <a:off x="109" y="2596"/>
                <a:ext cx="335" cy="51"/>
                <a:chOff x="109" y="2596"/>
                <a:chExt cx="335" cy="51"/>
              </a:xfrm>
            </p:grpSpPr>
            <p:sp>
              <p:nvSpPr>
                <p:cNvPr id="116152" name="Freeform 34">
                  <a:extLst>
                    <a:ext uri="{FF2B5EF4-FFF2-40B4-BE49-F238E27FC236}">
                      <a16:creationId xmlns:a16="http://schemas.microsoft.com/office/drawing/2014/main" id="{DF32D280-4BB6-504C-9280-2254F553F61A}"/>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3" name="Freeform 35">
                  <a:extLst>
                    <a:ext uri="{FF2B5EF4-FFF2-40B4-BE49-F238E27FC236}">
                      <a16:creationId xmlns:a16="http://schemas.microsoft.com/office/drawing/2014/main" id="{68E88506-CE2D-974F-BF5F-600A43549AC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4" name="Rectangle 36">
                  <a:extLst>
                    <a:ext uri="{FF2B5EF4-FFF2-40B4-BE49-F238E27FC236}">
                      <a16:creationId xmlns:a16="http://schemas.microsoft.com/office/drawing/2014/main" id="{C5919AD2-3F7D-B347-9165-D7C00C77A9E5}"/>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30" name="Group 37">
              <a:extLst>
                <a:ext uri="{FF2B5EF4-FFF2-40B4-BE49-F238E27FC236}">
                  <a16:creationId xmlns:a16="http://schemas.microsoft.com/office/drawing/2014/main" id="{721192C6-8F5B-9F41-972E-574A913B9CC0}"/>
                </a:ext>
              </a:extLst>
            </p:cNvPr>
            <p:cNvGrpSpPr>
              <a:grpSpLocks/>
            </p:cNvGrpSpPr>
            <p:nvPr/>
          </p:nvGrpSpPr>
          <p:grpSpPr bwMode="auto">
            <a:xfrm>
              <a:off x="101" y="2294"/>
              <a:ext cx="335" cy="347"/>
              <a:chOff x="101" y="2294"/>
              <a:chExt cx="335" cy="347"/>
            </a:xfrm>
          </p:grpSpPr>
          <p:sp>
            <p:nvSpPr>
              <p:cNvPr id="116131" name="Freeform 38">
                <a:extLst>
                  <a:ext uri="{FF2B5EF4-FFF2-40B4-BE49-F238E27FC236}">
                    <a16:creationId xmlns:a16="http://schemas.microsoft.com/office/drawing/2014/main" id="{B5A3411E-8008-814D-AD51-5C9A64D0875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2" name="Freeform 39">
                <a:extLst>
                  <a:ext uri="{FF2B5EF4-FFF2-40B4-BE49-F238E27FC236}">
                    <a16:creationId xmlns:a16="http://schemas.microsoft.com/office/drawing/2014/main" id="{1F393CC8-D4C1-A94A-BA22-5F35407B878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3" name="Freeform 40">
                <a:extLst>
                  <a:ext uri="{FF2B5EF4-FFF2-40B4-BE49-F238E27FC236}">
                    <a16:creationId xmlns:a16="http://schemas.microsoft.com/office/drawing/2014/main" id="{32153DCE-6566-7445-AAF3-8A9C44B1A06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4" name="Freeform 41">
                <a:extLst>
                  <a:ext uri="{FF2B5EF4-FFF2-40B4-BE49-F238E27FC236}">
                    <a16:creationId xmlns:a16="http://schemas.microsoft.com/office/drawing/2014/main" id="{7DD5FF29-4E3C-7447-B3DD-A1EE2C92142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5" name="Rectangle 42">
                <a:extLst>
                  <a:ext uri="{FF2B5EF4-FFF2-40B4-BE49-F238E27FC236}">
                    <a16:creationId xmlns:a16="http://schemas.microsoft.com/office/drawing/2014/main" id="{161AA0A7-8813-6048-9954-89DF45C08CE3}"/>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6" name="Rectangle 43">
                <a:extLst>
                  <a:ext uri="{FF2B5EF4-FFF2-40B4-BE49-F238E27FC236}">
                    <a16:creationId xmlns:a16="http://schemas.microsoft.com/office/drawing/2014/main" id="{E2ADAA1A-D7D1-1146-8705-FBD1B793E70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7" name="Rectangle 44">
                <a:extLst>
                  <a:ext uri="{FF2B5EF4-FFF2-40B4-BE49-F238E27FC236}">
                    <a16:creationId xmlns:a16="http://schemas.microsoft.com/office/drawing/2014/main" id="{A89396F3-257F-2D48-BF20-F37D02078B9A}"/>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8" name="Line 45">
                <a:extLst>
                  <a:ext uri="{FF2B5EF4-FFF2-40B4-BE49-F238E27FC236}">
                    <a16:creationId xmlns:a16="http://schemas.microsoft.com/office/drawing/2014/main" id="{FA901E20-0A4D-8741-8309-8A80C86B9B2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39" name="Group 46">
                <a:extLst>
                  <a:ext uri="{FF2B5EF4-FFF2-40B4-BE49-F238E27FC236}">
                    <a16:creationId xmlns:a16="http://schemas.microsoft.com/office/drawing/2014/main" id="{E23D435B-0A18-1F4A-8871-823F7D02BF18}"/>
                  </a:ext>
                </a:extLst>
              </p:cNvPr>
              <p:cNvGrpSpPr>
                <a:grpSpLocks/>
              </p:cNvGrpSpPr>
              <p:nvPr/>
            </p:nvGrpSpPr>
            <p:grpSpPr bwMode="auto">
              <a:xfrm>
                <a:off x="101" y="2590"/>
                <a:ext cx="335" cy="51"/>
                <a:chOff x="101" y="2590"/>
                <a:chExt cx="335" cy="51"/>
              </a:xfrm>
            </p:grpSpPr>
            <p:sp>
              <p:nvSpPr>
                <p:cNvPr id="116140" name="Freeform 47">
                  <a:extLst>
                    <a:ext uri="{FF2B5EF4-FFF2-40B4-BE49-F238E27FC236}">
                      <a16:creationId xmlns:a16="http://schemas.microsoft.com/office/drawing/2014/main" id="{5636C9DE-7141-BE4E-9C24-E778167CC392}"/>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1" name="Freeform 48">
                  <a:extLst>
                    <a:ext uri="{FF2B5EF4-FFF2-40B4-BE49-F238E27FC236}">
                      <a16:creationId xmlns:a16="http://schemas.microsoft.com/office/drawing/2014/main" id="{B1BDFCF4-A3D8-4743-8CDC-62F842F086B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2" name="Rectangle 49">
                  <a:extLst>
                    <a:ext uri="{FF2B5EF4-FFF2-40B4-BE49-F238E27FC236}">
                      <a16:creationId xmlns:a16="http://schemas.microsoft.com/office/drawing/2014/main" id="{DF701B10-1837-5249-966A-8B4207D9BCC3}"/>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5" name="Group 50">
            <a:extLst>
              <a:ext uri="{FF2B5EF4-FFF2-40B4-BE49-F238E27FC236}">
                <a16:creationId xmlns:a16="http://schemas.microsoft.com/office/drawing/2014/main" id="{538049AC-FB27-684A-945D-A2333AB0571B}"/>
              </a:ext>
            </a:extLst>
          </p:cNvPr>
          <p:cNvGrpSpPr>
            <a:grpSpLocks/>
          </p:cNvGrpSpPr>
          <p:nvPr/>
        </p:nvGrpSpPr>
        <p:grpSpPr bwMode="auto">
          <a:xfrm>
            <a:off x="3661173" y="4561285"/>
            <a:ext cx="377428" cy="386953"/>
            <a:chOff x="3891" y="3616"/>
            <a:chExt cx="342" cy="353"/>
          </a:xfrm>
        </p:grpSpPr>
        <p:grpSp>
          <p:nvGrpSpPr>
            <p:cNvPr id="116103" name="Group 51">
              <a:extLst>
                <a:ext uri="{FF2B5EF4-FFF2-40B4-BE49-F238E27FC236}">
                  <a16:creationId xmlns:a16="http://schemas.microsoft.com/office/drawing/2014/main" id="{B71234D0-5CBF-9C49-97A9-807BAD101611}"/>
                </a:ext>
              </a:extLst>
            </p:cNvPr>
            <p:cNvGrpSpPr>
              <a:grpSpLocks/>
            </p:cNvGrpSpPr>
            <p:nvPr/>
          </p:nvGrpSpPr>
          <p:grpSpPr bwMode="auto">
            <a:xfrm>
              <a:off x="3899" y="3622"/>
              <a:ext cx="334" cy="347"/>
              <a:chOff x="3899" y="3622"/>
              <a:chExt cx="334" cy="347"/>
            </a:xfrm>
          </p:grpSpPr>
          <p:sp>
            <p:nvSpPr>
              <p:cNvPr id="116117" name="Freeform 52">
                <a:extLst>
                  <a:ext uri="{FF2B5EF4-FFF2-40B4-BE49-F238E27FC236}">
                    <a16:creationId xmlns:a16="http://schemas.microsoft.com/office/drawing/2014/main" id="{7148094D-1FBD-9045-9246-718214E1D32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8" name="Freeform 53">
                <a:extLst>
                  <a:ext uri="{FF2B5EF4-FFF2-40B4-BE49-F238E27FC236}">
                    <a16:creationId xmlns:a16="http://schemas.microsoft.com/office/drawing/2014/main" id="{650AFE2C-34AD-6B4D-ADDF-F2040531AB8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9" name="Freeform 54">
                <a:extLst>
                  <a:ext uri="{FF2B5EF4-FFF2-40B4-BE49-F238E27FC236}">
                    <a16:creationId xmlns:a16="http://schemas.microsoft.com/office/drawing/2014/main" id="{4733F3FD-9866-954F-8134-DB5B3015E0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0" name="Freeform 55">
                <a:extLst>
                  <a:ext uri="{FF2B5EF4-FFF2-40B4-BE49-F238E27FC236}">
                    <a16:creationId xmlns:a16="http://schemas.microsoft.com/office/drawing/2014/main" id="{AB8CEA56-EA80-0045-A6AF-7B74B97CC4B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1" name="Rectangle 56">
                <a:extLst>
                  <a:ext uri="{FF2B5EF4-FFF2-40B4-BE49-F238E27FC236}">
                    <a16:creationId xmlns:a16="http://schemas.microsoft.com/office/drawing/2014/main" id="{D7427F2D-2862-9C46-8639-F7213D24B77C}"/>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2" name="Rectangle 57">
                <a:extLst>
                  <a:ext uri="{FF2B5EF4-FFF2-40B4-BE49-F238E27FC236}">
                    <a16:creationId xmlns:a16="http://schemas.microsoft.com/office/drawing/2014/main" id="{1221AC0C-BF17-4E46-B030-F2C9B408580C}"/>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3" name="Rectangle 58">
                <a:extLst>
                  <a:ext uri="{FF2B5EF4-FFF2-40B4-BE49-F238E27FC236}">
                    <a16:creationId xmlns:a16="http://schemas.microsoft.com/office/drawing/2014/main" id="{24439DD9-FC68-B64B-9A47-09FE26ABC46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4" name="Line 59">
                <a:extLst>
                  <a:ext uri="{FF2B5EF4-FFF2-40B4-BE49-F238E27FC236}">
                    <a16:creationId xmlns:a16="http://schemas.microsoft.com/office/drawing/2014/main" id="{3001269B-C1A4-D34B-A067-35BC8A52853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25" name="Group 60">
                <a:extLst>
                  <a:ext uri="{FF2B5EF4-FFF2-40B4-BE49-F238E27FC236}">
                    <a16:creationId xmlns:a16="http://schemas.microsoft.com/office/drawing/2014/main" id="{4261CEDD-2447-DC43-8A77-4AE1DAA38F45}"/>
                  </a:ext>
                </a:extLst>
              </p:cNvPr>
              <p:cNvGrpSpPr>
                <a:grpSpLocks/>
              </p:cNvGrpSpPr>
              <p:nvPr/>
            </p:nvGrpSpPr>
            <p:grpSpPr bwMode="auto">
              <a:xfrm>
                <a:off x="3899" y="3918"/>
                <a:ext cx="334" cy="51"/>
                <a:chOff x="3899" y="3918"/>
                <a:chExt cx="334" cy="51"/>
              </a:xfrm>
            </p:grpSpPr>
            <p:sp>
              <p:nvSpPr>
                <p:cNvPr id="116126" name="Freeform 61">
                  <a:extLst>
                    <a:ext uri="{FF2B5EF4-FFF2-40B4-BE49-F238E27FC236}">
                      <a16:creationId xmlns:a16="http://schemas.microsoft.com/office/drawing/2014/main" id="{7708329D-2075-9D48-8BAD-2825B5B2EB0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7" name="Freeform 62">
                  <a:extLst>
                    <a:ext uri="{FF2B5EF4-FFF2-40B4-BE49-F238E27FC236}">
                      <a16:creationId xmlns:a16="http://schemas.microsoft.com/office/drawing/2014/main" id="{E52E03E7-0B40-544D-BB9C-BD9D6050C46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8" name="Rectangle 63">
                  <a:extLst>
                    <a:ext uri="{FF2B5EF4-FFF2-40B4-BE49-F238E27FC236}">
                      <a16:creationId xmlns:a16="http://schemas.microsoft.com/office/drawing/2014/main" id="{96C4AA08-FCE5-784A-840F-876A7945DE8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04" name="Group 64">
              <a:extLst>
                <a:ext uri="{FF2B5EF4-FFF2-40B4-BE49-F238E27FC236}">
                  <a16:creationId xmlns:a16="http://schemas.microsoft.com/office/drawing/2014/main" id="{437B59EB-37D2-DF4A-8287-194D23E06132}"/>
                </a:ext>
              </a:extLst>
            </p:cNvPr>
            <p:cNvGrpSpPr>
              <a:grpSpLocks/>
            </p:cNvGrpSpPr>
            <p:nvPr/>
          </p:nvGrpSpPr>
          <p:grpSpPr bwMode="auto">
            <a:xfrm>
              <a:off x="3891" y="3616"/>
              <a:ext cx="334" cy="346"/>
              <a:chOff x="3891" y="3616"/>
              <a:chExt cx="334" cy="346"/>
            </a:xfrm>
          </p:grpSpPr>
          <p:sp>
            <p:nvSpPr>
              <p:cNvPr id="116105" name="Freeform 65">
                <a:extLst>
                  <a:ext uri="{FF2B5EF4-FFF2-40B4-BE49-F238E27FC236}">
                    <a16:creationId xmlns:a16="http://schemas.microsoft.com/office/drawing/2014/main" id="{27AADC92-5838-B547-90EA-D875E2324DA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6" name="Freeform 66">
                <a:extLst>
                  <a:ext uri="{FF2B5EF4-FFF2-40B4-BE49-F238E27FC236}">
                    <a16:creationId xmlns:a16="http://schemas.microsoft.com/office/drawing/2014/main" id="{C97BD13E-A569-9B4F-8A47-E96D59B9DA8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7" name="Freeform 67">
                <a:extLst>
                  <a:ext uri="{FF2B5EF4-FFF2-40B4-BE49-F238E27FC236}">
                    <a16:creationId xmlns:a16="http://schemas.microsoft.com/office/drawing/2014/main" id="{8BBB905F-4342-D848-A995-81CF22B6B25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8" name="Freeform 68">
                <a:extLst>
                  <a:ext uri="{FF2B5EF4-FFF2-40B4-BE49-F238E27FC236}">
                    <a16:creationId xmlns:a16="http://schemas.microsoft.com/office/drawing/2014/main" id="{2D92027B-F355-B540-9CBB-900CBD896A7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9" name="Rectangle 69">
                <a:extLst>
                  <a:ext uri="{FF2B5EF4-FFF2-40B4-BE49-F238E27FC236}">
                    <a16:creationId xmlns:a16="http://schemas.microsoft.com/office/drawing/2014/main" id="{F5924762-09FA-F448-9110-D623AA78481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0" name="Rectangle 70">
                <a:extLst>
                  <a:ext uri="{FF2B5EF4-FFF2-40B4-BE49-F238E27FC236}">
                    <a16:creationId xmlns:a16="http://schemas.microsoft.com/office/drawing/2014/main" id="{0C520273-F95F-4641-81D7-B9D535C5FD4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1" name="Rectangle 71">
                <a:extLst>
                  <a:ext uri="{FF2B5EF4-FFF2-40B4-BE49-F238E27FC236}">
                    <a16:creationId xmlns:a16="http://schemas.microsoft.com/office/drawing/2014/main" id="{AD28F4EF-E197-D540-9DA5-A7ACD60B7EF4}"/>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2" name="Line 72">
                <a:extLst>
                  <a:ext uri="{FF2B5EF4-FFF2-40B4-BE49-F238E27FC236}">
                    <a16:creationId xmlns:a16="http://schemas.microsoft.com/office/drawing/2014/main" id="{3460F547-52B4-8B4C-A80F-03B3CC75096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13" name="Group 73">
                <a:extLst>
                  <a:ext uri="{FF2B5EF4-FFF2-40B4-BE49-F238E27FC236}">
                    <a16:creationId xmlns:a16="http://schemas.microsoft.com/office/drawing/2014/main" id="{62D4C35D-9B12-B84D-9323-A183F692A3FA}"/>
                  </a:ext>
                </a:extLst>
              </p:cNvPr>
              <p:cNvGrpSpPr>
                <a:grpSpLocks/>
              </p:cNvGrpSpPr>
              <p:nvPr/>
            </p:nvGrpSpPr>
            <p:grpSpPr bwMode="auto">
              <a:xfrm>
                <a:off x="3891" y="3912"/>
                <a:ext cx="334" cy="50"/>
                <a:chOff x="3891" y="3912"/>
                <a:chExt cx="334" cy="50"/>
              </a:xfrm>
            </p:grpSpPr>
            <p:sp>
              <p:nvSpPr>
                <p:cNvPr id="116114" name="Freeform 74">
                  <a:extLst>
                    <a:ext uri="{FF2B5EF4-FFF2-40B4-BE49-F238E27FC236}">
                      <a16:creationId xmlns:a16="http://schemas.microsoft.com/office/drawing/2014/main" id="{8CD9CE24-9D3A-A044-99AA-79166FB7DC7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5" name="Freeform 75">
                  <a:extLst>
                    <a:ext uri="{FF2B5EF4-FFF2-40B4-BE49-F238E27FC236}">
                      <a16:creationId xmlns:a16="http://schemas.microsoft.com/office/drawing/2014/main" id="{337A7BC2-A937-FB4C-A9DA-94BE7490308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6" name="Rectangle 76">
                  <a:extLst>
                    <a:ext uri="{FF2B5EF4-FFF2-40B4-BE49-F238E27FC236}">
                      <a16:creationId xmlns:a16="http://schemas.microsoft.com/office/drawing/2014/main" id="{84700573-4550-E74D-A31E-F04338D375A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6" name="Group 77">
            <a:extLst>
              <a:ext uri="{FF2B5EF4-FFF2-40B4-BE49-F238E27FC236}">
                <a16:creationId xmlns:a16="http://schemas.microsoft.com/office/drawing/2014/main" id="{B70022EA-39DB-AE42-B5D9-E3A32C1D01C3}"/>
              </a:ext>
            </a:extLst>
          </p:cNvPr>
          <p:cNvGrpSpPr>
            <a:grpSpLocks/>
          </p:cNvGrpSpPr>
          <p:nvPr/>
        </p:nvGrpSpPr>
        <p:grpSpPr bwMode="auto">
          <a:xfrm>
            <a:off x="4613673" y="4549379"/>
            <a:ext cx="378619" cy="386953"/>
            <a:chOff x="4752" y="3605"/>
            <a:chExt cx="343" cy="353"/>
          </a:xfrm>
        </p:grpSpPr>
        <p:grpSp>
          <p:nvGrpSpPr>
            <p:cNvPr id="116077" name="Group 78">
              <a:extLst>
                <a:ext uri="{FF2B5EF4-FFF2-40B4-BE49-F238E27FC236}">
                  <a16:creationId xmlns:a16="http://schemas.microsoft.com/office/drawing/2014/main" id="{6B3806AF-1899-6945-A40B-78A3A64B4C7D}"/>
                </a:ext>
              </a:extLst>
            </p:cNvPr>
            <p:cNvGrpSpPr>
              <a:grpSpLocks/>
            </p:cNvGrpSpPr>
            <p:nvPr/>
          </p:nvGrpSpPr>
          <p:grpSpPr bwMode="auto">
            <a:xfrm>
              <a:off x="4760" y="3612"/>
              <a:ext cx="335" cy="346"/>
              <a:chOff x="4760" y="3612"/>
              <a:chExt cx="335" cy="346"/>
            </a:xfrm>
          </p:grpSpPr>
          <p:sp>
            <p:nvSpPr>
              <p:cNvPr id="116091" name="Freeform 79">
                <a:extLst>
                  <a:ext uri="{FF2B5EF4-FFF2-40B4-BE49-F238E27FC236}">
                    <a16:creationId xmlns:a16="http://schemas.microsoft.com/office/drawing/2014/main" id="{CD0B4C77-68C8-7443-94F4-882BB07DB97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2" name="Freeform 80">
                <a:extLst>
                  <a:ext uri="{FF2B5EF4-FFF2-40B4-BE49-F238E27FC236}">
                    <a16:creationId xmlns:a16="http://schemas.microsoft.com/office/drawing/2014/main" id="{A265677E-010F-5144-84D4-0AFD5126066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3" name="Freeform 81">
                <a:extLst>
                  <a:ext uri="{FF2B5EF4-FFF2-40B4-BE49-F238E27FC236}">
                    <a16:creationId xmlns:a16="http://schemas.microsoft.com/office/drawing/2014/main" id="{DAE7149C-41C9-2149-9897-AE7C52369E17}"/>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4" name="Freeform 82">
                <a:extLst>
                  <a:ext uri="{FF2B5EF4-FFF2-40B4-BE49-F238E27FC236}">
                    <a16:creationId xmlns:a16="http://schemas.microsoft.com/office/drawing/2014/main" id="{43F16A31-33E0-8D4D-A957-1A7130D38D7C}"/>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5" name="Rectangle 83">
                <a:extLst>
                  <a:ext uri="{FF2B5EF4-FFF2-40B4-BE49-F238E27FC236}">
                    <a16:creationId xmlns:a16="http://schemas.microsoft.com/office/drawing/2014/main" id="{CEF46EA4-B3D2-4844-A79E-32E2BA400D9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6" name="Rectangle 84">
                <a:extLst>
                  <a:ext uri="{FF2B5EF4-FFF2-40B4-BE49-F238E27FC236}">
                    <a16:creationId xmlns:a16="http://schemas.microsoft.com/office/drawing/2014/main" id="{FBD5A350-8A6B-C445-8BCE-3127E7D59DC4}"/>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7" name="Rectangle 85">
                <a:extLst>
                  <a:ext uri="{FF2B5EF4-FFF2-40B4-BE49-F238E27FC236}">
                    <a16:creationId xmlns:a16="http://schemas.microsoft.com/office/drawing/2014/main" id="{1F712724-80A0-C149-A39A-E0A9AF33357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8" name="Line 86">
                <a:extLst>
                  <a:ext uri="{FF2B5EF4-FFF2-40B4-BE49-F238E27FC236}">
                    <a16:creationId xmlns:a16="http://schemas.microsoft.com/office/drawing/2014/main" id="{4D70624C-E979-344C-A8AE-786165B3D510}"/>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99" name="Group 87">
                <a:extLst>
                  <a:ext uri="{FF2B5EF4-FFF2-40B4-BE49-F238E27FC236}">
                    <a16:creationId xmlns:a16="http://schemas.microsoft.com/office/drawing/2014/main" id="{42B18295-877B-0A4D-BF47-3739C9C393AA}"/>
                  </a:ext>
                </a:extLst>
              </p:cNvPr>
              <p:cNvGrpSpPr>
                <a:grpSpLocks/>
              </p:cNvGrpSpPr>
              <p:nvPr/>
            </p:nvGrpSpPr>
            <p:grpSpPr bwMode="auto">
              <a:xfrm>
                <a:off x="4760" y="3907"/>
                <a:ext cx="335" cy="51"/>
                <a:chOff x="4760" y="3907"/>
                <a:chExt cx="335" cy="51"/>
              </a:xfrm>
            </p:grpSpPr>
            <p:sp>
              <p:nvSpPr>
                <p:cNvPr id="116100" name="Freeform 88">
                  <a:extLst>
                    <a:ext uri="{FF2B5EF4-FFF2-40B4-BE49-F238E27FC236}">
                      <a16:creationId xmlns:a16="http://schemas.microsoft.com/office/drawing/2014/main" id="{240EE493-5DC2-1448-9D8B-B69D67C1E18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1" name="Freeform 89">
                  <a:extLst>
                    <a:ext uri="{FF2B5EF4-FFF2-40B4-BE49-F238E27FC236}">
                      <a16:creationId xmlns:a16="http://schemas.microsoft.com/office/drawing/2014/main" id="{85941504-CE34-3141-A336-25D6EC06C32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2" name="Rectangle 90">
                  <a:extLst>
                    <a:ext uri="{FF2B5EF4-FFF2-40B4-BE49-F238E27FC236}">
                      <a16:creationId xmlns:a16="http://schemas.microsoft.com/office/drawing/2014/main" id="{D2A8A974-FBF6-B843-A300-EEB56D8F597E}"/>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78" name="Group 91">
              <a:extLst>
                <a:ext uri="{FF2B5EF4-FFF2-40B4-BE49-F238E27FC236}">
                  <a16:creationId xmlns:a16="http://schemas.microsoft.com/office/drawing/2014/main" id="{B58A7E59-FFF7-5441-8E5B-6854B05EA083}"/>
                </a:ext>
              </a:extLst>
            </p:cNvPr>
            <p:cNvGrpSpPr>
              <a:grpSpLocks/>
            </p:cNvGrpSpPr>
            <p:nvPr/>
          </p:nvGrpSpPr>
          <p:grpSpPr bwMode="auto">
            <a:xfrm>
              <a:off x="4752" y="3605"/>
              <a:ext cx="334" cy="347"/>
              <a:chOff x="4752" y="3605"/>
              <a:chExt cx="334" cy="347"/>
            </a:xfrm>
          </p:grpSpPr>
          <p:sp>
            <p:nvSpPr>
              <p:cNvPr id="116079" name="Freeform 92">
                <a:extLst>
                  <a:ext uri="{FF2B5EF4-FFF2-40B4-BE49-F238E27FC236}">
                    <a16:creationId xmlns:a16="http://schemas.microsoft.com/office/drawing/2014/main" id="{133C1F4F-211C-FB45-984B-DBE980042F96}"/>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0" name="Freeform 93">
                <a:extLst>
                  <a:ext uri="{FF2B5EF4-FFF2-40B4-BE49-F238E27FC236}">
                    <a16:creationId xmlns:a16="http://schemas.microsoft.com/office/drawing/2014/main" id="{1EAB7E3B-EEB1-8844-9453-0B6B80BD9F4B}"/>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1" name="Freeform 94">
                <a:extLst>
                  <a:ext uri="{FF2B5EF4-FFF2-40B4-BE49-F238E27FC236}">
                    <a16:creationId xmlns:a16="http://schemas.microsoft.com/office/drawing/2014/main" id="{433CB9EF-1939-014B-A783-FAC9CB0C9C83}"/>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2" name="Freeform 95">
                <a:extLst>
                  <a:ext uri="{FF2B5EF4-FFF2-40B4-BE49-F238E27FC236}">
                    <a16:creationId xmlns:a16="http://schemas.microsoft.com/office/drawing/2014/main" id="{85F970E8-6715-F746-899B-4F93D02B3EA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3" name="Rectangle 96">
                <a:extLst>
                  <a:ext uri="{FF2B5EF4-FFF2-40B4-BE49-F238E27FC236}">
                    <a16:creationId xmlns:a16="http://schemas.microsoft.com/office/drawing/2014/main" id="{BDD06639-2E3E-344B-B0E0-3BC159673B8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4" name="Rectangle 97">
                <a:extLst>
                  <a:ext uri="{FF2B5EF4-FFF2-40B4-BE49-F238E27FC236}">
                    <a16:creationId xmlns:a16="http://schemas.microsoft.com/office/drawing/2014/main" id="{D7482661-691F-D14A-BB9A-261F37B32F59}"/>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5" name="Rectangle 98">
                <a:extLst>
                  <a:ext uri="{FF2B5EF4-FFF2-40B4-BE49-F238E27FC236}">
                    <a16:creationId xmlns:a16="http://schemas.microsoft.com/office/drawing/2014/main" id="{1B562BC5-1FD1-D242-9CE0-5231309BF0D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6" name="Line 99">
                <a:extLst>
                  <a:ext uri="{FF2B5EF4-FFF2-40B4-BE49-F238E27FC236}">
                    <a16:creationId xmlns:a16="http://schemas.microsoft.com/office/drawing/2014/main" id="{D642D978-4601-F34A-B0F9-B0E6E39C334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87" name="Group 100">
                <a:extLst>
                  <a:ext uri="{FF2B5EF4-FFF2-40B4-BE49-F238E27FC236}">
                    <a16:creationId xmlns:a16="http://schemas.microsoft.com/office/drawing/2014/main" id="{440A7273-A4DB-4247-8AE8-E2D34ADB93B1}"/>
                  </a:ext>
                </a:extLst>
              </p:cNvPr>
              <p:cNvGrpSpPr>
                <a:grpSpLocks/>
              </p:cNvGrpSpPr>
              <p:nvPr/>
            </p:nvGrpSpPr>
            <p:grpSpPr bwMode="auto">
              <a:xfrm>
                <a:off x="4752" y="3901"/>
                <a:ext cx="334" cy="51"/>
                <a:chOff x="4752" y="3901"/>
                <a:chExt cx="334" cy="51"/>
              </a:xfrm>
            </p:grpSpPr>
            <p:sp>
              <p:nvSpPr>
                <p:cNvPr id="116088" name="Freeform 101">
                  <a:extLst>
                    <a:ext uri="{FF2B5EF4-FFF2-40B4-BE49-F238E27FC236}">
                      <a16:creationId xmlns:a16="http://schemas.microsoft.com/office/drawing/2014/main" id="{1C5A8C46-CB37-F047-BC93-E7499BA828CA}"/>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9" name="Freeform 102">
                  <a:extLst>
                    <a:ext uri="{FF2B5EF4-FFF2-40B4-BE49-F238E27FC236}">
                      <a16:creationId xmlns:a16="http://schemas.microsoft.com/office/drawing/2014/main" id="{920E287D-69CF-AB47-ADAD-782B1A24C0D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0" name="Rectangle 103">
                  <a:extLst>
                    <a:ext uri="{FF2B5EF4-FFF2-40B4-BE49-F238E27FC236}">
                      <a16:creationId xmlns:a16="http://schemas.microsoft.com/office/drawing/2014/main" id="{BD218E99-42DF-3140-8E73-F63BA36A17E1}"/>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7" name="Group 104">
            <a:extLst>
              <a:ext uri="{FF2B5EF4-FFF2-40B4-BE49-F238E27FC236}">
                <a16:creationId xmlns:a16="http://schemas.microsoft.com/office/drawing/2014/main" id="{FD92BE0C-790F-E343-AE5E-C640BB9D5264}"/>
              </a:ext>
            </a:extLst>
          </p:cNvPr>
          <p:cNvGrpSpPr>
            <a:grpSpLocks/>
          </p:cNvGrpSpPr>
          <p:nvPr/>
        </p:nvGrpSpPr>
        <p:grpSpPr bwMode="auto">
          <a:xfrm>
            <a:off x="1577579" y="1882379"/>
            <a:ext cx="378619" cy="388144"/>
            <a:chOff x="101" y="1539"/>
            <a:chExt cx="343" cy="352"/>
          </a:xfrm>
        </p:grpSpPr>
        <p:grpSp>
          <p:nvGrpSpPr>
            <p:cNvPr id="116051" name="Group 105">
              <a:extLst>
                <a:ext uri="{FF2B5EF4-FFF2-40B4-BE49-F238E27FC236}">
                  <a16:creationId xmlns:a16="http://schemas.microsoft.com/office/drawing/2014/main" id="{5A9E7B1F-5851-1840-9734-359BBC66D533}"/>
                </a:ext>
              </a:extLst>
            </p:cNvPr>
            <p:cNvGrpSpPr>
              <a:grpSpLocks/>
            </p:cNvGrpSpPr>
            <p:nvPr/>
          </p:nvGrpSpPr>
          <p:grpSpPr bwMode="auto">
            <a:xfrm>
              <a:off x="109" y="1545"/>
              <a:ext cx="335" cy="346"/>
              <a:chOff x="109" y="1545"/>
              <a:chExt cx="335" cy="346"/>
            </a:xfrm>
          </p:grpSpPr>
          <p:sp>
            <p:nvSpPr>
              <p:cNvPr id="116065" name="Freeform 106">
                <a:extLst>
                  <a:ext uri="{FF2B5EF4-FFF2-40B4-BE49-F238E27FC236}">
                    <a16:creationId xmlns:a16="http://schemas.microsoft.com/office/drawing/2014/main" id="{54E8E1B5-44A0-4C4A-9807-983C69B05E0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6" name="Freeform 107">
                <a:extLst>
                  <a:ext uri="{FF2B5EF4-FFF2-40B4-BE49-F238E27FC236}">
                    <a16:creationId xmlns:a16="http://schemas.microsoft.com/office/drawing/2014/main" id="{88D4D8FD-6965-7843-88AB-237FDE7DDCF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7" name="Freeform 108">
                <a:extLst>
                  <a:ext uri="{FF2B5EF4-FFF2-40B4-BE49-F238E27FC236}">
                    <a16:creationId xmlns:a16="http://schemas.microsoft.com/office/drawing/2014/main" id="{FF213D25-99D2-EF4F-BEB3-1498C4149C8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8" name="Freeform 109">
                <a:extLst>
                  <a:ext uri="{FF2B5EF4-FFF2-40B4-BE49-F238E27FC236}">
                    <a16:creationId xmlns:a16="http://schemas.microsoft.com/office/drawing/2014/main" id="{0F1BAE6F-5DAB-A442-93BF-D6906A87EA5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9" name="Rectangle 110">
                <a:extLst>
                  <a:ext uri="{FF2B5EF4-FFF2-40B4-BE49-F238E27FC236}">
                    <a16:creationId xmlns:a16="http://schemas.microsoft.com/office/drawing/2014/main" id="{3DBD6827-E3FD-644C-9CDA-9E148BE54393}"/>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0" name="Rectangle 111">
                <a:extLst>
                  <a:ext uri="{FF2B5EF4-FFF2-40B4-BE49-F238E27FC236}">
                    <a16:creationId xmlns:a16="http://schemas.microsoft.com/office/drawing/2014/main" id="{06708C6B-FD3F-5540-BC00-AD2EC955ED7F}"/>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1" name="Rectangle 112">
                <a:extLst>
                  <a:ext uri="{FF2B5EF4-FFF2-40B4-BE49-F238E27FC236}">
                    <a16:creationId xmlns:a16="http://schemas.microsoft.com/office/drawing/2014/main" id="{3D9C802B-7B93-B046-A89E-68FC8032A51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2" name="Line 113">
                <a:extLst>
                  <a:ext uri="{FF2B5EF4-FFF2-40B4-BE49-F238E27FC236}">
                    <a16:creationId xmlns:a16="http://schemas.microsoft.com/office/drawing/2014/main" id="{94615054-DCED-C94B-86FC-2674EBD1FB31}"/>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73" name="Group 114">
                <a:extLst>
                  <a:ext uri="{FF2B5EF4-FFF2-40B4-BE49-F238E27FC236}">
                    <a16:creationId xmlns:a16="http://schemas.microsoft.com/office/drawing/2014/main" id="{12D66A48-B5DC-6B4C-BB26-EC599BD5C999}"/>
                  </a:ext>
                </a:extLst>
              </p:cNvPr>
              <p:cNvGrpSpPr>
                <a:grpSpLocks/>
              </p:cNvGrpSpPr>
              <p:nvPr/>
            </p:nvGrpSpPr>
            <p:grpSpPr bwMode="auto">
              <a:xfrm>
                <a:off x="109" y="1841"/>
                <a:ext cx="335" cy="50"/>
                <a:chOff x="109" y="1841"/>
                <a:chExt cx="335" cy="50"/>
              </a:xfrm>
            </p:grpSpPr>
            <p:sp>
              <p:nvSpPr>
                <p:cNvPr id="116074" name="Freeform 115">
                  <a:extLst>
                    <a:ext uri="{FF2B5EF4-FFF2-40B4-BE49-F238E27FC236}">
                      <a16:creationId xmlns:a16="http://schemas.microsoft.com/office/drawing/2014/main" id="{89AD2271-E1FD-0C44-ACEB-097A63B9182A}"/>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5" name="Freeform 116">
                  <a:extLst>
                    <a:ext uri="{FF2B5EF4-FFF2-40B4-BE49-F238E27FC236}">
                      <a16:creationId xmlns:a16="http://schemas.microsoft.com/office/drawing/2014/main" id="{99CFE055-429A-014B-A98A-6320580ED3C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6" name="Rectangle 117">
                  <a:extLst>
                    <a:ext uri="{FF2B5EF4-FFF2-40B4-BE49-F238E27FC236}">
                      <a16:creationId xmlns:a16="http://schemas.microsoft.com/office/drawing/2014/main" id="{C6A58998-817F-AA4B-BC0B-091087888FC9}"/>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52" name="Group 118">
              <a:extLst>
                <a:ext uri="{FF2B5EF4-FFF2-40B4-BE49-F238E27FC236}">
                  <a16:creationId xmlns:a16="http://schemas.microsoft.com/office/drawing/2014/main" id="{5F34C7AB-D9EA-5F46-99E5-81A394898DC5}"/>
                </a:ext>
              </a:extLst>
            </p:cNvPr>
            <p:cNvGrpSpPr>
              <a:grpSpLocks/>
            </p:cNvGrpSpPr>
            <p:nvPr/>
          </p:nvGrpSpPr>
          <p:grpSpPr bwMode="auto">
            <a:xfrm>
              <a:off x="101" y="1539"/>
              <a:ext cx="335" cy="346"/>
              <a:chOff x="101" y="1539"/>
              <a:chExt cx="335" cy="346"/>
            </a:xfrm>
          </p:grpSpPr>
          <p:sp>
            <p:nvSpPr>
              <p:cNvPr id="116053" name="Freeform 119">
                <a:extLst>
                  <a:ext uri="{FF2B5EF4-FFF2-40B4-BE49-F238E27FC236}">
                    <a16:creationId xmlns:a16="http://schemas.microsoft.com/office/drawing/2014/main" id="{39676AED-DA8D-0A43-A476-D4F02CC16AAC}"/>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4" name="Freeform 120">
                <a:extLst>
                  <a:ext uri="{FF2B5EF4-FFF2-40B4-BE49-F238E27FC236}">
                    <a16:creationId xmlns:a16="http://schemas.microsoft.com/office/drawing/2014/main" id="{C204E1CA-C9A5-644C-A0DC-8CAFC7C10426}"/>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5" name="Freeform 121">
                <a:extLst>
                  <a:ext uri="{FF2B5EF4-FFF2-40B4-BE49-F238E27FC236}">
                    <a16:creationId xmlns:a16="http://schemas.microsoft.com/office/drawing/2014/main" id="{456D811B-8D61-2249-A918-0666C49FD238}"/>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6" name="Freeform 122">
                <a:extLst>
                  <a:ext uri="{FF2B5EF4-FFF2-40B4-BE49-F238E27FC236}">
                    <a16:creationId xmlns:a16="http://schemas.microsoft.com/office/drawing/2014/main" id="{FABB18EE-D2DD-924A-BBBA-CE5D4A53DA1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7" name="Rectangle 123">
                <a:extLst>
                  <a:ext uri="{FF2B5EF4-FFF2-40B4-BE49-F238E27FC236}">
                    <a16:creationId xmlns:a16="http://schemas.microsoft.com/office/drawing/2014/main" id="{D7700FAD-3665-5C49-BFED-23297ED219F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8" name="Rectangle 124">
                <a:extLst>
                  <a:ext uri="{FF2B5EF4-FFF2-40B4-BE49-F238E27FC236}">
                    <a16:creationId xmlns:a16="http://schemas.microsoft.com/office/drawing/2014/main" id="{B8C6A132-6464-CD4E-8B6D-3E83B17918EE}"/>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9" name="Rectangle 125">
                <a:extLst>
                  <a:ext uri="{FF2B5EF4-FFF2-40B4-BE49-F238E27FC236}">
                    <a16:creationId xmlns:a16="http://schemas.microsoft.com/office/drawing/2014/main" id="{EB607D5C-F3E5-B54F-BA97-88871DD7FE9C}"/>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60" name="Line 126">
                <a:extLst>
                  <a:ext uri="{FF2B5EF4-FFF2-40B4-BE49-F238E27FC236}">
                    <a16:creationId xmlns:a16="http://schemas.microsoft.com/office/drawing/2014/main" id="{6E9262AD-CC59-AA43-A90E-4882602D886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61" name="Group 127">
                <a:extLst>
                  <a:ext uri="{FF2B5EF4-FFF2-40B4-BE49-F238E27FC236}">
                    <a16:creationId xmlns:a16="http://schemas.microsoft.com/office/drawing/2014/main" id="{D205847B-9BBF-C847-ABA8-D7A1D448C78E}"/>
                  </a:ext>
                </a:extLst>
              </p:cNvPr>
              <p:cNvGrpSpPr>
                <a:grpSpLocks/>
              </p:cNvGrpSpPr>
              <p:nvPr/>
            </p:nvGrpSpPr>
            <p:grpSpPr bwMode="auto">
              <a:xfrm>
                <a:off x="101" y="1834"/>
                <a:ext cx="335" cy="51"/>
                <a:chOff x="101" y="1834"/>
                <a:chExt cx="335" cy="51"/>
              </a:xfrm>
            </p:grpSpPr>
            <p:sp>
              <p:nvSpPr>
                <p:cNvPr id="116062" name="Freeform 128">
                  <a:extLst>
                    <a:ext uri="{FF2B5EF4-FFF2-40B4-BE49-F238E27FC236}">
                      <a16:creationId xmlns:a16="http://schemas.microsoft.com/office/drawing/2014/main" id="{D747B539-7E69-9F45-A1E2-2F1123E9405B}"/>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3" name="Freeform 129">
                  <a:extLst>
                    <a:ext uri="{FF2B5EF4-FFF2-40B4-BE49-F238E27FC236}">
                      <a16:creationId xmlns:a16="http://schemas.microsoft.com/office/drawing/2014/main" id="{2E867D6F-EE0F-FC44-8712-E965652509EA}"/>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4" name="Rectangle 130">
                  <a:extLst>
                    <a:ext uri="{FF2B5EF4-FFF2-40B4-BE49-F238E27FC236}">
                      <a16:creationId xmlns:a16="http://schemas.microsoft.com/office/drawing/2014/main" id="{FF22B825-0CBD-F64E-A0ED-8BFCD6F01AD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8" name="Group 131">
            <a:extLst>
              <a:ext uri="{FF2B5EF4-FFF2-40B4-BE49-F238E27FC236}">
                <a16:creationId xmlns:a16="http://schemas.microsoft.com/office/drawing/2014/main" id="{0D5D0A1F-612D-314B-9D30-9281BFE96EB2}"/>
              </a:ext>
            </a:extLst>
          </p:cNvPr>
          <p:cNvGrpSpPr>
            <a:grpSpLocks/>
          </p:cNvGrpSpPr>
          <p:nvPr/>
        </p:nvGrpSpPr>
        <p:grpSpPr bwMode="auto">
          <a:xfrm>
            <a:off x="7261622" y="2743200"/>
            <a:ext cx="379809" cy="385763"/>
            <a:chOff x="5237" y="2322"/>
            <a:chExt cx="343" cy="352"/>
          </a:xfrm>
        </p:grpSpPr>
        <p:grpSp>
          <p:nvGrpSpPr>
            <p:cNvPr id="116025" name="Group 132">
              <a:extLst>
                <a:ext uri="{FF2B5EF4-FFF2-40B4-BE49-F238E27FC236}">
                  <a16:creationId xmlns:a16="http://schemas.microsoft.com/office/drawing/2014/main" id="{BE252965-F0DA-4846-8AC0-B5B8630409E6}"/>
                </a:ext>
              </a:extLst>
            </p:cNvPr>
            <p:cNvGrpSpPr>
              <a:grpSpLocks/>
            </p:cNvGrpSpPr>
            <p:nvPr/>
          </p:nvGrpSpPr>
          <p:grpSpPr bwMode="auto">
            <a:xfrm>
              <a:off x="5245" y="2328"/>
              <a:ext cx="335" cy="346"/>
              <a:chOff x="5245" y="2328"/>
              <a:chExt cx="335" cy="346"/>
            </a:xfrm>
          </p:grpSpPr>
          <p:sp>
            <p:nvSpPr>
              <p:cNvPr id="116039" name="Freeform 133">
                <a:extLst>
                  <a:ext uri="{FF2B5EF4-FFF2-40B4-BE49-F238E27FC236}">
                    <a16:creationId xmlns:a16="http://schemas.microsoft.com/office/drawing/2014/main" id="{4026B99A-E311-CC49-82CC-6ECC99E7EAD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0" name="Freeform 134">
                <a:extLst>
                  <a:ext uri="{FF2B5EF4-FFF2-40B4-BE49-F238E27FC236}">
                    <a16:creationId xmlns:a16="http://schemas.microsoft.com/office/drawing/2014/main" id="{3DB76D62-872C-254A-906D-0FE69F1DFCB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1" name="Freeform 135">
                <a:extLst>
                  <a:ext uri="{FF2B5EF4-FFF2-40B4-BE49-F238E27FC236}">
                    <a16:creationId xmlns:a16="http://schemas.microsoft.com/office/drawing/2014/main" id="{0C2443A7-B02C-0144-98A4-7E7C127399A3}"/>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2" name="Freeform 136">
                <a:extLst>
                  <a:ext uri="{FF2B5EF4-FFF2-40B4-BE49-F238E27FC236}">
                    <a16:creationId xmlns:a16="http://schemas.microsoft.com/office/drawing/2014/main" id="{782DB416-6941-1943-9EBF-94AD474CB24C}"/>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3" name="Rectangle 137">
                <a:extLst>
                  <a:ext uri="{FF2B5EF4-FFF2-40B4-BE49-F238E27FC236}">
                    <a16:creationId xmlns:a16="http://schemas.microsoft.com/office/drawing/2014/main" id="{3B09AC25-F167-2C4D-9F62-8A2D4109E0A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4" name="Rectangle 138">
                <a:extLst>
                  <a:ext uri="{FF2B5EF4-FFF2-40B4-BE49-F238E27FC236}">
                    <a16:creationId xmlns:a16="http://schemas.microsoft.com/office/drawing/2014/main" id="{90C3581A-8563-3B4C-A93A-C433FA5D821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5" name="Rectangle 139">
                <a:extLst>
                  <a:ext uri="{FF2B5EF4-FFF2-40B4-BE49-F238E27FC236}">
                    <a16:creationId xmlns:a16="http://schemas.microsoft.com/office/drawing/2014/main" id="{58A8986E-06DC-9043-942B-61F55915A917}"/>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6" name="Line 140">
                <a:extLst>
                  <a:ext uri="{FF2B5EF4-FFF2-40B4-BE49-F238E27FC236}">
                    <a16:creationId xmlns:a16="http://schemas.microsoft.com/office/drawing/2014/main" id="{802B17F7-BFDD-514E-9B9F-0FCC0BFD271E}"/>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47" name="Group 141">
                <a:extLst>
                  <a:ext uri="{FF2B5EF4-FFF2-40B4-BE49-F238E27FC236}">
                    <a16:creationId xmlns:a16="http://schemas.microsoft.com/office/drawing/2014/main" id="{AC3274B3-0258-9047-916F-FFA467C5633A}"/>
                  </a:ext>
                </a:extLst>
              </p:cNvPr>
              <p:cNvGrpSpPr>
                <a:grpSpLocks/>
              </p:cNvGrpSpPr>
              <p:nvPr/>
            </p:nvGrpSpPr>
            <p:grpSpPr bwMode="auto">
              <a:xfrm>
                <a:off x="5245" y="2624"/>
                <a:ext cx="335" cy="50"/>
                <a:chOff x="5245" y="2624"/>
                <a:chExt cx="335" cy="50"/>
              </a:xfrm>
            </p:grpSpPr>
            <p:sp>
              <p:nvSpPr>
                <p:cNvPr id="116048" name="Freeform 142">
                  <a:extLst>
                    <a:ext uri="{FF2B5EF4-FFF2-40B4-BE49-F238E27FC236}">
                      <a16:creationId xmlns:a16="http://schemas.microsoft.com/office/drawing/2014/main" id="{E93C58C3-BD13-FB4C-A800-4E2C36C89C9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9" name="Freeform 143">
                  <a:extLst>
                    <a:ext uri="{FF2B5EF4-FFF2-40B4-BE49-F238E27FC236}">
                      <a16:creationId xmlns:a16="http://schemas.microsoft.com/office/drawing/2014/main" id="{200DE2BB-99CB-A645-8B2C-36A9E678E09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0" name="Rectangle 144">
                  <a:extLst>
                    <a:ext uri="{FF2B5EF4-FFF2-40B4-BE49-F238E27FC236}">
                      <a16:creationId xmlns:a16="http://schemas.microsoft.com/office/drawing/2014/main" id="{C427C87A-1CF7-0544-87F4-6354A862D10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26" name="Group 145">
              <a:extLst>
                <a:ext uri="{FF2B5EF4-FFF2-40B4-BE49-F238E27FC236}">
                  <a16:creationId xmlns:a16="http://schemas.microsoft.com/office/drawing/2014/main" id="{862C8B05-23AA-EA48-8CFA-80AB145AE6F6}"/>
                </a:ext>
              </a:extLst>
            </p:cNvPr>
            <p:cNvGrpSpPr>
              <a:grpSpLocks/>
            </p:cNvGrpSpPr>
            <p:nvPr/>
          </p:nvGrpSpPr>
          <p:grpSpPr bwMode="auto">
            <a:xfrm>
              <a:off x="5237" y="2322"/>
              <a:ext cx="335" cy="346"/>
              <a:chOff x="5237" y="2322"/>
              <a:chExt cx="335" cy="346"/>
            </a:xfrm>
          </p:grpSpPr>
          <p:sp>
            <p:nvSpPr>
              <p:cNvPr id="116027" name="Freeform 146">
                <a:extLst>
                  <a:ext uri="{FF2B5EF4-FFF2-40B4-BE49-F238E27FC236}">
                    <a16:creationId xmlns:a16="http://schemas.microsoft.com/office/drawing/2014/main" id="{455D78D3-0C35-574C-9401-D844FAC27AD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8" name="Freeform 147">
                <a:extLst>
                  <a:ext uri="{FF2B5EF4-FFF2-40B4-BE49-F238E27FC236}">
                    <a16:creationId xmlns:a16="http://schemas.microsoft.com/office/drawing/2014/main" id="{2F88FF21-341F-9643-B65E-B2EFB92DDE79}"/>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9" name="Freeform 148">
                <a:extLst>
                  <a:ext uri="{FF2B5EF4-FFF2-40B4-BE49-F238E27FC236}">
                    <a16:creationId xmlns:a16="http://schemas.microsoft.com/office/drawing/2014/main" id="{6C154B37-3990-CF41-8456-014C482C4EE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0" name="Freeform 149">
                <a:extLst>
                  <a:ext uri="{FF2B5EF4-FFF2-40B4-BE49-F238E27FC236}">
                    <a16:creationId xmlns:a16="http://schemas.microsoft.com/office/drawing/2014/main" id="{75B2DA4A-6DDB-2546-A971-BB1512D387E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1" name="Rectangle 150">
                <a:extLst>
                  <a:ext uri="{FF2B5EF4-FFF2-40B4-BE49-F238E27FC236}">
                    <a16:creationId xmlns:a16="http://schemas.microsoft.com/office/drawing/2014/main" id="{2412E17B-4208-0A4D-8A60-5EBB6612F648}"/>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2" name="Rectangle 151">
                <a:extLst>
                  <a:ext uri="{FF2B5EF4-FFF2-40B4-BE49-F238E27FC236}">
                    <a16:creationId xmlns:a16="http://schemas.microsoft.com/office/drawing/2014/main" id="{3E1E7274-66A8-FE45-AF39-8EDA7491913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3" name="Rectangle 152">
                <a:extLst>
                  <a:ext uri="{FF2B5EF4-FFF2-40B4-BE49-F238E27FC236}">
                    <a16:creationId xmlns:a16="http://schemas.microsoft.com/office/drawing/2014/main" id="{815C3BEF-BF53-8C40-ACC4-4388E8D7986C}"/>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4" name="Line 153">
                <a:extLst>
                  <a:ext uri="{FF2B5EF4-FFF2-40B4-BE49-F238E27FC236}">
                    <a16:creationId xmlns:a16="http://schemas.microsoft.com/office/drawing/2014/main" id="{BFCD4024-A0F8-FB40-B70C-AB199EA4296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35" name="Group 154">
                <a:extLst>
                  <a:ext uri="{FF2B5EF4-FFF2-40B4-BE49-F238E27FC236}">
                    <a16:creationId xmlns:a16="http://schemas.microsoft.com/office/drawing/2014/main" id="{1CAA0C60-01E5-AD4A-8AF6-F1871D21EF25}"/>
                  </a:ext>
                </a:extLst>
              </p:cNvPr>
              <p:cNvGrpSpPr>
                <a:grpSpLocks/>
              </p:cNvGrpSpPr>
              <p:nvPr/>
            </p:nvGrpSpPr>
            <p:grpSpPr bwMode="auto">
              <a:xfrm>
                <a:off x="5237" y="2617"/>
                <a:ext cx="335" cy="51"/>
                <a:chOff x="5237" y="2617"/>
                <a:chExt cx="335" cy="51"/>
              </a:xfrm>
            </p:grpSpPr>
            <p:sp>
              <p:nvSpPr>
                <p:cNvPr id="116036" name="Freeform 155">
                  <a:extLst>
                    <a:ext uri="{FF2B5EF4-FFF2-40B4-BE49-F238E27FC236}">
                      <a16:creationId xmlns:a16="http://schemas.microsoft.com/office/drawing/2014/main" id="{6BAE0FFF-FA04-774C-9705-44CF4EB910B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7" name="Freeform 156">
                  <a:extLst>
                    <a:ext uri="{FF2B5EF4-FFF2-40B4-BE49-F238E27FC236}">
                      <a16:creationId xmlns:a16="http://schemas.microsoft.com/office/drawing/2014/main" id="{8F9FEA18-7C7A-B44E-BE56-12372973766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8" name="Rectangle 157">
                  <a:extLst>
                    <a:ext uri="{FF2B5EF4-FFF2-40B4-BE49-F238E27FC236}">
                      <a16:creationId xmlns:a16="http://schemas.microsoft.com/office/drawing/2014/main" id="{4F632EEB-87F5-F84A-A08C-1BF4F0FA13F1}"/>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9" name="Group 158">
            <a:extLst>
              <a:ext uri="{FF2B5EF4-FFF2-40B4-BE49-F238E27FC236}">
                <a16:creationId xmlns:a16="http://schemas.microsoft.com/office/drawing/2014/main" id="{7D0D9518-7302-6844-BD83-08B906776D44}"/>
              </a:ext>
            </a:extLst>
          </p:cNvPr>
          <p:cNvGrpSpPr>
            <a:grpSpLocks/>
          </p:cNvGrpSpPr>
          <p:nvPr/>
        </p:nvGrpSpPr>
        <p:grpSpPr bwMode="auto">
          <a:xfrm>
            <a:off x="7261622" y="1935956"/>
            <a:ext cx="379809" cy="386954"/>
            <a:chOff x="5237" y="1587"/>
            <a:chExt cx="343" cy="353"/>
          </a:xfrm>
        </p:grpSpPr>
        <p:grpSp>
          <p:nvGrpSpPr>
            <p:cNvPr id="115999" name="Group 159">
              <a:extLst>
                <a:ext uri="{FF2B5EF4-FFF2-40B4-BE49-F238E27FC236}">
                  <a16:creationId xmlns:a16="http://schemas.microsoft.com/office/drawing/2014/main" id="{5B4E15C0-0704-F545-BE82-E9B564CA04C9}"/>
                </a:ext>
              </a:extLst>
            </p:cNvPr>
            <p:cNvGrpSpPr>
              <a:grpSpLocks/>
            </p:cNvGrpSpPr>
            <p:nvPr/>
          </p:nvGrpSpPr>
          <p:grpSpPr bwMode="auto">
            <a:xfrm>
              <a:off x="5245" y="1594"/>
              <a:ext cx="335" cy="346"/>
              <a:chOff x="5245" y="1594"/>
              <a:chExt cx="335" cy="346"/>
            </a:xfrm>
          </p:grpSpPr>
          <p:sp>
            <p:nvSpPr>
              <p:cNvPr id="116013" name="Freeform 160">
                <a:extLst>
                  <a:ext uri="{FF2B5EF4-FFF2-40B4-BE49-F238E27FC236}">
                    <a16:creationId xmlns:a16="http://schemas.microsoft.com/office/drawing/2014/main" id="{E0F00ECA-419E-FA4A-BC79-75CC003808D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4" name="Freeform 161">
                <a:extLst>
                  <a:ext uri="{FF2B5EF4-FFF2-40B4-BE49-F238E27FC236}">
                    <a16:creationId xmlns:a16="http://schemas.microsoft.com/office/drawing/2014/main" id="{29A123B9-F5A1-694D-B36A-F39B7251BC8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5" name="Freeform 162">
                <a:extLst>
                  <a:ext uri="{FF2B5EF4-FFF2-40B4-BE49-F238E27FC236}">
                    <a16:creationId xmlns:a16="http://schemas.microsoft.com/office/drawing/2014/main" id="{7F141078-D18D-9A40-96B6-6130A18378E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6" name="Freeform 163">
                <a:extLst>
                  <a:ext uri="{FF2B5EF4-FFF2-40B4-BE49-F238E27FC236}">
                    <a16:creationId xmlns:a16="http://schemas.microsoft.com/office/drawing/2014/main" id="{BA196D72-F509-A14A-BA33-85767E155EAC}"/>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7" name="Rectangle 164">
                <a:extLst>
                  <a:ext uri="{FF2B5EF4-FFF2-40B4-BE49-F238E27FC236}">
                    <a16:creationId xmlns:a16="http://schemas.microsoft.com/office/drawing/2014/main" id="{D846266C-8DD4-6E45-B74F-9468EF91AA7A}"/>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8" name="Rectangle 165">
                <a:extLst>
                  <a:ext uri="{FF2B5EF4-FFF2-40B4-BE49-F238E27FC236}">
                    <a16:creationId xmlns:a16="http://schemas.microsoft.com/office/drawing/2014/main" id="{8D2B59F8-4956-5545-A782-80A7C7DFD1F3}"/>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9" name="Rectangle 166">
                <a:extLst>
                  <a:ext uri="{FF2B5EF4-FFF2-40B4-BE49-F238E27FC236}">
                    <a16:creationId xmlns:a16="http://schemas.microsoft.com/office/drawing/2014/main" id="{8BD29EBA-2160-B347-BBF7-D24657A7ECCC}"/>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20" name="Line 167">
                <a:extLst>
                  <a:ext uri="{FF2B5EF4-FFF2-40B4-BE49-F238E27FC236}">
                    <a16:creationId xmlns:a16="http://schemas.microsoft.com/office/drawing/2014/main" id="{A589CB7F-2C7E-E94A-9722-F1301B83C1CA}"/>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21" name="Group 168">
                <a:extLst>
                  <a:ext uri="{FF2B5EF4-FFF2-40B4-BE49-F238E27FC236}">
                    <a16:creationId xmlns:a16="http://schemas.microsoft.com/office/drawing/2014/main" id="{90E0778C-9A42-A34D-A50A-81D3CDFBFAF6}"/>
                  </a:ext>
                </a:extLst>
              </p:cNvPr>
              <p:cNvGrpSpPr>
                <a:grpSpLocks/>
              </p:cNvGrpSpPr>
              <p:nvPr/>
            </p:nvGrpSpPr>
            <p:grpSpPr bwMode="auto">
              <a:xfrm>
                <a:off x="5245" y="1889"/>
                <a:ext cx="335" cy="51"/>
                <a:chOff x="5245" y="1889"/>
                <a:chExt cx="335" cy="51"/>
              </a:xfrm>
            </p:grpSpPr>
            <p:sp>
              <p:nvSpPr>
                <p:cNvPr id="116022" name="Freeform 169">
                  <a:extLst>
                    <a:ext uri="{FF2B5EF4-FFF2-40B4-BE49-F238E27FC236}">
                      <a16:creationId xmlns:a16="http://schemas.microsoft.com/office/drawing/2014/main" id="{89ECB99E-906E-2F4F-9527-8803397418F6}"/>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3" name="Freeform 170">
                  <a:extLst>
                    <a:ext uri="{FF2B5EF4-FFF2-40B4-BE49-F238E27FC236}">
                      <a16:creationId xmlns:a16="http://schemas.microsoft.com/office/drawing/2014/main" id="{316EE8B5-A23E-D649-84EE-62C50CCEB94A}"/>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4" name="Rectangle 171">
                  <a:extLst>
                    <a:ext uri="{FF2B5EF4-FFF2-40B4-BE49-F238E27FC236}">
                      <a16:creationId xmlns:a16="http://schemas.microsoft.com/office/drawing/2014/main" id="{7606BE69-27D4-0041-96A7-FC186E0962F9}"/>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00" name="Group 172">
              <a:extLst>
                <a:ext uri="{FF2B5EF4-FFF2-40B4-BE49-F238E27FC236}">
                  <a16:creationId xmlns:a16="http://schemas.microsoft.com/office/drawing/2014/main" id="{ECA6E69D-9A26-3945-8FB8-4CD32C5680C8}"/>
                </a:ext>
              </a:extLst>
            </p:cNvPr>
            <p:cNvGrpSpPr>
              <a:grpSpLocks/>
            </p:cNvGrpSpPr>
            <p:nvPr/>
          </p:nvGrpSpPr>
          <p:grpSpPr bwMode="auto">
            <a:xfrm>
              <a:off x="5237" y="1587"/>
              <a:ext cx="335" cy="346"/>
              <a:chOff x="5237" y="1587"/>
              <a:chExt cx="335" cy="346"/>
            </a:xfrm>
          </p:grpSpPr>
          <p:sp>
            <p:nvSpPr>
              <p:cNvPr id="116001" name="Freeform 173">
                <a:extLst>
                  <a:ext uri="{FF2B5EF4-FFF2-40B4-BE49-F238E27FC236}">
                    <a16:creationId xmlns:a16="http://schemas.microsoft.com/office/drawing/2014/main" id="{B62E8C47-9C1B-BC41-8654-4FDA807D9FEA}"/>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2" name="Freeform 174">
                <a:extLst>
                  <a:ext uri="{FF2B5EF4-FFF2-40B4-BE49-F238E27FC236}">
                    <a16:creationId xmlns:a16="http://schemas.microsoft.com/office/drawing/2014/main" id="{8CCCDA06-2E1B-534D-980D-E1D80D654C2D}"/>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3" name="Freeform 175">
                <a:extLst>
                  <a:ext uri="{FF2B5EF4-FFF2-40B4-BE49-F238E27FC236}">
                    <a16:creationId xmlns:a16="http://schemas.microsoft.com/office/drawing/2014/main" id="{1B85CB8C-BDE0-D84C-B330-617B001FDB7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4" name="Freeform 176">
                <a:extLst>
                  <a:ext uri="{FF2B5EF4-FFF2-40B4-BE49-F238E27FC236}">
                    <a16:creationId xmlns:a16="http://schemas.microsoft.com/office/drawing/2014/main" id="{1E026F1A-3BA2-944A-82D7-D6D3D7F0B19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5" name="Rectangle 177">
                <a:extLst>
                  <a:ext uri="{FF2B5EF4-FFF2-40B4-BE49-F238E27FC236}">
                    <a16:creationId xmlns:a16="http://schemas.microsoft.com/office/drawing/2014/main" id="{A553BA42-7328-EE48-8810-F4FD70FB018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6" name="Rectangle 178">
                <a:extLst>
                  <a:ext uri="{FF2B5EF4-FFF2-40B4-BE49-F238E27FC236}">
                    <a16:creationId xmlns:a16="http://schemas.microsoft.com/office/drawing/2014/main" id="{DE180210-9C94-BA45-8059-2B88F6C396EA}"/>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7" name="Rectangle 179">
                <a:extLst>
                  <a:ext uri="{FF2B5EF4-FFF2-40B4-BE49-F238E27FC236}">
                    <a16:creationId xmlns:a16="http://schemas.microsoft.com/office/drawing/2014/main" id="{BAAE276C-6EA1-ED40-8782-45E27848C262}"/>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8" name="Line 180">
                <a:extLst>
                  <a:ext uri="{FF2B5EF4-FFF2-40B4-BE49-F238E27FC236}">
                    <a16:creationId xmlns:a16="http://schemas.microsoft.com/office/drawing/2014/main" id="{EF066743-0955-F749-850F-B9B85A50D657}"/>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09" name="Group 181">
                <a:extLst>
                  <a:ext uri="{FF2B5EF4-FFF2-40B4-BE49-F238E27FC236}">
                    <a16:creationId xmlns:a16="http://schemas.microsoft.com/office/drawing/2014/main" id="{7D9FC214-2852-404F-B3B8-987DA4F80311}"/>
                  </a:ext>
                </a:extLst>
              </p:cNvPr>
              <p:cNvGrpSpPr>
                <a:grpSpLocks/>
              </p:cNvGrpSpPr>
              <p:nvPr/>
            </p:nvGrpSpPr>
            <p:grpSpPr bwMode="auto">
              <a:xfrm>
                <a:off x="5237" y="1883"/>
                <a:ext cx="335" cy="50"/>
                <a:chOff x="5237" y="1883"/>
                <a:chExt cx="335" cy="50"/>
              </a:xfrm>
            </p:grpSpPr>
            <p:sp>
              <p:nvSpPr>
                <p:cNvPr id="116010" name="Freeform 182">
                  <a:extLst>
                    <a:ext uri="{FF2B5EF4-FFF2-40B4-BE49-F238E27FC236}">
                      <a16:creationId xmlns:a16="http://schemas.microsoft.com/office/drawing/2014/main" id="{093137EE-37B7-854C-9CAC-AC528528FFDA}"/>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1" name="Freeform 183">
                  <a:extLst>
                    <a:ext uri="{FF2B5EF4-FFF2-40B4-BE49-F238E27FC236}">
                      <a16:creationId xmlns:a16="http://schemas.microsoft.com/office/drawing/2014/main" id="{8EE44D9F-9593-EB49-A48C-3850A36F1B5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2" name="Rectangle 184">
                  <a:extLst>
                    <a:ext uri="{FF2B5EF4-FFF2-40B4-BE49-F238E27FC236}">
                      <a16:creationId xmlns:a16="http://schemas.microsoft.com/office/drawing/2014/main" id="{5745C779-C12B-9C4C-A388-18B0FD2E793A}"/>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740" name="Rectangle 185">
            <a:extLst>
              <a:ext uri="{FF2B5EF4-FFF2-40B4-BE49-F238E27FC236}">
                <a16:creationId xmlns:a16="http://schemas.microsoft.com/office/drawing/2014/main" id="{A4B2EF05-3438-F746-B88B-65859E69406F}"/>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1" name="Rectangle 186">
            <a:extLst>
              <a:ext uri="{FF2B5EF4-FFF2-40B4-BE49-F238E27FC236}">
                <a16:creationId xmlns:a16="http://schemas.microsoft.com/office/drawing/2014/main" id="{71E5D9A3-4FD1-BE45-9A7B-07C49EBE60A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5742" name="Rectangle 187">
            <a:extLst>
              <a:ext uri="{FF2B5EF4-FFF2-40B4-BE49-F238E27FC236}">
                <a16:creationId xmlns:a16="http://schemas.microsoft.com/office/drawing/2014/main" id="{5FB99161-5B98-924F-B654-FD8FB6DF6986}"/>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3" name="Rectangle 188">
            <a:extLst>
              <a:ext uri="{FF2B5EF4-FFF2-40B4-BE49-F238E27FC236}">
                <a16:creationId xmlns:a16="http://schemas.microsoft.com/office/drawing/2014/main" id="{3F1BDE5A-18FE-C546-9501-4BB033D8312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5744" name="Rectangle 189">
            <a:extLst>
              <a:ext uri="{FF2B5EF4-FFF2-40B4-BE49-F238E27FC236}">
                <a16:creationId xmlns:a16="http://schemas.microsoft.com/office/drawing/2014/main" id="{FCA29452-6721-914A-B758-9B3C5A89CB3D}"/>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5" name="Rectangle 190">
            <a:extLst>
              <a:ext uri="{FF2B5EF4-FFF2-40B4-BE49-F238E27FC236}">
                <a16:creationId xmlns:a16="http://schemas.microsoft.com/office/drawing/2014/main" id="{58AC34D3-C5E6-6544-BF7B-077295933A52}"/>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5746" name="Rectangle 191">
            <a:extLst>
              <a:ext uri="{FF2B5EF4-FFF2-40B4-BE49-F238E27FC236}">
                <a16:creationId xmlns:a16="http://schemas.microsoft.com/office/drawing/2014/main" id="{F3876F9D-A947-5E4F-9BD6-2DC2152E72E9}"/>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7" name="Rectangle 192">
            <a:extLst>
              <a:ext uri="{FF2B5EF4-FFF2-40B4-BE49-F238E27FC236}">
                <a16:creationId xmlns:a16="http://schemas.microsoft.com/office/drawing/2014/main" id="{5DCA3EA2-D362-3F48-A665-9C4DDEE7FA3A}"/>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5748" name="Rectangle 193">
            <a:extLst>
              <a:ext uri="{FF2B5EF4-FFF2-40B4-BE49-F238E27FC236}">
                <a16:creationId xmlns:a16="http://schemas.microsoft.com/office/drawing/2014/main" id="{4FE46FA1-E741-F24F-B606-92152FD09BF6}"/>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49" name="Group 194">
            <a:extLst>
              <a:ext uri="{FF2B5EF4-FFF2-40B4-BE49-F238E27FC236}">
                <a16:creationId xmlns:a16="http://schemas.microsoft.com/office/drawing/2014/main" id="{0B2561BC-C2D1-4E46-AB33-CA11D29059C9}"/>
              </a:ext>
            </a:extLst>
          </p:cNvPr>
          <p:cNvGrpSpPr>
            <a:grpSpLocks/>
          </p:cNvGrpSpPr>
          <p:nvPr/>
        </p:nvGrpSpPr>
        <p:grpSpPr bwMode="auto">
          <a:xfrm>
            <a:off x="4010025" y="1972866"/>
            <a:ext cx="485775" cy="289322"/>
            <a:chOff x="2299" y="1622"/>
            <a:chExt cx="439" cy="262"/>
          </a:xfrm>
        </p:grpSpPr>
        <p:sp>
          <p:nvSpPr>
            <p:cNvPr id="115974" name="Oval 195">
              <a:extLst>
                <a:ext uri="{FF2B5EF4-FFF2-40B4-BE49-F238E27FC236}">
                  <a16:creationId xmlns:a16="http://schemas.microsoft.com/office/drawing/2014/main" id="{88E08804-C189-F048-BAC1-D5F62AB504CF}"/>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5" name="Rectangle 196">
              <a:extLst>
                <a:ext uri="{FF2B5EF4-FFF2-40B4-BE49-F238E27FC236}">
                  <a16:creationId xmlns:a16="http://schemas.microsoft.com/office/drawing/2014/main" id="{C1324189-9CC6-D14B-B46F-922B4E83B7E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6" name="Rectangle 197">
              <a:extLst>
                <a:ext uri="{FF2B5EF4-FFF2-40B4-BE49-F238E27FC236}">
                  <a16:creationId xmlns:a16="http://schemas.microsoft.com/office/drawing/2014/main" id="{AC898E94-62DF-6342-B507-6A0591F73E8E}"/>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7" name="Oval 198">
              <a:extLst>
                <a:ext uri="{FF2B5EF4-FFF2-40B4-BE49-F238E27FC236}">
                  <a16:creationId xmlns:a16="http://schemas.microsoft.com/office/drawing/2014/main" id="{E01A1B5F-7B4D-8444-9BBA-14E13653D4BF}"/>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78" name="Group 199">
              <a:extLst>
                <a:ext uri="{FF2B5EF4-FFF2-40B4-BE49-F238E27FC236}">
                  <a16:creationId xmlns:a16="http://schemas.microsoft.com/office/drawing/2014/main" id="{0F0F2B96-D531-6F45-993E-E2EC962CA7C9}"/>
                </a:ext>
              </a:extLst>
            </p:cNvPr>
            <p:cNvGrpSpPr>
              <a:grpSpLocks/>
            </p:cNvGrpSpPr>
            <p:nvPr/>
          </p:nvGrpSpPr>
          <p:grpSpPr bwMode="auto">
            <a:xfrm>
              <a:off x="2365" y="1640"/>
              <a:ext cx="304" cy="117"/>
              <a:chOff x="2365" y="1640"/>
              <a:chExt cx="304" cy="117"/>
            </a:xfrm>
          </p:grpSpPr>
          <p:grpSp>
            <p:nvGrpSpPr>
              <p:cNvPr id="115981" name="Group 200">
                <a:extLst>
                  <a:ext uri="{FF2B5EF4-FFF2-40B4-BE49-F238E27FC236}">
                    <a16:creationId xmlns:a16="http://schemas.microsoft.com/office/drawing/2014/main" id="{15EF6D51-67F3-F448-A764-4691AA49A3F6}"/>
                  </a:ext>
                </a:extLst>
              </p:cNvPr>
              <p:cNvGrpSpPr>
                <a:grpSpLocks/>
              </p:cNvGrpSpPr>
              <p:nvPr/>
            </p:nvGrpSpPr>
            <p:grpSpPr bwMode="auto">
              <a:xfrm>
                <a:off x="2365" y="1640"/>
                <a:ext cx="302" cy="115"/>
                <a:chOff x="2365" y="1640"/>
                <a:chExt cx="302" cy="115"/>
              </a:xfrm>
            </p:grpSpPr>
            <p:sp>
              <p:nvSpPr>
                <p:cNvPr id="115991" name="Freeform 201">
                  <a:extLst>
                    <a:ext uri="{FF2B5EF4-FFF2-40B4-BE49-F238E27FC236}">
                      <a16:creationId xmlns:a16="http://schemas.microsoft.com/office/drawing/2014/main" id="{F7BD0B2D-DF3E-CE4D-807F-61B0FC64AC5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2" name="Freeform 202">
                  <a:extLst>
                    <a:ext uri="{FF2B5EF4-FFF2-40B4-BE49-F238E27FC236}">
                      <a16:creationId xmlns:a16="http://schemas.microsoft.com/office/drawing/2014/main" id="{4FBE2793-C6ED-1340-BD3E-AEEDF6CA554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3" name="Freeform 203">
                  <a:extLst>
                    <a:ext uri="{FF2B5EF4-FFF2-40B4-BE49-F238E27FC236}">
                      <a16:creationId xmlns:a16="http://schemas.microsoft.com/office/drawing/2014/main" id="{4A2242B4-A099-6745-AAEE-615B50A609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4" name="Freeform 204">
                  <a:extLst>
                    <a:ext uri="{FF2B5EF4-FFF2-40B4-BE49-F238E27FC236}">
                      <a16:creationId xmlns:a16="http://schemas.microsoft.com/office/drawing/2014/main" id="{10A6D431-20FD-E74F-BBB8-77F037079B4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5" name="Freeform 205">
                  <a:extLst>
                    <a:ext uri="{FF2B5EF4-FFF2-40B4-BE49-F238E27FC236}">
                      <a16:creationId xmlns:a16="http://schemas.microsoft.com/office/drawing/2014/main" id="{E813344A-9DC7-C94C-980B-6871EBB6AC56}"/>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6" name="Freeform 206">
                  <a:extLst>
                    <a:ext uri="{FF2B5EF4-FFF2-40B4-BE49-F238E27FC236}">
                      <a16:creationId xmlns:a16="http://schemas.microsoft.com/office/drawing/2014/main" id="{F1F11F0B-4F90-FD49-A9DA-A82FDEA17CE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7" name="Freeform 207">
                  <a:extLst>
                    <a:ext uri="{FF2B5EF4-FFF2-40B4-BE49-F238E27FC236}">
                      <a16:creationId xmlns:a16="http://schemas.microsoft.com/office/drawing/2014/main" id="{5EA77F71-0271-0B45-8C80-E3CDEA77071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8" name="Freeform 208">
                  <a:extLst>
                    <a:ext uri="{FF2B5EF4-FFF2-40B4-BE49-F238E27FC236}">
                      <a16:creationId xmlns:a16="http://schemas.microsoft.com/office/drawing/2014/main" id="{4F5F8AAE-62DD-2D4B-95C5-63B011FF135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82" name="Group 209">
                <a:extLst>
                  <a:ext uri="{FF2B5EF4-FFF2-40B4-BE49-F238E27FC236}">
                    <a16:creationId xmlns:a16="http://schemas.microsoft.com/office/drawing/2014/main" id="{8DF61345-DF98-7048-8192-42CBEE3F6C9F}"/>
                  </a:ext>
                </a:extLst>
              </p:cNvPr>
              <p:cNvGrpSpPr>
                <a:grpSpLocks/>
              </p:cNvGrpSpPr>
              <p:nvPr/>
            </p:nvGrpSpPr>
            <p:grpSpPr bwMode="auto">
              <a:xfrm>
                <a:off x="2368" y="1643"/>
                <a:ext cx="301" cy="114"/>
                <a:chOff x="2368" y="1643"/>
                <a:chExt cx="301" cy="114"/>
              </a:xfrm>
            </p:grpSpPr>
            <p:sp>
              <p:nvSpPr>
                <p:cNvPr id="115983" name="Freeform 210">
                  <a:extLst>
                    <a:ext uri="{FF2B5EF4-FFF2-40B4-BE49-F238E27FC236}">
                      <a16:creationId xmlns:a16="http://schemas.microsoft.com/office/drawing/2014/main" id="{38754C37-AEC7-3444-BDE4-7CBC1EB13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4" name="Freeform 211">
                  <a:extLst>
                    <a:ext uri="{FF2B5EF4-FFF2-40B4-BE49-F238E27FC236}">
                      <a16:creationId xmlns:a16="http://schemas.microsoft.com/office/drawing/2014/main" id="{BE1A5C2F-B32D-374B-A44C-4E725A74F45F}"/>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5" name="Freeform 212">
                  <a:extLst>
                    <a:ext uri="{FF2B5EF4-FFF2-40B4-BE49-F238E27FC236}">
                      <a16:creationId xmlns:a16="http://schemas.microsoft.com/office/drawing/2014/main" id="{F1ABCFAB-47A7-AD4A-9653-DA0DEB573D09}"/>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6" name="Freeform 213">
                  <a:extLst>
                    <a:ext uri="{FF2B5EF4-FFF2-40B4-BE49-F238E27FC236}">
                      <a16:creationId xmlns:a16="http://schemas.microsoft.com/office/drawing/2014/main" id="{01BA7FB0-AD2D-2B42-953D-A0B5652F077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7" name="Freeform 214">
                  <a:extLst>
                    <a:ext uri="{FF2B5EF4-FFF2-40B4-BE49-F238E27FC236}">
                      <a16:creationId xmlns:a16="http://schemas.microsoft.com/office/drawing/2014/main" id="{1AB72A1F-5A96-A84F-9FF1-CA7971F10738}"/>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8" name="Freeform 215">
                  <a:extLst>
                    <a:ext uri="{FF2B5EF4-FFF2-40B4-BE49-F238E27FC236}">
                      <a16:creationId xmlns:a16="http://schemas.microsoft.com/office/drawing/2014/main" id="{EB22FA8F-933D-1640-A524-FFFD82BB83BE}"/>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9" name="Freeform 216">
                  <a:extLst>
                    <a:ext uri="{FF2B5EF4-FFF2-40B4-BE49-F238E27FC236}">
                      <a16:creationId xmlns:a16="http://schemas.microsoft.com/office/drawing/2014/main" id="{29FDD4B8-5381-9F48-8FC8-EED543AD1C6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0" name="Freeform 217">
                  <a:extLst>
                    <a:ext uri="{FF2B5EF4-FFF2-40B4-BE49-F238E27FC236}">
                      <a16:creationId xmlns:a16="http://schemas.microsoft.com/office/drawing/2014/main" id="{5F1A57D4-D4A0-5146-A292-725108EF62A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79" name="Line 218">
              <a:extLst>
                <a:ext uri="{FF2B5EF4-FFF2-40B4-BE49-F238E27FC236}">
                  <a16:creationId xmlns:a16="http://schemas.microsoft.com/office/drawing/2014/main" id="{799C4F90-B04C-AF45-8569-DD021156AE5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80" name="Line 219">
              <a:extLst>
                <a:ext uri="{FF2B5EF4-FFF2-40B4-BE49-F238E27FC236}">
                  <a16:creationId xmlns:a16="http://schemas.microsoft.com/office/drawing/2014/main" id="{A2A31C05-B874-3E4E-8A65-84ADD845E3A2}"/>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50" name="Rectangle 220">
            <a:extLst>
              <a:ext uri="{FF2B5EF4-FFF2-40B4-BE49-F238E27FC236}">
                <a16:creationId xmlns:a16="http://schemas.microsoft.com/office/drawing/2014/main" id="{0FF8D4E5-C628-4C47-AE9B-1DD2FEBAB62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1" name="Rectangle 221">
            <a:extLst>
              <a:ext uri="{FF2B5EF4-FFF2-40B4-BE49-F238E27FC236}">
                <a16:creationId xmlns:a16="http://schemas.microsoft.com/office/drawing/2014/main" id="{E29E498B-175C-BF44-8D1C-E4E02C397BCC}"/>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5752" name="Rectangle 222">
            <a:extLst>
              <a:ext uri="{FF2B5EF4-FFF2-40B4-BE49-F238E27FC236}">
                <a16:creationId xmlns:a16="http://schemas.microsoft.com/office/drawing/2014/main" id="{1948C4FE-0709-CF46-A7E8-712B28CD8DF5}"/>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3" name="Rectangle 223">
            <a:extLst>
              <a:ext uri="{FF2B5EF4-FFF2-40B4-BE49-F238E27FC236}">
                <a16:creationId xmlns:a16="http://schemas.microsoft.com/office/drawing/2014/main" id="{3992A3A7-F1D4-2549-B177-C011AA89E781}"/>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754" name="Oval 224">
            <a:extLst>
              <a:ext uri="{FF2B5EF4-FFF2-40B4-BE49-F238E27FC236}">
                <a16:creationId xmlns:a16="http://schemas.microsoft.com/office/drawing/2014/main" id="{CAA16208-1108-154E-AFAA-F699CE5960DD}"/>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5" name="Rectangle 225">
            <a:extLst>
              <a:ext uri="{FF2B5EF4-FFF2-40B4-BE49-F238E27FC236}">
                <a16:creationId xmlns:a16="http://schemas.microsoft.com/office/drawing/2014/main" id="{AD144D18-7D9F-6543-8288-3300A494EFEF}"/>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6" name="Oval 226">
            <a:extLst>
              <a:ext uri="{FF2B5EF4-FFF2-40B4-BE49-F238E27FC236}">
                <a16:creationId xmlns:a16="http://schemas.microsoft.com/office/drawing/2014/main" id="{575FAD6E-8CED-DF47-B8C6-AD44B73A2F9C}"/>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7" name="Oval 227">
            <a:extLst>
              <a:ext uri="{FF2B5EF4-FFF2-40B4-BE49-F238E27FC236}">
                <a16:creationId xmlns:a16="http://schemas.microsoft.com/office/drawing/2014/main" id="{03CBC941-5091-AC40-A192-BE5449C0DD00}"/>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8" name="Rectangle 228">
            <a:extLst>
              <a:ext uri="{FF2B5EF4-FFF2-40B4-BE49-F238E27FC236}">
                <a16:creationId xmlns:a16="http://schemas.microsoft.com/office/drawing/2014/main" id="{97B44BE0-728E-4749-BEAD-9F79DDC2C522}"/>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9" name="Rectangle 229">
            <a:extLst>
              <a:ext uri="{FF2B5EF4-FFF2-40B4-BE49-F238E27FC236}">
                <a16:creationId xmlns:a16="http://schemas.microsoft.com/office/drawing/2014/main" id="{83278C89-9C28-BC47-BB67-173CD92FD87E}"/>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5760" name="Rectangle 230">
            <a:extLst>
              <a:ext uri="{FF2B5EF4-FFF2-40B4-BE49-F238E27FC236}">
                <a16:creationId xmlns:a16="http://schemas.microsoft.com/office/drawing/2014/main" id="{6502F041-CF9B-0048-AF2E-BCC99FE900D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1" name="Rectangle 231">
            <a:extLst>
              <a:ext uri="{FF2B5EF4-FFF2-40B4-BE49-F238E27FC236}">
                <a16:creationId xmlns:a16="http://schemas.microsoft.com/office/drawing/2014/main" id="{5848FA93-ECB4-5B48-BCD3-C8E9EA1FE6C7}"/>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5762" name="Rectangle 232">
            <a:extLst>
              <a:ext uri="{FF2B5EF4-FFF2-40B4-BE49-F238E27FC236}">
                <a16:creationId xmlns:a16="http://schemas.microsoft.com/office/drawing/2014/main" id="{6E21F22E-E2F9-A347-9D28-D8DFE7985ED0}"/>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3" name="Rectangle 233">
            <a:extLst>
              <a:ext uri="{FF2B5EF4-FFF2-40B4-BE49-F238E27FC236}">
                <a16:creationId xmlns:a16="http://schemas.microsoft.com/office/drawing/2014/main" id="{9549C5C3-EB5C-5A45-9874-A9429CE73EF2}"/>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5764" name="Rectangle 234">
            <a:extLst>
              <a:ext uri="{FF2B5EF4-FFF2-40B4-BE49-F238E27FC236}">
                <a16:creationId xmlns:a16="http://schemas.microsoft.com/office/drawing/2014/main" id="{A13ED217-C422-CC4C-929A-4074A4A214A9}"/>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5" name="Rectangle 235">
            <a:extLst>
              <a:ext uri="{FF2B5EF4-FFF2-40B4-BE49-F238E27FC236}">
                <a16:creationId xmlns:a16="http://schemas.microsoft.com/office/drawing/2014/main" id="{AA76FA10-E0ED-E84C-84D4-6D54BCF780BC}"/>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5766" name="Rectangle 236">
            <a:extLst>
              <a:ext uri="{FF2B5EF4-FFF2-40B4-BE49-F238E27FC236}">
                <a16:creationId xmlns:a16="http://schemas.microsoft.com/office/drawing/2014/main" id="{AD2CC7CB-58C4-B04F-B1CE-4BBBE353031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7" name="Rectangle 237">
            <a:extLst>
              <a:ext uri="{FF2B5EF4-FFF2-40B4-BE49-F238E27FC236}">
                <a16:creationId xmlns:a16="http://schemas.microsoft.com/office/drawing/2014/main" id="{029C5BE9-F76D-F347-A50A-E15F8BCD7580}"/>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5768" name="Oval 238">
            <a:extLst>
              <a:ext uri="{FF2B5EF4-FFF2-40B4-BE49-F238E27FC236}">
                <a16:creationId xmlns:a16="http://schemas.microsoft.com/office/drawing/2014/main" id="{DF9AA410-0C02-EE40-8900-41FB5D420E0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9" name="Rectangle 239">
            <a:extLst>
              <a:ext uri="{FF2B5EF4-FFF2-40B4-BE49-F238E27FC236}">
                <a16:creationId xmlns:a16="http://schemas.microsoft.com/office/drawing/2014/main" id="{77357B63-3219-F141-8449-3F1E6C14F3E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0" name="Rectangle 240">
            <a:extLst>
              <a:ext uri="{FF2B5EF4-FFF2-40B4-BE49-F238E27FC236}">
                <a16:creationId xmlns:a16="http://schemas.microsoft.com/office/drawing/2014/main" id="{0F883EC0-8910-CF4C-8160-F462A8650B96}"/>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5771" name="Rectangle 241">
            <a:extLst>
              <a:ext uri="{FF2B5EF4-FFF2-40B4-BE49-F238E27FC236}">
                <a16:creationId xmlns:a16="http://schemas.microsoft.com/office/drawing/2014/main" id="{CDC1DD45-A566-4C4F-B03F-82538FC232F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72" name="Group 242">
            <a:extLst>
              <a:ext uri="{FF2B5EF4-FFF2-40B4-BE49-F238E27FC236}">
                <a16:creationId xmlns:a16="http://schemas.microsoft.com/office/drawing/2014/main" id="{19902D92-4ACE-984A-B2AD-1C862E9C08EF}"/>
              </a:ext>
            </a:extLst>
          </p:cNvPr>
          <p:cNvGrpSpPr>
            <a:grpSpLocks/>
          </p:cNvGrpSpPr>
          <p:nvPr/>
        </p:nvGrpSpPr>
        <p:grpSpPr bwMode="auto">
          <a:xfrm>
            <a:off x="2809875" y="3289698"/>
            <a:ext cx="486966" cy="288131"/>
            <a:chOff x="1304" y="2569"/>
            <a:chExt cx="439" cy="262"/>
          </a:xfrm>
        </p:grpSpPr>
        <p:sp>
          <p:nvSpPr>
            <p:cNvPr id="115949" name="Oval 243">
              <a:extLst>
                <a:ext uri="{FF2B5EF4-FFF2-40B4-BE49-F238E27FC236}">
                  <a16:creationId xmlns:a16="http://schemas.microsoft.com/office/drawing/2014/main" id="{16F07172-C2E9-5547-9696-BC41941564BC}"/>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0" name="Rectangle 244">
              <a:extLst>
                <a:ext uri="{FF2B5EF4-FFF2-40B4-BE49-F238E27FC236}">
                  <a16:creationId xmlns:a16="http://schemas.microsoft.com/office/drawing/2014/main" id="{613C1739-0EF3-464E-A182-79CA7CCEB33E}"/>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1" name="Rectangle 245">
              <a:extLst>
                <a:ext uri="{FF2B5EF4-FFF2-40B4-BE49-F238E27FC236}">
                  <a16:creationId xmlns:a16="http://schemas.microsoft.com/office/drawing/2014/main" id="{EB6A56FD-54C4-BC4D-9A2E-F624AA44E4C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2" name="Oval 246">
              <a:extLst>
                <a:ext uri="{FF2B5EF4-FFF2-40B4-BE49-F238E27FC236}">
                  <a16:creationId xmlns:a16="http://schemas.microsoft.com/office/drawing/2014/main" id="{C7118B06-70CF-F24E-9410-1357AC50587A}"/>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53" name="Group 247">
              <a:extLst>
                <a:ext uri="{FF2B5EF4-FFF2-40B4-BE49-F238E27FC236}">
                  <a16:creationId xmlns:a16="http://schemas.microsoft.com/office/drawing/2014/main" id="{92D8C697-E544-D848-82CE-3F82A9860244}"/>
                </a:ext>
              </a:extLst>
            </p:cNvPr>
            <p:cNvGrpSpPr>
              <a:grpSpLocks/>
            </p:cNvGrpSpPr>
            <p:nvPr/>
          </p:nvGrpSpPr>
          <p:grpSpPr bwMode="auto">
            <a:xfrm>
              <a:off x="1371" y="2587"/>
              <a:ext cx="304" cy="117"/>
              <a:chOff x="1371" y="2587"/>
              <a:chExt cx="304" cy="117"/>
            </a:xfrm>
          </p:grpSpPr>
          <p:grpSp>
            <p:nvGrpSpPr>
              <p:cNvPr id="115956" name="Group 248">
                <a:extLst>
                  <a:ext uri="{FF2B5EF4-FFF2-40B4-BE49-F238E27FC236}">
                    <a16:creationId xmlns:a16="http://schemas.microsoft.com/office/drawing/2014/main" id="{C00CE719-6822-A64A-9A5D-C079B794445B}"/>
                  </a:ext>
                </a:extLst>
              </p:cNvPr>
              <p:cNvGrpSpPr>
                <a:grpSpLocks/>
              </p:cNvGrpSpPr>
              <p:nvPr/>
            </p:nvGrpSpPr>
            <p:grpSpPr bwMode="auto">
              <a:xfrm>
                <a:off x="1371" y="2587"/>
                <a:ext cx="301" cy="115"/>
                <a:chOff x="1371" y="2587"/>
                <a:chExt cx="301" cy="115"/>
              </a:xfrm>
            </p:grpSpPr>
            <p:sp>
              <p:nvSpPr>
                <p:cNvPr id="115966" name="Freeform 249">
                  <a:extLst>
                    <a:ext uri="{FF2B5EF4-FFF2-40B4-BE49-F238E27FC236}">
                      <a16:creationId xmlns:a16="http://schemas.microsoft.com/office/drawing/2014/main" id="{7E85CC0D-E3D0-5D43-A31C-046B6FF5C97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7" name="Freeform 250">
                  <a:extLst>
                    <a:ext uri="{FF2B5EF4-FFF2-40B4-BE49-F238E27FC236}">
                      <a16:creationId xmlns:a16="http://schemas.microsoft.com/office/drawing/2014/main" id="{A6D93483-3309-5D49-B9C6-CD8D6130BD58}"/>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8" name="Freeform 251">
                  <a:extLst>
                    <a:ext uri="{FF2B5EF4-FFF2-40B4-BE49-F238E27FC236}">
                      <a16:creationId xmlns:a16="http://schemas.microsoft.com/office/drawing/2014/main" id="{A14F892B-91DB-744A-9331-31064F2E6B4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9" name="Freeform 252">
                  <a:extLst>
                    <a:ext uri="{FF2B5EF4-FFF2-40B4-BE49-F238E27FC236}">
                      <a16:creationId xmlns:a16="http://schemas.microsoft.com/office/drawing/2014/main" id="{E98FFDE4-C267-4A40-81ED-70BDFA36CB9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0" name="Freeform 253">
                  <a:extLst>
                    <a:ext uri="{FF2B5EF4-FFF2-40B4-BE49-F238E27FC236}">
                      <a16:creationId xmlns:a16="http://schemas.microsoft.com/office/drawing/2014/main" id="{81D48B3F-A331-2941-A2DF-438D34EF91F5}"/>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1" name="Freeform 254">
                  <a:extLst>
                    <a:ext uri="{FF2B5EF4-FFF2-40B4-BE49-F238E27FC236}">
                      <a16:creationId xmlns:a16="http://schemas.microsoft.com/office/drawing/2014/main" id="{E461D769-EBF3-9547-8D2C-9810E57B3178}"/>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2" name="Freeform 255">
                  <a:extLst>
                    <a:ext uri="{FF2B5EF4-FFF2-40B4-BE49-F238E27FC236}">
                      <a16:creationId xmlns:a16="http://schemas.microsoft.com/office/drawing/2014/main" id="{8958D994-426E-A546-96E4-0FB9AF065110}"/>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3" name="Freeform 256">
                  <a:extLst>
                    <a:ext uri="{FF2B5EF4-FFF2-40B4-BE49-F238E27FC236}">
                      <a16:creationId xmlns:a16="http://schemas.microsoft.com/office/drawing/2014/main" id="{5B11FFE9-398B-4145-9CC5-E8905323C891}"/>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57" name="Group 257">
                <a:extLst>
                  <a:ext uri="{FF2B5EF4-FFF2-40B4-BE49-F238E27FC236}">
                    <a16:creationId xmlns:a16="http://schemas.microsoft.com/office/drawing/2014/main" id="{5ECE5CAA-2A3C-D948-A180-AC9FC30B196A}"/>
                  </a:ext>
                </a:extLst>
              </p:cNvPr>
              <p:cNvGrpSpPr>
                <a:grpSpLocks/>
              </p:cNvGrpSpPr>
              <p:nvPr/>
            </p:nvGrpSpPr>
            <p:grpSpPr bwMode="auto">
              <a:xfrm>
                <a:off x="1373" y="2590"/>
                <a:ext cx="302" cy="114"/>
                <a:chOff x="1373" y="2590"/>
                <a:chExt cx="302" cy="114"/>
              </a:xfrm>
            </p:grpSpPr>
            <p:sp>
              <p:nvSpPr>
                <p:cNvPr id="115958" name="Freeform 258">
                  <a:extLst>
                    <a:ext uri="{FF2B5EF4-FFF2-40B4-BE49-F238E27FC236}">
                      <a16:creationId xmlns:a16="http://schemas.microsoft.com/office/drawing/2014/main" id="{FD2C17F7-09DC-DF4D-8060-64DCCF565213}"/>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59" name="Freeform 259">
                  <a:extLst>
                    <a:ext uri="{FF2B5EF4-FFF2-40B4-BE49-F238E27FC236}">
                      <a16:creationId xmlns:a16="http://schemas.microsoft.com/office/drawing/2014/main" id="{B2C69E37-2357-C845-8907-83B45C2A8D2D}"/>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0" name="Freeform 260">
                  <a:extLst>
                    <a:ext uri="{FF2B5EF4-FFF2-40B4-BE49-F238E27FC236}">
                      <a16:creationId xmlns:a16="http://schemas.microsoft.com/office/drawing/2014/main" id="{B3A4FA47-C72D-9146-8072-426568FAA26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1" name="Freeform 261">
                  <a:extLst>
                    <a:ext uri="{FF2B5EF4-FFF2-40B4-BE49-F238E27FC236}">
                      <a16:creationId xmlns:a16="http://schemas.microsoft.com/office/drawing/2014/main" id="{E6525E1F-136E-7446-AEAA-7BA0D80B214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2" name="Freeform 262">
                  <a:extLst>
                    <a:ext uri="{FF2B5EF4-FFF2-40B4-BE49-F238E27FC236}">
                      <a16:creationId xmlns:a16="http://schemas.microsoft.com/office/drawing/2014/main" id="{A7F2AA5A-1265-B84E-BAF3-511B7A5D9E5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3" name="Freeform 263">
                  <a:extLst>
                    <a:ext uri="{FF2B5EF4-FFF2-40B4-BE49-F238E27FC236}">
                      <a16:creationId xmlns:a16="http://schemas.microsoft.com/office/drawing/2014/main" id="{99125E70-19A6-A044-B4DD-7FDA6A85649F}"/>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4" name="Freeform 264">
                  <a:extLst>
                    <a:ext uri="{FF2B5EF4-FFF2-40B4-BE49-F238E27FC236}">
                      <a16:creationId xmlns:a16="http://schemas.microsoft.com/office/drawing/2014/main" id="{629E0994-35E1-B74B-A568-046CB679083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5" name="Freeform 265">
                  <a:extLst>
                    <a:ext uri="{FF2B5EF4-FFF2-40B4-BE49-F238E27FC236}">
                      <a16:creationId xmlns:a16="http://schemas.microsoft.com/office/drawing/2014/main" id="{076D8549-9BD2-2A4B-9BCA-5619D3E2A6E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54" name="Line 266">
              <a:extLst>
                <a:ext uri="{FF2B5EF4-FFF2-40B4-BE49-F238E27FC236}">
                  <a16:creationId xmlns:a16="http://schemas.microsoft.com/office/drawing/2014/main" id="{BC3214CB-928C-3542-9510-0CA813DB74A4}"/>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55" name="Line 267">
              <a:extLst>
                <a:ext uri="{FF2B5EF4-FFF2-40B4-BE49-F238E27FC236}">
                  <a16:creationId xmlns:a16="http://schemas.microsoft.com/office/drawing/2014/main" id="{3FA030D0-FE67-EE4E-BD1B-A5651FFDF8B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5773" name="Group 268">
            <a:extLst>
              <a:ext uri="{FF2B5EF4-FFF2-40B4-BE49-F238E27FC236}">
                <a16:creationId xmlns:a16="http://schemas.microsoft.com/office/drawing/2014/main" id="{19761EC4-2AE3-F741-A1AA-1EDDD61409C1}"/>
              </a:ext>
            </a:extLst>
          </p:cNvPr>
          <p:cNvGrpSpPr>
            <a:grpSpLocks/>
          </p:cNvGrpSpPr>
          <p:nvPr/>
        </p:nvGrpSpPr>
        <p:grpSpPr bwMode="auto">
          <a:xfrm>
            <a:off x="4987529" y="3289698"/>
            <a:ext cx="486965" cy="288131"/>
            <a:chOff x="3488" y="2569"/>
            <a:chExt cx="439" cy="262"/>
          </a:xfrm>
        </p:grpSpPr>
        <p:sp>
          <p:nvSpPr>
            <p:cNvPr id="115924" name="Oval 269">
              <a:extLst>
                <a:ext uri="{FF2B5EF4-FFF2-40B4-BE49-F238E27FC236}">
                  <a16:creationId xmlns:a16="http://schemas.microsoft.com/office/drawing/2014/main" id="{361B2605-C1B2-D747-9DF9-E5036336DD9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5" name="Rectangle 270">
              <a:extLst>
                <a:ext uri="{FF2B5EF4-FFF2-40B4-BE49-F238E27FC236}">
                  <a16:creationId xmlns:a16="http://schemas.microsoft.com/office/drawing/2014/main" id="{1D5EEAD3-ACA5-AF4C-9A4E-356E0BC09D7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6" name="Rectangle 271">
              <a:extLst>
                <a:ext uri="{FF2B5EF4-FFF2-40B4-BE49-F238E27FC236}">
                  <a16:creationId xmlns:a16="http://schemas.microsoft.com/office/drawing/2014/main" id="{8C402A3C-5B1D-B346-AEAE-064D32BCAFE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7" name="Oval 272">
              <a:extLst>
                <a:ext uri="{FF2B5EF4-FFF2-40B4-BE49-F238E27FC236}">
                  <a16:creationId xmlns:a16="http://schemas.microsoft.com/office/drawing/2014/main" id="{A9187D42-B09B-FD42-B41B-C1DF519A229D}"/>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28" name="Group 273">
              <a:extLst>
                <a:ext uri="{FF2B5EF4-FFF2-40B4-BE49-F238E27FC236}">
                  <a16:creationId xmlns:a16="http://schemas.microsoft.com/office/drawing/2014/main" id="{265C5E63-3E3B-2742-A65C-25A2928C9DD0}"/>
                </a:ext>
              </a:extLst>
            </p:cNvPr>
            <p:cNvGrpSpPr>
              <a:grpSpLocks/>
            </p:cNvGrpSpPr>
            <p:nvPr/>
          </p:nvGrpSpPr>
          <p:grpSpPr bwMode="auto">
            <a:xfrm>
              <a:off x="3555" y="2587"/>
              <a:ext cx="304" cy="117"/>
              <a:chOff x="3555" y="2587"/>
              <a:chExt cx="304" cy="117"/>
            </a:xfrm>
          </p:grpSpPr>
          <p:grpSp>
            <p:nvGrpSpPr>
              <p:cNvPr id="115931" name="Group 274">
                <a:extLst>
                  <a:ext uri="{FF2B5EF4-FFF2-40B4-BE49-F238E27FC236}">
                    <a16:creationId xmlns:a16="http://schemas.microsoft.com/office/drawing/2014/main" id="{9F619E18-2A22-8945-88B3-496EC1A7BD7F}"/>
                  </a:ext>
                </a:extLst>
              </p:cNvPr>
              <p:cNvGrpSpPr>
                <a:grpSpLocks/>
              </p:cNvGrpSpPr>
              <p:nvPr/>
            </p:nvGrpSpPr>
            <p:grpSpPr bwMode="auto">
              <a:xfrm>
                <a:off x="3555" y="2587"/>
                <a:ext cx="301" cy="115"/>
                <a:chOff x="3555" y="2587"/>
                <a:chExt cx="301" cy="115"/>
              </a:xfrm>
            </p:grpSpPr>
            <p:sp>
              <p:nvSpPr>
                <p:cNvPr id="115941" name="Freeform 275">
                  <a:extLst>
                    <a:ext uri="{FF2B5EF4-FFF2-40B4-BE49-F238E27FC236}">
                      <a16:creationId xmlns:a16="http://schemas.microsoft.com/office/drawing/2014/main" id="{73E7583C-F94D-0949-8B8D-8BCC8BF8BEF0}"/>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2" name="Freeform 276">
                  <a:extLst>
                    <a:ext uri="{FF2B5EF4-FFF2-40B4-BE49-F238E27FC236}">
                      <a16:creationId xmlns:a16="http://schemas.microsoft.com/office/drawing/2014/main" id="{036AE6D1-1503-C143-85E8-81862084944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3" name="Freeform 277">
                  <a:extLst>
                    <a:ext uri="{FF2B5EF4-FFF2-40B4-BE49-F238E27FC236}">
                      <a16:creationId xmlns:a16="http://schemas.microsoft.com/office/drawing/2014/main" id="{2C777D1B-E272-A245-B802-A6D410A79C09}"/>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4" name="Freeform 278">
                  <a:extLst>
                    <a:ext uri="{FF2B5EF4-FFF2-40B4-BE49-F238E27FC236}">
                      <a16:creationId xmlns:a16="http://schemas.microsoft.com/office/drawing/2014/main" id="{C77B7798-CC35-714D-85A8-CF3C866BBE07}"/>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5" name="Freeform 279">
                  <a:extLst>
                    <a:ext uri="{FF2B5EF4-FFF2-40B4-BE49-F238E27FC236}">
                      <a16:creationId xmlns:a16="http://schemas.microsoft.com/office/drawing/2014/main" id="{DFA1FD8F-A6AB-544E-87B7-0E08D95D162C}"/>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6" name="Freeform 280">
                  <a:extLst>
                    <a:ext uri="{FF2B5EF4-FFF2-40B4-BE49-F238E27FC236}">
                      <a16:creationId xmlns:a16="http://schemas.microsoft.com/office/drawing/2014/main" id="{6F9C0B6F-7F44-534B-B028-07F3A7432EB8}"/>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7" name="Freeform 281">
                  <a:extLst>
                    <a:ext uri="{FF2B5EF4-FFF2-40B4-BE49-F238E27FC236}">
                      <a16:creationId xmlns:a16="http://schemas.microsoft.com/office/drawing/2014/main" id="{DA6EABB4-CC57-7541-B2BE-077A4FEAA74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8" name="Freeform 282">
                  <a:extLst>
                    <a:ext uri="{FF2B5EF4-FFF2-40B4-BE49-F238E27FC236}">
                      <a16:creationId xmlns:a16="http://schemas.microsoft.com/office/drawing/2014/main" id="{86DDB392-31DA-3E42-8429-6516F3FB4347}"/>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32" name="Group 283">
                <a:extLst>
                  <a:ext uri="{FF2B5EF4-FFF2-40B4-BE49-F238E27FC236}">
                    <a16:creationId xmlns:a16="http://schemas.microsoft.com/office/drawing/2014/main" id="{4E4ADB89-C7B0-A247-8F92-8E43D179D338}"/>
                  </a:ext>
                </a:extLst>
              </p:cNvPr>
              <p:cNvGrpSpPr>
                <a:grpSpLocks/>
              </p:cNvGrpSpPr>
              <p:nvPr/>
            </p:nvGrpSpPr>
            <p:grpSpPr bwMode="auto">
              <a:xfrm>
                <a:off x="3557" y="2590"/>
                <a:ext cx="302" cy="114"/>
                <a:chOff x="3557" y="2590"/>
                <a:chExt cx="302" cy="114"/>
              </a:xfrm>
            </p:grpSpPr>
            <p:sp>
              <p:nvSpPr>
                <p:cNvPr id="115933" name="Freeform 284">
                  <a:extLst>
                    <a:ext uri="{FF2B5EF4-FFF2-40B4-BE49-F238E27FC236}">
                      <a16:creationId xmlns:a16="http://schemas.microsoft.com/office/drawing/2014/main" id="{CC0BE2CF-346F-2340-A5CF-B5959829B6A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4" name="Freeform 285">
                  <a:extLst>
                    <a:ext uri="{FF2B5EF4-FFF2-40B4-BE49-F238E27FC236}">
                      <a16:creationId xmlns:a16="http://schemas.microsoft.com/office/drawing/2014/main" id="{A420DD22-772F-2641-B5AD-D3A4DE011442}"/>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5" name="Freeform 286">
                  <a:extLst>
                    <a:ext uri="{FF2B5EF4-FFF2-40B4-BE49-F238E27FC236}">
                      <a16:creationId xmlns:a16="http://schemas.microsoft.com/office/drawing/2014/main" id="{F5C10A75-3770-0748-81FD-E2D679D3C9B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6" name="Freeform 287">
                  <a:extLst>
                    <a:ext uri="{FF2B5EF4-FFF2-40B4-BE49-F238E27FC236}">
                      <a16:creationId xmlns:a16="http://schemas.microsoft.com/office/drawing/2014/main" id="{687BFFAC-73DB-A248-9146-BC9073C641C4}"/>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7" name="Freeform 288">
                  <a:extLst>
                    <a:ext uri="{FF2B5EF4-FFF2-40B4-BE49-F238E27FC236}">
                      <a16:creationId xmlns:a16="http://schemas.microsoft.com/office/drawing/2014/main" id="{99CE670B-A70F-7543-B2C4-D064402D5800}"/>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8" name="Freeform 289">
                  <a:extLst>
                    <a:ext uri="{FF2B5EF4-FFF2-40B4-BE49-F238E27FC236}">
                      <a16:creationId xmlns:a16="http://schemas.microsoft.com/office/drawing/2014/main" id="{56A9AFC0-2F32-894A-B303-5B86C767678F}"/>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9" name="Freeform 290">
                  <a:extLst>
                    <a:ext uri="{FF2B5EF4-FFF2-40B4-BE49-F238E27FC236}">
                      <a16:creationId xmlns:a16="http://schemas.microsoft.com/office/drawing/2014/main" id="{5F39457D-BD54-4846-973B-DA15EA48BC6D}"/>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0" name="Freeform 291">
                  <a:extLst>
                    <a:ext uri="{FF2B5EF4-FFF2-40B4-BE49-F238E27FC236}">
                      <a16:creationId xmlns:a16="http://schemas.microsoft.com/office/drawing/2014/main" id="{64715D25-E72D-F344-9795-A31C6F5F823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29" name="Line 292">
              <a:extLst>
                <a:ext uri="{FF2B5EF4-FFF2-40B4-BE49-F238E27FC236}">
                  <a16:creationId xmlns:a16="http://schemas.microsoft.com/office/drawing/2014/main" id="{E6BFAE9B-0B85-3A42-ABAE-8789CBAB5759}"/>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30" name="Line 293">
              <a:extLst>
                <a:ext uri="{FF2B5EF4-FFF2-40B4-BE49-F238E27FC236}">
                  <a16:creationId xmlns:a16="http://schemas.microsoft.com/office/drawing/2014/main" id="{3D1F4215-73E6-AD4B-8B45-DDE448E5FDCB}"/>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74" name="Oval 294">
            <a:extLst>
              <a:ext uri="{FF2B5EF4-FFF2-40B4-BE49-F238E27FC236}">
                <a16:creationId xmlns:a16="http://schemas.microsoft.com/office/drawing/2014/main" id="{18B8268F-E826-A340-9CB5-464131E47B3A}"/>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5" name="Oval 295">
            <a:extLst>
              <a:ext uri="{FF2B5EF4-FFF2-40B4-BE49-F238E27FC236}">
                <a16:creationId xmlns:a16="http://schemas.microsoft.com/office/drawing/2014/main" id="{5876E0E2-65AA-6942-AAB5-9A4115F3D9EA}"/>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6" name="Oval 296">
            <a:extLst>
              <a:ext uri="{FF2B5EF4-FFF2-40B4-BE49-F238E27FC236}">
                <a16:creationId xmlns:a16="http://schemas.microsoft.com/office/drawing/2014/main" id="{6D789F8A-D68C-DE4E-ADC1-9A19AF80428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7" name="Oval 297">
            <a:extLst>
              <a:ext uri="{FF2B5EF4-FFF2-40B4-BE49-F238E27FC236}">
                <a16:creationId xmlns:a16="http://schemas.microsoft.com/office/drawing/2014/main" id="{194BCBBB-D821-4945-A91B-2BF51C78703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8" name="Oval 298">
            <a:extLst>
              <a:ext uri="{FF2B5EF4-FFF2-40B4-BE49-F238E27FC236}">
                <a16:creationId xmlns:a16="http://schemas.microsoft.com/office/drawing/2014/main" id="{820A67A8-C238-9246-BFAD-1DFEFBCCF8D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9" name="Oval 299">
            <a:extLst>
              <a:ext uri="{FF2B5EF4-FFF2-40B4-BE49-F238E27FC236}">
                <a16:creationId xmlns:a16="http://schemas.microsoft.com/office/drawing/2014/main" id="{0E951FD2-EC18-D345-9CA6-8199A06DD665}"/>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0" name="Rectangle 300">
            <a:extLst>
              <a:ext uri="{FF2B5EF4-FFF2-40B4-BE49-F238E27FC236}">
                <a16:creationId xmlns:a16="http://schemas.microsoft.com/office/drawing/2014/main" id="{0FFEC79C-33DE-F94E-88FE-C25CC3D1BD64}"/>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1" name="Rectangle 301">
            <a:extLst>
              <a:ext uri="{FF2B5EF4-FFF2-40B4-BE49-F238E27FC236}">
                <a16:creationId xmlns:a16="http://schemas.microsoft.com/office/drawing/2014/main" id="{E10BBFBA-C133-264C-9C72-CC500EC36C9B}"/>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5782" name="Rectangle 302">
            <a:extLst>
              <a:ext uri="{FF2B5EF4-FFF2-40B4-BE49-F238E27FC236}">
                <a16:creationId xmlns:a16="http://schemas.microsoft.com/office/drawing/2014/main" id="{1A2EFD88-8916-BC44-B9A6-D305A603426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3" name="Rectangle 303">
            <a:extLst>
              <a:ext uri="{FF2B5EF4-FFF2-40B4-BE49-F238E27FC236}">
                <a16:creationId xmlns:a16="http://schemas.microsoft.com/office/drawing/2014/main" id="{C62CB115-F53B-4E42-AF35-337D8FE83949}"/>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5784" name="Rectangle 304">
            <a:extLst>
              <a:ext uri="{FF2B5EF4-FFF2-40B4-BE49-F238E27FC236}">
                <a16:creationId xmlns:a16="http://schemas.microsoft.com/office/drawing/2014/main" id="{1587D89D-FF8E-1841-B37F-21630632DC08}"/>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5" name="Rectangle 305">
            <a:extLst>
              <a:ext uri="{FF2B5EF4-FFF2-40B4-BE49-F238E27FC236}">
                <a16:creationId xmlns:a16="http://schemas.microsoft.com/office/drawing/2014/main" id="{D75F2F0F-59FB-2742-933F-2801E4F27DB0}"/>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5786" name="Rectangle 306">
            <a:extLst>
              <a:ext uri="{FF2B5EF4-FFF2-40B4-BE49-F238E27FC236}">
                <a16:creationId xmlns:a16="http://schemas.microsoft.com/office/drawing/2014/main" id="{C0EF328A-1C14-0F41-A2C5-98906A78D3A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7" name="Rectangle 307">
            <a:extLst>
              <a:ext uri="{FF2B5EF4-FFF2-40B4-BE49-F238E27FC236}">
                <a16:creationId xmlns:a16="http://schemas.microsoft.com/office/drawing/2014/main" id="{3C1E1FF9-0FC6-B34F-931D-F087BE8D2C4E}"/>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5788" name="Rectangle 308">
            <a:extLst>
              <a:ext uri="{FF2B5EF4-FFF2-40B4-BE49-F238E27FC236}">
                <a16:creationId xmlns:a16="http://schemas.microsoft.com/office/drawing/2014/main" id="{1AF4ABB5-955B-794C-86F5-7B94773947BE}"/>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9" name="Rectangle 309">
            <a:extLst>
              <a:ext uri="{FF2B5EF4-FFF2-40B4-BE49-F238E27FC236}">
                <a16:creationId xmlns:a16="http://schemas.microsoft.com/office/drawing/2014/main" id="{6CE3A5C3-BAFF-3947-AEAC-08139512349F}"/>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5790" name="Rectangle 310">
            <a:extLst>
              <a:ext uri="{FF2B5EF4-FFF2-40B4-BE49-F238E27FC236}">
                <a16:creationId xmlns:a16="http://schemas.microsoft.com/office/drawing/2014/main" id="{7EB44D6C-4706-8044-A3CB-E8C7FB98435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1" name="Rectangle 311">
            <a:extLst>
              <a:ext uri="{FF2B5EF4-FFF2-40B4-BE49-F238E27FC236}">
                <a16:creationId xmlns:a16="http://schemas.microsoft.com/office/drawing/2014/main" id="{C78725A4-1D7B-7346-A43E-4597CDD8C93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5792" name="Rectangle 312">
            <a:extLst>
              <a:ext uri="{FF2B5EF4-FFF2-40B4-BE49-F238E27FC236}">
                <a16:creationId xmlns:a16="http://schemas.microsoft.com/office/drawing/2014/main" id="{181B45D7-1C5F-E445-90F7-84A41A82BE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3" name="Rectangle 313">
            <a:extLst>
              <a:ext uri="{FF2B5EF4-FFF2-40B4-BE49-F238E27FC236}">
                <a16:creationId xmlns:a16="http://schemas.microsoft.com/office/drawing/2014/main" id="{C466F752-5CA5-6F4A-990A-90161274C026}"/>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5794" name="Rectangle 314">
            <a:extLst>
              <a:ext uri="{FF2B5EF4-FFF2-40B4-BE49-F238E27FC236}">
                <a16:creationId xmlns:a16="http://schemas.microsoft.com/office/drawing/2014/main" id="{6CA0706F-909C-4445-B81D-BC5A78CA9BE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5" name="Rectangle 315">
            <a:extLst>
              <a:ext uri="{FF2B5EF4-FFF2-40B4-BE49-F238E27FC236}">
                <a16:creationId xmlns:a16="http://schemas.microsoft.com/office/drawing/2014/main" id="{5D2FD096-776A-4A40-A35A-F570EEA4C74E}"/>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5796" name="Rectangle 316">
            <a:extLst>
              <a:ext uri="{FF2B5EF4-FFF2-40B4-BE49-F238E27FC236}">
                <a16:creationId xmlns:a16="http://schemas.microsoft.com/office/drawing/2014/main" id="{A1CDDBBE-9ECF-EB49-BDCD-A61B7B38410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7" name="Rectangle 317">
            <a:extLst>
              <a:ext uri="{FF2B5EF4-FFF2-40B4-BE49-F238E27FC236}">
                <a16:creationId xmlns:a16="http://schemas.microsoft.com/office/drawing/2014/main" id="{1AFEBD69-49F6-7245-BE7E-3137E8604DD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5798" name="Oval 318">
            <a:extLst>
              <a:ext uri="{FF2B5EF4-FFF2-40B4-BE49-F238E27FC236}">
                <a16:creationId xmlns:a16="http://schemas.microsoft.com/office/drawing/2014/main" id="{6F3E0166-CACD-904F-BF9A-45573B0794A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9" name="Oval 319">
            <a:extLst>
              <a:ext uri="{FF2B5EF4-FFF2-40B4-BE49-F238E27FC236}">
                <a16:creationId xmlns:a16="http://schemas.microsoft.com/office/drawing/2014/main" id="{06398D6C-AE5A-B740-955F-2772858B75E3}"/>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0" name="Oval 320">
            <a:extLst>
              <a:ext uri="{FF2B5EF4-FFF2-40B4-BE49-F238E27FC236}">
                <a16:creationId xmlns:a16="http://schemas.microsoft.com/office/drawing/2014/main" id="{5AF158D6-5896-C442-BE56-F462AF4456B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1" name="Rectangle 321">
            <a:extLst>
              <a:ext uri="{FF2B5EF4-FFF2-40B4-BE49-F238E27FC236}">
                <a16:creationId xmlns:a16="http://schemas.microsoft.com/office/drawing/2014/main" id="{C7423C67-62FD-0F4F-9FA9-432FD7C15B99}"/>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2" name="Rectangle 322">
            <a:extLst>
              <a:ext uri="{FF2B5EF4-FFF2-40B4-BE49-F238E27FC236}">
                <a16:creationId xmlns:a16="http://schemas.microsoft.com/office/drawing/2014/main" id="{F95DE787-61D5-764A-8C82-F19681B6C5D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3" name="Rectangle 323">
            <a:extLst>
              <a:ext uri="{FF2B5EF4-FFF2-40B4-BE49-F238E27FC236}">
                <a16:creationId xmlns:a16="http://schemas.microsoft.com/office/drawing/2014/main" id="{C6173816-995C-E74B-B644-315B621FDBED}"/>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4" name="Rectangle 324">
            <a:extLst>
              <a:ext uri="{FF2B5EF4-FFF2-40B4-BE49-F238E27FC236}">
                <a16:creationId xmlns:a16="http://schemas.microsoft.com/office/drawing/2014/main" id="{04A1A12E-378F-694C-B0CB-839A7BB0547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05" name="Rectangle 325">
            <a:extLst>
              <a:ext uri="{FF2B5EF4-FFF2-40B4-BE49-F238E27FC236}">
                <a16:creationId xmlns:a16="http://schemas.microsoft.com/office/drawing/2014/main" id="{9BDF8272-A1F8-8A40-9EB0-FEC94A9AF15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6" name="Rectangle 326">
            <a:extLst>
              <a:ext uri="{FF2B5EF4-FFF2-40B4-BE49-F238E27FC236}">
                <a16:creationId xmlns:a16="http://schemas.microsoft.com/office/drawing/2014/main" id="{2D56677A-23BA-F046-A5CE-CB1BD921A725}"/>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5807" name="Rectangle 327">
            <a:extLst>
              <a:ext uri="{FF2B5EF4-FFF2-40B4-BE49-F238E27FC236}">
                <a16:creationId xmlns:a16="http://schemas.microsoft.com/office/drawing/2014/main" id="{46268823-A880-1049-9920-F593CA7DA6D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8" name="Rectangle 328">
            <a:extLst>
              <a:ext uri="{FF2B5EF4-FFF2-40B4-BE49-F238E27FC236}">
                <a16:creationId xmlns:a16="http://schemas.microsoft.com/office/drawing/2014/main" id="{30AFD01B-3F53-004C-8D61-255AB11D46B0}"/>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9" name="Rectangle 329">
            <a:extLst>
              <a:ext uri="{FF2B5EF4-FFF2-40B4-BE49-F238E27FC236}">
                <a16:creationId xmlns:a16="http://schemas.microsoft.com/office/drawing/2014/main" id="{D55F6F03-B2A3-FE46-BDBB-32A2F4E7463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0" name="Rectangle 330">
            <a:extLst>
              <a:ext uri="{FF2B5EF4-FFF2-40B4-BE49-F238E27FC236}">
                <a16:creationId xmlns:a16="http://schemas.microsoft.com/office/drawing/2014/main" id="{7CB461CF-978D-3948-BB2C-0D0B544234A9}"/>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1" name="Rectangle 331">
            <a:extLst>
              <a:ext uri="{FF2B5EF4-FFF2-40B4-BE49-F238E27FC236}">
                <a16:creationId xmlns:a16="http://schemas.microsoft.com/office/drawing/2014/main" id="{D7EA731F-A811-CB47-B12F-72DFAAB5DE7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12" name="Rectangle 332">
            <a:extLst>
              <a:ext uri="{FF2B5EF4-FFF2-40B4-BE49-F238E27FC236}">
                <a16:creationId xmlns:a16="http://schemas.microsoft.com/office/drawing/2014/main" id="{2F893D97-BA0A-A84C-82EF-149C452723E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3" name="Rectangle 333">
            <a:extLst>
              <a:ext uri="{FF2B5EF4-FFF2-40B4-BE49-F238E27FC236}">
                <a16:creationId xmlns:a16="http://schemas.microsoft.com/office/drawing/2014/main" id="{26D381A6-039C-BC43-BBC5-DA0E84308E3F}"/>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14" name="Rectangle 334">
            <a:extLst>
              <a:ext uri="{FF2B5EF4-FFF2-40B4-BE49-F238E27FC236}">
                <a16:creationId xmlns:a16="http://schemas.microsoft.com/office/drawing/2014/main" id="{8670DBF1-71B7-3A41-80C6-B3296EA0518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5815" name="Rectangle 335">
            <a:extLst>
              <a:ext uri="{FF2B5EF4-FFF2-40B4-BE49-F238E27FC236}">
                <a16:creationId xmlns:a16="http://schemas.microsoft.com/office/drawing/2014/main" id="{85D55D55-746C-1D42-8EAC-B4C53BEFB711}"/>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6" name="Rectangle 336">
            <a:extLst>
              <a:ext uri="{FF2B5EF4-FFF2-40B4-BE49-F238E27FC236}">
                <a16:creationId xmlns:a16="http://schemas.microsoft.com/office/drawing/2014/main" id="{8625A0A3-F297-424E-B258-8BDBAC404C4C}"/>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5817" name="Rectangle 337">
            <a:extLst>
              <a:ext uri="{FF2B5EF4-FFF2-40B4-BE49-F238E27FC236}">
                <a16:creationId xmlns:a16="http://schemas.microsoft.com/office/drawing/2014/main" id="{EF09B674-FB86-8E4C-969A-B3A14A6D38B8}"/>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8" name="Rectangle 338">
            <a:extLst>
              <a:ext uri="{FF2B5EF4-FFF2-40B4-BE49-F238E27FC236}">
                <a16:creationId xmlns:a16="http://schemas.microsoft.com/office/drawing/2014/main" id="{F4051707-CAA8-E34A-A5AC-5242DF7250F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5819" name="Line 339">
            <a:extLst>
              <a:ext uri="{FF2B5EF4-FFF2-40B4-BE49-F238E27FC236}">
                <a16:creationId xmlns:a16="http://schemas.microsoft.com/office/drawing/2014/main" id="{1CADC2FE-3DF6-5040-BB72-1BB891AF77C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0" name="Rectangle 340">
            <a:extLst>
              <a:ext uri="{FF2B5EF4-FFF2-40B4-BE49-F238E27FC236}">
                <a16:creationId xmlns:a16="http://schemas.microsoft.com/office/drawing/2014/main" id="{BD0C886F-278F-7947-8D7C-070957547637}"/>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5821" name="Picture 341">
            <a:extLst>
              <a:ext uri="{FF2B5EF4-FFF2-40B4-BE49-F238E27FC236}">
                <a16:creationId xmlns:a16="http://schemas.microsoft.com/office/drawing/2014/main" id="{21F1B507-7657-AD4C-88D2-B60397BA33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822" name="Line 342">
            <a:extLst>
              <a:ext uri="{FF2B5EF4-FFF2-40B4-BE49-F238E27FC236}">
                <a16:creationId xmlns:a16="http://schemas.microsoft.com/office/drawing/2014/main" id="{B84ED0C8-3E1E-9D4E-B377-5967F096CA9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3" name="Line 343">
            <a:extLst>
              <a:ext uri="{FF2B5EF4-FFF2-40B4-BE49-F238E27FC236}">
                <a16:creationId xmlns:a16="http://schemas.microsoft.com/office/drawing/2014/main" id="{8FD058AB-7BB2-5843-B146-8E72973B4BC5}"/>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4" name="Line 344">
            <a:extLst>
              <a:ext uri="{FF2B5EF4-FFF2-40B4-BE49-F238E27FC236}">
                <a16:creationId xmlns:a16="http://schemas.microsoft.com/office/drawing/2014/main" id="{3542AF21-DBDA-9D4E-AE87-0324943C0A33}"/>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5" name="Oval 345">
            <a:extLst>
              <a:ext uri="{FF2B5EF4-FFF2-40B4-BE49-F238E27FC236}">
                <a16:creationId xmlns:a16="http://schemas.microsoft.com/office/drawing/2014/main" id="{1208BB14-AAA7-8142-938E-C5C3181C810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26" name="Rectangle 346">
            <a:extLst>
              <a:ext uri="{FF2B5EF4-FFF2-40B4-BE49-F238E27FC236}">
                <a16:creationId xmlns:a16="http://schemas.microsoft.com/office/drawing/2014/main" id="{A2887F2B-AEC7-6B4A-8F4C-CB76E892A64D}"/>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27" name="Rectangle 347">
            <a:extLst>
              <a:ext uri="{FF2B5EF4-FFF2-40B4-BE49-F238E27FC236}">
                <a16:creationId xmlns:a16="http://schemas.microsoft.com/office/drawing/2014/main" id="{4C455880-968F-204F-860B-DB3CDF5F5D5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828" name="Line 348">
            <a:extLst>
              <a:ext uri="{FF2B5EF4-FFF2-40B4-BE49-F238E27FC236}">
                <a16:creationId xmlns:a16="http://schemas.microsoft.com/office/drawing/2014/main" id="{9C54777C-5006-5B42-9E77-6D1D7B99AD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9" name="Rectangle 349">
            <a:extLst>
              <a:ext uri="{FF2B5EF4-FFF2-40B4-BE49-F238E27FC236}">
                <a16:creationId xmlns:a16="http://schemas.microsoft.com/office/drawing/2014/main" id="{D96019C2-4FE9-964C-89E0-62F018E662EE}"/>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5830" name="Line 350">
            <a:extLst>
              <a:ext uri="{FF2B5EF4-FFF2-40B4-BE49-F238E27FC236}">
                <a16:creationId xmlns:a16="http://schemas.microsoft.com/office/drawing/2014/main" id="{AD21A881-3E40-8D47-8C3F-FC8C225A86B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5831" name="Line 351">
            <a:extLst>
              <a:ext uri="{FF2B5EF4-FFF2-40B4-BE49-F238E27FC236}">
                <a16:creationId xmlns:a16="http://schemas.microsoft.com/office/drawing/2014/main" id="{6087F505-8CE4-D14D-9AF9-CACC4D45018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2" name="Oval 352">
            <a:extLst>
              <a:ext uri="{FF2B5EF4-FFF2-40B4-BE49-F238E27FC236}">
                <a16:creationId xmlns:a16="http://schemas.microsoft.com/office/drawing/2014/main" id="{94D2E350-2F24-9145-99E0-9CDC527EAA3F}"/>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3" name="Group 353">
            <a:extLst>
              <a:ext uri="{FF2B5EF4-FFF2-40B4-BE49-F238E27FC236}">
                <a16:creationId xmlns:a16="http://schemas.microsoft.com/office/drawing/2014/main" id="{F7CE2C81-EB53-284B-A840-08F1276CCF9A}"/>
              </a:ext>
            </a:extLst>
          </p:cNvPr>
          <p:cNvGrpSpPr>
            <a:grpSpLocks/>
          </p:cNvGrpSpPr>
          <p:nvPr/>
        </p:nvGrpSpPr>
        <p:grpSpPr bwMode="auto">
          <a:xfrm>
            <a:off x="3471863" y="673894"/>
            <a:ext cx="379810" cy="385763"/>
            <a:chOff x="1813" y="593"/>
            <a:chExt cx="343" cy="352"/>
          </a:xfrm>
        </p:grpSpPr>
        <p:grpSp>
          <p:nvGrpSpPr>
            <p:cNvPr id="115898" name="Group 354">
              <a:extLst>
                <a:ext uri="{FF2B5EF4-FFF2-40B4-BE49-F238E27FC236}">
                  <a16:creationId xmlns:a16="http://schemas.microsoft.com/office/drawing/2014/main" id="{50BA4DB6-5153-1C40-91C9-DE324AD41F4A}"/>
                </a:ext>
              </a:extLst>
            </p:cNvPr>
            <p:cNvGrpSpPr>
              <a:grpSpLocks/>
            </p:cNvGrpSpPr>
            <p:nvPr/>
          </p:nvGrpSpPr>
          <p:grpSpPr bwMode="auto">
            <a:xfrm>
              <a:off x="1821" y="599"/>
              <a:ext cx="335" cy="346"/>
              <a:chOff x="1821" y="599"/>
              <a:chExt cx="335" cy="346"/>
            </a:xfrm>
          </p:grpSpPr>
          <p:sp>
            <p:nvSpPr>
              <p:cNvPr id="115912" name="Freeform 355">
                <a:extLst>
                  <a:ext uri="{FF2B5EF4-FFF2-40B4-BE49-F238E27FC236}">
                    <a16:creationId xmlns:a16="http://schemas.microsoft.com/office/drawing/2014/main" id="{EA9BE0CB-40D1-B848-B86F-DC5BC56BD8E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3" name="Freeform 356">
                <a:extLst>
                  <a:ext uri="{FF2B5EF4-FFF2-40B4-BE49-F238E27FC236}">
                    <a16:creationId xmlns:a16="http://schemas.microsoft.com/office/drawing/2014/main" id="{7DA439CD-541D-A043-8661-B756AF50E117}"/>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4" name="Freeform 357">
                <a:extLst>
                  <a:ext uri="{FF2B5EF4-FFF2-40B4-BE49-F238E27FC236}">
                    <a16:creationId xmlns:a16="http://schemas.microsoft.com/office/drawing/2014/main" id="{A322B71A-3DB7-AC44-940C-79419CF99F79}"/>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5" name="Freeform 358">
                <a:extLst>
                  <a:ext uri="{FF2B5EF4-FFF2-40B4-BE49-F238E27FC236}">
                    <a16:creationId xmlns:a16="http://schemas.microsoft.com/office/drawing/2014/main" id="{E0F242FE-9A32-604C-BE46-92CC4A5CA16C}"/>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6" name="Rectangle 359">
                <a:extLst>
                  <a:ext uri="{FF2B5EF4-FFF2-40B4-BE49-F238E27FC236}">
                    <a16:creationId xmlns:a16="http://schemas.microsoft.com/office/drawing/2014/main" id="{3FF89CC6-AD0C-D848-9A43-4EFEE5514748}"/>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7" name="Rectangle 360">
                <a:extLst>
                  <a:ext uri="{FF2B5EF4-FFF2-40B4-BE49-F238E27FC236}">
                    <a16:creationId xmlns:a16="http://schemas.microsoft.com/office/drawing/2014/main" id="{4713331B-F90E-2C41-A4CE-82CC6A23BB4B}"/>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8" name="Rectangle 361">
                <a:extLst>
                  <a:ext uri="{FF2B5EF4-FFF2-40B4-BE49-F238E27FC236}">
                    <a16:creationId xmlns:a16="http://schemas.microsoft.com/office/drawing/2014/main" id="{82F32C6D-9618-6C48-9708-A2BB2BBDA54F}"/>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9" name="Line 362">
                <a:extLst>
                  <a:ext uri="{FF2B5EF4-FFF2-40B4-BE49-F238E27FC236}">
                    <a16:creationId xmlns:a16="http://schemas.microsoft.com/office/drawing/2014/main" id="{43D0C659-15F0-5641-B8FD-491FD91D21B8}"/>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20" name="Group 363">
                <a:extLst>
                  <a:ext uri="{FF2B5EF4-FFF2-40B4-BE49-F238E27FC236}">
                    <a16:creationId xmlns:a16="http://schemas.microsoft.com/office/drawing/2014/main" id="{F9E9CC3C-0174-E540-9199-F997B179797F}"/>
                  </a:ext>
                </a:extLst>
              </p:cNvPr>
              <p:cNvGrpSpPr>
                <a:grpSpLocks/>
              </p:cNvGrpSpPr>
              <p:nvPr/>
            </p:nvGrpSpPr>
            <p:grpSpPr bwMode="auto">
              <a:xfrm>
                <a:off x="1821" y="895"/>
                <a:ext cx="335" cy="50"/>
                <a:chOff x="1821" y="895"/>
                <a:chExt cx="335" cy="50"/>
              </a:xfrm>
            </p:grpSpPr>
            <p:sp>
              <p:nvSpPr>
                <p:cNvPr id="115921" name="Freeform 364">
                  <a:extLst>
                    <a:ext uri="{FF2B5EF4-FFF2-40B4-BE49-F238E27FC236}">
                      <a16:creationId xmlns:a16="http://schemas.microsoft.com/office/drawing/2014/main" id="{17C7439B-1F51-DE44-AEEA-EADC68641C32}"/>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2" name="Freeform 365">
                  <a:extLst>
                    <a:ext uri="{FF2B5EF4-FFF2-40B4-BE49-F238E27FC236}">
                      <a16:creationId xmlns:a16="http://schemas.microsoft.com/office/drawing/2014/main" id="{24C8A941-7D34-7943-9FE9-6E627344C3BB}"/>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3" name="Rectangle 366">
                  <a:extLst>
                    <a:ext uri="{FF2B5EF4-FFF2-40B4-BE49-F238E27FC236}">
                      <a16:creationId xmlns:a16="http://schemas.microsoft.com/office/drawing/2014/main" id="{1628526E-EB46-3543-880E-2202746177A8}"/>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99" name="Group 367">
              <a:extLst>
                <a:ext uri="{FF2B5EF4-FFF2-40B4-BE49-F238E27FC236}">
                  <a16:creationId xmlns:a16="http://schemas.microsoft.com/office/drawing/2014/main" id="{4AF180C3-BDC3-D74D-A8F5-DA960448633F}"/>
                </a:ext>
              </a:extLst>
            </p:cNvPr>
            <p:cNvGrpSpPr>
              <a:grpSpLocks/>
            </p:cNvGrpSpPr>
            <p:nvPr/>
          </p:nvGrpSpPr>
          <p:grpSpPr bwMode="auto">
            <a:xfrm>
              <a:off x="1813" y="593"/>
              <a:ext cx="335" cy="346"/>
              <a:chOff x="1813" y="593"/>
              <a:chExt cx="335" cy="346"/>
            </a:xfrm>
          </p:grpSpPr>
          <p:sp>
            <p:nvSpPr>
              <p:cNvPr id="115900" name="Freeform 368">
                <a:extLst>
                  <a:ext uri="{FF2B5EF4-FFF2-40B4-BE49-F238E27FC236}">
                    <a16:creationId xmlns:a16="http://schemas.microsoft.com/office/drawing/2014/main" id="{94CA23CD-0920-5A41-9103-C6E8B8B05FD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1" name="Freeform 369">
                <a:extLst>
                  <a:ext uri="{FF2B5EF4-FFF2-40B4-BE49-F238E27FC236}">
                    <a16:creationId xmlns:a16="http://schemas.microsoft.com/office/drawing/2014/main" id="{FF6617C7-857A-3C4D-B294-A198187AAF3C}"/>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2" name="Freeform 370">
                <a:extLst>
                  <a:ext uri="{FF2B5EF4-FFF2-40B4-BE49-F238E27FC236}">
                    <a16:creationId xmlns:a16="http://schemas.microsoft.com/office/drawing/2014/main" id="{A3E344BB-6A38-B84F-B0C6-A78C1130CA9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3" name="Freeform 371">
                <a:extLst>
                  <a:ext uri="{FF2B5EF4-FFF2-40B4-BE49-F238E27FC236}">
                    <a16:creationId xmlns:a16="http://schemas.microsoft.com/office/drawing/2014/main" id="{2FED32B8-A006-F34C-930B-8FAB6BA769C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4" name="Rectangle 372">
                <a:extLst>
                  <a:ext uri="{FF2B5EF4-FFF2-40B4-BE49-F238E27FC236}">
                    <a16:creationId xmlns:a16="http://schemas.microsoft.com/office/drawing/2014/main" id="{996CC9BB-43E2-B943-90C7-5A4B7F376558}"/>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5" name="Rectangle 373">
                <a:extLst>
                  <a:ext uri="{FF2B5EF4-FFF2-40B4-BE49-F238E27FC236}">
                    <a16:creationId xmlns:a16="http://schemas.microsoft.com/office/drawing/2014/main" id="{79B7FE41-3F3B-C14B-8DF8-7DFA4AE5858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6" name="Rectangle 374">
                <a:extLst>
                  <a:ext uri="{FF2B5EF4-FFF2-40B4-BE49-F238E27FC236}">
                    <a16:creationId xmlns:a16="http://schemas.microsoft.com/office/drawing/2014/main" id="{5ECE860F-56B1-8542-BE53-1E4FE172BA11}"/>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7" name="Line 375">
                <a:extLst>
                  <a:ext uri="{FF2B5EF4-FFF2-40B4-BE49-F238E27FC236}">
                    <a16:creationId xmlns:a16="http://schemas.microsoft.com/office/drawing/2014/main" id="{3E8EC404-3EE6-854F-BD28-C17EBF3A7CD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08" name="Group 376">
                <a:extLst>
                  <a:ext uri="{FF2B5EF4-FFF2-40B4-BE49-F238E27FC236}">
                    <a16:creationId xmlns:a16="http://schemas.microsoft.com/office/drawing/2014/main" id="{4ED8CCB8-F47E-7847-9C83-A6019F466E9C}"/>
                  </a:ext>
                </a:extLst>
              </p:cNvPr>
              <p:cNvGrpSpPr>
                <a:grpSpLocks/>
              </p:cNvGrpSpPr>
              <p:nvPr/>
            </p:nvGrpSpPr>
            <p:grpSpPr bwMode="auto">
              <a:xfrm>
                <a:off x="1813" y="888"/>
                <a:ext cx="335" cy="51"/>
                <a:chOff x="1813" y="888"/>
                <a:chExt cx="335" cy="51"/>
              </a:xfrm>
            </p:grpSpPr>
            <p:sp>
              <p:nvSpPr>
                <p:cNvPr id="115909" name="Freeform 377">
                  <a:extLst>
                    <a:ext uri="{FF2B5EF4-FFF2-40B4-BE49-F238E27FC236}">
                      <a16:creationId xmlns:a16="http://schemas.microsoft.com/office/drawing/2014/main" id="{85F57CA2-8AED-864D-B6FB-33A7527CEB6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0" name="Freeform 378">
                  <a:extLst>
                    <a:ext uri="{FF2B5EF4-FFF2-40B4-BE49-F238E27FC236}">
                      <a16:creationId xmlns:a16="http://schemas.microsoft.com/office/drawing/2014/main" id="{664870C8-82FB-DC45-B061-46F49E80323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1" name="Rectangle 379">
                  <a:extLst>
                    <a:ext uri="{FF2B5EF4-FFF2-40B4-BE49-F238E27FC236}">
                      <a16:creationId xmlns:a16="http://schemas.microsoft.com/office/drawing/2014/main" id="{487E8588-ADAE-424E-9C1F-1FD8EA8A3AD0}"/>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4" name="Line 380">
            <a:extLst>
              <a:ext uri="{FF2B5EF4-FFF2-40B4-BE49-F238E27FC236}">
                <a16:creationId xmlns:a16="http://schemas.microsoft.com/office/drawing/2014/main" id="{B18E54FD-B774-AF43-A2D8-6F6095C1080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5" name="Line 381">
            <a:extLst>
              <a:ext uri="{FF2B5EF4-FFF2-40B4-BE49-F238E27FC236}">
                <a16:creationId xmlns:a16="http://schemas.microsoft.com/office/drawing/2014/main" id="{8F69697D-E891-C640-A9E5-4D7893962DF2}"/>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6" name="Oval 382">
            <a:extLst>
              <a:ext uri="{FF2B5EF4-FFF2-40B4-BE49-F238E27FC236}">
                <a16:creationId xmlns:a16="http://schemas.microsoft.com/office/drawing/2014/main" id="{955C4F0E-AD81-A748-843C-74763EC7B527}"/>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7" name="Group 383">
            <a:extLst>
              <a:ext uri="{FF2B5EF4-FFF2-40B4-BE49-F238E27FC236}">
                <a16:creationId xmlns:a16="http://schemas.microsoft.com/office/drawing/2014/main" id="{5E4B55D9-C750-6F4E-BAF9-7A238C4D00C9}"/>
              </a:ext>
            </a:extLst>
          </p:cNvPr>
          <p:cNvGrpSpPr>
            <a:grpSpLocks/>
          </p:cNvGrpSpPr>
          <p:nvPr/>
        </p:nvGrpSpPr>
        <p:grpSpPr bwMode="auto">
          <a:xfrm>
            <a:off x="4639866" y="673894"/>
            <a:ext cx="379809" cy="385763"/>
            <a:chOff x="2868" y="593"/>
            <a:chExt cx="343" cy="352"/>
          </a:xfrm>
        </p:grpSpPr>
        <p:grpSp>
          <p:nvGrpSpPr>
            <p:cNvPr id="115872" name="Group 384">
              <a:extLst>
                <a:ext uri="{FF2B5EF4-FFF2-40B4-BE49-F238E27FC236}">
                  <a16:creationId xmlns:a16="http://schemas.microsoft.com/office/drawing/2014/main" id="{297860A3-F7CA-D445-8B18-18AE9C5EA139}"/>
                </a:ext>
              </a:extLst>
            </p:cNvPr>
            <p:cNvGrpSpPr>
              <a:grpSpLocks/>
            </p:cNvGrpSpPr>
            <p:nvPr/>
          </p:nvGrpSpPr>
          <p:grpSpPr bwMode="auto">
            <a:xfrm>
              <a:off x="2877" y="599"/>
              <a:ext cx="334" cy="346"/>
              <a:chOff x="2877" y="599"/>
              <a:chExt cx="334" cy="346"/>
            </a:xfrm>
          </p:grpSpPr>
          <p:sp>
            <p:nvSpPr>
              <p:cNvPr id="115886" name="Freeform 385">
                <a:extLst>
                  <a:ext uri="{FF2B5EF4-FFF2-40B4-BE49-F238E27FC236}">
                    <a16:creationId xmlns:a16="http://schemas.microsoft.com/office/drawing/2014/main" id="{91C63E31-78BB-D94A-B98C-57A0FC011B2D}"/>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7" name="Freeform 386">
                <a:extLst>
                  <a:ext uri="{FF2B5EF4-FFF2-40B4-BE49-F238E27FC236}">
                    <a16:creationId xmlns:a16="http://schemas.microsoft.com/office/drawing/2014/main" id="{A18694FB-3DD3-4041-9BE7-5691F52296D8}"/>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8" name="Freeform 387">
                <a:extLst>
                  <a:ext uri="{FF2B5EF4-FFF2-40B4-BE49-F238E27FC236}">
                    <a16:creationId xmlns:a16="http://schemas.microsoft.com/office/drawing/2014/main" id="{84238D71-DDA2-144B-9014-B2EF7235C629}"/>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9" name="Freeform 388">
                <a:extLst>
                  <a:ext uri="{FF2B5EF4-FFF2-40B4-BE49-F238E27FC236}">
                    <a16:creationId xmlns:a16="http://schemas.microsoft.com/office/drawing/2014/main" id="{C84178D2-72E1-8E4F-9D1B-944D02F11F6F}"/>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0" name="Rectangle 389">
                <a:extLst>
                  <a:ext uri="{FF2B5EF4-FFF2-40B4-BE49-F238E27FC236}">
                    <a16:creationId xmlns:a16="http://schemas.microsoft.com/office/drawing/2014/main" id="{9EB1C844-0EF3-CD41-832D-189971FB7060}"/>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1" name="Rectangle 390">
                <a:extLst>
                  <a:ext uri="{FF2B5EF4-FFF2-40B4-BE49-F238E27FC236}">
                    <a16:creationId xmlns:a16="http://schemas.microsoft.com/office/drawing/2014/main" id="{643AD904-B261-6041-A672-B62518D93B6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2" name="Rectangle 391">
                <a:extLst>
                  <a:ext uri="{FF2B5EF4-FFF2-40B4-BE49-F238E27FC236}">
                    <a16:creationId xmlns:a16="http://schemas.microsoft.com/office/drawing/2014/main" id="{7415742A-EF4D-D547-85D6-2BD0DC227D8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3" name="Line 392">
                <a:extLst>
                  <a:ext uri="{FF2B5EF4-FFF2-40B4-BE49-F238E27FC236}">
                    <a16:creationId xmlns:a16="http://schemas.microsoft.com/office/drawing/2014/main" id="{4251BC9A-876D-4B4F-B974-555EC198841D}"/>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94" name="Group 393">
                <a:extLst>
                  <a:ext uri="{FF2B5EF4-FFF2-40B4-BE49-F238E27FC236}">
                    <a16:creationId xmlns:a16="http://schemas.microsoft.com/office/drawing/2014/main" id="{864FBCCE-298F-194C-951F-3A0726C33763}"/>
                  </a:ext>
                </a:extLst>
              </p:cNvPr>
              <p:cNvGrpSpPr>
                <a:grpSpLocks/>
              </p:cNvGrpSpPr>
              <p:nvPr/>
            </p:nvGrpSpPr>
            <p:grpSpPr bwMode="auto">
              <a:xfrm>
                <a:off x="2877" y="895"/>
                <a:ext cx="334" cy="50"/>
                <a:chOff x="2877" y="895"/>
                <a:chExt cx="334" cy="50"/>
              </a:xfrm>
            </p:grpSpPr>
            <p:sp>
              <p:nvSpPr>
                <p:cNvPr id="115895" name="Freeform 394">
                  <a:extLst>
                    <a:ext uri="{FF2B5EF4-FFF2-40B4-BE49-F238E27FC236}">
                      <a16:creationId xmlns:a16="http://schemas.microsoft.com/office/drawing/2014/main" id="{0B1F7F10-2FC9-A04F-97F5-4939FF64AF6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6" name="Freeform 395">
                  <a:extLst>
                    <a:ext uri="{FF2B5EF4-FFF2-40B4-BE49-F238E27FC236}">
                      <a16:creationId xmlns:a16="http://schemas.microsoft.com/office/drawing/2014/main" id="{D8D87DD1-3CCB-AA46-B1C4-ECB51DEB9C08}"/>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7" name="Rectangle 396">
                  <a:extLst>
                    <a:ext uri="{FF2B5EF4-FFF2-40B4-BE49-F238E27FC236}">
                      <a16:creationId xmlns:a16="http://schemas.microsoft.com/office/drawing/2014/main" id="{2D141571-8653-F04A-BE87-4B4B45C77533}"/>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73" name="Group 397">
              <a:extLst>
                <a:ext uri="{FF2B5EF4-FFF2-40B4-BE49-F238E27FC236}">
                  <a16:creationId xmlns:a16="http://schemas.microsoft.com/office/drawing/2014/main" id="{43010D78-9ABE-C74E-8DC9-9284D8C1CF96}"/>
                </a:ext>
              </a:extLst>
            </p:cNvPr>
            <p:cNvGrpSpPr>
              <a:grpSpLocks/>
            </p:cNvGrpSpPr>
            <p:nvPr/>
          </p:nvGrpSpPr>
          <p:grpSpPr bwMode="auto">
            <a:xfrm>
              <a:off x="2868" y="593"/>
              <a:ext cx="335" cy="346"/>
              <a:chOff x="2868" y="593"/>
              <a:chExt cx="335" cy="346"/>
            </a:xfrm>
          </p:grpSpPr>
          <p:sp>
            <p:nvSpPr>
              <p:cNvPr id="115874" name="Freeform 398">
                <a:extLst>
                  <a:ext uri="{FF2B5EF4-FFF2-40B4-BE49-F238E27FC236}">
                    <a16:creationId xmlns:a16="http://schemas.microsoft.com/office/drawing/2014/main" id="{9337023C-293E-BD4F-BEDB-9FF3EF4440B4}"/>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5" name="Freeform 399">
                <a:extLst>
                  <a:ext uri="{FF2B5EF4-FFF2-40B4-BE49-F238E27FC236}">
                    <a16:creationId xmlns:a16="http://schemas.microsoft.com/office/drawing/2014/main" id="{6F01217D-C486-2544-9A3F-DC9BE45DB48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6" name="Freeform 400">
                <a:extLst>
                  <a:ext uri="{FF2B5EF4-FFF2-40B4-BE49-F238E27FC236}">
                    <a16:creationId xmlns:a16="http://schemas.microsoft.com/office/drawing/2014/main" id="{99A61AB5-6DB5-784F-BC26-DB5A5AC6E41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7" name="Freeform 401">
                <a:extLst>
                  <a:ext uri="{FF2B5EF4-FFF2-40B4-BE49-F238E27FC236}">
                    <a16:creationId xmlns:a16="http://schemas.microsoft.com/office/drawing/2014/main" id="{60D08C4A-8D2A-B146-91EA-4B4C63BF3E9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8" name="Rectangle 402">
                <a:extLst>
                  <a:ext uri="{FF2B5EF4-FFF2-40B4-BE49-F238E27FC236}">
                    <a16:creationId xmlns:a16="http://schemas.microsoft.com/office/drawing/2014/main" id="{2CEC112A-B2A1-CB4C-8FB5-2AABC4B8DC81}"/>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79" name="Rectangle 403">
                <a:extLst>
                  <a:ext uri="{FF2B5EF4-FFF2-40B4-BE49-F238E27FC236}">
                    <a16:creationId xmlns:a16="http://schemas.microsoft.com/office/drawing/2014/main" id="{DC6D1758-1E0E-354F-B162-E03C4891358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0" name="Rectangle 404">
                <a:extLst>
                  <a:ext uri="{FF2B5EF4-FFF2-40B4-BE49-F238E27FC236}">
                    <a16:creationId xmlns:a16="http://schemas.microsoft.com/office/drawing/2014/main" id="{2A866215-6FB1-BF43-9CB6-38C2999DE78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1" name="Line 405">
                <a:extLst>
                  <a:ext uri="{FF2B5EF4-FFF2-40B4-BE49-F238E27FC236}">
                    <a16:creationId xmlns:a16="http://schemas.microsoft.com/office/drawing/2014/main" id="{8057D35E-57A8-C443-9E53-B3FE7D359BC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82" name="Group 406">
                <a:extLst>
                  <a:ext uri="{FF2B5EF4-FFF2-40B4-BE49-F238E27FC236}">
                    <a16:creationId xmlns:a16="http://schemas.microsoft.com/office/drawing/2014/main" id="{EBAA7FFB-B8E9-B04B-8796-8887C49E9E6F}"/>
                  </a:ext>
                </a:extLst>
              </p:cNvPr>
              <p:cNvGrpSpPr>
                <a:grpSpLocks/>
              </p:cNvGrpSpPr>
              <p:nvPr/>
            </p:nvGrpSpPr>
            <p:grpSpPr bwMode="auto">
              <a:xfrm>
                <a:off x="2868" y="888"/>
                <a:ext cx="335" cy="51"/>
                <a:chOff x="2868" y="888"/>
                <a:chExt cx="335" cy="51"/>
              </a:xfrm>
            </p:grpSpPr>
            <p:sp>
              <p:nvSpPr>
                <p:cNvPr id="115883" name="Freeform 407">
                  <a:extLst>
                    <a:ext uri="{FF2B5EF4-FFF2-40B4-BE49-F238E27FC236}">
                      <a16:creationId xmlns:a16="http://schemas.microsoft.com/office/drawing/2014/main" id="{5819679A-5532-2248-8348-9472B0BB0937}"/>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4" name="Freeform 408">
                  <a:extLst>
                    <a:ext uri="{FF2B5EF4-FFF2-40B4-BE49-F238E27FC236}">
                      <a16:creationId xmlns:a16="http://schemas.microsoft.com/office/drawing/2014/main" id="{0F5C6D0C-8836-5544-B21B-0CCE2476AB9E}"/>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5" name="Rectangle 409">
                  <a:extLst>
                    <a:ext uri="{FF2B5EF4-FFF2-40B4-BE49-F238E27FC236}">
                      <a16:creationId xmlns:a16="http://schemas.microsoft.com/office/drawing/2014/main" id="{24E030CF-1937-2F49-8E89-0264BBA7E13C}"/>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8" name="Oval 410">
            <a:extLst>
              <a:ext uri="{FF2B5EF4-FFF2-40B4-BE49-F238E27FC236}">
                <a16:creationId xmlns:a16="http://schemas.microsoft.com/office/drawing/2014/main" id="{7685A0BD-74FA-4B4D-972E-073A216D7DD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9" name="Group 411">
            <a:extLst>
              <a:ext uri="{FF2B5EF4-FFF2-40B4-BE49-F238E27FC236}">
                <a16:creationId xmlns:a16="http://schemas.microsoft.com/office/drawing/2014/main" id="{86BF1FEB-0392-3545-90D1-58747D05FAB3}"/>
              </a:ext>
            </a:extLst>
          </p:cNvPr>
          <p:cNvGrpSpPr>
            <a:grpSpLocks/>
          </p:cNvGrpSpPr>
          <p:nvPr/>
        </p:nvGrpSpPr>
        <p:grpSpPr bwMode="auto">
          <a:xfrm>
            <a:off x="5798344" y="673894"/>
            <a:ext cx="379810" cy="385763"/>
            <a:chOff x="3915" y="593"/>
            <a:chExt cx="343" cy="352"/>
          </a:xfrm>
        </p:grpSpPr>
        <p:grpSp>
          <p:nvGrpSpPr>
            <p:cNvPr id="115846" name="Group 412">
              <a:extLst>
                <a:ext uri="{FF2B5EF4-FFF2-40B4-BE49-F238E27FC236}">
                  <a16:creationId xmlns:a16="http://schemas.microsoft.com/office/drawing/2014/main" id="{39C2EA6B-BF3A-F64D-8A73-589398EB2D91}"/>
                </a:ext>
              </a:extLst>
            </p:cNvPr>
            <p:cNvGrpSpPr>
              <a:grpSpLocks/>
            </p:cNvGrpSpPr>
            <p:nvPr/>
          </p:nvGrpSpPr>
          <p:grpSpPr bwMode="auto">
            <a:xfrm>
              <a:off x="3924" y="599"/>
              <a:ext cx="334" cy="346"/>
              <a:chOff x="3924" y="599"/>
              <a:chExt cx="334" cy="346"/>
            </a:xfrm>
          </p:grpSpPr>
          <p:sp>
            <p:nvSpPr>
              <p:cNvPr id="115860" name="Freeform 413">
                <a:extLst>
                  <a:ext uri="{FF2B5EF4-FFF2-40B4-BE49-F238E27FC236}">
                    <a16:creationId xmlns:a16="http://schemas.microsoft.com/office/drawing/2014/main" id="{F85CC5D1-68C7-E447-89E6-C35D463F406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1" name="Freeform 414">
                <a:extLst>
                  <a:ext uri="{FF2B5EF4-FFF2-40B4-BE49-F238E27FC236}">
                    <a16:creationId xmlns:a16="http://schemas.microsoft.com/office/drawing/2014/main" id="{84CADAA5-7EF7-A346-925C-1EE6E1102618}"/>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2" name="Freeform 415">
                <a:extLst>
                  <a:ext uri="{FF2B5EF4-FFF2-40B4-BE49-F238E27FC236}">
                    <a16:creationId xmlns:a16="http://schemas.microsoft.com/office/drawing/2014/main" id="{5215D820-5D0A-1F4F-988E-15BEFBA4140A}"/>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3" name="Freeform 416">
                <a:extLst>
                  <a:ext uri="{FF2B5EF4-FFF2-40B4-BE49-F238E27FC236}">
                    <a16:creationId xmlns:a16="http://schemas.microsoft.com/office/drawing/2014/main" id="{1CC30F81-F21B-6F4C-A63F-06068472B3E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4" name="Rectangle 417">
                <a:extLst>
                  <a:ext uri="{FF2B5EF4-FFF2-40B4-BE49-F238E27FC236}">
                    <a16:creationId xmlns:a16="http://schemas.microsoft.com/office/drawing/2014/main" id="{AEEE4C0A-37DC-584B-B810-6B087BAC9FE9}"/>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5" name="Rectangle 418">
                <a:extLst>
                  <a:ext uri="{FF2B5EF4-FFF2-40B4-BE49-F238E27FC236}">
                    <a16:creationId xmlns:a16="http://schemas.microsoft.com/office/drawing/2014/main" id="{34EDA5EE-C8F4-1B46-A8FF-D5AF0C809BB7}"/>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6" name="Rectangle 419">
                <a:extLst>
                  <a:ext uri="{FF2B5EF4-FFF2-40B4-BE49-F238E27FC236}">
                    <a16:creationId xmlns:a16="http://schemas.microsoft.com/office/drawing/2014/main" id="{FDA1497D-4E68-B344-8011-709ACF370DA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7" name="Line 420">
                <a:extLst>
                  <a:ext uri="{FF2B5EF4-FFF2-40B4-BE49-F238E27FC236}">
                    <a16:creationId xmlns:a16="http://schemas.microsoft.com/office/drawing/2014/main" id="{82BC6259-E3BC-1543-97CB-41A8D697480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68" name="Group 421">
                <a:extLst>
                  <a:ext uri="{FF2B5EF4-FFF2-40B4-BE49-F238E27FC236}">
                    <a16:creationId xmlns:a16="http://schemas.microsoft.com/office/drawing/2014/main" id="{D4E9FA37-D178-1D4C-B685-BF39CE7DEA85}"/>
                  </a:ext>
                </a:extLst>
              </p:cNvPr>
              <p:cNvGrpSpPr>
                <a:grpSpLocks/>
              </p:cNvGrpSpPr>
              <p:nvPr/>
            </p:nvGrpSpPr>
            <p:grpSpPr bwMode="auto">
              <a:xfrm>
                <a:off x="3924" y="895"/>
                <a:ext cx="334" cy="50"/>
                <a:chOff x="3924" y="895"/>
                <a:chExt cx="334" cy="50"/>
              </a:xfrm>
            </p:grpSpPr>
            <p:sp>
              <p:nvSpPr>
                <p:cNvPr id="115869" name="Freeform 422">
                  <a:extLst>
                    <a:ext uri="{FF2B5EF4-FFF2-40B4-BE49-F238E27FC236}">
                      <a16:creationId xmlns:a16="http://schemas.microsoft.com/office/drawing/2014/main" id="{ACBA6B6F-2CF7-B243-81C9-EE2A7DB59CBF}"/>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0" name="Freeform 423">
                  <a:extLst>
                    <a:ext uri="{FF2B5EF4-FFF2-40B4-BE49-F238E27FC236}">
                      <a16:creationId xmlns:a16="http://schemas.microsoft.com/office/drawing/2014/main" id="{3BB2D4F4-4DE9-6444-A277-C454FD860D9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1" name="Rectangle 424">
                  <a:extLst>
                    <a:ext uri="{FF2B5EF4-FFF2-40B4-BE49-F238E27FC236}">
                      <a16:creationId xmlns:a16="http://schemas.microsoft.com/office/drawing/2014/main" id="{AE40B057-50DC-AC4C-9BFA-F69A9E038083}"/>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47" name="Group 425">
              <a:extLst>
                <a:ext uri="{FF2B5EF4-FFF2-40B4-BE49-F238E27FC236}">
                  <a16:creationId xmlns:a16="http://schemas.microsoft.com/office/drawing/2014/main" id="{2CAA35A5-C37B-814F-88D8-39D6616EEBFA}"/>
                </a:ext>
              </a:extLst>
            </p:cNvPr>
            <p:cNvGrpSpPr>
              <a:grpSpLocks/>
            </p:cNvGrpSpPr>
            <p:nvPr/>
          </p:nvGrpSpPr>
          <p:grpSpPr bwMode="auto">
            <a:xfrm>
              <a:off x="3915" y="593"/>
              <a:ext cx="335" cy="346"/>
              <a:chOff x="3915" y="593"/>
              <a:chExt cx="335" cy="346"/>
            </a:xfrm>
          </p:grpSpPr>
          <p:sp>
            <p:nvSpPr>
              <p:cNvPr id="115848" name="Freeform 426">
                <a:extLst>
                  <a:ext uri="{FF2B5EF4-FFF2-40B4-BE49-F238E27FC236}">
                    <a16:creationId xmlns:a16="http://schemas.microsoft.com/office/drawing/2014/main" id="{F00A896E-D225-CA47-8D54-84B2FBE47ED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49" name="Freeform 427">
                <a:extLst>
                  <a:ext uri="{FF2B5EF4-FFF2-40B4-BE49-F238E27FC236}">
                    <a16:creationId xmlns:a16="http://schemas.microsoft.com/office/drawing/2014/main" id="{6AC4EC80-81F3-BA4A-A7F1-5B12102F54C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0" name="Freeform 428">
                <a:extLst>
                  <a:ext uri="{FF2B5EF4-FFF2-40B4-BE49-F238E27FC236}">
                    <a16:creationId xmlns:a16="http://schemas.microsoft.com/office/drawing/2014/main" id="{6BA1E815-239F-8747-812C-31F34B47585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1" name="Freeform 429">
                <a:extLst>
                  <a:ext uri="{FF2B5EF4-FFF2-40B4-BE49-F238E27FC236}">
                    <a16:creationId xmlns:a16="http://schemas.microsoft.com/office/drawing/2014/main" id="{A615A7C0-DDA2-454F-81E4-527D12420648}"/>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2" name="Rectangle 430">
                <a:extLst>
                  <a:ext uri="{FF2B5EF4-FFF2-40B4-BE49-F238E27FC236}">
                    <a16:creationId xmlns:a16="http://schemas.microsoft.com/office/drawing/2014/main" id="{6F355EE7-0132-6641-8651-FAF774C64EF7}"/>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3" name="Rectangle 431">
                <a:extLst>
                  <a:ext uri="{FF2B5EF4-FFF2-40B4-BE49-F238E27FC236}">
                    <a16:creationId xmlns:a16="http://schemas.microsoft.com/office/drawing/2014/main" id="{BE6E2215-E6FE-B442-AA1D-74B51C0C8772}"/>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4" name="Rectangle 432">
                <a:extLst>
                  <a:ext uri="{FF2B5EF4-FFF2-40B4-BE49-F238E27FC236}">
                    <a16:creationId xmlns:a16="http://schemas.microsoft.com/office/drawing/2014/main" id="{60C4700F-8C4D-BE4A-9825-3E1713CE5D2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5" name="Line 433">
                <a:extLst>
                  <a:ext uri="{FF2B5EF4-FFF2-40B4-BE49-F238E27FC236}">
                    <a16:creationId xmlns:a16="http://schemas.microsoft.com/office/drawing/2014/main" id="{34E8BF49-25F7-D345-A4B8-AA53BB6365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56" name="Group 434">
                <a:extLst>
                  <a:ext uri="{FF2B5EF4-FFF2-40B4-BE49-F238E27FC236}">
                    <a16:creationId xmlns:a16="http://schemas.microsoft.com/office/drawing/2014/main" id="{0B4FA4CC-7881-A049-B5A0-A0B56B2A7CAA}"/>
                  </a:ext>
                </a:extLst>
              </p:cNvPr>
              <p:cNvGrpSpPr>
                <a:grpSpLocks/>
              </p:cNvGrpSpPr>
              <p:nvPr/>
            </p:nvGrpSpPr>
            <p:grpSpPr bwMode="auto">
              <a:xfrm>
                <a:off x="3915" y="888"/>
                <a:ext cx="335" cy="51"/>
                <a:chOff x="3915" y="888"/>
                <a:chExt cx="335" cy="51"/>
              </a:xfrm>
            </p:grpSpPr>
            <p:sp>
              <p:nvSpPr>
                <p:cNvPr id="115857" name="Freeform 435">
                  <a:extLst>
                    <a:ext uri="{FF2B5EF4-FFF2-40B4-BE49-F238E27FC236}">
                      <a16:creationId xmlns:a16="http://schemas.microsoft.com/office/drawing/2014/main" id="{5D1BF07C-33DE-C842-BABA-3B0EF3F5354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8" name="Freeform 436">
                  <a:extLst>
                    <a:ext uri="{FF2B5EF4-FFF2-40B4-BE49-F238E27FC236}">
                      <a16:creationId xmlns:a16="http://schemas.microsoft.com/office/drawing/2014/main" id="{B4E3F465-9599-0A48-829A-E0565C537797}"/>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9" name="Rectangle 437">
                  <a:extLst>
                    <a:ext uri="{FF2B5EF4-FFF2-40B4-BE49-F238E27FC236}">
                      <a16:creationId xmlns:a16="http://schemas.microsoft.com/office/drawing/2014/main" id="{4ACF0200-F6EE-3D4B-8301-3AEDD4B9C69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1003" name="Group 443">
            <a:extLst>
              <a:ext uri="{FF2B5EF4-FFF2-40B4-BE49-F238E27FC236}">
                <a16:creationId xmlns:a16="http://schemas.microsoft.com/office/drawing/2014/main" id="{54EBC9CC-87DB-E14A-813E-BFE3D9E4AE3C}"/>
              </a:ext>
            </a:extLst>
          </p:cNvPr>
          <p:cNvGrpSpPr>
            <a:grpSpLocks/>
          </p:cNvGrpSpPr>
          <p:nvPr/>
        </p:nvGrpSpPr>
        <p:grpSpPr bwMode="auto">
          <a:xfrm>
            <a:off x="4513660" y="3174207"/>
            <a:ext cx="1931194" cy="608410"/>
            <a:chOff x="2831" y="2666"/>
            <a:chExt cx="1622" cy="511"/>
          </a:xfrm>
        </p:grpSpPr>
        <p:sp>
          <p:nvSpPr>
            <p:cNvPr id="115843" name="Line 440">
              <a:extLst>
                <a:ext uri="{FF2B5EF4-FFF2-40B4-BE49-F238E27FC236}">
                  <a16:creationId xmlns:a16="http://schemas.microsoft.com/office/drawing/2014/main" id="{834823F4-1E3B-7141-AF0F-88CC4B971771}"/>
                </a:ext>
              </a:extLst>
            </p:cNvPr>
            <p:cNvSpPr>
              <a:spLocks noChangeShapeType="1"/>
            </p:cNvSpPr>
            <p:nvPr/>
          </p:nvSpPr>
          <p:spPr bwMode="auto">
            <a:xfrm>
              <a:off x="3309" y="266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4" name="Line 441">
              <a:extLst>
                <a:ext uri="{FF2B5EF4-FFF2-40B4-BE49-F238E27FC236}">
                  <a16:creationId xmlns:a16="http://schemas.microsoft.com/office/drawing/2014/main" id="{8B81D98B-FB76-3441-B9C5-D9E5A9D9F751}"/>
                </a:ext>
              </a:extLst>
            </p:cNvPr>
            <p:cNvSpPr>
              <a:spLocks noChangeShapeType="1"/>
            </p:cNvSpPr>
            <p:nvPr/>
          </p:nvSpPr>
          <p:spPr bwMode="auto">
            <a:xfrm>
              <a:off x="3727" y="2871"/>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5" name="Line 442">
              <a:extLst>
                <a:ext uri="{FF2B5EF4-FFF2-40B4-BE49-F238E27FC236}">
                  <a16:creationId xmlns:a16="http://schemas.microsoft.com/office/drawing/2014/main" id="{F5095C80-A7DD-4E4E-9780-E2A63794D8F3}"/>
                </a:ext>
              </a:extLst>
            </p:cNvPr>
            <p:cNvSpPr>
              <a:spLocks noChangeShapeType="1"/>
            </p:cNvSpPr>
            <p:nvPr/>
          </p:nvSpPr>
          <p:spPr bwMode="auto">
            <a:xfrm>
              <a:off x="2831" y="317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842" name="幻灯片编号占位符 1">
            <a:extLst>
              <a:ext uri="{FF2B5EF4-FFF2-40B4-BE49-F238E27FC236}">
                <a16:creationId xmlns:a16="http://schemas.microsoft.com/office/drawing/2014/main" id="{850525A6-E7C5-D348-9FBB-C4516E3D376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7FA7503-76E6-4D43-A243-9FB02CEAD8B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626EB869-AC19-8549-A704-E2A9CC9DC352}"/>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00666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100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10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7761" name="AutoShape 2">
            <a:extLst>
              <a:ext uri="{FF2B5EF4-FFF2-40B4-BE49-F238E27FC236}">
                <a16:creationId xmlns:a16="http://schemas.microsoft.com/office/drawing/2014/main" id="{20D21277-18A1-5647-84D9-84DD74D5048F}"/>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7762" name="Rectangle 3">
            <a:extLst>
              <a:ext uri="{FF2B5EF4-FFF2-40B4-BE49-F238E27FC236}">
                <a16:creationId xmlns:a16="http://schemas.microsoft.com/office/drawing/2014/main" id="{D3E6515F-39DF-B049-A358-1E55516AB7D0}"/>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7763" name="Freeform 4">
            <a:extLst>
              <a:ext uri="{FF2B5EF4-FFF2-40B4-BE49-F238E27FC236}">
                <a16:creationId xmlns:a16="http://schemas.microsoft.com/office/drawing/2014/main" id="{49D496CA-905C-1043-B97E-A31F06AD6F17}"/>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4" name="Line 5">
            <a:extLst>
              <a:ext uri="{FF2B5EF4-FFF2-40B4-BE49-F238E27FC236}">
                <a16:creationId xmlns:a16="http://schemas.microsoft.com/office/drawing/2014/main" id="{87F1F1A6-BE1D-5049-9AE2-8D2FF7F153CA}"/>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5" name="Line 6">
            <a:extLst>
              <a:ext uri="{FF2B5EF4-FFF2-40B4-BE49-F238E27FC236}">
                <a16:creationId xmlns:a16="http://schemas.microsoft.com/office/drawing/2014/main" id="{5D619886-7BCF-C64C-95BE-CAF533951FC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6" name="Freeform 7">
            <a:extLst>
              <a:ext uri="{FF2B5EF4-FFF2-40B4-BE49-F238E27FC236}">
                <a16:creationId xmlns:a16="http://schemas.microsoft.com/office/drawing/2014/main" id="{E0AF7708-D2CE-9D40-9358-4F80A557BFE1}"/>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67" name="Freeform 8">
            <a:extLst>
              <a:ext uri="{FF2B5EF4-FFF2-40B4-BE49-F238E27FC236}">
                <a16:creationId xmlns:a16="http://schemas.microsoft.com/office/drawing/2014/main" id="{EC1C74C4-2529-0D4A-BA98-FB310AF135CB}"/>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8" name="Line 9">
            <a:extLst>
              <a:ext uri="{FF2B5EF4-FFF2-40B4-BE49-F238E27FC236}">
                <a16:creationId xmlns:a16="http://schemas.microsoft.com/office/drawing/2014/main" id="{2C08BCA8-AD77-464D-9B8F-94B24D58508E}"/>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9" name="Freeform 10">
            <a:extLst>
              <a:ext uri="{FF2B5EF4-FFF2-40B4-BE49-F238E27FC236}">
                <a16:creationId xmlns:a16="http://schemas.microsoft.com/office/drawing/2014/main" id="{41507B96-60F3-974C-838C-3D7F8B7ADC2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0" name="Freeform 11">
            <a:extLst>
              <a:ext uri="{FF2B5EF4-FFF2-40B4-BE49-F238E27FC236}">
                <a16:creationId xmlns:a16="http://schemas.microsoft.com/office/drawing/2014/main" id="{74E2F287-90CF-6A4C-8BAF-F625CC4601EB}"/>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1" name="Freeform 12">
            <a:extLst>
              <a:ext uri="{FF2B5EF4-FFF2-40B4-BE49-F238E27FC236}">
                <a16:creationId xmlns:a16="http://schemas.microsoft.com/office/drawing/2014/main" id="{2623A457-850F-E345-9A9F-9C9997A9D2BE}"/>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2" name="Rectangle 13">
            <a:extLst>
              <a:ext uri="{FF2B5EF4-FFF2-40B4-BE49-F238E27FC236}">
                <a16:creationId xmlns:a16="http://schemas.microsoft.com/office/drawing/2014/main" id="{51255967-3475-214A-935C-0E6135C3F53D}"/>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3" name="Freeform 14">
            <a:extLst>
              <a:ext uri="{FF2B5EF4-FFF2-40B4-BE49-F238E27FC236}">
                <a16:creationId xmlns:a16="http://schemas.microsoft.com/office/drawing/2014/main" id="{781F9845-ACF6-464C-AC92-51DAB8B16D3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4" name="Rectangle 15">
            <a:extLst>
              <a:ext uri="{FF2B5EF4-FFF2-40B4-BE49-F238E27FC236}">
                <a16:creationId xmlns:a16="http://schemas.microsoft.com/office/drawing/2014/main" id="{432149EC-83DB-EE49-8019-9C626CCDFC26}"/>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5" name="Freeform 16">
            <a:extLst>
              <a:ext uri="{FF2B5EF4-FFF2-40B4-BE49-F238E27FC236}">
                <a16:creationId xmlns:a16="http://schemas.microsoft.com/office/drawing/2014/main" id="{3EC41A6D-DFE7-0541-86BB-E902796F5D15}"/>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7776" name="Freeform 17">
            <a:extLst>
              <a:ext uri="{FF2B5EF4-FFF2-40B4-BE49-F238E27FC236}">
                <a16:creationId xmlns:a16="http://schemas.microsoft.com/office/drawing/2014/main" id="{0F03E6F6-0A4B-B742-9E25-F0F57C9B7DB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7" name="Freeform 18">
            <a:extLst>
              <a:ext uri="{FF2B5EF4-FFF2-40B4-BE49-F238E27FC236}">
                <a16:creationId xmlns:a16="http://schemas.microsoft.com/office/drawing/2014/main" id="{37FA674C-A695-C24A-B56F-34934752E5D6}"/>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8" name="Rectangle 19">
            <a:extLst>
              <a:ext uri="{FF2B5EF4-FFF2-40B4-BE49-F238E27FC236}">
                <a16:creationId xmlns:a16="http://schemas.microsoft.com/office/drawing/2014/main" id="{013177CC-B9EB-4C42-A108-6F2B257B997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9" name="Rectangle 20">
            <a:extLst>
              <a:ext uri="{FF2B5EF4-FFF2-40B4-BE49-F238E27FC236}">
                <a16:creationId xmlns:a16="http://schemas.microsoft.com/office/drawing/2014/main" id="{05685CDD-D167-4046-A490-86E0A213099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0" name="Rectangle 21">
            <a:extLst>
              <a:ext uri="{FF2B5EF4-FFF2-40B4-BE49-F238E27FC236}">
                <a16:creationId xmlns:a16="http://schemas.microsoft.com/office/drawing/2014/main" id="{E04258E8-DCF3-6848-8C36-8C6344723B1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7781" name="Oval 22">
            <a:extLst>
              <a:ext uri="{FF2B5EF4-FFF2-40B4-BE49-F238E27FC236}">
                <a16:creationId xmlns:a16="http://schemas.microsoft.com/office/drawing/2014/main" id="{5E29967C-68D5-4C4C-B638-4534584A4C7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82" name="Group 23">
            <a:extLst>
              <a:ext uri="{FF2B5EF4-FFF2-40B4-BE49-F238E27FC236}">
                <a16:creationId xmlns:a16="http://schemas.microsoft.com/office/drawing/2014/main" id="{5C88D29E-96B5-4749-BDFC-50EB9E0A70F7}"/>
              </a:ext>
            </a:extLst>
          </p:cNvPr>
          <p:cNvGrpSpPr>
            <a:grpSpLocks/>
          </p:cNvGrpSpPr>
          <p:nvPr/>
        </p:nvGrpSpPr>
        <p:grpSpPr bwMode="auto">
          <a:xfrm>
            <a:off x="1577579" y="2712244"/>
            <a:ext cx="378619" cy="386954"/>
            <a:chOff x="101" y="2294"/>
            <a:chExt cx="343" cy="353"/>
          </a:xfrm>
        </p:grpSpPr>
        <p:grpSp>
          <p:nvGrpSpPr>
            <p:cNvPr id="118177" name="Group 24">
              <a:extLst>
                <a:ext uri="{FF2B5EF4-FFF2-40B4-BE49-F238E27FC236}">
                  <a16:creationId xmlns:a16="http://schemas.microsoft.com/office/drawing/2014/main" id="{36D0AE58-7F3E-7A4D-8C90-7F963ABF37F6}"/>
                </a:ext>
              </a:extLst>
            </p:cNvPr>
            <p:cNvGrpSpPr>
              <a:grpSpLocks/>
            </p:cNvGrpSpPr>
            <p:nvPr/>
          </p:nvGrpSpPr>
          <p:grpSpPr bwMode="auto">
            <a:xfrm>
              <a:off x="109" y="2301"/>
              <a:ext cx="335" cy="346"/>
              <a:chOff x="109" y="2301"/>
              <a:chExt cx="335" cy="346"/>
            </a:xfrm>
          </p:grpSpPr>
          <p:sp>
            <p:nvSpPr>
              <p:cNvPr id="118191" name="Freeform 25">
                <a:extLst>
                  <a:ext uri="{FF2B5EF4-FFF2-40B4-BE49-F238E27FC236}">
                    <a16:creationId xmlns:a16="http://schemas.microsoft.com/office/drawing/2014/main" id="{EB07765B-CF36-B545-8ABD-63C677833808}"/>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2" name="Freeform 26">
                <a:extLst>
                  <a:ext uri="{FF2B5EF4-FFF2-40B4-BE49-F238E27FC236}">
                    <a16:creationId xmlns:a16="http://schemas.microsoft.com/office/drawing/2014/main" id="{F04F4B71-08BA-4749-8F4B-8310B4F7ECF9}"/>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3" name="Freeform 27">
                <a:extLst>
                  <a:ext uri="{FF2B5EF4-FFF2-40B4-BE49-F238E27FC236}">
                    <a16:creationId xmlns:a16="http://schemas.microsoft.com/office/drawing/2014/main" id="{543FD480-E413-2D42-B7BA-070BC142FD15}"/>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4" name="Freeform 28">
                <a:extLst>
                  <a:ext uri="{FF2B5EF4-FFF2-40B4-BE49-F238E27FC236}">
                    <a16:creationId xmlns:a16="http://schemas.microsoft.com/office/drawing/2014/main" id="{104FDFD5-622F-DD4E-9623-20D19061CB63}"/>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5" name="Rectangle 29">
                <a:extLst>
                  <a:ext uri="{FF2B5EF4-FFF2-40B4-BE49-F238E27FC236}">
                    <a16:creationId xmlns:a16="http://schemas.microsoft.com/office/drawing/2014/main" id="{AA90DEE5-628A-6D47-824E-F40B667C1502}"/>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6" name="Rectangle 30">
                <a:extLst>
                  <a:ext uri="{FF2B5EF4-FFF2-40B4-BE49-F238E27FC236}">
                    <a16:creationId xmlns:a16="http://schemas.microsoft.com/office/drawing/2014/main" id="{D9DF096E-82E9-9341-AB43-CFE8D31F0427}"/>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7" name="Rectangle 31">
                <a:extLst>
                  <a:ext uri="{FF2B5EF4-FFF2-40B4-BE49-F238E27FC236}">
                    <a16:creationId xmlns:a16="http://schemas.microsoft.com/office/drawing/2014/main" id="{39BA9604-AACF-D743-9407-F04AE1F40943}"/>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8" name="Line 32">
                <a:extLst>
                  <a:ext uri="{FF2B5EF4-FFF2-40B4-BE49-F238E27FC236}">
                    <a16:creationId xmlns:a16="http://schemas.microsoft.com/office/drawing/2014/main" id="{84045A12-437D-884E-BEB7-FCA2467DEAC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99" name="Group 33">
                <a:extLst>
                  <a:ext uri="{FF2B5EF4-FFF2-40B4-BE49-F238E27FC236}">
                    <a16:creationId xmlns:a16="http://schemas.microsoft.com/office/drawing/2014/main" id="{83042628-25E3-E046-8D38-A0B8AE914A44}"/>
                  </a:ext>
                </a:extLst>
              </p:cNvPr>
              <p:cNvGrpSpPr>
                <a:grpSpLocks/>
              </p:cNvGrpSpPr>
              <p:nvPr/>
            </p:nvGrpSpPr>
            <p:grpSpPr bwMode="auto">
              <a:xfrm>
                <a:off x="109" y="2596"/>
                <a:ext cx="335" cy="51"/>
                <a:chOff x="109" y="2596"/>
                <a:chExt cx="335" cy="51"/>
              </a:xfrm>
            </p:grpSpPr>
            <p:sp>
              <p:nvSpPr>
                <p:cNvPr id="118200" name="Freeform 34">
                  <a:extLst>
                    <a:ext uri="{FF2B5EF4-FFF2-40B4-BE49-F238E27FC236}">
                      <a16:creationId xmlns:a16="http://schemas.microsoft.com/office/drawing/2014/main" id="{F6407B46-C6B5-B944-8590-136CB930159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1" name="Freeform 35">
                  <a:extLst>
                    <a:ext uri="{FF2B5EF4-FFF2-40B4-BE49-F238E27FC236}">
                      <a16:creationId xmlns:a16="http://schemas.microsoft.com/office/drawing/2014/main" id="{EC9A2FB5-F8AC-674F-9711-E000DCEEC96D}"/>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2" name="Rectangle 36">
                  <a:extLst>
                    <a:ext uri="{FF2B5EF4-FFF2-40B4-BE49-F238E27FC236}">
                      <a16:creationId xmlns:a16="http://schemas.microsoft.com/office/drawing/2014/main" id="{3F65841F-AFE5-3840-9738-A800303C0AB1}"/>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78" name="Group 37">
              <a:extLst>
                <a:ext uri="{FF2B5EF4-FFF2-40B4-BE49-F238E27FC236}">
                  <a16:creationId xmlns:a16="http://schemas.microsoft.com/office/drawing/2014/main" id="{A6D09511-1108-984E-88D7-51B3FDB8561C}"/>
                </a:ext>
              </a:extLst>
            </p:cNvPr>
            <p:cNvGrpSpPr>
              <a:grpSpLocks/>
            </p:cNvGrpSpPr>
            <p:nvPr/>
          </p:nvGrpSpPr>
          <p:grpSpPr bwMode="auto">
            <a:xfrm>
              <a:off x="101" y="2294"/>
              <a:ext cx="335" cy="347"/>
              <a:chOff x="101" y="2294"/>
              <a:chExt cx="335" cy="347"/>
            </a:xfrm>
          </p:grpSpPr>
          <p:sp>
            <p:nvSpPr>
              <p:cNvPr id="118179" name="Freeform 38">
                <a:extLst>
                  <a:ext uri="{FF2B5EF4-FFF2-40B4-BE49-F238E27FC236}">
                    <a16:creationId xmlns:a16="http://schemas.microsoft.com/office/drawing/2014/main" id="{51E57D2C-0D63-944A-8C53-10CEB787CBC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0" name="Freeform 39">
                <a:extLst>
                  <a:ext uri="{FF2B5EF4-FFF2-40B4-BE49-F238E27FC236}">
                    <a16:creationId xmlns:a16="http://schemas.microsoft.com/office/drawing/2014/main" id="{9E35E10C-C95D-3744-9A89-BB79FDF980D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1" name="Freeform 40">
                <a:extLst>
                  <a:ext uri="{FF2B5EF4-FFF2-40B4-BE49-F238E27FC236}">
                    <a16:creationId xmlns:a16="http://schemas.microsoft.com/office/drawing/2014/main" id="{23DCECC8-66DA-3A40-A215-0D044B0CB45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2" name="Freeform 41">
                <a:extLst>
                  <a:ext uri="{FF2B5EF4-FFF2-40B4-BE49-F238E27FC236}">
                    <a16:creationId xmlns:a16="http://schemas.microsoft.com/office/drawing/2014/main" id="{BCB87FD8-1DA9-7C41-BD35-87DD5B3A270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3" name="Rectangle 42">
                <a:extLst>
                  <a:ext uri="{FF2B5EF4-FFF2-40B4-BE49-F238E27FC236}">
                    <a16:creationId xmlns:a16="http://schemas.microsoft.com/office/drawing/2014/main" id="{33DF8FDF-42C2-0F4D-8440-023458D6A66D}"/>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4" name="Rectangle 43">
                <a:extLst>
                  <a:ext uri="{FF2B5EF4-FFF2-40B4-BE49-F238E27FC236}">
                    <a16:creationId xmlns:a16="http://schemas.microsoft.com/office/drawing/2014/main" id="{0F631371-C8C5-E842-BE62-A5BC597FC5E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5" name="Rectangle 44">
                <a:extLst>
                  <a:ext uri="{FF2B5EF4-FFF2-40B4-BE49-F238E27FC236}">
                    <a16:creationId xmlns:a16="http://schemas.microsoft.com/office/drawing/2014/main" id="{A5B640C5-A4FF-E045-8F75-75CD9D3241FB}"/>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6" name="Line 45">
                <a:extLst>
                  <a:ext uri="{FF2B5EF4-FFF2-40B4-BE49-F238E27FC236}">
                    <a16:creationId xmlns:a16="http://schemas.microsoft.com/office/drawing/2014/main" id="{0E7D99E1-6E48-A747-A6F1-28BD1AE44C7D}"/>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87" name="Group 46">
                <a:extLst>
                  <a:ext uri="{FF2B5EF4-FFF2-40B4-BE49-F238E27FC236}">
                    <a16:creationId xmlns:a16="http://schemas.microsoft.com/office/drawing/2014/main" id="{F45692B5-9631-4844-814B-64C438BFE513}"/>
                  </a:ext>
                </a:extLst>
              </p:cNvPr>
              <p:cNvGrpSpPr>
                <a:grpSpLocks/>
              </p:cNvGrpSpPr>
              <p:nvPr/>
            </p:nvGrpSpPr>
            <p:grpSpPr bwMode="auto">
              <a:xfrm>
                <a:off x="101" y="2590"/>
                <a:ext cx="335" cy="51"/>
                <a:chOff x="101" y="2590"/>
                <a:chExt cx="335" cy="51"/>
              </a:xfrm>
            </p:grpSpPr>
            <p:sp>
              <p:nvSpPr>
                <p:cNvPr id="118188" name="Freeform 47">
                  <a:extLst>
                    <a:ext uri="{FF2B5EF4-FFF2-40B4-BE49-F238E27FC236}">
                      <a16:creationId xmlns:a16="http://schemas.microsoft.com/office/drawing/2014/main" id="{53002CAB-ED4C-1C4C-B226-27D208377C05}"/>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9" name="Freeform 48">
                  <a:extLst>
                    <a:ext uri="{FF2B5EF4-FFF2-40B4-BE49-F238E27FC236}">
                      <a16:creationId xmlns:a16="http://schemas.microsoft.com/office/drawing/2014/main" id="{F871009C-31AE-D14A-AE7D-9666A66DE3A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0" name="Rectangle 49">
                  <a:extLst>
                    <a:ext uri="{FF2B5EF4-FFF2-40B4-BE49-F238E27FC236}">
                      <a16:creationId xmlns:a16="http://schemas.microsoft.com/office/drawing/2014/main" id="{EB6B1EF1-A134-3646-9B21-184CF940E61F}"/>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3" name="Group 50">
            <a:extLst>
              <a:ext uri="{FF2B5EF4-FFF2-40B4-BE49-F238E27FC236}">
                <a16:creationId xmlns:a16="http://schemas.microsoft.com/office/drawing/2014/main" id="{E2B49740-D012-C94A-B101-453C65648A0E}"/>
              </a:ext>
            </a:extLst>
          </p:cNvPr>
          <p:cNvGrpSpPr>
            <a:grpSpLocks/>
          </p:cNvGrpSpPr>
          <p:nvPr/>
        </p:nvGrpSpPr>
        <p:grpSpPr bwMode="auto">
          <a:xfrm>
            <a:off x="3661173" y="4561285"/>
            <a:ext cx="377428" cy="386953"/>
            <a:chOff x="3891" y="3616"/>
            <a:chExt cx="342" cy="353"/>
          </a:xfrm>
        </p:grpSpPr>
        <p:grpSp>
          <p:nvGrpSpPr>
            <p:cNvPr id="118151" name="Group 51">
              <a:extLst>
                <a:ext uri="{FF2B5EF4-FFF2-40B4-BE49-F238E27FC236}">
                  <a16:creationId xmlns:a16="http://schemas.microsoft.com/office/drawing/2014/main" id="{9BE74E40-8DC7-7043-8FD3-76B3EFFDF05F}"/>
                </a:ext>
              </a:extLst>
            </p:cNvPr>
            <p:cNvGrpSpPr>
              <a:grpSpLocks/>
            </p:cNvGrpSpPr>
            <p:nvPr/>
          </p:nvGrpSpPr>
          <p:grpSpPr bwMode="auto">
            <a:xfrm>
              <a:off x="3899" y="3622"/>
              <a:ext cx="334" cy="347"/>
              <a:chOff x="3899" y="3622"/>
              <a:chExt cx="334" cy="347"/>
            </a:xfrm>
          </p:grpSpPr>
          <p:sp>
            <p:nvSpPr>
              <p:cNvPr id="118165" name="Freeform 52">
                <a:extLst>
                  <a:ext uri="{FF2B5EF4-FFF2-40B4-BE49-F238E27FC236}">
                    <a16:creationId xmlns:a16="http://schemas.microsoft.com/office/drawing/2014/main" id="{98802547-8A5C-4446-9ABA-38CA70FF2DC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6" name="Freeform 53">
                <a:extLst>
                  <a:ext uri="{FF2B5EF4-FFF2-40B4-BE49-F238E27FC236}">
                    <a16:creationId xmlns:a16="http://schemas.microsoft.com/office/drawing/2014/main" id="{167253CA-D0A8-0741-9496-D13E157FD2C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7" name="Freeform 54">
                <a:extLst>
                  <a:ext uri="{FF2B5EF4-FFF2-40B4-BE49-F238E27FC236}">
                    <a16:creationId xmlns:a16="http://schemas.microsoft.com/office/drawing/2014/main" id="{AAEC6953-83A2-874E-ADBF-0465A64333B2}"/>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8" name="Freeform 55">
                <a:extLst>
                  <a:ext uri="{FF2B5EF4-FFF2-40B4-BE49-F238E27FC236}">
                    <a16:creationId xmlns:a16="http://schemas.microsoft.com/office/drawing/2014/main" id="{957CB9CB-302C-E549-AC43-9DF1B923719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9" name="Rectangle 56">
                <a:extLst>
                  <a:ext uri="{FF2B5EF4-FFF2-40B4-BE49-F238E27FC236}">
                    <a16:creationId xmlns:a16="http://schemas.microsoft.com/office/drawing/2014/main" id="{8F99BDB1-1EED-6144-8131-8352040ADFF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0" name="Rectangle 57">
                <a:extLst>
                  <a:ext uri="{FF2B5EF4-FFF2-40B4-BE49-F238E27FC236}">
                    <a16:creationId xmlns:a16="http://schemas.microsoft.com/office/drawing/2014/main" id="{73EB39E9-ABCA-804C-888A-05DEFCD7A665}"/>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1" name="Rectangle 58">
                <a:extLst>
                  <a:ext uri="{FF2B5EF4-FFF2-40B4-BE49-F238E27FC236}">
                    <a16:creationId xmlns:a16="http://schemas.microsoft.com/office/drawing/2014/main" id="{6A568574-F775-E742-A2F3-4A85BDDA904F}"/>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2" name="Line 59">
                <a:extLst>
                  <a:ext uri="{FF2B5EF4-FFF2-40B4-BE49-F238E27FC236}">
                    <a16:creationId xmlns:a16="http://schemas.microsoft.com/office/drawing/2014/main" id="{31CBFCFB-B8A0-834B-BA1B-F085F6645DC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73" name="Group 60">
                <a:extLst>
                  <a:ext uri="{FF2B5EF4-FFF2-40B4-BE49-F238E27FC236}">
                    <a16:creationId xmlns:a16="http://schemas.microsoft.com/office/drawing/2014/main" id="{D35E2F6A-C666-0141-851D-46721C33BB8A}"/>
                  </a:ext>
                </a:extLst>
              </p:cNvPr>
              <p:cNvGrpSpPr>
                <a:grpSpLocks/>
              </p:cNvGrpSpPr>
              <p:nvPr/>
            </p:nvGrpSpPr>
            <p:grpSpPr bwMode="auto">
              <a:xfrm>
                <a:off x="3899" y="3918"/>
                <a:ext cx="334" cy="51"/>
                <a:chOff x="3899" y="3918"/>
                <a:chExt cx="334" cy="51"/>
              </a:xfrm>
            </p:grpSpPr>
            <p:sp>
              <p:nvSpPr>
                <p:cNvPr id="118174" name="Freeform 61">
                  <a:extLst>
                    <a:ext uri="{FF2B5EF4-FFF2-40B4-BE49-F238E27FC236}">
                      <a16:creationId xmlns:a16="http://schemas.microsoft.com/office/drawing/2014/main" id="{10247D7A-F923-0646-A3D5-88C6E255405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5" name="Freeform 62">
                  <a:extLst>
                    <a:ext uri="{FF2B5EF4-FFF2-40B4-BE49-F238E27FC236}">
                      <a16:creationId xmlns:a16="http://schemas.microsoft.com/office/drawing/2014/main" id="{2A8421B0-348B-4249-BE24-318B7DE63B9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6" name="Rectangle 63">
                  <a:extLst>
                    <a:ext uri="{FF2B5EF4-FFF2-40B4-BE49-F238E27FC236}">
                      <a16:creationId xmlns:a16="http://schemas.microsoft.com/office/drawing/2014/main" id="{A14934BA-6F1D-FB41-B060-149D7C0383DA}"/>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52" name="Group 64">
              <a:extLst>
                <a:ext uri="{FF2B5EF4-FFF2-40B4-BE49-F238E27FC236}">
                  <a16:creationId xmlns:a16="http://schemas.microsoft.com/office/drawing/2014/main" id="{498B2162-8B39-2F45-8285-114DDDCA29FB}"/>
                </a:ext>
              </a:extLst>
            </p:cNvPr>
            <p:cNvGrpSpPr>
              <a:grpSpLocks/>
            </p:cNvGrpSpPr>
            <p:nvPr/>
          </p:nvGrpSpPr>
          <p:grpSpPr bwMode="auto">
            <a:xfrm>
              <a:off x="3891" y="3616"/>
              <a:ext cx="334" cy="346"/>
              <a:chOff x="3891" y="3616"/>
              <a:chExt cx="334" cy="346"/>
            </a:xfrm>
          </p:grpSpPr>
          <p:sp>
            <p:nvSpPr>
              <p:cNvPr id="118153" name="Freeform 65">
                <a:extLst>
                  <a:ext uri="{FF2B5EF4-FFF2-40B4-BE49-F238E27FC236}">
                    <a16:creationId xmlns:a16="http://schemas.microsoft.com/office/drawing/2014/main" id="{34FF305E-B06E-F849-945B-FE999FE45FE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4" name="Freeform 66">
                <a:extLst>
                  <a:ext uri="{FF2B5EF4-FFF2-40B4-BE49-F238E27FC236}">
                    <a16:creationId xmlns:a16="http://schemas.microsoft.com/office/drawing/2014/main" id="{F2073B33-EBDB-E746-BCDA-497ECE49B85C}"/>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5" name="Freeform 67">
                <a:extLst>
                  <a:ext uri="{FF2B5EF4-FFF2-40B4-BE49-F238E27FC236}">
                    <a16:creationId xmlns:a16="http://schemas.microsoft.com/office/drawing/2014/main" id="{2D2F9772-A292-FC44-9274-66CFCEFF979C}"/>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6" name="Freeform 68">
                <a:extLst>
                  <a:ext uri="{FF2B5EF4-FFF2-40B4-BE49-F238E27FC236}">
                    <a16:creationId xmlns:a16="http://schemas.microsoft.com/office/drawing/2014/main" id="{92FE883C-4D3A-4943-9EF3-EF81B55A501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7" name="Rectangle 69">
                <a:extLst>
                  <a:ext uri="{FF2B5EF4-FFF2-40B4-BE49-F238E27FC236}">
                    <a16:creationId xmlns:a16="http://schemas.microsoft.com/office/drawing/2014/main" id="{3BAE0C92-D7DD-6E49-9CB6-9211CCAC1E73}"/>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8" name="Rectangle 70">
                <a:extLst>
                  <a:ext uri="{FF2B5EF4-FFF2-40B4-BE49-F238E27FC236}">
                    <a16:creationId xmlns:a16="http://schemas.microsoft.com/office/drawing/2014/main" id="{3A9E9FA4-8300-2247-BFDA-4B4EB7DD7BA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9" name="Rectangle 71">
                <a:extLst>
                  <a:ext uri="{FF2B5EF4-FFF2-40B4-BE49-F238E27FC236}">
                    <a16:creationId xmlns:a16="http://schemas.microsoft.com/office/drawing/2014/main" id="{CDE00DA6-BD3B-9047-92B1-BFBD8F5F514A}"/>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60" name="Line 72">
                <a:extLst>
                  <a:ext uri="{FF2B5EF4-FFF2-40B4-BE49-F238E27FC236}">
                    <a16:creationId xmlns:a16="http://schemas.microsoft.com/office/drawing/2014/main" id="{889995EC-8258-9743-B3EF-8D04FD154AA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61" name="Group 73">
                <a:extLst>
                  <a:ext uri="{FF2B5EF4-FFF2-40B4-BE49-F238E27FC236}">
                    <a16:creationId xmlns:a16="http://schemas.microsoft.com/office/drawing/2014/main" id="{96899FE4-87B7-F24D-A6E3-B1B7458581B0}"/>
                  </a:ext>
                </a:extLst>
              </p:cNvPr>
              <p:cNvGrpSpPr>
                <a:grpSpLocks/>
              </p:cNvGrpSpPr>
              <p:nvPr/>
            </p:nvGrpSpPr>
            <p:grpSpPr bwMode="auto">
              <a:xfrm>
                <a:off x="3891" y="3912"/>
                <a:ext cx="334" cy="50"/>
                <a:chOff x="3891" y="3912"/>
                <a:chExt cx="334" cy="50"/>
              </a:xfrm>
            </p:grpSpPr>
            <p:sp>
              <p:nvSpPr>
                <p:cNvPr id="118162" name="Freeform 74">
                  <a:extLst>
                    <a:ext uri="{FF2B5EF4-FFF2-40B4-BE49-F238E27FC236}">
                      <a16:creationId xmlns:a16="http://schemas.microsoft.com/office/drawing/2014/main" id="{BF603D45-4EA7-D04A-B9A4-EC8B8C3CAFD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3" name="Freeform 75">
                  <a:extLst>
                    <a:ext uri="{FF2B5EF4-FFF2-40B4-BE49-F238E27FC236}">
                      <a16:creationId xmlns:a16="http://schemas.microsoft.com/office/drawing/2014/main" id="{1C5BAA42-D746-CF4D-9C1F-CF6CD9BC6EBA}"/>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4" name="Rectangle 76">
                  <a:extLst>
                    <a:ext uri="{FF2B5EF4-FFF2-40B4-BE49-F238E27FC236}">
                      <a16:creationId xmlns:a16="http://schemas.microsoft.com/office/drawing/2014/main" id="{E964FAB4-540D-464C-A8DA-3C42135DC102}"/>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4" name="Group 77">
            <a:extLst>
              <a:ext uri="{FF2B5EF4-FFF2-40B4-BE49-F238E27FC236}">
                <a16:creationId xmlns:a16="http://schemas.microsoft.com/office/drawing/2014/main" id="{50158E44-855C-3E48-8A12-A813949CEEE3}"/>
              </a:ext>
            </a:extLst>
          </p:cNvPr>
          <p:cNvGrpSpPr>
            <a:grpSpLocks/>
          </p:cNvGrpSpPr>
          <p:nvPr/>
        </p:nvGrpSpPr>
        <p:grpSpPr bwMode="auto">
          <a:xfrm>
            <a:off x="4613673" y="4549379"/>
            <a:ext cx="378619" cy="386953"/>
            <a:chOff x="4752" y="3605"/>
            <a:chExt cx="343" cy="353"/>
          </a:xfrm>
        </p:grpSpPr>
        <p:grpSp>
          <p:nvGrpSpPr>
            <p:cNvPr id="118125" name="Group 78">
              <a:extLst>
                <a:ext uri="{FF2B5EF4-FFF2-40B4-BE49-F238E27FC236}">
                  <a16:creationId xmlns:a16="http://schemas.microsoft.com/office/drawing/2014/main" id="{ADBFC2EA-578B-274D-9EE5-43974B3887D3}"/>
                </a:ext>
              </a:extLst>
            </p:cNvPr>
            <p:cNvGrpSpPr>
              <a:grpSpLocks/>
            </p:cNvGrpSpPr>
            <p:nvPr/>
          </p:nvGrpSpPr>
          <p:grpSpPr bwMode="auto">
            <a:xfrm>
              <a:off x="4760" y="3612"/>
              <a:ext cx="335" cy="346"/>
              <a:chOff x="4760" y="3612"/>
              <a:chExt cx="335" cy="346"/>
            </a:xfrm>
          </p:grpSpPr>
          <p:sp>
            <p:nvSpPr>
              <p:cNvPr id="118139" name="Freeform 79">
                <a:extLst>
                  <a:ext uri="{FF2B5EF4-FFF2-40B4-BE49-F238E27FC236}">
                    <a16:creationId xmlns:a16="http://schemas.microsoft.com/office/drawing/2014/main" id="{99728B68-0C1A-5943-B7FB-A43879AC0C4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0" name="Freeform 80">
                <a:extLst>
                  <a:ext uri="{FF2B5EF4-FFF2-40B4-BE49-F238E27FC236}">
                    <a16:creationId xmlns:a16="http://schemas.microsoft.com/office/drawing/2014/main" id="{71C7E95D-3166-CA43-8765-CF8CFF0C0DF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1" name="Freeform 81">
                <a:extLst>
                  <a:ext uri="{FF2B5EF4-FFF2-40B4-BE49-F238E27FC236}">
                    <a16:creationId xmlns:a16="http://schemas.microsoft.com/office/drawing/2014/main" id="{9ED5F2CC-F283-A14F-A258-B7DFAA95013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2" name="Freeform 82">
                <a:extLst>
                  <a:ext uri="{FF2B5EF4-FFF2-40B4-BE49-F238E27FC236}">
                    <a16:creationId xmlns:a16="http://schemas.microsoft.com/office/drawing/2014/main" id="{F5F9AB68-A09F-134E-9F94-019D4E78E734}"/>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3" name="Rectangle 83">
                <a:extLst>
                  <a:ext uri="{FF2B5EF4-FFF2-40B4-BE49-F238E27FC236}">
                    <a16:creationId xmlns:a16="http://schemas.microsoft.com/office/drawing/2014/main" id="{CC925DCB-7A1E-1547-9D0C-0116D2BCB98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4" name="Rectangle 84">
                <a:extLst>
                  <a:ext uri="{FF2B5EF4-FFF2-40B4-BE49-F238E27FC236}">
                    <a16:creationId xmlns:a16="http://schemas.microsoft.com/office/drawing/2014/main" id="{2B9F74F1-B42A-4447-9343-24380043587F}"/>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5" name="Rectangle 85">
                <a:extLst>
                  <a:ext uri="{FF2B5EF4-FFF2-40B4-BE49-F238E27FC236}">
                    <a16:creationId xmlns:a16="http://schemas.microsoft.com/office/drawing/2014/main" id="{C542179C-C579-4E4B-B991-794019D6B59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6" name="Line 86">
                <a:extLst>
                  <a:ext uri="{FF2B5EF4-FFF2-40B4-BE49-F238E27FC236}">
                    <a16:creationId xmlns:a16="http://schemas.microsoft.com/office/drawing/2014/main" id="{C13CD77A-7419-2F45-B0D3-1CBA4ADC177F}"/>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47" name="Group 87">
                <a:extLst>
                  <a:ext uri="{FF2B5EF4-FFF2-40B4-BE49-F238E27FC236}">
                    <a16:creationId xmlns:a16="http://schemas.microsoft.com/office/drawing/2014/main" id="{05DC54F7-3C98-9F4F-B1FD-658F229C8DAC}"/>
                  </a:ext>
                </a:extLst>
              </p:cNvPr>
              <p:cNvGrpSpPr>
                <a:grpSpLocks/>
              </p:cNvGrpSpPr>
              <p:nvPr/>
            </p:nvGrpSpPr>
            <p:grpSpPr bwMode="auto">
              <a:xfrm>
                <a:off x="4760" y="3907"/>
                <a:ext cx="335" cy="51"/>
                <a:chOff x="4760" y="3907"/>
                <a:chExt cx="335" cy="51"/>
              </a:xfrm>
            </p:grpSpPr>
            <p:sp>
              <p:nvSpPr>
                <p:cNvPr id="118148" name="Freeform 88">
                  <a:extLst>
                    <a:ext uri="{FF2B5EF4-FFF2-40B4-BE49-F238E27FC236}">
                      <a16:creationId xmlns:a16="http://schemas.microsoft.com/office/drawing/2014/main" id="{A82C67EC-FF6F-5F49-BEDF-87FD8319DEF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9" name="Freeform 89">
                  <a:extLst>
                    <a:ext uri="{FF2B5EF4-FFF2-40B4-BE49-F238E27FC236}">
                      <a16:creationId xmlns:a16="http://schemas.microsoft.com/office/drawing/2014/main" id="{1879858B-D4C6-AB47-8EEA-37CD99AC7D7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0" name="Rectangle 90">
                  <a:extLst>
                    <a:ext uri="{FF2B5EF4-FFF2-40B4-BE49-F238E27FC236}">
                      <a16:creationId xmlns:a16="http://schemas.microsoft.com/office/drawing/2014/main" id="{CE3E4EC9-7340-0B43-95F7-E14F41A698C5}"/>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26" name="Group 91">
              <a:extLst>
                <a:ext uri="{FF2B5EF4-FFF2-40B4-BE49-F238E27FC236}">
                  <a16:creationId xmlns:a16="http://schemas.microsoft.com/office/drawing/2014/main" id="{8FFC66E8-6A45-9B4C-921B-E272333B8606}"/>
                </a:ext>
              </a:extLst>
            </p:cNvPr>
            <p:cNvGrpSpPr>
              <a:grpSpLocks/>
            </p:cNvGrpSpPr>
            <p:nvPr/>
          </p:nvGrpSpPr>
          <p:grpSpPr bwMode="auto">
            <a:xfrm>
              <a:off x="4752" y="3605"/>
              <a:ext cx="334" cy="347"/>
              <a:chOff x="4752" y="3605"/>
              <a:chExt cx="334" cy="347"/>
            </a:xfrm>
          </p:grpSpPr>
          <p:sp>
            <p:nvSpPr>
              <p:cNvPr id="118127" name="Freeform 92">
                <a:extLst>
                  <a:ext uri="{FF2B5EF4-FFF2-40B4-BE49-F238E27FC236}">
                    <a16:creationId xmlns:a16="http://schemas.microsoft.com/office/drawing/2014/main" id="{60936379-4A70-684C-BA79-D9CE3010C84D}"/>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8" name="Freeform 93">
                <a:extLst>
                  <a:ext uri="{FF2B5EF4-FFF2-40B4-BE49-F238E27FC236}">
                    <a16:creationId xmlns:a16="http://schemas.microsoft.com/office/drawing/2014/main" id="{A14A161C-BEF5-3941-8A28-757DEB34967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9" name="Freeform 94">
                <a:extLst>
                  <a:ext uri="{FF2B5EF4-FFF2-40B4-BE49-F238E27FC236}">
                    <a16:creationId xmlns:a16="http://schemas.microsoft.com/office/drawing/2014/main" id="{4811FED5-F052-1546-87AF-9767DEAAE2B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0" name="Freeform 95">
                <a:extLst>
                  <a:ext uri="{FF2B5EF4-FFF2-40B4-BE49-F238E27FC236}">
                    <a16:creationId xmlns:a16="http://schemas.microsoft.com/office/drawing/2014/main" id="{73322D5B-BC83-4D46-9744-315E6F8F6BB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1" name="Rectangle 96">
                <a:extLst>
                  <a:ext uri="{FF2B5EF4-FFF2-40B4-BE49-F238E27FC236}">
                    <a16:creationId xmlns:a16="http://schemas.microsoft.com/office/drawing/2014/main" id="{679036EB-474C-B946-94BD-9FF6C6E4DA2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2" name="Rectangle 97">
                <a:extLst>
                  <a:ext uri="{FF2B5EF4-FFF2-40B4-BE49-F238E27FC236}">
                    <a16:creationId xmlns:a16="http://schemas.microsoft.com/office/drawing/2014/main" id="{AB564DAF-AD43-2448-A2F2-8D43831853F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3" name="Rectangle 98">
                <a:extLst>
                  <a:ext uri="{FF2B5EF4-FFF2-40B4-BE49-F238E27FC236}">
                    <a16:creationId xmlns:a16="http://schemas.microsoft.com/office/drawing/2014/main" id="{53949D5A-2507-2647-B1C9-9C6480C730CD}"/>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4" name="Line 99">
                <a:extLst>
                  <a:ext uri="{FF2B5EF4-FFF2-40B4-BE49-F238E27FC236}">
                    <a16:creationId xmlns:a16="http://schemas.microsoft.com/office/drawing/2014/main" id="{A0DA2302-B670-834A-A748-967BAFBD88E5}"/>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35" name="Group 100">
                <a:extLst>
                  <a:ext uri="{FF2B5EF4-FFF2-40B4-BE49-F238E27FC236}">
                    <a16:creationId xmlns:a16="http://schemas.microsoft.com/office/drawing/2014/main" id="{132D47E1-B4A4-794C-B2A2-9C2DB6569335}"/>
                  </a:ext>
                </a:extLst>
              </p:cNvPr>
              <p:cNvGrpSpPr>
                <a:grpSpLocks/>
              </p:cNvGrpSpPr>
              <p:nvPr/>
            </p:nvGrpSpPr>
            <p:grpSpPr bwMode="auto">
              <a:xfrm>
                <a:off x="4752" y="3901"/>
                <a:ext cx="334" cy="51"/>
                <a:chOff x="4752" y="3901"/>
                <a:chExt cx="334" cy="51"/>
              </a:xfrm>
            </p:grpSpPr>
            <p:sp>
              <p:nvSpPr>
                <p:cNvPr id="118136" name="Freeform 101">
                  <a:extLst>
                    <a:ext uri="{FF2B5EF4-FFF2-40B4-BE49-F238E27FC236}">
                      <a16:creationId xmlns:a16="http://schemas.microsoft.com/office/drawing/2014/main" id="{5F8C481A-0141-B149-8734-1328C65FC37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7" name="Freeform 102">
                  <a:extLst>
                    <a:ext uri="{FF2B5EF4-FFF2-40B4-BE49-F238E27FC236}">
                      <a16:creationId xmlns:a16="http://schemas.microsoft.com/office/drawing/2014/main" id="{1BE8FF8A-5309-F249-9773-70C8A9A87FB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8" name="Rectangle 103">
                  <a:extLst>
                    <a:ext uri="{FF2B5EF4-FFF2-40B4-BE49-F238E27FC236}">
                      <a16:creationId xmlns:a16="http://schemas.microsoft.com/office/drawing/2014/main" id="{A0FDFEA2-048E-894A-A405-AE442B10B02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5" name="Group 104">
            <a:extLst>
              <a:ext uri="{FF2B5EF4-FFF2-40B4-BE49-F238E27FC236}">
                <a16:creationId xmlns:a16="http://schemas.microsoft.com/office/drawing/2014/main" id="{EAF34564-D096-0E4D-97A2-77C21C1860D4}"/>
              </a:ext>
            </a:extLst>
          </p:cNvPr>
          <p:cNvGrpSpPr>
            <a:grpSpLocks/>
          </p:cNvGrpSpPr>
          <p:nvPr/>
        </p:nvGrpSpPr>
        <p:grpSpPr bwMode="auto">
          <a:xfrm>
            <a:off x="1577579" y="1882379"/>
            <a:ext cx="378619" cy="388144"/>
            <a:chOff x="101" y="1539"/>
            <a:chExt cx="343" cy="352"/>
          </a:xfrm>
        </p:grpSpPr>
        <p:grpSp>
          <p:nvGrpSpPr>
            <p:cNvPr id="118099" name="Group 105">
              <a:extLst>
                <a:ext uri="{FF2B5EF4-FFF2-40B4-BE49-F238E27FC236}">
                  <a16:creationId xmlns:a16="http://schemas.microsoft.com/office/drawing/2014/main" id="{E28443BA-FA29-A043-8529-1D4126FFD474}"/>
                </a:ext>
              </a:extLst>
            </p:cNvPr>
            <p:cNvGrpSpPr>
              <a:grpSpLocks/>
            </p:cNvGrpSpPr>
            <p:nvPr/>
          </p:nvGrpSpPr>
          <p:grpSpPr bwMode="auto">
            <a:xfrm>
              <a:off x="109" y="1545"/>
              <a:ext cx="335" cy="346"/>
              <a:chOff x="109" y="1545"/>
              <a:chExt cx="335" cy="346"/>
            </a:xfrm>
          </p:grpSpPr>
          <p:sp>
            <p:nvSpPr>
              <p:cNvPr id="118113" name="Freeform 106">
                <a:extLst>
                  <a:ext uri="{FF2B5EF4-FFF2-40B4-BE49-F238E27FC236}">
                    <a16:creationId xmlns:a16="http://schemas.microsoft.com/office/drawing/2014/main" id="{F5475C62-99F9-8A49-BF19-0384B6BC7D4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4" name="Freeform 107">
                <a:extLst>
                  <a:ext uri="{FF2B5EF4-FFF2-40B4-BE49-F238E27FC236}">
                    <a16:creationId xmlns:a16="http://schemas.microsoft.com/office/drawing/2014/main" id="{E3E60B0F-C42C-1047-A709-2581BE4F1BC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5" name="Freeform 108">
                <a:extLst>
                  <a:ext uri="{FF2B5EF4-FFF2-40B4-BE49-F238E27FC236}">
                    <a16:creationId xmlns:a16="http://schemas.microsoft.com/office/drawing/2014/main" id="{8F8B9C3D-B90E-4740-95B4-80B5C136EC0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6" name="Freeform 109">
                <a:extLst>
                  <a:ext uri="{FF2B5EF4-FFF2-40B4-BE49-F238E27FC236}">
                    <a16:creationId xmlns:a16="http://schemas.microsoft.com/office/drawing/2014/main" id="{4C7A950F-2363-1F45-8267-9DCC042F2ACA}"/>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7" name="Rectangle 110">
                <a:extLst>
                  <a:ext uri="{FF2B5EF4-FFF2-40B4-BE49-F238E27FC236}">
                    <a16:creationId xmlns:a16="http://schemas.microsoft.com/office/drawing/2014/main" id="{DB91D7D4-5D16-8643-8829-1CD0D299E6CE}"/>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8" name="Rectangle 111">
                <a:extLst>
                  <a:ext uri="{FF2B5EF4-FFF2-40B4-BE49-F238E27FC236}">
                    <a16:creationId xmlns:a16="http://schemas.microsoft.com/office/drawing/2014/main" id="{AAF37E37-55B6-2D4D-9278-EACA56964A7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9" name="Rectangle 112">
                <a:extLst>
                  <a:ext uri="{FF2B5EF4-FFF2-40B4-BE49-F238E27FC236}">
                    <a16:creationId xmlns:a16="http://schemas.microsoft.com/office/drawing/2014/main" id="{D117E5E4-5FBB-1448-A48E-7DFF128F529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20" name="Line 113">
                <a:extLst>
                  <a:ext uri="{FF2B5EF4-FFF2-40B4-BE49-F238E27FC236}">
                    <a16:creationId xmlns:a16="http://schemas.microsoft.com/office/drawing/2014/main" id="{B31AA5CF-B083-4048-8513-188483535C3D}"/>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21" name="Group 114">
                <a:extLst>
                  <a:ext uri="{FF2B5EF4-FFF2-40B4-BE49-F238E27FC236}">
                    <a16:creationId xmlns:a16="http://schemas.microsoft.com/office/drawing/2014/main" id="{45A274F1-6366-D346-B861-5A1D0640383C}"/>
                  </a:ext>
                </a:extLst>
              </p:cNvPr>
              <p:cNvGrpSpPr>
                <a:grpSpLocks/>
              </p:cNvGrpSpPr>
              <p:nvPr/>
            </p:nvGrpSpPr>
            <p:grpSpPr bwMode="auto">
              <a:xfrm>
                <a:off x="109" y="1841"/>
                <a:ext cx="335" cy="50"/>
                <a:chOff x="109" y="1841"/>
                <a:chExt cx="335" cy="50"/>
              </a:xfrm>
            </p:grpSpPr>
            <p:sp>
              <p:nvSpPr>
                <p:cNvPr id="118122" name="Freeform 115">
                  <a:extLst>
                    <a:ext uri="{FF2B5EF4-FFF2-40B4-BE49-F238E27FC236}">
                      <a16:creationId xmlns:a16="http://schemas.microsoft.com/office/drawing/2014/main" id="{8020186A-21D5-C94B-B4E7-5283B9C71E1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3" name="Freeform 116">
                  <a:extLst>
                    <a:ext uri="{FF2B5EF4-FFF2-40B4-BE49-F238E27FC236}">
                      <a16:creationId xmlns:a16="http://schemas.microsoft.com/office/drawing/2014/main" id="{D2A10E44-0FF3-1142-88BE-4D0C09F6E57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4" name="Rectangle 117">
                  <a:extLst>
                    <a:ext uri="{FF2B5EF4-FFF2-40B4-BE49-F238E27FC236}">
                      <a16:creationId xmlns:a16="http://schemas.microsoft.com/office/drawing/2014/main" id="{F49D6403-31A9-A344-BA47-F191733C3D2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00" name="Group 118">
              <a:extLst>
                <a:ext uri="{FF2B5EF4-FFF2-40B4-BE49-F238E27FC236}">
                  <a16:creationId xmlns:a16="http://schemas.microsoft.com/office/drawing/2014/main" id="{8EE88652-89E7-A844-BFF7-46BA1CBDF888}"/>
                </a:ext>
              </a:extLst>
            </p:cNvPr>
            <p:cNvGrpSpPr>
              <a:grpSpLocks/>
            </p:cNvGrpSpPr>
            <p:nvPr/>
          </p:nvGrpSpPr>
          <p:grpSpPr bwMode="auto">
            <a:xfrm>
              <a:off x="101" y="1539"/>
              <a:ext cx="335" cy="346"/>
              <a:chOff x="101" y="1539"/>
              <a:chExt cx="335" cy="346"/>
            </a:xfrm>
          </p:grpSpPr>
          <p:sp>
            <p:nvSpPr>
              <p:cNvPr id="118101" name="Freeform 119">
                <a:extLst>
                  <a:ext uri="{FF2B5EF4-FFF2-40B4-BE49-F238E27FC236}">
                    <a16:creationId xmlns:a16="http://schemas.microsoft.com/office/drawing/2014/main" id="{6F5EC589-CBC6-9F45-B7C9-BEE4E05A2EA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2" name="Freeform 120">
                <a:extLst>
                  <a:ext uri="{FF2B5EF4-FFF2-40B4-BE49-F238E27FC236}">
                    <a16:creationId xmlns:a16="http://schemas.microsoft.com/office/drawing/2014/main" id="{3891BBD9-A7F5-6748-BE28-9DF84C78BD3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3" name="Freeform 121">
                <a:extLst>
                  <a:ext uri="{FF2B5EF4-FFF2-40B4-BE49-F238E27FC236}">
                    <a16:creationId xmlns:a16="http://schemas.microsoft.com/office/drawing/2014/main" id="{F3733B0F-856A-C84F-B410-BBC5FA7E26C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4" name="Freeform 122">
                <a:extLst>
                  <a:ext uri="{FF2B5EF4-FFF2-40B4-BE49-F238E27FC236}">
                    <a16:creationId xmlns:a16="http://schemas.microsoft.com/office/drawing/2014/main" id="{CF8E9BE8-A066-FC47-9A43-4C4E202CDAC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5" name="Rectangle 123">
                <a:extLst>
                  <a:ext uri="{FF2B5EF4-FFF2-40B4-BE49-F238E27FC236}">
                    <a16:creationId xmlns:a16="http://schemas.microsoft.com/office/drawing/2014/main" id="{AFC28DA6-4F08-564F-A658-E301CD590A5F}"/>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6" name="Rectangle 124">
                <a:extLst>
                  <a:ext uri="{FF2B5EF4-FFF2-40B4-BE49-F238E27FC236}">
                    <a16:creationId xmlns:a16="http://schemas.microsoft.com/office/drawing/2014/main" id="{C5F1F4E5-53D0-A841-946A-0693B5EBD34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7" name="Rectangle 125">
                <a:extLst>
                  <a:ext uri="{FF2B5EF4-FFF2-40B4-BE49-F238E27FC236}">
                    <a16:creationId xmlns:a16="http://schemas.microsoft.com/office/drawing/2014/main" id="{C329A692-A60B-434A-9577-63CD34A1F63E}"/>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8" name="Line 126">
                <a:extLst>
                  <a:ext uri="{FF2B5EF4-FFF2-40B4-BE49-F238E27FC236}">
                    <a16:creationId xmlns:a16="http://schemas.microsoft.com/office/drawing/2014/main" id="{88F4E580-F04C-2343-9CE2-3FF7E075F679}"/>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09" name="Group 127">
                <a:extLst>
                  <a:ext uri="{FF2B5EF4-FFF2-40B4-BE49-F238E27FC236}">
                    <a16:creationId xmlns:a16="http://schemas.microsoft.com/office/drawing/2014/main" id="{ADD2B827-CA1F-4748-BF4C-D8DEB1C321C6}"/>
                  </a:ext>
                </a:extLst>
              </p:cNvPr>
              <p:cNvGrpSpPr>
                <a:grpSpLocks/>
              </p:cNvGrpSpPr>
              <p:nvPr/>
            </p:nvGrpSpPr>
            <p:grpSpPr bwMode="auto">
              <a:xfrm>
                <a:off x="101" y="1834"/>
                <a:ext cx="335" cy="51"/>
                <a:chOff x="101" y="1834"/>
                <a:chExt cx="335" cy="51"/>
              </a:xfrm>
            </p:grpSpPr>
            <p:sp>
              <p:nvSpPr>
                <p:cNvPr id="118110" name="Freeform 128">
                  <a:extLst>
                    <a:ext uri="{FF2B5EF4-FFF2-40B4-BE49-F238E27FC236}">
                      <a16:creationId xmlns:a16="http://schemas.microsoft.com/office/drawing/2014/main" id="{D084FA00-3BF3-F543-B37F-6E054D4DD092}"/>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1" name="Freeform 129">
                  <a:extLst>
                    <a:ext uri="{FF2B5EF4-FFF2-40B4-BE49-F238E27FC236}">
                      <a16:creationId xmlns:a16="http://schemas.microsoft.com/office/drawing/2014/main" id="{6662EF5A-92B8-1A41-B54D-01D1E93C270E}"/>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2" name="Rectangle 130">
                  <a:extLst>
                    <a:ext uri="{FF2B5EF4-FFF2-40B4-BE49-F238E27FC236}">
                      <a16:creationId xmlns:a16="http://schemas.microsoft.com/office/drawing/2014/main" id="{5A9A9314-D572-9C47-A029-A5E8648FD086}"/>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6" name="Group 131">
            <a:extLst>
              <a:ext uri="{FF2B5EF4-FFF2-40B4-BE49-F238E27FC236}">
                <a16:creationId xmlns:a16="http://schemas.microsoft.com/office/drawing/2014/main" id="{3AC59048-5EF6-3C4F-B085-CE7BB36F9557}"/>
              </a:ext>
            </a:extLst>
          </p:cNvPr>
          <p:cNvGrpSpPr>
            <a:grpSpLocks/>
          </p:cNvGrpSpPr>
          <p:nvPr/>
        </p:nvGrpSpPr>
        <p:grpSpPr bwMode="auto">
          <a:xfrm>
            <a:off x="7261622" y="2743200"/>
            <a:ext cx="379809" cy="385763"/>
            <a:chOff x="5237" y="2322"/>
            <a:chExt cx="343" cy="352"/>
          </a:xfrm>
        </p:grpSpPr>
        <p:grpSp>
          <p:nvGrpSpPr>
            <p:cNvPr id="118073" name="Group 132">
              <a:extLst>
                <a:ext uri="{FF2B5EF4-FFF2-40B4-BE49-F238E27FC236}">
                  <a16:creationId xmlns:a16="http://schemas.microsoft.com/office/drawing/2014/main" id="{005A6D74-F90E-9240-AE03-14894D10FF32}"/>
                </a:ext>
              </a:extLst>
            </p:cNvPr>
            <p:cNvGrpSpPr>
              <a:grpSpLocks/>
            </p:cNvGrpSpPr>
            <p:nvPr/>
          </p:nvGrpSpPr>
          <p:grpSpPr bwMode="auto">
            <a:xfrm>
              <a:off x="5245" y="2328"/>
              <a:ext cx="335" cy="346"/>
              <a:chOff x="5245" y="2328"/>
              <a:chExt cx="335" cy="346"/>
            </a:xfrm>
          </p:grpSpPr>
          <p:sp>
            <p:nvSpPr>
              <p:cNvPr id="118087" name="Freeform 133">
                <a:extLst>
                  <a:ext uri="{FF2B5EF4-FFF2-40B4-BE49-F238E27FC236}">
                    <a16:creationId xmlns:a16="http://schemas.microsoft.com/office/drawing/2014/main" id="{270682E0-D169-154A-A760-510C9F90BA0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8" name="Freeform 134">
                <a:extLst>
                  <a:ext uri="{FF2B5EF4-FFF2-40B4-BE49-F238E27FC236}">
                    <a16:creationId xmlns:a16="http://schemas.microsoft.com/office/drawing/2014/main" id="{6D280F00-EBAA-C04F-B1C0-B2FD865BEA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9" name="Freeform 135">
                <a:extLst>
                  <a:ext uri="{FF2B5EF4-FFF2-40B4-BE49-F238E27FC236}">
                    <a16:creationId xmlns:a16="http://schemas.microsoft.com/office/drawing/2014/main" id="{7A8A9DDB-E0CE-F64F-8591-E5DD4BABC00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0" name="Freeform 136">
                <a:extLst>
                  <a:ext uri="{FF2B5EF4-FFF2-40B4-BE49-F238E27FC236}">
                    <a16:creationId xmlns:a16="http://schemas.microsoft.com/office/drawing/2014/main" id="{BC861844-B064-6E41-A503-8A39A4ED4A0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1" name="Rectangle 137">
                <a:extLst>
                  <a:ext uri="{FF2B5EF4-FFF2-40B4-BE49-F238E27FC236}">
                    <a16:creationId xmlns:a16="http://schemas.microsoft.com/office/drawing/2014/main" id="{C31352E7-4D0D-504B-9524-94C45CCCA577}"/>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2" name="Rectangle 138">
                <a:extLst>
                  <a:ext uri="{FF2B5EF4-FFF2-40B4-BE49-F238E27FC236}">
                    <a16:creationId xmlns:a16="http://schemas.microsoft.com/office/drawing/2014/main" id="{8724236F-1909-5E46-990A-409503CE37C1}"/>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3" name="Rectangle 139">
                <a:extLst>
                  <a:ext uri="{FF2B5EF4-FFF2-40B4-BE49-F238E27FC236}">
                    <a16:creationId xmlns:a16="http://schemas.microsoft.com/office/drawing/2014/main" id="{B9450948-221A-2B47-9E72-C5C36B2BA6CE}"/>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4" name="Line 140">
                <a:extLst>
                  <a:ext uri="{FF2B5EF4-FFF2-40B4-BE49-F238E27FC236}">
                    <a16:creationId xmlns:a16="http://schemas.microsoft.com/office/drawing/2014/main" id="{F6259B12-D120-D14F-98CD-0909F74B8A7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95" name="Group 141">
                <a:extLst>
                  <a:ext uri="{FF2B5EF4-FFF2-40B4-BE49-F238E27FC236}">
                    <a16:creationId xmlns:a16="http://schemas.microsoft.com/office/drawing/2014/main" id="{80AC48E8-21B3-D646-AD88-E22BFEAC8298}"/>
                  </a:ext>
                </a:extLst>
              </p:cNvPr>
              <p:cNvGrpSpPr>
                <a:grpSpLocks/>
              </p:cNvGrpSpPr>
              <p:nvPr/>
            </p:nvGrpSpPr>
            <p:grpSpPr bwMode="auto">
              <a:xfrm>
                <a:off x="5245" y="2624"/>
                <a:ext cx="335" cy="50"/>
                <a:chOff x="5245" y="2624"/>
                <a:chExt cx="335" cy="50"/>
              </a:xfrm>
            </p:grpSpPr>
            <p:sp>
              <p:nvSpPr>
                <p:cNvPr id="118096" name="Freeform 142">
                  <a:extLst>
                    <a:ext uri="{FF2B5EF4-FFF2-40B4-BE49-F238E27FC236}">
                      <a16:creationId xmlns:a16="http://schemas.microsoft.com/office/drawing/2014/main" id="{F4604D63-AD4A-174C-B4C2-A7D55119AA02}"/>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7" name="Freeform 143">
                  <a:extLst>
                    <a:ext uri="{FF2B5EF4-FFF2-40B4-BE49-F238E27FC236}">
                      <a16:creationId xmlns:a16="http://schemas.microsoft.com/office/drawing/2014/main" id="{81684BB5-3258-FE4A-A8AD-D62D214396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8" name="Rectangle 144">
                  <a:extLst>
                    <a:ext uri="{FF2B5EF4-FFF2-40B4-BE49-F238E27FC236}">
                      <a16:creationId xmlns:a16="http://schemas.microsoft.com/office/drawing/2014/main" id="{677DE827-E0E0-FE46-9181-6CBFCE210490}"/>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74" name="Group 145">
              <a:extLst>
                <a:ext uri="{FF2B5EF4-FFF2-40B4-BE49-F238E27FC236}">
                  <a16:creationId xmlns:a16="http://schemas.microsoft.com/office/drawing/2014/main" id="{5E31604E-8642-B141-A26F-C17C0E396C1A}"/>
                </a:ext>
              </a:extLst>
            </p:cNvPr>
            <p:cNvGrpSpPr>
              <a:grpSpLocks/>
            </p:cNvGrpSpPr>
            <p:nvPr/>
          </p:nvGrpSpPr>
          <p:grpSpPr bwMode="auto">
            <a:xfrm>
              <a:off x="5237" y="2322"/>
              <a:ext cx="335" cy="346"/>
              <a:chOff x="5237" y="2322"/>
              <a:chExt cx="335" cy="346"/>
            </a:xfrm>
          </p:grpSpPr>
          <p:sp>
            <p:nvSpPr>
              <p:cNvPr id="118075" name="Freeform 146">
                <a:extLst>
                  <a:ext uri="{FF2B5EF4-FFF2-40B4-BE49-F238E27FC236}">
                    <a16:creationId xmlns:a16="http://schemas.microsoft.com/office/drawing/2014/main" id="{5071B804-66AB-8843-A8E1-C827DCD81484}"/>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6" name="Freeform 147">
                <a:extLst>
                  <a:ext uri="{FF2B5EF4-FFF2-40B4-BE49-F238E27FC236}">
                    <a16:creationId xmlns:a16="http://schemas.microsoft.com/office/drawing/2014/main" id="{A2AEB888-8AA8-7A48-AE56-1C50D37B07C2}"/>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7" name="Freeform 148">
                <a:extLst>
                  <a:ext uri="{FF2B5EF4-FFF2-40B4-BE49-F238E27FC236}">
                    <a16:creationId xmlns:a16="http://schemas.microsoft.com/office/drawing/2014/main" id="{27B15B43-AF79-AE40-857B-03B4686C57A3}"/>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8" name="Freeform 149">
                <a:extLst>
                  <a:ext uri="{FF2B5EF4-FFF2-40B4-BE49-F238E27FC236}">
                    <a16:creationId xmlns:a16="http://schemas.microsoft.com/office/drawing/2014/main" id="{68542AD7-1102-B14E-BB97-C5B86E4CB3A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9" name="Rectangle 150">
                <a:extLst>
                  <a:ext uri="{FF2B5EF4-FFF2-40B4-BE49-F238E27FC236}">
                    <a16:creationId xmlns:a16="http://schemas.microsoft.com/office/drawing/2014/main" id="{9583B08F-7BB7-F44F-A64E-0170F3D50122}"/>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0" name="Rectangle 151">
                <a:extLst>
                  <a:ext uri="{FF2B5EF4-FFF2-40B4-BE49-F238E27FC236}">
                    <a16:creationId xmlns:a16="http://schemas.microsoft.com/office/drawing/2014/main" id="{FB82AFC6-DFDE-7D49-96BF-2B130C2858E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1" name="Rectangle 152">
                <a:extLst>
                  <a:ext uri="{FF2B5EF4-FFF2-40B4-BE49-F238E27FC236}">
                    <a16:creationId xmlns:a16="http://schemas.microsoft.com/office/drawing/2014/main" id="{5D0ABEBD-80B5-434E-8AAC-7E8C61ACE457}"/>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2" name="Line 153">
                <a:extLst>
                  <a:ext uri="{FF2B5EF4-FFF2-40B4-BE49-F238E27FC236}">
                    <a16:creationId xmlns:a16="http://schemas.microsoft.com/office/drawing/2014/main" id="{96CC7934-E5AD-7145-94FE-6B3063D9D22F}"/>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83" name="Group 154">
                <a:extLst>
                  <a:ext uri="{FF2B5EF4-FFF2-40B4-BE49-F238E27FC236}">
                    <a16:creationId xmlns:a16="http://schemas.microsoft.com/office/drawing/2014/main" id="{FBBBE04D-1331-304B-8692-5A727F5D4C2D}"/>
                  </a:ext>
                </a:extLst>
              </p:cNvPr>
              <p:cNvGrpSpPr>
                <a:grpSpLocks/>
              </p:cNvGrpSpPr>
              <p:nvPr/>
            </p:nvGrpSpPr>
            <p:grpSpPr bwMode="auto">
              <a:xfrm>
                <a:off x="5237" y="2617"/>
                <a:ext cx="335" cy="51"/>
                <a:chOff x="5237" y="2617"/>
                <a:chExt cx="335" cy="51"/>
              </a:xfrm>
            </p:grpSpPr>
            <p:sp>
              <p:nvSpPr>
                <p:cNvPr id="118084" name="Freeform 155">
                  <a:extLst>
                    <a:ext uri="{FF2B5EF4-FFF2-40B4-BE49-F238E27FC236}">
                      <a16:creationId xmlns:a16="http://schemas.microsoft.com/office/drawing/2014/main" id="{A63805AB-7170-304A-9CF8-D6A22167201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5" name="Freeform 156">
                  <a:extLst>
                    <a:ext uri="{FF2B5EF4-FFF2-40B4-BE49-F238E27FC236}">
                      <a16:creationId xmlns:a16="http://schemas.microsoft.com/office/drawing/2014/main" id="{3057EE38-2408-3943-A31D-3A4CEF1C40B8}"/>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6" name="Rectangle 157">
                  <a:extLst>
                    <a:ext uri="{FF2B5EF4-FFF2-40B4-BE49-F238E27FC236}">
                      <a16:creationId xmlns:a16="http://schemas.microsoft.com/office/drawing/2014/main" id="{4414F124-ACF2-4E4F-B733-39541A1B8B4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7" name="Group 158">
            <a:extLst>
              <a:ext uri="{FF2B5EF4-FFF2-40B4-BE49-F238E27FC236}">
                <a16:creationId xmlns:a16="http://schemas.microsoft.com/office/drawing/2014/main" id="{B5C06C4B-1BDA-6B45-8C6B-D49AF1A02327}"/>
              </a:ext>
            </a:extLst>
          </p:cNvPr>
          <p:cNvGrpSpPr>
            <a:grpSpLocks/>
          </p:cNvGrpSpPr>
          <p:nvPr/>
        </p:nvGrpSpPr>
        <p:grpSpPr bwMode="auto">
          <a:xfrm>
            <a:off x="7261622" y="1935956"/>
            <a:ext cx="379809" cy="386954"/>
            <a:chOff x="5237" y="1587"/>
            <a:chExt cx="343" cy="353"/>
          </a:xfrm>
        </p:grpSpPr>
        <p:grpSp>
          <p:nvGrpSpPr>
            <p:cNvPr id="118047" name="Group 159">
              <a:extLst>
                <a:ext uri="{FF2B5EF4-FFF2-40B4-BE49-F238E27FC236}">
                  <a16:creationId xmlns:a16="http://schemas.microsoft.com/office/drawing/2014/main" id="{AD37802C-B53F-7249-9B40-CBE06BDBC74F}"/>
                </a:ext>
              </a:extLst>
            </p:cNvPr>
            <p:cNvGrpSpPr>
              <a:grpSpLocks/>
            </p:cNvGrpSpPr>
            <p:nvPr/>
          </p:nvGrpSpPr>
          <p:grpSpPr bwMode="auto">
            <a:xfrm>
              <a:off x="5245" y="1594"/>
              <a:ext cx="335" cy="346"/>
              <a:chOff x="5245" y="1594"/>
              <a:chExt cx="335" cy="346"/>
            </a:xfrm>
          </p:grpSpPr>
          <p:sp>
            <p:nvSpPr>
              <p:cNvPr id="118061" name="Freeform 160">
                <a:extLst>
                  <a:ext uri="{FF2B5EF4-FFF2-40B4-BE49-F238E27FC236}">
                    <a16:creationId xmlns:a16="http://schemas.microsoft.com/office/drawing/2014/main" id="{A877AF5A-F18D-7A4E-8772-640AE6AC99D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2" name="Freeform 161">
                <a:extLst>
                  <a:ext uri="{FF2B5EF4-FFF2-40B4-BE49-F238E27FC236}">
                    <a16:creationId xmlns:a16="http://schemas.microsoft.com/office/drawing/2014/main" id="{90E6F57B-67A5-274D-B031-5F1852D8BA5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3" name="Freeform 162">
                <a:extLst>
                  <a:ext uri="{FF2B5EF4-FFF2-40B4-BE49-F238E27FC236}">
                    <a16:creationId xmlns:a16="http://schemas.microsoft.com/office/drawing/2014/main" id="{FC744413-9F62-E342-8BAF-56C5609CF582}"/>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4" name="Freeform 163">
                <a:extLst>
                  <a:ext uri="{FF2B5EF4-FFF2-40B4-BE49-F238E27FC236}">
                    <a16:creationId xmlns:a16="http://schemas.microsoft.com/office/drawing/2014/main" id="{F17D5B4B-5BD4-5F43-B3D3-5F41C56C3C54}"/>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5" name="Rectangle 164">
                <a:extLst>
                  <a:ext uri="{FF2B5EF4-FFF2-40B4-BE49-F238E27FC236}">
                    <a16:creationId xmlns:a16="http://schemas.microsoft.com/office/drawing/2014/main" id="{71820583-0495-C14B-845E-35F58790D9AC}"/>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6" name="Rectangle 165">
                <a:extLst>
                  <a:ext uri="{FF2B5EF4-FFF2-40B4-BE49-F238E27FC236}">
                    <a16:creationId xmlns:a16="http://schemas.microsoft.com/office/drawing/2014/main" id="{0A055B3F-2DA1-DC4F-9620-27583AF19DC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7" name="Rectangle 166">
                <a:extLst>
                  <a:ext uri="{FF2B5EF4-FFF2-40B4-BE49-F238E27FC236}">
                    <a16:creationId xmlns:a16="http://schemas.microsoft.com/office/drawing/2014/main" id="{EBD18EFF-54FE-F148-AA60-11EEA664A24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8" name="Line 167">
                <a:extLst>
                  <a:ext uri="{FF2B5EF4-FFF2-40B4-BE49-F238E27FC236}">
                    <a16:creationId xmlns:a16="http://schemas.microsoft.com/office/drawing/2014/main" id="{7005CA8F-BEBE-3046-B04E-DC1DE643746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69" name="Group 168">
                <a:extLst>
                  <a:ext uri="{FF2B5EF4-FFF2-40B4-BE49-F238E27FC236}">
                    <a16:creationId xmlns:a16="http://schemas.microsoft.com/office/drawing/2014/main" id="{3DF6A37A-2213-E84D-9FD0-2F240014A4D4}"/>
                  </a:ext>
                </a:extLst>
              </p:cNvPr>
              <p:cNvGrpSpPr>
                <a:grpSpLocks/>
              </p:cNvGrpSpPr>
              <p:nvPr/>
            </p:nvGrpSpPr>
            <p:grpSpPr bwMode="auto">
              <a:xfrm>
                <a:off x="5245" y="1889"/>
                <a:ext cx="335" cy="51"/>
                <a:chOff x="5245" y="1889"/>
                <a:chExt cx="335" cy="51"/>
              </a:xfrm>
            </p:grpSpPr>
            <p:sp>
              <p:nvSpPr>
                <p:cNvPr id="118070" name="Freeform 169">
                  <a:extLst>
                    <a:ext uri="{FF2B5EF4-FFF2-40B4-BE49-F238E27FC236}">
                      <a16:creationId xmlns:a16="http://schemas.microsoft.com/office/drawing/2014/main" id="{0585EF21-5A8A-4242-BDF5-BF9CF00021F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1" name="Freeform 170">
                  <a:extLst>
                    <a:ext uri="{FF2B5EF4-FFF2-40B4-BE49-F238E27FC236}">
                      <a16:creationId xmlns:a16="http://schemas.microsoft.com/office/drawing/2014/main" id="{34B6B8CD-05EE-C044-9C9C-E8D8BF82DA87}"/>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2" name="Rectangle 171">
                  <a:extLst>
                    <a:ext uri="{FF2B5EF4-FFF2-40B4-BE49-F238E27FC236}">
                      <a16:creationId xmlns:a16="http://schemas.microsoft.com/office/drawing/2014/main" id="{DE232CF5-EAC3-9548-B9C6-41BB5EF8A15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48" name="Group 172">
              <a:extLst>
                <a:ext uri="{FF2B5EF4-FFF2-40B4-BE49-F238E27FC236}">
                  <a16:creationId xmlns:a16="http://schemas.microsoft.com/office/drawing/2014/main" id="{0EE06F88-2543-9747-B1B0-D5D2422F7284}"/>
                </a:ext>
              </a:extLst>
            </p:cNvPr>
            <p:cNvGrpSpPr>
              <a:grpSpLocks/>
            </p:cNvGrpSpPr>
            <p:nvPr/>
          </p:nvGrpSpPr>
          <p:grpSpPr bwMode="auto">
            <a:xfrm>
              <a:off x="5237" y="1587"/>
              <a:ext cx="335" cy="346"/>
              <a:chOff x="5237" y="1587"/>
              <a:chExt cx="335" cy="346"/>
            </a:xfrm>
          </p:grpSpPr>
          <p:sp>
            <p:nvSpPr>
              <p:cNvPr id="118049" name="Freeform 173">
                <a:extLst>
                  <a:ext uri="{FF2B5EF4-FFF2-40B4-BE49-F238E27FC236}">
                    <a16:creationId xmlns:a16="http://schemas.microsoft.com/office/drawing/2014/main" id="{A2279933-2037-914D-84A6-80710FE722D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0" name="Freeform 174">
                <a:extLst>
                  <a:ext uri="{FF2B5EF4-FFF2-40B4-BE49-F238E27FC236}">
                    <a16:creationId xmlns:a16="http://schemas.microsoft.com/office/drawing/2014/main" id="{A0772943-E91F-6649-8D89-D5D4078257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1" name="Freeform 175">
                <a:extLst>
                  <a:ext uri="{FF2B5EF4-FFF2-40B4-BE49-F238E27FC236}">
                    <a16:creationId xmlns:a16="http://schemas.microsoft.com/office/drawing/2014/main" id="{398B1357-E449-8341-84AB-EB29562A668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2" name="Freeform 176">
                <a:extLst>
                  <a:ext uri="{FF2B5EF4-FFF2-40B4-BE49-F238E27FC236}">
                    <a16:creationId xmlns:a16="http://schemas.microsoft.com/office/drawing/2014/main" id="{DFBFD7F0-AD1B-4A41-932B-C49C3244562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3" name="Rectangle 177">
                <a:extLst>
                  <a:ext uri="{FF2B5EF4-FFF2-40B4-BE49-F238E27FC236}">
                    <a16:creationId xmlns:a16="http://schemas.microsoft.com/office/drawing/2014/main" id="{77DB5C9E-85B3-B040-966E-69EB5E803C7C}"/>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4" name="Rectangle 178">
                <a:extLst>
                  <a:ext uri="{FF2B5EF4-FFF2-40B4-BE49-F238E27FC236}">
                    <a16:creationId xmlns:a16="http://schemas.microsoft.com/office/drawing/2014/main" id="{37C8748E-A589-DE4F-895B-979CD18D1608}"/>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5" name="Rectangle 179">
                <a:extLst>
                  <a:ext uri="{FF2B5EF4-FFF2-40B4-BE49-F238E27FC236}">
                    <a16:creationId xmlns:a16="http://schemas.microsoft.com/office/drawing/2014/main" id="{08BC88B2-D5B9-EB45-B8C7-F1F589A8457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6" name="Line 180">
                <a:extLst>
                  <a:ext uri="{FF2B5EF4-FFF2-40B4-BE49-F238E27FC236}">
                    <a16:creationId xmlns:a16="http://schemas.microsoft.com/office/drawing/2014/main" id="{93584C01-B5C2-2947-B36E-B2112B9C413B}"/>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57" name="Group 181">
                <a:extLst>
                  <a:ext uri="{FF2B5EF4-FFF2-40B4-BE49-F238E27FC236}">
                    <a16:creationId xmlns:a16="http://schemas.microsoft.com/office/drawing/2014/main" id="{7A817260-2AFA-D74B-AFC9-A34E89AE6ED2}"/>
                  </a:ext>
                </a:extLst>
              </p:cNvPr>
              <p:cNvGrpSpPr>
                <a:grpSpLocks/>
              </p:cNvGrpSpPr>
              <p:nvPr/>
            </p:nvGrpSpPr>
            <p:grpSpPr bwMode="auto">
              <a:xfrm>
                <a:off x="5237" y="1883"/>
                <a:ext cx="335" cy="50"/>
                <a:chOff x="5237" y="1883"/>
                <a:chExt cx="335" cy="50"/>
              </a:xfrm>
            </p:grpSpPr>
            <p:sp>
              <p:nvSpPr>
                <p:cNvPr id="118058" name="Freeform 182">
                  <a:extLst>
                    <a:ext uri="{FF2B5EF4-FFF2-40B4-BE49-F238E27FC236}">
                      <a16:creationId xmlns:a16="http://schemas.microsoft.com/office/drawing/2014/main" id="{B2B26A46-5442-4649-B039-AE77866389A8}"/>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9" name="Freeform 183">
                  <a:extLst>
                    <a:ext uri="{FF2B5EF4-FFF2-40B4-BE49-F238E27FC236}">
                      <a16:creationId xmlns:a16="http://schemas.microsoft.com/office/drawing/2014/main" id="{023941F9-5770-F14F-BF19-A3A7268D53DE}"/>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0" name="Rectangle 184">
                  <a:extLst>
                    <a:ext uri="{FF2B5EF4-FFF2-40B4-BE49-F238E27FC236}">
                      <a16:creationId xmlns:a16="http://schemas.microsoft.com/office/drawing/2014/main" id="{EB225BC0-421D-3F48-BD33-2DE78C99C29B}"/>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788" name="Rectangle 185">
            <a:extLst>
              <a:ext uri="{FF2B5EF4-FFF2-40B4-BE49-F238E27FC236}">
                <a16:creationId xmlns:a16="http://schemas.microsoft.com/office/drawing/2014/main" id="{39750620-8774-814D-BD0C-6E22AF87B695}"/>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9" name="Rectangle 186">
            <a:extLst>
              <a:ext uri="{FF2B5EF4-FFF2-40B4-BE49-F238E27FC236}">
                <a16:creationId xmlns:a16="http://schemas.microsoft.com/office/drawing/2014/main" id="{7EC401E6-B66A-E245-B764-CD82A4EB2DEA}"/>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7790" name="Rectangle 187">
            <a:extLst>
              <a:ext uri="{FF2B5EF4-FFF2-40B4-BE49-F238E27FC236}">
                <a16:creationId xmlns:a16="http://schemas.microsoft.com/office/drawing/2014/main" id="{4F32DEDE-CE91-AC42-951B-CEA408FB5269}"/>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1" name="Rectangle 188">
            <a:extLst>
              <a:ext uri="{FF2B5EF4-FFF2-40B4-BE49-F238E27FC236}">
                <a16:creationId xmlns:a16="http://schemas.microsoft.com/office/drawing/2014/main" id="{BFC045EE-106B-3A4B-B566-2E8F8B8D7A9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7792" name="Rectangle 189">
            <a:extLst>
              <a:ext uri="{FF2B5EF4-FFF2-40B4-BE49-F238E27FC236}">
                <a16:creationId xmlns:a16="http://schemas.microsoft.com/office/drawing/2014/main" id="{86E9D2F9-1355-584B-9FC7-C2B5ED22F7D9}"/>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3" name="Rectangle 190">
            <a:extLst>
              <a:ext uri="{FF2B5EF4-FFF2-40B4-BE49-F238E27FC236}">
                <a16:creationId xmlns:a16="http://schemas.microsoft.com/office/drawing/2014/main" id="{D038D868-8671-1140-991D-4889E943053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7794" name="Rectangle 191">
            <a:extLst>
              <a:ext uri="{FF2B5EF4-FFF2-40B4-BE49-F238E27FC236}">
                <a16:creationId xmlns:a16="http://schemas.microsoft.com/office/drawing/2014/main" id="{7710C0C7-9622-3A4F-822B-C75FE1D3F477}"/>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5" name="Rectangle 192">
            <a:extLst>
              <a:ext uri="{FF2B5EF4-FFF2-40B4-BE49-F238E27FC236}">
                <a16:creationId xmlns:a16="http://schemas.microsoft.com/office/drawing/2014/main" id="{5AE61101-1779-694C-8466-55326A49C563}"/>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7796" name="Rectangle 193">
            <a:extLst>
              <a:ext uri="{FF2B5EF4-FFF2-40B4-BE49-F238E27FC236}">
                <a16:creationId xmlns:a16="http://schemas.microsoft.com/office/drawing/2014/main" id="{0AE472A1-1AB6-FE45-BA23-4EB05E097378}"/>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97" name="Group 194">
            <a:extLst>
              <a:ext uri="{FF2B5EF4-FFF2-40B4-BE49-F238E27FC236}">
                <a16:creationId xmlns:a16="http://schemas.microsoft.com/office/drawing/2014/main" id="{DAD9D0C0-4469-5D44-81B2-B84311CF845F}"/>
              </a:ext>
            </a:extLst>
          </p:cNvPr>
          <p:cNvGrpSpPr>
            <a:grpSpLocks/>
          </p:cNvGrpSpPr>
          <p:nvPr/>
        </p:nvGrpSpPr>
        <p:grpSpPr bwMode="auto">
          <a:xfrm>
            <a:off x="4010025" y="1972866"/>
            <a:ext cx="485775" cy="289322"/>
            <a:chOff x="2299" y="1622"/>
            <a:chExt cx="439" cy="262"/>
          </a:xfrm>
        </p:grpSpPr>
        <p:sp>
          <p:nvSpPr>
            <p:cNvPr id="118022" name="Oval 195">
              <a:extLst>
                <a:ext uri="{FF2B5EF4-FFF2-40B4-BE49-F238E27FC236}">
                  <a16:creationId xmlns:a16="http://schemas.microsoft.com/office/drawing/2014/main" id="{D869BD81-6C4B-EB4B-96C8-571E5E031CA5}"/>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3" name="Rectangle 196">
              <a:extLst>
                <a:ext uri="{FF2B5EF4-FFF2-40B4-BE49-F238E27FC236}">
                  <a16:creationId xmlns:a16="http://schemas.microsoft.com/office/drawing/2014/main" id="{41523A0F-FF54-D146-9C2B-1A1620D718E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4" name="Rectangle 197">
              <a:extLst>
                <a:ext uri="{FF2B5EF4-FFF2-40B4-BE49-F238E27FC236}">
                  <a16:creationId xmlns:a16="http://schemas.microsoft.com/office/drawing/2014/main" id="{A2FC6E53-E3A9-E849-B219-96E14A61B41F}"/>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5" name="Oval 198">
              <a:extLst>
                <a:ext uri="{FF2B5EF4-FFF2-40B4-BE49-F238E27FC236}">
                  <a16:creationId xmlns:a16="http://schemas.microsoft.com/office/drawing/2014/main" id="{6B1B11C6-A5D9-274F-950A-B62BFB69E0B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26" name="Group 199">
              <a:extLst>
                <a:ext uri="{FF2B5EF4-FFF2-40B4-BE49-F238E27FC236}">
                  <a16:creationId xmlns:a16="http://schemas.microsoft.com/office/drawing/2014/main" id="{ABF5DA55-833C-BE41-917E-D60F6B8B6AEF}"/>
                </a:ext>
              </a:extLst>
            </p:cNvPr>
            <p:cNvGrpSpPr>
              <a:grpSpLocks/>
            </p:cNvGrpSpPr>
            <p:nvPr/>
          </p:nvGrpSpPr>
          <p:grpSpPr bwMode="auto">
            <a:xfrm>
              <a:off x="2365" y="1640"/>
              <a:ext cx="304" cy="117"/>
              <a:chOff x="2365" y="1640"/>
              <a:chExt cx="304" cy="117"/>
            </a:xfrm>
          </p:grpSpPr>
          <p:grpSp>
            <p:nvGrpSpPr>
              <p:cNvPr id="118029" name="Group 200">
                <a:extLst>
                  <a:ext uri="{FF2B5EF4-FFF2-40B4-BE49-F238E27FC236}">
                    <a16:creationId xmlns:a16="http://schemas.microsoft.com/office/drawing/2014/main" id="{B9C6508F-4D64-374D-84DA-CF3063ACD1DD}"/>
                  </a:ext>
                </a:extLst>
              </p:cNvPr>
              <p:cNvGrpSpPr>
                <a:grpSpLocks/>
              </p:cNvGrpSpPr>
              <p:nvPr/>
            </p:nvGrpSpPr>
            <p:grpSpPr bwMode="auto">
              <a:xfrm>
                <a:off x="2365" y="1640"/>
                <a:ext cx="302" cy="115"/>
                <a:chOff x="2365" y="1640"/>
                <a:chExt cx="302" cy="115"/>
              </a:xfrm>
            </p:grpSpPr>
            <p:sp>
              <p:nvSpPr>
                <p:cNvPr id="118039" name="Freeform 201">
                  <a:extLst>
                    <a:ext uri="{FF2B5EF4-FFF2-40B4-BE49-F238E27FC236}">
                      <a16:creationId xmlns:a16="http://schemas.microsoft.com/office/drawing/2014/main" id="{64A63C06-EAF4-8B44-A92A-54C13D44B2AD}"/>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0" name="Freeform 202">
                  <a:extLst>
                    <a:ext uri="{FF2B5EF4-FFF2-40B4-BE49-F238E27FC236}">
                      <a16:creationId xmlns:a16="http://schemas.microsoft.com/office/drawing/2014/main" id="{D86F72E8-C665-954A-94B9-F623E29B45E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1" name="Freeform 203">
                  <a:extLst>
                    <a:ext uri="{FF2B5EF4-FFF2-40B4-BE49-F238E27FC236}">
                      <a16:creationId xmlns:a16="http://schemas.microsoft.com/office/drawing/2014/main" id="{C6F9B1C9-EDEB-374E-860A-4BA61DACCE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2" name="Freeform 204">
                  <a:extLst>
                    <a:ext uri="{FF2B5EF4-FFF2-40B4-BE49-F238E27FC236}">
                      <a16:creationId xmlns:a16="http://schemas.microsoft.com/office/drawing/2014/main" id="{389DE792-C53C-1D4D-9F6A-A7ADB08170C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3" name="Freeform 205">
                  <a:extLst>
                    <a:ext uri="{FF2B5EF4-FFF2-40B4-BE49-F238E27FC236}">
                      <a16:creationId xmlns:a16="http://schemas.microsoft.com/office/drawing/2014/main" id="{7DF25D41-8330-D342-88EA-E12A836C076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4" name="Freeform 206">
                  <a:extLst>
                    <a:ext uri="{FF2B5EF4-FFF2-40B4-BE49-F238E27FC236}">
                      <a16:creationId xmlns:a16="http://schemas.microsoft.com/office/drawing/2014/main" id="{997825AC-8634-0342-9BA2-825E8AD4D78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5" name="Freeform 207">
                  <a:extLst>
                    <a:ext uri="{FF2B5EF4-FFF2-40B4-BE49-F238E27FC236}">
                      <a16:creationId xmlns:a16="http://schemas.microsoft.com/office/drawing/2014/main" id="{DAD68ADF-809D-F64F-BBF5-2778A1CB75F3}"/>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6" name="Freeform 208">
                  <a:extLst>
                    <a:ext uri="{FF2B5EF4-FFF2-40B4-BE49-F238E27FC236}">
                      <a16:creationId xmlns:a16="http://schemas.microsoft.com/office/drawing/2014/main" id="{B4DD467B-6E98-6C47-8885-5DE2865584A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30" name="Group 209">
                <a:extLst>
                  <a:ext uri="{FF2B5EF4-FFF2-40B4-BE49-F238E27FC236}">
                    <a16:creationId xmlns:a16="http://schemas.microsoft.com/office/drawing/2014/main" id="{82E6B54B-DE32-AD4E-B156-B3E1C72C8EA9}"/>
                  </a:ext>
                </a:extLst>
              </p:cNvPr>
              <p:cNvGrpSpPr>
                <a:grpSpLocks/>
              </p:cNvGrpSpPr>
              <p:nvPr/>
            </p:nvGrpSpPr>
            <p:grpSpPr bwMode="auto">
              <a:xfrm>
                <a:off x="2368" y="1643"/>
                <a:ext cx="301" cy="114"/>
                <a:chOff x="2368" y="1643"/>
                <a:chExt cx="301" cy="114"/>
              </a:xfrm>
            </p:grpSpPr>
            <p:sp>
              <p:nvSpPr>
                <p:cNvPr id="118031" name="Freeform 210">
                  <a:extLst>
                    <a:ext uri="{FF2B5EF4-FFF2-40B4-BE49-F238E27FC236}">
                      <a16:creationId xmlns:a16="http://schemas.microsoft.com/office/drawing/2014/main" id="{94C3FBEA-4CCD-7D41-8AC1-7A9F37697040}"/>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2" name="Freeform 211">
                  <a:extLst>
                    <a:ext uri="{FF2B5EF4-FFF2-40B4-BE49-F238E27FC236}">
                      <a16:creationId xmlns:a16="http://schemas.microsoft.com/office/drawing/2014/main" id="{A6D3301D-4558-1941-8957-458FF375F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3" name="Freeform 212">
                  <a:extLst>
                    <a:ext uri="{FF2B5EF4-FFF2-40B4-BE49-F238E27FC236}">
                      <a16:creationId xmlns:a16="http://schemas.microsoft.com/office/drawing/2014/main" id="{B14CBBD9-21C1-8D48-B88A-0045194FC6B2}"/>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4" name="Freeform 213">
                  <a:extLst>
                    <a:ext uri="{FF2B5EF4-FFF2-40B4-BE49-F238E27FC236}">
                      <a16:creationId xmlns:a16="http://schemas.microsoft.com/office/drawing/2014/main" id="{677729C0-379F-464D-AEF9-47D7DF4B75A3}"/>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5" name="Freeform 214">
                  <a:extLst>
                    <a:ext uri="{FF2B5EF4-FFF2-40B4-BE49-F238E27FC236}">
                      <a16:creationId xmlns:a16="http://schemas.microsoft.com/office/drawing/2014/main" id="{44BC45B7-2B82-0342-AD34-5CBE1828044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6" name="Freeform 215">
                  <a:extLst>
                    <a:ext uri="{FF2B5EF4-FFF2-40B4-BE49-F238E27FC236}">
                      <a16:creationId xmlns:a16="http://schemas.microsoft.com/office/drawing/2014/main" id="{1B12A373-8583-0B4E-83EA-C232796E83A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7" name="Freeform 216">
                  <a:extLst>
                    <a:ext uri="{FF2B5EF4-FFF2-40B4-BE49-F238E27FC236}">
                      <a16:creationId xmlns:a16="http://schemas.microsoft.com/office/drawing/2014/main" id="{81C7E6B1-7AB4-6941-ABFF-DFBCE54015A0}"/>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8" name="Freeform 217">
                  <a:extLst>
                    <a:ext uri="{FF2B5EF4-FFF2-40B4-BE49-F238E27FC236}">
                      <a16:creationId xmlns:a16="http://schemas.microsoft.com/office/drawing/2014/main" id="{59F2E908-518D-ED4B-B72A-97B521A6520E}"/>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27" name="Line 218">
              <a:extLst>
                <a:ext uri="{FF2B5EF4-FFF2-40B4-BE49-F238E27FC236}">
                  <a16:creationId xmlns:a16="http://schemas.microsoft.com/office/drawing/2014/main" id="{E5354840-1CC2-134A-97CB-FDEAC6A9266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28" name="Line 219">
              <a:extLst>
                <a:ext uri="{FF2B5EF4-FFF2-40B4-BE49-F238E27FC236}">
                  <a16:creationId xmlns:a16="http://schemas.microsoft.com/office/drawing/2014/main" id="{0C4507EB-AB15-4B4E-9707-6D64ECA014E8}"/>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798" name="Rectangle 220">
            <a:extLst>
              <a:ext uri="{FF2B5EF4-FFF2-40B4-BE49-F238E27FC236}">
                <a16:creationId xmlns:a16="http://schemas.microsoft.com/office/drawing/2014/main" id="{5FCDA301-7CA4-AC49-A287-052C114D8F4D}"/>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9" name="Rectangle 221">
            <a:extLst>
              <a:ext uri="{FF2B5EF4-FFF2-40B4-BE49-F238E27FC236}">
                <a16:creationId xmlns:a16="http://schemas.microsoft.com/office/drawing/2014/main" id="{C6DFAD73-1810-2741-8AE4-E13E5E6E8F4E}"/>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7800" name="Rectangle 222">
            <a:extLst>
              <a:ext uri="{FF2B5EF4-FFF2-40B4-BE49-F238E27FC236}">
                <a16:creationId xmlns:a16="http://schemas.microsoft.com/office/drawing/2014/main" id="{9256B877-1192-6A4B-96B7-EDF54A618DD1}"/>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1" name="Rectangle 223">
            <a:extLst>
              <a:ext uri="{FF2B5EF4-FFF2-40B4-BE49-F238E27FC236}">
                <a16:creationId xmlns:a16="http://schemas.microsoft.com/office/drawing/2014/main" id="{38CEE2F9-4B04-AD4A-923D-E73888DECFE5}"/>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02" name="Oval 224">
            <a:extLst>
              <a:ext uri="{FF2B5EF4-FFF2-40B4-BE49-F238E27FC236}">
                <a16:creationId xmlns:a16="http://schemas.microsoft.com/office/drawing/2014/main" id="{C912A875-3CFD-DD43-98E8-272DAEB7AC09}"/>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3" name="Rectangle 225">
            <a:extLst>
              <a:ext uri="{FF2B5EF4-FFF2-40B4-BE49-F238E27FC236}">
                <a16:creationId xmlns:a16="http://schemas.microsoft.com/office/drawing/2014/main" id="{9AFF62D8-48F7-794C-9DC5-F519A0F7978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4" name="Oval 226">
            <a:extLst>
              <a:ext uri="{FF2B5EF4-FFF2-40B4-BE49-F238E27FC236}">
                <a16:creationId xmlns:a16="http://schemas.microsoft.com/office/drawing/2014/main" id="{A7F79928-43C4-884C-9C64-6E6F237267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5" name="Oval 227">
            <a:extLst>
              <a:ext uri="{FF2B5EF4-FFF2-40B4-BE49-F238E27FC236}">
                <a16:creationId xmlns:a16="http://schemas.microsoft.com/office/drawing/2014/main" id="{CEDA84EC-1BE0-8D4B-82C8-075F38BC9CC1}"/>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6" name="Rectangle 228">
            <a:extLst>
              <a:ext uri="{FF2B5EF4-FFF2-40B4-BE49-F238E27FC236}">
                <a16:creationId xmlns:a16="http://schemas.microsoft.com/office/drawing/2014/main" id="{3031E684-CF0C-7440-BB1B-DE070B2DF118}"/>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7" name="Rectangle 229">
            <a:extLst>
              <a:ext uri="{FF2B5EF4-FFF2-40B4-BE49-F238E27FC236}">
                <a16:creationId xmlns:a16="http://schemas.microsoft.com/office/drawing/2014/main" id="{7E25540C-05AD-9649-B4E3-8F92F06C395D}"/>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7808" name="Rectangle 230">
            <a:extLst>
              <a:ext uri="{FF2B5EF4-FFF2-40B4-BE49-F238E27FC236}">
                <a16:creationId xmlns:a16="http://schemas.microsoft.com/office/drawing/2014/main" id="{91B2D7D6-6302-684B-9044-3AC8A1F8479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9" name="Rectangle 231">
            <a:extLst>
              <a:ext uri="{FF2B5EF4-FFF2-40B4-BE49-F238E27FC236}">
                <a16:creationId xmlns:a16="http://schemas.microsoft.com/office/drawing/2014/main" id="{CF6F955F-2E01-9941-950D-6A87EA41F6F5}"/>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7810" name="Rectangle 232">
            <a:extLst>
              <a:ext uri="{FF2B5EF4-FFF2-40B4-BE49-F238E27FC236}">
                <a16:creationId xmlns:a16="http://schemas.microsoft.com/office/drawing/2014/main" id="{4576108D-26E7-F44B-BFE8-9DFA6F7EA67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1" name="Rectangle 233">
            <a:extLst>
              <a:ext uri="{FF2B5EF4-FFF2-40B4-BE49-F238E27FC236}">
                <a16:creationId xmlns:a16="http://schemas.microsoft.com/office/drawing/2014/main" id="{1E24611C-902D-A646-9D81-B666F21FF92A}"/>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7812" name="Rectangle 234">
            <a:extLst>
              <a:ext uri="{FF2B5EF4-FFF2-40B4-BE49-F238E27FC236}">
                <a16:creationId xmlns:a16="http://schemas.microsoft.com/office/drawing/2014/main" id="{5C72F735-7565-1B4D-85CB-3862A6A9E16E}"/>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3" name="Rectangle 235">
            <a:extLst>
              <a:ext uri="{FF2B5EF4-FFF2-40B4-BE49-F238E27FC236}">
                <a16:creationId xmlns:a16="http://schemas.microsoft.com/office/drawing/2014/main" id="{569F06B7-7D6B-E34C-8445-8303B7AA0D6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7814" name="Rectangle 236">
            <a:extLst>
              <a:ext uri="{FF2B5EF4-FFF2-40B4-BE49-F238E27FC236}">
                <a16:creationId xmlns:a16="http://schemas.microsoft.com/office/drawing/2014/main" id="{85A90071-E950-C447-BEDB-650C03008093}"/>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5" name="Rectangle 237">
            <a:extLst>
              <a:ext uri="{FF2B5EF4-FFF2-40B4-BE49-F238E27FC236}">
                <a16:creationId xmlns:a16="http://schemas.microsoft.com/office/drawing/2014/main" id="{0FB56CB4-0EDE-1A47-A3D9-BED4455D37F4}"/>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7816" name="Oval 238">
            <a:extLst>
              <a:ext uri="{FF2B5EF4-FFF2-40B4-BE49-F238E27FC236}">
                <a16:creationId xmlns:a16="http://schemas.microsoft.com/office/drawing/2014/main" id="{F0577FD6-5143-3C42-B7B3-D9DF906434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7" name="Rectangle 239">
            <a:extLst>
              <a:ext uri="{FF2B5EF4-FFF2-40B4-BE49-F238E27FC236}">
                <a16:creationId xmlns:a16="http://schemas.microsoft.com/office/drawing/2014/main" id="{1BFBD51D-DDE8-A840-93CB-2447C98AA51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8" name="Rectangle 240">
            <a:extLst>
              <a:ext uri="{FF2B5EF4-FFF2-40B4-BE49-F238E27FC236}">
                <a16:creationId xmlns:a16="http://schemas.microsoft.com/office/drawing/2014/main" id="{01F02C9C-2E1B-314D-9B11-3D3DC9918535}"/>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7819" name="Rectangle 241">
            <a:extLst>
              <a:ext uri="{FF2B5EF4-FFF2-40B4-BE49-F238E27FC236}">
                <a16:creationId xmlns:a16="http://schemas.microsoft.com/office/drawing/2014/main" id="{D770733A-2790-3946-ABE5-A6B79CB4E9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20" name="Group 242">
            <a:extLst>
              <a:ext uri="{FF2B5EF4-FFF2-40B4-BE49-F238E27FC236}">
                <a16:creationId xmlns:a16="http://schemas.microsoft.com/office/drawing/2014/main" id="{254E29CA-CAA9-DE45-A902-BEB5B9E06BF5}"/>
              </a:ext>
            </a:extLst>
          </p:cNvPr>
          <p:cNvGrpSpPr>
            <a:grpSpLocks/>
          </p:cNvGrpSpPr>
          <p:nvPr/>
        </p:nvGrpSpPr>
        <p:grpSpPr bwMode="auto">
          <a:xfrm>
            <a:off x="2809875" y="3289698"/>
            <a:ext cx="486966" cy="288131"/>
            <a:chOff x="1304" y="2569"/>
            <a:chExt cx="439" cy="262"/>
          </a:xfrm>
        </p:grpSpPr>
        <p:sp>
          <p:nvSpPr>
            <p:cNvPr id="117997" name="Oval 243">
              <a:extLst>
                <a:ext uri="{FF2B5EF4-FFF2-40B4-BE49-F238E27FC236}">
                  <a16:creationId xmlns:a16="http://schemas.microsoft.com/office/drawing/2014/main" id="{D333C7A0-4AF9-7A4E-AE1A-956D75C61DF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8" name="Rectangle 244">
              <a:extLst>
                <a:ext uri="{FF2B5EF4-FFF2-40B4-BE49-F238E27FC236}">
                  <a16:creationId xmlns:a16="http://schemas.microsoft.com/office/drawing/2014/main" id="{2740B9BE-BB86-EB49-90A3-22AF33C5317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9" name="Rectangle 245">
              <a:extLst>
                <a:ext uri="{FF2B5EF4-FFF2-40B4-BE49-F238E27FC236}">
                  <a16:creationId xmlns:a16="http://schemas.microsoft.com/office/drawing/2014/main" id="{754CE152-8F4B-FD42-87B2-B7F9D0A5D9B3}"/>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00" name="Oval 246">
              <a:extLst>
                <a:ext uri="{FF2B5EF4-FFF2-40B4-BE49-F238E27FC236}">
                  <a16:creationId xmlns:a16="http://schemas.microsoft.com/office/drawing/2014/main" id="{EB466B68-3EB8-254D-AB6D-4506DB7E0C13}"/>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01" name="Group 247">
              <a:extLst>
                <a:ext uri="{FF2B5EF4-FFF2-40B4-BE49-F238E27FC236}">
                  <a16:creationId xmlns:a16="http://schemas.microsoft.com/office/drawing/2014/main" id="{EC56B799-6B8D-C348-86C0-A34D006674C0}"/>
                </a:ext>
              </a:extLst>
            </p:cNvPr>
            <p:cNvGrpSpPr>
              <a:grpSpLocks/>
            </p:cNvGrpSpPr>
            <p:nvPr/>
          </p:nvGrpSpPr>
          <p:grpSpPr bwMode="auto">
            <a:xfrm>
              <a:off x="1371" y="2587"/>
              <a:ext cx="304" cy="117"/>
              <a:chOff x="1371" y="2587"/>
              <a:chExt cx="304" cy="117"/>
            </a:xfrm>
          </p:grpSpPr>
          <p:grpSp>
            <p:nvGrpSpPr>
              <p:cNvPr id="118004" name="Group 248">
                <a:extLst>
                  <a:ext uri="{FF2B5EF4-FFF2-40B4-BE49-F238E27FC236}">
                    <a16:creationId xmlns:a16="http://schemas.microsoft.com/office/drawing/2014/main" id="{23740B1B-5D61-4845-A265-BAE4B6910176}"/>
                  </a:ext>
                </a:extLst>
              </p:cNvPr>
              <p:cNvGrpSpPr>
                <a:grpSpLocks/>
              </p:cNvGrpSpPr>
              <p:nvPr/>
            </p:nvGrpSpPr>
            <p:grpSpPr bwMode="auto">
              <a:xfrm>
                <a:off x="1371" y="2587"/>
                <a:ext cx="301" cy="115"/>
                <a:chOff x="1371" y="2587"/>
                <a:chExt cx="301" cy="115"/>
              </a:xfrm>
            </p:grpSpPr>
            <p:sp>
              <p:nvSpPr>
                <p:cNvPr id="118014" name="Freeform 249">
                  <a:extLst>
                    <a:ext uri="{FF2B5EF4-FFF2-40B4-BE49-F238E27FC236}">
                      <a16:creationId xmlns:a16="http://schemas.microsoft.com/office/drawing/2014/main" id="{B19C6F79-0602-C44C-8B13-F60A5C6A5E9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5" name="Freeform 250">
                  <a:extLst>
                    <a:ext uri="{FF2B5EF4-FFF2-40B4-BE49-F238E27FC236}">
                      <a16:creationId xmlns:a16="http://schemas.microsoft.com/office/drawing/2014/main" id="{3DEBE0B3-336D-C846-9323-CAAC4F141CCB}"/>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6" name="Freeform 251">
                  <a:extLst>
                    <a:ext uri="{FF2B5EF4-FFF2-40B4-BE49-F238E27FC236}">
                      <a16:creationId xmlns:a16="http://schemas.microsoft.com/office/drawing/2014/main" id="{838B2A67-8309-AA49-8EF2-75C70DF206D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7" name="Freeform 252">
                  <a:extLst>
                    <a:ext uri="{FF2B5EF4-FFF2-40B4-BE49-F238E27FC236}">
                      <a16:creationId xmlns:a16="http://schemas.microsoft.com/office/drawing/2014/main" id="{3836BD33-E963-2741-A06E-59774D30AAEA}"/>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8" name="Freeform 253">
                  <a:extLst>
                    <a:ext uri="{FF2B5EF4-FFF2-40B4-BE49-F238E27FC236}">
                      <a16:creationId xmlns:a16="http://schemas.microsoft.com/office/drawing/2014/main" id="{2EA70C67-191D-8C4E-A12E-CD895947B3CE}"/>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9" name="Freeform 254">
                  <a:extLst>
                    <a:ext uri="{FF2B5EF4-FFF2-40B4-BE49-F238E27FC236}">
                      <a16:creationId xmlns:a16="http://schemas.microsoft.com/office/drawing/2014/main" id="{1FAC3A13-61B3-F345-AEE6-8FE7439971A3}"/>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0" name="Freeform 255">
                  <a:extLst>
                    <a:ext uri="{FF2B5EF4-FFF2-40B4-BE49-F238E27FC236}">
                      <a16:creationId xmlns:a16="http://schemas.microsoft.com/office/drawing/2014/main" id="{2888B05C-8860-0F42-A2F9-A703B8A89D9D}"/>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1" name="Freeform 256">
                  <a:extLst>
                    <a:ext uri="{FF2B5EF4-FFF2-40B4-BE49-F238E27FC236}">
                      <a16:creationId xmlns:a16="http://schemas.microsoft.com/office/drawing/2014/main" id="{0D7E044C-6051-5C49-85FF-62C5512D3DCB}"/>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05" name="Group 257">
                <a:extLst>
                  <a:ext uri="{FF2B5EF4-FFF2-40B4-BE49-F238E27FC236}">
                    <a16:creationId xmlns:a16="http://schemas.microsoft.com/office/drawing/2014/main" id="{37AF8230-A545-224C-B4C6-1B3062CA21BF}"/>
                  </a:ext>
                </a:extLst>
              </p:cNvPr>
              <p:cNvGrpSpPr>
                <a:grpSpLocks/>
              </p:cNvGrpSpPr>
              <p:nvPr/>
            </p:nvGrpSpPr>
            <p:grpSpPr bwMode="auto">
              <a:xfrm>
                <a:off x="1373" y="2590"/>
                <a:ext cx="302" cy="114"/>
                <a:chOff x="1373" y="2590"/>
                <a:chExt cx="302" cy="114"/>
              </a:xfrm>
            </p:grpSpPr>
            <p:sp>
              <p:nvSpPr>
                <p:cNvPr id="118006" name="Freeform 258">
                  <a:extLst>
                    <a:ext uri="{FF2B5EF4-FFF2-40B4-BE49-F238E27FC236}">
                      <a16:creationId xmlns:a16="http://schemas.microsoft.com/office/drawing/2014/main" id="{80FF17E2-D3D5-6A41-B99A-4A6C479D4DA5}"/>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7" name="Freeform 259">
                  <a:extLst>
                    <a:ext uri="{FF2B5EF4-FFF2-40B4-BE49-F238E27FC236}">
                      <a16:creationId xmlns:a16="http://schemas.microsoft.com/office/drawing/2014/main" id="{3300EEC8-EC59-A340-A3D2-48B58F61932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8" name="Freeform 260">
                  <a:extLst>
                    <a:ext uri="{FF2B5EF4-FFF2-40B4-BE49-F238E27FC236}">
                      <a16:creationId xmlns:a16="http://schemas.microsoft.com/office/drawing/2014/main" id="{576B27BC-18A8-2A44-B122-EC1B9145D1F7}"/>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9" name="Freeform 261">
                  <a:extLst>
                    <a:ext uri="{FF2B5EF4-FFF2-40B4-BE49-F238E27FC236}">
                      <a16:creationId xmlns:a16="http://schemas.microsoft.com/office/drawing/2014/main" id="{FF6B93B7-05C0-C440-A75B-8B165828FB6D}"/>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0" name="Freeform 262">
                  <a:extLst>
                    <a:ext uri="{FF2B5EF4-FFF2-40B4-BE49-F238E27FC236}">
                      <a16:creationId xmlns:a16="http://schemas.microsoft.com/office/drawing/2014/main" id="{E9DF03AB-CFF5-6342-ACE0-81EB3638280C}"/>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1" name="Freeform 263">
                  <a:extLst>
                    <a:ext uri="{FF2B5EF4-FFF2-40B4-BE49-F238E27FC236}">
                      <a16:creationId xmlns:a16="http://schemas.microsoft.com/office/drawing/2014/main" id="{ED353D50-1179-A245-A46F-00F05B79581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2" name="Freeform 264">
                  <a:extLst>
                    <a:ext uri="{FF2B5EF4-FFF2-40B4-BE49-F238E27FC236}">
                      <a16:creationId xmlns:a16="http://schemas.microsoft.com/office/drawing/2014/main" id="{1304A6CB-8C31-C54C-B7C3-288A460AFA7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3" name="Freeform 265">
                  <a:extLst>
                    <a:ext uri="{FF2B5EF4-FFF2-40B4-BE49-F238E27FC236}">
                      <a16:creationId xmlns:a16="http://schemas.microsoft.com/office/drawing/2014/main" id="{8A840A9B-A5F5-374C-B15C-1C5205A01DD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02" name="Line 266">
              <a:extLst>
                <a:ext uri="{FF2B5EF4-FFF2-40B4-BE49-F238E27FC236}">
                  <a16:creationId xmlns:a16="http://schemas.microsoft.com/office/drawing/2014/main" id="{6D0D2C72-850D-3148-8D7A-3BEAE69432C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03" name="Line 267">
              <a:extLst>
                <a:ext uri="{FF2B5EF4-FFF2-40B4-BE49-F238E27FC236}">
                  <a16:creationId xmlns:a16="http://schemas.microsoft.com/office/drawing/2014/main" id="{FF725FD8-9BB6-F64D-A2A1-D955D5BDD4C2}"/>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7821" name="Group 268">
            <a:extLst>
              <a:ext uri="{FF2B5EF4-FFF2-40B4-BE49-F238E27FC236}">
                <a16:creationId xmlns:a16="http://schemas.microsoft.com/office/drawing/2014/main" id="{00172219-7A99-8A47-AE51-46C6F70F8973}"/>
              </a:ext>
            </a:extLst>
          </p:cNvPr>
          <p:cNvGrpSpPr>
            <a:grpSpLocks/>
          </p:cNvGrpSpPr>
          <p:nvPr/>
        </p:nvGrpSpPr>
        <p:grpSpPr bwMode="auto">
          <a:xfrm>
            <a:off x="4987529" y="3289698"/>
            <a:ext cx="486965" cy="288131"/>
            <a:chOff x="3488" y="2569"/>
            <a:chExt cx="439" cy="262"/>
          </a:xfrm>
        </p:grpSpPr>
        <p:sp>
          <p:nvSpPr>
            <p:cNvPr id="117972" name="Oval 269">
              <a:extLst>
                <a:ext uri="{FF2B5EF4-FFF2-40B4-BE49-F238E27FC236}">
                  <a16:creationId xmlns:a16="http://schemas.microsoft.com/office/drawing/2014/main" id="{FD0D3AA8-FB84-D946-B858-70E8975530F9}"/>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3" name="Rectangle 270">
              <a:extLst>
                <a:ext uri="{FF2B5EF4-FFF2-40B4-BE49-F238E27FC236}">
                  <a16:creationId xmlns:a16="http://schemas.microsoft.com/office/drawing/2014/main" id="{5A4246E9-0B2B-9B44-B628-999571BF89C5}"/>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4" name="Rectangle 271">
              <a:extLst>
                <a:ext uri="{FF2B5EF4-FFF2-40B4-BE49-F238E27FC236}">
                  <a16:creationId xmlns:a16="http://schemas.microsoft.com/office/drawing/2014/main" id="{A1241910-31BA-1840-BC18-21D5C85CB62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5" name="Oval 272">
              <a:extLst>
                <a:ext uri="{FF2B5EF4-FFF2-40B4-BE49-F238E27FC236}">
                  <a16:creationId xmlns:a16="http://schemas.microsoft.com/office/drawing/2014/main" id="{93504AA5-6C1C-D84F-A44A-AAE39AA12AC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976" name="Group 273">
              <a:extLst>
                <a:ext uri="{FF2B5EF4-FFF2-40B4-BE49-F238E27FC236}">
                  <a16:creationId xmlns:a16="http://schemas.microsoft.com/office/drawing/2014/main" id="{53491F7B-8152-6E42-A44D-C13805E467AC}"/>
                </a:ext>
              </a:extLst>
            </p:cNvPr>
            <p:cNvGrpSpPr>
              <a:grpSpLocks/>
            </p:cNvGrpSpPr>
            <p:nvPr/>
          </p:nvGrpSpPr>
          <p:grpSpPr bwMode="auto">
            <a:xfrm>
              <a:off x="3555" y="2587"/>
              <a:ext cx="304" cy="117"/>
              <a:chOff x="3555" y="2587"/>
              <a:chExt cx="304" cy="117"/>
            </a:xfrm>
          </p:grpSpPr>
          <p:grpSp>
            <p:nvGrpSpPr>
              <p:cNvPr id="117979" name="Group 274">
                <a:extLst>
                  <a:ext uri="{FF2B5EF4-FFF2-40B4-BE49-F238E27FC236}">
                    <a16:creationId xmlns:a16="http://schemas.microsoft.com/office/drawing/2014/main" id="{8EB2810D-CE1C-E04F-8AAD-BA5B42CEA713}"/>
                  </a:ext>
                </a:extLst>
              </p:cNvPr>
              <p:cNvGrpSpPr>
                <a:grpSpLocks/>
              </p:cNvGrpSpPr>
              <p:nvPr/>
            </p:nvGrpSpPr>
            <p:grpSpPr bwMode="auto">
              <a:xfrm>
                <a:off x="3555" y="2587"/>
                <a:ext cx="301" cy="115"/>
                <a:chOff x="3555" y="2587"/>
                <a:chExt cx="301" cy="115"/>
              </a:xfrm>
            </p:grpSpPr>
            <p:sp>
              <p:nvSpPr>
                <p:cNvPr id="117989" name="Freeform 275">
                  <a:extLst>
                    <a:ext uri="{FF2B5EF4-FFF2-40B4-BE49-F238E27FC236}">
                      <a16:creationId xmlns:a16="http://schemas.microsoft.com/office/drawing/2014/main" id="{D50C5447-8A85-9148-B9C9-F91E96F02BD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0" name="Freeform 276">
                  <a:extLst>
                    <a:ext uri="{FF2B5EF4-FFF2-40B4-BE49-F238E27FC236}">
                      <a16:creationId xmlns:a16="http://schemas.microsoft.com/office/drawing/2014/main" id="{52D176E5-AF53-694D-8271-FF51AB15E96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1" name="Freeform 277">
                  <a:extLst>
                    <a:ext uri="{FF2B5EF4-FFF2-40B4-BE49-F238E27FC236}">
                      <a16:creationId xmlns:a16="http://schemas.microsoft.com/office/drawing/2014/main" id="{3C1AA9B9-CFFA-BB4B-8051-326A29A4906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2" name="Freeform 278">
                  <a:extLst>
                    <a:ext uri="{FF2B5EF4-FFF2-40B4-BE49-F238E27FC236}">
                      <a16:creationId xmlns:a16="http://schemas.microsoft.com/office/drawing/2014/main" id="{E7B21587-2B83-BA45-8DD7-86B11F74713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3" name="Freeform 279">
                  <a:extLst>
                    <a:ext uri="{FF2B5EF4-FFF2-40B4-BE49-F238E27FC236}">
                      <a16:creationId xmlns:a16="http://schemas.microsoft.com/office/drawing/2014/main" id="{B447FCBB-3B1D-5A47-B36A-F078BAA742E7}"/>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4" name="Freeform 280">
                  <a:extLst>
                    <a:ext uri="{FF2B5EF4-FFF2-40B4-BE49-F238E27FC236}">
                      <a16:creationId xmlns:a16="http://schemas.microsoft.com/office/drawing/2014/main" id="{383C1D54-4E75-3946-A432-77C622F88FA2}"/>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5" name="Freeform 281">
                  <a:extLst>
                    <a:ext uri="{FF2B5EF4-FFF2-40B4-BE49-F238E27FC236}">
                      <a16:creationId xmlns:a16="http://schemas.microsoft.com/office/drawing/2014/main" id="{B2ECD0C4-0F69-904C-A2FD-39AB9A23F4E8}"/>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6" name="Freeform 282">
                  <a:extLst>
                    <a:ext uri="{FF2B5EF4-FFF2-40B4-BE49-F238E27FC236}">
                      <a16:creationId xmlns:a16="http://schemas.microsoft.com/office/drawing/2014/main" id="{BB48DDD8-9876-7E45-8A3F-569706E9522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7980" name="Group 283">
                <a:extLst>
                  <a:ext uri="{FF2B5EF4-FFF2-40B4-BE49-F238E27FC236}">
                    <a16:creationId xmlns:a16="http://schemas.microsoft.com/office/drawing/2014/main" id="{826697D9-EC32-EA49-ABFC-726B2B938E3C}"/>
                  </a:ext>
                </a:extLst>
              </p:cNvPr>
              <p:cNvGrpSpPr>
                <a:grpSpLocks/>
              </p:cNvGrpSpPr>
              <p:nvPr/>
            </p:nvGrpSpPr>
            <p:grpSpPr bwMode="auto">
              <a:xfrm>
                <a:off x="3557" y="2590"/>
                <a:ext cx="302" cy="114"/>
                <a:chOff x="3557" y="2590"/>
                <a:chExt cx="302" cy="114"/>
              </a:xfrm>
            </p:grpSpPr>
            <p:sp>
              <p:nvSpPr>
                <p:cNvPr id="117981" name="Freeform 284">
                  <a:extLst>
                    <a:ext uri="{FF2B5EF4-FFF2-40B4-BE49-F238E27FC236}">
                      <a16:creationId xmlns:a16="http://schemas.microsoft.com/office/drawing/2014/main" id="{BB04059D-A3CD-B347-B2DD-6C7DEEB6FC06}"/>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2" name="Freeform 285">
                  <a:extLst>
                    <a:ext uri="{FF2B5EF4-FFF2-40B4-BE49-F238E27FC236}">
                      <a16:creationId xmlns:a16="http://schemas.microsoft.com/office/drawing/2014/main" id="{9FABB2E9-0A0D-7C4E-83E0-25BC8F0A7FE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3" name="Freeform 286">
                  <a:extLst>
                    <a:ext uri="{FF2B5EF4-FFF2-40B4-BE49-F238E27FC236}">
                      <a16:creationId xmlns:a16="http://schemas.microsoft.com/office/drawing/2014/main" id="{6EDE9640-1D34-4D4D-82EE-BD3ADBC752BC}"/>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4" name="Freeform 287">
                  <a:extLst>
                    <a:ext uri="{FF2B5EF4-FFF2-40B4-BE49-F238E27FC236}">
                      <a16:creationId xmlns:a16="http://schemas.microsoft.com/office/drawing/2014/main" id="{AB244217-6AC2-1B4A-97D9-392642C9523B}"/>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5" name="Freeform 288">
                  <a:extLst>
                    <a:ext uri="{FF2B5EF4-FFF2-40B4-BE49-F238E27FC236}">
                      <a16:creationId xmlns:a16="http://schemas.microsoft.com/office/drawing/2014/main" id="{150D5BC8-09B8-4542-A928-C68114ECCD0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6" name="Freeform 289">
                  <a:extLst>
                    <a:ext uri="{FF2B5EF4-FFF2-40B4-BE49-F238E27FC236}">
                      <a16:creationId xmlns:a16="http://schemas.microsoft.com/office/drawing/2014/main" id="{8D298CAE-CBB2-324B-B19E-1AC120053A3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7" name="Freeform 290">
                  <a:extLst>
                    <a:ext uri="{FF2B5EF4-FFF2-40B4-BE49-F238E27FC236}">
                      <a16:creationId xmlns:a16="http://schemas.microsoft.com/office/drawing/2014/main" id="{3CE6420A-6014-CD4E-90A3-F60FF92496F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8" name="Freeform 291">
                  <a:extLst>
                    <a:ext uri="{FF2B5EF4-FFF2-40B4-BE49-F238E27FC236}">
                      <a16:creationId xmlns:a16="http://schemas.microsoft.com/office/drawing/2014/main" id="{B6491F9C-03B3-6348-B636-48A4C3B038D1}"/>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7977" name="Line 292">
              <a:extLst>
                <a:ext uri="{FF2B5EF4-FFF2-40B4-BE49-F238E27FC236}">
                  <a16:creationId xmlns:a16="http://schemas.microsoft.com/office/drawing/2014/main" id="{85A342DE-DACE-F942-A5EB-3B8EB02B233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978" name="Line 293">
              <a:extLst>
                <a:ext uri="{FF2B5EF4-FFF2-40B4-BE49-F238E27FC236}">
                  <a16:creationId xmlns:a16="http://schemas.microsoft.com/office/drawing/2014/main" id="{EE659186-D0CB-3843-8299-0C42209D79E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22" name="Oval 294">
            <a:extLst>
              <a:ext uri="{FF2B5EF4-FFF2-40B4-BE49-F238E27FC236}">
                <a16:creationId xmlns:a16="http://schemas.microsoft.com/office/drawing/2014/main" id="{E0FF820B-7850-A040-9355-F1665B92A16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3" name="Oval 295">
            <a:extLst>
              <a:ext uri="{FF2B5EF4-FFF2-40B4-BE49-F238E27FC236}">
                <a16:creationId xmlns:a16="http://schemas.microsoft.com/office/drawing/2014/main" id="{95F2A878-BBEE-474F-AD85-B734A632C52E}"/>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4" name="Oval 296">
            <a:extLst>
              <a:ext uri="{FF2B5EF4-FFF2-40B4-BE49-F238E27FC236}">
                <a16:creationId xmlns:a16="http://schemas.microsoft.com/office/drawing/2014/main" id="{A180ACA5-473E-534C-A2A1-98C53D47A984}"/>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5" name="Oval 297">
            <a:extLst>
              <a:ext uri="{FF2B5EF4-FFF2-40B4-BE49-F238E27FC236}">
                <a16:creationId xmlns:a16="http://schemas.microsoft.com/office/drawing/2014/main" id="{41FA560C-35CF-2F4D-B08E-52569FDD2EB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6" name="Oval 298">
            <a:extLst>
              <a:ext uri="{FF2B5EF4-FFF2-40B4-BE49-F238E27FC236}">
                <a16:creationId xmlns:a16="http://schemas.microsoft.com/office/drawing/2014/main" id="{FB1A8B81-DE3E-A542-9443-86824BB498F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7" name="Oval 299">
            <a:extLst>
              <a:ext uri="{FF2B5EF4-FFF2-40B4-BE49-F238E27FC236}">
                <a16:creationId xmlns:a16="http://schemas.microsoft.com/office/drawing/2014/main" id="{9033F4FA-3973-5144-BB95-635ED0CAA6E9}"/>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8" name="Rectangle 300">
            <a:extLst>
              <a:ext uri="{FF2B5EF4-FFF2-40B4-BE49-F238E27FC236}">
                <a16:creationId xmlns:a16="http://schemas.microsoft.com/office/drawing/2014/main" id="{2D4566E4-3D6B-C347-B63B-63E6E43C0A0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9" name="Rectangle 301">
            <a:extLst>
              <a:ext uri="{FF2B5EF4-FFF2-40B4-BE49-F238E27FC236}">
                <a16:creationId xmlns:a16="http://schemas.microsoft.com/office/drawing/2014/main" id="{7896392B-C872-6E42-B9FC-B602618D361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7830" name="Rectangle 302">
            <a:extLst>
              <a:ext uri="{FF2B5EF4-FFF2-40B4-BE49-F238E27FC236}">
                <a16:creationId xmlns:a16="http://schemas.microsoft.com/office/drawing/2014/main" id="{03ADAB84-0006-1148-9C6E-E7F4688D037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1" name="Rectangle 303">
            <a:extLst>
              <a:ext uri="{FF2B5EF4-FFF2-40B4-BE49-F238E27FC236}">
                <a16:creationId xmlns:a16="http://schemas.microsoft.com/office/drawing/2014/main" id="{C40DEF55-FF53-984A-BC90-EEBB66FF0DD0}"/>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7832" name="Rectangle 304">
            <a:extLst>
              <a:ext uri="{FF2B5EF4-FFF2-40B4-BE49-F238E27FC236}">
                <a16:creationId xmlns:a16="http://schemas.microsoft.com/office/drawing/2014/main" id="{CE75DCA1-EB2D-A64A-966A-7122B61AC789}"/>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3" name="Rectangle 305">
            <a:extLst>
              <a:ext uri="{FF2B5EF4-FFF2-40B4-BE49-F238E27FC236}">
                <a16:creationId xmlns:a16="http://schemas.microsoft.com/office/drawing/2014/main" id="{4D627309-7EEB-C542-B441-E218CC94186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7834" name="Rectangle 306">
            <a:extLst>
              <a:ext uri="{FF2B5EF4-FFF2-40B4-BE49-F238E27FC236}">
                <a16:creationId xmlns:a16="http://schemas.microsoft.com/office/drawing/2014/main" id="{4494B76A-BCAE-D344-A82E-490612069C20}"/>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5" name="Rectangle 307">
            <a:extLst>
              <a:ext uri="{FF2B5EF4-FFF2-40B4-BE49-F238E27FC236}">
                <a16:creationId xmlns:a16="http://schemas.microsoft.com/office/drawing/2014/main" id="{0171C6DF-99FB-CB4A-82F6-DD29AD0ABD25}"/>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7836" name="Rectangle 308">
            <a:extLst>
              <a:ext uri="{FF2B5EF4-FFF2-40B4-BE49-F238E27FC236}">
                <a16:creationId xmlns:a16="http://schemas.microsoft.com/office/drawing/2014/main" id="{DD0691EE-1CDB-DB49-9001-138347B38AF1}"/>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7" name="Rectangle 309">
            <a:extLst>
              <a:ext uri="{FF2B5EF4-FFF2-40B4-BE49-F238E27FC236}">
                <a16:creationId xmlns:a16="http://schemas.microsoft.com/office/drawing/2014/main" id="{8126ACF2-B60A-2E44-8CBF-19CE3A9F9AB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7838" name="Rectangle 310">
            <a:extLst>
              <a:ext uri="{FF2B5EF4-FFF2-40B4-BE49-F238E27FC236}">
                <a16:creationId xmlns:a16="http://schemas.microsoft.com/office/drawing/2014/main" id="{422EFE4B-7AE3-FB4E-84B5-B7651155959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9" name="Rectangle 311">
            <a:extLst>
              <a:ext uri="{FF2B5EF4-FFF2-40B4-BE49-F238E27FC236}">
                <a16:creationId xmlns:a16="http://schemas.microsoft.com/office/drawing/2014/main" id="{ADCDBDB9-AAED-9C4F-B711-602B81510CB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7840" name="Rectangle 312">
            <a:extLst>
              <a:ext uri="{FF2B5EF4-FFF2-40B4-BE49-F238E27FC236}">
                <a16:creationId xmlns:a16="http://schemas.microsoft.com/office/drawing/2014/main" id="{EC205B34-0C62-3649-BE8C-D355A286664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1" name="Rectangle 313">
            <a:extLst>
              <a:ext uri="{FF2B5EF4-FFF2-40B4-BE49-F238E27FC236}">
                <a16:creationId xmlns:a16="http://schemas.microsoft.com/office/drawing/2014/main" id="{07A56DA7-BEF7-C14F-99D1-A58D97F46D0D}"/>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7842" name="Rectangle 314">
            <a:extLst>
              <a:ext uri="{FF2B5EF4-FFF2-40B4-BE49-F238E27FC236}">
                <a16:creationId xmlns:a16="http://schemas.microsoft.com/office/drawing/2014/main" id="{B214AF52-1876-CD43-BB05-43C325E4695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3" name="Rectangle 315">
            <a:extLst>
              <a:ext uri="{FF2B5EF4-FFF2-40B4-BE49-F238E27FC236}">
                <a16:creationId xmlns:a16="http://schemas.microsoft.com/office/drawing/2014/main" id="{44D2751C-FA7A-A340-83E6-F102BC75E8BB}"/>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7844" name="Rectangle 316">
            <a:extLst>
              <a:ext uri="{FF2B5EF4-FFF2-40B4-BE49-F238E27FC236}">
                <a16:creationId xmlns:a16="http://schemas.microsoft.com/office/drawing/2014/main" id="{0D4E4FB8-4381-5F45-8813-EDA722EF4727}"/>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5" name="Rectangle 317">
            <a:extLst>
              <a:ext uri="{FF2B5EF4-FFF2-40B4-BE49-F238E27FC236}">
                <a16:creationId xmlns:a16="http://schemas.microsoft.com/office/drawing/2014/main" id="{3CF3796C-A7C6-2246-AF5F-7E049C26384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7846" name="Oval 318">
            <a:extLst>
              <a:ext uri="{FF2B5EF4-FFF2-40B4-BE49-F238E27FC236}">
                <a16:creationId xmlns:a16="http://schemas.microsoft.com/office/drawing/2014/main" id="{D42DD3DA-E491-6D4D-B37A-62BCF434C48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7" name="Oval 319">
            <a:extLst>
              <a:ext uri="{FF2B5EF4-FFF2-40B4-BE49-F238E27FC236}">
                <a16:creationId xmlns:a16="http://schemas.microsoft.com/office/drawing/2014/main" id="{97711AB7-7A76-354E-A05E-6C32FFBD396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8" name="Oval 320">
            <a:extLst>
              <a:ext uri="{FF2B5EF4-FFF2-40B4-BE49-F238E27FC236}">
                <a16:creationId xmlns:a16="http://schemas.microsoft.com/office/drawing/2014/main" id="{13DA3365-DA03-9240-88A5-A5B2432326C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9" name="Rectangle 321">
            <a:extLst>
              <a:ext uri="{FF2B5EF4-FFF2-40B4-BE49-F238E27FC236}">
                <a16:creationId xmlns:a16="http://schemas.microsoft.com/office/drawing/2014/main" id="{3D92584E-9E6F-7A40-AD99-6F83CECB9548}"/>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0" name="Rectangle 322">
            <a:extLst>
              <a:ext uri="{FF2B5EF4-FFF2-40B4-BE49-F238E27FC236}">
                <a16:creationId xmlns:a16="http://schemas.microsoft.com/office/drawing/2014/main" id="{E170F1A7-0B81-7443-B2EC-F5052EDDB1D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1" name="Rectangle 323">
            <a:extLst>
              <a:ext uri="{FF2B5EF4-FFF2-40B4-BE49-F238E27FC236}">
                <a16:creationId xmlns:a16="http://schemas.microsoft.com/office/drawing/2014/main" id="{CC7E51B4-75BA-1C4C-B803-0EB32FFC5F8C}"/>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2" name="Rectangle 324">
            <a:extLst>
              <a:ext uri="{FF2B5EF4-FFF2-40B4-BE49-F238E27FC236}">
                <a16:creationId xmlns:a16="http://schemas.microsoft.com/office/drawing/2014/main" id="{CC0A5731-3805-254B-9163-6F3CC36CE961}"/>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53" name="Rectangle 325">
            <a:extLst>
              <a:ext uri="{FF2B5EF4-FFF2-40B4-BE49-F238E27FC236}">
                <a16:creationId xmlns:a16="http://schemas.microsoft.com/office/drawing/2014/main" id="{8864BE1D-DC82-7447-A857-155A7E6DC897}"/>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4" name="Rectangle 326">
            <a:extLst>
              <a:ext uri="{FF2B5EF4-FFF2-40B4-BE49-F238E27FC236}">
                <a16:creationId xmlns:a16="http://schemas.microsoft.com/office/drawing/2014/main" id="{BF81BD25-C824-0742-B68A-8AC9D209109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7855" name="Rectangle 327">
            <a:extLst>
              <a:ext uri="{FF2B5EF4-FFF2-40B4-BE49-F238E27FC236}">
                <a16:creationId xmlns:a16="http://schemas.microsoft.com/office/drawing/2014/main" id="{CFCF983C-4B11-C649-892E-B1EE5B97292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6" name="Rectangle 328">
            <a:extLst>
              <a:ext uri="{FF2B5EF4-FFF2-40B4-BE49-F238E27FC236}">
                <a16:creationId xmlns:a16="http://schemas.microsoft.com/office/drawing/2014/main" id="{CD46AABE-178C-504C-B29B-C2E5F2A48C6D}"/>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7" name="Rectangle 329">
            <a:extLst>
              <a:ext uri="{FF2B5EF4-FFF2-40B4-BE49-F238E27FC236}">
                <a16:creationId xmlns:a16="http://schemas.microsoft.com/office/drawing/2014/main" id="{8C0DD62E-0990-2545-8BEB-795988E4184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8" name="Rectangle 330">
            <a:extLst>
              <a:ext uri="{FF2B5EF4-FFF2-40B4-BE49-F238E27FC236}">
                <a16:creationId xmlns:a16="http://schemas.microsoft.com/office/drawing/2014/main" id="{4B348C9B-4749-D14D-8D0B-C750BED9A88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9" name="Rectangle 331">
            <a:extLst>
              <a:ext uri="{FF2B5EF4-FFF2-40B4-BE49-F238E27FC236}">
                <a16:creationId xmlns:a16="http://schemas.microsoft.com/office/drawing/2014/main" id="{42112556-240C-3742-A7C7-63912ED87F2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60" name="Rectangle 332">
            <a:extLst>
              <a:ext uri="{FF2B5EF4-FFF2-40B4-BE49-F238E27FC236}">
                <a16:creationId xmlns:a16="http://schemas.microsoft.com/office/drawing/2014/main" id="{FE1E9533-5B33-CF45-A5F7-26CF85258B95}"/>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1" name="Rectangle 333">
            <a:extLst>
              <a:ext uri="{FF2B5EF4-FFF2-40B4-BE49-F238E27FC236}">
                <a16:creationId xmlns:a16="http://schemas.microsoft.com/office/drawing/2014/main" id="{06EF521B-0D2B-294E-B487-43CC16D87B92}"/>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62" name="Rectangle 334">
            <a:extLst>
              <a:ext uri="{FF2B5EF4-FFF2-40B4-BE49-F238E27FC236}">
                <a16:creationId xmlns:a16="http://schemas.microsoft.com/office/drawing/2014/main" id="{2A69D008-F486-0441-A5E7-76D0CBD51BE6}"/>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7863" name="Rectangle 335">
            <a:extLst>
              <a:ext uri="{FF2B5EF4-FFF2-40B4-BE49-F238E27FC236}">
                <a16:creationId xmlns:a16="http://schemas.microsoft.com/office/drawing/2014/main" id="{EAC68C6A-9882-7241-A60B-CF89D67A15C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4" name="Rectangle 336">
            <a:extLst>
              <a:ext uri="{FF2B5EF4-FFF2-40B4-BE49-F238E27FC236}">
                <a16:creationId xmlns:a16="http://schemas.microsoft.com/office/drawing/2014/main" id="{46CFF299-EEF6-6E42-B982-B9EB9C6292E0}"/>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7865" name="Rectangle 337">
            <a:extLst>
              <a:ext uri="{FF2B5EF4-FFF2-40B4-BE49-F238E27FC236}">
                <a16:creationId xmlns:a16="http://schemas.microsoft.com/office/drawing/2014/main" id="{D435A22C-503F-C54D-833E-C63691FD1731}"/>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6" name="Rectangle 338">
            <a:extLst>
              <a:ext uri="{FF2B5EF4-FFF2-40B4-BE49-F238E27FC236}">
                <a16:creationId xmlns:a16="http://schemas.microsoft.com/office/drawing/2014/main" id="{E9DD807A-DB7E-DA45-9514-3DA9FA9E0B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7867" name="Line 339">
            <a:extLst>
              <a:ext uri="{FF2B5EF4-FFF2-40B4-BE49-F238E27FC236}">
                <a16:creationId xmlns:a16="http://schemas.microsoft.com/office/drawing/2014/main" id="{FDE8307B-0673-3A4F-96B8-A4AE6408B92F}"/>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68" name="Rectangle 340">
            <a:extLst>
              <a:ext uri="{FF2B5EF4-FFF2-40B4-BE49-F238E27FC236}">
                <a16:creationId xmlns:a16="http://schemas.microsoft.com/office/drawing/2014/main" id="{8083BC79-E33D-0D4B-ABFD-36C7B3BEE5E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7869" name="Picture 341">
            <a:extLst>
              <a:ext uri="{FF2B5EF4-FFF2-40B4-BE49-F238E27FC236}">
                <a16:creationId xmlns:a16="http://schemas.microsoft.com/office/drawing/2014/main" id="{F845CA17-B632-0C49-9E7F-909D50FE60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870" name="Line 342">
            <a:extLst>
              <a:ext uri="{FF2B5EF4-FFF2-40B4-BE49-F238E27FC236}">
                <a16:creationId xmlns:a16="http://schemas.microsoft.com/office/drawing/2014/main" id="{FA490529-CAC0-E846-8AD4-0B175F94E449}"/>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1" name="Line 343">
            <a:extLst>
              <a:ext uri="{FF2B5EF4-FFF2-40B4-BE49-F238E27FC236}">
                <a16:creationId xmlns:a16="http://schemas.microsoft.com/office/drawing/2014/main" id="{2385FD03-EAE7-ED40-9CE5-15C5D37BB980}"/>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2" name="Line 344">
            <a:extLst>
              <a:ext uri="{FF2B5EF4-FFF2-40B4-BE49-F238E27FC236}">
                <a16:creationId xmlns:a16="http://schemas.microsoft.com/office/drawing/2014/main" id="{562602DF-D090-884F-9C7E-FB82BF4E939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3" name="Oval 345">
            <a:extLst>
              <a:ext uri="{FF2B5EF4-FFF2-40B4-BE49-F238E27FC236}">
                <a16:creationId xmlns:a16="http://schemas.microsoft.com/office/drawing/2014/main" id="{1564BF49-AF50-F64B-BD87-819A57588AE2}"/>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74" name="Rectangle 346">
            <a:extLst>
              <a:ext uri="{FF2B5EF4-FFF2-40B4-BE49-F238E27FC236}">
                <a16:creationId xmlns:a16="http://schemas.microsoft.com/office/drawing/2014/main" id="{927DF57C-E42C-B749-A730-8501DB48FEDA}"/>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75" name="Rectangle 347">
            <a:extLst>
              <a:ext uri="{FF2B5EF4-FFF2-40B4-BE49-F238E27FC236}">
                <a16:creationId xmlns:a16="http://schemas.microsoft.com/office/drawing/2014/main" id="{D3D2C31D-5C21-174F-B6D8-6D27B5272F2F}"/>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76" name="Line 348">
            <a:extLst>
              <a:ext uri="{FF2B5EF4-FFF2-40B4-BE49-F238E27FC236}">
                <a16:creationId xmlns:a16="http://schemas.microsoft.com/office/drawing/2014/main" id="{C1575F2A-85B7-004D-B54C-608C784E4CE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7" name="Rectangle 349">
            <a:extLst>
              <a:ext uri="{FF2B5EF4-FFF2-40B4-BE49-F238E27FC236}">
                <a16:creationId xmlns:a16="http://schemas.microsoft.com/office/drawing/2014/main" id="{3D1C5E11-59F8-D04A-A499-A03BCE9A4C7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7878" name="Line 350">
            <a:extLst>
              <a:ext uri="{FF2B5EF4-FFF2-40B4-BE49-F238E27FC236}">
                <a16:creationId xmlns:a16="http://schemas.microsoft.com/office/drawing/2014/main" id="{B9CD3F64-AF11-C14B-A60B-F2654726C2F6}"/>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7879" name="Line 351">
            <a:extLst>
              <a:ext uri="{FF2B5EF4-FFF2-40B4-BE49-F238E27FC236}">
                <a16:creationId xmlns:a16="http://schemas.microsoft.com/office/drawing/2014/main" id="{35684A62-4F51-D041-8640-04C3FFA7E9F7}"/>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0" name="Oval 352">
            <a:extLst>
              <a:ext uri="{FF2B5EF4-FFF2-40B4-BE49-F238E27FC236}">
                <a16:creationId xmlns:a16="http://schemas.microsoft.com/office/drawing/2014/main" id="{978559EB-359E-B849-82DF-CC79238B9D1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1" name="Group 353">
            <a:extLst>
              <a:ext uri="{FF2B5EF4-FFF2-40B4-BE49-F238E27FC236}">
                <a16:creationId xmlns:a16="http://schemas.microsoft.com/office/drawing/2014/main" id="{CB165899-6AD4-C944-BC5C-0A71313B068C}"/>
              </a:ext>
            </a:extLst>
          </p:cNvPr>
          <p:cNvGrpSpPr>
            <a:grpSpLocks/>
          </p:cNvGrpSpPr>
          <p:nvPr/>
        </p:nvGrpSpPr>
        <p:grpSpPr bwMode="auto">
          <a:xfrm>
            <a:off x="3471863" y="673894"/>
            <a:ext cx="379810" cy="385763"/>
            <a:chOff x="1813" y="593"/>
            <a:chExt cx="343" cy="352"/>
          </a:xfrm>
        </p:grpSpPr>
        <p:grpSp>
          <p:nvGrpSpPr>
            <p:cNvPr id="117946" name="Group 354">
              <a:extLst>
                <a:ext uri="{FF2B5EF4-FFF2-40B4-BE49-F238E27FC236}">
                  <a16:creationId xmlns:a16="http://schemas.microsoft.com/office/drawing/2014/main" id="{B6D65278-CB9C-014B-9969-7CFEC6FB5991}"/>
                </a:ext>
              </a:extLst>
            </p:cNvPr>
            <p:cNvGrpSpPr>
              <a:grpSpLocks/>
            </p:cNvGrpSpPr>
            <p:nvPr/>
          </p:nvGrpSpPr>
          <p:grpSpPr bwMode="auto">
            <a:xfrm>
              <a:off x="1821" y="599"/>
              <a:ext cx="335" cy="346"/>
              <a:chOff x="1821" y="599"/>
              <a:chExt cx="335" cy="346"/>
            </a:xfrm>
          </p:grpSpPr>
          <p:sp>
            <p:nvSpPr>
              <p:cNvPr id="117960" name="Freeform 355">
                <a:extLst>
                  <a:ext uri="{FF2B5EF4-FFF2-40B4-BE49-F238E27FC236}">
                    <a16:creationId xmlns:a16="http://schemas.microsoft.com/office/drawing/2014/main" id="{817F4D88-C1B0-0847-B397-378204ED9BB0}"/>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1" name="Freeform 356">
                <a:extLst>
                  <a:ext uri="{FF2B5EF4-FFF2-40B4-BE49-F238E27FC236}">
                    <a16:creationId xmlns:a16="http://schemas.microsoft.com/office/drawing/2014/main" id="{703C78E7-87FE-204D-8DCE-F6261DD6169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2" name="Freeform 357">
                <a:extLst>
                  <a:ext uri="{FF2B5EF4-FFF2-40B4-BE49-F238E27FC236}">
                    <a16:creationId xmlns:a16="http://schemas.microsoft.com/office/drawing/2014/main" id="{6298EBBF-F7B9-5B41-8FF6-7E9377AEA0C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3" name="Freeform 358">
                <a:extLst>
                  <a:ext uri="{FF2B5EF4-FFF2-40B4-BE49-F238E27FC236}">
                    <a16:creationId xmlns:a16="http://schemas.microsoft.com/office/drawing/2014/main" id="{627F5854-3106-4840-89E5-849F9FD6C25B}"/>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4" name="Rectangle 359">
                <a:extLst>
                  <a:ext uri="{FF2B5EF4-FFF2-40B4-BE49-F238E27FC236}">
                    <a16:creationId xmlns:a16="http://schemas.microsoft.com/office/drawing/2014/main" id="{ADDEEAF4-59EC-BD4E-8B61-C20A1E7E908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5" name="Rectangle 360">
                <a:extLst>
                  <a:ext uri="{FF2B5EF4-FFF2-40B4-BE49-F238E27FC236}">
                    <a16:creationId xmlns:a16="http://schemas.microsoft.com/office/drawing/2014/main" id="{9968C69A-BF98-8946-9B1E-004FEB5EFD9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6" name="Rectangle 361">
                <a:extLst>
                  <a:ext uri="{FF2B5EF4-FFF2-40B4-BE49-F238E27FC236}">
                    <a16:creationId xmlns:a16="http://schemas.microsoft.com/office/drawing/2014/main" id="{F5AA40F9-7EE9-6B45-8CBE-EAA1DC77E6F4}"/>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7" name="Line 362">
                <a:extLst>
                  <a:ext uri="{FF2B5EF4-FFF2-40B4-BE49-F238E27FC236}">
                    <a16:creationId xmlns:a16="http://schemas.microsoft.com/office/drawing/2014/main" id="{6E14ECAC-1B0B-0C4E-9D3F-089068081F6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68" name="Group 363">
                <a:extLst>
                  <a:ext uri="{FF2B5EF4-FFF2-40B4-BE49-F238E27FC236}">
                    <a16:creationId xmlns:a16="http://schemas.microsoft.com/office/drawing/2014/main" id="{CB1CB1B2-D8D7-284D-901E-A358644E5312}"/>
                  </a:ext>
                </a:extLst>
              </p:cNvPr>
              <p:cNvGrpSpPr>
                <a:grpSpLocks/>
              </p:cNvGrpSpPr>
              <p:nvPr/>
            </p:nvGrpSpPr>
            <p:grpSpPr bwMode="auto">
              <a:xfrm>
                <a:off x="1821" y="895"/>
                <a:ext cx="335" cy="50"/>
                <a:chOff x="1821" y="895"/>
                <a:chExt cx="335" cy="50"/>
              </a:xfrm>
            </p:grpSpPr>
            <p:sp>
              <p:nvSpPr>
                <p:cNvPr id="117969" name="Freeform 364">
                  <a:extLst>
                    <a:ext uri="{FF2B5EF4-FFF2-40B4-BE49-F238E27FC236}">
                      <a16:creationId xmlns:a16="http://schemas.microsoft.com/office/drawing/2014/main" id="{248DA52E-1255-084E-A7A5-D7A6A7C2A31E}"/>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0" name="Freeform 365">
                  <a:extLst>
                    <a:ext uri="{FF2B5EF4-FFF2-40B4-BE49-F238E27FC236}">
                      <a16:creationId xmlns:a16="http://schemas.microsoft.com/office/drawing/2014/main" id="{0CFCBB3B-7BE3-E34D-AD98-0CB5915A3E9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1" name="Rectangle 366">
                  <a:extLst>
                    <a:ext uri="{FF2B5EF4-FFF2-40B4-BE49-F238E27FC236}">
                      <a16:creationId xmlns:a16="http://schemas.microsoft.com/office/drawing/2014/main" id="{6BABA0B6-5EC0-BF4A-AF69-E9C908EFAA65}"/>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47" name="Group 367">
              <a:extLst>
                <a:ext uri="{FF2B5EF4-FFF2-40B4-BE49-F238E27FC236}">
                  <a16:creationId xmlns:a16="http://schemas.microsoft.com/office/drawing/2014/main" id="{EF5C5D07-DC6D-E244-AA30-ABB8F720FCD1}"/>
                </a:ext>
              </a:extLst>
            </p:cNvPr>
            <p:cNvGrpSpPr>
              <a:grpSpLocks/>
            </p:cNvGrpSpPr>
            <p:nvPr/>
          </p:nvGrpSpPr>
          <p:grpSpPr bwMode="auto">
            <a:xfrm>
              <a:off x="1813" y="593"/>
              <a:ext cx="335" cy="346"/>
              <a:chOff x="1813" y="593"/>
              <a:chExt cx="335" cy="346"/>
            </a:xfrm>
          </p:grpSpPr>
          <p:sp>
            <p:nvSpPr>
              <p:cNvPr id="117948" name="Freeform 368">
                <a:extLst>
                  <a:ext uri="{FF2B5EF4-FFF2-40B4-BE49-F238E27FC236}">
                    <a16:creationId xmlns:a16="http://schemas.microsoft.com/office/drawing/2014/main" id="{E038BF0C-CAD8-024D-9D97-4DFC6961A57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9" name="Freeform 369">
                <a:extLst>
                  <a:ext uri="{FF2B5EF4-FFF2-40B4-BE49-F238E27FC236}">
                    <a16:creationId xmlns:a16="http://schemas.microsoft.com/office/drawing/2014/main" id="{44E9DE7E-8445-CD49-B3A6-C83FCEC761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0" name="Freeform 370">
                <a:extLst>
                  <a:ext uri="{FF2B5EF4-FFF2-40B4-BE49-F238E27FC236}">
                    <a16:creationId xmlns:a16="http://schemas.microsoft.com/office/drawing/2014/main" id="{88CD1D71-13E4-0646-898F-FBAE552F99D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1" name="Freeform 371">
                <a:extLst>
                  <a:ext uri="{FF2B5EF4-FFF2-40B4-BE49-F238E27FC236}">
                    <a16:creationId xmlns:a16="http://schemas.microsoft.com/office/drawing/2014/main" id="{7D509CF0-4A82-0447-924B-FEDBE744FEA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2" name="Rectangle 372">
                <a:extLst>
                  <a:ext uri="{FF2B5EF4-FFF2-40B4-BE49-F238E27FC236}">
                    <a16:creationId xmlns:a16="http://schemas.microsoft.com/office/drawing/2014/main" id="{805A3A10-E022-4047-949A-922BBF4B2E2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3" name="Rectangle 373">
                <a:extLst>
                  <a:ext uri="{FF2B5EF4-FFF2-40B4-BE49-F238E27FC236}">
                    <a16:creationId xmlns:a16="http://schemas.microsoft.com/office/drawing/2014/main" id="{8EA7FAF2-C1CA-704D-B8F6-C108BDE1B92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4" name="Rectangle 374">
                <a:extLst>
                  <a:ext uri="{FF2B5EF4-FFF2-40B4-BE49-F238E27FC236}">
                    <a16:creationId xmlns:a16="http://schemas.microsoft.com/office/drawing/2014/main" id="{2404C7BF-F44C-6E43-AD45-27DFD033B08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5" name="Line 375">
                <a:extLst>
                  <a:ext uri="{FF2B5EF4-FFF2-40B4-BE49-F238E27FC236}">
                    <a16:creationId xmlns:a16="http://schemas.microsoft.com/office/drawing/2014/main" id="{C02F52E4-4D9C-4A49-BD99-138FCB45BD7D}"/>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56" name="Group 376">
                <a:extLst>
                  <a:ext uri="{FF2B5EF4-FFF2-40B4-BE49-F238E27FC236}">
                    <a16:creationId xmlns:a16="http://schemas.microsoft.com/office/drawing/2014/main" id="{7763D692-7B39-3C47-A46E-A49C5C756932}"/>
                  </a:ext>
                </a:extLst>
              </p:cNvPr>
              <p:cNvGrpSpPr>
                <a:grpSpLocks/>
              </p:cNvGrpSpPr>
              <p:nvPr/>
            </p:nvGrpSpPr>
            <p:grpSpPr bwMode="auto">
              <a:xfrm>
                <a:off x="1813" y="888"/>
                <a:ext cx="335" cy="51"/>
                <a:chOff x="1813" y="888"/>
                <a:chExt cx="335" cy="51"/>
              </a:xfrm>
            </p:grpSpPr>
            <p:sp>
              <p:nvSpPr>
                <p:cNvPr id="117957" name="Freeform 377">
                  <a:extLst>
                    <a:ext uri="{FF2B5EF4-FFF2-40B4-BE49-F238E27FC236}">
                      <a16:creationId xmlns:a16="http://schemas.microsoft.com/office/drawing/2014/main" id="{BA8382DA-EB70-6D4C-83CD-2119FFB46250}"/>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8" name="Freeform 378">
                  <a:extLst>
                    <a:ext uri="{FF2B5EF4-FFF2-40B4-BE49-F238E27FC236}">
                      <a16:creationId xmlns:a16="http://schemas.microsoft.com/office/drawing/2014/main" id="{0DD74098-5D90-2A49-90F1-6B6AC128DF71}"/>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9" name="Rectangle 379">
                  <a:extLst>
                    <a:ext uri="{FF2B5EF4-FFF2-40B4-BE49-F238E27FC236}">
                      <a16:creationId xmlns:a16="http://schemas.microsoft.com/office/drawing/2014/main" id="{341CB48D-0D54-A14A-801E-DB8C7156C198}"/>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2" name="Line 380">
            <a:extLst>
              <a:ext uri="{FF2B5EF4-FFF2-40B4-BE49-F238E27FC236}">
                <a16:creationId xmlns:a16="http://schemas.microsoft.com/office/drawing/2014/main" id="{16DB1CB7-6AF5-FD40-A064-E2577AFAD2B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3" name="Line 381">
            <a:extLst>
              <a:ext uri="{FF2B5EF4-FFF2-40B4-BE49-F238E27FC236}">
                <a16:creationId xmlns:a16="http://schemas.microsoft.com/office/drawing/2014/main" id="{2245DA36-E3AF-4B4A-B526-E15C12F6034D}"/>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4" name="Oval 382">
            <a:extLst>
              <a:ext uri="{FF2B5EF4-FFF2-40B4-BE49-F238E27FC236}">
                <a16:creationId xmlns:a16="http://schemas.microsoft.com/office/drawing/2014/main" id="{D629693F-5649-6242-8273-C3C7B583053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5" name="Group 383">
            <a:extLst>
              <a:ext uri="{FF2B5EF4-FFF2-40B4-BE49-F238E27FC236}">
                <a16:creationId xmlns:a16="http://schemas.microsoft.com/office/drawing/2014/main" id="{3805B9FD-88EF-9746-ACAD-0A556691FDD8}"/>
              </a:ext>
            </a:extLst>
          </p:cNvPr>
          <p:cNvGrpSpPr>
            <a:grpSpLocks/>
          </p:cNvGrpSpPr>
          <p:nvPr/>
        </p:nvGrpSpPr>
        <p:grpSpPr bwMode="auto">
          <a:xfrm>
            <a:off x="4639866" y="673894"/>
            <a:ext cx="379809" cy="385763"/>
            <a:chOff x="2868" y="593"/>
            <a:chExt cx="343" cy="352"/>
          </a:xfrm>
        </p:grpSpPr>
        <p:grpSp>
          <p:nvGrpSpPr>
            <p:cNvPr id="117920" name="Group 384">
              <a:extLst>
                <a:ext uri="{FF2B5EF4-FFF2-40B4-BE49-F238E27FC236}">
                  <a16:creationId xmlns:a16="http://schemas.microsoft.com/office/drawing/2014/main" id="{11420BF7-DB63-4642-8533-C8EFA886FA5F}"/>
                </a:ext>
              </a:extLst>
            </p:cNvPr>
            <p:cNvGrpSpPr>
              <a:grpSpLocks/>
            </p:cNvGrpSpPr>
            <p:nvPr/>
          </p:nvGrpSpPr>
          <p:grpSpPr bwMode="auto">
            <a:xfrm>
              <a:off x="2877" y="599"/>
              <a:ext cx="334" cy="346"/>
              <a:chOff x="2877" y="599"/>
              <a:chExt cx="334" cy="346"/>
            </a:xfrm>
          </p:grpSpPr>
          <p:sp>
            <p:nvSpPr>
              <p:cNvPr id="117934" name="Freeform 385">
                <a:extLst>
                  <a:ext uri="{FF2B5EF4-FFF2-40B4-BE49-F238E27FC236}">
                    <a16:creationId xmlns:a16="http://schemas.microsoft.com/office/drawing/2014/main" id="{A80C6867-5EB0-8148-9924-8F3DED8C1911}"/>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5" name="Freeform 386">
                <a:extLst>
                  <a:ext uri="{FF2B5EF4-FFF2-40B4-BE49-F238E27FC236}">
                    <a16:creationId xmlns:a16="http://schemas.microsoft.com/office/drawing/2014/main" id="{3894FA57-3033-3A42-BA9D-F911B666C7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6" name="Freeform 387">
                <a:extLst>
                  <a:ext uri="{FF2B5EF4-FFF2-40B4-BE49-F238E27FC236}">
                    <a16:creationId xmlns:a16="http://schemas.microsoft.com/office/drawing/2014/main" id="{9DC17D63-D252-884F-BFFD-2C37D53D2E47}"/>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7" name="Freeform 388">
                <a:extLst>
                  <a:ext uri="{FF2B5EF4-FFF2-40B4-BE49-F238E27FC236}">
                    <a16:creationId xmlns:a16="http://schemas.microsoft.com/office/drawing/2014/main" id="{005ED8F8-58A1-0B49-9C5A-CBA494145CD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8" name="Rectangle 389">
                <a:extLst>
                  <a:ext uri="{FF2B5EF4-FFF2-40B4-BE49-F238E27FC236}">
                    <a16:creationId xmlns:a16="http://schemas.microsoft.com/office/drawing/2014/main" id="{C30BA743-A972-D24C-B5F5-F1F3D1CC8E9D}"/>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39" name="Rectangle 390">
                <a:extLst>
                  <a:ext uri="{FF2B5EF4-FFF2-40B4-BE49-F238E27FC236}">
                    <a16:creationId xmlns:a16="http://schemas.microsoft.com/office/drawing/2014/main" id="{4BB97E3D-028F-3446-A76E-F05602F25A38}"/>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0" name="Rectangle 391">
                <a:extLst>
                  <a:ext uri="{FF2B5EF4-FFF2-40B4-BE49-F238E27FC236}">
                    <a16:creationId xmlns:a16="http://schemas.microsoft.com/office/drawing/2014/main" id="{6A2A2B9F-03AA-DF41-B28E-1EEBC50F506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1" name="Line 392">
                <a:extLst>
                  <a:ext uri="{FF2B5EF4-FFF2-40B4-BE49-F238E27FC236}">
                    <a16:creationId xmlns:a16="http://schemas.microsoft.com/office/drawing/2014/main" id="{784C8449-A012-2C47-BBE3-E1BD6766FF36}"/>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42" name="Group 393">
                <a:extLst>
                  <a:ext uri="{FF2B5EF4-FFF2-40B4-BE49-F238E27FC236}">
                    <a16:creationId xmlns:a16="http://schemas.microsoft.com/office/drawing/2014/main" id="{1779C28E-E73D-594F-B6DC-FA899E85FFBA}"/>
                  </a:ext>
                </a:extLst>
              </p:cNvPr>
              <p:cNvGrpSpPr>
                <a:grpSpLocks/>
              </p:cNvGrpSpPr>
              <p:nvPr/>
            </p:nvGrpSpPr>
            <p:grpSpPr bwMode="auto">
              <a:xfrm>
                <a:off x="2877" y="895"/>
                <a:ext cx="334" cy="50"/>
                <a:chOff x="2877" y="895"/>
                <a:chExt cx="334" cy="50"/>
              </a:xfrm>
            </p:grpSpPr>
            <p:sp>
              <p:nvSpPr>
                <p:cNvPr id="117943" name="Freeform 394">
                  <a:extLst>
                    <a:ext uri="{FF2B5EF4-FFF2-40B4-BE49-F238E27FC236}">
                      <a16:creationId xmlns:a16="http://schemas.microsoft.com/office/drawing/2014/main" id="{84D38383-DFDB-4D41-88D8-ABF9DD2D6B4A}"/>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4" name="Freeform 395">
                  <a:extLst>
                    <a:ext uri="{FF2B5EF4-FFF2-40B4-BE49-F238E27FC236}">
                      <a16:creationId xmlns:a16="http://schemas.microsoft.com/office/drawing/2014/main" id="{BA055412-F62A-204C-9CF7-7621E4CA603E}"/>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5" name="Rectangle 396">
                  <a:extLst>
                    <a:ext uri="{FF2B5EF4-FFF2-40B4-BE49-F238E27FC236}">
                      <a16:creationId xmlns:a16="http://schemas.microsoft.com/office/drawing/2014/main" id="{A8621B20-8F27-2844-9BD2-49484B7C7BD6}"/>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21" name="Group 397">
              <a:extLst>
                <a:ext uri="{FF2B5EF4-FFF2-40B4-BE49-F238E27FC236}">
                  <a16:creationId xmlns:a16="http://schemas.microsoft.com/office/drawing/2014/main" id="{38B07539-A727-A043-ACB0-7346002CD7B8}"/>
                </a:ext>
              </a:extLst>
            </p:cNvPr>
            <p:cNvGrpSpPr>
              <a:grpSpLocks/>
            </p:cNvGrpSpPr>
            <p:nvPr/>
          </p:nvGrpSpPr>
          <p:grpSpPr bwMode="auto">
            <a:xfrm>
              <a:off x="2868" y="593"/>
              <a:ext cx="335" cy="346"/>
              <a:chOff x="2868" y="593"/>
              <a:chExt cx="335" cy="346"/>
            </a:xfrm>
          </p:grpSpPr>
          <p:sp>
            <p:nvSpPr>
              <p:cNvPr id="117922" name="Freeform 398">
                <a:extLst>
                  <a:ext uri="{FF2B5EF4-FFF2-40B4-BE49-F238E27FC236}">
                    <a16:creationId xmlns:a16="http://schemas.microsoft.com/office/drawing/2014/main" id="{641FD370-8FD8-AD42-A2B0-89793FE5AB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3" name="Freeform 399">
                <a:extLst>
                  <a:ext uri="{FF2B5EF4-FFF2-40B4-BE49-F238E27FC236}">
                    <a16:creationId xmlns:a16="http://schemas.microsoft.com/office/drawing/2014/main" id="{D10E4F3C-2E25-134D-90D4-2A93E1F90882}"/>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4" name="Freeform 400">
                <a:extLst>
                  <a:ext uri="{FF2B5EF4-FFF2-40B4-BE49-F238E27FC236}">
                    <a16:creationId xmlns:a16="http://schemas.microsoft.com/office/drawing/2014/main" id="{CA7BC72F-3AAE-3C44-806F-B88AD3655E1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5" name="Freeform 401">
                <a:extLst>
                  <a:ext uri="{FF2B5EF4-FFF2-40B4-BE49-F238E27FC236}">
                    <a16:creationId xmlns:a16="http://schemas.microsoft.com/office/drawing/2014/main" id="{6D36AA53-E977-E84D-AEC0-246C2B03A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6" name="Rectangle 402">
                <a:extLst>
                  <a:ext uri="{FF2B5EF4-FFF2-40B4-BE49-F238E27FC236}">
                    <a16:creationId xmlns:a16="http://schemas.microsoft.com/office/drawing/2014/main" id="{5D25B214-24FF-0E49-9345-454D1D51592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7" name="Rectangle 403">
                <a:extLst>
                  <a:ext uri="{FF2B5EF4-FFF2-40B4-BE49-F238E27FC236}">
                    <a16:creationId xmlns:a16="http://schemas.microsoft.com/office/drawing/2014/main" id="{D22AE859-C556-2147-97C9-6F69176DD27D}"/>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8" name="Rectangle 404">
                <a:extLst>
                  <a:ext uri="{FF2B5EF4-FFF2-40B4-BE49-F238E27FC236}">
                    <a16:creationId xmlns:a16="http://schemas.microsoft.com/office/drawing/2014/main" id="{31C426FF-D6B2-0E41-BA39-144444137B22}"/>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9" name="Line 405">
                <a:extLst>
                  <a:ext uri="{FF2B5EF4-FFF2-40B4-BE49-F238E27FC236}">
                    <a16:creationId xmlns:a16="http://schemas.microsoft.com/office/drawing/2014/main" id="{9A66F9D5-B76C-3741-BAF3-91FFE07D18FB}"/>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30" name="Group 406">
                <a:extLst>
                  <a:ext uri="{FF2B5EF4-FFF2-40B4-BE49-F238E27FC236}">
                    <a16:creationId xmlns:a16="http://schemas.microsoft.com/office/drawing/2014/main" id="{4D468924-E4AD-614F-8534-757E5BCF70C5}"/>
                  </a:ext>
                </a:extLst>
              </p:cNvPr>
              <p:cNvGrpSpPr>
                <a:grpSpLocks/>
              </p:cNvGrpSpPr>
              <p:nvPr/>
            </p:nvGrpSpPr>
            <p:grpSpPr bwMode="auto">
              <a:xfrm>
                <a:off x="2868" y="888"/>
                <a:ext cx="335" cy="51"/>
                <a:chOff x="2868" y="888"/>
                <a:chExt cx="335" cy="51"/>
              </a:xfrm>
            </p:grpSpPr>
            <p:sp>
              <p:nvSpPr>
                <p:cNvPr id="117931" name="Freeform 407">
                  <a:extLst>
                    <a:ext uri="{FF2B5EF4-FFF2-40B4-BE49-F238E27FC236}">
                      <a16:creationId xmlns:a16="http://schemas.microsoft.com/office/drawing/2014/main" id="{5A821237-62AE-334A-B647-3E132D92B6E0}"/>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2" name="Freeform 408">
                  <a:extLst>
                    <a:ext uri="{FF2B5EF4-FFF2-40B4-BE49-F238E27FC236}">
                      <a16:creationId xmlns:a16="http://schemas.microsoft.com/office/drawing/2014/main" id="{8992EF01-0D59-FC48-8C25-DC853A4BB9B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3" name="Rectangle 409">
                  <a:extLst>
                    <a:ext uri="{FF2B5EF4-FFF2-40B4-BE49-F238E27FC236}">
                      <a16:creationId xmlns:a16="http://schemas.microsoft.com/office/drawing/2014/main" id="{BE16A408-1ABE-854B-BA2E-406212BD7084}"/>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6" name="Oval 410">
            <a:extLst>
              <a:ext uri="{FF2B5EF4-FFF2-40B4-BE49-F238E27FC236}">
                <a16:creationId xmlns:a16="http://schemas.microsoft.com/office/drawing/2014/main" id="{6822BD06-872C-F748-87B1-77E399FB363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7" name="Group 411">
            <a:extLst>
              <a:ext uri="{FF2B5EF4-FFF2-40B4-BE49-F238E27FC236}">
                <a16:creationId xmlns:a16="http://schemas.microsoft.com/office/drawing/2014/main" id="{7F058236-9CC0-634A-9A2A-4D42CFDB92A8}"/>
              </a:ext>
            </a:extLst>
          </p:cNvPr>
          <p:cNvGrpSpPr>
            <a:grpSpLocks/>
          </p:cNvGrpSpPr>
          <p:nvPr/>
        </p:nvGrpSpPr>
        <p:grpSpPr bwMode="auto">
          <a:xfrm>
            <a:off x="5798344" y="673894"/>
            <a:ext cx="379810" cy="385763"/>
            <a:chOff x="3915" y="593"/>
            <a:chExt cx="343" cy="352"/>
          </a:xfrm>
        </p:grpSpPr>
        <p:grpSp>
          <p:nvGrpSpPr>
            <p:cNvPr id="117894" name="Group 412">
              <a:extLst>
                <a:ext uri="{FF2B5EF4-FFF2-40B4-BE49-F238E27FC236}">
                  <a16:creationId xmlns:a16="http://schemas.microsoft.com/office/drawing/2014/main" id="{C461C342-FCD9-EC49-8FCD-8E0D5DA5686F}"/>
                </a:ext>
              </a:extLst>
            </p:cNvPr>
            <p:cNvGrpSpPr>
              <a:grpSpLocks/>
            </p:cNvGrpSpPr>
            <p:nvPr/>
          </p:nvGrpSpPr>
          <p:grpSpPr bwMode="auto">
            <a:xfrm>
              <a:off x="3924" y="599"/>
              <a:ext cx="334" cy="346"/>
              <a:chOff x="3924" y="599"/>
              <a:chExt cx="334" cy="346"/>
            </a:xfrm>
          </p:grpSpPr>
          <p:sp>
            <p:nvSpPr>
              <p:cNvPr id="117908" name="Freeform 413">
                <a:extLst>
                  <a:ext uri="{FF2B5EF4-FFF2-40B4-BE49-F238E27FC236}">
                    <a16:creationId xmlns:a16="http://schemas.microsoft.com/office/drawing/2014/main" id="{9B9D3283-E4BA-1A4F-99A1-C7DD94D9F0D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9" name="Freeform 414">
                <a:extLst>
                  <a:ext uri="{FF2B5EF4-FFF2-40B4-BE49-F238E27FC236}">
                    <a16:creationId xmlns:a16="http://schemas.microsoft.com/office/drawing/2014/main" id="{867B9D1D-227B-0745-B8A1-B385A3C54C7D}"/>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0" name="Freeform 415">
                <a:extLst>
                  <a:ext uri="{FF2B5EF4-FFF2-40B4-BE49-F238E27FC236}">
                    <a16:creationId xmlns:a16="http://schemas.microsoft.com/office/drawing/2014/main" id="{C4359EC1-288B-3445-ADD2-720C3F8D4AE8}"/>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1" name="Freeform 416">
                <a:extLst>
                  <a:ext uri="{FF2B5EF4-FFF2-40B4-BE49-F238E27FC236}">
                    <a16:creationId xmlns:a16="http://schemas.microsoft.com/office/drawing/2014/main" id="{AEB1BA7A-DCF6-784F-A674-0C49B13E7CE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2" name="Rectangle 417">
                <a:extLst>
                  <a:ext uri="{FF2B5EF4-FFF2-40B4-BE49-F238E27FC236}">
                    <a16:creationId xmlns:a16="http://schemas.microsoft.com/office/drawing/2014/main" id="{61643363-6A7D-204B-B261-1EFBC4D777CE}"/>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3" name="Rectangle 418">
                <a:extLst>
                  <a:ext uri="{FF2B5EF4-FFF2-40B4-BE49-F238E27FC236}">
                    <a16:creationId xmlns:a16="http://schemas.microsoft.com/office/drawing/2014/main" id="{5EE1ED63-52A1-F447-A6F2-576E03D7886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4" name="Rectangle 419">
                <a:extLst>
                  <a:ext uri="{FF2B5EF4-FFF2-40B4-BE49-F238E27FC236}">
                    <a16:creationId xmlns:a16="http://schemas.microsoft.com/office/drawing/2014/main" id="{87B9D947-14A4-B843-A24E-7ED6A62060FE}"/>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5" name="Line 420">
                <a:extLst>
                  <a:ext uri="{FF2B5EF4-FFF2-40B4-BE49-F238E27FC236}">
                    <a16:creationId xmlns:a16="http://schemas.microsoft.com/office/drawing/2014/main" id="{908F5501-FDFB-3546-866B-709F683FB564}"/>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16" name="Group 421">
                <a:extLst>
                  <a:ext uri="{FF2B5EF4-FFF2-40B4-BE49-F238E27FC236}">
                    <a16:creationId xmlns:a16="http://schemas.microsoft.com/office/drawing/2014/main" id="{5A4FC3D3-21D6-7D4D-996F-DFB933BBD255}"/>
                  </a:ext>
                </a:extLst>
              </p:cNvPr>
              <p:cNvGrpSpPr>
                <a:grpSpLocks/>
              </p:cNvGrpSpPr>
              <p:nvPr/>
            </p:nvGrpSpPr>
            <p:grpSpPr bwMode="auto">
              <a:xfrm>
                <a:off x="3924" y="895"/>
                <a:ext cx="334" cy="50"/>
                <a:chOff x="3924" y="895"/>
                <a:chExt cx="334" cy="50"/>
              </a:xfrm>
            </p:grpSpPr>
            <p:sp>
              <p:nvSpPr>
                <p:cNvPr id="117917" name="Freeform 422">
                  <a:extLst>
                    <a:ext uri="{FF2B5EF4-FFF2-40B4-BE49-F238E27FC236}">
                      <a16:creationId xmlns:a16="http://schemas.microsoft.com/office/drawing/2014/main" id="{F0303E24-F44C-7B49-A82C-9297E6071F72}"/>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8" name="Freeform 423">
                  <a:extLst>
                    <a:ext uri="{FF2B5EF4-FFF2-40B4-BE49-F238E27FC236}">
                      <a16:creationId xmlns:a16="http://schemas.microsoft.com/office/drawing/2014/main" id="{477E8DFB-9643-814F-917A-EEB334DFA43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9" name="Rectangle 424">
                  <a:extLst>
                    <a:ext uri="{FF2B5EF4-FFF2-40B4-BE49-F238E27FC236}">
                      <a16:creationId xmlns:a16="http://schemas.microsoft.com/office/drawing/2014/main" id="{8A47824A-086C-7144-8C3F-C2AD0EB8161C}"/>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895" name="Group 425">
              <a:extLst>
                <a:ext uri="{FF2B5EF4-FFF2-40B4-BE49-F238E27FC236}">
                  <a16:creationId xmlns:a16="http://schemas.microsoft.com/office/drawing/2014/main" id="{59BFCA70-276D-0743-A68E-465E9D7B2E83}"/>
                </a:ext>
              </a:extLst>
            </p:cNvPr>
            <p:cNvGrpSpPr>
              <a:grpSpLocks/>
            </p:cNvGrpSpPr>
            <p:nvPr/>
          </p:nvGrpSpPr>
          <p:grpSpPr bwMode="auto">
            <a:xfrm>
              <a:off x="3915" y="593"/>
              <a:ext cx="335" cy="346"/>
              <a:chOff x="3915" y="593"/>
              <a:chExt cx="335" cy="346"/>
            </a:xfrm>
          </p:grpSpPr>
          <p:sp>
            <p:nvSpPr>
              <p:cNvPr id="117896" name="Freeform 426">
                <a:extLst>
                  <a:ext uri="{FF2B5EF4-FFF2-40B4-BE49-F238E27FC236}">
                    <a16:creationId xmlns:a16="http://schemas.microsoft.com/office/drawing/2014/main" id="{78CA1DE1-F4A9-0946-8B27-FDE33E1FADB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7" name="Freeform 427">
                <a:extLst>
                  <a:ext uri="{FF2B5EF4-FFF2-40B4-BE49-F238E27FC236}">
                    <a16:creationId xmlns:a16="http://schemas.microsoft.com/office/drawing/2014/main" id="{C5D6DE24-EE39-BF4C-A5EC-4AE98BD5DD56}"/>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8" name="Freeform 428">
                <a:extLst>
                  <a:ext uri="{FF2B5EF4-FFF2-40B4-BE49-F238E27FC236}">
                    <a16:creationId xmlns:a16="http://schemas.microsoft.com/office/drawing/2014/main" id="{D7D7728C-AA30-CF47-892D-62EC7EA526C0}"/>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9" name="Freeform 429">
                <a:extLst>
                  <a:ext uri="{FF2B5EF4-FFF2-40B4-BE49-F238E27FC236}">
                    <a16:creationId xmlns:a16="http://schemas.microsoft.com/office/drawing/2014/main" id="{0DABB99C-AB8E-204F-AADD-D5ED356D2FD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0" name="Rectangle 430">
                <a:extLst>
                  <a:ext uri="{FF2B5EF4-FFF2-40B4-BE49-F238E27FC236}">
                    <a16:creationId xmlns:a16="http://schemas.microsoft.com/office/drawing/2014/main" id="{6CD0B815-EE8E-6249-8A3A-85C6A7256B8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1" name="Rectangle 431">
                <a:extLst>
                  <a:ext uri="{FF2B5EF4-FFF2-40B4-BE49-F238E27FC236}">
                    <a16:creationId xmlns:a16="http://schemas.microsoft.com/office/drawing/2014/main" id="{05F7497A-B0CB-BF43-A41B-C59C792EE5F6}"/>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2" name="Rectangle 432">
                <a:extLst>
                  <a:ext uri="{FF2B5EF4-FFF2-40B4-BE49-F238E27FC236}">
                    <a16:creationId xmlns:a16="http://schemas.microsoft.com/office/drawing/2014/main" id="{DE6C3663-3BEB-6642-99F9-CB96806CA28C}"/>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3" name="Line 433">
                <a:extLst>
                  <a:ext uri="{FF2B5EF4-FFF2-40B4-BE49-F238E27FC236}">
                    <a16:creationId xmlns:a16="http://schemas.microsoft.com/office/drawing/2014/main" id="{61FDF847-B019-EE40-9B62-F30E0A332B70}"/>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04" name="Group 434">
                <a:extLst>
                  <a:ext uri="{FF2B5EF4-FFF2-40B4-BE49-F238E27FC236}">
                    <a16:creationId xmlns:a16="http://schemas.microsoft.com/office/drawing/2014/main" id="{3E6997B3-6D55-3646-9D77-D7760097F279}"/>
                  </a:ext>
                </a:extLst>
              </p:cNvPr>
              <p:cNvGrpSpPr>
                <a:grpSpLocks/>
              </p:cNvGrpSpPr>
              <p:nvPr/>
            </p:nvGrpSpPr>
            <p:grpSpPr bwMode="auto">
              <a:xfrm>
                <a:off x="3915" y="888"/>
                <a:ext cx="335" cy="51"/>
                <a:chOff x="3915" y="888"/>
                <a:chExt cx="335" cy="51"/>
              </a:xfrm>
            </p:grpSpPr>
            <p:sp>
              <p:nvSpPr>
                <p:cNvPr id="117905" name="Freeform 435">
                  <a:extLst>
                    <a:ext uri="{FF2B5EF4-FFF2-40B4-BE49-F238E27FC236}">
                      <a16:creationId xmlns:a16="http://schemas.microsoft.com/office/drawing/2014/main" id="{F03B9751-D368-354F-ABBD-8F3C578314FA}"/>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6" name="Freeform 436">
                  <a:extLst>
                    <a:ext uri="{FF2B5EF4-FFF2-40B4-BE49-F238E27FC236}">
                      <a16:creationId xmlns:a16="http://schemas.microsoft.com/office/drawing/2014/main" id="{31CE28C8-BB53-8F41-8ED9-7FC5AAA28D1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7" name="Rectangle 437">
                  <a:extLst>
                    <a:ext uri="{FF2B5EF4-FFF2-40B4-BE49-F238E27FC236}">
                      <a16:creationId xmlns:a16="http://schemas.microsoft.com/office/drawing/2014/main" id="{7A1E640F-B949-6643-B27C-09435A08B5B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3047" name="Group 439">
            <a:extLst>
              <a:ext uri="{FF2B5EF4-FFF2-40B4-BE49-F238E27FC236}">
                <a16:creationId xmlns:a16="http://schemas.microsoft.com/office/drawing/2014/main" id="{403A3A2D-D062-A346-ADA3-C7996FF05527}"/>
              </a:ext>
            </a:extLst>
          </p:cNvPr>
          <p:cNvGrpSpPr>
            <a:grpSpLocks/>
          </p:cNvGrpSpPr>
          <p:nvPr/>
        </p:nvGrpSpPr>
        <p:grpSpPr bwMode="auto">
          <a:xfrm>
            <a:off x="2295525" y="3080148"/>
            <a:ext cx="1943100" cy="729853"/>
            <a:chOff x="968" y="2587"/>
            <a:chExt cx="1632" cy="613"/>
          </a:xfrm>
        </p:grpSpPr>
        <p:sp>
          <p:nvSpPr>
            <p:cNvPr id="117891" name="Line 440">
              <a:extLst>
                <a:ext uri="{FF2B5EF4-FFF2-40B4-BE49-F238E27FC236}">
                  <a16:creationId xmlns:a16="http://schemas.microsoft.com/office/drawing/2014/main" id="{45139F8B-91AE-BA40-9EFD-AA30455EC334}"/>
                </a:ext>
              </a:extLst>
            </p:cNvPr>
            <p:cNvSpPr>
              <a:spLocks noChangeShapeType="1"/>
            </p:cNvSpPr>
            <p:nvPr/>
          </p:nvSpPr>
          <p:spPr bwMode="auto">
            <a:xfrm>
              <a:off x="1174" y="258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2" name="Line 441">
              <a:extLst>
                <a:ext uri="{FF2B5EF4-FFF2-40B4-BE49-F238E27FC236}">
                  <a16:creationId xmlns:a16="http://schemas.microsoft.com/office/drawing/2014/main" id="{B9BD68EC-3D98-4040-A872-530059BD9B05}"/>
                </a:ext>
              </a:extLst>
            </p:cNvPr>
            <p:cNvSpPr>
              <a:spLocks noChangeShapeType="1"/>
            </p:cNvSpPr>
            <p:nvPr/>
          </p:nvSpPr>
          <p:spPr bwMode="auto">
            <a:xfrm>
              <a:off x="1874" y="317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3" name="Line 442">
              <a:extLst>
                <a:ext uri="{FF2B5EF4-FFF2-40B4-BE49-F238E27FC236}">
                  <a16:creationId xmlns:a16="http://schemas.microsoft.com/office/drawing/2014/main" id="{065B971B-A13E-8247-8BD4-F37718128896}"/>
                </a:ext>
              </a:extLst>
            </p:cNvPr>
            <p:cNvSpPr>
              <a:spLocks noChangeShapeType="1"/>
            </p:cNvSpPr>
            <p:nvPr/>
          </p:nvSpPr>
          <p:spPr bwMode="auto">
            <a:xfrm>
              <a:off x="968" y="3200"/>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90" name="幻灯片编号占位符 1">
            <a:extLst>
              <a:ext uri="{FF2B5EF4-FFF2-40B4-BE49-F238E27FC236}">
                <a16:creationId xmlns:a16="http://schemas.microsoft.com/office/drawing/2014/main" id="{9CFD4863-2977-3846-9014-7DFC448300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E1B0BA-5D8C-9B4B-AC05-F7BD00A496A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2C37DD02-721B-1348-8921-51C73FA5017B}"/>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3910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304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30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9809" name="AutoShape 2">
            <a:extLst>
              <a:ext uri="{FF2B5EF4-FFF2-40B4-BE49-F238E27FC236}">
                <a16:creationId xmlns:a16="http://schemas.microsoft.com/office/drawing/2014/main" id="{718F2B39-3F2B-464E-A01A-F5A82EA7E12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9810" name="Rectangle 3">
            <a:extLst>
              <a:ext uri="{FF2B5EF4-FFF2-40B4-BE49-F238E27FC236}">
                <a16:creationId xmlns:a16="http://schemas.microsoft.com/office/drawing/2014/main" id="{7347EB0C-065E-4747-B6CE-D60EC0ECD44B}"/>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9811" name="Freeform 4">
            <a:extLst>
              <a:ext uri="{FF2B5EF4-FFF2-40B4-BE49-F238E27FC236}">
                <a16:creationId xmlns:a16="http://schemas.microsoft.com/office/drawing/2014/main" id="{02E48A01-CB70-8E45-9C3F-D98247B5CF75}"/>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12" name="Line 5">
            <a:extLst>
              <a:ext uri="{FF2B5EF4-FFF2-40B4-BE49-F238E27FC236}">
                <a16:creationId xmlns:a16="http://schemas.microsoft.com/office/drawing/2014/main" id="{1D3238C5-7091-6346-A9E8-BCE58EB13E30}"/>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3" name="Line 6">
            <a:extLst>
              <a:ext uri="{FF2B5EF4-FFF2-40B4-BE49-F238E27FC236}">
                <a16:creationId xmlns:a16="http://schemas.microsoft.com/office/drawing/2014/main" id="{5907EAB7-485C-7042-AE44-2166D0289BD7}"/>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4" name="Freeform 7">
            <a:extLst>
              <a:ext uri="{FF2B5EF4-FFF2-40B4-BE49-F238E27FC236}">
                <a16:creationId xmlns:a16="http://schemas.microsoft.com/office/drawing/2014/main" id="{CCB47839-9983-2243-B1D7-D4627D5327F7}"/>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15" name="Freeform 10">
            <a:extLst>
              <a:ext uri="{FF2B5EF4-FFF2-40B4-BE49-F238E27FC236}">
                <a16:creationId xmlns:a16="http://schemas.microsoft.com/office/drawing/2014/main" id="{03DFEFF8-28A2-1543-A718-A45C9F4C095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452028" name="Group 444">
            <a:extLst>
              <a:ext uri="{FF2B5EF4-FFF2-40B4-BE49-F238E27FC236}">
                <a16:creationId xmlns:a16="http://schemas.microsoft.com/office/drawing/2014/main" id="{4353AAA2-7B4B-4246-9E95-DED85A03811F}"/>
              </a:ext>
            </a:extLst>
          </p:cNvPr>
          <p:cNvGrpSpPr>
            <a:grpSpLocks/>
          </p:cNvGrpSpPr>
          <p:nvPr/>
        </p:nvGrpSpPr>
        <p:grpSpPr bwMode="auto">
          <a:xfrm>
            <a:off x="3208735" y="2311004"/>
            <a:ext cx="1931194" cy="1266825"/>
            <a:chOff x="1735" y="1941"/>
            <a:chExt cx="1622" cy="1064"/>
          </a:xfrm>
        </p:grpSpPr>
        <p:sp>
          <p:nvSpPr>
            <p:cNvPr id="120245" name="Freeform 8">
              <a:extLst>
                <a:ext uri="{FF2B5EF4-FFF2-40B4-BE49-F238E27FC236}">
                  <a16:creationId xmlns:a16="http://schemas.microsoft.com/office/drawing/2014/main" id="{753DAC39-8839-7640-8B5B-36441398D5A8}"/>
                </a:ext>
              </a:extLst>
            </p:cNvPr>
            <p:cNvSpPr>
              <a:spLocks/>
            </p:cNvSpPr>
            <p:nvPr/>
          </p:nvSpPr>
          <p:spPr bwMode="auto">
            <a:xfrm>
              <a:off x="2024" y="2844"/>
              <a:ext cx="1058" cy="161"/>
            </a:xfrm>
            <a:custGeom>
              <a:avLst/>
              <a:gdLst>
                <a:gd name="T0" fmla="*/ 16 w 1138"/>
                <a:gd name="T1" fmla="*/ 6 h 174"/>
                <a:gd name="T2" fmla="*/ 20 w 1138"/>
                <a:gd name="T3" fmla="*/ 6 h 174"/>
                <a:gd name="T4" fmla="*/ 26 w 1138"/>
                <a:gd name="T5" fmla="*/ 4 h 174"/>
                <a:gd name="T6" fmla="*/ 29 w 1138"/>
                <a:gd name="T7" fmla="*/ 2 h 174"/>
                <a:gd name="T8" fmla="*/ 33 w 1138"/>
                <a:gd name="T9" fmla="*/ 0 h 174"/>
                <a:gd name="T10" fmla="*/ 39 w 1138"/>
                <a:gd name="T11" fmla="*/ 0 h 174"/>
                <a:gd name="T12" fmla="*/ 46 w 1138"/>
                <a:gd name="T13" fmla="*/ 0 h 174"/>
                <a:gd name="T14" fmla="*/ 55 w 1138"/>
                <a:gd name="T15" fmla="*/ 0 h 174"/>
                <a:gd name="T16" fmla="*/ 63 w 1138"/>
                <a:gd name="T17" fmla="*/ 2 h 174"/>
                <a:gd name="T18" fmla="*/ 73 w 1138"/>
                <a:gd name="T19" fmla="*/ 6 h 174"/>
                <a:gd name="T20" fmla="*/ 85 w 1138"/>
                <a:gd name="T21" fmla="*/ 6 h 174"/>
                <a:gd name="T22" fmla="*/ 97 w 1138"/>
                <a:gd name="T23" fmla="*/ 6 h 174"/>
                <a:gd name="T24" fmla="*/ 108 w 1138"/>
                <a:gd name="T25" fmla="*/ 6 h 174"/>
                <a:gd name="T26" fmla="*/ 134 w 1138"/>
                <a:gd name="T27" fmla="*/ 6 h 174"/>
                <a:gd name="T28" fmla="*/ 148 w 1138"/>
                <a:gd name="T29" fmla="*/ 6 h 174"/>
                <a:gd name="T30" fmla="*/ 164 w 1138"/>
                <a:gd name="T31" fmla="*/ 6 h 174"/>
                <a:gd name="T32" fmla="*/ 192 w 1138"/>
                <a:gd name="T33" fmla="*/ 6 h 174"/>
                <a:gd name="T34" fmla="*/ 223 w 1138"/>
                <a:gd name="T35" fmla="*/ 6 h 174"/>
                <a:gd name="T36" fmla="*/ 257 w 1138"/>
                <a:gd name="T37" fmla="*/ 6 h 174"/>
                <a:gd name="T38" fmla="*/ 272 w 1138"/>
                <a:gd name="T39" fmla="*/ 6 h 174"/>
                <a:gd name="T40" fmla="*/ 290 w 1138"/>
                <a:gd name="T41" fmla="*/ 6 h 174"/>
                <a:gd name="T42" fmla="*/ 325 w 1138"/>
                <a:gd name="T43" fmla="*/ 6 h 174"/>
                <a:gd name="T44" fmla="*/ 344 w 1138"/>
                <a:gd name="T45" fmla="*/ 6 h 174"/>
                <a:gd name="T46" fmla="*/ 356 w 1138"/>
                <a:gd name="T47" fmla="*/ 6 h 174"/>
                <a:gd name="T48" fmla="*/ 370 w 1138"/>
                <a:gd name="T49" fmla="*/ 6 h 174"/>
                <a:gd name="T50" fmla="*/ 381 w 1138"/>
                <a:gd name="T51" fmla="*/ 27 h 174"/>
                <a:gd name="T52" fmla="*/ 366 w 1138"/>
                <a:gd name="T53" fmla="*/ 43 h 174"/>
                <a:gd name="T54" fmla="*/ 337 w 1138"/>
                <a:gd name="T55" fmla="*/ 50 h 174"/>
                <a:gd name="T56" fmla="*/ 307 w 1138"/>
                <a:gd name="T57" fmla="*/ 51 h 174"/>
                <a:gd name="T58" fmla="*/ 290 w 1138"/>
                <a:gd name="T59" fmla="*/ 50 h 174"/>
                <a:gd name="T60" fmla="*/ 271 w 1138"/>
                <a:gd name="T61" fmla="*/ 48 h 174"/>
                <a:gd name="T62" fmla="*/ 233 w 1138"/>
                <a:gd name="T63" fmla="*/ 47 h 174"/>
                <a:gd name="T64" fmla="*/ 214 w 1138"/>
                <a:gd name="T65" fmla="*/ 46 h 174"/>
                <a:gd name="T66" fmla="*/ 195 w 1138"/>
                <a:gd name="T67" fmla="*/ 46 h 174"/>
                <a:gd name="T68" fmla="*/ 179 w 1138"/>
                <a:gd name="T69" fmla="*/ 47 h 174"/>
                <a:gd name="T70" fmla="*/ 160 w 1138"/>
                <a:gd name="T71" fmla="*/ 48 h 174"/>
                <a:gd name="T72" fmla="*/ 141 w 1138"/>
                <a:gd name="T73" fmla="*/ 50 h 174"/>
                <a:gd name="T74" fmla="*/ 123 w 1138"/>
                <a:gd name="T75" fmla="*/ 51 h 174"/>
                <a:gd name="T76" fmla="*/ 106 w 1138"/>
                <a:gd name="T77" fmla="*/ 52 h 174"/>
                <a:gd name="T78" fmla="*/ 91 w 1138"/>
                <a:gd name="T79" fmla="*/ 53 h 174"/>
                <a:gd name="T80" fmla="*/ 75 w 1138"/>
                <a:gd name="T81" fmla="*/ 54 h 174"/>
                <a:gd name="T82" fmla="*/ 64 w 1138"/>
                <a:gd name="T83" fmla="*/ 54 h 174"/>
                <a:gd name="T84" fmla="*/ 55 w 1138"/>
                <a:gd name="T85" fmla="*/ 54 h 174"/>
                <a:gd name="T86" fmla="*/ 47 w 1138"/>
                <a:gd name="T87" fmla="*/ 54 h 174"/>
                <a:gd name="T88" fmla="*/ 42 w 1138"/>
                <a:gd name="T89" fmla="*/ 54 h 174"/>
                <a:gd name="T90" fmla="*/ 38 w 1138"/>
                <a:gd name="T91" fmla="*/ 53 h 174"/>
                <a:gd name="T92" fmla="*/ 35 w 1138"/>
                <a:gd name="T93" fmla="*/ 52 h 174"/>
                <a:gd name="T94" fmla="*/ 31 w 1138"/>
                <a:gd name="T95" fmla="*/ 52 h 174"/>
                <a:gd name="T96" fmla="*/ 29 w 1138"/>
                <a:gd name="T97" fmla="*/ 51 h 174"/>
                <a:gd name="T98" fmla="*/ 25 w 1138"/>
                <a:gd name="T99" fmla="*/ 50 h 174"/>
                <a:gd name="T100" fmla="*/ 17 w 1138"/>
                <a:gd name="T101" fmla="*/ 46 h 174"/>
                <a:gd name="T102" fmla="*/ 9 w 1138"/>
                <a:gd name="T103" fmla="*/ 41 h 174"/>
                <a:gd name="T104" fmla="*/ 7 w 1138"/>
                <a:gd name="T105" fmla="*/ 39 h 174"/>
                <a:gd name="T106" fmla="*/ 7 w 1138"/>
                <a:gd name="T107" fmla="*/ 37 h 174"/>
                <a:gd name="T108" fmla="*/ 2 w 1138"/>
                <a:gd name="T109" fmla="*/ 34 h 174"/>
                <a:gd name="T110" fmla="*/ 0 w 1138"/>
                <a:gd name="T111" fmla="*/ 31 h 174"/>
                <a:gd name="T112" fmla="*/ 0 w 1138"/>
                <a:gd name="T113" fmla="*/ 29 h 174"/>
                <a:gd name="T114" fmla="*/ 2 w 1138"/>
                <a:gd name="T115" fmla="*/ 25 h 174"/>
                <a:gd name="T116" fmla="*/ 6 w 1138"/>
                <a:gd name="T117" fmla="*/ 21 h 174"/>
                <a:gd name="T118" fmla="*/ 7 w 1138"/>
                <a:gd name="T119" fmla="*/ 18 h 174"/>
                <a:gd name="T120" fmla="*/ 10 w 1138"/>
                <a:gd name="T121" fmla="*/ 12 h 174"/>
                <a:gd name="T122" fmla="*/ 13 w 1138"/>
                <a:gd name="T123" fmla="*/ 9 h 174"/>
                <a:gd name="T124" fmla="*/ 16 w 1138"/>
                <a:gd name="T125" fmla="*/ 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6" name="Freeform 11">
              <a:extLst>
                <a:ext uri="{FF2B5EF4-FFF2-40B4-BE49-F238E27FC236}">
                  <a16:creationId xmlns:a16="http://schemas.microsoft.com/office/drawing/2014/main" id="{54BE3043-F915-7641-B9F1-33A938744DBE}"/>
                </a:ext>
              </a:extLst>
            </p:cNvPr>
            <p:cNvSpPr>
              <a:spLocks/>
            </p:cNvSpPr>
            <p:nvPr/>
          </p:nvSpPr>
          <p:spPr bwMode="auto">
            <a:xfrm>
              <a:off x="1735" y="1944"/>
              <a:ext cx="688" cy="687"/>
            </a:xfrm>
            <a:custGeom>
              <a:avLst/>
              <a:gdLst>
                <a:gd name="T0" fmla="*/ 66 w 741"/>
                <a:gd name="T1" fmla="*/ 197 h 744"/>
                <a:gd name="T2" fmla="*/ 99 w 741"/>
                <a:gd name="T3" fmla="*/ 162 h 744"/>
                <a:gd name="T4" fmla="*/ 106 w 741"/>
                <a:gd name="T5" fmla="*/ 151 h 744"/>
                <a:gd name="T6" fmla="*/ 128 w 741"/>
                <a:gd name="T7" fmla="*/ 128 h 744"/>
                <a:gd name="T8" fmla="*/ 133 w 741"/>
                <a:gd name="T9" fmla="*/ 122 h 744"/>
                <a:gd name="T10" fmla="*/ 147 w 741"/>
                <a:gd name="T11" fmla="*/ 109 h 744"/>
                <a:gd name="T12" fmla="*/ 159 w 741"/>
                <a:gd name="T13" fmla="*/ 98 h 744"/>
                <a:gd name="T14" fmla="*/ 174 w 741"/>
                <a:gd name="T15" fmla="*/ 86 h 744"/>
                <a:gd name="T16" fmla="*/ 187 w 741"/>
                <a:gd name="T17" fmla="*/ 75 h 744"/>
                <a:gd name="T18" fmla="*/ 196 w 741"/>
                <a:gd name="T19" fmla="*/ 71 h 744"/>
                <a:gd name="T20" fmla="*/ 201 w 741"/>
                <a:gd name="T21" fmla="*/ 66 h 744"/>
                <a:gd name="T22" fmla="*/ 219 w 741"/>
                <a:gd name="T23" fmla="*/ 57 h 744"/>
                <a:gd name="T24" fmla="*/ 227 w 741"/>
                <a:gd name="T25" fmla="*/ 54 h 744"/>
                <a:gd name="T26" fmla="*/ 232 w 741"/>
                <a:gd name="T27" fmla="*/ 51 h 744"/>
                <a:gd name="T28" fmla="*/ 237 w 741"/>
                <a:gd name="T29" fmla="*/ 47 h 744"/>
                <a:gd name="T30" fmla="*/ 241 w 741"/>
                <a:gd name="T31" fmla="*/ 42 h 744"/>
                <a:gd name="T32" fmla="*/ 244 w 741"/>
                <a:gd name="T33" fmla="*/ 38 h 744"/>
                <a:gd name="T34" fmla="*/ 244 w 741"/>
                <a:gd name="T35" fmla="*/ 33 h 744"/>
                <a:gd name="T36" fmla="*/ 244 w 741"/>
                <a:gd name="T37" fmla="*/ 28 h 744"/>
                <a:gd name="T38" fmla="*/ 240 w 741"/>
                <a:gd name="T39" fmla="*/ 24 h 744"/>
                <a:gd name="T40" fmla="*/ 237 w 741"/>
                <a:gd name="T41" fmla="*/ 18 h 744"/>
                <a:gd name="T42" fmla="*/ 235 w 741"/>
                <a:gd name="T43" fmla="*/ 14 h 744"/>
                <a:gd name="T44" fmla="*/ 231 w 741"/>
                <a:gd name="T45" fmla="*/ 11 h 744"/>
                <a:gd name="T46" fmla="*/ 227 w 741"/>
                <a:gd name="T47" fmla="*/ 7 h 744"/>
                <a:gd name="T48" fmla="*/ 223 w 741"/>
                <a:gd name="T49" fmla="*/ 6 h 744"/>
                <a:gd name="T50" fmla="*/ 219 w 741"/>
                <a:gd name="T51" fmla="*/ 6 h 744"/>
                <a:gd name="T52" fmla="*/ 207 w 741"/>
                <a:gd name="T53" fmla="*/ 2 h 744"/>
                <a:gd name="T54" fmla="*/ 201 w 741"/>
                <a:gd name="T55" fmla="*/ 0 h 744"/>
                <a:gd name="T56" fmla="*/ 188 w 741"/>
                <a:gd name="T57" fmla="*/ 6 h 744"/>
                <a:gd name="T58" fmla="*/ 157 w 741"/>
                <a:gd name="T59" fmla="*/ 33 h 744"/>
                <a:gd name="T60" fmla="*/ 150 w 741"/>
                <a:gd name="T61" fmla="*/ 39 h 744"/>
                <a:gd name="T62" fmla="*/ 146 w 741"/>
                <a:gd name="T63" fmla="*/ 44 h 744"/>
                <a:gd name="T64" fmla="*/ 139 w 741"/>
                <a:gd name="T65" fmla="*/ 51 h 744"/>
                <a:gd name="T66" fmla="*/ 125 w 741"/>
                <a:gd name="T67" fmla="*/ 66 h 744"/>
                <a:gd name="T68" fmla="*/ 110 w 741"/>
                <a:gd name="T69" fmla="*/ 79 h 744"/>
                <a:gd name="T70" fmla="*/ 102 w 741"/>
                <a:gd name="T71" fmla="*/ 86 h 744"/>
                <a:gd name="T72" fmla="*/ 95 w 741"/>
                <a:gd name="T73" fmla="*/ 92 h 744"/>
                <a:gd name="T74" fmla="*/ 88 w 741"/>
                <a:gd name="T75" fmla="*/ 98 h 744"/>
                <a:gd name="T76" fmla="*/ 79 w 741"/>
                <a:gd name="T77" fmla="*/ 102 h 744"/>
                <a:gd name="T78" fmla="*/ 62 w 741"/>
                <a:gd name="T79" fmla="*/ 111 h 744"/>
                <a:gd name="T80" fmla="*/ 42 w 741"/>
                <a:gd name="T81" fmla="*/ 133 h 744"/>
                <a:gd name="T82" fmla="*/ 24 w 741"/>
                <a:gd name="T83" fmla="*/ 157 h 744"/>
                <a:gd name="T84" fmla="*/ 8 w 741"/>
                <a:gd name="T85" fmla="*/ 183 h 744"/>
                <a:gd name="T86" fmla="*/ 0 w 741"/>
                <a:gd name="T87" fmla="*/ 204 h 744"/>
                <a:gd name="T88" fmla="*/ 6 w 741"/>
                <a:gd name="T89" fmla="*/ 223 h 744"/>
                <a:gd name="T90" fmla="*/ 12 w 741"/>
                <a:gd name="T91" fmla="*/ 224 h 744"/>
                <a:gd name="T92" fmla="*/ 34 w 741"/>
                <a:gd name="T93" fmla="*/ 224 h 744"/>
                <a:gd name="T94" fmla="*/ 66 w 741"/>
                <a:gd name="T95" fmla="*/ 19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7" name="Freeform 12">
              <a:extLst>
                <a:ext uri="{FF2B5EF4-FFF2-40B4-BE49-F238E27FC236}">
                  <a16:creationId xmlns:a16="http://schemas.microsoft.com/office/drawing/2014/main" id="{2BBBCCBF-91FD-4C49-AA73-3864B7E61EFD}"/>
                </a:ext>
              </a:extLst>
            </p:cNvPr>
            <p:cNvSpPr>
              <a:spLocks/>
            </p:cNvSpPr>
            <p:nvPr/>
          </p:nvSpPr>
          <p:spPr bwMode="auto">
            <a:xfrm>
              <a:off x="2745" y="1941"/>
              <a:ext cx="612" cy="769"/>
            </a:xfrm>
            <a:custGeom>
              <a:avLst/>
              <a:gdLst>
                <a:gd name="T0" fmla="*/ 14 w 657"/>
                <a:gd name="T1" fmla="*/ 6 h 832"/>
                <a:gd name="T2" fmla="*/ 17 w 657"/>
                <a:gd name="T3" fmla="*/ 6 h 832"/>
                <a:gd name="T4" fmla="*/ 20 w 657"/>
                <a:gd name="T5" fmla="*/ 4 h 832"/>
                <a:gd name="T6" fmla="*/ 25 w 657"/>
                <a:gd name="T7" fmla="*/ 2 h 832"/>
                <a:gd name="T8" fmla="*/ 30 w 657"/>
                <a:gd name="T9" fmla="*/ 0 h 832"/>
                <a:gd name="T10" fmla="*/ 56 w 657"/>
                <a:gd name="T11" fmla="*/ 12 h 832"/>
                <a:gd name="T12" fmla="*/ 101 w 657"/>
                <a:gd name="T13" fmla="*/ 51 h 832"/>
                <a:gd name="T14" fmla="*/ 145 w 657"/>
                <a:gd name="T15" fmla="*/ 99 h 832"/>
                <a:gd name="T16" fmla="*/ 177 w 657"/>
                <a:gd name="T17" fmla="*/ 144 h 832"/>
                <a:gd name="T18" fmla="*/ 226 w 657"/>
                <a:gd name="T19" fmla="*/ 232 h 832"/>
                <a:gd name="T20" fmla="*/ 218 w 657"/>
                <a:gd name="T21" fmla="*/ 255 h 832"/>
                <a:gd name="T22" fmla="*/ 185 w 657"/>
                <a:gd name="T23" fmla="*/ 254 h 832"/>
                <a:gd name="T24" fmla="*/ 148 w 657"/>
                <a:gd name="T25" fmla="*/ 207 h 832"/>
                <a:gd name="T26" fmla="*/ 131 w 657"/>
                <a:gd name="T27" fmla="*/ 172 h 832"/>
                <a:gd name="T28" fmla="*/ 97 w 657"/>
                <a:gd name="T29" fmla="*/ 128 h 832"/>
                <a:gd name="T30" fmla="*/ 82 w 657"/>
                <a:gd name="T31" fmla="*/ 105 h 832"/>
                <a:gd name="T32" fmla="*/ 68 w 657"/>
                <a:gd name="T33" fmla="*/ 93 h 832"/>
                <a:gd name="T34" fmla="*/ 53 w 657"/>
                <a:gd name="T35" fmla="*/ 82 h 832"/>
                <a:gd name="T36" fmla="*/ 43 w 657"/>
                <a:gd name="T37" fmla="*/ 71 h 832"/>
                <a:gd name="T38" fmla="*/ 32 w 657"/>
                <a:gd name="T39" fmla="*/ 66 h 832"/>
                <a:gd name="T40" fmla="*/ 21 w 657"/>
                <a:gd name="T41" fmla="*/ 60 h 832"/>
                <a:gd name="T42" fmla="*/ 12 w 657"/>
                <a:gd name="T43" fmla="*/ 51 h 832"/>
                <a:gd name="T44" fmla="*/ 0 w 657"/>
                <a:gd name="T45" fmla="*/ 29 h 832"/>
                <a:gd name="T46" fmla="*/ 6 w 657"/>
                <a:gd name="T47" fmla="*/ 23 h 832"/>
                <a:gd name="T48" fmla="*/ 9 w 657"/>
                <a:gd name="T49" fmla="*/ 14 h 832"/>
                <a:gd name="T50" fmla="*/ 13 w 657"/>
                <a:gd name="T51" fmla="*/ 8 h 832"/>
                <a:gd name="T52" fmla="*/ 14 w 657"/>
                <a:gd name="T53" fmla="*/ 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9817" name="Line 9">
            <a:extLst>
              <a:ext uri="{FF2B5EF4-FFF2-40B4-BE49-F238E27FC236}">
                <a16:creationId xmlns:a16="http://schemas.microsoft.com/office/drawing/2014/main" id="{6712F360-B2EF-5E45-B11F-9E59694C795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8" name="Rectangle 13">
            <a:extLst>
              <a:ext uri="{FF2B5EF4-FFF2-40B4-BE49-F238E27FC236}">
                <a16:creationId xmlns:a16="http://schemas.microsoft.com/office/drawing/2014/main" id="{BD824B5E-01FA-1346-B51F-5EE9EE9E276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19" name="Freeform 14">
            <a:extLst>
              <a:ext uri="{FF2B5EF4-FFF2-40B4-BE49-F238E27FC236}">
                <a16:creationId xmlns:a16="http://schemas.microsoft.com/office/drawing/2014/main" id="{F1A157C3-04FB-744A-BE5B-5FD4F2C2C39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0" name="Rectangle 15">
            <a:extLst>
              <a:ext uri="{FF2B5EF4-FFF2-40B4-BE49-F238E27FC236}">
                <a16:creationId xmlns:a16="http://schemas.microsoft.com/office/drawing/2014/main" id="{856CDD06-0DCD-FE42-8772-EF68B33F97DB}"/>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1" name="Freeform 16">
            <a:extLst>
              <a:ext uri="{FF2B5EF4-FFF2-40B4-BE49-F238E27FC236}">
                <a16:creationId xmlns:a16="http://schemas.microsoft.com/office/drawing/2014/main" id="{81077FCD-04ED-A94E-9148-F0D619F8810B}"/>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9822" name="Freeform 17">
            <a:extLst>
              <a:ext uri="{FF2B5EF4-FFF2-40B4-BE49-F238E27FC236}">
                <a16:creationId xmlns:a16="http://schemas.microsoft.com/office/drawing/2014/main" id="{0F99812A-A60E-A345-BB12-CF8CC233D45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3" name="Freeform 18">
            <a:extLst>
              <a:ext uri="{FF2B5EF4-FFF2-40B4-BE49-F238E27FC236}">
                <a16:creationId xmlns:a16="http://schemas.microsoft.com/office/drawing/2014/main" id="{CC7B477E-7354-8346-BDDB-74AA449B88A3}"/>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4" name="Rectangle 19">
            <a:extLst>
              <a:ext uri="{FF2B5EF4-FFF2-40B4-BE49-F238E27FC236}">
                <a16:creationId xmlns:a16="http://schemas.microsoft.com/office/drawing/2014/main" id="{8018315F-2AC7-C043-AACF-571D18F79EA0}"/>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5" name="Rectangle 20">
            <a:extLst>
              <a:ext uri="{FF2B5EF4-FFF2-40B4-BE49-F238E27FC236}">
                <a16:creationId xmlns:a16="http://schemas.microsoft.com/office/drawing/2014/main" id="{F859A2FA-017E-DD4B-8DCD-964D60FD03DB}"/>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6" name="Rectangle 21">
            <a:extLst>
              <a:ext uri="{FF2B5EF4-FFF2-40B4-BE49-F238E27FC236}">
                <a16:creationId xmlns:a16="http://schemas.microsoft.com/office/drawing/2014/main" id="{0980E5E7-39E4-CB44-8664-9431820BC03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9827" name="Oval 22">
            <a:extLst>
              <a:ext uri="{FF2B5EF4-FFF2-40B4-BE49-F238E27FC236}">
                <a16:creationId xmlns:a16="http://schemas.microsoft.com/office/drawing/2014/main" id="{E7B79456-C53A-2342-9E96-BE0577D1E67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28" name="Group 23">
            <a:extLst>
              <a:ext uri="{FF2B5EF4-FFF2-40B4-BE49-F238E27FC236}">
                <a16:creationId xmlns:a16="http://schemas.microsoft.com/office/drawing/2014/main" id="{C1B36EF8-E78F-764E-B4CD-1080D969F048}"/>
              </a:ext>
            </a:extLst>
          </p:cNvPr>
          <p:cNvGrpSpPr>
            <a:grpSpLocks/>
          </p:cNvGrpSpPr>
          <p:nvPr/>
        </p:nvGrpSpPr>
        <p:grpSpPr bwMode="auto">
          <a:xfrm>
            <a:off x="1577579" y="2712244"/>
            <a:ext cx="378619" cy="386954"/>
            <a:chOff x="101" y="2294"/>
            <a:chExt cx="343" cy="353"/>
          </a:xfrm>
        </p:grpSpPr>
        <p:grpSp>
          <p:nvGrpSpPr>
            <p:cNvPr id="120219" name="Group 24">
              <a:extLst>
                <a:ext uri="{FF2B5EF4-FFF2-40B4-BE49-F238E27FC236}">
                  <a16:creationId xmlns:a16="http://schemas.microsoft.com/office/drawing/2014/main" id="{0AFCAB73-FC28-594D-9008-4A5F4BF73435}"/>
                </a:ext>
              </a:extLst>
            </p:cNvPr>
            <p:cNvGrpSpPr>
              <a:grpSpLocks/>
            </p:cNvGrpSpPr>
            <p:nvPr/>
          </p:nvGrpSpPr>
          <p:grpSpPr bwMode="auto">
            <a:xfrm>
              <a:off x="109" y="2301"/>
              <a:ext cx="335" cy="346"/>
              <a:chOff x="109" y="2301"/>
              <a:chExt cx="335" cy="346"/>
            </a:xfrm>
          </p:grpSpPr>
          <p:sp>
            <p:nvSpPr>
              <p:cNvPr id="120233" name="Freeform 25">
                <a:extLst>
                  <a:ext uri="{FF2B5EF4-FFF2-40B4-BE49-F238E27FC236}">
                    <a16:creationId xmlns:a16="http://schemas.microsoft.com/office/drawing/2014/main" id="{5A2334D0-FA1C-E040-BAC1-127CA50189DF}"/>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4" name="Freeform 26">
                <a:extLst>
                  <a:ext uri="{FF2B5EF4-FFF2-40B4-BE49-F238E27FC236}">
                    <a16:creationId xmlns:a16="http://schemas.microsoft.com/office/drawing/2014/main" id="{5168B3B0-ECD1-1340-B5C7-B90FE7F6C32A}"/>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5" name="Freeform 27">
                <a:extLst>
                  <a:ext uri="{FF2B5EF4-FFF2-40B4-BE49-F238E27FC236}">
                    <a16:creationId xmlns:a16="http://schemas.microsoft.com/office/drawing/2014/main" id="{11E6DCCB-B5C6-0D4A-8F7C-9FA9DA13B2BC}"/>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6" name="Freeform 28">
                <a:extLst>
                  <a:ext uri="{FF2B5EF4-FFF2-40B4-BE49-F238E27FC236}">
                    <a16:creationId xmlns:a16="http://schemas.microsoft.com/office/drawing/2014/main" id="{F6406925-5EB8-B44B-B2DB-8952CAE875CE}"/>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7" name="Rectangle 29">
                <a:extLst>
                  <a:ext uri="{FF2B5EF4-FFF2-40B4-BE49-F238E27FC236}">
                    <a16:creationId xmlns:a16="http://schemas.microsoft.com/office/drawing/2014/main" id="{43C609C8-1B95-7949-A472-2761F461ED7C}"/>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8" name="Rectangle 30">
                <a:extLst>
                  <a:ext uri="{FF2B5EF4-FFF2-40B4-BE49-F238E27FC236}">
                    <a16:creationId xmlns:a16="http://schemas.microsoft.com/office/drawing/2014/main" id="{33720276-8F71-C945-91CB-65A555BC027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9" name="Rectangle 31">
                <a:extLst>
                  <a:ext uri="{FF2B5EF4-FFF2-40B4-BE49-F238E27FC236}">
                    <a16:creationId xmlns:a16="http://schemas.microsoft.com/office/drawing/2014/main" id="{0B356068-FAC1-CF48-96ED-CBCF15708CA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40" name="Line 32">
                <a:extLst>
                  <a:ext uri="{FF2B5EF4-FFF2-40B4-BE49-F238E27FC236}">
                    <a16:creationId xmlns:a16="http://schemas.microsoft.com/office/drawing/2014/main" id="{95593708-6816-BA4C-AC97-C34A0BB34CE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41" name="Group 33">
                <a:extLst>
                  <a:ext uri="{FF2B5EF4-FFF2-40B4-BE49-F238E27FC236}">
                    <a16:creationId xmlns:a16="http://schemas.microsoft.com/office/drawing/2014/main" id="{3321CB8D-420C-4148-813F-FB0EB7A582CD}"/>
                  </a:ext>
                </a:extLst>
              </p:cNvPr>
              <p:cNvGrpSpPr>
                <a:grpSpLocks/>
              </p:cNvGrpSpPr>
              <p:nvPr/>
            </p:nvGrpSpPr>
            <p:grpSpPr bwMode="auto">
              <a:xfrm>
                <a:off x="109" y="2596"/>
                <a:ext cx="335" cy="51"/>
                <a:chOff x="109" y="2596"/>
                <a:chExt cx="335" cy="51"/>
              </a:xfrm>
            </p:grpSpPr>
            <p:sp>
              <p:nvSpPr>
                <p:cNvPr id="120242" name="Freeform 34">
                  <a:extLst>
                    <a:ext uri="{FF2B5EF4-FFF2-40B4-BE49-F238E27FC236}">
                      <a16:creationId xmlns:a16="http://schemas.microsoft.com/office/drawing/2014/main" id="{EB767609-3F7C-9A4F-85AF-7D329CFDD13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3" name="Freeform 35">
                  <a:extLst>
                    <a:ext uri="{FF2B5EF4-FFF2-40B4-BE49-F238E27FC236}">
                      <a16:creationId xmlns:a16="http://schemas.microsoft.com/office/drawing/2014/main" id="{32B98513-0CB9-D244-91FC-D0ADE3E9064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4" name="Rectangle 36">
                  <a:extLst>
                    <a:ext uri="{FF2B5EF4-FFF2-40B4-BE49-F238E27FC236}">
                      <a16:creationId xmlns:a16="http://schemas.microsoft.com/office/drawing/2014/main" id="{F0853810-2FD6-824D-B911-307403810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220" name="Group 37">
              <a:extLst>
                <a:ext uri="{FF2B5EF4-FFF2-40B4-BE49-F238E27FC236}">
                  <a16:creationId xmlns:a16="http://schemas.microsoft.com/office/drawing/2014/main" id="{CD59F8DE-D1E4-DF45-960A-06B122FB2D72}"/>
                </a:ext>
              </a:extLst>
            </p:cNvPr>
            <p:cNvGrpSpPr>
              <a:grpSpLocks/>
            </p:cNvGrpSpPr>
            <p:nvPr/>
          </p:nvGrpSpPr>
          <p:grpSpPr bwMode="auto">
            <a:xfrm>
              <a:off x="101" y="2294"/>
              <a:ext cx="335" cy="347"/>
              <a:chOff x="101" y="2294"/>
              <a:chExt cx="335" cy="347"/>
            </a:xfrm>
          </p:grpSpPr>
          <p:sp>
            <p:nvSpPr>
              <p:cNvPr id="120221" name="Freeform 38">
                <a:extLst>
                  <a:ext uri="{FF2B5EF4-FFF2-40B4-BE49-F238E27FC236}">
                    <a16:creationId xmlns:a16="http://schemas.microsoft.com/office/drawing/2014/main" id="{1BDEAD7C-6F1B-6841-AF5A-E196D02E540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2" name="Freeform 39">
                <a:extLst>
                  <a:ext uri="{FF2B5EF4-FFF2-40B4-BE49-F238E27FC236}">
                    <a16:creationId xmlns:a16="http://schemas.microsoft.com/office/drawing/2014/main" id="{B62F3F79-37FB-4D4F-B01B-79E49EFD434E}"/>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3" name="Freeform 40">
                <a:extLst>
                  <a:ext uri="{FF2B5EF4-FFF2-40B4-BE49-F238E27FC236}">
                    <a16:creationId xmlns:a16="http://schemas.microsoft.com/office/drawing/2014/main" id="{6ACD1C1A-0069-0646-9F19-6A2DB6977CB8}"/>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4" name="Freeform 41">
                <a:extLst>
                  <a:ext uri="{FF2B5EF4-FFF2-40B4-BE49-F238E27FC236}">
                    <a16:creationId xmlns:a16="http://schemas.microsoft.com/office/drawing/2014/main" id="{8430A9C0-7339-974B-897E-E65832BB536E}"/>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5" name="Rectangle 42">
                <a:extLst>
                  <a:ext uri="{FF2B5EF4-FFF2-40B4-BE49-F238E27FC236}">
                    <a16:creationId xmlns:a16="http://schemas.microsoft.com/office/drawing/2014/main" id="{FF053804-2766-E349-9C4D-4ADFD622CC31}"/>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6" name="Rectangle 43">
                <a:extLst>
                  <a:ext uri="{FF2B5EF4-FFF2-40B4-BE49-F238E27FC236}">
                    <a16:creationId xmlns:a16="http://schemas.microsoft.com/office/drawing/2014/main" id="{88D6B8B9-A6B5-FE41-A170-91FA364DC7A3}"/>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7" name="Rectangle 44">
                <a:extLst>
                  <a:ext uri="{FF2B5EF4-FFF2-40B4-BE49-F238E27FC236}">
                    <a16:creationId xmlns:a16="http://schemas.microsoft.com/office/drawing/2014/main" id="{A39C3687-B6EF-1446-B23D-20BEB6753F4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8" name="Line 45">
                <a:extLst>
                  <a:ext uri="{FF2B5EF4-FFF2-40B4-BE49-F238E27FC236}">
                    <a16:creationId xmlns:a16="http://schemas.microsoft.com/office/drawing/2014/main" id="{4FF18F46-B3E2-B74E-89E0-722EBBE1E8AE}"/>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29" name="Group 46">
                <a:extLst>
                  <a:ext uri="{FF2B5EF4-FFF2-40B4-BE49-F238E27FC236}">
                    <a16:creationId xmlns:a16="http://schemas.microsoft.com/office/drawing/2014/main" id="{A04FD918-A5C3-7041-814D-A7955239E28B}"/>
                  </a:ext>
                </a:extLst>
              </p:cNvPr>
              <p:cNvGrpSpPr>
                <a:grpSpLocks/>
              </p:cNvGrpSpPr>
              <p:nvPr/>
            </p:nvGrpSpPr>
            <p:grpSpPr bwMode="auto">
              <a:xfrm>
                <a:off x="101" y="2590"/>
                <a:ext cx="335" cy="51"/>
                <a:chOff x="101" y="2590"/>
                <a:chExt cx="335" cy="51"/>
              </a:xfrm>
            </p:grpSpPr>
            <p:sp>
              <p:nvSpPr>
                <p:cNvPr id="120230" name="Freeform 47">
                  <a:extLst>
                    <a:ext uri="{FF2B5EF4-FFF2-40B4-BE49-F238E27FC236}">
                      <a16:creationId xmlns:a16="http://schemas.microsoft.com/office/drawing/2014/main" id="{9A4472D0-0502-074C-91F1-3DEC9665C1A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1" name="Freeform 48">
                  <a:extLst>
                    <a:ext uri="{FF2B5EF4-FFF2-40B4-BE49-F238E27FC236}">
                      <a16:creationId xmlns:a16="http://schemas.microsoft.com/office/drawing/2014/main" id="{7D1AFB8B-D8E4-214D-BEFC-8839075A442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2" name="Rectangle 49">
                  <a:extLst>
                    <a:ext uri="{FF2B5EF4-FFF2-40B4-BE49-F238E27FC236}">
                      <a16:creationId xmlns:a16="http://schemas.microsoft.com/office/drawing/2014/main" id="{D03537AE-A730-B74C-BE76-0BBFE131171C}"/>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29" name="Group 50">
            <a:extLst>
              <a:ext uri="{FF2B5EF4-FFF2-40B4-BE49-F238E27FC236}">
                <a16:creationId xmlns:a16="http://schemas.microsoft.com/office/drawing/2014/main" id="{9C5CFF26-0C1B-9148-A8BB-9982BBF3CD3E}"/>
              </a:ext>
            </a:extLst>
          </p:cNvPr>
          <p:cNvGrpSpPr>
            <a:grpSpLocks/>
          </p:cNvGrpSpPr>
          <p:nvPr/>
        </p:nvGrpSpPr>
        <p:grpSpPr bwMode="auto">
          <a:xfrm>
            <a:off x="3661173" y="4561285"/>
            <a:ext cx="377428" cy="386953"/>
            <a:chOff x="3891" y="3616"/>
            <a:chExt cx="342" cy="353"/>
          </a:xfrm>
        </p:grpSpPr>
        <p:grpSp>
          <p:nvGrpSpPr>
            <p:cNvPr id="120193" name="Group 51">
              <a:extLst>
                <a:ext uri="{FF2B5EF4-FFF2-40B4-BE49-F238E27FC236}">
                  <a16:creationId xmlns:a16="http://schemas.microsoft.com/office/drawing/2014/main" id="{FD8437AB-6906-E94D-BBCC-E38D0AACA0B7}"/>
                </a:ext>
              </a:extLst>
            </p:cNvPr>
            <p:cNvGrpSpPr>
              <a:grpSpLocks/>
            </p:cNvGrpSpPr>
            <p:nvPr/>
          </p:nvGrpSpPr>
          <p:grpSpPr bwMode="auto">
            <a:xfrm>
              <a:off x="3899" y="3622"/>
              <a:ext cx="334" cy="347"/>
              <a:chOff x="3899" y="3622"/>
              <a:chExt cx="334" cy="347"/>
            </a:xfrm>
          </p:grpSpPr>
          <p:sp>
            <p:nvSpPr>
              <p:cNvPr id="120207" name="Freeform 52">
                <a:extLst>
                  <a:ext uri="{FF2B5EF4-FFF2-40B4-BE49-F238E27FC236}">
                    <a16:creationId xmlns:a16="http://schemas.microsoft.com/office/drawing/2014/main" id="{DE37FFD4-0412-5C4E-92EA-49F5FE91FF86}"/>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8" name="Freeform 53">
                <a:extLst>
                  <a:ext uri="{FF2B5EF4-FFF2-40B4-BE49-F238E27FC236}">
                    <a16:creationId xmlns:a16="http://schemas.microsoft.com/office/drawing/2014/main" id="{DA7EE725-D794-9A47-9128-A3B46B5E63A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9" name="Freeform 54">
                <a:extLst>
                  <a:ext uri="{FF2B5EF4-FFF2-40B4-BE49-F238E27FC236}">
                    <a16:creationId xmlns:a16="http://schemas.microsoft.com/office/drawing/2014/main" id="{826E5605-A021-2D4F-BBBE-23D965D13F1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0" name="Freeform 55">
                <a:extLst>
                  <a:ext uri="{FF2B5EF4-FFF2-40B4-BE49-F238E27FC236}">
                    <a16:creationId xmlns:a16="http://schemas.microsoft.com/office/drawing/2014/main" id="{5CA53311-13EF-DF4F-900F-9948E4EF25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1" name="Rectangle 56">
                <a:extLst>
                  <a:ext uri="{FF2B5EF4-FFF2-40B4-BE49-F238E27FC236}">
                    <a16:creationId xmlns:a16="http://schemas.microsoft.com/office/drawing/2014/main" id="{3E8418DA-98F6-3D43-8487-541DD30A1AB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2" name="Rectangle 57">
                <a:extLst>
                  <a:ext uri="{FF2B5EF4-FFF2-40B4-BE49-F238E27FC236}">
                    <a16:creationId xmlns:a16="http://schemas.microsoft.com/office/drawing/2014/main" id="{36326301-EDB2-A044-AAF1-6DB33538E99A}"/>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3" name="Rectangle 58">
                <a:extLst>
                  <a:ext uri="{FF2B5EF4-FFF2-40B4-BE49-F238E27FC236}">
                    <a16:creationId xmlns:a16="http://schemas.microsoft.com/office/drawing/2014/main" id="{2AC46B6A-5BF2-B74C-92A9-F6A6CE50782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4" name="Line 59">
                <a:extLst>
                  <a:ext uri="{FF2B5EF4-FFF2-40B4-BE49-F238E27FC236}">
                    <a16:creationId xmlns:a16="http://schemas.microsoft.com/office/drawing/2014/main" id="{3DA62F18-F1E1-4E4F-8D40-3C3BCF4BBDA8}"/>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15" name="Group 60">
                <a:extLst>
                  <a:ext uri="{FF2B5EF4-FFF2-40B4-BE49-F238E27FC236}">
                    <a16:creationId xmlns:a16="http://schemas.microsoft.com/office/drawing/2014/main" id="{C6661728-BA8C-2B4A-A305-59A081F7EB71}"/>
                  </a:ext>
                </a:extLst>
              </p:cNvPr>
              <p:cNvGrpSpPr>
                <a:grpSpLocks/>
              </p:cNvGrpSpPr>
              <p:nvPr/>
            </p:nvGrpSpPr>
            <p:grpSpPr bwMode="auto">
              <a:xfrm>
                <a:off x="3899" y="3918"/>
                <a:ext cx="334" cy="51"/>
                <a:chOff x="3899" y="3918"/>
                <a:chExt cx="334" cy="51"/>
              </a:xfrm>
            </p:grpSpPr>
            <p:sp>
              <p:nvSpPr>
                <p:cNvPr id="120216" name="Freeform 61">
                  <a:extLst>
                    <a:ext uri="{FF2B5EF4-FFF2-40B4-BE49-F238E27FC236}">
                      <a16:creationId xmlns:a16="http://schemas.microsoft.com/office/drawing/2014/main" id="{43C9F5A7-AD1F-AF4E-BCDF-3BA888B14B5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7" name="Freeform 62">
                  <a:extLst>
                    <a:ext uri="{FF2B5EF4-FFF2-40B4-BE49-F238E27FC236}">
                      <a16:creationId xmlns:a16="http://schemas.microsoft.com/office/drawing/2014/main" id="{CFD5C23D-4267-6248-A2CC-404D0E3BE82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8" name="Rectangle 63">
                  <a:extLst>
                    <a:ext uri="{FF2B5EF4-FFF2-40B4-BE49-F238E27FC236}">
                      <a16:creationId xmlns:a16="http://schemas.microsoft.com/office/drawing/2014/main" id="{222090BF-D3ED-B74B-AD68-2DF717B51ADF}"/>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94" name="Group 64">
              <a:extLst>
                <a:ext uri="{FF2B5EF4-FFF2-40B4-BE49-F238E27FC236}">
                  <a16:creationId xmlns:a16="http://schemas.microsoft.com/office/drawing/2014/main" id="{D71DF35A-912A-DB45-9219-03CEEC4D84BA}"/>
                </a:ext>
              </a:extLst>
            </p:cNvPr>
            <p:cNvGrpSpPr>
              <a:grpSpLocks/>
            </p:cNvGrpSpPr>
            <p:nvPr/>
          </p:nvGrpSpPr>
          <p:grpSpPr bwMode="auto">
            <a:xfrm>
              <a:off x="3891" y="3616"/>
              <a:ext cx="334" cy="346"/>
              <a:chOff x="3891" y="3616"/>
              <a:chExt cx="334" cy="346"/>
            </a:xfrm>
          </p:grpSpPr>
          <p:sp>
            <p:nvSpPr>
              <p:cNvPr id="120195" name="Freeform 65">
                <a:extLst>
                  <a:ext uri="{FF2B5EF4-FFF2-40B4-BE49-F238E27FC236}">
                    <a16:creationId xmlns:a16="http://schemas.microsoft.com/office/drawing/2014/main" id="{32A51596-48DC-464F-8FA8-A977396BC12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6" name="Freeform 66">
                <a:extLst>
                  <a:ext uri="{FF2B5EF4-FFF2-40B4-BE49-F238E27FC236}">
                    <a16:creationId xmlns:a16="http://schemas.microsoft.com/office/drawing/2014/main" id="{9991EF2F-1C41-3F4B-9B6B-36D39738AE61}"/>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7" name="Freeform 67">
                <a:extLst>
                  <a:ext uri="{FF2B5EF4-FFF2-40B4-BE49-F238E27FC236}">
                    <a16:creationId xmlns:a16="http://schemas.microsoft.com/office/drawing/2014/main" id="{389E5054-5844-E84D-B3F8-483D210462A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8" name="Freeform 68">
                <a:extLst>
                  <a:ext uri="{FF2B5EF4-FFF2-40B4-BE49-F238E27FC236}">
                    <a16:creationId xmlns:a16="http://schemas.microsoft.com/office/drawing/2014/main" id="{01023C92-5993-0144-9C5B-3A72BBCE9E13}"/>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9" name="Rectangle 69">
                <a:extLst>
                  <a:ext uri="{FF2B5EF4-FFF2-40B4-BE49-F238E27FC236}">
                    <a16:creationId xmlns:a16="http://schemas.microsoft.com/office/drawing/2014/main" id="{56E15D1B-B639-494D-9834-778F90116042}"/>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0" name="Rectangle 70">
                <a:extLst>
                  <a:ext uri="{FF2B5EF4-FFF2-40B4-BE49-F238E27FC236}">
                    <a16:creationId xmlns:a16="http://schemas.microsoft.com/office/drawing/2014/main" id="{5844A022-9DE4-D547-95A7-62C1C63078F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1" name="Rectangle 71">
                <a:extLst>
                  <a:ext uri="{FF2B5EF4-FFF2-40B4-BE49-F238E27FC236}">
                    <a16:creationId xmlns:a16="http://schemas.microsoft.com/office/drawing/2014/main" id="{341BB1BB-898F-F14E-96F3-EC4983F14C0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2" name="Line 72">
                <a:extLst>
                  <a:ext uri="{FF2B5EF4-FFF2-40B4-BE49-F238E27FC236}">
                    <a16:creationId xmlns:a16="http://schemas.microsoft.com/office/drawing/2014/main" id="{05C2421F-50D6-BE46-B283-B436F2EEA76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03" name="Group 73">
                <a:extLst>
                  <a:ext uri="{FF2B5EF4-FFF2-40B4-BE49-F238E27FC236}">
                    <a16:creationId xmlns:a16="http://schemas.microsoft.com/office/drawing/2014/main" id="{3C028665-1FAC-854D-960B-001F787C9425}"/>
                  </a:ext>
                </a:extLst>
              </p:cNvPr>
              <p:cNvGrpSpPr>
                <a:grpSpLocks/>
              </p:cNvGrpSpPr>
              <p:nvPr/>
            </p:nvGrpSpPr>
            <p:grpSpPr bwMode="auto">
              <a:xfrm>
                <a:off x="3891" y="3912"/>
                <a:ext cx="334" cy="50"/>
                <a:chOff x="3891" y="3912"/>
                <a:chExt cx="334" cy="50"/>
              </a:xfrm>
            </p:grpSpPr>
            <p:sp>
              <p:nvSpPr>
                <p:cNvPr id="120204" name="Freeform 74">
                  <a:extLst>
                    <a:ext uri="{FF2B5EF4-FFF2-40B4-BE49-F238E27FC236}">
                      <a16:creationId xmlns:a16="http://schemas.microsoft.com/office/drawing/2014/main" id="{125E583E-3DF3-7648-AC90-F31CCDF30F2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5" name="Freeform 75">
                  <a:extLst>
                    <a:ext uri="{FF2B5EF4-FFF2-40B4-BE49-F238E27FC236}">
                      <a16:creationId xmlns:a16="http://schemas.microsoft.com/office/drawing/2014/main" id="{5C12FB6F-6BD4-D148-A233-1A8E785F271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6" name="Rectangle 76">
                  <a:extLst>
                    <a:ext uri="{FF2B5EF4-FFF2-40B4-BE49-F238E27FC236}">
                      <a16:creationId xmlns:a16="http://schemas.microsoft.com/office/drawing/2014/main" id="{48B3E97D-23E2-F54F-8128-CD686EEFCA3F}"/>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0" name="Group 77">
            <a:extLst>
              <a:ext uri="{FF2B5EF4-FFF2-40B4-BE49-F238E27FC236}">
                <a16:creationId xmlns:a16="http://schemas.microsoft.com/office/drawing/2014/main" id="{EA0D8CBB-98E7-C84F-964A-1949E530D47D}"/>
              </a:ext>
            </a:extLst>
          </p:cNvPr>
          <p:cNvGrpSpPr>
            <a:grpSpLocks/>
          </p:cNvGrpSpPr>
          <p:nvPr/>
        </p:nvGrpSpPr>
        <p:grpSpPr bwMode="auto">
          <a:xfrm>
            <a:off x="4613673" y="4549379"/>
            <a:ext cx="378619" cy="386953"/>
            <a:chOff x="4752" y="3605"/>
            <a:chExt cx="343" cy="353"/>
          </a:xfrm>
        </p:grpSpPr>
        <p:grpSp>
          <p:nvGrpSpPr>
            <p:cNvPr id="120167" name="Group 78">
              <a:extLst>
                <a:ext uri="{FF2B5EF4-FFF2-40B4-BE49-F238E27FC236}">
                  <a16:creationId xmlns:a16="http://schemas.microsoft.com/office/drawing/2014/main" id="{94F55260-BB0B-C84C-97BE-20E1F72474A0}"/>
                </a:ext>
              </a:extLst>
            </p:cNvPr>
            <p:cNvGrpSpPr>
              <a:grpSpLocks/>
            </p:cNvGrpSpPr>
            <p:nvPr/>
          </p:nvGrpSpPr>
          <p:grpSpPr bwMode="auto">
            <a:xfrm>
              <a:off x="4760" y="3612"/>
              <a:ext cx="335" cy="346"/>
              <a:chOff x="4760" y="3612"/>
              <a:chExt cx="335" cy="346"/>
            </a:xfrm>
          </p:grpSpPr>
          <p:sp>
            <p:nvSpPr>
              <p:cNvPr id="120181" name="Freeform 79">
                <a:extLst>
                  <a:ext uri="{FF2B5EF4-FFF2-40B4-BE49-F238E27FC236}">
                    <a16:creationId xmlns:a16="http://schemas.microsoft.com/office/drawing/2014/main" id="{2D3B30F6-ED09-7C42-A689-5050B507C65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2" name="Freeform 80">
                <a:extLst>
                  <a:ext uri="{FF2B5EF4-FFF2-40B4-BE49-F238E27FC236}">
                    <a16:creationId xmlns:a16="http://schemas.microsoft.com/office/drawing/2014/main" id="{5E9B553B-02BC-9F4A-B1D8-BA509DB5031A}"/>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3" name="Freeform 81">
                <a:extLst>
                  <a:ext uri="{FF2B5EF4-FFF2-40B4-BE49-F238E27FC236}">
                    <a16:creationId xmlns:a16="http://schemas.microsoft.com/office/drawing/2014/main" id="{40B04E54-AA5F-9D4D-BC2C-C85A070288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4" name="Freeform 82">
                <a:extLst>
                  <a:ext uri="{FF2B5EF4-FFF2-40B4-BE49-F238E27FC236}">
                    <a16:creationId xmlns:a16="http://schemas.microsoft.com/office/drawing/2014/main" id="{830C8009-5942-AF47-9761-7E592D9A3D4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5" name="Rectangle 83">
                <a:extLst>
                  <a:ext uri="{FF2B5EF4-FFF2-40B4-BE49-F238E27FC236}">
                    <a16:creationId xmlns:a16="http://schemas.microsoft.com/office/drawing/2014/main" id="{53D3FBAA-B90D-7048-AD96-850BF1BE778E}"/>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6" name="Rectangle 84">
                <a:extLst>
                  <a:ext uri="{FF2B5EF4-FFF2-40B4-BE49-F238E27FC236}">
                    <a16:creationId xmlns:a16="http://schemas.microsoft.com/office/drawing/2014/main" id="{0D2BA9FC-8638-E44B-90E4-9E54E166F107}"/>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7" name="Rectangle 85">
                <a:extLst>
                  <a:ext uri="{FF2B5EF4-FFF2-40B4-BE49-F238E27FC236}">
                    <a16:creationId xmlns:a16="http://schemas.microsoft.com/office/drawing/2014/main" id="{D105BE90-6890-FC47-8C26-3A184AB5BD88}"/>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8" name="Line 86">
                <a:extLst>
                  <a:ext uri="{FF2B5EF4-FFF2-40B4-BE49-F238E27FC236}">
                    <a16:creationId xmlns:a16="http://schemas.microsoft.com/office/drawing/2014/main" id="{20D00155-7D64-CD47-B810-1CFDEE0E9EB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89" name="Group 87">
                <a:extLst>
                  <a:ext uri="{FF2B5EF4-FFF2-40B4-BE49-F238E27FC236}">
                    <a16:creationId xmlns:a16="http://schemas.microsoft.com/office/drawing/2014/main" id="{FBF99074-E6E3-5C46-B1DB-5B4DEFAED542}"/>
                  </a:ext>
                </a:extLst>
              </p:cNvPr>
              <p:cNvGrpSpPr>
                <a:grpSpLocks/>
              </p:cNvGrpSpPr>
              <p:nvPr/>
            </p:nvGrpSpPr>
            <p:grpSpPr bwMode="auto">
              <a:xfrm>
                <a:off x="4760" y="3907"/>
                <a:ext cx="335" cy="51"/>
                <a:chOff x="4760" y="3907"/>
                <a:chExt cx="335" cy="51"/>
              </a:xfrm>
            </p:grpSpPr>
            <p:sp>
              <p:nvSpPr>
                <p:cNvPr id="120190" name="Freeform 88">
                  <a:extLst>
                    <a:ext uri="{FF2B5EF4-FFF2-40B4-BE49-F238E27FC236}">
                      <a16:creationId xmlns:a16="http://schemas.microsoft.com/office/drawing/2014/main" id="{0C654B3E-CE85-2542-93E3-A07AEA5AFBA6}"/>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1" name="Freeform 89">
                  <a:extLst>
                    <a:ext uri="{FF2B5EF4-FFF2-40B4-BE49-F238E27FC236}">
                      <a16:creationId xmlns:a16="http://schemas.microsoft.com/office/drawing/2014/main" id="{11722AA3-D2D8-E04B-8B76-299F95BA866E}"/>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2" name="Rectangle 90">
                  <a:extLst>
                    <a:ext uri="{FF2B5EF4-FFF2-40B4-BE49-F238E27FC236}">
                      <a16:creationId xmlns:a16="http://schemas.microsoft.com/office/drawing/2014/main" id="{C8C32C5A-6A3B-8D49-BC19-52619DBD00A1}"/>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68" name="Group 91">
              <a:extLst>
                <a:ext uri="{FF2B5EF4-FFF2-40B4-BE49-F238E27FC236}">
                  <a16:creationId xmlns:a16="http://schemas.microsoft.com/office/drawing/2014/main" id="{25A1EFE5-4B9D-0E45-B80E-7FE8933E2D25}"/>
                </a:ext>
              </a:extLst>
            </p:cNvPr>
            <p:cNvGrpSpPr>
              <a:grpSpLocks/>
            </p:cNvGrpSpPr>
            <p:nvPr/>
          </p:nvGrpSpPr>
          <p:grpSpPr bwMode="auto">
            <a:xfrm>
              <a:off x="4752" y="3605"/>
              <a:ext cx="334" cy="347"/>
              <a:chOff x="4752" y="3605"/>
              <a:chExt cx="334" cy="347"/>
            </a:xfrm>
          </p:grpSpPr>
          <p:sp>
            <p:nvSpPr>
              <p:cNvPr id="120169" name="Freeform 92">
                <a:extLst>
                  <a:ext uri="{FF2B5EF4-FFF2-40B4-BE49-F238E27FC236}">
                    <a16:creationId xmlns:a16="http://schemas.microsoft.com/office/drawing/2014/main" id="{CE9C18A0-85E9-2444-9CF3-5E514F97016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0" name="Freeform 93">
                <a:extLst>
                  <a:ext uri="{FF2B5EF4-FFF2-40B4-BE49-F238E27FC236}">
                    <a16:creationId xmlns:a16="http://schemas.microsoft.com/office/drawing/2014/main" id="{74D0D723-EE47-F14C-9DDD-28A82F454DA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1" name="Freeform 94">
                <a:extLst>
                  <a:ext uri="{FF2B5EF4-FFF2-40B4-BE49-F238E27FC236}">
                    <a16:creationId xmlns:a16="http://schemas.microsoft.com/office/drawing/2014/main" id="{4CD722C5-8CF3-424D-949E-2BBBA290FB5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2" name="Freeform 95">
                <a:extLst>
                  <a:ext uri="{FF2B5EF4-FFF2-40B4-BE49-F238E27FC236}">
                    <a16:creationId xmlns:a16="http://schemas.microsoft.com/office/drawing/2014/main" id="{7732D16B-92D7-954C-82E1-C8B5036E03EB}"/>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3" name="Rectangle 96">
                <a:extLst>
                  <a:ext uri="{FF2B5EF4-FFF2-40B4-BE49-F238E27FC236}">
                    <a16:creationId xmlns:a16="http://schemas.microsoft.com/office/drawing/2014/main" id="{75883E9A-2288-0649-ABF8-7352D985CA77}"/>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4" name="Rectangle 97">
                <a:extLst>
                  <a:ext uri="{FF2B5EF4-FFF2-40B4-BE49-F238E27FC236}">
                    <a16:creationId xmlns:a16="http://schemas.microsoft.com/office/drawing/2014/main" id="{38537A4B-2B39-9D45-9F40-1139B614E72F}"/>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5" name="Rectangle 98">
                <a:extLst>
                  <a:ext uri="{FF2B5EF4-FFF2-40B4-BE49-F238E27FC236}">
                    <a16:creationId xmlns:a16="http://schemas.microsoft.com/office/drawing/2014/main" id="{5349D2F6-CA34-8349-A77C-E70E08A1B3C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6" name="Line 99">
                <a:extLst>
                  <a:ext uri="{FF2B5EF4-FFF2-40B4-BE49-F238E27FC236}">
                    <a16:creationId xmlns:a16="http://schemas.microsoft.com/office/drawing/2014/main" id="{CEA82990-F904-E846-B79D-988FB30A1811}"/>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77" name="Group 100">
                <a:extLst>
                  <a:ext uri="{FF2B5EF4-FFF2-40B4-BE49-F238E27FC236}">
                    <a16:creationId xmlns:a16="http://schemas.microsoft.com/office/drawing/2014/main" id="{EC03EE59-7B64-594A-8F56-3DCDA8DC285F}"/>
                  </a:ext>
                </a:extLst>
              </p:cNvPr>
              <p:cNvGrpSpPr>
                <a:grpSpLocks/>
              </p:cNvGrpSpPr>
              <p:nvPr/>
            </p:nvGrpSpPr>
            <p:grpSpPr bwMode="auto">
              <a:xfrm>
                <a:off x="4752" y="3901"/>
                <a:ext cx="334" cy="51"/>
                <a:chOff x="4752" y="3901"/>
                <a:chExt cx="334" cy="51"/>
              </a:xfrm>
            </p:grpSpPr>
            <p:sp>
              <p:nvSpPr>
                <p:cNvPr id="120178" name="Freeform 101">
                  <a:extLst>
                    <a:ext uri="{FF2B5EF4-FFF2-40B4-BE49-F238E27FC236}">
                      <a16:creationId xmlns:a16="http://schemas.microsoft.com/office/drawing/2014/main" id="{CFCA1868-B5BE-844F-9EF2-125421B6F8B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9" name="Freeform 102">
                  <a:extLst>
                    <a:ext uri="{FF2B5EF4-FFF2-40B4-BE49-F238E27FC236}">
                      <a16:creationId xmlns:a16="http://schemas.microsoft.com/office/drawing/2014/main" id="{4C4C8422-7611-984F-9D25-CB2E5471F462}"/>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0" name="Rectangle 103">
                  <a:extLst>
                    <a:ext uri="{FF2B5EF4-FFF2-40B4-BE49-F238E27FC236}">
                      <a16:creationId xmlns:a16="http://schemas.microsoft.com/office/drawing/2014/main" id="{C6553880-DB64-2746-8467-2047AB11EC1B}"/>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1" name="Group 104">
            <a:extLst>
              <a:ext uri="{FF2B5EF4-FFF2-40B4-BE49-F238E27FC236}">
                <a16:creationId xmlns:a16="http://schemas.microsoft.com/office/drawing/2014/main" id="{54E56739-F970-5144-8C98-0F7EB6B7DC0F}"/>
              </a:ext>
            </a:extLst>
          </p:cNvPr>
          <p:cNvGrpSpPr>
            <a:grpSpLocks/>
          </p:cNvGrpSpPr>
          <p:nvPr/>
        </p:nvGrpSpPr>
        <p:grpSpPr bwMode="auto">
          <a:xfrm>
            <a:off x="1577579" y="1882379"/>
            <a:ext cx="378619" cy="388144"/>
            <a:chOff x="101" y="1539"/>
            <a:chExt cx="343" cy="352"/>
          </a:xfrm>
        </p:grpSpPr>
        <p:grpSp>
          <p:nvGrpSpPr>
            <p:cNvPr id="120141" name="Group 105">
              <a:extLst>
                <a:ext uri="{FF2B5EF4-FFF2-40B4-BE49-F238E27FC236}">
                  <a16:creationId xmlns:a16="http://schemas.microsoft.com/office/drawing/2014/main" id="{7E82E471-7728-4D4C-8D81-54C380F85AA3}"/>
                </a:ext>
              </a:extLst>
            </p:cNvPr>
            <p:cNvGrpSpPr>
              <a:grpSpLocks/>
            </p:cNvGrpSpPr>
            <p:nvPr/>
          </p:nvGrpSpPr>
          <p:grpSpPr bwMode="auto">
            <a:xfrm>
              <a:off x="109" y="1545"/>
              <a:ext cx="335" cy="346"/>
              <a:chOff x="109" y="1545"/>
              <a:chExt cx="335" cy="346"/>
            </a:xfrm>
          </p:grpSpPr>
          <p:sp>
            <p:nvSpPr>
              <p:cNvPr id="120155" name="Freeform 106">
                <a:extLst>
                  <a:ext uri="{FF2B5EF4-FFF2-40B4-BE49-F238E27FC236}">
                    <a16:creationId xmlns:a16="http://schemas.microsoft.com/office/drawing/2014/main" id="{B9A02FE2-1304-524A-A4C5-1730EFC9B68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6" name="Freeform 107">
                <a:extLst>
                  <a:ext uri="{FF2B5EF4-FFF2-40B4-BE49-F238E27FC236}">
                    <a16:creationId xmlns:a16="http://schemas.microsoft.com/office/drawing/2014/main" id="{D1232411-74A8-444F-8C96-375AE6C0AB73}"/>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7" name="Freeform 108">
                <a:extLst>
                  <a:ext uri="{FF2B5EF4-FFF2-40B4-BE49-F238E27FC236}">
                    <a16:creationId xmlns:a16="http://schemas.microsoft.com/office/drawing/2014/main" id="{C15F4D87-80C1-DB47-93C3-A1E323F49551}"/>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8" name="Freeform 109">
                <a:extLst>
                  <a:ext uri="{FF2B5EF4-FFF2-40B4-BE49-F238E27FC236}">
                    <a16:creationId xmlns:a16="http://schemas.microsoft.com/office/drawing/2014/main" id="{80F563BD-BFE9-A842-8B5D-E34F2B4261A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9" name="Rectangle 110">
                <a:extLst>
                  <a:ext uri="{FF2B5EF4-FFF2-40B4-BE49-F238E27FC236}">
                    <a16:creationId xmlns:a16="http://schemas.microsoft.com/office/drawing/2014/main" id="{355B17DC-3DD1-8F49-9397-AB041E79CF3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0" name="Rectangle 111">
                <a:extLst>
                  <a:ext uri="{FF2B5EF4-FFF2-40B4-BE49-F238E27FC236}">
                    <a16:creationId xmlns:a16="http://schemas.microsoft.com/office/drawing/2014/main" id="{ADFA1CDE-E9EF-C34C-8B2B-DF0C7CBEFC9C}"/>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1" name="Rectangle 112">
                <a:extLst>
                  <a:ext uri="{FF2B5EF4-FFF2-40B4-BE49-F238E27FC236}">
                    <a16:creationId xmlns:a16="http://schemas.microsoft.com/office/drawing/2014/main" id="{40A23B21-3150-B847-A5A0-099EDF30BDA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2" name="Line 113">
                <a:extLst>
                  <a:ext uri="{FF2B5EF4-FFF2-40B4-BE49-F238E27FC236}">
                    <a16:creationId xmlns:a16="http://schemas.microsoft.com/office/drawing/2014/main" id="{61BF10C1-728E-1C43-97AF-D4EDD533ABE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63" name="Group 114">
                <a:extLst>
                  <a:ext uri="{FF2B5EF4-FFF2-40B4-BE49-F238E27FC236}">
                    <a16:creationId xmlns:a16="http://schemas.microsoft.com/office/drawing/2014/main" id="{68ECAEFE-242A-9449-BF1C-357FDD3BDB9E}"/>
                  </a:ext>
                </a:extLst>
              </p:cNvPr>
              <p:cNvGrpSpPr>
                <a:grpSpLocks/>
              </p:cNvGrpSpPr>
              <p:nvPr/>
            </p:nvGrpSpPr>
            <p:grpSpPr bwMode="auto">
              <a:xfrm>
                <a:off x="109" y="1841"/>
                <a:ext cx="335" cy="50"/>
                <a:chOff x="109" y="1841"/>
                <a:chExt cx="335" cy="50"/>
              </a:xfrm>
            </p:grpSpPr>
            <p:sp>
              <p:nvSpPr>
                <p:cNvPr id="120164" name="Freeform 115">
                  <a:extLst>
                    <a:ext uri="{FF2B5EF4-FFF2-40B4-BE49-F238E27FC236}">
                      <a16:creationId xmlns:a16="http://schemas.microsoft.com/office/drawing/2014/main" id="{6FB40445-19E2-9E47-B2D6-0B50B9BF818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5" name="Freeform 116">
                  <a:extLst>
                    <a:ext uri="{FF2B5EF4-FFF2-40B4-BE49-F238E27FC236}">
                      <a16:creationId xmlns:a16="http://schemas.microsoft.com/office/drawing/2014/main" id="{5DE617A2-82A3-B74A-BBC5-CC07DF1360C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6" name="Rectangle 117">
                  <a:extLst>
                    <a:ext uri="{FF2B5EF4-FFF2-40B4-BE49-F238E27FC236}">
                      <a16:creationId xmlns:a16="http://schemas.microsoft.com/office/drawing/2014/main" id="{E1D104BA-963F-4C46-BA0E-BF050D36A702}"/>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42" name="Group 118">
              <a:extLst>
                <a:ext uri="{FF2B5EF4-FFF2-40B4-BE49-F238E27FC236}">
                  <a16:creationId xmlns:a16="http://schemas.microsoft.com/office/drawing/2014/main" id="{967F55D2-66FF-3544-BF26-8D2A50D23350}"/>
                </a:ext>
              </a:extLst>
            </p:cNvPr>
            <p:cNvGrpSpPr>
              <a:grpSpLocks/>
            </p:cNvGrpSpPr>
            <p:nvPr/>
          </p:nvGrpSpPr>
          <p:grpSpPr bwMode="auto">
            <a:xfrm>
              <a:off x="101" y="1539"/>
              <a:ext cx="335" cy="346"/>
              <a:chOff x="101" y="1539"/>
              <a:chExt cx="335" cy="346"/>
            </a:xfrm>
          </p:grpSpPr>
          <p:sp>
            <p:nvSpPr>
              <p:cNvPr id="120143" name="Freeform 119">
                <a:extLst>
                  <a:ext uri="{FF2B5EF4-FFF2-40B4-BE49-F238E27FC236}">
                    <a16:creationId xmlns:a16="http://schemas.microsoft.com/office/drawing/2014/main" id="{31CD741C-324F-094A-AD29-901DFBDAA91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4" name="Freeform 120">
                <a:extLst>
                  <a:ext uri="{FF2B5EF4-FFF2-40B4-BE49-F238E27FC236}">
                    <a16:creationId xmlns:a16="http://schemas.microsoft.com/office/drawing/2014/main" id="{BDFDD69E-26FB-1E4D-90CC-7DB09E9E901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5" name="Freeform 121">
                <a:extLst>
                  <a:ext uri="{FF2B5EF4-FFF2-40B4-BE49-F238E27FC236}">
                    <a16:creationId xmlns:a16="http://schemas.microsoft.com/office/drawing/2014/main" id="{E9B3CF8C-2162-7645-8180-2CD010378E8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6" name="Freeform 122">
                <a:extLst>
                  <a:ext uri="{FF2B5EF4-FFF2-40B4-BE49-F238E27FC236}">
                    <a16:creationId xmlns:a16="http://schemas.microsoft.com/office/drawing/2014/main" id="{D02D045A-B7A5-0644-8C18-C386F48411F6}"/>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7" name="Rectangle 123">
                <a:extLst>
                  <a:ext uri="{FF2B5EF4-FFF2-40B4-BE49-F238E27FC236}">
                    <a16:creationId xmlns:a16="http://schemas.microsoft.com/office/drawing/2014/main" id="{C695EDCA-8067-A94A-9971-59DBBEEBC38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8" name="Rectangle 124">
                <a:extLst>
                  <a:ext uri="{FF2B5EF4-FFF2-40B4-BE49-F238E27FC236}">
                    <a16:creationId xmlns:a16="http://schemas.microsoft.com/office/drawing/2014/main" id="{5EC31078-C7BB-4747-8C24-A85E2C809CF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9" name="Rectangle 125">
                <a:extLst>
                  <a:ext uri="{FF2B5EF4-FFF2-40B4-BE49-F238E27FC236}">
                    <a16:creationId xmlns:a16="http://schemas.microsoft.com/office/drawing/2014/main" id="{FCF32D1D-4256-5746-BE00-E090C5C5DD0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50" name="Line 126">
                <a:extLst>
                  <a:ext uri="{FF2B5EF4-FFF2-40B4-BE49-F238E27FC236}">
                    <a16:creationId xmlns:a16="http://schemas.microsoft.com/office/drawing/2014/main" id="{65269413-EE18-794B-ABC4-6FADB5959C3A}"/>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51" name="Group 127">
                <a:extLst>
                  <a:ext uri="{FF2B5EF4-FFF2-40B4-BE49-F238E27FC236}">
                    <a16:creationId xmlns:a16="http://schemas.microsoft.com/office/drawing/2014/main" id="{7C349FA7-4000-0E49-BC8D-04D6B780B02F}"/>
                  </a:ext>
                </a:extLst>
              </p:cNvPr>
              <p:cNvGrpSpPr>
                <a:grpSpLocks/>
              </p:cNvGrpSpPr>
              <p:nvPr/>
            </p:nvGrpSpPr>
            <p:grpSpPr bwMode="auto">
              <a:xfrm>
                <a:off x="101" y="1834"/>
                <a:ext cx="335" cy="51"/>
                <a:chOff x="101" y="1834"/>
                <a:chExt cx="335" cy="51"/>
              </a:xfrm>
            </p:grpSpPr>
            <p:sp>
              <p:nvSpPr>
                <p:cNvPr id="120152" name="Freeform 128">
                  <a:extLst>
                    <a:ext uri="{FF2B5EF4-FFF2-40B4-BE49-F238E27FC236}">
                      <a16:creationId xmlns:a16="http://schemas.microsoft.com/office/drawing/2014/main" id="{46396C5E-6C94-B545-A9EC-AABBFD8C3E64}"/>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3" name="Freeform 129">
                  <a:extLst>
                    <a:ext uri="{FF2B5EF4-FFF2-40B4-BE49-F238E27FC236}">
                      <a16:creationId xmlns:a16="http://schemas.microsoft.com/office/drawing/2014/main" id="{DCE2EB9F-51C5-B547-8E45-DCDA6BEA32F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4" name="Rectangle 130">
                  <a:extLst>
                    <a:ext uri="{FF2B5EF4-FFF2-40B4-BE49-F238E27FC236}">
                      <a16:creationId xmlns:a16="http://schemas.microsoft.com/office/drawing/2014/main" id="{FA29668F-B6BA-C540-95E3-4299080DE2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2" name="Group 131">
            <a:extLst>
              <a:ext uri="{FF2B5EF4-FFF2-40B4-BE49-F238E27FC236}">
                <a16:creationId xmlns:a16="http://schemas.microsoft.com/office/drawing/2014/main" id="{4F907EC6-F3BA-9F46-8147-B4A870252898}"/>
              </a:ext>
            </a:extLst>
          </p:cNvPr>
          <p:cNvGrpSpPr>
            <a:grpSpLocks/>
          </p:cNvGrpSpPr>
          <p:nvPr/>
        </p:nvGrpSpPr>
        <p:grpSpPr bwMode="auto">
          <a:xfrm>
            <a:off x="7261622" y="2743200"/>
            <a:ext cx="379809" cy="385763"/>
            <a:chOff x="5237" y="2322"/>
            <a:chExt cx="343" cy="352"/>
          </a:xfrm>
        </p:grpSpPr>
        <p:grpSp>
          <p:nvGrpSpPr>
            <p:cNvPr id="120115" name="Group 132">
              <a:extLst>
                <a:ext uri="{FF2B5EF4-FFF2-40B4-BE49-F238E27FC236}">
                  <a16:creationId xmlns:a16="http://schemas.microsoft.com/office/drawing/2014/main" id="{322507BD-CDD5-7048-948C-31A35EC8E09C}"/>
                </a:ext>
              </a:extLst>
            </p:cNvPr>
            <p:cNvGrpSpPr>
              <a:grpSpLocks/>
            </p:cNvGrpSpPr>
            <p:nvPr/>
          </p:nvGrpSpPr>
          <p:grpSpPr bwMode="auto">
            <a:xfrm>
              <a:off x="5245" y="2328"/>
              <a:ext cx="335" cy="346"/>
              <a:chOff x="5245" y="2328"/>
              <a:chExt cx="335" cy="346"/>
            </a:xfrm>
          </p:grpSpPr>
          <p:sp>
            <p:nvSpPr>
              <p:cNvPr id="120129" name="Freeform 133">
                <a:extLst>
                  <a:ext uri="{FF2B5EF4-FFF2-40B4-BE49-F238E27FC236}">
                    <a16:creationId xmlns:a16="http://schemas.microsoft.com/office/drawing/2014/main" id="{B7D73DA3-783B-1343-A2FB-43F19514D5F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0" name="Freeform 134">
                <a:extLst>
                  <a:ext uri="{FF2B5EF4-FFF2-40B4-BE49-F238E27FC236}">
                    <a16:creationId xmlns:a16="http://schemas.microsoft.com/office/drawing/2014/main" id="{FE6832E6-7577-CB43-B9DE-4BE8249B4C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1" name="Freeform 135">
                <a:extLst>
                  <a:ext uri="{FF2B5EF4-FFF2-40B4-BE49-F238E27FC236}">
                    <a16:creationId xmlns:a16="http://schemas.microsoft.com/office/drawing/2014/main" id="{1A800E98-8880-EF48-84E9-6EF454B388A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2" name="Freeform 136">
                <a:extLst>
                  <a:ext uri="{FF2B5EF4-FFF2-40B4-BE49-F238E27FC236}">
                    <a16:creationId xmlns:a16="http://schemas.microsoft.com/office/drawing/2014/main" id="{2AD912F1-005A-EF4C-99F4-E51742E1502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3" name="Rectangle 137">
                <a:extLst>
                  <a:ext uri="{FF2B5EF4-FFF2-40B4-BE49-F238E27FC236}">
                    <a16:creationId xmlns:a16="http://schemas.microsoft.com/office/drawing/2014/main" id="{ACE437A1-F628-2844-A202-202D866DB8C3}"/>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4" name="Rectangle 138">
                <a:extLst>
                  <a:ext uri="{FF2B5EF4-FFF2-40B4-BE49-F238E27FC236}">
                    <a16:creationId xmlns:a16="http://schemas.microsoft.com/office/drawing/2014/main" id="{8C5958C4-9BB4-1D46-ACA8-CEC11A9FD22E}"/>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5" name="Rectangle 139">
                <a:extLst>
                  <a:ext uri="{FF2B5EF4-FFF2-40B4-BE49-F238E27FC236}">
                    <a16:creationId xmlns:a16="http://schemas.microsoft.com/office/drawing/2014/main" id="{B0A6EBBD-1AC9-6E42-ABB5-366E31BB8F00}"/>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6" name="Line 140">
                <a:extLst>
                  <a:ext uri="{FF2B5EF4-FFF2-40B4-BE49-F238E27FC236}">
                    <a16:creationId xmlns:a16="http://schemas.microsoft.com/office/drawing/2014/main" id="{61D965C7-9EA6-0F4F-9996-C098C71E965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37" name="Group 141">
                <a:extLst>
                  <a:ext uri="{FF2B5EF4-FFF2-40B4-BE49-F238E27FC236}">
                    <a16:creationId xmlns:a16="http://schemas.microsoft.com/office/drawing/2014/main" id="{AFAC822B-1DD6-7F45-AC99-13984576ACAB}"/>
                  </a:ext>
                </a:extLst>
              </p:cNvPr>
              <p:cNvGrpSpPr>
                <a:grpSpLocks/>
              </p:cNvGrpSpPr>
              <p:nvPr/>
            </p:nvGrpSpPr>
            <p:grpSpPr bwMode="auto">
              <a:xfrm>
                <a:off x="5245" y="2624"/>
                <a:ext cx="335" cy="50"/>
                <a:chOff x="5245" y="2624"/>
                <a:chExt cx="335" cy="50"/>
              </a:xfrm>
            </p:grpSpPr>
            <p:sp>
              <p:nvSpPr>
                <p:cNvPr id="120138" name="Freeform 142">
                  <a:extLst>
                    <a:ext uri="{FF2B5EF4-FFF2-40B4-BE49-F238E27FC236}">
                      <a16:creationId xmlns:a16="http://schemas.microsoft.com/office/drawing/2014/main" id="{CA97B786-4EF0-7C4B-AA29-78BD0520830A}"/>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9" name="Freeform 143">
                  <a:extLst>
                    <a:ext uri="{FF2B5EF4-FFF2-40B4-BE49-F238E27FC236}">
                      <a16:creationId xmlns:a16="http://schemas.microsoft.com/office/drawing/2014/main" id="{581FC98A-17F0-0145-AD56-E9E9D0C7571B}"/>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0" name="Rectangle 144">
                  <a:extLst>
                    <a:ext uri="{FF2B5EF4-FFF2-40B4-BE49-F238E27FC236}">
                      <a16:creationId xmlns:a16="http://schemas.microsoft.com/office/drawing/2014/main" id="{03A0F53A-9286-9242-9B8F-C851DCC4327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16" name="Group 145">
              <a:extLst>
                <a:ext uri="{FF2B5EF4-FFF2-40B4-BE49-F238E27FC236}">
                  <a16:creationId xmlns:a16="http://schemas.microsoft.com/office/drawing/2014/main" id="{ABAC94B5-D485-2440-8D78-6480651E989A}"/>
                </a:ext>
              </a:extLst>
            </p:cNvPr>
            <p:cNvGrpSpPr>
              <a:grpSpLocks/>
            </p:cNvGrpSpPr>
            <p:nvPr/>
          </p:nvGrpSpPr>
          <p:grpSpPr bwMode="auto">
            <a:xfrm>
              <a:off x="5237" y="2322"/>
              <a:ext cx="335" cy="346"/>
              <a:chOff x="5237" y="2322"/>
              <a:chExt cx="335" cy="346"/>
            </a:xfrm>
          </p:grpSpPr>
          <p:sp>
            <p:nvSpPr>
              <p:cNvPr id="120117" name="Freeform 146">
                <a:extLst>
                  <a:ext uri="{FF2B5EF4-FFF2-40B4-BE49-F238E27FC236}">
                    <a16:creationId xmlns:a16="http://schemas.microsoft.com/office/drawing/2014/main" id="{8CE248C9-1554-8B48-A9A2-065AE453A220}"/>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8" name="Freeform 147">
                <a:extLst>
                  <a:ext uri="{FF2B5EF4-FFF2-40B4-BE49-F238E27FC236}">
                    <a16:creationId xmlns:a16="http://schemas.microsoft.com/office/drawing/2014/main" id="{8553D2A5-9874-DC46-BA80-CA31D2B8CD6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9" name="Freeform 148">
                <a:extLst>
                  <a:ext uri="{FF2B5EF4-FFF2-40B4-BE49-F238E27FC236}">
                    <a16:creationId xmlns:a16="http://schemas.microsoft.com/office/drawing/2014/main" id="{341236BB-AE0D-824B-9AAD-F1D9EEDE85E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0" name="Freeform 149">
                <a:extLst>
                  <a:ext uri="{FF2B5EF4-FFF2-40B4-BE49-F238E27FC236}">
                    <a16:creationId xmlns:a16="http://schemas.microsoft.com/office/drawing/2014/main" id="{EE500A76-39F9-0E46-A639-FA731670C56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1" name="Rectangle 150">
                <a:extLst>
                  <a:ext uri="{FF2B5EF4-FFF2-40B4-BE49-F238E27FC236}">
                    <a16:creationId xmlns:a16="http://schemas.microsoft.com/office/drawing/2014/main" id="{69234252-F457-D848-8255-EDDB1EE801D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2" name="Rectangle 151">
                <a:extLst>
                  <a:ext uri="{FF2B5EF4-FFF2-40B4-BE49-F238E27FC236}">
                    <a16:creationId xmlns:a16="http://schemas.microsoft.com/office/drawing/2014/main" id="{25891830-2981-A746-A50B-3A393896B544}"/>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3" name="Rectangle 152">
                <a:extLst>
                  <a:ext uri="{FF2B5EF4-FFF2-40B4-BE49-F238E27FC236}">
                    <a16:creationId xmlns:a16="http://schemas.microsoft.com/office/drawing/2014/main" id="{D540940C-7CC1-EF40-87D2-3966EE415170}"/>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4" name="Line 153">
                <a:extLst>
                  <a:ext uri="{FF2B5EF4-FFF2-40B4-BE49-F238E27FC236}">
                    <a16:creationId xmlns:a16="http://schemas.microsoft.com/office/drawing/2014/main" id="{87389279-5DBC-584F-A6EA-FDA1BABEE00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25" name="Group 154">
                <a:extLst>
                  <a:ext uri="{FF2B5EF4-FFF2-40B4-BE49-F238E27FC236}">
                    <a16:creationId xmlns:a16="http://schemas.microsoft.com/office/drawing/2014/main" id="{D318781D-4A55-9C48-827C-FE0B9DD932DF}"/>
                  </a:ext>
                </a:extLst>
              </p:cNvPr>
              <p:cNvGrpSpPr>
                <a:grpSpLocks/>
              </p:cNvGrpSpPr>
              <p:nvPr/>
            </p:nvGrpSpPr>
            <p:grpSpPr bwMode="auto">
              <a:xfrm>
                <a:off x="5237" y="2617"/>
                <a:ext cx="335" cy="51"/>
                <a:chOff x="5237" y="2617"/>
                <a:chExt cx="335" cy="51"/>
              </a:xfrm>
            </p:grpSpPr>
            <p:sp>
              <p:nvSpPr>
                <p:cNvPr id="120126" name="Freeform 155">
                  <a:extLst>
                    <a:ext uri="{FF2B5EF4-FFF2-40B4-BE49-F238E27FC236}">
                      <a16:creationId xmlns:a16="http://schemas.microsoft.com/office/drawing/2014/main" id="{CABBE068-A405-3047-924C-1CFA2D6939F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7" name="Freeform 156">
                  <a:extLst>
                    <a:ext uri="{FF2B5EF4-FFF2-40B4-BE49-F238E27FC236}">
                      <a16:creationId xmlns:a16="http://schemas.microsoft.com/office/drawing/2014/main" id="{4F6C6C84-268A-0142-B520-A489DB8019CD}"/>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8" name="Rectangle 157">
                  <a:extLst>
                    <a:ext uri="{FF2B5EF4-FFF2-40B4-BE49-F238E27FC236}">
                      <a16:creationId xmlns:a16="http://schemas.microsoft.com/office/drawing/2014/main" id="{8A7D2A0A-375B-034C-BF01-DD1A62A6E367}"/>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3" name="Group 158">
            <a:extLst>
              <a:ext uri="{FF2B5EF4-FFF2-40B4-BE49-F238E27FC236}">
                <a16:creationId xmlns:a16="http://schemas.microsoft.com/office/drawing/2014/main" id="{4C619CA5-61FB-4F46-B79E-0A04B36DBDAB}"/>
              </a:ext>
            </a:extLst>
          </p:cNvPr>
          <p:cNvGrpSpPr>
            <a:grpSpLocks/>
          </p:cNvGrpSpPr>
          <p:nvPr/>
        </p:nvGrpSpPr>
        <p:grpSpPr bwMode="auto">
          <a:xfrm>
            <a:off x="7261622" y="1935956"/>
            <a:ext cx="379809" cy="386954"/>
            <a:chOff x="5237" y="1587"/>
            <a:chExt cx="343" cy="353"/>
          </a:xfrm>
        </p:grpSpPr>
        <p:grpSp>
          <p:nvGrpSpPr>
            <p:cNvPr id="120089" name="Group 159">
              <a:extLst>
                <a:ext uri="{FF2B5EF4-FFF2-40B4-BE49-F238E27FC236}">
                  <a16:creationId xmlns:a16="http://schemas.microsoft.com/office/drawing/2014/main" id="{BE135BA4-1036-3343-ADC9-523221BF3820}"/>
                </a:ext>
              </a:extLst>
            </p:cNvPr>
            <p:cNvGrpSpPr>
              <a:grpSpLocks/>
            </p:cNvGrpSpPr>
            <p:nvPr/>
          </p:nvGrpSpPr>
          <p:grpSpPr bwMode="auto">
            <a:xfrm>
              <a:off x="5245" y="1594"/>
              <a:ext cx="335" cy="346"/>
              <a:chOff x="5245" y="1594"/>
              <a:chExt cx="335" cy="346"/>
            </a:xfrm>
          </p:grpSpPr>
          <p:sp>
            <p:nvSpPr>
              <p:cNvPr id="120103" name="Freeform 160">
                <a:extLst>
                  <a:ext uri="{FF2B5EF4-FFF2-40B4-BE49-F238E27FC236}">
                    <a16:creationId xmlns:a16="http://schemas.microsoft.com/office/drawing/2014/main" id="{C44D8452-2AAC-D34B-BF2E-62672BD21D5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4" name="Freeform 161">
                <a:extLst>
                  <a:ext uri="{FF2B5EF4-FFF2-40B4-BE49-F238E27FC236}">
                    <a16:creationId xmlns:a16="http://schemas.microsoft.com/office/drawing/2014/main" id="{AABFC635-EA46-FB46-A488-AE06DF14A2D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5" name="Freeform 162">
                <a:extLst>
                  <a:ext uri="{FF2B5EF4-FFF2-40B4-BE49-F238E27FC236}">
                    <a16:creationId xmlns:a16="http://schemas.microsoft.com/office/drawing/2014/main" id="{3AFDA693-A717-FF47-BBC7-10F6F06BE8B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6" name="Freeform 163">
                <a:extLst>
                  <a:ext uri="{FF2B5EF4-FFF2-40B4-BE49-F238E27FC236}">
                    <a16:creationId xmlns:a16="http://schemas.microsoft.com/office/drawing/2014/main" id="{7A14FC04-CC4C-D144-8435-02FCCB8B7A7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7" name="Rectangle 164">
                <a:extLst>
                  <a:ext uri="{FF2B5EF4-FFF2-40B4-BE49-F238E27FC236}">
                    <a16:creationId xmlns:a16="http://schemas.microsoft.com/office/drawing/2014/main" id="{5B3E78B4-EBBF-3340-872A-629DDD7B0E72}"/>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8" name="Rectangle 165">
                <a:extLst>
                  <a:ext uri="{FF2B5EF4-FFF2-40B4-BE49-F238E27FC236}">
                    <a16:creationId xmlns:a16="http://schemas.microsoft.com/office/drawing/2014/main" id="{5DA0F065-C382-E749-8B95-B8E5CCE3073D}"/>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9" name="Rectangle 166">
                <a:extLst>
                  <a:ext uri="{FF2B5EF4-FFF2-40B4-BE49-F238E27FC236}">
                    <a16:creationId xmlns:a16="http://schemas.microsoft.com/office/drawing/2014/main" id="{5A0844C6-73A2-1F45-B1D6-7FEDCD09D76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10" name="Line 167">
                <a:extLst>
                  <a:ext uri="{FF2B5EF4-FFF2-40B4-BE49-F238E27FC236}">
                    <a16:creationId xmlns:a16="http://schemas.microsoft.com/office/drawing/2014/main" id="{59E90934-7B70-E044-93E8-6B350E9CF92F}"/>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11" name="Group 168">
                <a:extLst>
                  <a:ext uri="{FF2B5EF4-FFF2-40B4-BE49-F238E27FC236}">
                    <a16:creationId xmlns:a16="http://schemas.microsoft.com/office/drawing/2014/main" id="{A8CA458A-E45B-954A-B356-E0B927BAB210}"/>
                  </a:ext>
                </a:extLst>
              </p:cNvPr>
              <p:cNvGrpSpPr>
                <a:grpSpLocks/>
              </p:cNvGrpSpPr>
              <p:nvPr/>
            </p:nvGrpSpPr>
            <p:grpSpPr bwMode="auto">
              <a:xfrm>
                <a:off x="5245" y="1889"/>
                <a:ext cx="335" cy="51"/>
                <a:chOff x="5245" y="1889"/>
                <a:chExt cx="335" cy="51"/>
              </a:xfrm>
            </p:grpSpPr>
            <p:sp>
              <p:nvSpPr>
                <p:cNvPr id="120112" name="Freeform 169">
                  <a:extLst>
                    <a:ext uri="{FF2B5EF4-FFF2-40B4-BE49-F238E27FC236}">
                      <a16:creationId xmlns:a16="http://schemas.microsoft.com/office/drawing/2014/main" id="{B3C17B56-9C56-EF40-9943-5CF0639FACF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3" name="Freeform 170">
                  <a:extLst>
                    <a:ext uri="{FF2B5EF4-FFF2-40B4-BE49-F238E27FC236}">
                      <a16:creationId xmlns:a16="http://schemas.microsoft.com/office/drawing/2014/main" id="{9A94E1E6-783A-6A48-BC88-85D3488DCA01}"/>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4" name="Rectangle 171">
                  <a:extLst>
                    <a:ext uri="{FF2B5EF4-FFF2-40B4-BE49-F238E27FC236}">
                      <a16:creationId xmlns:a16="http://schemas.microsoft.com/office/drawing/2014/main" id="{E388266B-9A93-254C-94E1-145016897FF3}"/>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090" name="Group 172">
              <a:extLst>
                <a:ext uri="{FF2B5EF4-FFF2-40B4-BE49-F238E27FC236}">
                  <a16:creationId xmlns:a16="http://schemas.microsoft.com/office/drawing/2014/main" id="{25F24BAE-C771-6845-982D-9EB13F643C2C}"/>
                </a:ext>
              </a:extLst>
            </p:cNvPr>
            <p:cNvGrpSpPr>
              <a:grpSpLocks/>
            </p:cNvGrpSpPr>
            <p:nvPr/>
          </p:nvGrpSpPr>
          <p:grpSpPr bwMode="auto">
            <a:xfrm>
              <a:off x="5237" y="1587"/>
              <a:ext cx="335" cy="346"/>
              <a:chOff x="5237" y="1587"/>
              <a:chExt cx="335" cy="346"/>
            </a:xfrm>
          </p:grpSpPr>
          <p:sp>
            <p:nvSpPr>
              <p:cNvPr id="120091" name="Freeform 173">
                <a:extLst>
                  <a:ext uri="{FF2B5EF4-FFF2-40B4-BE49-F238E27FC236}">
                    <a16:creationId xmlns:a16="http://schemas.microsoft.com/office/drawing/2014/main" id="{A04F91F1-7DDD-BF4B-9310-EBBD4690853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2" name="Freeform 174">
                <a:extLst>
                  <a:ext uri="{FF2B5EF4-FFF2-40B4-BE49-F238E27FC236}">
                    <a16:creationId xmlns:a16="http://schemas.microsoft.com/office/drawing/2014/main" id="{EC03D860-CB18-A14F-8683-D13656441A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3" name="Freeform 175">
                <a:extLst>
                  <a:ext uri="{FF2B5EF4-FFF2-40B4-BE49-F238E27FC236}">
                    <a16:creationId xmlns:a16="http://schemas.microsoft.com/office/drawing/2014/main" id="{7DB6F5E6-A495-1C43-A4BE-C39C85E8BEAF}"/>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4" name="Freeform 176">
                <a:extLst>
                  <a:ext uri="{FF2B5EF4-FFF2-40B4-BE49-F238E27FC236}">
                    <a16:creationId xmlns:a16="http://schemas.microsoft.com/office/drawing/2014/main" id="{EBF11B9E-A840-874E-9598-B7EBBAAA95D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5" name="Rectangle 177">
                <a:extLst>
                  <a:ext uri="{FF2B5EF4-FFF2-40B4-BE49-F238E27FC236}">
                    <a16:creationId xmlns:a16="http://schemas.microsoft.com/office/drawing/2014/main" id="{4553BB0A-BB74-1B40-9E00-41A7CF36DF1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6" name="Rectangle 178">
                <a:extLst>
                  <a:ext uri="{FF2B5EF4-FFF2-40B4-BE49-F238E27FC236}">
                    <a16:creationId xmlns:a16="http://schemas.microsoft.com/office/drawing/2014/main" id="{35161B48-F2F0-784B-B3A7-B04209745F97}"/>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7" name="Rectangle 179">
                <a:extLst>
                  <a:ext uri="{FF2B5EF4-FFF2-40B4-BE49-F238E27FC236}">
                    <a16:creationId xmlns:a16="http://schemas.microsoft.com/office/drawing/2014/main" id="{4E196CB1-89C1-1C45-A7D7-9F087E8E8F0B}"/>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8" name="Line 180">
                <a:extLst>
                  <a:ext uri="{FF2B5EF4-FFF2-40B4-BE49-F238E27FC236}">
                    <a16:creationId xmlns:a16="http://schemas.microsoft.com/office/drawing/2014/main" id="{DF1A960C-FED3-0942-8FEC-1F45CB5E1FB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99" name="Group 181">
                <a:extLst>
                  <a:ext uri="{FF2B5EF4-FFF2-40B4-BE49-F238E27FC236}">
                    <a16:creationId xmlns:a16="http://schemas.microsoft.com/office/drawing/2014/main" id="{2E81204E-B85C-4446-9251-B4BEDD1E78F6}"/>
                  </a:ext>
                </a:extLst>
              </p:cNvPr>
              <p:cNvGrpSpPr>
                <a:grpSpLocks/>
              </p:cNvGrpSpPr>
              <p:nvPr/>
            </p:nvGrpSpPr>
            <p:grpSpPr bwMode="auto">
              <a:xfrm>
                <a:off x="5237" y="1883"/>
                <a:ext cx="335" cy="50"/>
                <a:chOff x="5237" y="1883"/>
                <a:chExt cx="335" cy="50"/>
              </a:xfrm>
            </p:grpSpPr>
            <p:sp>
              <p:nvSpPr>
                <p:cNvPr id="120100" name="Freeform 182">
                  <a:extLst>
                    <a:ext uri="{FF2B5EF4-FFF2-40B4-BE49-F238E27FC236}">
                      <a16:creationId xmlns:a16="http://schemas.microsoft.com/office/drawing/2014/main" id="{E121DB38-2B6F-EC49-A7E9-5728B2C9365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1" name="Freeform 183">
                  <a:extLst>
                    <a:ext uri="{FF2B5EF4-FFF2-40B4-BE49-F238E27FC236}">
                      <a16:creationId xmlns:a16="http://schemas.microsoft.com/office/drawing/2014/main" id="{7CC8A6A9-E316-F945-8FC4-9123B78B753D}"/>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2" name="Rectangle 184">
                  <a:extLst>
                    <a:ext uri="{FF2B5EF4-FFF2-40B4-BE49-F238E27FC236}">
                      <a16:creationId xmlns:a16="http://schemas.microsoft.com/office/drawing/2014/main" id="{F75D2232-2334-534F-8ADD-2CBD9BB4C07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834" name="Rectangle 185">
            <a:extLst>
              <a:ext uri="{FF2B5EF4-FFF2-40B4-BE49-F238E27FC236}">
                <a16:creationId xmlns:a16="http://schemas.microsoft.com/office/drawing/2014/main" id="{124CF55B-520C-3440-BF8D-656E9DB67FD1}"/>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5" name="Rectangle 186">
            <a:extLst>
              <a:ext uri="{FF2B5EF4-FFF2-40B4-BE49-F238E27FC236}">
                <a16:creationId xmlns:a16="http://schemas.microsoft.com/office/drawing/2014/main" id="{AF8B5D46-1D1A-7A47-9955-A8B07DE830A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9836" name="Rectangle 187">
            <a:extLst>
              <a:ext uri="{FF2B5EF4-FFF2-40B4-BE49-F238E27FC236}">
                <a16:creationId xmlns:a16="http://schemas.microsoft.com/office/drawing/2014/main" id="{CE8C5D71-8239-6740-ACA6-3C43B876E5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7" name="Rectangle 188">
            <a:extLst>
              <a:ext uri="{FF2B5EF4-FFF2-40B4-BE49-F238E27FC236}">
                <a16:creationId xmlns:a16="http://schemas.microsoft.com/office/drawing/2014/main" id="{038E2E5B-6590-4242-A567-9D8F579692DA}"/>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9838" name="Rectangle 189">
            <a:extLst>
              <a:ext uri="{FF2B5EF4-FFF2-40B4-BE49-F238E27FC236}">
                <a16:creationId xmlns:a16="http://schemas.microsoft.com/office/drawing/2014/main" id="{E51C3514-7E69-434A-9B24-27B05953FD92}"/>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9" name="Rectangle 190">
            <a:extLst>
              <a:ext uri="{FF2B5EF4-FFF2-40B4-BE49-F238E27FC236}">
                <a16:creationId xmlns:a16="http://schemas.microsoft.com/office/drawing/2014/main" id="{09A55692-E25C-BE47-9705-556F317FC4AE}"/>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9840" name="Rectangle 191">
            <a:extLst>
              <a:ext uri="{FF2B5EF4-FFF2-40B4-BE49-F238E27FC236}">
                <a16:creationId xmlns:a16="http://schemas.microsoft.com/office/drawing/2014/main" id="{27D672D3-9BB8-1A4B-95D5-D629641E550D}"/>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1" name="Rectangle 192">
            <a:extLst>
              <a:ext uri="{FF2B5EF4-FFF2-40B4-BE49-F238E27FC236}">
                <a16:creationId xmlns:a16="http://schemas.microsoft.com/office/drawing/2014/main" id="{3DB88604-1048-4141-B6CB-2E58332D00C0}"/>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9842" name="Rectangle 193">
            <a:extLst>
              <a:ext uri="{FF2B5EF4-FFF2-40B4-BE49-F238E27FC236}">
                <a16:creationId xmlns:a16="http://schemas.microsoft.com/office/drawing/2014/main" id="{035BE2FB-FE83-F64C-9FB8-A097DFEF9474}"/>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43" name="Group 194">
            <a:extLst>
              <a:ext uri="{FF2B5EF4-FFF2-40B4-BE49-F238E27FC236}">
                <a16:creationId xmlns:a16="http://schemas.microsoft.com/office/drawing/2014/main" id="{FF6957FA-F476-A444-9E0A-033E2D6A1E5B}"/>
              </a:ext>
            </a:extLst>
          </p:cNvPr>
          <p:cNvGrpSpPr>
            <a:grpSpLocks/>
          </p:cNvGrpSpPr>
          <p:nvPr/>
        </p:nvGrpSpPr>
        <p:grpSpPr bwMode="auto">
          <a:xfrm>
            <a:off x="4010025" y="1972866"/>
            <a:ext cx="485775" cy="289322"/>
            <a:chOff x="2299" y="1622"/>
            <a:chExt cx="439" cy="262"/>
          </a:xfrm>
        </p:grpSpPr>
        <p:sp>
          <p:nvSpPr>
            <p:cNvPr id="120064" name="Oval 195">
              <a:extLst>
                <a:ext uri="{FF2B5EF4-FFF2-40B4-BE49-F238E27FC236}">
                  <a16:creationId xmlns:a16="http://schemas.microsoft.com/office/drawing/2014/main" id="{2DE5813C-E448-FF49-BD73-780D20F6A289}"/>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5" name="Rectangle 196">
              <a:extLst>
                <a:ext uri="{FF2B5EF4-FFF2-40B4-BE49-F238E27FC236}">
                  <a16:creationId xmlns:a16="http://schemas.microsoft.com/office/drawing/2014/main" id="{3BAB12CD-B4D4-AA48-A99C-A7194B6EFE7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6" name="Rectangle 197">
              <a:extLst>
                <a:ext uri="{FF2B5EF4-FFF2-40B4-BE49-F238E27FC236}">
                  <a16:creationId xmlns:a16="http://schemas.microsoft.com/office/drawing/2014/main" id="{7FBE59A9-0B07-E344-96A2-8FC9F9C0002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7" name="Oval 198">
              <a:extLst>
                <a:ext uri="{FF2B5EF4-FFF2-40B4-BE49-F238E27FC236}">
                  <a16:creationId xmlns:a16="http://schemas.microsoft.com/office/drawing/2014/main" id="{B0AEFF94-915A-B647-98F2-A7BC875D8FFA}"/>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68" name="Group 199">
              <a:extLst>
                <a:ext uri="{FF2B5EF4-FFF2-40B4-BE49-F238E27FC236}">
                  <a16:creationId xmlns:a16="http://schemas.microsoft.com/office/drawing/2014/main" id="{9059712C-E733-8C40-8E0B-23BEA266469E}"/>
                </a:ext>
              </a:extLst>
            </p:cNvPr>
            <p:cNvGrpSpPr>
              <a:grpSpLocks/>
            </p:cNvGrpSpPr>
            <p:nvPr/>
          </p:nvGrpSpPr>
          <p:grpSpPr bwMode="auto">
            <a:xfrm>
              <a:off x="2365" y="1640"/>
              <a:ext cx="304" cy="117"/>
              <a:chOff x="2365" y="1640"/>
              <a:chExt cx="304" cy="117"/>
            </a:xfrm>
          </p:grpSpPr>
          <p:grpSp>
            <p:nvGrpSpPr>
              <p:cNvPr id="120071" name="Group 200">
                <a:extLst>
                  <a:ext uri="{FF2B5EF4-FFF2-40B4-BE49-F238E27FC236}">
                    <a16:creationId xmlns:a16="http://schemas.microsoft.com/office/drawing/2014/main" id="{B231E92D-8499-554B-BFE6-5D3B52D69F44}"/>
                  </a:ext>
                </a:extLst>
              </p:cNvPr>
              <p:cNvGrpSpPr>
                <a:grpSpLocks/>
              </p:cNvGrpSpPr>
              <p:nvPr/>
            </p:nvGrpSpPr>
            <p:grpSpPr bwMode="auto">
              <a:xfrm>
                <a:off x="2365" y="1640"/>
                <a:ext cx="302" cy="115"/>
                <a:chOff x="2365" y="1640"/>
                <a:chExt cx="302" cy="115"/>
              </a:xfrm>
            </p:grpSpPr>
            <p:sp>
              <p:nvSpPr>
                <p:cNvPr id="120081" name="Freeform 201">
                  <a:extLst>
                    <a:ext uri="{FF2B5EF4-FFF2-40B4-BE49-F238E27FC236}">
                      <a16:creationId xmlns:a16="http://schemas.microsoft.com/office/drawing/2014/main" id="{71D0FFB6-BB8E-024F-84E5-89B15E09B4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2" name="Freeform 202">
                  <a:extLst>
                    <a:ext uri="{FF2B5EF4-FFF2-40B4-BE49-F238E27FC236}">
                      <a16:creationId xmlns:a16="http://schemas.microsoft.com/office/drawing/2014/main" id="{366E9457-9717-1E43-86B2-67557EDF872C}"/>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3" name="Freeform 203">
                  <a:extLst>
                    <a:ext uri="{FF2B5EF4-FFF2-40B4-BE49-F238E27FC236}">
                      <a16:creationId xmlns:a16="http://schemas.microsoft.com/office/drawing/2014/main" id="{4C85F1BA-B56F-594C-87B1-76CE742AD03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4" name="Freeform 204">
                  <a:extLst>
                    <a:ext uri="{FF2B5EF4-FFF2-40B4-BE49-F238E27FC236}">
                      <a16:creationId xmlns:a16="http://schemas.microsoft.com/office/drawing/2014/main" id="{4B5F33F7-A280-0842-AA95-B62F7CEEF1D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5" name="Freeform 205">
                  <a:extLst>
                    <a:ext uri="{FF2B5EF4-FFF2-40B4-BE49-F238E27FC236}">
                      <a16:creationId xmlns:a16="http://schemas.microsoft.com/office/drawing/2014/main" id="{B6C073D1-05E8-2F45-85BB-534B1901D33F}"/>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6" name="Freeform 206">
                  <a:extLst>
                    <a:ext uri="{FF2B5EF4-FFF2-40B4-BE49-F238E27FC236}">
                      <a16:creationId xmlns:a16="http://schemas.microsoft.com/office/drawing/2014/main" id="{21D0BE55-729B-A647-9795-183F9532DC5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7" name="Freeform 207">
                  <a:extLst>
                    <a:ext uri="{FF2B5EF4-FFF2-40B4-BE49-F238E27FC236}">
                      <a16:creationId xmlns:a16="http://schemas.microsoft.com/office/drawing/2014/main" id="{E5B45057-82DF-E34F-AC2F-16BDF0847E61}"/>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8" name="Freeform 208">
                  <a:extLst>
                    <a:ext uri="{FF2B5EF4-FFF2-40B4-BE49-F238E27FC236}">
                      <a16:creationId xmlns:a16="http://schemas.microsoft.com/office/drawing/2014/main" id="{CBBA0840-6AA1-3641-88A6-6BDB8C5A148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72" name="Group 209">
                <a:extLst>
                  <a:ext uri="{FF2B5EF4-FFF2-40B4-BE49-F238E27FC236}">
                    <a16:creationId xmlns:a16="http://schemas.microsoft.com/office/drawing/2014/main" id="{F6E7AC74-813C-B64B-93C6-705D82C1200B}"/>
                  </a:ext>
                </a:extLst>
              </p:cNvPr>
              <p:cNvGrpSpPr>
                <a:grpSpLocks/>
              </p:cNvGrpSpPr>
              <p:nvPr/>
            </p:nvGrpSpPr>
            <p:grpSpPr bwMode="auto">
              <a:xfrm>
                <a:off x="2368" y="1643"/>
                <a:ext cx="301" cy="114"/>
                <a:chOff x="2368" y="1643"/>
                <a:chExt cx="301" cy="114"/>
              </a:xfrm>
            </p:grpSpPr>
            <p:sp>
              <p:nvSpPr>
                <p:cNvPr id="120073" name="Freeform 210">
                  <a:extLst>
                    <a:ext uri="{FF2B5EF4-FFF2-40B4-BE49-F238E27FC236}">
                      <a16:creationId xmlns:a16="http://schemas.microsoft.com/office/drawing/2014/main" id="{EABB214B-5F4F-5E48-AC91-D4B6B073892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4" name="Freeform 211">
                  <a:extLst>
                    <a:ext uri="{FF2B5EF4-FFF2-40B4-BE49-F238E27FC236}">
                      <a16:creationId xmlns:a16="http://schemas.microsoft.com/office/drawing/2014/main" id="{2B2923A1-75EF-1542-B6D6-0567BB2BB902}"/>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5" name="Freeform 212">
                  <a:extLst>
                    <a:ext uri="{FF2B5EF4-FFF2-40B4-BE49-F238E27FC236}">
                      <a16:creationId xmlns:a16="http://schemas.microsoft.com/office/drawing/2014/main" id="{F49F3B11-3DB4-9A46-BD80-A56D823A05BE}"/>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6" name="Freeform 213">
                  <a:extLst>
                    <a:ext uri="{FF2B5EF4-FFF2-40B4-BE49-F238E27FC236}">
                      <a16:creationId xmlns:a16="http://schemas.microsoft.com/office/drawing/2014/main" id="{B0E549DA-17DE-1347-BDA7-FB218A52D0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7" name="Freeform 214">
                  <a:extLst>
                    <a:ext uri="{FF2B5EF4-FFF2-40B4-BE49-F238E27FC236}">
                      <a16:creationId xmlns:a16="http://schemas.microsoft.com/office/drawing/2014/main" id="{C23E4D1E-BCC4-A841-8C39-4639D4041B1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8" name="Freeform 215">
                  <a:extLst>
                    <a:ext uri="{FF2B5EF4-FFF2-40B4-BE49-F238E27FC236}">
                      <a16:creationId xmlns:a16="http://schemas.microsoft.com/office/drawing/2014/main" id="{AFB71A0C-9E61-5B44-9163-6A0FF4353ED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9" name="Freeform 216">
                  <a:extLst>
                    <a:ext uri="{FF2B5EF4-FFF2-40B4-BE49-F238E27FC236}">
                      <a16:creationId xmlns:a16="http://schemas.microsoft.com/office/drawing/2014/main" id="{0D6996B3-EED7-C346-9747-FD973A99B15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0" name="Freeform 217">
                  <a:extLst>
                    <a:ext uri="{FF2B5EF4-FFF2-40B4-BE49-F238E27FC236}">
                      <a16:creationId xmlns:a16="http://schemas.microsoft.com/office/drawing/2014/main" id="{252D2698-2AD2-D44C-AAFC-8A9C18A36C07}"/>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69" name="Line 218">
              <a:extLst>
                <a:ext uri="{FF2B5EF4-FFF2-40B4-BE49-F238E27FC236}">
                  <a16:creationId xmlns:a16="http://schemas.microsoft.com/office/drawing/2014/main" id="{A5F4FFAE-BE82-C346-8276-442A4B5F9779}"/>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70" name="Line 219">
              <a:extLst>
                <a:ext uri="{FF2B5EF4-FFF2-40B4-BE49-F238E27FC236}">
                  <a16:creationId xmlns:a16="http://schemas.microsoft.com/office/drawing/2014/main" id="{E684BA96-1797-BE46-8930-17E74701DA26}"/>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44" name="Rectangle 220">
            <a:extLst>
              <a:ext uri="{FF2B5EF4-FFF2-40B4-BE49-F238E27FC236}">
                <a16:creationId xmlns:a16="http://schemas.microsoft.com/office/drawing/2014/main" id="{424760F6-8022-6545-A4F7-7490A1624F75}"/>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5" name="Rectangle 221">
            <a:extLst>
              <a:ext uri="{FF2B5EF4-FFF2-40B4-BE49-F238E27FC236}">
                <a16:creationId xmlns:a16="http://schemas.microsoft.com/office/drawing/2014/main" id="{BF20F4B2-A476-FB4B-BA47-C5984F8A81D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9846" name="Rectangle 222">
            <a:extLst>
              <a:ext uri="{FF2B5EF4-FFF2-40B4-BE49-F238E27FC236}">
                <a16:creationId xmlns:a16="http://schemas.microsoft.com/office/drawing/2014/main" id="{4FE580AB-7310-7F44-962F-1AFB0430D8FC}"/>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7" name="Rectangle 223">
            <a:extLst>
              <a:ext uri="{FF2B5EF4-FFF2-40B4-BE49-F238E27FC236}">
                <a16:creationId xmlns:a16="http://schemas.microsoft.com/office/drawing/2014/main" id="{CA52533F-0A55-F643-A3FD-4B752EECA4E7}"/>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848" name="Oval 224">
            <a:extLst>
              <a:ext uri="{FF2B5EF4-FFF2-40B4-BE49-F238E27FC236}">
                <a16:creationId xmlns:a16="http://schemas.microsoft.com/office/drawing/2014/main" id="{61F26176-964A-2146-87D8-6D22EC927B0C}"/>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9" name="Rectangle 225">
            <a:extLst>
              <a:ext uri="{FF2B5EF4-FFF2-40B4-BE49-F238E27FC236}">
                <a16:creationId xmlns:a16="http://schemas.microsoft.com/office/drawing/2014/main" id="{C9364816-7974-A84B-800F-F2A45752656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0" name="Oval 226">
            <a:extLst>
              <a:ext uri="{FF2B5EF4-FFF2-40B4-BE49-F238E27FC236}">
                <a16:creationId xmlns:a16="http://schemas.microsoft.com/office/drawing/2014/main" id="{96F961C8-ADA0-2D41-B6B6-E2D05AE8BDD7}"/>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1" name="Oval 227">
            <a:extLst>
              <a:ext uri="{FF2B5EF4-FFF2-40B4-BE49-F238E27FC236}">
                <a16:creationId xmlns:a16="http://schemas.microsoft.com/office/drawing/2014/main" id="{93D5CC1D-8500-184E-B130-794F1C34485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2" name="Rectangle 228">
            <a:extLst>
              <a:ext uri="{FF2B5EF4-FFF2-40B4-BE49-F238E27FC236}">
                <a16:creationId xmlns:a16="http://schemas.microsoft.com/office/drawing/2014/main" id="{69E0F159-1C29-A348-A220-F0FF984503F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3" name="Rectangle 229">
            <a:extLst>
              <a:ext uri="{FF2B5EF4-FFF2-40B4-BE49-F238E27FC236}">
                <a16:creationId xmlns:a16="http://schemas.microsoft.com/office/drawing/2014/main" id="{05AEBE55-47AE-7F41-874E-E0BC45BE5537}"/>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9854" name="Rectangle 230">
            <a:extLst>
              <a:ext uri="{FF2B5EF4-FFF2-40B4-BE49-F238E27FC236}">
                <a16:creationId xmlns:a16="http://schemas.microsoft.com/office/drawing/2014/main" id="{DE4693F7-1F77-7145-B6A2-F77675DBCE4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5" name="Rectangle 231">
            <a:extLst>
              <a:ext uri="{FF2B5EF4-FFF2-40B4-BE49-F238E27FC236}">
                <a16:creationId xmlns:a16="http://schemas.microsoft.com/office/drawing/2014/main" id="{7B0FFA13-5675-FF44-A281-ECC21022FA83}"/>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9856" name="Rectangle 232">
            <a:extLst>
              <a:ext uri="{FF2B5EF4-FFF2-40B4-BE49-F238E27FC236}">
                <a16:creationId xmlns:a16="http://schemas.microsoft.com/office/drawing/2014/main" id="{DE4463F3-C738-AA4C-9925-0A89B14F875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7" name="Rectangle 233">
            <a:extLst>
              <a:ext uri="{FF2B5EF4-FFF2-40B4-BE49-F238E27FC236}">
                <a16:creationId xmlns:a16="http://schemas.microsoft.com/office/drawing/2014/main" id="{09529A6D-8BC6-774D-BA14-02493A6C1AD5}"/>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9858" name="Rectangle 234">
            <a:extLst>
              <a:ext uri="{FF2B5EF4-FFF2-40B4-BE49-F238E27FC236}">
                <a16:creationId xmlns:a16="http://schemas.microsoft.com/office/drawing/2014/main" id="{02CAEDF1-7FC9-B24F-8263-9621F9760968}"/>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9" name="Rectangle 235">
            <a:extLst>
              <a:ext uri="{FF2B5EF4-FFF2-40B4-BE49-F238E27FC236}">
                <a16:creationId xmlns:a16="http://schemas.microsoft.com/office/drawing/2014/main" id="{F9875F59-6448-1C43-B6AB-30C641A5B321}"/>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9860" name="Rectangle 236">
            <a:extLst>
              <a:ext uri="{FF2B5EF4-FFF2-40B4-BE49-F238E27FC236}">
                <a16:creationId xmlns:a16="http://schemas.microsoft.com/office/drawing/2014/main" id="{D01171E0-BDF3-5747-B9CE-CC33992CF174}"/>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1" name="Rectangle 237">
            <a:extLst>
              <a:ext uri="{FF2B5EF4-FFF2-40B4-BE49-F238E27FC236}">
                <a16:creationId xmlns:a16="http://schemas.microsoft.com/office/drawing/2014/main" id="{B2BA4A79-1314-E740-AEAD-CFCC6D81ECE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9862" name="Oval 238">
            <a:extLst>
              <a:ext uri="{FF2B5EF4-FFF2-40B4-BE49-F238E27FC236}">
                <a16:creationId xmlns:a16="http://schemas.microsoft.com/office/drawing/2014/main" id="{C39885F7-9096-7A4D-81CF-AEB946399FB8}"/>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3" name="Rectangle 239">
            <a:extLst>
              <a:ext uri="{FF2B5EF4-FFF2-40B4-BE49-F238E27FC236}">
                <a16:creationId xmlns:a16="http://schemas.microsoft.com/office/drawing/2014/main" id="{3B3E87DE-E793-1743-A9A4-2562659A497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4" name="Rectangle 240">
            <a:extLst>
              <a:ext uri="{FF2B5EF4-FFF2-40B4-BE49-F238E27FC236}">
                <a16:creationId xmlns:a16="http://schemas.microsoft.com/office/drawing/2014/main" id="{A181A9BE-D633-F54B-A8E8-48CA19E7432A}"/>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9865" name="Rectangle 241">
            <a:extLst>
              <a:ext uri="{FF2B5EF4-FFF2-40B4-BE49-F238E27FC236}">
                <a16:creationId xmlns:a16="http://schemas.microsoft.com/office/drawing/2014/main" id="{617A0FA7-D9BF-4D42-875A-8929B35879FA}"/>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66" name="Group 242">
            <a:extLst>
              <a:ext uri="{FF2B5EF4-FFF2-40B4-BE49-F238E27FC236}">
                <a16:creationId xmlns:a16="http://schemas.microsoft.com/office/drawing/2014/main" id="{A16BB211-894C-4945-9500-8024DEBF7A00}"/>
              </a:ext>
            </a:extLst>
          </p:cNvPr>
          <p:cNvGrpSpPr>
            <a:grpSpLocks/>
          </p:cNvGrpSpPr>
          <p:nvPr/>
        </p:nvGrpSpPr>
        <p:grpSpPr bwMode="auto">
          <a:xfrm>
            <a:off x="2809875" y="3289698"/>
            <a:ext cx="486966" cy="288131"/>
            <a:chOff x="1304" y="2569"/>
            <a:chExt cx="439" cy="262"/>
          </a:xfrm>
        </p:grpSpPr>
        <p:sp>
          <p:nvSpPr>
            <p:cNvPr id="120039" name="Oval 243">
              <a:extLst>
                <a:ext uri="{FF2B5EF4-FFF2-40B4-BE49-F238E27FC236}">
                  <a16:creationId xmlns:a16="http://schemas.microsoft.com/office/drawing/2014/main" id="{B555B98D-5C33-5D43-8E1E-EC8584692E21}"/>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0" name="Rectangle 244">
              <a:extLst>
                <a:ext uri="{FF2B5EF4-FFF2-40B4-BE49-F238E27FC236}">
                  <a16:creationId xmlns:a16="http://schemas.microsoft.com/office/drawing/2014/main" id="{C6C561D9-C725-3E47-A98D-7F818C0AC41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1" name="Rectangle 245">
              <a:extLst>
                <a:ext uri="{FF2B5EF4-FFF2-40B4-BE49-F238E27FC236}">
                  <a16:creationId xmlns:a16="http://schemas.microsoft.com/office/drawing/2014/main" id="{C4D291B5-ED0C-124A-A50B-AF8CB9BE689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2" name="Oval 246">
              <a:extLst>
                <a:ext uri="{FF2B5EF4-FFF2-40B4-BE49-F238E27FC236}">
                  <a16:creationId xmlns:a16="http://schemas.microsoft.com/office/drawing/2014/main" id="{4860A0ED-757D-4B4E-9FC8-01D6040F4CB7}"/>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43" name="Group 247">
              <a:extLst>
                <a:ext uri="{FF2B5EF4-FFF2-40B4-BE49-F238E27FC236}">
                  <a16:creationId xmlns:a16="http://schemas.microsoft.com/office/drawing/2014/main" id="{AEE9D4F2-06D7-D449-9218-56123F7B4C33}"/>
                </a:ext>
              </a:extLst>
            </p:cNvPr>
            <p:cNvGrpSpPr>
              <a:grpSpLocks/>
            </p:cNvGrpSpPr>
            <p:nvPr/>
          </p:nvGrpSpPr>
          <p:grpSpPr bwMode="auto">
            <a:xfrm>
              <a:off x="1371" y="2587"/>
              <a:ext cx="304" cy="117"/>
              <a:chOff x="1371" y="2587"/>
              <a:chExt cx="304" cy="117"/>
            </a:xfrm>
          </p:grpSpPr>
          <p:grpSp>
            <p:nvGrpSpPr>
              <p:cNvPr id="120046" name="Group 248">
                <a:extLst>
                  <a:ext uri="{FF2B5EF4-FFF2-40B4-BE49-F238E27FC236}">
                    <a16:creationId xmlns:a16="http://schemas.microsoft.com/office/drawing/2014/main" id="{133669F6-B195-134C-821E-A82AB639D23F}"/>
                  </a:ext>
                </a:extLst>
              </p:cNvPr>
              <p:cNvGrpSpPr>
                <a:grpSpLocks/>
              </p:cNvGrpSpPr>
              <p:nvPr/>
            </p:nvGrpSpPr>
            <p:grpSpPr bwMode="auto">
              <a:xfrm>
                <a:off x="1371" y="2587"/>
                <a:ext cx="301" cy="115"/>
                <a:chOff x="1371" y="2587"/>
                <a:chExt cx="301" cy="115"/>
              </a:xfrm>
            </p:grpSpPr>
            <p:sp>
              <p:nvSpPr>
                <p:cNvPr id="120056" name="Freeform 249">
                  <a:extLst>
                    <a:ext uri="{FF2B5EF4-FFF2-40B4-BE49-F238E27FC236}">
                      <a16:creationId xmlns:a16="http://schemas.microsoft.com/office/drawing/2014/main" id="{D21599BD-8744-7345-9E02-07F1EC72CEA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7" name="Freeform 250">
                  <a:extLst>
                    <a:ext uri="{FF2B5EF4-FFF2-40B4-BE49-F238E27FC236}">
                      <a16:creationId xmlns:a16="http://schemas.microsoft.com/office/drawing/2014/main" id="{891879DE-664A-9049-AFDD-D7D75666BF6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8" name="Freeform 251">
                  <a:extLst>
                    <a:ext uri="{FF2B5EF4-FFF2-40B4-BE49-F238E27FC236}">
                      <a16:creationId xmlns:a16="http://schemas.microsoft.com/office/drawing/2014/main" id="{F4F58333-76A4-754F-AB24-3DA6041959E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9" name="Freeform 252">
                  <a:extLst>
                    <a:ext uri="{FF2B5EF4-FFF2-40B4-BE49-F238E27FC236}">
                      <a16:creationId xmlns:a16="http://schemas.microsoft.com/office/drawing/2014/main" id="{5BF51DE1-9548-9943-BBD8-11AF65CA322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0" name="Freeform 253">
                  <a:extLst>
                    <a:ext uri="{FF2B5EF4-FFF2-40B4-BE49-F238E27FC236}">
                      <a16:creationId xmlns:a16="http://schemas.microsoft.com/office/drawing/2014/main" id="{2131AEE8-5F60-374C-9E90-0D6440894F3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1" name="Freeform 254">
                  <a:extLst>
                    <a:ext uri="{FF2B5EF4-FFF2-40B4-BE49-F238E27FC236}">
                      <a16:creationId xmlns:a16="http://schemas.microsoft.com/office/drawing/2014/main" id="{BF3CACE7-AE6A-3E49-8D2E-F66977E6085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2" name="Freeform 255">
                  <a:extLst>
                    <a:ext uri="{FF2B5EF4-FFF2-40B4-BE49-F238E27FC236}">
                      <a16:creationId xmlns:a16="http://schemas.microsoft.com/office/drawing/2014/main" id="{B81CE4E5-5847-804C-8F39-F4CD4CFDF32E}"/>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3" name="Freeform 256">
                  <a:extLst>
                    <a:ext uri="{FF2B5EF4-FFF2-40B4-BE49-F238E27FC236}">
                      <a16:creationId xmlns:a16="http://schemas.microsoft.com/office/drawing/2014/main" id="{E77E7311-CA12-D041-B5FB-5C3266AB91E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47" name="Group 257">
                <a:extLst>
                  <a:ext uri="{FF2B5EF4-FFF2-40B4-BE49-F238E27FC236}">
                    <a16:creationId xmlns:a16="http://schemas.microsoft.com/office/drawing/2014/main" id="{41786E77-5D39-8540-B0B7-D15E1E342A09}"/>
                  </a:ext>
                </a:extLst>
              </p:cNvPr>
              <p:cNvGrpSpPr>
                <a:grpSpLocks/>
              </p:cNvGrpSpPr>
              <p:nvPr/>
            </p:nvGrpSpPr>
            <p:grpSpPr bwMode="auto">
              <a:xfrm>
                <a:off x="1373" y="2590"/>
                <a:ext cx="302" cy="114"/>
                <a:chOff x="1373" y="2590"/>
                <a:chExt cx="302" cy="114"/>
              </a:xfrm>
            </p:grpSpPr>
            <p:sp>
              <p:nvSpPr>
                <p:cNvPr id="120048" name="Freeform 258">
                  <a:extLst>
                    <a:ext uri="{FF2B5EF4-FFF2-40B4-BE49-F238E27FC236}">
                      <a16:creationId xmlns:a16="http://schemas.microsoft.com/office/drawing/2014/main" id="{162F3A93-FCFD-8540-AC54-CC9D1E2BDCB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49" name="Freeform 259">
                  <a:extLst>
                    <a:ext uri="{FF2B5EF4-FFF2-40B4-BE49-F238E27FC236}">
                      <a16:creationId xmlns:a16="http://schemas.microsoft.com/office/drawing/2014/main" id="{870B2EFF-BB88-B242-96EB-089190047CD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0" name="Freeform 260">
                  <a:extLst>
                    <a:ext uri="{FF2B5EF4-FFF2-40B4-BE49-F238E27FC236}">
                      <a16:creationId xmlns:a16="http://schemas.microsoft.com/office/drawing/2014/main" id="{0A122571-130B-F840-B674-B2A5A6C22FB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1" name="Freeform 261">
                  <a:extLst>
                    <a:ext uri="{FF2B5EF4-FFF2-40B4-BE49-F238E27FC236}">
                      <a16:creationId xmlns:a16="http://schemas.microsoft.com/office/drawing/2014/main" id="{2F97C32E-DD65-D947-B686-D3E838F762C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2" name="Freeform 262">
                  <a:extLst>
                    <a:ext uri="{FF2B5EF4-FFF2-40B4-BE49-F238E27FC236}">
                      <a16:creationId xmlns:a16="http://schemas.microsoft.com/office/drawing/2014/main" id="{51CBFCBA-62C7-704C-ADF9-B25985476DD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3" name="Freeform 263">
                  <a:extLst>
                    <a:ext uri="{FF2B5EF4-FFF2-40B4-BE49-F238E27FC236}">
                      <a16:creationId xmlns:a16="http://schemas.microsoft.com/office/drawing/2014/main" id="{BC4784F2-0314-7D40-B009-8666E3B6F11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4" name="Freeform 264">
                  <a:extLst>
                    <a:ext uri="{FF2B5EF4-FFF2-40B4-BE49-F238E27FC236}">
                      <a16:creationId xmlns:a16="http://schemas.microsoft.com/office/drawing/2014/main" id="{678A73C4-EF0A-8946-BD7A-5C92B49D05B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5" name="Freeform 265">
                  <a:extLst>
                    <a:ext uri="{FF2B5EF4-FFF2-40B4-BE49-F238E27FC236}">
                      <a16:creationId xmlns:a16="http://schemas.microsoft.com/office/drawing/2014/main" id="{2DEE7E04-5F67-314F-8836-AD290FCAD65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44" name="Line 266">
              <a:extLst>
                <a:ext uri="{FF2B5EF4-FFF2-40B4-BE49-F238E27FC236}">
                  <a16:creationId xmlns:a16="http://schemas.microsoft.com/office/drawing/2014/main" id="{25CC8E75-23AF-284E-8BA5-5866DE009D7A}"/>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45" name="Line 267">
              <a:extLst>
                <a:ext uri="{FF2B5EF4-FFF2-40B4-BE49-F238E27FC236}">
                  <a16:creationId xmlns:a16="http://schemas.microsoft.com/office/drawing/2014/main" id="{00FD8677-2BAC-B446-A43D-F08BA0096DFE}"/>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867" name="Group 268">
            <a:extLst>
              <a:ext uri="{FF2B5EF4-FFF2-40B4-BE49-F238E27FC236}">
                <a16:creationId xmlns:a16="http://schemas.microsoft.com/office/drawing/2014/main" id="{DDFFCF66-4477-5D45-BB0A-1B0AAAB268A6}"/>
              </a:ext>
            </a:extLst>
          </p:cNvPr>
          <p:cNvGrpSpPr>
            <a:grpSpLocks/>
          </p:cNvGrpSpPr>
          <p:nvPr/>
        </p:nvGrpSpPr>
        <p:grpSpPr bwMode="auto">
          <a:xfrm>
            <a:off x="4987529" y="3289698"/>
            <a:ext cx="486965" cy="288131"/>
            <a:chOff x="3488" y="2569"/>
            <a:chExt cx="439" cy="262"/>
          </a:xfrm>
        </p:grpSpPr>
        <p:sp>
          <p:nvSpPr>
            <p:cNvPr id="120014" name="Oval 269">
              <a:extLst>
                <a:ext uri="{FF2B5EF4-FFF2-40B4-BE49-F238E27FC236}">
                  <a16:creationId xmlns:a16="http://schemas.microsoft.com/office/drawing/2014/main" id="{3C1FF622-0062-B749-B140-697B50F761D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5" name="Rectangle 270">
              <a:extLst>
                <a:ext uri="{FF2B5EF4-FFF2-40B4-BE49-F238E27FC236}">
                  <a16:creationId xmlns:a16="http://schemas.microsoft.com/office/drawing/2014/main" id="{88D1BB42-27BE-EA40-8BD3-4FABC9E51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6" name="Rectangle 271">
              <a:extLst>
                <a:ext uri="{FF2B5EF4-FFF2-40B4-BE49-F238E27FC236}">
                  <a16:creationId xmlns:a16="http://schemas.microsoft.com/office/drawing/2014/main" id="{1457EFA0-FAA9-0B47-A5E3-0599EBDA900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7" name="Oval 272">
              <a:extLst>
                <a:ext uri="{FF2B5EF4-FFF2-40B4-BE49-F238E27FC236}">
                  <a16:creationId xmlns:a16="http://schemas.microsoft.com/office/drawing/2014/main" id="{06AA61A3-4875-4644-A171-BE8FBA091EB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18" name="Group 273">
              <a:extLst>
                <a:ext uri="{FF2B5EF4-FFF2-40B4-BE49-F238E27FC236}">
                  <a16:creationId xmlns:a16="http://schemas.microsoft.com/office/drawing/2014/main" id="{E0D086ED-BC9D-1B44-BBA6-9C1AEFB63448}"/>
                </a:ext>
              </a:extLst>
            </p:cNvPr>
            <p:cNvGrpSpPr>
              <a:grpSpLocks/>
            </p:cNvGrpSpPr>
            <p:nvPr/>
          </p:nvGrpSpPr>
          <p:grpSpPr bwMode="auto">
            <a:xfrm>
              <a:off x="3555" y="2587"/>
              <a:ext cx="304" cy="117"/>
              <a:chOff x="3555" y="2587"/>
              <a:chExt cx="304" cy="117"/>
            </a:xfrm>
          </p:grpSpPr>
          <p:grpSp>
            <p:nvGrpSpPr>
              <p:cNvPr id="120021" name="Group 274">
                <a:extLst>
                  <a:ext uri="{FF2B5EF4-FFF2-40B4-BE49-F238E27FC236}">
                    <a16:creationId xmlns:a16="http://schemas.microsoft.com/office/drawing/2014/main" id="{FFBD5A9A-161E-7049-ADA9-1F613C9C47D8}"/>
                  </a:ext>
                </a:extLst>
              </p:cNvPr>
              <p:cNvGrpSpPr>
                <a:grpSpLocks/>
              </p:cNvGrpSpPr>
              <p:nvPr/>
            </p:nvGrpSpPr>
            <p:grpSpPr bwMode="auto">
              <a:xfrm>
                <a:off x="3555" y="2587"/>
                <a:ext cx="301" cy="115"/>
                <a:chOff x="3555" y="2587"/>
                <a:chExt cx="301" cy="115"/>
              </a:xfrm>
            </p:grpSpPr>
            <p:sp>
              <p:nvSpPr>
                <p:cNvPr id="120031" name="Freeform 275">
                  <a:extLst>
                    <a:ext uri="{FF2B5EF4-FFF2-40B4-BE49-F238E27FC236}">
                      <a16:creationId xmlns:a16="http://schemas.microsoft.com/office/drawing/2014/main" id="{08ED8544-2696-D149-83BE-DED87B755E7B}"/>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2" name="Freeform 276">
                  <a:extLst>
                    <a:ext uri="{FF2B5EF4-FFF2-40B4-BE49-F238E27FC236}">
                      <a16:creationId xmlns:a16="http://schemas.microsoft.com/office/drawing/2014/main" id="{C6B180D2-C92C-E247-BAE7-4C552EA6ABC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3" name="Freeform 277">
                  <a:extLst>
                    <a:ext uri="{FF2B5EF4-FFF2-40B4-BE49-F238E27FC236}">
                      <a16:creationId xmlns:a16="http://schemas.microsoft.com/office/drawing/2014/main" id="{5C8483DF-7733-9B46-AD81-F6FA43A346F5}"/>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4" name="Freeform 278">
                  <a:extLst>
                    <a:ext uri="{FF2B5EF4-FFF2-40B4-BE49-F238E27FC236}">
                      <a16:creationId xmlns:a16="http://schemas.microsoft.com/office/drawing/2014/main" id="{FFAB1696-6596-314C-8EDB-61BA434AE6C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5" name="Freeform 279">
                  <a:extLst>
                    <a:ext uri="{FF2B5EF4-FFF2-40B4-BE49-F238E27FC236}">
                      <a16:creationId xmlns:a16="http://schemas.microsoft.com/office/drawing/2014/main" id="{4D39E1CA-1AA7-6C4C-97BF-72B9231F7AE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6" name="Freeform 280">
                  <a:extLst>
                    <a:ext uri="{FF2B5EF4-FFF2-40B4-BE49-F238E27FC236}">
                      <a16:creationId xmlns:a16="http://schemas.microsoft.com/office/drawing/2014/main" id="{CB0A9B77-C842-B846-B696-E1B1405F5211}"/>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7" name="Freeform 281">
                  <a:extLst>
                    <a:ext uri="{FF2B5EF4-FFF2-40B4-BE49-F238E27FC236}">
                      <a16:creationId xmlns:a16="http://schemas.microsoft.com/office/drawing/2014/main" id="{9EA440DC-30A2-DA4D-A486-87926F2CE94D}"/>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8" name="Freeform 282">
                  <a:extLst>
                    <a:ext uri="{FF2B5EF4-FFF2-40B4-BE49-F238E27FC236}">
                      <a16:creationId xmlns:a16="http://schemas.microsoft.com/office/drawing/2014/main" id="{C9362752-B065-4B4D-ADB2-220FCBE8558A}"/>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22" name="Group 283">
                <a:extLst>
                  <a:ext uri="{FF2B5EF4-FFF2-40B4-BE49-F238E27FC236}">
                    <a16:creationId xmlns:a16="http://schemas.microsoft.com/office/drawing/2014/main" id="{E1098503-06AC-7740-9587-384F2AFF89A7}"/>
                  </a:ext>
                </a:extLst>
              </p:cNvPr>
              <p:cNvGrpSpPr>
                <a:grpSpLocks/>
              </p:cNvGrpSpPr>
              <p:nvPr/>
            </p:nvGrpSpPr>
            <p:grpSpPr bwMode="auto">
              <a:xfrm>
                <a:off x="3557" y="2590"/>
                <a:ext cx="302" cy="114"/>
                <a:chOff x="3557" y="2590"/>
                <a:chExt cx="302" cy="114"/>
              </a:xfrm>
            </p:grpSpPr>
            <p:sp>
              <p:nvSpPr>
                <p:cNvPr id="120023" name="Freeform 284">
                  <a:extLst>
                    <a:ext uri="{FF2B5EF4-FFF2-40B4-BE49-F238E27FC236}">
                      <a16:creationId xmlns:a16="http://schemas.microsoft.com/office/drawing/2014/main" id="{87271DD9-65D5-5645-8406-741AB434B3D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4" name="Freeform 285">
                  <a:extLst>
                    <a:ext uri="{FF2B5EF4-FFF2-40B4-BE49-F238E27FC236}">
                      <a16:creationId xmlns:a16="http://schemas.microsoft.com/office/drawing/2014/main" id="{10E60CFF-9644-1843-8FE8-A36E5D355C9F}"/>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5" name="Freeform 286">
                  <a:extLst>
                    <a:ext uri="{FF2B5EF4-FFF2-40B4-BE49-F238E27FC236}">
                      <a16:creationId xmlns:a16="http://schemas.microsoft.com/office/drawing/2014/main" id="{0489B54E-60D8-4E4B-BB17-17E8C9C6C06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6" name="Freeform 287">
                  <a:extLst>
                    <a:ext uri="{FF2B5EF4-FFF2-40B4-BE49-F238E27FC236}">
                      <a16:creationId xmlns:a16="http://schemas.microsoft.com/office/drawing/2014/main" id="{8B8E3458-C2A2-B54B-8D54-18389B6F568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7" name="Freeform 288">
                  <a:extLst>
                    <a:ext uri="{FF2B5EF4-FFF2-40B4-BE49-F238E27FC236}">
                      <a16:creationId xmlns:a16="http://schemas.microsoft.com/office/drawing/2014/main" id="{4834895E-E6C5-AA4F-A999-3D51C92735DE}"/>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8" name="Freeform 289">
                  <a:extLst>
                    <a:ext uri="{FF2B5EF4-FFF2-40B4-BE49-F238E27FC236}">
                      <a16:creationId xmlns:a16="http://schemas.microsoft.com/office/drawing/2014/main" id="{93852FA4-7BB0-DC42-8F08-BDEB7FA1FEE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9" name="Freeform 290">
                  <a:extLst>
                    <a:ext uri="{FF2B5EF4-FFF2-40B4-BE49-F238E27FC236}">
                      <a16:creationId xmlns:a16="http://schemas.microsoft.com/office/drawing/2014/main" id="{1AC06A65-BE3A-BE4B-876B-02251A25854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0" name="Freeform 291">
                  <a:extLst>
                    <a:ext uri="{FF2B5EF4-FFF2-40B4-BE49-F238E27FC236}">
                      <a16:creationId xmlns:a16="http://schemas.microsoft.com/office/drawing/2014/main" id="{DD93298B-85EF-1242-BD30-E01BC8D310C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19" name="Line 292">
              <a:extLst>
                <a:ext uri="{FF2B5EF4-FFF2-40B4-BE49-F238E27FC236}">
                  <a16:creationId xmlns:a16="http://schemas.microsoft.com/office/drawing/2014/main" id="{7260DB0B-196B-DA45-B33C-EF27CEB2DBA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20" name="Line 293">
              <a:extLst>
                <a:ext uri="{FF2B5EF4-FFF2-40B4-BE49-F238E27FC236}">
                  <a16:creationId xmlns:a16="http://schemas.microsoft.com/office/drawing/2014/main" id="{903CDCEB-0C22-734D-8D0F-4D3BA43B10B0}"/>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68" name="Oval 294">
            <a:extLst>
              <a:ext uri="{FF2B5EF4-FFF2-40B4-BE49-F238E27FC236}">
                <a16:creationId xmlns:a16="http://schemas.microsoft.com/office/drawing/2014/main" id="{17F8EE75-534F-BC49-B17D-C54B46E186A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9" name="Oval 295">
            <a:extLst>
              <a:ext uri="{FF2B5EF4-FFF2-40B4-BE49-F238E27FC236}">
                <a16:creationId xmlns:a16="http://schemas.microsoft.com/office/drawing/2014/main" id="{30484698-183D-D246-BCBF-621AE550C52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0" name="Oval 296">
            <a:extLst>
              <a:ext uri="{FF2B5EF4-FFF2-40B4-BE49-F238E27FC236}">
                <a16:creationId xmlns:a16="http://schemas.microsoft.com/office/drawing/2014/main" id="{9ECE8704-7982-4445-960D-A24E3EE9652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1" name="Oval 297">
            <a:extLst>
              <a:ext uri="{FF2B5EF4-FFF2-40B4-BE49-F238E27FC236}">
                <a16:creationId xmlns:a16="http://schemas.microsoft.com/office/drawing/2014/main" id="{00F71558-2247-C340-AAE1-5ACC79DCDFDC}"/>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2" name="Oval 298">
            <a:extLst>
              <a:ext uri="{FF2B5EF4-FFF2-40B4-BE49-F238E27FC236}">
                <a16:creationId xmlns:a16="http://schemas.microsoft.com/office/drawing/2014/main" id="{DAAEB1B5-9F02-2E4F-BAD8-9408FF5E6ADA}"/>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3" name="Oval 299">
            <a:extLst>
              <a:ext uri="{FF2B5EF4-FFF2-40B4-BE49-F238E27FC236}">
                <a16:creationId xmlns:a16="http://schemas.microsoft.com/office/drawing/2014/main" id="{26AA1A67-3232-284A-9BAA-4F54E1BD595D}"/>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4" name="Rectangle 300">
            <a:extLst>
              <a:ext uri="{FF2B5EF4-FFF2-40B4-BE49-F238E27FC236}">
                <a16:creationId xmlns:a16="http://schemas.microsoft.com/office/drawing/2014/main" id="{B9E2E781-E450-C44B-AEDD-6E64094D77AC}"/>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5" name="Rectangle 301">
            <a:extLst>
              <a:ext uri="{FF2B5EF4-FFF2-40B4-BE49-F238E27FC236}">
                <a16:creationId xmlns:a16="http://schemas.microsoft.com/office/drawing/2014/main" id="{FEA2F4E4-1906-FC42-B099-B9474C08B2B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9876" name="Rectangle 302">
            <a:extLst>
              <a:ext uri="{FF2B5EF4-FFF2-40B4-BE49-F238E27FC236}">
                <a16:creationId xmlns:a16="http://schemas.microsoft.com/office/drawing/2014/main" id="{22E0BBF2-4EFE-354F-AB8C-29C39F68DA8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7" name="Rectangle 303">
            <a:extLst>
              <a:ext uri="{FF2B5EF4-FFF2-40B4-BE49-F238E27FC236}">
                <a16:creationId xmlns:a16="http://schemas.microsoft.com/office/drawing/2014/main" id="{6181FFF8-9BB0-F141-AC6B-51137A6214A7}"/>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9878" name="Rectangle 304">
            <a:extLst>
              <a:ext uri="{FF2B5EF4-FFF2-40B4-BE49-F238E27FC236}">
                <a16:creationId xmlns:a16="http://schemas.microsoft.com/office/drawing/2014/main" id="{C944A539-9FFA-9B4C-86CB-E9B6949D9EBE}"/>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9" name="Rectangle 305">
            <a:extLst>
              <a:ext uri="{FF2B5EF4-FFF2-40B4-BE49-F238E27FC236}">
                <a16:creationId xmlns:a16="http://schemas.microsoft.com/office/drawing/2014/main" id="{3BDCE5E8-20EE-DD4A-A83A-420E6CB0AD7B}"/>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9880" name="Rectangle 306">
            <a:extLst>
              <a:ext uri="{FF2B5EF4-FFF2-40B4-BE49-F238E27FC236}">
                <a16:creationId xmlns:a16="http://schemas.microsoft.com/office/drawing/2014/main" id="{210B86BA-7978-A242-8EB0-FA9808CFBA4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1" name="Rectangle 307">
            <a:extLst>
              <a:ext uri="{FF2B5EF4-FFF2-40B4-BE49-F238E27FC236}">
                <a16:creationId xmlns:a16="http://schemas.microsoft.com/office/drawing/2014/main" id="{AA36E1BC-D996-734E-954B-39A3B5FEE6F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9882" name="Rectangle 308">
            <a:extLst>
              <a:ext uri="{FF2B5EF4-FFF2-40B4-BE49-F238E27FC236}">
                <a16:creationId xmlns:a16="http://schemas.microsoft.com/office/drawing/2014/main" id="{E0A19EBF-EC7F-5D40-A822-57459F3884E3}"/>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3" name="Rectangle 309">
            <a:extLst>
              <a:ext uri="{FF2B5EF4-FFF2-40B4-BE49-F238E27FC236}">
                <a16:creationId xmlns:a16="http://schemas.microsoft.com/office/drawing/2014/main" id="{035AECC8-F119-444C-AC8A-9AF6C6F4DD75}"/>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9884" name="Rectangle 310">
            <a:extLst>
              <a:ext uri="{FF2B5EF4-FFF2-40B4-BE49-F238E27FC236}">
                <a16:creationId xmlns:a16="http://schemas.microsoft.com/office/drawing/2014/main" id="{D04B8BE7-7CFC-8942-93E6-C739FACA3D0F}"/>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5" name="Rectangle 311">
            <a:extLst>
              <a:ext uri="{FF2B5EF4-FFF2-40B4-BE49-F238E27FC236}">
                <a16:creationId xmlns:a16="http://schemas.microsoft.com/office/drawing/2014/main" id="{47A1F295-176F-F64C-95AD-26F0F4F5976B}"/>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9886" name="Rectangle 312">
            <a:extLst>
              <a:ext uri="{FF2B5EF4-FFF2-40B4-BE49-F238E27FC236}">
                <a16:creationId xmlns:a16="http://schemas.microsoft.com/office/drawing/2014/main" id="{37CD7549-07C2-6C4A-8895-46EFE968C66F}"/>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7" name="Rectangle 313">
            <a:extLst>
              <a:ext uri="{FF2B5EF4-FFF2-40B4-BE49-F238E27FC236}">
                <a16:creationId xmlns:a16="http://schemas.microsoft.com/office/drawing/2014/main" id="{E5D0C494-64F7-4746-BAC9-CC2FF32D9648}"/>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9888" name="Rectangle 314">
            <a:extLst>
              <a:ext uri="{FF2B5EF4-FFF2-40B4-BE49-F238E27FC236}">
                <a16:creationId xmlns:a16="http://schemas.microsoft.com/office/drawing/2014/main" id="{F0FCC72B-EE00-BE46-A0B4-7E6A74881736}"/>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9" name="Rectangle 315">
            <a:extLst>
              <a:ext uri="{FF2B5EF4-FFF2-40B4-BE49-F238E27FC236}">
                <a16:creationId xmlns:a16="http://schemas.microsoft.com/office/drawing/2014/main" id="{C4392FB5-6164-CF4E-AE06-954DD5D65F8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9890" name="Rectangle 316">
            <a:extLst>
              <a:ext uri="{FF2B5EF4-FFF2-40B4-BE49-F238E27FC236}">
                <a16:creationId xmlns:a16="http://schemas.microsoft.com/office/drawing/2014/main" id="{670B8AC0-088F-504B-87B2-A0D99AF5F08A}"/>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1" name="Rectangle 317">
            <a:extLst>
              <a:ext uri="{FF2B5EF4-FFF2-40B4-BE49-F238E27FC236}">
                <a16:creationId xmlns:a16="http://schemas.microsoft.com/office/drawing/2014/main" id="{111E1123-93C2-8D40-9708-538CC6E7EC9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9892" name="Oval 318">
            <a:extLst>
              <a:ext uri="{FF2B5EF4-FFF2-40B4-BE49-F238E27FC236}">
                <a16:creationId xmlns:a16="http://schemas.microsoft.com/office/drawing/2014/main" id="{549032EF-4692-AE4D-92D5-DAE98B3CEA0F}"/>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3" name="Oval 319">
            <a:extLst>
              <a:ext uri="{FF2B5EF4-FFF2-40B4-BE49-F238E27FC236}">
                <a16:creationId xmlns:a16="http://schemas.microsoft.com/office/drawing/2014/main" id="{E56EB043-56D9-1748-827F-CC4AE5B33DEF}"/>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4" name="Oval 320">
            <a:extLst>
              <a:ext uri="{FF2B5EF4-FFF2-40B4-BE49-F238E27FC236}">
                <a16:creationId xmlns:a16="http://schemas.microsoft.com/office/drawing/2014/main" id="{2239CD43-C8DB-6C45-821F-DD2DE56A5D0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5" name="Rectangle 321">
            <a:extLst>
              <a:ext uri="{FF2B5EF4-FFF2-40B4-BE49-F238E27FC236}">
                <a16:creationId xmlns:a16="http://schemas.microsoft.com/office/drawing/2014/main" id="{2D3DC717-55F0-EC49-B719-6FA0C1B771E5}"/>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6" name="Rectangle 322">
            <a:extLst>
              <a:ext uri="{FF2B5EF4-FFF2-40B4-BE49-F238E27FC236}">
                <a16:creationId xmlns:a16="http://schemas.microsoft.com/office/drawing/2014/main" id="{23858F76-3882-9E49-9923-7160E9C0525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897" name="Rectangle 323">
            <a:extLst>
              <a:ext uri="{FF2B5EF4-FFF2-40B4-BE49-F238E27FC236}">
                <a16:creationId xmlns:a16="http://schemas.microsoft.com/office/drawing/2014/main" id="{97FE7683-3EF9-3044-9324-3BB250F6D653}"/>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8" name="Rectangle 324">
            <a:extLst>
              <a:ext uri="{FF2B5EF4-FFF2-40B4-BE49-F238E27FC236}">
                <a16:creationId xmlns:a16="http://schemas.microsoft.com/office/drawing/2014/main" id="{D7CC09CC-02CE-9946-AAE6-BE69E0F8E872}"/>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899" name="Rectangle 325">
            <a:extLst>
              <a:ext uri="{FF2B5EF4-FFF2-40B4-BE49-F238E27FC236}">
                <a16:creationId xmlns:a16="http://schemas.microsoft.com/office/drawing/2014/main" id="{FADAEE99-B25F-2842-BDE1-506A5697D8B2}"/>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0" name="Rectangle 326">
            <a:extLst>
              <a:ext uri="{FF2B5EF4-FFF2-40B4-BE49-F238E27FC236}">
                <a16:creationId xmlns:a16="http://schemas.microsoft.com/office/drawing/2014/main" id="{07F8B9B8-EEF1-1241-9CF8-8BE9513D7EA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9901" name="Rectangle 327">
            <a:extLst>
              <a:ext uri="{FF2B5EF4-FFF2-40B4-BE49-F238E27FC236}">
                <a16:creationId xmlns:a16="http://schemas.microsoft.com/office/drawing/2014/main" id="{A4C2A662-A894-4644-A813-FC97BB296A7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2" name="Rectangle 328">
            <a:extLst>
              <a:ext uri="{FF2B5EF4-FFF2-40B4-BE49-F238E27FC236}">
                <a16:creationId xmlns:a16="http://schemas.microsoft.com/office/drawing/2014/main" id="{251B4E3E-68CB-9342-A7C7-BF9D208729C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3" name="Rectangle 329">
            <a:extLst>
              <a:ext uri="{FF2B5EF4-FFF2-40B4-BE49-F238E27FC236}">
                <a16:creationId xmlns:a16="http://schemas.microsoft.com/office/drawing/2014/main" id="{A6E1B947-98D3-C54D-B6E2-FC5DA1ED0A1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4" name="Rectangle 330">
            <a:extLst>
              <a:ext uri="{FF2B5EF4-FFF2-40B4-BE49-F238E27FC236}">
                <a16:creationId xmlns:a16="http://schemas.microsoft.com/office/drawing/2014/main" id="{BA225FDE-DE0B-F842-A2F4-5CF3A5E89A9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5" name="Rectangle 331">
            <a:extLst>
              <a:ext uri="{FF2B5EF4-FFF2-40B4-BE49-F238E27FC236}">
                <a16:creationId xmlns:a16="http://schemas.microsoft.com/office/drawing/2014/main" id="{908DC307-14E3-5546-94B6-96F37A6058C0}"/>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6" name="Rectangle 332">
            <a:extLst>
              <a:ext uri="{FF2B5EF4-FFF2-40B4-BE49-F238E27FC236}">
                <a16:creationId xmlns:a16="http://schemas.microsoft.com/office/drawing/2014/main" id="{6D860A9B-023E-6144-9789-F09D16744152}"/>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7" name="Rectangle 333">
            <a:extLst>
              <a:ext uri="{FF2B5EF4-FFF2-40B4-BE49-F238E27FC236}">
                <a16:creationId xmlns:a16="http://schemas.microsoft.com/office/drawing/2014/main" id="{4F00A66B-E908-5741-A0E6-42F3BD4DD3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08" name="Rectangle 334">
            <a:extLst>
              <a:ext uri="{FF2B5EF4-FFF2-40B4-BE49-F238E27FC236}">
                <a16:creationId xmlns:a16="http://schemas.microsoft.com/office/drawing/2014/main" id="{06607452-59F7-8147-93DD-1D600C44ED01}"/>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9909" name="Rectangle 335">
            <a:extLst>
              <a:ext uri="{FF2B5EF4-FFF2-40B4-BE49-F238E27FC236}">
                <a16:creationId xmlns:a16="http://schemas.microsoft.com/office/drawing/2014/main" id="{7CFF8531-A3BB-304F-836C-C69ECE43463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0" name="Rectangle 336">
            <a:extLst>
              <a:ext uri="{FF2B5EF4-FFF2-40B4-BE49-F238E27FC236}">
                <a16:creationId xmlns:a16="http://schemas.microsoft.com/office/drawing/2014/main" id="{EA2945BD-D676-A848-8CC6-863E78F77D3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9911" name="Rectangle 337">
            <a:extLst>
              <a:ext uri="{FF2B5EF4-FFF2-40B4-BE49-F238E27FC236}">
                <a16:creationId xmlns:a16="http://schemas.microsoft.com/office/drawing/2014/main" id="{6ADAA96F-E768-3545-8A3F-8B8996E60DBB}"/>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2" name="Rectangle 338">
            <a:extLst>
              <a:ext uri="{FF2B5EF4-FFF2-40B4-BE49-F238E27FC236}">
                <a16:creationId xmlns:a16="http://schemas.microsoft.com/office/drawing/2014/main" id="{93DF20A0-F8F9-AD4F-8486-18105CB49960}"/>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9913" name="Line 339">
            <a:extLst>
              <a:ext uri="{FF2B5EF4-FFF2-40B4-BE49-F238E27FC236}">
                <a16:creationId xmlns:a16="http://schemas.microsoft.com/office/drawing/2014/main" id="{8361DC0D-E83C-1540-B029-84C26FC8AE75}"/>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4" name="Rectangle 340">
            <a:extLst>
              <a:ext uri="{FF2B5EF4-FFF2-40B4-BE49-F238E27FC236}">
                <a16:creationId xmlns:a16="http://schemas.microsoft.com/office/drawing/2014/main" id="{8306504D-CCB5-7E41-AA88-E4CAD39646D1}"/>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9915" name="Picture 341">
            <a:extLst>
              <a:ext uri="{FF2B5EF4-FFF2-40B4-BE49-F238E27FC236}">
                <a16:creationId xmlns:a16="http://schemas.microsoft.com/office/drawing/2014/main" id="{EA0AD95D-0FCB-1449-9125-13759863829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6" name="Line 342">
            <a:extLst>
              <a:ext uri="{FF2B5EF4-FFF2-40B4-BE49-F238E27FC236}">
                <a16:creationId xmlns:a16="http://schemas.microsoft.com/office/drawing/2014/main" id="{F61C1A12-E21F-F641-B0FB-14CC7499012D}"/>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7" name="Line 343">
            <a:extLst>
              <a:ext uri="{FF2B5EF4-FFF2-40B4-BE49-F238E27FC236}">
                <a16:creationId xmlns:a16="http://schemas.microsoft.com/office/drawing/2014/main" id="{A4175E2B-1E17-4E4E-A364-7CD0EEC99656}"/>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8" name="Line 344">
            <a:extLst>
              <a:ext uri="{FF2B5EF4-FFF2-40B4-BE49-F238E27FC236}">
                <a16:creationId xmlns:a16="http://schemas.microsoft.com/office/drawing/2014/main" id="{546CAD15-618A-334E-B012-4DCA54871788}"/>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9" name="Oval 345">
            <a:extLst>
              <a:ext uri="{FF2B5EF4-FFF2-40B4-BE49-F238E27FC236}">
                <a16:creationId xmlns:a16="http://schemas.microsoft.com/office/drawing/2014/main" id="{2E438CFC-CABA-2647-A559-55F092A92B11}"/>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20" name="Rectangle 346">
            <a:extLst>
              <a:ext uri="{FF2B5EF4-FFF2-40B4-BE49-F238E27FC236}">
                <a16:creationId xmlns:a16="http://schemas.microsoft.com/office/drawing/2014/main" id="{9D694967-8E77-4A42-8933-B0BF2F88BFC5}"/>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21" name="Rectangle 347">
            <a:extLst>
              <a:ext uri="{FF2B5EF4-FFF2-40B4-BE49-F238E27FC236}">
                <a16:creationId xmlns:a16="http://schemas.microsoft.com/office/drawing/2014/main" id="{1DCC95F5-137F-8D40-B748-3573F7C78C4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922" name="Line 348">
            <a:extLst>
              <a:ext uri="{FF2B5EF4-FFF2-40B4-BE49-F238E27FC236}">
                <a16:creationId xmlns:a16="http://schemas.microsoft.com/office/drawing/2014/main" id="{F24A24E4-9E08-274B-800B-31CF589B7D3E}"/>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3" name="Rectangle 349">
            <a:extLst>
              <a:ext uri="{FF2B5EF4-FFF2-40B4-BE49-F238E27FC236}">
                <a16:creationId xmlns:a16="http://schemas.microsoft.com/office/drawing/2014/main" id="{0E1923FB-0052-B54F-B3B6-5F01668DAFB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9924" name="Line 350">
            <a:extLst>
              <a:ext uri="{FF2B5EF4-FFF2-40B4-BE49-F238E27FC236}">
                <a16:creationId xmlns:a16="http://schemas.microsoft.com/office/drawing/2014/main" id="{D26B8E09-DADC-C24C-BB8C-C74289A5598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9925" name="Line 351">
            <a:extLst>
              <a:ext uri="{FF2B5EF4-FFF2-40B4-BE49-F238E27FC236}">
                <a16:creationId xmlns:a16="http://schemas.microsoft.com/office/drawing/2014/main" id="{7F369F42-B2A1-FB49-A06F-D8C5DDCCFC7A}"/>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6" name="Oval 352">
            <a:extLst>
              <a:ext uri="{FF2B5EF4-FFF2-40B4-BE49-F238E27FC236}">
                <a16:creationId xmlns:a16="http://schemas.microsoft.com/office/drawing/2014/main" id="{B6543478-4789-D74F-B595-98BC4A343865}"/>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27" name="Group 353">
            <a:extLst>
              <a:ext uri="{FF2B5EF4-FFF2-40B4-BE49-F238E27FC236}">
                <a16:creationId xmlns:a16="http://schemas.microsoft.com/office/drawing/2014/main" id="{7EBB54ED-6A60-6942-8C67-D27679D7F5CF}"/>
              </a:ext>
            </a:extLst>
          </p:cNvPr>
          <p:cNvGrpSpPr>
            <a:grpSpLocks/>
          </p:cNvGrpSpPr>
          <p:nvPr/>
        </p:nvGrpSpPr>
        <p:grpSpPr bwMode="auto">
          <a:xfrm>
            <a:off x="3471863" y="673894"/>
            <a:ext cx="379810" cy="385763"/>
            <a:chOff x="1813" y="593"/>
            <a:chExt cx="343" cy="352"/>
          </a:xfrm>
        </p:grpSpPr>
        <p:grpSp>
          <p:nvGrpSpPr>
            <p:cNvPr id="119988" name="Group 354">
              <a:extLst>
                <a:ext uri="{FF2B5EF4-FFF2-40B4-BE49-F238E27FC236}">
                  <a16:creationId xmlns:a16="http://schemas.microsoft.com/office/drawing/2014/main" id="{23D9E6A9-B548-424A-BA25-0262882AF715}"/>
                </a:ext>
              </a:extLst>
            </p:cNvPr>
            <p:cNvGrpSpPr>
              <a:grpSpLocks/>
            </p:cNvGrpSpPr>
            <p:nvPr/>
          </p:nvGrpSpPr>
          <p:grpSpPr bwMode="auto">
            <a:xfrm>
              <a:off x="1821" y="599"/>
              <a:ext cx="335" cy="346"/>
              <a:chOff x="1821" y="599"/>
              <a:chExt cx="335" cy="346"/>
            </a:xfrm>
          </p:grpSpPr>
          <p:sp>
            <p:nvSpPr>
              <p:cNvPr id="120002" name="Freeform 355">
                <a:extLst>
                  <a:ext uri="{FF2B5EF4-FFF2-40B4-BE49-F238E27FC236}">
                    <a16:creationId xmlns:a16="http://schemas.microsoft.com/office/drawing/2014/main" id="{8AC0321F-9CB6-C944-9585-778F476B3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3" name="Freeform 356">
                <a:extLst>
                  <a:ext uri="{FF2B5EF4-FFF2-40B4-BE49-F238E27FC236}">
                    <a16:creationId xmlns:a16="http://schemas.microsoft.com/office/drawing/2014/main" id="{229BAC8A-3E65-104B-92FC-205DC058E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4" name="Freeform 357">
                <a:extLst>
                  <a:ext uri="{FF2B5EF4-FFF2-40B4-BE49-F238E27FC236}">
                    <a16:creationId xmlns:a16="http://schemas.microsoft.com/office/drawing/2014/main" id="{7F497ADC-E6A7-9A47-8E13-6DF304B20C0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5" name="Freeform 358">
                <a:extLst>
                  <a:ext uri="{FF2B5EF4-FFF2-40B4-BE49-F238E27FC236}">
                    <a16:creationId xmlns:a16="http://schemas.microsoft.com/office/drawing/2014/main" id="{ADE95FF3-2209-BF43-B981-2C6704E1DA9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6" name="Rectangle 359">
                <a:extLst>
                  <a:ext uri="{FF2B5EF4-FFF2-40B4-BE49-F238E27FC236}">
                    <a16:creationId xmlns:a16="http://schemas.microsoft.com/office/drawing/2014/main" id="{F4B48211-A913-CB47-9259-1E8E8B15A94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7" name="Rectangle 360">
                <a:extLst>
                  <a:ext uri="{FF2B5EF4-FFF2-40B4-BE49-F238E27FC236}">
                    <a16:creationId xmlns:a16="http://schemas.microsoft.com/office/drawing/2014/main" id="{E820B7CA-E33A-124E-8BFB-1C16A8E95368}"/>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8" name="Rectangle 361">
                <a:extLst>
                  <a:ext uri="{FF2B5EF4-FFF2-40B4-BE49-F238E27FC236}">
                    <a16:creationId xmlns:a16="http://schemas.microsoft.com/office/drawing/2014/main" id="{60C14E90-C563-584D-A467-8C5CA368BAF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9" name="Line 362">
                <a:extLst>
                  <a:ext uri="{FF2B5EF4-FFF2-40B4-BE49-F238E27FC236}">
                    <a16:creationId xmlns:a16="http://schemas.microsoft.com/office/drawing/2014/main" id="{B7A4F6DB-7C2D-C343-BAF7-DD82A075295C}"/>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10" name="Group 363">
                <a:extLst>
                  <a:ext uri="{FF2B5EF4-FFF2-40B4-BE49-F238E27FC236}">
                    <a16:creationId xmlns:a16="http://schemas.microsoft.com/office/drawing/2014/main" id="{8157DE0F-08E4-F04C-A4B4-212D76204725}"/>
                  </a:ext>
                </a:extLst>
              </p:cNvPr>
              <p:cNvGrpSpPr>
                <a:grpSpLocks/>
              </p:cNvGrpSpPr>
              <p:nvPr/>
            </p:nvGrpSpPr>
            <p:grpSpPr bwMode="auto">
              <a:xfrm>
                <a:off x="1821" y="895"/>
                <a:ext cx="335" cy="50"/>
                <a:chOff x="1821" y="895"/>
                <a:chExt cx="335" cy="50"/>
              </a:xfrm>
            </p:grpSpPr>
            <p:sp>
              <p:nvSpPr>
                <p:cNvPr id="120011" name="Freeform 364">
                  <a:extLst>
                    <a:ext uri="{FF2B5EF4-FFF2-40B4-BE49-F238E27FC236}">
                      <a16:creationId xmlns:a16="http://schemas.microsoft.com/office/drawing/2014/main" id="{AD742DDB-563D-FC4C-A98D-5F547DCF18B7}"/>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2" name="Freeform 365">
                  <a:extLst>
                    <a:ext uri="{FF2B5EF4-FFF2-40B4-BE49-F238E27FC236}">
                      <a16:creationId xmlns:a16="http://schemas.microsoft.com/office/drawing/2014/main" id="{C5033485-BE4E-164E-8A79-DE53711304F5}"/>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3" name="Rectangle 366">
                  <a:extLst>
                    <a:ext uri="{FF2B5EF4-FFF2-40B4-BE49-F238E27FC236}">
                      <a16:creationId xmlns:a16="http://schemas.microsoft.com/office/drawing/2014/main" id="{DA24B8CE-BC1E-0F40-BEF1-278274C37150}"/>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89" name="Group 367">
              <a:extLst>
                <a:ext uri="{FF2B5EF4-FFF2-40B4-BE49-F238E27FC236}">
                  <a16:creationId xmlns:a16="http://schemas.microsoft.com/office/drawing/2014/main" id="{D9A3295F-4289-3F48-BEE8-7C4AC3E019FD}"/>
                </a:ext>
              </a:extLst>
            </p:cNvPr>
            <p:cNvGrpSpPr>
              <a:grpSpLocks/>
            </p:cNvGrpSpPr>
            <p:nvPr/>
          </p:nvGrpSpPr>
          <p:grpSpPr bwMode="auto">
            <a:xfrm>
              <a:off x="1813" y="593"/>
              <a:ext cx="335" cy="346"/>
              <a:chOff x="1813" y="593"/>
              <a:chExt cx="335" cy="346"/>
            </a:xfrm>
          </p:grpSpPr>
          <p:sp>
            <p:nvSpPr>
              <p:cNvPr id="119990" name="Freeform 368">
                <a:extLst>
                  <a:ext uri="{FF2B5EF4-FFF2-40B4-BE49-F238E27FC236}">
                    <a16:creationId xmlns:a16="http://schemas.microsoft.com/office/drawing/2014/main" id="{6BEA9244-3657-5B47-B2BC-A885688BA0D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1" name="Freeform 369">
                <a:extLst>
                  <a:ext uri="{FF2B5EF4-FFF2-40B4-BE49-F238E27FC236}">
                    <a16:creationId xmlns:a16="http://schemas.microsoft.com/office/drawing/2014/main" id="{FABC553E-8BEA-CB40-B01E-0A9DDB90EE9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2" name="Freeform 370">
                <a:extLst>
                  <a:ext uri="{FF2B5EF4-FFF2-40B4-BE49-F238E27FC236}">
                    <a16:creationId xmlns:a16="http://schemas.microsoft.com/office/drawing/2014/main" id="{74F17FD8-EA8E-504B-AF63-B9FC8231FA5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3" name="Freeform 371">
                <a:extLst>
                  <a:ext uri="{FF2B5EF4-FFF2-40B4-BE49-F238E27FC236}">
                    <a16:creationId xmlns:a16="http://schemas.microsoft.com/office/drawing/2014/main" id="{D742D9CE-A3BF-E142-934D-EA3BFB1EFA2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4" name="Rectangle 372">
                <a:extLst>
                  <a:ext uri="{FF2B5EF4-FFF2-40B4-BE49-F238E27FC236}">
                    <a16:creationId xmlns:a16="http://schemas.microsoft.com/office/drawing/2014/main" id="{B8709BDC-54B8-794F-BFE7-D0D76DB83C6A}"/>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5" name="Rectangle 373">
                <a:extLst>
                  <a:ext uri="{FF2B5EF4-FFF2-40B4-BE49-F238E27FC236}">
                    <a16:creationId xmlns:a16="http://schemas.microsoft.com/office/drawing/2014/main" id="{68D1E957-DF44-1B45-8629-6AF3F3E0664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6" name="Rectangle 374">
                <a:extLst>
                  <a:ext uri="{FF2B5EF4-FFF2-40B4-BE49-F238E27FC236}">
                    <a16:creationId xmlns:a16="http://schemas.microsoft.com/office/drawing/2014/main" id="{EDEAED7C-D887-3343-85CD-9023554AF26E}"/>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7" name="Line 375">
                <a:extLst>
                  <a:ext uri="{FF2B5EF4-FFF2-40B4-BE49-F238E27FC236}">
                    <a16:creationId xmlns:a16="http://schemas.microsoft.com/office/drawing/2014/main" id="{C1EF98D4-DA3D-7D4D-BFA6-DC20CA876D32}"/>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98" name="Group 376">
                <a:extLst>
                  <a:ext uri="{FF2B5EF4-FFF2-40B4-BE49-F238E27FC236}">
                    <a16:creationId xmlns:a16="http://schemas.microsoft.com/office/drawing/2014/main" id="{767E58C7-8938-344E-9F43-C0B71F2C46BB}"/>
                  </a:ext>
                </a:extLst>
              </p:cNvPr>
              <p:cNvGrpSpPr>
                <a:grpSpLocks/>
              </p:cNvGrpSpPr>
              <p:nvPr/>
            </p:nvGrpSpPr>
            <p:grpSpPr bwMode="auto">
              <a:xfrm>
                <a:off x="1813" y="888"/>
                <a:ext cx="335" cy="51"/>
                <a:chOff x="1813" y="888"/>
                <a:chExt cx="335" cy="51"/>
              </a:xfrm>
            </p:grpSpPr>
            <p:sp>
              <p:nvSpPr>
                <p:cNvPr id="119999" name="Freeform 377">
                  <a:extLst>
                    <a:ext uri="{FF2B5EF4-FFF2-40B4-BE49-F238E27FC236}">
                      <a16:creationId xmlns:a16="http://schemas.microsoft.com/office/drawing/2014/main" id="{5BD62D1A-145E-654B-8007-784BADC5B5E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0" name="Freeform 378">
                  <a:extLst>
                    <a:ext uri="{FF2B5EF4-FFF2-40B4-BE49-F238E27FC236}">
                      <a16:creationId xmlns:a16="http://schemas.microsoft.com/office/drawing/2014/main" id="{2A7492E0-2A3E-024A-9611-0AF6139ADD27}"/>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1" name="Rectangle 379">
                  <a:extLst>
                    <a:ext uri="{FF2B5EF4-FFF2-40B4-BE49-F238E27FC236}">
                      <a16:creationId xmlns:a16="http://schemas.microsoft.com/office/drawing/2014/main" id="{16592A67-DE7A-EA47-9058-23289D58F19F}"/>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28" name="Line 380">
            <a:extLst>
              <a:ext uri="{FF2B5EF4-FFF2-40B4-BE49-F238E27FC236}">
                <a16:creationId xmlns:a16="http://schemas.microsoft.com/office/drawing/2014/main" id="{32CC7EB6-2810-A64E-BED4-9558993C4B2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9" name="Line 381">
            <a:extLst>
              <a:ext uri="{FF2B5EF4-FFF2-40B4-BE49-F238E27FC236}">
                <a16:creationId xmlns:a16="http://schemas.microsoft.com/office/drawing/2014/main" id="{A416DDBF-4275-CB4C-8B48-6947CBFFF75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0" name="Oval 382">
            <a:extLst>
              <a:ext uri="{FF2B5EF4-FFF2-40B4-BE49-F238E27FC236}">
                <a16:creationId xmlns:a16="http://schemas.microsoft.com/office/drawing/2014/main" id="{18BF2D18-0AA5-9E41-B3F1-66DF1401352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1" name="Group 383">
            <a:extLst>
              <a:ext uri="{FF2B5EF4-FFF2-40B4-BE49-F238E27FC236}">
                <a16:creationId xmlns:a16="http://schemas.microsoft.com/office/drawing/2014/main" id="{6194515A-E1DD-C54E-BF07-E18EFCCC2080}"/>
              </a:ext>
            </a:extLst>
          </p:cNvPr>
          <p:cNvGrpSpPr>
            <a:grpSpLocks/>
          </p:cNvGrpSpPr>
          <p:nvPr/>
        </p:nvGrpSpPr>
        <p:grpSpPr bwMode="auto">
          <a:xfrm>
            <a:off x="4639866" y="673894"/>
            <a:ext cx="379809" cy="385763"/>
            <a:chOff x="2868" y="593"/>
            <a:chExt cx="343" cy="352"/>
          </a:xfrm>
        </p:grpSpPr>
        <p:grpSp>
          <p:nvGrpSpPr>
            <p:cNvPr id="119962" name="Group 384">
              <a:extLst>
                <a:ext uri="{FF2B5EF4-FFF2-40B4-BE49-F238E27FC236}">
                  <a16:creationId xmlns:a16="http://schemas.microsoft.com/office/drawing/2014/main" id="{9D578AF3-007D-704A-AB3F-8AC726D3A391}"/>
                </a:ext>
              </a:extLst>
            </p:cNvPr>
            <p:cNvGrpSpPr>
              <a:grpSpLocks/>
            </p:cNvGrpSpPr>
            <p:nvPr/>
          </p:nvGrpSpPr>
          <p:grpSpPr bwMode="auto">
            <a:xfrm>
              <a:off x="2877" y="599"/>
              <a:ext cx="334" cy="346"/>
              <a:chOff x="2877" y="599"/>
              <a:chExt cx="334" cy="346"/>
            </a:xfrm>
          </p:grpSpPr>
          <p:sp>
            <p:nvSpPr>
              <p:cNvPr id="119976" name="Freeform 385">
                <a:extLst>
                  <a:ext uri="{FF2B5EF4-FFF2-40B4-BE49-F238E27FC236}">
                    <a16:creationId xmlns:a16="http://schemas.microsoft.com/office/drawing/2014/main" id="{AA3FF9DA-4E2A-8C4F-9BFA-569EC15C761A}"/>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7" name="Freeform 386">
                <a:extLst>
                  <a:ext uri="{FF2B5EF4-FFF2-40B4-BE49-F238E27FC236}">
                    <a16:creationId xmlns:a16="http://schemas.microsoft.com/office/drawing/2014/main" id="{D3A27304-8A0E-EA42-8E5A-8436C1560BA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8" name="Freeform 387">
                <a:extLst>
                  <a:ext uri="{FF2B5EF4-FFF2-40B4-BE49-F238E27FC236}">
                    <a16:creationId xmlns:a16="http://schemas.microsoft.com/office/drawing/2014/main" id="{1F96C657-260D-C843-BC9C-C4808E52815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9" name="Freeform 388">
                <a:extLst>
                  <a:ext uri="{FF2B5EF4-FFF2-40B4-BE49-F238E27FC236}">
                    <a16:creationId xmlns:a16="http://schemas.microsoft.com/office/drawing/2014/main" id="{598502D8-7D1C-C745-B06C-70691E38CC7E}"/>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0" name="Rectangle 389">
                <a:extLst>
                  <a:ext uri="{FF2B5EF4-FFF2-40B4-BE49-F238E27FC236}">
                    <a16:creationId xmlns:a16="http://schemas.microsoft.com/office/drawing/2014/main" id="{8F7488A4-A611-D344-98FF-2F6EBE86F96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1" name="Rectangle 390">
                <a:extLst>
                  <a:ext uri="{FF2B5EF4-FFF2-40B4-BE49-F238E27FC236}">
                    <a16:creationId xmlns:a16="http://schemas.microsoft.com/office/drawing/2014/main" id="{472E4211-679E-E14B-B5DA-AEA72F70D4D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2" name="Rectangle 391">
                <a:extLst>
                  <a:ext uri="{FF2B5EF4-FFF2-40B4-BE49-F238E27FC236}">
                    <a16:creationId xmlns:a16="http://schemas.microsoft.com/office/drawing/2014/main" id="{91A70D20-47E8-8D4F-A53D-97F5845112F5}"/>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3" name="Line 392">
                <a:extLst>
                  <a:ext uri="{FF2B5EF4-FFF2-40B4-BE49-F238E27FC236}">
                    <a16:creationId xmlns:a16="http://schemas.microsoft.com/office/drawing/2014/main" id="{93E0B3D6-61CF-3D42-87E4-7EDC4FD7E842}"/>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84" name="Group 393">
                <a:extLst>
                  <a:ext uri="{FF2B5EF4-FFF2-40B4-BE49-F238E27FC236}">
                    <a16:creationId xmlns:a16="http://schemas.microsoft.com/office/drawing/2014/main" id="{D6FCB516-7593-694A-A1F5-6E397EEB2E52}"/>
                  </a:ext>
                </a:extLst>
              </p:cNvPr>
              <p:cNvGrpSpPr>
                <a:grpSpLocks/>
              </p:cNvGrpSpPr>
              <p:nvPr/>
            </p:nvGrpSpPr>
            <p:grpSpPr bwMode="auto">
              <a:xfrm>
                <a:off x="2877" y="895"/>
                <a:ext cx="334" cy="50"/>
                <a:chOff x="2877" y="895"/>
                <a:chExt cx="334" cy="50"/>
              </a:xfrm>
            </p:grpSpPr>
            <p:sp>
              <p:nvSpPr>
                <p:cNvPr id="119985" name="Freeform 394">
                  <a:extLst>
                    <a:ext uri="{FF2B5EF4-FFF2-40B4-BE49-F238E27FC236}">
                      <a16:creationId xmlns:a16="http://schemas.microsoft.com/office/drawing/2014/main" id="{FA7C17A4-D837-0342-B8C3-F243E367748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6" name="Freeform 395">
                  <a:extLst>
                    <a:ext uri="{FF2B5EF4-FFF2-40B4-BE49-F238E27FC236}">
                      <a16:creationId xmlns:a16="http://schemas.microsoft.com/office/drawing/2014/main" id="{BC163E79-6CB2-0641-A8DC-81B7522D904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7" name="Rectangle 396">
                  <a:extLst>
                    <a:ext uri="{FF2B5EF4-FFF2-40B4-BE49-F238E27FC236}">
                      <a16:creationId xmlns:a16="http://schemas.microsoft.com/office/drawing/2014/main" id="{5423C8F9-1C7D-4242-9FC5-41290E7010DA}"/>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63" name="Group 397">
              <a:extLst>
                <a:ext uri="{FF2B5EF4-FFF2-40B4-BE49-F238E27FC236}">
                  <a16:creationId xmlns:a16="http://schemas.microsoft.com/office/drawing/2014/main" id="{1B2DCF24-00CD-6642-8A6C-29F8B14A6890}"/>
                </a:ext>
              </a:extLst>
            </p:cNvPr>
            <p:cNvGrpSpPr>
              <a:grpSpLocks/>
            </p:cNvGrpSpPr>
            <p:nvPr/>
          </p:nvGrpSpPr>
          <p:grpSpPr bwMode="auto">
            <a:xfrm>
              <a:off x="2868" y="593"/>
              <a:ext cx="335" cy="346"/>
              <a:chOff x="2868" y="593"/>
              <a:chExt cx="335" cy="346"/>
            </a:xfrm>
          </p:grpSpPr>
          <p:sp>
            <p:nvSpPr>
              <p:cNvPr id="119964" name="Freeform 398">
                <a:extLst>
                  <a:ext uri="{FF2B5EF4-FFF2-40B4-BE49-F238E27FC236}">
                    <a16:creationId xmlns:a16="http://schemas.microsoft.com/office/drawing/2014/main" id="{E1F6FE65-16B6-9B4C-83C9-27BED5A69A9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5" name="Freeform 399">
                <a:extLst>
                  <a:ext uri="{FF2B5EF4-FFF2-40B4-BE49-F238E27FC236}">
                    <a16:creationId xmlns:a16="http://schemas.microsoft.com/office/drawing/2014/main" id="{C0AC008F-853A-244B-A85A-87C4A359F78D}"/>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6" name="Freeform 400">
                <a:extLst>
                  <a:ext uri="{FF2B5EF4-FFF2-40B4-BE49-F238E27FC236}">
                    <a16:creationId xmlns:a16="http://schemas.microsoft.com/office/drawing/2014/main" id="{8B940D85-22B7-634B-A170-13374FCCC56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7" name="Freeform 401">
                <a:extLst>
                  <a:ext uri="{FF2B5EF4-FFF2-40B4-BE49-F238E27FC236}">
                    <a16:creationId xmlns:a16="http://schemas.microsoft.com/office/drawing/2014/main" id="{9C099F52-A753-724E-8FD0-2D17EAFEF94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8" name="Rectangle 402">
                <a:extLst>
                  <a:ext uri="{FF2B5EF4-FFF2-40B4-BE49-F238E27FC236}">
                    <a16:creationId xmlns:a16="http://schemas.microsoft.com/office/drawing/2014/main" id="{5177F133-5DA6-5642-9A2B-9B64ADAAD9F3}"/>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69" name="Rectangle 403">
                <a:extLst>
                  <a:ext uri="{FF2B5EF4-FFF2-40B4-BE49-F238E27FC236}">
                    <a16:creationId xmlns:a16="http://schemas.microsoft.com/office/drawing/2014/main" id="{2760B830-E6D0-554E-B7B8-13EBA2B21FF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0" name="Rectangle 404">
                <a:extLst>
                  <a:ext uri="{FF2B5EF4-FFF2-40B4-BE49-F238E27FC236}">
                    <a16:creationId xmlns:a16="http://schemas.microsoft.com/office/drawing/2014/main" id="{C8E0F8D5-EF34-3444-9744-AF0B54DE69FC}"/>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1" name="Line 405">
                <a:extLst>
                  <a:ext uri="{FF2B5EF4-FFF2-40B4-BE49-F238E27FC236}">
                    <a16:creationId xmlns:a16="http://schemas.microsoft.com/office/drawing/2014/main" id="{8C0EAB9D-39FD-5E48-BFA8-D613F9BF4C6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72" name="Group 406">
                <a:extLst>
                  <a:ext uri="{FF2B5EF4-FFF2-40B4-BE49-F238E27FC236}">
                    <a16:creationId xmlns:a16="http://schemas.microsoft.com/office/drawing/2014/main" id="{5706714E-DD36-D842-B85A-8FE27C900CFC}"/>
                  </a:ext>
                </a:extLst>
              </p:cNvPr>
              <p:cNvGrpSpPr>
                <a:grpSpLocks/>
              </p:cNvGrpSpPr>
              <p:nvPr/>
            </p:nvGrpSpPr>
            <p:grpSpPr bwMode="auto">
              <a:xfrm>
                <a:off x="2868" y="888"/>
                <a:ext cx="335" cy="51"/>
                <a:chOff x="2868" y="888"/>
                <a:chExt cx="335" cy="51"/>
              </a:xfrm>
            </p:grpSpPr>
            <p:sp>
              <p:nvSpPr>
                <p:cNvPr id="119973" name="Freeform 407">
                  <a:extLst>
                    <a:ext uri="{FF2B5EF4-FFF2-40B4-BE49-F238E27FC236}">
                      <a16:creationId xmlns:a16="http://schemas.microsoft.com/office/drawing/2014/main" id="{C7CB0992-AAE2-5545-B370-E7E0363C598C}"/>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4" name="Freeform 408">
                  <a:extLst>
                    <a:ext uri="{FF2B5EF4-FFF2-40B4-BE49-F238E27FC236}">
                      <a16:creationId xmlns:a16="http://schemas.microsoft.com/office/drawing/2014/main" id="{A13589B1-B6CC-4D41-A647-0DB0A672AEC9}"/>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5" name="Rectangle 409">
                  <a:extLst>
                    <a:ext uri="{FF2B5EF4-FFF2-40B4-BE49-F238E27FC236}">
                      <a16:creationId xmlns:a16="http://schemas.microsoft.com/office/drawing/2014/main" id="{8D5C0241-0C81-D842-ACA5-911C1D1C816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2" name="Oval 410">
            <a:extLst>
              <a:ext uri="{FF2B5EF4-FFF2-40B4-BE49-F238E27FC236}">
                <a16:creationId xmlns:a16="http://schemas.microsoft.com/office/drawing/2014/main" id="{DDE5C770-9F8E-B845-82C7-ED834D0BF28C}"/>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3" name="Group 411">
            <a:extLst>
              <a:ext uri="{FF2B5EF4-FFF2-40B4-BE49-F238E27FC236}">
                <a16:creationId xmlns:a16="http://schemas.microsoft.com/office/drawing/2014/main" id="{3E5C0630-AB37-6C48-B0E7-188503C8BA0B}"/>
              </a:ext>
            </a:extLst>
          </p:cNvPr>
          <p:cNvGrpSpPr>
            <a:grpSpLocks/>
          </p:cNvGrpSpPr>
          <p:nvPr/>
        </p:nvGrpSpPr>
        <p:grpSpPr bwMode="auto">
          <a:xfrm>
            <a:off x="5798344" y="673894"/>
            <a:ext cx="379810" cy="385763"/>
            <a:chOff x="3915" y="593"/>
            <a:chExt cx="343" cy="352"/>
          </a:xfrm>
        </p:grpSpPr>
        <p:grpSp>
          <p:nvGrpSpPr>
            <p:cNvPr id="119936" name="Group 412">
              <a:extLst>
                <a:ext uri="{FF2B5EF4-FFF2-40B4-BE49-F238E27FC236}">
                  <a16:creationId xmlns:a16="http://schemas.microsoft.com/office/drawing/2014/main" id="{8A8F2ECB-4833-884B-A7C5-8644C1F22F0D}"/>
                </a:ext>
              </a:extLst>
            </p:cNvPr>
            <p:cNvGrpSpPr>
              <a:grpSpLocks/>
            </p:cNvGrpSpPr>
            <p:nvPr/>
          </p:nvGrpSpPr>
          <p:grpSpPr bwMode="auto">
            <a:xfrm>
              <a:off x="3924" y="599"/>
              <a:ext cx="334" cy="346"/>
              <a:chOff x="3924" y="599"/>
              <a:chExt cx="334" cy="346"/>
            </a:xfrm>
          </p:grpSpPr>
          <p:sp>
            <p:nvSpPr>
              <p:cNvPr id="119950" name="Freeform 413">
                <a:extLst>
                  <a:ext uri="{FF2B5EF4-FFF2-40B4-BE49-F238E27FC236}">
                    <a16:creationId xmlns:a16="http://schemas.microsoft.com/office/drawing/2014/main" id="{158F56C9-99BC-4A46-8F15-24C242346AE0}"/>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1" name="Freeform 414">
                <a:extLst>
                  <a:ext uri="{FF2B5EF4-FFF2-40B4-BE49-F238E27FC236}">
                    <a16:creationId xmlns:a16="http://schemas.microsoft.com/office/drawing/2014/main" id="{3B2EF828-3DFD-3D4B-B62D-A8BD1CBD47F2}"/>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2" name="Freeform 415">
                <a:extLst>
                  <a:ext uri="{FF2B5EF4-FFF2-40B4-BE49-F238E27FC236}">
                    <a16:creationId xmlns:a16="http://schemas.microsoft.com/office/drawing/2014/main" id="{77AB9C4E-5BC3-4F42-8E9F-30BA6630B7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3" name="Freeform 416">
                <a:extLst>
                  <a:ext uri="{FF2B5EF4-FFF2-40B4-BE49-F238E27FC236}">
                    <a16:creationId xmlns:a16="http://schemas.microsoft.com/office/drawing/2014/main" id="{5627121E-BE04-6F40-8554-27884DF336F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4" name="Rectangle 417">
                <a:extLst>
                  <a:ext uri="{FF2B5EF4-FFF2-40B4-BE49-F238E27FC236}">
                    <a16:creationId xmlns:a16="http://schemas.microsoft.com/office/drawing/2014/main" id="{442DF7FC-A9BA-4B40-B3F3-58F9DCE190A3}"/>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5" name="Rectangle 418">
                <a:extLst>
                  <a:ext uri="{FF2B5EF4-FFF2-40B4-BE49-F238E27FC236}">
                    <a16:creationId xmlns:a16="http://schemas.microsoft.com/office/drawing/2014/main" id="{353AAFB6-9D0A-914B-AC35-7502726E6F1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6" name="Rectangle 419">
                <a:extLst>
                  <a:ext uri="{FF2B5EF4-FFF2-40B4-BE49-F238E27FC236}">
                    <a16:creationId xmlns:a16="http://schemas.microsoft.com/office/drawing/2014/main" id="{88835E2E-77E5-D24C-9983-2875A50DAB9B}"/>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7" name="Line 420">
                <a:extLst>
                  <a:ext uri="{FF2B5EF4-FFF2-40B4-BE49-F238E27FC236}">
                    <a16:creationId xmlns:a16="http://schemas.microsoft.com/office/drawing/2014/main" id="{7D6A52D1-1D8F-C845-B4CA-480ADDB00DE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58" name="Group 421">
                <a:extLst>
                  <a:ext uri="{FF2B5EF4-FFF2-40B4-BE49-F238E27FC236}">
                    <a16:creationId xmlns:a16="http://schemas.microsoft.com/office/drawing/2014/main" id="{947E2C37-D1ED-524D-8917-4CCB87155902}"/>
                  </a:ext>
                </a:extLst>
              </p:cNvPr>
              <p:cNvGrpSpPr>
                <a:grpSpLocks/>
              </p:cNvGrpSpPr>
              <p:nvPr/>
            </p:nvGrpSpPr>
            <p:grpSpPr bwMode="auto">
              <a:xfrm>
                <a:off x="3924" y="895"/>
                <a:ext cx="334" cy="50"/>
                <a:chOff x="3924" y="895"/>
                <a:chExt cx="334" cy="50"/>
              </a:xfrm>
            </p:grpSpPr>
            <p:sp>
              <p:nvSpPr>
                <p:cNvPr id="119959" name="Freeform 422">
                  <a:extLst>
                    <a:ext uri="{FF2B5EF4-FFF2-40B4-BE49-F238E27FC236}">
                      <a16:creationId xmlns:a16="http://schemas.microsoft.com/office/drawing/2014/main" id="{E8931753-E287-8944-AC95-CCBC7FAD4E8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0" name="Freeform 423">
                  <a:extLst>
                    <a:ext uri="{FF2B5EF4-FFF2-40B4-BE49-F238E27FC236}">
                      <a16:creationId xmlns:a16="http://schemas.microsoft.com/office/drawing/2014/main" id="{8C3F1E4A-AFDE-A441-8852-8AB78D501E1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1" name="Rectangle 424">
                  <a:extLst>
                    <a:ext uri="{FF2B5EF4-FFF2-40B4-BE49-F238E27FC236}">
                      <a16:creationId xmlns:a16="http://schemas.microsoft.com/office/drawing/2014/main" id="{8C6E64A3-5BFA-CF49-8631-2246B28ADD32}"/>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37" name="Group 425">
              <a:extLst>
                <a:ext uri="{FF2B5EF4-FFF2-40B4-BE49-F238E27FC236}">
                  <a16:creationId xmlns:a16="http://schemas.microsoft.com/office/drawing/2014/main" id="{637D4D3F-B100-B142-B116-4CCB43CA7E99}"/>
                </a:ext>
              </a:extLst>
            </p:cNvPr>
            <p:cNvGrpSpPr>
              <a:grpSpLocks/>
            </p:cNvGrpSpPr>
            <p:nvPr/>
          </p:nvGrpSpPr>
          <p:grpSpPr bwMode="auto">
            <a:xfrm>
              <a:off x="3915" y="593"/>
              <a:ext cx="335" cy="346"/>
              <a:chOff x="3915" y="593"/>
              <a:chExt cx="335" cy="346"/>
            </a:xfrm>
          </p:grpSpPr>
          <p:sp>
            <p:nvSpPr>
              <p:cNvPr id="119938" name="Freeform 426">
                <a:extLst>
                  <a:ext uri="{FF2B5EF4-FFF2-40B4-BE49-F238E27FC236}">
                    <a16:creationId xmlns:a16="http://schemas.microsoft.com/office/drawing/2014/main" id="{792828F4-BAFC-F647-8D04-FD552766A028}"/>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39" name="Freeform 427">
                <a:extLst>
                  <a:ext uri="{FF2B5EF4-FFF2-40B4-BE49-F238E27FC236}">
                    <a16:creationId xmlns:a16="http://schemas.microsoft.com/office/drawing/2014/main" id="{9C7FDC42-080C-0F47-B63F-23BE9969F7B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0" name="Freeform 428">
                <a:extLst>
                  <a:ext uri="{FF2B5EF4-FFF2-40B4-BE49-F238E27FC236}">
                    <a16:creationId xmlns:a16="http://schemas.microsoft.com/office/drawing/2014/main" id="{8BF242F1-4C9A-5446-802F-736994CEDFCB}"/>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1" name="Freeform 429">
                <a:extLst>
                  <a:ext uri="{FF2B5EF4-FFF2-40B4-BE49-F238E27FC236}">
                    <a16:creationId xmlns:a16="http://schemas.microsoft.com/office/drawing/2014/main" id="{271E43C1-1285-F742-9261-1D3E0FD9211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2" name="Rectangle 430">
                <a:extLst>
                  <a:ext uri="{FF2B5EF4-FFF2-40B4-BE49-F238E27FC236}">
                    <a16:creationId xmlns:a16="http://schemas.microsoft.com/office/drawing/2014/main" id="{029661D7-D1DB-D943-B7C9-7BB70B881DB3}"/>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3" name="Rectangle 431">
                <a:extLst>
                  <a:ext uri="{FF2B5EF4-FFF2-40B4-BE49-F238E27FC236}">
                    <a16:creationId xmlns:a16="http://schemas.microsoft.com/office/drawing/2014/main" id="{C0F9F9D7-0473-1C43-B16C-9226ECFEFA2E}"/>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4" name="Rectangle 432">
                <a:extLst>
                  <a:ext uri="{FF2B5EF4-FFF2-40B4-BE49-F238E27FC236}">
                    <a16:creationId xmlns:a16="http://schemas.microsoft.com/office/drawing/2014/main" id="{DDA98759-A9DA-C144-B5C9-2CF8902A069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5" name="Line 433">
                <a:extLst>
                  <a:ext uri="{FF2B5EF4-FFF2-40B4-BE49-F238E27FC236}">
                    <a16:creationId xmlns:a16="http://schemas.microsoft.com/office/drawing/2014/main" id="{9119B6C6-138B-1C44-89DB-F2BB706A332A}"/>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46" name="Group 434">
                <a:extLst>
                  <a:ext uri="{FF2B5EF4-FFF2-40B4-BE49-F238E27FC236}">
                    <a16:creationId xmlns:a16="http://schemas.microsoft.com/office/drawing/2014/main" id="{A0C3802B-2DAF-E141-B753-6E44A499FE34}"/>
                  </a:ext>
                </a:extLst>
              </p:cNvPr>
              <p:cNvGrpSpPr>
                <a:grpSpLocks/>
              </p:cNvGrpSpPr>
              <p:nvPr/>
            </p:nvGrpSpPr>
            <p:grpSpPr bwMode="auto">
              <a:xfrm>
                <a:off x="3915" y="888"/>
                <a:ext cx="335" cy="51"/>
                <a:chOff x="3915" y="888"/>
                <a:chExt cx="335" cy="51"/>
              </a:xfrm>
            </p:grpSpPr>
            <p:sp>
              <p:nvSpPr>
                <p:cNvPr id="119947" name="Freeform 435">
                  <a:extLst>
                    <a:ext uri="{FF2B5EF4-FFF2-40B4-BE49-F238E27FC236}">
                      <a16:creationId xmlns:a16="http://schemas.microsoft.com/office/drawing/2014/main" id="{8AF765CD-3C3B-3149-A3CA-07676DC653C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8" name="Freeform 436">
                  <a:extLst>
                    <a:ext uri="{FF2B5EF4-FFF2-40B4-BE49-F238E27FC236}">
                      <a16:creationId xmlns:a16="http://schemas.microsoft.com/office/drawing/2014/main" id="{A34D235D-D942-2C4F-B7D7-5317616FF578}"/>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9" name="Rectangle 437">
                  <a:extLst>
                    <a:ext uri="{FF2B5EF4-FFF2-40B4-BE49-F238E27FC236}">
                      <a16:creationId xmlns:a16="http://schemas.microsoft.com/office/drawing/2014/main" id="{193E8A7B-BFBE-3F4C-9164-4D602187316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4" name="Text Box 438">
            <a:extLst>
              <a:ext uri="{FF2B5EF4-FFF2-40B4-BE49-F238E27FC236}">
                <a16:creationId xmlns:a16="http://schemas.microsoft.com/office/drawing/2014/main" id="{3E4C468E-D08E-B94D-B09F-851BFD707A63}"/>
              </a:ext>
            </a:extLst>
          </p:cNvPr>
          <p:cNvSpPr txBox="1">
            <a:spLocks noChangeArrowheads="1"/>
          </p:cNvSpPr>
          <p:nvPr/>
        </p:nvSpPr>
        <p:spPr bwMode="auto">
          <a:xfrm>
            <a:off x="480060" y="141685"/>
            <a:ext cx="8412479" cy="1217193"/>
          </a:xfrm>
          <a:prstGeom prst="rect">
            <a:avLst/>
          </a:prstGeom>
          <a:solidFill>
            <a:srgbClr val="FFFF99"/>
          </a:solidFill>
          <a:ln w="9525">
            <a:solidFill>
              <a:schemeClr val="tx2"/>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marL="11113" indent="-11113" eaLnBrk="1" hangingPunct="1">
              <a:lnSpc>
                <a:spcPct val="120000"/>
              </a:lnSpc>
            </a:pPr>
            <a:r>
              <a:rPr lang="zh-CN" altLang="en-US" sz="2100" dirty="0">
                <a:solidFill>
                  <a:srgbClr val="333399"/>
                </a:solidFill>
                <a:latin typeface="Arial" panose="020B0604020202020204" pitchFamily="34" charset="0"/>
              </a:rPr>
              <a:t>两个路由器直接相连的接口处，可指明也可不指明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地址。如指明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地址，则这一段连线就构成了一种只包含一段线路的特殊“网络” 。现在常不指明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a:t>
            </a:r>
          </a:p>
        </p:txBody>
      </p:sp>
      <p:sp>
        <p:nvSpPr>
          <p:cNvPr id="119935" name="幻灯片编号占位符 1">
            <a:extLst>
              <a:ext uri="{FF2B5EF4-FFF2-40B4-BE49-F238E27FC236}">
                <a16:creationId xmlns:a16="http://schemas.microsoft.com/office/drawing/2014/main" id="{D6E128D9-9CCA-E84C-BD9F-1FCCD4E1C32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F9A3225-4967-0549-9D85-BE4C0BFF25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92478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520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2">
            <a:extLst>
              <a:ext uri="{FF2B5EF4-FFF2-40B4-BE49-F238E27FC236}">
                <a16:creationId xmlns:a16="http://schemas.microsoft.com/office/drawing/2014/main" id="{54C290B0-4942-9549-9536-4A803CEEE0FD}"/>
              </a:ext>
            </a:extLst>
          </p:cNvPr>
          <p:cNvSpPr>
            <a:spLocks noGrp="1" noChangeArrowheads="1"/>
          </p:cNvSpPr>
          <p:nvPr>
            <p:ph type="title"/>
          </p:nvPr>
        </p:nvSpPr>
        <p:spPr>
          <a:xfrm>
            <a:off x="171450" y="303610"/>
            <a:ext cx="7586663" cy="616744"/>
          </a:xfrm>
        </p:spPr>
        <p:txBody>
          <a:bodyPr/>
          <a:lstStyle/>
          <a:p>
            <a:r>
              <a:rPr lang="zh-CN" altLang="en-US" sz="3000" dirty="0">
                <a:ea typeface="宋体" panose="02010600030101010101" pitchFamily="2" charset="-122"/>
              </a:rPr>
              <a:t>特殊地址</a:t>
            </a:r>
            <a:endParaRPr lang="en-US" altLang="zh-CN" sz="3000" dirty="0">
              <a:ea typeface="宋体" panose="02010600030101010101" pitchFamily="2" charset="-122"/>
            </a:endParaRPr>
          </a:p>
        </p:txBody>
      </p:sp>
      <p:sp>
        <p:nvSpPr>
          <p:cNvPr id="121858" name="Rectangle 3">
            <a:extLst>
              <a:ext uri="{FF2B5EF4-FFF2-40B4-BE49-F238E27FC236}">
                <a16:creationId xmlns:a16="http://schemas.microsoft.com/office/drawing/2014/main" id="{68AE0F93-85BC-CE4D-AF11-5BAC9C74B232}"/>
              </a:ext>
            </a:extLst>
          </p:cNvPr>
          <p:cNvSpPr>
            <a:spLocks noGrp="1" noChangeArrowheads="1"/>
          </p:cNvSpPr>
          <p:nvPr>
            <p:ph type="body" idx="1"/>
          </p:nvPr>
        </p:nvSpPr>
        <p:spPr>
          <a:xfrm>
            <a:off x="274320" y="1017985"/>
            <a:ext cx="8686800" cy="2020490"/>
          </a:xfrm>
        </p:spPr>
        <p:txBody>
          <a:bodyPr/>
          <a:lstStyle/>
          <a:p>
            <a:pPr>
              <a:spcBef>
                <a:spcPts val="0"/>
              </a:spcBef>
            </a:pPr>
            <a:r>
              <a:rPr lang="zh-CN" altLang="en-US" sz="1800" dirty="0">
                <a:ea typeface="宋体" panose="02010600030101010101" pitchFamily="2" charset="-122"/>
              </a:rPr>
              <a:t>特殊</a:t>
            </a:r>
            <a:r>
              <a:rPr lang="en-US" altLang="zh-CN" sz="1800" dirty="0">
                <a:ea typeface="宋体" panose="02010600030101010101" pitchFamily="2" charset="-122"/>
              </a:rPr>
              <a:t>IP</a:t>
            </a:r>
            <a:r>
              <a:rPr lang="zh-CN" altLang="en-US" sz="1800" dirty="0">
                <a:ea typeface="宋体" panose="02010600030101010101" pitchFamily="2" charset="-122"/>
              </a:rPr>
              <a:t>地址</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		本主机</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主机：		本网中的主机</a:t>
            </a:r>
          </a:p>
          <a:p>
            <a:pPr lvl="1">
              <a:spcBef>
                <a:spcPts val="0"/>
              </a:spcBef>
            </a:pPr>
            <a:r>
              <a:rPr lang="en-US" altLang="zh-CN" sz="1600" dirty="0">
                <a:ea typeface="宋体" panose="02010600030101010101" pitchFamily="2" charset="-122"/>
              </a:rPr>
              <a:t>255.255.255.255</a:t>
            </a:r>
            <a:r>
              <a:rPr lang="zh-CN" altLang="en-US" sz="1600" dirty="0">
                <a:ea typeface="宋体" panose="02010600030101010101" pitchFamily="2" charset="-122"/>
              </a:rPr>
              <a:t>：	局域网中的广播</a:t>
            </a:r>
          </a:p>
          <a:p>
            <a:pPr lvl="1">
              <a:spcBef>
                <a:spcPts val="0"/>
              </a:spcBef>
            </a:pPr>
            <a:r>
              <a:rPr lang="zh-CN" altLang="en-US" sz="1600" dirty="0">
                <a:ea typeface="宋体" panose="02010600030101010101" pitchFamily="2" charset="-122"/>
              </a:rPr>
              <a:t>网络</a:t>
            </a:r>
            <a:r>
              <a:rPr lang="en-US" altLang="zh-CN" sz="1600" dirty="0">
                <a:ea typeface="宋体" panose="02010600030101010101" pitchFamily="2" charset="-122"/>
              </a:rPr>
              <a:t>11…11</a:t>
            </a:r>
            <a:r>
              <a:rPr lang="zh-CN" altLang="en-US" sz="1600" dirty="0">
                <a:ea typeface="宋体" panose="02010600030101010101" pitchFamily="2" charset="-122"/>
              </a:rPr>
              <a:t>：		对一个远程网的广播</a:t>
            </a:r>
          </a:p>
          <a:p>
            <a:pPr lvl="1">
              <a:spcBef>
                <a:spcPts val="0"/>
              </a:spcBef>
            </a:pPr>
            <a:r>
              <a:rPr lang="en-US" altLang="zh-CN" sz="1600" dirty="0">
                <a:ea typeface="宋体" panose="02010600030101010101" pitchFamily="2" charset="-122"/>
              </a:rPr>
              <a:t>127.x.y.z</a:t>
            </a:r>
            <a:r>
              <a:rPr lang="zh-CN" altLang="en-US" sz="1600" dirty="0">
                <a:ea typeface="宋体" panose="02010600030101010101" pitchFamily="2" charset="-122"/>
              </a:rPr>
              <a:t>：		回路测试或</a:t>
            </a:r>
            <a:r>
              <a:rPr lang="en-US" altLang="zh-CN" sz="1600" dirty="0">
                <a:ea typeface="宋体" panose="02010600030101010101" pitchFamily="2" charset="-122"/>
              </a:rPr>
              <a:t>C/S</a:t>
            </a:r>
            <a:r>
              <a:rPr lang="zh-CN" altLang="en-US" sz="1600" dirty="0">
                <a:ea typeface="宋体" panose="02010600030101010101" pitchFamily="2" charset="-122"/>
              </a:rPr>
              <a:t>环境</a:t>
            </a:r>
            <a:r>
              <a:rPr lang="en-US" altLang="zh-CN" sz="1600" dirty="0">
                <a:ea typeface="宋体" panose="02010600030101010101" pitchFamily="2" charset="-122"/>
              </a:rPr>
              <a:t>S</a:t>
            </a:r>
            <a:r>
              <a:rPr lang="zh-CN" altLang="en-US" sz="1600" dirty="0">
                <a:ea typeface="宋体" panose="02010600030101010101" pitchFamily="2" charset="-122"/>
              </a:rPr>
              <a:t>的地址</a:t>
            </a:r>
          </a:p>
          <a:p>
            <a:pPr>
              <a:spcBef>
                <a:spcPts val="0"/>
              </a:spcBef>
            </a:pPr>
            <a:r>
              <a:rPr lang="en-US" altLang="zh-CN" sz="1800" dirty="0">
                <a:ea typeface="宋体" panose="02010600030101010101" pitchFamily="2" charset="-122"/>
              </a:rPr>
              <a:t>A</a:t>
            </a:r>
            <a:r>
              <a:rPr lang="zh-CN" altLang="en-US" sz="1800" dirty="0">
                <a:ea typeface="宋体" panose="02010600030101010101" pitchFamily="2" charset="-122"/>
              </a:rPr>
              <a:t>、</a:t>
            </a:r>
            <a:r>
              <a:rPr lang="en-US" altLang="zh-CN" sz="1800" dirty="0">
                <a:ea typeface="宋体" panose="02010600030101010101" pitchFamily="2" charset="-122"/>
              </a:rPr>
              <a:t>B</a:t>
            </a:r>
            <a:r>
              <a:rPr lang="zh-CN" altLang="en-US" sz="1800" dirty="0">
                <a:ea typeface="宋体" panose="02010600030101010101" pitchFamily="2" charset="-122"/>
              </a:rPr>
              <a:t>、</a:t>
            </a:r>
            <a:r>
              <a:rPr lang="en-US" altLang="zh-CN" sz="1800" dirty="0">
                <a:ea typeface="宋体" panose="02010600030101010101" pitchFamily="2" charset="-122"/>
              </a:rPr>
              <a:t>C</a:t>
            </a:r>
            <a:r>
              <a:rPr lang="zh-CN" altLang="en-US" sz="1800" dirty="0">
                <a:ea typeface="宋体" panose="02010600030101010101" pitchFamily="2" charset="-122"/>
              </a:rPr>
              <a:t>类三段私有地址：</a:t>
            </a:r>
            <a:endParaRPr lang="en-US" altLang="zh-CN" sz="1800" dirty="0">
              <a:ea typeface="宋体" panose="02010600030101010101" pitchFamily="2" charset="-122"/>
            </a:endParaRPr>
          </a:p>
          <a:p>
            <a:pPr lvl="1">
              <a:spcBef>
                <a:spcPts val="0"/>
              </a:spcBef>
              <a:buNone/>
            </a:pP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0.0.0</a:t>
            </a: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255.255.255</a:t>
            </a:r>
            <a:r>
              <a:rPr lang="en-US" altLang="zh-CN" sz="1600" dirty="0">
                <a:ea typeface="宋体" panose="02010600030101010101" pitchFamily="2" charset="-122"/>
              </a:rPr>
              <a:t>/8</a:t>
            </a:r>
            <a:r>
              <a:rPr lang="zh-CN" altLang="en-US" sz="1600" dirty="0">
                <a:ea typeface="宋体" panose="02010600030101010101" pitchFamily="2" charset="-122"/>
              </a:rPr>
              <a:t>；</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16.0.0</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31.255.255</a:t>
            </a:r>
            <a:r>
              <a:rPr lang="en-US" altLang="zh-CN" sz="1600" dirty="0">
                <a:ea typeface="宋体" panose="02010600030101010101" pitchFamily="2" charset="-122"/>
              </a:rPr>
              <a:t>/12</a:t>
            </a:r>
            <a:r>
              <a:rPr lang="zh-CN" altLang="en-US" sz="1600" dirty="0">
                <a:ea typeface="宋体" panose="02010600030101010101" pitchFamily="2" charset="-122"/>
              </a:rPr>
              <a:t>；</a:t>
            </a:r>
            <a:r>
              <a:rPr lang="en-US" altLang="zh-CN" sz="1600" dirty="0">
                <a:ea typeface="宋体" panose="02010600030101010101" pitchFamily="2" charset="-122"/>
              </a:rPr>
              <a:t> 192.168.</a:t>
            </a:r>
            <a:r>
              <a:rPr lang="en-US" altLang="zh-CN" sz="1600" dirty="0">
                <a:solidFill>
                  <a:srgbClr val="FF0000"/>
                </a:solidFill>
                <a:ea typeface="宋体" panose="02010600030101010101" pitchFamily="2" charset="-122"/>
              </a:rPr>
              <a:t>0.0 </a:t>
            </a:r>
            <a:r>
              <a:rPr lang="en-US" altLang="zh-CN" sz="1600" dirty="0">
                <a:ea typeface="宋体" panose="02010600030101010101" pitchFamily="2" charset="-122"/>
              </a:rPr>
              <a:t>~</a:t>
            </a:r>
            <a:r>
              <a:rPr lang="en-US" altLang="zh-CN" sz="1600" dirty="0">
                <a:solidFill>
                  <a:srgbClr val="FF0000"/>
                </a:solidFill>
                <a:ea typeface="宋体" panose="02010600030101010101" pitchFamily="2" charset="-122"/>
              </a:rPr>
              <a:t>255.255</a:t>
            </a:r>
            <a:r>
              <a:rPr lang="en-US" altLang="zh-CN" sz="1600" dirty="0">
                <a:ea typeface="宋体" panose="02010600030101010101" pitchFamily="2" charset="-122"/>
              </a:rPr>
              <a:t>/16</a:t>
            </a:r>
          </a:p>
        </p:txBody>
      </p:sp>
      <p:pic>
        <p:nvPicPr>
          <p:cNvPr id="121859" name="Picture 96" descr="5-56">
            <a:extLst>
              <a:ext uri="{FF2B5EF4-FFF2-40B4-BE49-F238E27FC236}">
                <a16:creationId xmlns:a16="http://schemas.microsoft.com/office/drawing/2014/main" id="{0CC5D6CD-5A33-414E-B0DB-EC2E266A44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398" y="3088718"/>
            <a:ext cx="6106715" cy="200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0" name="灯片编号占位符 1">
            <a:extLst>
              <a:ext uri="{FF2B5EF4-FFF2-40B4-BE49-F238E27FC236}">
                <a16:creationId xmlns:a16="http://schemas.microsoft.com/office/drawing/2014/main" id="{83A88CBA-AE31-EF46-8366-581D50F669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CE5EAC7-8F10-0F4D-B7A5-B09AB54DCD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52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2114231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2">
            <a:extLst>
              <a:ext uri="{FF2B5EF4-FFF2-40B4-BE49-F238E27FC236}">
                <a16:creationId xmlns:a16="http://schemas.microsoft.com/office/drawing/2014/main" id="{80C2070C-76D6-0E46-906B-93DB9322626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4.2.3  IP </a:t>
            </a:r>
            <a:r>
              <a:rPr lang="zh-CN" altLang="en-US" dirty="0">
                <a:latin typeface="Times New Roman" panose="02020603050405020304" pitchFamily="18" charset="0"/>
                <a:ea typeface="宋体" panose="02010600030101010101" pitchFamily="2" charset="-122"/>
              </a:rPr>
              <a:t>地址与硬件地址 </a:t>
            </a:r>
          </a:p>
        </p:txBody>
      </p:sp>
      <p:sp>
        <p:nvSpPr>
          <p:cNvPr id="123906" name="Line 5">
            <a:extLst>
              <a:ext uri="{FF2B5EF4-FFF2-40B4-BE49-F238E27FC236}">
                <a16:creationId xmlns:a16="http://schemas.microsoft.com/office/drawing/2014/main" id="{FEF1A14E-5FA9-7B4A-B9B9-E4D697A76EB0}"/>
              </a:ext>
            </a:extLst>
          </p:cNvPr>
          <p:cNvSpPr>
            <a:spLocks noChangeShapeType="1"/>
          </p:cNvSpPr>
          <p:nvPr/>
        </p:nvSpPr>
        <p:spPr bwMode="auto">
          <a:xfrm>
            <a:off x="2422922" y="3937397"/>
            <a:ext cx="39100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7" name="Line 6">
            <a:extLst>
              <a:ext uri="{FF2B5EF4-FFF2-40B4-BE49-F238E27FC236}">
                <a16:creationId xmlns:a16="http://schemas.microsoft.com/office/drawing/2014/main" id="{57F4E27F-1A2B-D648-8C02-304A629EC3F8}"/>
              </a:ext>
            </a:extLst>
          </p:cNvPr>
          <p:cNvSpPr>
            <a:spLocks noChangeShapeType="1"/>
          </p:cNvSpPr>
          <p:nvPr/>
        </p:nvSpPr>
        <p:spPr bwMode="auto">
          <a:xfrm>
            <a:off x="2945607" y="3206354"/>
            <a:ext cx="2864644"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8" name="Line 7">
            <a:extLst>
              <a:ext uri="{FF2B5EF4-FFF2-40B4-BE49-F238E27FC236}">
                <a16:creationId xmlns:a16="http://schemas.microsoft.com/office/drawing/2014/main" id="{0D0702FF-29FF-9145-8AD9-AE40880C0CE4}"/>
              </a:ext>
            </a:extLst>
          </p:cNvPr>
          <p:cNvSpPr>
            <a:spLocks noChangeShapeType="1"/>
          </p:cNvSpPr>
          <p:nvPr/>
        </p:nvSpPr>
        <p:spPr bwMode="auto">
          <a:xfrm>
            <a:off x="3450432" y="2394347"/>
            <a:ext cx="2374106"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9" name="Rectangle 8">
            <a:extLst>
              <a:ext uri="{FF2B5EF4-FFF2-40B4-BE49-F238E27FC236}">
                <a16:creationId xmlns:a16="http://schemas.microsoft.com/office/drawing/2014/main" id="{C9AB7D98-8ED0-1A42-988E-EF2D36AF9A41}"/>
              </a:ext>
            </a:extLst>
          </p:cNvPr>
          <p:cNvSpPr>
            <a:spLocks noChangeArrowheads="1"/>
          </p:cNvSpPr>
          <p:nvPr/>
        </p:nvSpPr>
        <p:spPr bwMode="auto">
          <a:xfrm>
            <a:off x="4257675" y="2300288"/>
            <a:ext cx="781050" cy="1357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0" name="Text Box 9">
            <a:extLst>
              <a:ext uri="{FF2B5EF4-FFF2-40B4-BE49-F238E27FC236}">
                <a16:creationId xmlns:a16="http://schemas.microsoft.com/office/drawing/2014/main" id="{BCD3EFB5-57C9-3B48-BCED-181F31EEDEC9}"/>
              </a:ext>
            </a:extLst>
          </p:cNvPr>
          <p:cNvSpPr txBox="1">
            <a:spLocks noChangeArrowheads="1"/>
          </p:cNvSpPr>
          <p:nvPr/>
        </p:nvSpPr>
        <p:spPr bwMode="auto">
          <a:xfrm>
            <a:off x="4185047" y="2221707"/>
            <a:ext cx="100354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TCP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123911" name="Rectangle 10">
            <a:extLst>
              <a:ext uri="{FF2B5EF4-FFF2-40B4-BE49-F238E27FC236}">
                <a16:creationId xmlns:a16="http://schemas.microsoft.com/office/drawing/2014/main" id="{4A71D780-C6CE-B448-A2D2-585F9DA27B0D}"/>
              </a:ext>
            </a:extLst>
          </p:cNvPr>
          <p:cNvSpPr>
            <a:spLocks noChangeArrowheads="1"/>
          </p:cNvSpPr>
          <p:nvPr/>
        </p:nvSpPr>
        <p:spPr bwMode="auto">
          <a:xfrm>
            <a:off x="4020742" y="3128962"/>
            <a:ext cx="725090" cy="12977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2" name="Text Box 11">
            <a:extLst>
              <a:ext uri="{FF2B5EF4-FFF2-40B4-BE49-F238E27FC236}">
                <a16:creationId xmlns:a16="http://schemas.microsoft.com/office/drawing/2014/main" id="{062D2A13-9D50-F44C-8650-6E64D2B6C71B}"/>
              </a:ext>
            </a:extLst>
          </p:cNvPr>
          <p:cNvSpPr txBox="1">
            <a:spLocks noChangeArrowheads="1"/>
          </p:cNvSpPr>
          <p:nvPr/>
        </p:nvSpPr>
        <p:spPr bwMode="auto">
          <a:xfrm>
            <a:off x="3927873" y="3030141"/>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23913" name="Rectangle 12">
            <a:extLst>
              <a:ext uri="{FF2B5EF4-FFF2-40B4-BE49-F238E27FC236}">
                <a16:creationId xmlns:a16="http://schemas.microsoft.com/office/drawing/2014/main" id="{F90050BF-BC73-6744-978E-A1A9E0C53772}"/>
              </a:ext>
            </a:extLst>
          </p:cNvPr>
          <p:cNvSpPr>
            <a:spLocks noChangeArrowheads="1"/>
          </p:cNvSpPr>
          <p:nvPr/>
        </p:nvSpPr>
        <p:spPr bwMode="auto">
          <a:xfrm>
            <a:off x="4064794" y="3869532"/>
            <a:ext cx="615554" cy="13692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4" name="Text Box 13">
            <a:extLst>
              <a:ext uri="{FF2B5EF4-FFF2-40B4-BE49-F238E27FC236}">
                <a16:creationId xmlns:a16="http://schemas.microsoft.com/office/drawing/2014/main" id="{2EF73DAE-F76F-C942-B275-394919411273}"/>
              </a:ext>
            </a:extLst>
          </p:cNvPr>
          <p:cNvSpPr txBox="1">
            <a:spLocks noChangeArrowheads="1"/>
          </p:cNvSpPr>
          <p:nvPr/>
        </p:nvSpPr>
        <p:spPr bwMode="auto">
          <a:xfrm>
            <a:off x="3992167" y="3759994"/>
            <a:ext cx="85792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MAC </a:t>
            </a:r>
            <a:r>
              <a:rPr kumimoji="1" lang="zh-CN" altLang="en-US" sz="1500">
                <a:latin typeface="Arial" panose="020B0604020202020204" pitchFamily="34" charset="0"/>
                <a:ea typeface="宋体" panose="02010600030101010101" pitchFamily="2" charset="-122"/>
                <a:cs typeface="黑体" panose="02010609060101010101" pitchFamily="49" charset="-122"/>
              </a:rPr>
              <a:t>帧</a:t>
            </a:r>
          </a:p>
        </p:txBody>
      </p:sp>
      <p:sp>
        <p:nvSpPr>
          <p:cNvPr id="123915" name="Line 18">
            <a:extLst>
              <a:ext uri="{FF2B5EF4-FFF2-40B4-BE49-F238E27FC236}">
                <a16:creationId xmlns:a16="http://schemas.microsoft.com/office/drawing/2014/main" id="{DD561369-6322-9849-AE14-D91C13A6099C}"/>
              </a:ext>
            </a:extLst>
          </p:cNvPr>
          <p:cNvSpPr>
            <a:spLocks noChangeShapeType="1"/>
          </p:cNvSpPr>
          <p:nvPr/>
        </p:nvSpPr>
        <p:spPr bwMode="auto">
          <a:xfrm>
            <a:off x="2945606"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6" name="Line 19">
            <a:extLst>
              <a:ext uri="{FF2B5EF4-FFF2-40B4-BE49-F238E27FC236}">
                <a16:creationId xmlns:a16="http://schemas.microsoft.com/office/drawing/2014/main" id="{65B18F1F-73CF-374A-9AE8-5CEC9BAD8343}"/>
              </a:ext>
            </a:extLst>
          </p:cNvPr>
          <p:cNvSpPr>
            <a:spLocks noChangeShapeType="1"/>
          </p:cNvSpPr>
          <p:nvPr/>
        </p:nvSpPr>
        <p:spPr bwMode="auto">
          <a:xfrm>
            <a:off x="5810250"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7" name="Line 20">
            <a:extLst>
              <a:ext uri="{FF2B5EF4-FFF2-40B4-BE49-F238E27FC236}">
                <a16:creationId xmlns:a16="http://schemas.microsoft.com/office/drawing/2014/main" id="{EE4547DF-E62D-524E-91A8-4DCC65C8A1C3}"/>
              </a:ext>
            </a:extLst>
          </p:cNvPr>
          <p:cNvSpPr>
            <a:spLocks noChangeShapeType="1"/>
          </p:cNvSpPr>
          <p:nvPr/>
        </p:nvSpPr>
        <p:spPr bwMode="auto">
          <a:xfrm>
            <a:off x="3459956" y="2239566"/>
            <a:ext cx="9525"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8" name="Line 21">
            <a:extLst>
              <a:ext uri="{FF2B5EF4-FFF2-40B4-BE49-F238E27FC236}">
                <a16:creationId xmlns:a16="http://schemas.microsoft.com/office/drawing/2014/main" id="{2409DD3F-87A8-8342-9365-84985BD03120}"/>
              </a:ext>
            </a:extLst>
          </p:cNvPr>
          <p:cNvSpPr>
            <a:spLocks noChangeShapeType="1"/>
          </p:cNvSpPr>
          <p:nvPr/>
        </p:nvSpPr>
        <p:spPr bwMode="auto">
          <a:xfrm>
            <a:off x="5810250" y="2239566"/>
            <a:ext cx="0"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9" name="Line 22">
            <a:extLst>
              <a:ext uri="{FF2B5EF4-FFF2-40B4-BE49-F238E27FC236}">
                <a16:creationId xmlns:a16="http://schemas.microsoft.com/office/drawing/2014/main" id="{B947008D-37CE-E449-9140-DE2A95BF1057}"/>
              </a:ext>
            </a:extLst>
          </p:cNvPr>
          <p:cNvSpPr>
            <a:spLocks noChangeShapeType="1"/>
          </p:cNvSpPr>
          <p:nvPr/>
        </p:nvSpPr>
        <p:spPr bwMode="auto">
          <a:xfrm flipV="1">
            <a:off x="6085285" y="3219450"/>
            <a:ext cx="1727597"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0" name="Rectangle 23">
            <a:extLst>
              <a:ext uri="{FF2B5EF4-FFF2-40B4-BE49-F238E27FC236}">
                <a16:creationId xmlns:a16="http://schemas.microsoft.com/office/drawing/2014/main" id="{7901908C-D055-ED45-9300-DE6F8C03661E}"/>
              </a:ext>
            </a:extLst>
          </p:cNvPr>
          <p:cNvSpPr>
            <a:spLocks noChangeArrowheads="1"/>
          </p:cNvSpPr>
          <p:nvPr/>
        </p:nvSpPr>
        <p:spPr bwMode="auto">
          <a:xfrm>
            <a:off x="3459957" y="1868091"/>
            <a:ext cx="2350294" cy="365522"/>
          </a:xfrm>
          <a:prstGeom prst="rect">
            <a:avLst/>
          </a:prstGeom>
          <a:solidFill>
            <a:srgbClr val="66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1" name="Line 24">
            <a:extLst>
              <a:ext uri="{FF2B5EF4-FFF2-40B4-BE49-F238E27FC236}">
                <a16:creationId xmlns:a16="http://schemas.microsoft.com/office/drawing/2014/main" id="{0B49AA12-6818-BB43-8F62-B8CAB6F2AA49}"/>
              </a:ext>
            </a:extLst>
          </p:cNvPr>
          <p:cNvSpPr>
            <a:spLocks noChangeShapeType="1"/>
          </p:cNvSpPr>
          <p:nvPr/>
        </p:nvSpPr>
        <p:spPr bwMode="auto">
          <a:xfrm flipH="1">
            <a:off x="3974306" y="1868091"/>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2" name="Text Box 25">
            <a:extLst>
              <a:ext uri="{FF2B5EF4-FFF2-40B4-BE49-F238E27FC236}">
                <a16:creationId xmlns:a16="http://schemas.microsoft.com/office/drawing/2014/main" id="{3C900FBE-0199-6E4E-94FF-CE2F19E778A1}"/>
              </a:ext>
            </a:extLst>
          </p:cNvPr>
          <p:cNvSpPr txBox="1">
            <a:spLocks noChangeArrowheads="1"/>
          </p:cNvSpPr>
          <p:nvPr/>
        </p:nvSpPr>
        <p:spPr bwMode="auto">
          <a:xfrm>
            <a:off x="4352925" y="1869282"/>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应用层数据</a:t>
            </a:r>
          </a:p>
        </p:txBody>
      </p:sp>
      <p:sp>
        <p:nvSpPr>
          <p:cNvPr id="123923" name="Text Box 26">
            <a:extLst>
              <a:ext uri="{FF2B5EF4-FFF2-40B4-BE49-F238E27FC236}">
                <a16:creationId xmlns:a16="http://schemas.microsoft.com/office/drawing/2014/main" id="{71BFE7AE-A5DB-C34A-B56A-8A83272004C5}"/>
              </a:ext>
            </a:extLst>
          </p:cNvPr>
          <p:cNvSpPr txBox="1">
            <a:spLocks noChangeArrowheads="1"/>
          </p:cNvSpPr>
          <p:nvPr/>
        </p:nvSpPr>
        <p:spPr bwMode="auto">
          <a:xfrm>
            <a:off x="3440907" y="1870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4" name="Rectangle 27">
            <a:extLst>
              <a:ext uri="{FF2B5EF4-FFF2-40B4-BE49-F238E27FC236}">
                <a16:creationId xmlns:a16="http://schemas.microsoft.com/office/drawing/2014/main" id="{8E58B542-1725-BE4E-BFCB-E00742E48DF7}"/>
              </a:ext>
            </a:extLst>
          </p:cNvPr>
          <p:cNvSpPr>
            <a:spLocks noChangeArrowheads="1"/>
          </p:cNvSpPr>
          <p:nvPr/>
        </p:nvSpPr>
        <p:spPr bwMode="auto">
          <a:xfrm>
            <a:off x="2945607" y="2658666"/>
            <a:ext cx="2864644" cy="365522"/>
          </a:xfrm>
          <a:prstGeom prst="rect">
            <a:avLst/>
          </a:prstGeom>
          <a:solidFill>
            <a:srgbClr val="FF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5" name="Line 28">
            <a:extLst>
              <a:ext uri="{FF2B5EF4-FFF2-40B4-BE49-F238E27FC236}">
                <a16:creationId xmlns:a16="http://schemas.microsoft.com/office/drawing/2014/main" id="{377E90B0-D4DB-9D49-926A-A20E07B86B14}"/>
              </a:ext>
            </a:extLst>
          </p:cNvPr>
          <p:cNvSpPr>
            <a:spLocks noChangeShapeType="1"/>
          </p:cNvSpPr>
          <p:nvPr/>
        </p:nvSpPr>
        <p:spPr bwMode="auto">
          <a:xfrm>
            <a:off x="3459956" y="2658666"/>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6" name="Text Box 29">
            <a:extLst>
              <a:ext uri="{FF2B5EF4-FFF2-40B4-BE49-F238E27FC236}">
                <a16:creationId xmlns:a16="http://schemas.microsoft.com/office/drawing/2014/main" id="{4C008B8E-39B9-044C-B256-26F9F87EF2CD}"/>
              </a:ext>
            </a:extLst>
          </p:cNvPr>
          <p:cNvSpPr txBox="1">
            <a:spLocks noChangeArrowheads="1"/>
          </p:cNvSpPr>
          <p:nvPr/>
        </p:nvSpPr>
        <p:spPr bwMode="auto">
          <a:xfrm>
            <a:off x="2927748" y="26527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7" name="Rectangle 30">
            <a:extLst>
              <a:ext uri="{FF2B5EF4-FFF2-40B4-BE49-F238E27FC236}">
                <a16:creationId xmlns:a16="http://schemas.microsoft.com/office/drawing/2014/main" id="{29127F7F-E487-B64A-AF4F-A3EEE73DFD37}"/>
              </a:ext>
            </a:extLst>
          </p:cNvPr>
          <p:cNvSpPr>
            <a:spLocks noChangeArrowheads="1"/>
          </p:cNvSpPr>
          <p:nvPr/>
        </p:nvSpPr>
        <p:spPr bwMode="auto">
          <a:xfrm>
            <a:off x="2439591" y="3411141"/>
            <a:ext cx="513159" cy="3429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8" name="Rectangle 31">
            <a:extLst>
              <a:ext uri="{FF2B5EF4-FFF2-40B4-BE49-F238E27FC236}">
                <a16:creationId xmlns:a16="http://schemas.microsoft.com/office/drawing/2014/main" id="{ED73931C-3298-1548-B560-605E381ABFF8}"/>
              </a:ext>
            </a:extLst>
          </p:cNvPr>
          <p:cNvSpPr>
            <a:spLocks noChangeArrowheads="1"/>
          </p:cNvSpPr>
          <p:nvPr/>
        </p:nvSpPr>
        <p:spPr bwMode="auto">
          <a:xfrm>
            <a:off x="2432448" y="3388519"/>
            <a:ext cx="3892153" cy="365522"/>
          </a:xfrm>
          <a:prstGeom prst="rect">
            <a:avLst/>
          </a:prstGeom>
          <a:solidFill>
            <a:srgbClr val="CCECFF"/>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9" name="Line 32">
            <a:extLst>
              <a:ext uri="{FF2B5EF4-FFF2-40B4-BE49-F238E27FC236}">
                <a16:creationId xmlns:a16="http://schemas.microsoft.com/office/drawing/2014/main" id="{C2EDEC4C-A495-6F44-9150-7ACF9FD41206}"/>
              </a:ext>
            </a:extLst>
          </p:cNvPr>
          <p:cNvSpPr>
            <a:spLocks noChangeShapeType="1"/>
          </p:cNvSpPr>
          <p:nvPr/>
        </p:nvSpPr>
        <p:spPr bwMode="auto">
          <a:xfrm>
            <a:off x="2945606"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0" name="Line 33">
            <a:extLst>
              <a:ext uri="{FF2B5EF4-FFF2-40B4-BE49-F238E27FC236}">
                <a16:creationId xmlns:a16="http://schemas.microsoft.com/office/drawing/2014/main" id="{7324F7B4-A58C-1245-AC64-44C66A0F4654}"/>
              </a:ext>
            </a:extLst>
          </p:cNvPr>
          <p:cNvSpPr>
            <a:spLocks noChangeShapeType="1"/>
          </p:cNvSpPr>
          <p:nvPr/>
        </p:nvSpPr>
        <p:spPr bwMode="auto">
          <a:xfrm>
            <a:off x="5810250"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1" name="Text Box 34">
            <a:extLst>
              <a:ext uri="{FF2B5EF4-FFF2-40B4-BE49-F238E27FC236}">
                <a16:creationId xmlns:a16="http://schemas.microsoft.com/office/drawing/2014/main" id="{7495DC4F-E0CE-1948-AF13-62FF40565167}"/>
              </a:ext>
            </a:extLst>
          </p:cNvPr>
          <p:cNvSpPr txBox="1">
            <a:spLocks noChangeArrowheads="1"/>
          </p:cNvSpPr>
          <p:nvPr/>
        </p:nvSpPr>
        <p:spPr bwMode="auto">
          <a:xfrm>
            <a:off x="5781676"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尾部</a:t>
            </a:r>
          </a:p>
        </p:txBody>
      </p:sp>
      <p:sp>
        <p:nvSpPr>
          <p:cNvPr id="123932" name="Text Box 35">
            <a:extLst>
              <a:ext uri="{FF2B5EF4-FFF2-40B4-BE49-F238E27FC236}">
                <a16:creationId xmlns:a16="http://schemas.microsoft.com/office/drawing/2014/main" id="{8E7BB93C-70A4-9941-82CF-BCEA6B1BEE96}"/>
              </a:ext>
            </a:extLst>
          </p:cNvPr>
          <p:cNvSpPr txBox="1">
            <a:spLocks noChangeArrowheads="1"/>
          </p:cNvSpPr>
          <p:nvPr/>
        </p:nvSpPr>
        <p:spPr bwMode="auto">
          <a:xfrm>
            <a:off x="2424113"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grpSp>
        <p:nvGrpSpPr>
          <p:cNvPr id="218161" name="Group 49">
            <a:extLst>
              <a:ext uri="{FF2B5EF4-FFF2-40B4-BE49-F238E27FC236}">
                <a16:creationId xmlns:a16="http://schemas.microsoft.com/office/drawing/2014/main" id="{61A10FFE-A581-464D-8CC4-70039BD23B55}"/>
              </a:ext>
            </a:extLst>
          </p:cNvPr>
          <p:cNvGrpSpPr>
            <a:grpSpLocks/>
          </p:cNvGrpSpPr>
          <p:nvPr/>
        </p:nvGrpSpPr>
        <p:grpSpPr bwMode="auto">
          <a:xfrm>
            <a:off x="1359694" y="2868218"/>
            <a:ext cx="6387704" cy="1296592"/>
            <a:chOff x="182" y="2409"/>
            <a:chExt cx="5365" cy="1089"/>
          </a:xfrm>
        </p:grpSpPr>
        <p:grpSp>
          <p:nvGrpSpPr>
            <p:cNvPr id="123943" name="Group 45">
              <a:extLst>
                <a:ext uri="{FF2B5EF4-FFF2-40B4-BE49-F238E27FC236}">
                  <a16:creationId xmlns:a16="http://schemas.microsoft.com/office/drawing/2014/main" id="{26CE713A-7C31-544A-B36E-41CC0C0599F9}"/>
                </a:ext>
              </a:extLst>
            </p:cNvPr>
            <p:cNvGrpSpPr>
              <a:grpSpLocks/>
            </p:cNvGrpSpPr>
            <p:nvPr/>
          </p:nvGrpSpPr>
          <p:grpSpPr bwMode="auto">
            <a:xfrm>
              <a:off x="4423" y="2709"/>
              <a:ext cx="1124" cy="789"/>
              <a:chOff x="4423" y="2709"/>
              <a:chExt cx="1124" cy="789"/>
            </a:xfrm>
          </p:grpSpPr>
          <p:sp>
            <p:nvSpPr>
              <p:cNvPr id="123947" name="AutoShape 15">
                <a:extLst>
                  <a:ext uri="{FF2B5EF4-FFF2-40B4-BE49-F238E27FC236}">
                    <a16:creationId xmlns:a16="http://schemas.microsoft.com/office/drawing/2014/main" id="{1647B404-7BB0-C04B-BF2B-A136F25823B2}"/>
                  </a:ext>
                </a:extLst>
              </p:cNvPr>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8" name="Text Box 17">
                <a:extLst>
                  <a:ext uri="{FF2B5EF4-FFF2-40B4-BE49-F238E27FC236}">
                    <a16:creationId xmlns:a16="http://schemas.microsoft.com/office/drawing/2014/main" id="{E0BA9A2D-410F-3B46-B160-8FF968377715}"/>
                  </a:ext>
                </a:extLst>
              </p:cNvPr>
              <p:cNvSpPr txBox="1">
                <a:spLocks noChangeArrowheads="1"/>
              </p:cNvSpPr>
              <p:nvPr/>
            </p:nvSpPr>
            <p:spPr bwMode="auto">
              <a:xfrm>
                <a:off x="4423" y="3033"/>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链路层及以下</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使用硬件地址</a:t>
                </a:r>
              </a:p>
            </p:txBody>
          </p:sp>
        </p:grpSp>
        <p:grpSp>
          <p:nvGrpSpPr>
            <p:cNvPr id="123944" name="Group 47">
              <a:extLst>
                <a:ext uri="{FF2B5EF4-FFF2-40B4-BE49-F238E27FC236}">
                  <a16:creationId xmlns:a16="http://schemas.microsoft.com/office/drawing/2014/main" id="{09F0C0B2-016B-574E-96B7-354AE72F59A4}"/>
                </a:ext>
              </a:extLst>
            </p:cNvPr>
            <p:cNvGrpSpPr>
              <a:grpSpLocks/>
            </p:cNvGrpSpPr>
            <p:nvPr/>
          </p:nvGrpSpPr>
          <p:grpSpPr bwMode="auto">
            <a:xfrm>
              <a:off x="182" y="2409"/>
              <a:ext cx="809" cy="291"/>
              <a:chOff x="182" y="2409"/>
              <a:chExt cx="809" cy="291"/>
            </a:xfrm>
          </p:grpSpPr>
          <p:sp>
            <p:nvSpPr>
              <p:cNvPr id="218149" name="AutoShape 37">
                <a:extLst>
                  <a:ext uri="{FF2B5EF4-FFF2-40B4-BE49-F238E27FC236}">
                    <a16:creationId xmlns:a16="http://schemas.microsoft.com/office/drawing/2014/main" id="{F568F6CB-B318-D84D-868D-9E518D9F03A7}"/>
                  </a:ext>
                </a:extLst>
              </p:cNvPr>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6" name="Text Box 38">
                <a:extLst>
                  <a:ext uri="{FF2B5EF4-FFF2-40B4-BE49-F238E27FC236}">
                    <a16:creationId xmlns:a16="http://schemas.microsoft.com/office/drawing/2014/main" id="{240F7585-9D12-7449-B735-96E8EB3789BF}"/>
                  </a:ext>
                </a:extLst>
              </p:cNvPr>
              <p:cNvSpPr txBox="1">
                <a:spLocks noChangeArrowheads="1"/>
              </p:cNvSpPr>
              <p:nvPr/>
            </p:nvSpPr>
            <p:spPr bwMode="auto">
              <a:xfrm>
                <a:off x="190" y="2409"/>
                <a:ext cx="80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a:t>
                </a:r>
              </a:p>
            </p:txBody>
          </p:sp>
        </p:grpSp>
      </p:grpSp>
      <p:grpSp>
        <p:nvGrpSpPr>
          <p:cNvPr id="218160" name="Group 48">
            <a:extLst>
              <a:ext uri="{FF2B5EF4-FFF2-40B4-BE49-F238E27FC236}">
                <a16:creationId xmlns:a16="http://schemas.microsoft.com/office/drawing/2014/main" id="{9DA5313C-587B-E048-85E2-067C383EFC2A}"/>
              </a:ext>
            </a:extLst>
          </p:cNvPr>
          <p:cNvGrpSpPr>
            <a:grpSpLocks/>
          </p:cNvGrpSpPr>
          <p:nvPr/>
        </p:nvGrpSpPr>
        <p:grpSpPr bwMode="auto">
          <a:xfrm>
            <a:off x="2239567" y="2165748"/>
            <a:ext cx="5413772" cy="1059656"/>
            <a:chOff x="921" y="1819"/>
            <a:chExt cx="4547" cy="890"/>
          </a:xfrm>
        </p:grpSpPr>
        <p:grpSp>
          <p:nvGrpSpPr>
            <p:cNvPr id="123937" name="Group 44">
              <a:extLst>
                <a:ext uri="{FF2B5EF4-FFF2-40B4-BE49-F238E27FC236}">
                  <a16:creationId xmlns:a16="http://schemas.microsoft.com/office/drawing/2014/main" id="{B62FCB8E-CD34-764C-8356-CFB13AD9A541}"/>
                </a:ext>
              </a:extLst>
            </p:cNvPr>
            <p:cNvGrpSpPr>
              <a:grpSpLocks/>
            </p:cNvGrpSpPr>
            <p:nvPr/>
          </p:nvGrpSpPr>
          <p:grpSpPr bwMode="auto">
            <a:xfrm>
              <a:off x="4344" y="1854"/>
              <a:ext cx="1124" cy="855"/>
              <a:chOff x="4344" y="1854"/>
              <a:chExt cx="1124" cy="855"/>
            </a:xfrm>
          </p:grpSpPr>
          <p:sp>
            <p:nvSpPr>
              <p:cNvPr id="123941" name="AutoShape 14">
                <a:extLst>
                  <a:ext uri="{FF2B5EF4-FFF2-40B4-BE49-F238E27FC236}">
                    <a16:creationId xmlns:a16="http://schemas.microsoft.com/office/drawing/2014/main" id="{606AB5A2-E648-6C41-A02F-DDC4828E60B4}"/>
                  </a:ext>
                </a:extLst>
              </p:cNvPr>
              <p:cNvSpPr>
                <a:spLocks noChangeArrowheads="1"/>
              </p:cNvSpPr>
              <p:nvPr/>
            </p:nvSpPr>
            <p:spPr bwMode="auto">
              <a:xfrm>
                <a:off x="4831" y="2352"/>
                <a:ext cx="186" cy="357"/>
              </a:xfrm>
              <a:prstGeom prst="upArrow">
                <a:avLst>
                  <a:gd name="adj1" fmla="val 50000"/>
                  <a:gd name="adj2" fmla="val 69479"/>
                </a:avLst>
              </a:prstGeom>
              <a:solidFill>
                <a:srgbClr val="FFCCFF"/>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2" name="Text Box 16">
                <a:extLst>
                  <a:ext uri="{FF2B5EF4-FFF2-40B4-BE49-F238E27FC236}">
                    <a16:creationId xmlns:a16="http://schemas.microsoft.com/office/drawing/2014/main" id="{06AF13DA-2967-F646-B75D-D7D3B057196F}"/>
                  </a:ext>
                </a:extLst>
              </p:cNvPr>
              <p:cNvSpPr txBox="1">
                <a:spLocks noChangeArrowheads="1"/>
              </p:cNvSpPr>
              <p:nvPr/>
            </p:nvSpPr>
            <p:spPr bwMode="auto">
              <a:xfrm>
                <a:off x="4344" y="1854"/>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网络层及以上</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 使用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nvGrpSpPr>
            <p:cNvPr id="123938" name="Group 46">
              <a:extLst>
                <a:ext uri="{FF2B5EF4-FFF2-40B4-BE49-F238E27FC236}">
                  <a16:creationId xmlns:a16="http://schemas.microsoft.com/office/drawing/2014/main" id="{314C58EA-452F-9949-9F62-0BC9957B963F}"/>
                </a:ext>
              </a:extLst>
            </p:cNvPr>
            <p:cNvGrpSpPr>
              <a:grpSpLocks/>
            </p:cNvGrpSpPr>
            <p:nvPr/>
          </p:nvGrpSpPr>
          <p:grpSpPr bwMode="auto">
            <a:xfrm>
              <a:off x="921" y="1819"/>
              <a:ext cx="678" cy="271"/>
              <a:chOff x="921" y="1819"/>
              <a:chExt cx="678" cy="271"/>
            </a:xfrm>
          </p:grpSpPr>
          <p:sp>
            <p:nvSpPr>
              <p:cNvPr id="218152" name="AutoShape 40">
                <a:extLst>
                  <a:ext uri="{FF2B5EF4-FFF2-40B4-BE49-F238E27FC236}">
                    <a16:creationId xmlns:a16="http://schemas.microsoft.com/office/drawing/2014/main" id="{C953AF9F-6BE9-974C-BE75-D9059797FB80}"/>
                  </a:ext>
                </a:extLst>
              </p:cNvPr>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0" name="Text Box 41">
                <a:extLst>
                  <a:ext uri="{FF2B5EF4-FFF2-40B4-BE49-F238E27FC236}">
                    <a16:creationId xmlns:a16="http://schemas.microsoft.com/office/drawing/2014/main" id="{80137CEB-850C-2A4A-8B28-DEA0C7EE04BF}"/>
                  </a:ext>
                </a:extLst>
              </p:cNvPr>
              <p:cNvSpPr txBox="1">
                <a:spLocks noChangeArrowheads="1"/>
              </p:cNvSpPr>
              <p:nvPr/>
            </p:nvSpPr>
            <p:spPr bwMode="auto">
              <a:xfrm>
                <a:off x="927" y="1819"/>
                <a:ext cx="672"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sp>
        <p:nvSpPr>
          <p:cNvPr id="123935" name="Rectangle 43">
            <a:extLst>
              <a:ext uri="{FF2B5EF4-FFF2-40B4-BE49-F238E27FC236}">
                <a16:creationId xmlns:a16="http://schemas.microsoft.com/office/drawing/2014/main" id="{2F3863A1-00DF-3D4C-9093-4964605ED022}"/>
              </a:ext>
            </a:extLst>
          </p:cNvPr>
          <p:cNvSpPr>
            <a:spLocks noChangeArrowheads="1"/>
          </p:cNvSpPr>
          <p:nvPr/>
        </p:nvSpPr>
        <p:spPr bwMode="auto">
          <a:xfrm>
            <a:off x="2961085" y="3411142"/>
            <a:ext cx="2832497" cy="32504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36" name="幻灯片编号占位符 1">
            <a:extLst>
              <a:ext uri="{FF2B5EF4-FFF2-40B4-BE49-F238E27FC236}">
                <a16:creationId xmlns:a16="http://schemas.microsoft.com/office/drawing/2014/main" id="{7765E907-1462-D547-978B-C7E4919DC0C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0CAE83-117A-4641-9735-1F314AB6F6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798038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5953" name="Freeform 2">
            <a:extLst>
              <a:ext uri="{FF2B5EF4-FFF2-40B4-BE49-F238E27FC236}">
                <a16:creationId xmlns:a16="http://schemas.microsoft.com/office/drawing/2014/main" id="{F8CB8720-945F-2D43-8105-514EB181B8C7}"/>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4" name="Freeform 3">
            <a:extLst>
              <a:ext uri="{FF2B5EF4-FFF2-40B4-BE49-F238E27FC236}">
                <a16:creationId xmlns:a16="http://schemas.microsoft.com/office/drawing/2014/main" id="{8BB28A46-2242-764E-AA10-8C149537CB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5" name="Line 4">
            <a:extLst>
              <a:ext uri="{FF2B5EF4-FFF2-40B4-BE49-F238E27FC236}">
                <a16:creationId xmlns:a16="http://schemas.microsoft.com/office/drawing/2014/main" id="{DFFB0042-F1FB-F140-B011-040031353B8F}"/>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6" name="Line 5">
            <a:extLst>
              <a:ext uri="{FF2B5EF4-FFF2-40B4-BE49-F238E27FC236}">
                <a16:creationId xmlns:a16="http://schemas.microsoft.com/office/drawing/2014/main" id="{370D7906-4140-E94C-949D-C6DAB91774D8}"/>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7" name="Line 6">
            <a:extLst>
              <a:ext uri="{FF2B5EF4-FFF2-40B4-BE49-F238E27FC236}">
                <a16:creationId xmlns:a16="http://schemas.microsoft.com/office/drawing/2014/main" id="{E3C7FEA0-5E57-0A43-97EB-787155B9B476}"/>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8" name="Text Box 7">
            <a:extLst>
              <a:ext uri="{FF2B5EF4-FFF2-40B4-BE49-F238E27FC236}">
                <a16:creationId xmlns:a16="http://schemas.microsoft.com/office/drawing/2014/main" id="{9743231C-3231-AA43-BA95-BFC5978B88FA}"/>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59" name="Text Box 8">
            <a:extLst>
              <a:ext uri="{FF2B5EF4-FFF2-40B4-BE49-F238E27FC236}">
                <a16:creationId xmlns:a16="http://schemas.microsoft.com/office/drawing/2014/main" id="{F3103399-04CD-674C-9A92-36338BA37A00}"/>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0" name="Text Box 9">
            <a:extLst>
              <a:ext uri="{FF2B5EF4-FFF2-40B4-BE49-F238E27FC236}">
                <a16:creationId xmlns:a16="http://schemas.microsoft.com/office/drawing/2014/main" id="{BA4E0291-12AF-EC41-8B9F-7DC41B812B19}"/>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1" name="Text Box 10">
            <a:extLst>
              <a:ext uri="{FF2B5EF4-FFF2-40B4-BE49-F238E27FC236}">
                <a16:creationId xmlns:a16="http://schemas.microsoft.com/office/drawing/2014/main" id="{1BB65B09-9D8B-3F49-8F5A-552C2E705383}"/>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2" name="Line 11">
            <a:extLst>
              <a:ext uri="{FF2B5EF4-FFF2-40B4-BE49-F238E27FC236}">
                <a16:creationId xmlns:a16="http://schemas.microsoft.com/office/drawing/2014/main" id="{5150F2E2-33D5-F94F-854A-B1C14A6D90BA}"/>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3" name="Text Box 12">
            <a:extLst>
              <a:ext uri="{FF2B5EF4-FFF2-40B4-BE49-F238E27FC236}">
                <a16:creationId xmlns:a16="http://schemas.microsoft.com/office/drawing/2014/main" id="{4BE17601-C399-744E-89AA-D2BEF8DF89ED}"/>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4" name="Text Box 13">
            <a:extLst>
              <a:ext uri="{FF2B5EF4-FFF2-40B4-BE49-F238E27FC236}">
                <a16:creationId xmlns:a16="http://schemas.microsoft.com/office/drawing/2014/main" id="{0FE54B6A-B9E6-FC41-A6B3-A659DE08DBEB}"/>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5" name="Text Box 14">
            <a:extLst>
              <a:ext uri="{FF2B5EF4-FFF2-40B4-BE49-F238E27FC236}">
                <a16:creationId xmlns:a16="http://schemas.microsoft.com/office/drawing/2014/main" id="{0B3B04CE-53A1-3243-BB8F-C8EC5FFB39BA}"/>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6" name="Line 15">
            <a:extLst>
              <a:ext uri="{FF2B5EF4-FFF2-40B4-BE49-F238E27FC236}">
                <a16:creationId xmlns:a16="http://schemas.microsoft.com/office/drawing/2014/main" id="{0ADB8AE0-0304-264D-A5C6-9E6673BB9D6B}"/>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7" name="Freeform 16">
            <a:extLst>
              <a:ext uri="{FF2B5EF4-FFF2-40B4-BE49-F238E27FC236}">
                <a16:creationId xmlns:a16="http://schemas.microsoft.com/office/drawing/2014/main" id="{50A75F0D-CFC6-C241-A9B4-2F24A811405D}"/>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8" name="Freeform 17">
            <a:extLst>
              <a:ext uri="{FF2B5EF4-FFF2-40B4-BE49-F238E27FC236}">
                <a16:creationId xmlns:a16="http://schemas.microsoft.com/office/drawing/2014/main" id="{144FFD99-33A8-4B44-AEA4-91E9F1F7C321}"/>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9" name="Text Box 18">
            <a:extLst>
              <a:ext uri="{FF2B5EF4-FFF2-40B4-BE49-F238E27FC236}">
                <a16:creationId xmlns:a16="http://schemas.microsoft.com/office/drawing/2014/main" id="{06708CF0-9CC3-A040-B4EB-207B33DCAFFF}"/>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5970" name="Picture 19">
            <a:extLst>
              <a:ext uri="{FF2B5EF4-FFF2-40B4-BE49-F238E27FC236}">
                <a16:creationId xmlns:a16="http://schemas.microsoft.com/office/drawing/2014/main" id="{1025748D-E9DE-164F-8CD8-728253B873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1" name="Picture 20">
            <a:extLst>
              <a:ext uri="{FF2B5EF4-FFF2-40B4-BE49-F238E27FC236}">
                <a16:creationId xmlns:a16="http://schemas.microsoft.com/office/drawing/2014/main" id="{BF36E37B-487B-1348-9DC4-64293CC2EA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2" name="Picture 21">
            <a:extLst>
              <a:ext uri="{FF2B5EF4-FFF2-40B4-BE49-F238E27FC236}">
                <a16:creationId xmlns:a16="http://schemas.microsoft.com/office/drawing/2014/main" id="{3E75EBFE-62C8-364A-B51F-EA28A8BD7B8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3" name="Picture 22">
            <a:extLst>
              <a:ext uri="{FF2B5EF4-FFF2-40B4-BE49-F238E27FC236}">
                <a16:creationId xmlns:a16="http://schemas.microsoft.com/office/drawing/2014/main" id="{447F3841-346D-A54F-986A-08EBFD4170D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974" name="AutoShape 23">
            <a:extLst>
              <a:ext uri="{FF2B5EF4-FFF2-40B4-BE49-F238E27FC236}">
                <a16:creationId xmlns:a16="http://schemas.microsoft.com/office/drawing/2014/main" id="{CD2CDB0C-A1CD-B741-A29F-8ED55A512D5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5975" name="Text Box 24">
            <a:extLst>
              <a:ext uri="{FF2B5EF4-FFF2-40B4-BE49-F238E27FC236}">
                <a16:creationId xmlns:a16="http://schemas.microsoft.com/office/drawing/2014/main" id="{7FAC1E2F-4116-B643-A82F-794BF7799A97}"/>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5976" name="Text Box 25">
            <a:extLst>
              <a:ext uri="{FF2B5EF4-FFF2-40B4-BE49-F238E27FC236}">
                <a16:creationId xmlns:a16="http://schemas.microsoft.com/office/drawing/2014/main" id="{C47B2C10-9FB3-214D-8125-E506B16308A2}"/>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5977" name="Text Box 26">
            <a:extLst>
              <a:ext uri="{FF2B5EF4-FFF2-40B4-BE49-F238E27FC236}">
                <a16:creationId xmlns:a16="http://schemas.microsoft.com/office/drawing/2014/main" id="{D28EC4F4-5CA7-3E40-8009-CF1C0FCAAE0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8" name="Text Box 27">
            <a:extLst>
              <a:ext uri="{FF2B5EF4-FFF2-40B4-BE49-F238E27FC236}">
                <a16:creationId xmlns:a16="http://schemas.microsoft.com/office/drawing/2014/main" id="{C0D29ECA-7652-5646-9EDA-D6D13DD7FE0F}"/>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9" name="Text Box 28">
            <a:extLst>
              <a:ext uri="{FF2B5EF4-FFF2-40B4-BE49-F238E27FC236}">
                <a16:creationId xmlns:a16="http://schemas.microsoft.com/office/drawing/2014/main" id="{ECC312D2-64D9-A446-9769-D4DEE995589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80" name="Text Box 29">
            <a:extLst>
              <a:ext uri="{FF2B5EF4-FFF2-40B4-BE49-F238E27FC236}">
                <a16:creationId xmlns:a16="http://schemas.microsoft.com/office/drawing/2014/main" id="{748F9FBC-88D8-9C45-B8A7-EB7A07DC110D}"/>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1" name="Text Box 30">
            <a:extLst>
              <a:ext uri="{FF2B5EF4-FFF2-40B4-BE49-F238E27FC236}">
                <a16:creationId xmlns:a16="http://schemas.microsoft.com/office/drawing/2014/main" id="{6ECD0623-04A9-7E47-8938-4B275EDC8155}"/>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2" name="Text Box 31">
            <a:extLst>
              <a:ext uri="{FF2B5EF4-FFF2-40B4-BE49-F238E27FC236}">
                <a16:creationId xmlns:a16="http://schemas.microsoft.com/office/drawing/2014/main" id="{41FAAAB1-613F-B741-81CD-587FAD34CF97}"/>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453740" name="Text Box 108">
            <a:extLst>
              <a:ext uri="{FF2B5EF4-FFF2-40B4-BE49-F238E27FC236}">
                <a16:creationId xmlns:a16="http://schemas.microsoft.com/office/drawing/2014/main" id="{84EDB292-3CD1-0A43-BA33-2B27D971B8FF}"/>
              </a:ext>
            </a:extLst>
          </p:cNvPr>
          <p:cNvSpPr txBox="1">
            <a:spLocks noChangeArrowheads="1"/>
          </p:cNvSpPr>
          <p:nvPr/>
        </p:nvSpPr>
        <p:spPr bwMode="auto">
          <a:xfrm>
            <a:off x="1955654" y="1718072"/>
            <a:ext cx="4839786" cy="885948"/>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通信的路径</a:t>
            </a:r>
          </a:p>
          <a:p>
            <a:pPr algn="ctr" eaLnBrk="1" hangingPunct="1">
              <a:lnSpc>
                <a:spcPct val="130000"/>
              </a:lnSpc>
              <a:spcBef>
                <a:spcPct val="0"/>
              </a:spcBef>
              <a:spcAft>
                <a:spcPct val="30000"/>
              </a:spcAft>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a:t>
            </a:r>
            <a:r>
              <a:rPr lang="zh-CN" altLang="en-US" sz="2100">
                <a:latin typeface="Arial" panose="020B0604020202020204" pitchFamily="34" charset="0"/>
                <a:ea typeface="宋体" panose="02010600030101010101" pitchFamily="2" charset="-122"/>
                <a:cs typeface="黑体" panose="02010609060101010101" pitchFamily="49" charset="-122"/>
              </a:rPr>
              <a:t>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转发→再经过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转发→</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endParaRPr lang="en-US" altLang="zh-CN" sz="2100">
              <a:latin typeface="Arial" panose="020B0604020202020204" pitchFamily="34" charset="0"/>
              <a:ea typeface="宋体" panose="02010600030101010101" pitchFamily="2" charset="-122"/>
              <a:cs typeface="黑体" panose="02010609060101010101" pitchFamily="49" charset="-122"/>
            </a:endParaRPr>
          </a:p>
        </p:txBody>
      </p:sp>
      <p:sp>
        <p:nvSpPr>
          <p:cNvPr id="453741" name="弧 109">
            <a:extLst>
              <a:ext uri="{FF2B5EF4-FFF2-40B4-BE49-F238E27FC236}">
                <a16:creationId xmlns:a16="http://schemas.microsoft.com/office/drawing/2014/main" id="{B9651638-FE04-6F46-83A7-3DDA1C5C15E8}"/>
              </a:ext>
            </a:extLst>
          </p:cNvPr>
          <p:cNvSpPr>
            <a:spLocks/>
          </p:cNvSpPr>
          <p:nvPr/>
        </p:nvSpPr>
        <p:spPr bwMode="auto">
          <a:xfrm rot="2655715" flipV="1">
            <a:off x="1840707" y="220267"/>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2" name="弧 110">
            <a:extLst>
              <a:ext uri="{FF2B5EF4-FFF2-40B4-BE49-F238E27FC236}">
                <a16:creationId xmlns:a16="http://schemas.microsoft.com/office/drawing/2014/main" id="{ADA57FAA-5AC7-8743-A056-13EFE41D6CD6}"/>
              </a:ext>
            </a:extLst>
          </p:cNvPr>
          <p:cNvSpPr>
            <a:spLocks/>
          </p:cNvSpPr>
          <p:nvPr/>
        </p:nvSpPr>
        <p:spPr bwMode="auto">
          <a:xfrm rot="2655715" flipV="1">
            <a:off x="3924300" y="195263"/>
            <a:ext cx="1188244" cy="1296591"/>
          </a:xfrm>
          <a:custGeom>
            <a:avLst/>
            <a:gdLst>
              <a:gd name="T0" fmla="*/ 0 w 27804"/>
              <a:gd name="T1" fmla="*/ 241280536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3" name="弧 111">
            <a:extLst>
              <a:ext uri="{FF2B5EF4-FFF2-40B4-BE49-F238E27FC236}">
                <a16:creationId xmlns:a16="http://schemas.microsoft.com/office/drawing/2014/main" id="{A2460A47-BD04-734E-B734-9EEC5F4E4566}"/>
              </a:ext>
            </a:extLst>
          </p:cNvPr>
          <p:cNvSpPr>
            <a:spLocks/>
          </p:cNvSpPr>
          <p:nvPr/>
        </p:nvSpPr>
        <p:spPr bwMode="auto">
          <a:xfrm rot="2655715" flipV="1">
            <a:off x="6007894" y="170260"/>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4" name="Text Box 112">
            <a:extLst>
              <a:ext uri="{FF2B5EF4-FFF2-40B4-BE49-F238E27FC236}">
                <a16:creationId xmlns:a16="http://schemas.microsoft.com/office/drawing/2014/main" id="{9D9C94C8-507C-B945-A72E-5437850513E1}"/>
              </a:ext>
            </a:extLst>
          </p:cNvPr>
          <p:cNvSpPr txBox="1">
            <a:spLocks noChangeArrowheads="1"/>
          </p:cNvSpPr>
          <p:nvPr/>
        </p:nvSpPr>
        <p:spPr bwMode="auto">
          <a:xfrm>
            <a:off x="2655072" y="0"/>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453745" name="Text Box 113">
            <a:extLst>
              <a:ext uri="{FF2B5EF4-FFF2-40B4-BE49-F238E27FC236}">
                <a16:creationId xmlns:a16="http://schemas.microsoft.com/office/drawing/2014/main" id="{ACE45E13-9552-A44C-81F9-A50E87B8860B}"/>
              </a:ext>
            </a:extLst>
          </p:cNvPr>
          <p:cNvSpPr txBox="1">
            <a:spLocks noChangeArrowheads="1"/>
          </p:cNvSpPr>
          <p:nvPr/>
        </p:nvSpPr>
        <p:spPr bwMode="auto">
          <a:xfrm>
            <a:off x="4654132" y="33338"/>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125989" name="幻灯片编号占位符 1">
            <a:extLst>
              <a:ext uri="{FF2B5EF4-FFF2-40B4-BE49-F238E27FC236}">
                <a16:creationId xmlns:a16="http://schemas.microsoft.com/office/drawing/2014/main" id="{F8238FF5-22F6-364A-94CD-D1DB90E3E7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BB77DBE-83BB-B74B-8F4C-78574DCF860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7632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nodeType="afterGroup">
                            <p:stCondLst>
                              <p:cond delay="4000"/>
                            </p:stCondLst>
                            <p:childTnLst>
                              <p:par>
                                <p:cTn id="12" presetID="1" presetClass="exit" presetSubtype="0" fill="hold"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nodeType="afterGroup">
                            <p:stCondLst>
                              <p:cond delay="4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nodeType="afterGroup">
                            <p:stCondLst>
                              <p:cond delay="5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nodeType="afterGroup">
                            <p:stCondLst>
                              <p:cond delay="6000"/>
                            </p:stCondLst>
                            <p:childTnLst>
                              <p:par>
                                <p:cTn id="21" presetID="22" presetClass="entr" presetSubtype="8" fill="hold"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nodeType="afterGroup">
                            <p:stCondLst>
                              <p:cond delay="7000"/>
                            </p:stCondLst>
                            <p:childTnLst>
                              <p:par>
                                <p:cTn id="25" presetID="1" presetClass="exit" presetSubtype="0" fill="hold"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nodeType="afterGroup">
                            <p:stCondLst>
                              <p:cond delay="7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nodeType="afterGroup">
                            <p:stCondLst>
                              <p:cond delay="8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nodeType="afterGroup">
                            <p:stCondLst>
                              <p:cond delay="9000"/>
                            </p:stCondLst>
                            <p:childTnLst>
                              <p:par>
                                <p:cTn id="34" presetID="22" presetClass="entr" presetSubtype="8" fill="hold"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nodeType="afterGroup">
                            <p:stCondLst>
                              <p:cond delay="10000"/>
                            </p:stCondLst>
                            <p:childTnLst>
                              <p:par>
                                <p:cTn id="38" presetID="1" presetClass="exit" presetSubtype="0" fill="hold"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4" grpId="0" animBg="1"/>
      <p:bldP spid="453744" grpId="1" animBg="1"/>
      <p:bldP spid="453745" grpId="0" animBg="1"/>
      <p:bldP spid="453745" grpId="1" animBg="1"/>
    </p:bldLst>
  </p:timing>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8001" name="Freeform 45">
            <a:extLst>
              <a:ext uri="{FF2B5EF4-FFF2-40B4-BE49-F238E27FC236}">
                <a16:creationId xmlns:a16="http://schemas.microsoft.com/office/drawing/2014/main" id="{4D022B6B-15F6-C144-8193-4F9E0E7F66CD}"/>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2" name="Freeform 46">
            <a:extLst>
              <a:ext uri="{FF2B5EF4-FFF2-40B4-BE49-F238E27FC236}">
                <a16:creationId xmlns:a16="http://schemas.microsoft.com/office/drawing/2014/main" id="{B7AAB727-378F-CC48-9AA6-644659DE39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3" name="Line 47">
            <a:extLst>
              <a:ext uri="{FF2B5EF4-FFF2-40B4-BE49-F238E27FC236}">
                <a16:creationId xmlns:a16="http://schemas.microsoft.com/office/drawing/2014/main" id="{1F5AA473-BFF4-3448-9152-92BD83AC0DE2}"/>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4" name="Line 48">
            <a:extLst>
              <a:ext uri="{FF2B5EF4-FFF2-40B4-BE49-F238E27FC236}">
                <a16:creationId xmlns:a16="http://schemas.microsoft.com/office/drawing/2014/main" id="{6720973F-EBE4-9B4B-9AAB-A271866CB8A3}"/>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5" name="Line 49">
            <a:extLst>
              <a:ext uri="{FF2B5EF4-FFF2-40B4-BE49-F238E27FC236}">
                <a16:creationId xmlns:a16="http://schemas.microsoft.com/office/drawing/2014/main" id="{ACA980FB-5965-9B48-8AC2-A4C6248575C0}"/>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6" name="Text Box 50">
            <a:extLst>
              <a:ext uri="{FF2B5EF4-FFF2-40B4-BE49-F238E27FC236}">
                <a16:creationId xmlns:a16="http://schemas.microsoft.com/office/drawing/2014/main" id="{447FA09B-7DEB-AB42-A754-9B7CF7AFA980}"/>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7" name="Text Box 51">
            <a:extLst>
              <a:ext uri="{FF2B5EF4-FFF2-40B4-BE49-F238E27FC236}">
                <a16:creationId xmlns:a16="http://schemas.microsoft.com/office/drawing/2014/main" id="{0C2944D4-96C4-3647-8588-5545D7D5C3AD}"/>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8" name="Text Box 52">
            <a:extLst>
              <a:ext uri="{FF2B5EF4-FFF2-40B4-BE49-F238E27FC236}">
                <a16:creationId xmlns:a16="http://schemas.microsoft.com/office/drawing/2014/main" id="{A51A32EB-6147-5B48-B3DE-D7D8C5A22315}"/>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9" name="Text Box 53">
            <a:extLst>
              <a:ext uri="{FF2B5EF4-FFF2-40B4-BE49-F238E27FC236}">
                <a16:creationId xmlns:a16="http://schemas.microsoft.com/office/drawing/2014/main" id="{C06044E6-0A73-5242-B230-C29A4D74682A}"/>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0" name="Line 54">
            <a:extLst>
              <a:ext uri="{FF2B5EF4-FFF2-40B4-BE49-F238E27FC236}">
                <a16:creationId xmlns:a16="http://schemas.microsoft.com/office/drawing/2014/main" id="{4AF7362F-7C04-4442-BDA7-23739AFADFD1}"/>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1" name="Text Box 55">
            <a:extLst>
              <a:ext uri="{FF2B5EF4-FFF2-40B4-BE49-F238E27FC236}">
                <a16:creationId xmlns:a16="http://schemas.microsoft.com/office/drawing/2014/main" id="{9419D2DE-5DD1-4444-9C85-214D814F7770}"/>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2" name="Text Box 56">
            <a:extLst>
              <a:ext uri="{FF2B5EF4-FFF2-40B4-BE49-F238E27FC236}">
                <a16:creationId xmlns:a16="http://schemas.microsoft.com/office/drawing/2014/main" id="{EE2D0DBA-D3AE-1F43-81D1-12390F034FD4}"/>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3" name="Text Box 57">
            <a:extLst>
              <a:ext uri="{FF2B5EF4-FFF2-40B4-BE49-F238E27FC236}">
                <a16:creationId xmlns:a16="http://schemas.microsoft.com/office/drawing/2014/main" id="{DE155C4D-D375-4C4E-B890-7981D9222F9E}"/>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4" name="Line 58">
            <a:extLst>
              <a:ext uri="{FF2B5EF4-FFF2-40B4-BE49-F238E27FC236}">
                <a16:creationId xmlns:a16="http://schemas.microsoft.com/office/drawing/2014/main" id="{014F8B45-7F53-9445-ABB1-053E69CAD4D4}"/>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5" name="Freeform 59">
            <a:extLst>
              <a:ext uri="{FF2B5EF4-FFF2-40B4-BE49-F238E27FC236}">
                <a16:creationId xmlns:a16="http://schemas.microsoft.com/office/drawing/2014/main" id="{7DC36D23-854F-8245-A0EC-4EE1E838B45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6" name="Freeform 60">
            <a:extLst>
              <a:ext uri="{FF2B5EF4-FFF2-40B4-BE49-F238E27FC236}">
                <a16:creationId xmlns:a16="http://schemas.microsoft.com/office/drawing/2014/main" id="{8CEFAB1D-29A1-C341-ACA1-0544F3051B0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7" name="Text Box 61">
            <a:extLst>
              <a:ext uri="{FF2B5EF4-FFF2-40B4-BE49-F238E27FC236}">
                <a16:creationId xmlns:a16="http://schemas.microsoft.com/office/drawing/2014/main" id="{6DFF8A85-F61C-594C-9A6E-D5F4112641E9}"/>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8018" name="Picture 62">
            <a:extLst>
              <a:ext uri="{FF2B5EF4-FFF2-40B4-BE49-F238E27FC236}">
                <a16:creationId xmlns:a16="http://schemas.microsoft.com/office/drawing/2014/main" id="{5237EFD0-73B1-F241-93F8-D968BF1F37F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19" name="Picture 63">
            <a:extLst>
              <a:ext uri="{FF2B5EF4-FFF2-40B4-BE49-F238E27FC236}">
                <a16:creationId xmlns:a16="http://schemas.microsoft.com/office/drawing/2014/main" id="{D3A742AC-AA84-2749-A0F8-5BEC32F89CF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0" name="Picture 64">
            <a:extLst>
              <a:ext uri="{FF2B5EF4-FFF2-40B4-BE49-F238E27FC236}">
                <a16:creationId xmlns:a16="http://schemas.microsoft.com/office/drawing/2014/main" id="{457DF0BA-FD5A-B74B-AE77-BD0126EBD8F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1" name="Picture 65">
            <a:extLst>
              <a:ext uri="{FF2B5EF4-FFF2-40B4-BE49-F238E27FC236}">
                <a16:creationId xmlns:a16="http://schemas.microsoft.com/office/drawing/2014/main" id="{0824B21A-FF31-E649-A3EA-A8D10F3576E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2" name="AutoShape 66">
            <a:extLst>
              <a:ext uri="{FF2B5EF4-FFF2-40B4-BE49-F238E27FC236}">
                <a16:creationId xmlns:a16="http://schemas.microsoft.com/office/drawing/2014/main" id="{99501ADE-F332-3C4E-9882-6A76A47D8AC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23" name="Text Box 67">
            <a:extLst>
              <a:ext uri="{FF2B5EF4-FFF2-40B4-BE49-F238E27FC236}">
                <a16:creationId xmlns:a16="http://schemas.microsoft.com/office/drawing/2014/main" id="{97280BF4-30A6-3042-ABD4-9A846929FDBB}"/>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8024" name="Text Box 68">
            <a:extLst>
              <a:ext uri="{FF2B5EF4-FFF2-40B4-BE49-F238E27FC236}">
                <a16:creationId xmlns:a16="http://schemas.microsoft.com/office/drawing/2014/main" id="{725E3CC6-1529-1448-8D95-8A15D6D709BB}"/>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25" name="Text Box 70">
            <a:extLst>
              <a:ext uri="{FF2B5EF4-FFF2-40B4-BE49-F238E27FC236}">
                <a16:creationId xmlns:a16="http://schemas.microsoft.com/office/drawing/2014/main" id="{FEE7F89D-06F6-4840-BE0C-778246E8CF81}"/>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6" name="Text Box 71">
            <a:extLst>
              <a:ext uri="{FF2B5EF4-FFF2-40B4-BE49-F238E27FC236}">
                <a16:creationId xmlns:a16="http://schemas.microsoft.com/office/drawing/2014/main" id="{5E9DE7AF-47B5-0543-941D-36A8430160A6}"/>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7" name="Text Box 72">
            <a:extLst>
              <a:ext uri="{FF2B5EF4-FFF2-40B4-BE49-F238E27FC236}">
                <a16:creationId xmlns:a16="http://schemas.microsoft.com/office/drawing/2014/main" id="{0E0524F2-1E9E-0C46-9404-CC8CA454C071}"/>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8" name="Text Box 73">
            <a:extLst>
              <a:ext uri="{FF2B5EF4-FFF2-40B4-BE49-F238E27FC236}">
                <a16:creationId xmlns:a16="http://schemas.microsoft.com/office/drawing/2014/main" id="{DA48B201-1CB0-4F4E-AD7F-A30A22365060}"/>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29" name="Text Box 74">
            <a:extLst>
              <a:ext uri="{FF2B5EF4-FFF2-40B4-BE49-F238E27FC236}">
                <a16:creationId xmlns:a16="http://schemas.microsoft.com/office/drawing/2014/main" id="{88FA012A-543E-D84A-8476-47371A0F306F}"/>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0" name="Text Box 75">
            <a:extLst>
              <a:ext uri="{FF2B5EF4-FFF2-40B4-BE49-F238E27FC236}">
                <a16:creationId xmlns:a16="http://schemas.microsoft.com/office/drawing/2014/main" id="{A76D8A05-CCE8-3B47-B7DA-831CB636B862}"/>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1" name="Freeform 77">
            <a:extLst>
              <a:ext uri="{FF2B5EF4-FFF2-40B4-BE49-F238E27FC236}">
                <a16:creationId xmlns:a16="http://schemas.microsoft.com/office/drawing/2014/main" id="{83067ECF-E9B1-7A41-B367-FEB5FC4F9C63}"/>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2" name="Freeform 78">
            <a:extLst>
              <a:ext uri="{FF2B5EF4-FFF2-40B4-BE49-F238E27FC236}">
                <a16:creationId xmlns:a16="http://schemas.microsoft.com/office/drawing/2014/main" id="{7B8F1BC4-8488-824A-8D79-34D251837757}"/>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3" name="Line 79">
            <a:extLst>
              <a:ext uri="{FF2B5EF4-FFF2-40B4-BE49-F238E27FC236}">
                <a16:creationId xmlns:a16="http://schemas.microsoft.com/office/drawing/2014/main" id="{95A03501-28A0-384E-A116-1882AE2EDC4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4" name="Line 80">
            <a:extLst>
              <a:ext uri="{FF2B5EF4-FFF2-40B4-BE49-F238E27FC236}">
                <a16:creationId xmlns:a16="http://schemas.microsoft.com/office/drawing/2014/main" id="{3168E7F4-640D-C64D-97C3-1B501133BB1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5" name="AutoShape 81">
            <a:extLst>
              <a:ext uri="{FF2B5EF4-FFF2-40B4-BE49-F238E27FC236}">
                <a16:creationId xmlns:a16="http://schemas.microsoft.com/office/drawing/2014/main" id="{575DE31E-E93E-7746-84DE-D4A4FA02F07E}"/>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6" name="AutoShape 82">
            <a:extLst>
              <a:ext uri="{FF2B5EF4-FFF2-40B4-BE49-F238E27FC236}">
                <a16:creationId xmlns:a16="http://schemas.microsoft.com/office/drawing/2014/main" id="{90C44C9D-CD85-6545-8B95-2DFFB87A5CB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7" name="AutoShape 83">
            <a:extLst>
              <a:ext uri="{FF2B5EF4-FFF2-40B4-BE49-F238E27FC236}">
                <a16:creationId xmlns:a16="http://schemas.microsoft.com/office/drawing/2014/main" id="{471F4DF1-AD12-C141-9571-4DA00D42193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8" name="AutoShape 84">
            <a:extLst>
              <a:ext uri="{FF2B5EF4-FFF2-40B4-BE49-F238E27FC236}">
                <a16:creationId xmlns:a16="http://schemas.microsoft.com/office/drawing/2014/main" id="{3A115B47-A090-0546-B2A8-6919D088E2A9}"/>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28039" name="Group 85">
            <a:extLst>
              <a:ext uri="{FF2B5EF4-FFF2-40B4-BE49-F238E27FC236}">
                <a16:creationId xmlns:a16="http://schemas.microsoft.com/office/drawing/2014/main" id="{1D558FB1-29CC-F144-BD82-858ABF99C5D4}"/>
              </a:ext>
            </a:extLst>
          </p:cNvPr>
          <p:cNvGrpSpPr>
            <a:grpSpLocks/>
          </p:cNvGrpSpPr>
          <p:nvPr/>
        </p:nvGrpSpPr>
        <p:grpSpPr bwMode="auto">
          <a:xfrm>
            <a:off x="1170385" y="1815704"/>
            <a:ext cx="6841331" cy="1828800"/>
            <a:chOff x="96" y="1056"/>
            <a:chExt cx="5472" cy="1536"/>
          </a:xfrm>
        </p:grpSpPr>
        <p:sp>
          <p:nvSpPr>
            <p:cNvPr id="128109" name="Oval 86">
              <a:extLst>
                <a:ext uri="{FF2B5EF4-FFF2-40B4-BE49-F238E27FC236}">
                  <a16:creationId xmlns:a16="http://schemas.microsoft.com/office/drawing/2014/main" id="{1B6ACBA1-9279-104E-A2F8-D02CC48EA060}"/>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0" name="Oval 87">
              <a:extLst>
                <a:ext uri="{FF2B5EF4-FFF2-40B4-BE49-F238E27FC236}">
                  <a16:creationId xmlns:a16="http://schemas.microsoft.com/office/drawing/2014/main" id="{C8828213-6C76-2E42-A75B-D7B7F9B3728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1" name="Oval 88">
              <a:extLst>
                <a:ext uri="{FF2B5EF4-FFF2-40B4-BE49-F238E27FC236}">
                  <a16:creationId xmlns:a16="http://schemas.microsoft.com/office/drawing/2014/main" id="{A46C0418-9D69-A14E-B757-AE1DD9F65B1C}"/>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2" name="Oval 89">
              <a:extLst>
                <a:ext uri="{FF2B5EF4-FFF2-40B4-BE49-F238E27FC236}">
                  <a16:creationId xmlns:a16="http://schemas.microsoft.com/office/drawing/2014/main" id="{14837547-5E40-4B48-A494-278521AEE6A7}"/>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3" name="Oval 90">
              <a:extLst>
                <a:ext uri="{FF2B5EF4-FFF2-40B4-BE49-F238E27FC236}">
                  <a16:creationId xmlns:a16="http://schemas.microsoft.com/office/drawing/2014/main" id="{857CFAF7-CC7C-294F-9AA5-56DB184D9005}"/>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4" name="Oval 91">
              <a:extLst>
                <a:ext uri="{FF2B5EF4-FFF2-40B4-BE49-F238E27FC236}">
                  <a16:creationId xmlns:a16="http://schemas.microsoft.com/office/drawing/2014/main" id="{4B2B9891-3812-C849-A7C1-18EB1D32020F}"/>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5" name="Oval 92">
              <a:extLst>
                <a:ext uri="{FF2B5EF4-FFF2-40B4-BE49-F238E27FC236}">
                  <a16:creationId xmlns:a16="http://schemas.microsoft.com/office/drawing/2014/main" id="{DB733B72-5B0F-8D41-8295-102677731E61}"/>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6" name="Oval 93">
              <a:extLst>
                <a:ext uri="{FF2B5EF4-FFF2-40B4-BE49-F238E27FC236}">
                  <a16:creationId xmlns:a16="http://schemas.microsoft.com/office/drawing/2014/main" id="{86FFFFAA-2953-6B40-8E57-BC6F0B9BE7CC}"/>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28040" name="Line 94">
            <a:extLst>
              <a:ext uri="{FF2B5EF4-FFF2-40B4-BE49-F238E27FC236}">
                <a16:creationId xmlns:a16="http://schemas.microsoft.com/office/drawing/2014/main" id="{33B40334-DCA6-4E4A-9407-0CDE12ABD63D}"/>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28041" name="Group 95">
            <a:extLst>
              <a:ext uri="{FF2B5EF4-FFF2-40B4-BE49-F238E27FC236}">
                <a16:creationId xmlns:a16="http://schemas.microsoft.com/office/drawing/2014/main" id="{988F4E51-BA40-354A-9E7C-F92E22C221C3}"/>
              </a:ext>
            </a:extLst>
          </p:cNvPr>
          <p:cNvGrpSpPr>
            <a:grpSpLocks/>
          </p:cNvGrpSpPr>
          <p:nvPr/>
        </p:nvGrpSpPr>
        <p:grpSpPr bwMode="auto">
          <a:xfrm>
            <a:off x="1314450" y="1815704"/>
            <a:ext cx="514350" cy="1085850"/>
            <a:chOff x="672" y="528"/>
            <a:chExt cx="432" cy="912"/>
          </a:xfrm>
        </p:grpSpPr>
        <p:sp>
          <p:nvSpPr>
            <p:cNvPr id="128106" name="AutoShape 96">
              <a:extLst>
                <a:ext uri="{FF2B5EF4-FFF2-40B4-BE49-F238E27FC236}">
                  <a16:creationId xmlns:a16="http://schemas.microsoft.com/office/drawing/2014/main" id="{4ED4EAB3-3A0E-9947-BD4F-E77CB505361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7" name="AutoShape 97">
              <a:extLst>
                <a:ext uri="{FF2B5EF4-FFF2-40B4-BE49-F238E27FC236}">
                  <a16:creationId xmlns:a16="http://schemas.microsoft.com/office/drawing/2014/main" id="{01B40866-8FD2-3744-9E39-7F7D676B3069}"/>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8" name="AutoShape 98">
              <a:extLst>
                <a:ext uri="{FF2B5EF4-FFF2-40B4-BE49-F238E27FC236}">
                  <a16:creationId xmlns:a16="http://schemas.microsoft.com/office/drawing/2014/main" id="{5B486CA6-C72C-7341-BD63-14C36CE5EA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42" name="Text Box 99">
            <a:extLst>
              <a:ext uri="{FF2B5EF4-FFF2-40B4-BE49-F238E27FC236}">
                <a16:creationId xmlns:a16="http://schemas.microsoft.com/office/drawing/2014/main" id="{8824FE74-7C08-5243-8323-1AB19B032BB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3" name="Text Box 100">
            <a:extLst>
              <a:ext uri="{FF2B5EF4-FFF2-40B4-BE49-F238E27FC236}">
                <a16:creationId xmlns:a16="http://schemas.microsoft.com/office/drawing/2014/main" id="{5F0543CA-E770-5C46-B2A5-C5862E777EF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4" name="Text Box 101">
            <a:extLst>
              <a:ext uri="{FF2B5EF4-FFF2-40B4-BE49-F238E27FC236}">
                <a16:creationId xmlns:a16="http://schemas.microsoft.com/office/drawing/2014/main" id="{1577E717-4480-1347-8CA9-59A4E74D531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5" name="Text Box 102">
            <a:extLst>
              <a:ext uri="{FF2B5EF4-FFF2-40B4-BE49-F238E27FC236}">
                <a16:creationId xmlns:a16="http://schemas.microsoft.com/office/drawing/2014/main" id="{38AE2694-D247-004A-B622-4AA4849747E9}"/>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6" name="Text Box 103">
            <a:extLst>
              <a:ext uri="{FF2B5EF4-FFF2-40B4-BE49-F238E27FC236}">
                <a16:creationId xmlns:a16="http://schemas.microsoft.com/office/drawing/2014/main" id="{EAE0A4EF-1ABD-7648-A4BE-4C63AA547B4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7" name="Line 104">
            <a:extLst>
              <a:ext uri="{FF2B5EF4-FFF2-40B4-BE49-F238E27FC236}">
                <a16:creationId xmlns:a16="http://schemas.microsoft.com/office/drawing/2014/main" id="{28679CC7-F9E5-274C-B419-59F3151D3F5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8" name="Line 105">
            <a:extLst>
              <a:ext uri="{FF2B5EF4-FFF2-40B4-BE49-F238E27FC236}">
                <a16:creationId xmlns:a16="http://schemas.microsoft.com/office/drawing/2014/main" id="{C885A7CD-73E1-8545-8A6D-E1E6FC50BFF7}"/>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9" name="Text Box 106">
            <a:extLst>
              <a:ext uri="{FF2B5EF4-FFF2-40B4-BE49-F238E27FC236}">
                <a16:creationId xmlns:a16="http://schemas.microsoft.com/office/drawing/2014/main" id="{5729346D-3A44-334A-BAFC-90D9396644C7}"/>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0" name="Text Box 107">
            <a:extLst>
              <a:ext uri="{FF2B5EF4-FFF2-40B4-BE49-F238E27FC236}">
                <a16:creationId xmlns:a16="http://schemas.microsoft.com/office/drawing/2014/main" id="{E64201B3-C1D9-2147-8CFF-251204B463C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1" name="Text Box 108">
            <a:extLst>
              <a:ext uri="{FF2B5EF4-FFF2-40B4-BE49-F238E27FC236}">
                <a16:creationId xmlns:a16="http://schemas.microsoft.com/office/drawing/2014/main" id="{9E54308E-E455-7946-BEC7-751C593E6E0C}"/>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2" name="Text Box 109">
            <a:extLst>
              <a:ext uri="{FF2B5EF4-FFF2-40B4-BE49-F238E27FC236}">
                <a16:creationId xmlns:a16="http://schemas.microsoft.com/office/drawing/2014/main" id="{58C5E053-1881-7A4D-B72E-9EFA553ECA45}"/>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3" name="Text Box 110">
            <a:extLst>
              <a:ext uri="{FF2B5EF4-FFF2-40B4-BE49-F238E27FC236}">
                <a16:creationId xmlns:a16="http://schemas.microsoft.com/office/drawing/2014/main" id="{A4AAA064-E7F8-E34B-BB4D-98E819DBC32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4" name="AutoShape 111">
            <a:extLst>
              <a:ext uri="{FF2B5EF4-FFF2-40B4-BE49-F238E27FC236}">
                <a16:creationId xmlns:a16="http://schemas.microsoft.com/office/drawing/2014/main" id="{6FD628EB-DBBF-7B4D-AB08-02E443607E5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55" name="Text Box 112">
            <a:extLst>
              <a:ext uri="{FF2B5EF4-FFF2-40B4-BE49-F238E27FC236}">
                <a16:creationId xmlns:a16="http://schemas.microsoft.com/office/drawing/2014/main" id="{8055EDFC-75BA-204C-B7C9-E115F0BE2AF4}"/>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6" name="Text Box 113">
            <a:extLst>
              <a:ext uri="{FF2B5EF4-FFF2-40B4-BE49-F238E27FC236}">
                <a16:creationId xmlns:a16="http://schemas.microsoft.com/office/drawing/2014/main" id="{40BD1E27-B18E-5749-87CA-ADBE2A6F6D6D}"/>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28057" name="Text Box 114">
            <a:extLst>
              <a:ext uri="{FF2B5EF4-FFF2-40B4-BE49-F238E27FC236}">
                <a16:creationId xmlns:a16="http://schemas.microsoft.com/office/drawing/2014/main" id="{A4237C87-6032-6446-A98C-F18052C4E60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28058" name="Group 115">
            <a:extLst>
              <a:ext uri="{FF2B5EF4-FFF2-40B4-BE49-F238E27FC236}">
                <a16:creationId xmlns:a16="http://schemas.microsoft.com/office/drawing/2014/main" id="{5DC42C4E-945B-F14E-A824-3F9D17D5341B}"/>
              </a:ext>
            </a:extLst>
          </p:cNvPr>
          <p:cNvGrpSpPr>
            <a:grpSpLocks/>
          </p:cNvGrpSpPr>
          <p:nvPr/>
        </p:nvGrpSpPr>
        <p:grpSpPr bwMode="auto">
          <a:xfrm>
            <a:off x="7258050" y="1815704"/>
            <a:ext cx="514350" cy="1085850"/>
            <a:chOff x="672" y="528"/>
            <a:chExt cx="432" cy="912"/>
          </a:xfrm>
        </p:grpSpPr>
        <p:sp>
          <p:nvSpPr>
            <p:cNvPr id="128103" name="AutoShape 116">
              <a:extLst>
                <a:ext uri="{FF2B5EF4-FFF2-40B4-BE49-F238E27FC236}">
                  <a16:creationId xmlns:a16="http://schemas.microsoft.com/office/drawing/2014/main" id="{B0DA459C-E904-BC46-940F-CEB1889C94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4" name="AutoShape 117">
              <a:extLst>
                <a:ext uri="{FF2B5EF4-FFF2-40B4-BE49-F238E27FC236}">
                  <a16:creationId xmlns:a16="http://schemas.microsoft.com/office/drawing/2014/main" id="{A50476DC-A29F-E440-964A-ABBC35E1FD1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5" name="AutoShape 118">
              <a:extLst>
                <a:ext uri="{FF2B5EF4-FFF2-40B4-BE49-F238E27FC236}">
                  <a16:creationId xmlns:a16="http://schemas.microsoft.com/office/drawing/2014/main" id="{870CA807-58D2-2F45-90E2-0311C5EE51B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59" name="Text Box 119">
            <a:extLst>
              <a:ext uri="{FF2B5EF4-FFF2-40B4-BE49-F238E27FC236}">
                <a16:creationId xmlns:a16="http://schemas.microsoft.com/office/drawing/2014/main" id="{72F34120-B2C8-0645-9D57-F88B9CB4792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0" name="Text Box 120">
            <a:extLst>
              <a:ext uri="{FF2B5EF4-FFF2-40B4-BE49-F238E27FC236}">
                <a16:creationId xmlns:a16="http://schemas.microsoft.com/office/drawing/2014/main" id="{4AAD341E-2583-164E-894A-70A7D5FB24F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1" name="Text Box 121">
            <a:extLst>
              <a:ext uri="{FF2B5EF4-FFF2-40B4-BE49-F238E27FC236}">
                <a16:creationId xmlns:a16="http://schemas.microsoft.com/office/drawing/2014/main" id="{CAF854F0-4867-2941-A4B4-8FBB43A1A97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2" name="Line 122">
            <a:extLst>
              <a:ext uri="{FF2B5EF4-FFF2-40B4-BE49-F238E27FC236}">
                <a16:creationId xmlns:a16="http://schemas.microsoft.com/office/drawing/2014/main" id="{233E0515-125C-FF43-8E13-E15ABCC7FCB2}"/>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3" name="AutoShape 123">
            <a:extLst>
              <a:ext uri="{FF2B5EF4-FFF2-40B4-BE49-F238E27FC236}">
                <a16:creationId xmlns:a16="http://schemas.microsoft.com/office/drawing/2014/main" id="{81D8388F-9B1A-3345-A861-0DE2A17490B0}"/>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64" name="Line 124">
            <a:extLst>
              <a:ext uri="{FF2B5EF4-FFF2-40B4-BE49-F238E27FC236}">
                <a16:creationId xmlns:a16="http://schemas.microsoft.com/office/drawing/2014/main" id="{CB92463F-C457-F14C-B0B3-A1193829C19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5" name="Text Box 125">
            <a:extLst>
              <a:ext uri="{FF2B5EF4-FFF2-40B4-BE49-F238E27FC236}">
                <a16:creationId xmlns:a16="http://schemas.microsoft.com/office/drawing/2014/main" id="{8104CBA0-1DEF-CF49-901B-481265FC83C0}"/>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6" name="Line 126">
            <a:extLst>
              <a:ext uri="{FF2B5EF4-FFF2-40B4-BE49-F238E27FC236}">
                <a16:creationId xmlns:a16="http://schemas.microsoft.com/office/drawing/2014/main" id="{1B2E6E89-3361-5446-BD16-075B061A907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7" name="Freeform 127">
            <a:extLst>
              <a:ext uri="{FF2B5EF4-FFF2-40B4-BE49-F238E27FC236}">
                <a16:creationId xmlns:a16="http://schemas.microsoft.com/office/drawing/2014/main" id="{AE8ECC04-46B8-114E-8D44-5F3703126F5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8" name="Freeform 128">
            <a:extLst>
              <a:ext uri="{FF2B5EF4-FFF2-40B4-BE49-F238E27FC236}">
                <a16:creationId xmlns:a16="http://schemas.microsoft.com/office/drawing/2014/main" id="{59E7B05B-96EE-7C48-BA48-E9D3F51B1292}"/>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9" name="Text Box 129">
            <a:extLst>
              <a:ext uri="{FF2B5EF4-FFF2-40B4-BE49-F238E27FC236}">
                <a16:creationId xmlns:a16="http://schemas.microsoft.com/office/drawing/2014/main" id="{EC9BE704-239E-C948-A4AE-8CF9A7AD65E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28070" name="Group 130">
            <a:extLst>
              <a:ext uri="{FF2B5EF4-FFF2-40B4-BE49-F238E27FC236}">
                <a16:creationId xmlns:a16="http://schemas.microsoft.com/office/drawing/2014/main" id="{2712B417-44F8-774C-A947-0BE0CE31E8BE}"/>
              </a:ext>
            </a:extLst>
          </p:cNvPr>
          <p:cNvGrpSpPr>
            <a:grpSpLocks/>
          </p:cNvGrpSpPr>
          <p:nvPr/>
        </p:nvGrpSpPr>
        <p:grpSpPr bwMode="auto">
          <a:xfrm>
            <a:off x="2000250" y="2365772"/>
            <a:ext cx="1085850" cy="285750"/>
            <a:chOff x="1632" y="2688"/>
            <a:chExt cx="912" cy="240"/>
          </a:xfrm>
        </p:grpSpPr>
        <p:sp>
          <p:nvSpPr>
            <p:cNvPr id="128101" name="Rectangle 131">
              <a:extLst>
                <a:ext uri="{FF2B5EF4-FFF2-40B4-BE49-F238E27FC236}">
                  <a16:creationId xmlns:a16="http://schemas.microsoft.com/office/drawing/2014/main" id="{68009342-E77B-6648-A3DF-6A375D0E2266}"/>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2" name="AutoShape 132">
              <a:extLst>
                <a:ext uri="{FF2B5EF4-FFF2-40B4-BE49-F238E27FC236}">
                  <a16:creationId xmlns:a16="http://schemas.microsoft.com/office/drawing/2014/main" id="{1000D2E0-DF54-7849-B999-E4B1B5F01CF8}"/>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1" name="Group 133">
            <a:extLst>
              <a:ext uri="{FF2B5EF4-FFF2-40B4-BE49-F238E27FC236}">
                <a16:creationId xmlns:a16="http://schemas.microsoft.com/office/drawing/2014/main" id="{8AAC44C1-58B0-794D-936C-B717D7FA384A}"/>
              </a:ext>
            </a:extLst>
          </p:cNvPr>
          <p:cNvGrpSpPr>
            <a:grpSpLocks/>
          </p:cNvGrpSpPr>
          <p:nvPr/>
        </p:nvGrpSpPr>
        <p:grpSpPr bwMode="auto">
          <a:xfrm>
            <a:off x="3943350" y="2365772"/>
            <a:ext cx="1085850" cy="285750"/>
            <a:chOff x="1632" y="2688"/>
            <a:chExt cx="912" cy="240"/>
          </a:xfrm>
        </p:grpSpPr>
        <p:sp>
          <p:nvSpPr>
            <p:cNvPr id="128099" name="Rectangle 134">
              <a:extLst>
                <a:ext uri="{FF2B5EF4-FFF2-40B4-BE49-F238E27FC236}">
                  <a16:creationId xmlns:a16="http://schemas.microsoft.com/office/drawing/2014/main" id="{F34F1094-E621-7741-8910-7E293D7DF39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0" name="AutoShape 135">
              <a:extLst>
                <a:ext uri="{FF2B5EF4-FFF2-40B4-BE49-F238E27FC236}">
                  <a16:creationId xmlns:a16="http://schemas.microsoft.com/office/drawing/2014/main" id="{2B18FD97-96B3-8448-88C5-8914C09D691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2" name="Group 136">
            <a:extLst>
              <a:ext uri="{FF2B5EF4-FFF2-40B4-BE49-F238E27FC236}">
                <a16:creationId xmlns:a16="http://schemas.microsoft.com/office/drawing/2014/main" id="{C1EE4DE1-9EA7-5E43-9699-0B7A1AC67C4A}"/>
              </a:ext>
            </a:extLst>
          </p:cNvPr>
          <p:cNvGrpSpPr>
            <a:grpSpLocks/>
          </p:cNvGrpSpPr>
          <p:nvPr/>
        </p:nvGrpSpPr>
        <p:grpSpPr bwMode="auto">
          <a:xfrm>
            <a:off x="6000750" y="2365772"/>
            <a:ext cx="1085850" cy="285750"/>
            <a:chOff x="1632" y="2688"/>
            <a:chExt cx="912" cy="240"/>
          </a:xfrm>
        </p:grpSpPr>
        <p:sp>
          <p:nvSpPr>
            <p:cNvPr id="128097" name="Rectangle 137">
              <a:extLst>
                <a:ext uri="{FF2B5EF4-FFF2-40B4-BE49-F238E27FC236}">
                  <a16:creationId xmlns:a16="http://schemas.microsoft.com/office/drawing/2014/main" id="{E67C6B6C-B40E-4541-8398-B22A322F40FB}"/>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8" name="AutoShape 138">
              <a:extLst>
                <a:ext uri="{FF2B5EF4-FFF2-40B4-BE49-F238E27FC236}">
                  <a16:creationId xmlns:a16="http://schemas.microsoft.com/office/drawing/2014/main" id="{ACC89015-067A-CA43-A43D-044912D78A3D}"/>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3" name="Group 139">
            <a:extLst>
              <a:ext uri="{FF2B5EF4-FFF2-40B4-BE49-F238E27FC236}">
                <a16:creationId xmlns:a16="http://schemas.microsoft.com/office/drawing/2014/main" id="{C039AA14-8DFB-334F-A1E3-8F4CF8F69D56}"/>
              </a:ext>
            </a:extLst>
          </p:cNvPr>
          <p:cNvGrpSpPr>
            <a:grpSpLocks/>
          </p:cNvGrpSpPr>
          <p:nvPr/>
        </p:nvGrpSpPr>
        <p:grpSpPr bwMode="auto">
          <a:xfrm>
            <a:off x="1600200" y="4194572"/>
            <a:ext cx="1485900" cy="285750"/>
            <a:chOff x="480" y="3120"/>
            <a:chExt cx="1248" cy="240"/>
          </a:xfrm>
        </p:grpSpPr>
        <p:sp>
          <p:nvSpPr>
            <p:cNvPr id="128095" name="Rectangle 140">
              <a:extLst>
                <a:ext uri="{FF2B5EF4-FFF2-40B4-BE49-F238E27FC236}">
                  <a16:creationId xmlns:a16="http://schemas.microsoft.com/office/drawing/2014/main" id="{DADA6BD5-5005-1D41-9C82-72B5887E90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28096" name="AutoShape 141">
              <a:extLst>
                <a:ext uri="{FF2B5EF4-FFF2-40B4-BE49-F238E27FC236}">
                  <a16:creationId xmlns:a16="http://schemas.microsoft.com/office/drawing/2014/main" id="{0983362C-6F73-E849-B950-B5EEF2B278B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4" name="Group 142">
            <a:extLst>
              <a:ext uri="{FF2B5EF4-FFF2-40B4-BE49-F238E27FC236}">
                <a16:creationId xmlns:a16="http://schemas.microsoft.com/office/drawing/2014/main" id="{D5A376D9-9483-5240-BDD7-8D1B3B522173}"/>
              </a:ext>
            </a:extLst>
          </p:cNvPr>
          <p:cNvGrpSpPr>
            <a:grpSpLocks/>
          </p:cNvGrpSpPr>
          <p:nvPr/>
        </p:nvGrpSpPr>
        <p:grpSpPr bwMode="auto">
          <a:xfrm>
            <a:off x="3771900" y="4194572"/>
            <a:ext cx="1485900" cy="285750"/>
            <a:chOff x="480" y="3120"/>
            <a:chExt cx="1248" cy="240"/>
          </a:xfrm>
        </p:grpSpPr>
        <p:sp>
          <p:nvSpPr>
            <p:cNvPr id="128093" name="Rectangle 143">
              <a:extLst>
                <a:ext uri="{FF2B5EF4-FFF2-40B4-BE49-F238E27FC236}">
                  <a16:creationId xmlns:a16="http://schemas.microsoft.com/office/drawing/2014/main" id="{5CD25597-D567-F14D-B0AD-8D971E6B505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28094" name="AutoShape 144">
              <a:extLst>
                <a:ext uri="{FF2B5EF4-FFF2-40B4-BE49-F238E27FC236}">
                  <a16:creationId xmlns:a16="http://schemas.microsoft.com/office/drawing/2014/main" id="{68115FB3-4AB7-2B42-A960-AA87CBEE7C9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5" name="Group 145">
            <a:extLst>
              <a:ext uri="{FF2B5EF4-FFF2-40B4-BE49-F238E27FC236}">
                <a16:creationId xmlns:a16="http://schemas.microsoft.com/office/drawing/2014/main" id="{418BACC8-A5AB-F347-BC65-CA0CDC2A00D4}"/>
              </a:ext>
            </a:extLst>
          </p:cNvPr>
          <p:cNvGrpSpPr>
            <a:grpSpLocks/>
          </p:cNvGrpSpPr>
          <p:nvPr/>
        </p:nvGrpSpPr>
        <p:grpSpPr bwMode="auto">
          <a:xfrm>
            <a:off x="5943600" y="4194572"/>
            <a:ext cx="1485900" cy="285750"/>
            <a:chOff x="480" y="3120"/>
            <a:chExt cx="1248" cy="240"/>
          </a:xfrm>
        </p:grpSpPr>
        <p:sp>
          <p:nvSpPr>
            <p:cNvPr id="128091" name="Rectangle 146">
              <a:extLst>
                <a:ext uri="{FF2B5EF4-FFF2-40B4-BE49-F238E27FC236}">
                  <a16:creationId xmlns:a16="http://schemas.microsoft.com/office/drawing/2014/main" id="{AED8D5E1-556A-EF48-8888-7BB0C8270760}"/>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2" name="AutoShape 147">
              <a:extLst>
                <a:ext uri="{FF2B5EF4-FFF2-40B4-BE49-F238E27FC236}">
                  <a16:creationId xmlns:a16="http://schemas.microsoft.com/office/drawing/2014/main" id="{987199D2-0B76-B745-A6D6-BD7D09B1AA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76" name="Text Box 148">
            <a:extLst>
              <a:ext uri="{FF2B5EF4-FFF2-40B4-BE49-F238E27FC236}">
                <a16:creationId xmlns:a16="http://schemas.microsoft.com/office/drawing/2014/main" id="{89C7A6A7-29D6-194A-B84A-70522145C1AC}"/>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7" name="Text Box 149">
            <a:extLst>
              <a:ext uri="{FF2B5EF4-FFF2-40B4-BE49-F238E27FC236}">
                <a16:creationId xmlns:a16="http://schemas.microsoft.com/office/drawing/2014/main" id="{38EE9E67-02E0-3F48-83F1-CC4D68995D2C}"/>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8" name="AutoShape 150">
            <a:extLst>
              <a:ext uri="{FF2B5EF4-FFF2-40B4-BE49-F238E27FC236}">
                <a16:creationId xmlns:a16="http://schemas.microsoft.com/office/drawing/2014/main" id="{9D2BA02A-C822-5D42-A4D6-AA6ED40BBF98}"/>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79" name="Text Box 151">
            <a:extLst>
              <a:ext uri="{FF2B5EF4-FFF2-40B4-BE49-F238E27FC236}">
                <a16:creationId xmlns:a16="http://schemas.microsoft.com/office/drawing/2014/main" id="{0A983D68-15DF-C24F-A1ED-7A5718386B14}"/>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220318" name="Text Box 158">
            <a:extLst>
              <a:ext uri="{FF2B5EF4-FFF2-40B4-BE49-F238E27FC236}">
                <a16:creationId xmlns:a16="http://schemas.microsoft.com/office/drawing/2014/main" id="{FF8B4D34-1AA2-9647-844F-D2540DFBB099}"/>
              </a:ext>
            </a:extLst>
          </p:cNvPr>
          <p:cNvSpPr txBox="1">
            <a:spLocks noChangeArrowheads="1"/>
          </p:cNvSpPr>
          <p:nvPr/>
        </p:nvSpPr>
        <p:spPr bwMode="auto">
          <a:xfrm>
            <a:off x="2303860" y="33338"/>
            <a:ext cx="4493538" cy="461665"/>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从协议栈的层次上看数据的流动</a:t>
            </a:r>
          </a:p>
        </p:txBody>
      </p:sp>
      <p:sp>
        <p:nvSpPr>
          <p:cNvPr id="220319" name="Line 159">
            <a:extLst>
              <a:ext uri="{FF2B5EF4-FFF2-40B4-BE49-F238E27FC236}">
                <a16:creationId xmlns:a16="http://schemas.microsoft.com/office/drawing/2014/main" id="{CD8B9840-C29D-DE4F-BCE0-35ACC1933198}"/>
              </a:ext>
            </a:extLst>
          </p:cNvPr>
          <p:cNvSpPr>
            <a:spLocks noChangeShapeType="1"/>
          </p:cNvSpPr>
          <p:nvPr/>
        </p:nvSpPr>
        <p:spPr bwMode="auto">
          <a:xfrm>
            <a:off x="1494235" y="2031207"/>
            <a:ext cx="0" cy="199906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1" name="Line 161">
            <a:extLst>
              <a:ext uri="{FF2B5EF4-FFF2-40B4-BE49-F238E27FC236}">
                <a16:creationId xmlns:a16="http://schemas.microsoft.com/office/drawing/2014/main" id="{984BBE55-22DA-5D4C-A603-F40EDD6A2CC3}"/>
              </a:ext>
            </a:extLst>
          </p:cNvPr>
          <p:cNvSpPr>
            <a:spLocks noChangeShapeType="1"/>
          </p:cNvSpPr>
          <p:nvPr/>
        </p:nvSpPr>
        <p:spPr bwMode="auto">
          <a:xfrm>
            <a:off x="1494235"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3" name="Line 163">
            <a:extLst>
              <a:ext uri="{FF2B5EF4-FFF2-40B4-BE49-F238E27FC236}">
                <a16:creationId xmlns:a16="http://schemas.microsoft.com/office/drawing/2014/main" id="{FBDCA6CF-9436-4042-9922-AC84F6DD6758}"/>
              </a:ext>
            </a:extLst>
          </p:cNvPr>
          <p:cNvSpPr>
            <a:spLocks noChangeShapeType="1"/>
          </p:cNvSpPr>
          <p:nvPr/>
        </p:nvSpPr>
        <p:spPr bwMode="auto">
          <a:xfrm flipV="1">
            <a:off x="3275410"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4" name="Line 164">
            <a:extLst>
              <a:ext uri="{FF2B5EF4-FFF2-40B4-BE49-F238E27FC236}">
                <a16:creationId xmlns:a16="http://schemas.microsoft.com/office/drawing/2014/main" id="{76478553-E012-B347-8E5F-4177C9F53429}"/>
              </a:ext>
            </a:extLst>
          </p:cNvPr>
          <p:cNvSpPr>
            <a:spLocks noChangeShapeType="1"/>
          </p:cNvSpPr>
          <p:nvPr/>
        </p:nvSpPr>
        <p:spPr bwMode="auto">
          <a:xfrm>
            <a:off x="3437335"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5" name="Line 165">
            <a:extLst>
              <a:ext uri="{FF2B5EF4-FFF2-40B4-BE49-F238E27FC236}">
                <a16:creationId xmlns:a16="http://schemas.microsoft.com/office/drawing/2014/main" id="{AFD9741F-549D-8443-BA21-219BE7557772}"/>
              </a:ext>
            </a:extLst>
          </p:cNvPr>
          <p:cNvSpPr>
            <a:spLocks noChangeShapeType="1"/>
          </p:cNvSpPr>
          <p:nvPr/>
        </p:nvSpPr>
        <p:spPr bwMode="auto">
          <a:xfrm>
            <a:off x="3708797"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8" name="Line 168">
            <a:extLst>
              <a:ext uri="{FF2B5EF4-FFF2-40B4-BE49-F238E27FC236}">
                <a16:creationId xmlns:a16="http://schemas.microsoft.com/office/drawing/2014/main" id="{6EE27903-8F7D-1942-A820-4F1F905FC27A}"/>
              </a:ext>
            </a:extLst>
          </p:cNvPr>
          <p:cNvSpPr>
            <a:spLocks noChangeShapeType="1"/>
          </p:cNvSpPr>
          <p:nvPr/>
        </p:nvSpPr>
        <p:spPr bwMode="auto">
          <a:xfrm flipV="1">
            <a:off x="5274469"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9" name="Line 169">
            <a:extLst>
              <a:ext uri="{FF2B5EF4-FFF2-40B4-BE49-F238E27FC236}">
                <a16:creationId xmlns:a16="http://schemas.microsoft.com/office/drawing/2014/main" id="{AD67B0CD-6A08-D141-88D2-1403DB1594BD}"/>
              </a:ext>
            </a:extLst>
          </p:cNvPr>
          <p:cNvSpPr>
            <a:spLocks noChangeShapeType="1"/>
          </p:cNvSpPr>
          <p:nvPr/>
        </p:nvSpPr>
        <p:spPr bwMode="auto">
          <a:xfrm>
            <a:off x="5436394"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0" name="Line 170">
            <a:extLst>
              <a:ext uri="{FF2B5EF4-FFF2-40B4-BE49-F238E27FC236}">
                <a16:creationId xmlns:a16="http://schemas.microsoft.com/office/drawing/2014/main" id="{A53982B5-65D6-2748-89B7-7F82B348A2B7}"/>
              </a:ext>
            </a:extLst>
          </p:cNvPr>
          <p:cNvSpPr>
            <a:spLocks noChangeShapeType="1"/>
          </p:cNvSpPr>
          <p:nvPr/>
        </p:nvSpPr>
        <p:spPr bwMode="auto">
          <a:xfrm>
            <a:off x="5922169"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1" name="Line 171">
            <a:extLst>
              <a:ext uri="{FF2B5EF4-FFF2-40B4-BE49-F238E27FC236}">
                <a16:creationId xmlns:a16="http://schemas.microsoft.com/office/drawing/2014/main" id="{14A21DFD-F17C-A346-ADDC-3A77455BB3DF}"/>
              </a:ext>
            </a:extLst>
          </p:cNvPr>
          <p:cNvSpPr>
            <a:spLocks noChangeShapeType="1"/>
          </p:cNvSpPr>
          <p:nvPr/>
        </p:nvSpPr>
        <p:spPr bwMode="auto">
          <a:xfrm flipV="1">
            <a:off x="7434263" y="2084785"/>
            <a:ext cx="0" cy="199905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28090" name="幻灯片编号占位符 1">
            <a:extLst>
              <a:ext uri="{FF2B5EF4-FFF2-40B4-BE49-F238E27FC236}">
                <a16:creationId xmlns:a16="http://schemas.microsoft.com/office/drawing/2014/main" id="{0C3DBBF6-C82E-524B-B3AC-7EF194ED647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B2C1CD5-5F69-5A44-9EA4-95C6C02B427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28268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1" fill="hold"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nodeType="afterGroup">
                            <p:stCondLst>
                              <p:cond delay="4000"/>
                            </p:stCondLst>
                            <p:childTnLst>
                              <p:par>
                                <p:cTn id="12" presetID="22" presetClass="entr" presetSubtype="8" fill="hold"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nodeType="afterGroup">
                            <p:stCondLst>
                              <p:cond delay="5000"/>
                            </p:stCondLst>
                            <p:childTnLst>
                              <p:par>
                                <p:cTn id="16" presetID="22" presetClass="entr" presetSubtype="4" fill="hold"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nodeType="afterGroup">
                            <p:stCondLst>
                              <p:cond delay="6000"/>
                            </p:stCondLst>
                            <p:childTnLst>
                              <p:par>
                                <p:cTn id="20" presetID="22" presetClass="entr" presetSubtype="1" fill="hold"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nodeType="afterGroup">
                            <p:stCondLst>
                              <p:cond delay="7000"/>
                            </p:stCondLst>
                            <p:childTnLst>
                              <p:par>
                                <p:cTn id="24" presetID="22" presetClass="entr" presetSubtype="8" fill="hold"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nodeType="afterGroup">
                            <p:stCondLst>
                              <p:cond delay="8000"/>
                            </p:stCondLst>
                            <p:childTnLst>
                              <p:par>
                                <p:cTn id="28" presetID="22" presetClass="entr" presetSubtype="4" fill="hold"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nodeType="afterGroup">
                            <p:stCondLst>
                              <p:cond delay="9000"/>
                            </p:stCondLst>
                            <p:childTnLst>
                              <p:par>
                                <p:cTn id="32" presetID="22" presetClass="entr" presetSubtype="1" fill="hold"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nodeType="afterGroup">
                            <p:stCondLst>
                              <p:cond delay="10000"/>
                            </p:stCondLst>
                            <p:childTnLst>
                              <p:par>
                                <p:cTn id="36" presetID="22" presetClass="entr" presetSubtype="8" fill="hold"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nodeType="afterGroup">
                            <p:stCondLst>
                              <p:cond delay="11000"/>
                            </p:stCondLst>
                            <p:childTnLst>
                              <p:par>
                                <p:cTn id="40" presetID="22" presetClass="entr" presetSubtype="4" fill="hold"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Lst>
  </p:timing>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0049" name="Freeform 2">
            <a:extLst>
              <a:ext uri="{FF2B5EF4-FFF2-40B4-BE49-F238E27FC236}">
                <a16:creationId xmlns:a16="http://schemas.microsoft.com/office/drawing/2014/main" id="{37EB52AF-60FC-CA4A-BF6F-22DA61116765}"/>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0" name="Freeform 3">
            <a:extLst>
              <a:ext uri="{FF2B5EF4-FFF2-40B4-BE49-F238E27FC236}">
                <a16:creationId xmlns:a16="http://schemas.microsoft.com/office/drawing/2014/main" id="{C227A540-F84C-2E48-9283-7F95B0BC7ADB}"/>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1" name="Line 4">
            <a:extLst>
              <a:ext uri="{FF2B5EF4-FFF2-40B4-BE49-F238E27FC236}">
                <a16:creationId xmlns:a16="http://schemas.microsoft.com/office/drawing/2014/main" id="{C5238C20-CE2A-5943-ACB4-A6C3FCB3B0B5}"/>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2" name="Line 5">
            <a:extLst>
              <a:ext uri="{FF2B5EF4-FFF2-40B4-BE49-F238E27FC236}">
                <a16:creationId xmlns:a16="http://schemas.microsoft.com/office/drawing/2014/main" id="{8A57797D-D87C-9740-85BC-259B0CB0E7BF}"/>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3" name="Line 6">
            <a:extLst>
              <a:ext uri="{FF2B5EF4-FFF2-40B4-BE49-F238E27FC236}">
                <a16:creationId xmlns:a16="http://schemas.microsoft.com/office/drawing/2014/main" id="{CCF30CA5-CF60-9B44-8FBB-8390DF708723}"/>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4" name="Text Box 7">
            <a:extLst>
              <a:ext uri="{FF2B5EF4-FFF2-40B4-BE49-F238E27FC236}">
                <a16:creationId xmlns:a16="http://schemas.microsoft.com/office/drawing/2014/main" id="{C6E81666-2E6B-844A-B7FD-09E8EA75E2CB}"/>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5" name="Text Box 8">
            <a:extLst>
              <a:ext uri="{FF2B5EF4-FFF2-40B4-BE49-F238E27FC236}">
                <a16:creationId xmlns:a16="http://schemas.microsoft.com/office/drawing/2014/main" id="{CA38C97E-F4F2-F543-A095-71FF3C19209C}"/>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6" name="Text Box 9">
            <a:extLst>
              <a:ext uri="{FF2B5EF4-FFF2-40B4-BE49-F238E27FC236}">
                <a16:creationId xmlns:a16="http://schemas.microsoft.com/office/drawing/2014/main" id="{1A9B57E6-49AE-B341-902B-2F8639F2AFA8}"/>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7" name="Text Box 10">
            <a:extLst>
              <a:ext uri="{FF2B5EF4-FFF2-40B4-BE49-F238E27FC236}">
                <a16:creationId xmlns:a16="http://schemas.microsoft.com/office/drawing/2014/main" id="{7F12F52A-4EF8-6A49-BFA5-88EBDDBC0BD2}"/>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8" name="Line 11">
            <a:extLst>
              <a:ext uri="{FF2B5EF4-FFF2-40B4-BE49-F238E27FC236}">
                <a16:creationId xmlns:a16="http://schemas.microsoft.com/office/drawing/2014/main" id="{D6F17C95-532D-B94B-B2ED-B5C5C7460F7B}"/>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9" name="Text Box 12">
            <a:extLst>
              <a:ext uri="{FF2B5EF4-FFF2-40B4-BE49-F238E27FC236}">
                <a16:creationId xmlns:a16="http://schemas.microsoft.com/office/drawing/2014/main" id="{A92F7DA5-C498-CB4A-8EDF-96593EE6A94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0" name="Text Box 13">
            <a:extLst>
              <a:ext uri="{FF2B5EF4-FFF2-40B4-BE49-F238E27FC236}">
                <a16:creationId xmlns:a16="http://schemas.microsoft.com/office/drawing/2014/main" id="{653AEAA3-7A90-4242-8400-C59CFD002425}"/>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1" name="Text Box 14">
            <a:extLst>
              <a:ext uri="{FF2B5EF4-FFF2-40B4-BE49-F238E27FC236}">
                <a16:creationId xmlns:a16="http://schemas.microsoft.com/office/drawing/2014/main" id="{E1C4CF61-5227-CD49-8210-3B5DF9134B31}"/>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2" name="Line 15">
            <a:extLst>
              <a:ext uri="{FF2B5EF4-FFF2-40B4-BE49-F238E27FC236}">
                <a16:creationId xmlns:a16="http://schemas.microsoft.com/office/drawing/2014/main" id="{D85A807B-392F-FC4E-83AF-E8883185B89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63" name="Freeform 16">
            <a:extLst>
              <a:ext uri="{FF2B5EF4-FFF2-40B4-BE49-F238E27FC236}">
                <a16:creationId xmlns:a16="http://schemas.microsoft.com/office/drawing/2014/main" id="{F818F84C-BE42-1842-B18A-6F8D4409CF3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4" name="Freeform 17">
            <a:extLst>
              <a:ext uri="{FF2B5EF4-FFF2-40B4-BE49-F238E27FC236}">
                <a16:creationId xmlns:a16="http://schemas.microsoft.com/office/drawing/2014/main" id="{D1E3DBAF-BB12-DD4E-8C20-EA53EB798EB8}"/>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5" name="Text Box 18">
            <a:extLst>
              <a:ext uri="{FF2B5EF4-FFF2-40B4-BE49-F238E27FC236}">
                <a16:creationId xmlns:a16="http://schemas.microsoft.com/office/drawing/2014/main" id="{97E3BBCF-38B5-C34A-991A-907CB5DE81D6}"/>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0066" name="Picture 19">
            <a:extLst>
              <a:ext uri="{FF2B5EF4-FFF2-40B4-BE49-F238E27FC236}">
                <a16:creationId xmlns:a16="http://schemas.microsoft.com/office/drawing/2014/main" id="{9C1F27CD-1ED0-8145-A77C-B541EA260E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7" name="Picture 20">
            <a:extLst>
              <a:ext uri="{FF2B5EF4-FFF2-40B4-BE49-F238E27FC236}">
                <a16:creationId xmlns:a16="http://schemas.microsoft.com/office/drawing/2014/main" id="{FFB83FC0-CDFD-064A-B9EA-1257E58EF73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8" name="Picture 21">
            <a:extLst>
              <a:ext uri="{FF2B5EF4-FFF2-40B4-BE49-F238E27FC236}">
                <a16:creationId xmlns:a16="http://schemas.microsoft.com/office/drawing/2014/main" id="{B44E0C29-B6B5-1940-9DF0-101B47D7E7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9" name="Picture 22">
            <a:extLst>
              <a:ext uri="{FF2B5EF4-FFF2-40B4-BE49-F238E27FC236}">
                <a16:creationId xmlns:a16="http://schemas.microsoft.com/office/drawing/2014/main" id="{E8E80A39-5BB8-DE4C-9011-E8D01D49C55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70" name="AutoShape 23">
            <a:extLst>
              <a:ext uri="{FF2B5EF4-FFF2-40B4-BE49-F238E27FC236}">
                <a16:creationId xmlns:a16="http://schemas.microsoft.com/office/drawing/2014/main" id="{DF6CA651-32EB-4C48-8EF4-578E5AC316D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071" name="Text Box 24">
            <a:extLst>
              <a:ext uri="{FF2B5EF4-FFF2-40B4-BE49-F238E27FC236}">
                <a16:creationId xmlns:a16="http://schemas.microsoft.com/office/drawing/2014/main" id="{86D1814A-5405-6A4D-B1FE-4D7D3F4ED23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0072" name="Text Box 25">
            <a:extLst>
              <a:ext uri="{FF2B5EF4-FFF2-40B4-BE49-F238E27FC236}">
                <a16:creationId xmlns:a16="http://schemas.microsoft.com/office/drawing/2014/main" id="{72259EC5-2952-0B46-A674-8CBDCF365AE5}"/>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073" name="Text Box 26">
            <a:extLst>
              <a:ext uri="{FF2B5EF4-FFF2-40B4-BE49-F238E27FC236}">
                <a16:creationId xmlns:a16="http://schemas.microsoft.com/office/drawing/2014/main" id="{78C5BF6A-A61A-8F4F-85C2-35E0496DEBB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4" name="Text Box 27">
            <a:extLst>
              <a:ext uri="{FF2B5EF4-FFF2-40B4-BE49-F238E27FC236}">
                <a16:creationId xmlns:a16="http://schemas.microsoft.com/office/drawing/2014/main" id="{312F3248-CAB8-F846-8572-BF102F61DE97}"/>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5" name="Text Box 28">
            <a:extLst>
              <a:ext uri="{FF2B5EF4-FFF2-40B4-BE49-F238E27FC236}">
                <a16:creationId xmlns:a16="http://schemas.microsoft.com/office/drawing/2014/main" id="{CD88A112-5C2F-B94A-89DF-1835813AF40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6" name="Text Box 29">
            <a:extLst>
              <a:ext uri="{FF2B5EF4-FFF2-40B4-BE49-F238E27FC236}">
                <a16:creationId xmlns:a16="http://schemas.microsoft.com/office/drawing/2014/main" id="{2F10FC1F-8051-AE4F-B372-BEF8EAC247A2}"/>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7" name="Text Box 30">
            <a:extLst>
              <a:ext uri="{FF2B5EF4-FFF2-40B4-BE49-F238E27FC236}">
                <a16:creationId xmlns:a16="http://schemas.microsoft.com/office/drawing/2014/main" id="{4E357AF5-4DD7-F540-9E90-DCAE896676DD}"/>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8" name="Text Box 31">
            <a:extLst>
              <a:ext uri="{FF2B5EF4-FFF2-40B4-BE49-F238E27FC236}">
                <a16:creationId xmlns:a16="http://schemas.microsoft.com/office/drawing/2014/main" id="{8C373711-5336-E144-B64D-0AED4A22339A}"/>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9" name="Freeform 32">
            <a:extLst>
              <a:ext uri="{FF2B5EF4-FFF2-40B4-BE49-F238E27FC236}">
                <a16:creationId xmlns:a16="http://schemas.microsoft.com/office/drawing/2014/main" id="{F47EC37A-EC2F-0541-8CAF-579992C85E3F}"/>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0" name="Freeform 33">
            <a:extLst>
              <a:ext uri="{FF2B5EF4-FFF2-40B4-BE49-F238E27FC236}">
                <a16:creationId xmlns:a16="http://schemas.microsoft.com/office/drawing/2014/main" id="{F86EDE01-5F61-6942-A65E-08CFE9CF75C1}"/>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1" name="Line 34">
            <a:extLst>
              <a:ext uri="{FF2B5EF4-FFF2-40B4-BE49-F238E27FC236}">
                <a16:creationId xmlns:a16="http://schemas.microsoft.com/office/drawing/2014/main" id="{89BDA2D3-E849-FF43-9AB7-BF7D0BFA86BD}"/>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2" name="Line 35">
            <a:extLst>
              <a:ext uri="{FF2B5EF4-FFF2-40B4-BE49-F238E27FC236}">
                <a16:creationId xmlns:a16="http://schemas.microsoft.com/office/drawing/2014/main" id="{AF204882-54F8-194D-A44D-04AAEEC6010B}"/>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3" name="AutoShape 36">
            <a:extLst>
              <a:ext uri="{FF2B5EF4-FFF2-40B4-BE49-F238E27FC236}">
                <a16:creationId xmlns:a16="http://schemas.microsoft.com/office/drawing/2014/main" id="{85A5E779-79D8-314E-B0DF-11082E72FF10}"/>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4" name="AutoShape 37">
            <a:extLst>
              <a:ext uri="{FF2B5EF4-FFF2-40B4-BE49-F238E27FC236}">
                <a16:creationId xmlns:a16="http://schemas.microsoft.com/office/drawing/2014/main" id="{C657C065-4550-6549-B533-C4A65CEEBF3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5" name="AutoShape 38">
            <a:extLst>
              <a:ext uri="{FF2B5EF4-FFF2-40B4-BE49-F238E27FC236}">
                <a16:creationId xmlns:a16="http://schemas.microsoft.com/office/drawing/2014/main" id="{A43D075D-E50C-F149-BCE6-9A719D2F6E64}"/>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6" name="AutoShape 39">
            <a:extLst>
              <a:ext uri="{FF2B5EF4-FFF2-40B4-BE49-F238E27FC236}">
                <a16:creationId xmlns:a16="http://schemas.microsoft.com/office/drawing/2014/main" id="{4B69AE3A-6648-8B49-A043-2D8846ED3921}"/>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0087" name="Group 40">
            <a:extLst>
              <a:ext uri="{FF2B5EF4-FFF2-40B4-BE49-F238E27FC236}">
                <a16:creationId xmlns:a16="http://schemas.microsoft.com/office/drawing/2014/main" id="{D2CC4C80-446F-9A4B-8C68-DB1CEFCB5137}"/>
              </a:ext>
            </a:extLst>
          </p:cNvPr>
          <p:cNvGrpSpPr>
            <a:grpSpLocks/>
          </p:cNvGrpSpPr>
          <p:nvPr/>
        </p:nvGrpSpPr>
        <p:grpSpPr bwMode="auto">
          <a:xfrm>
            <a:off x="1170385" y="1815704"/>
            <a:ext cx="6841331" cy="1828800"/>
            <a:chOff x="96" y="1056"/>
            <a:chExt cx="5472" cy="1536"/>
          </a:xfrm>
        </p:grpSpPr>
        <p:sp>
          <p:nvSpPr>
            <p:cNvPr id="130151" name="Oval 41">
              <a:extLst>
                <a:ext uri="{FF2B5EF4-FFF2-40B4-BE49-F238E27FC236}">
                  <a16:creationId xmlns:a16="http://schemas.microsoft.com/office/drawing/2014/main" id="{C54CB70D-0CD2-7A4F-BBC4-298931F7361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2" name="Oval 42">
              <a:extLst>
                <a:ext uri="{FF2B5EF4-FFF2-40B4-BE49-F238E27FC236}">
                  <a16:creationId xmlns:a16="http://schemas.microsoft.com/office/drawing/2014/main" id="{E053AEBC-0302-D047-8ADE-8AEE9EC0013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3" name="Oval 43">
              <a:extLst>
                <a:ext uri="{FF2B5EF4-FFF2-40B4-BE49-F238E27FC236}">
                  <a16:creationId xmlns:a16="http://schemas.microsoft.com/office/drawing/2014/main" id="{07317952-5EEF-1E42-9512-3737D8C6C872}"/>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4" name="Oval 44">
              <a:extLst>
                <a:ext uri="{FF2B5EF4-FFF2-40B4-BE49-F238E27FC236}">
                  <a16:creationId xmlns:a16="http://schemas.microsoft.com/office/drawing/2014/main" id="{9548F147-F8FB-AC45-B64D-A5808F0967B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5" name="Oval 45">
              <a:extLst>
                <a:ext uri="{FF2B5EF4-FFF2-40B4-BE49-F238E27FC236}">
                  <a16:creationId xmlns:a16="http://schemas.microsoft.com/office/drawing/2014/main" id="{7F574B51-D719-D94B-AF69-524E8552BA86}"/>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6" name="Oval 46">
              <a:extLst>
                <a:ext uri="{FF2B5EF4-FFF2-40B4-BE49-F238E27FC236}">
                  <a16:creationId xmlns:a16="http://schemas.microsoft.com/office/drawing/2014/main" id="{431C0936-EBB7-104E-B5CE-6250B23FF5E7}"/>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7" name="Oval 47">
              <a:extLst>
                <a:ext uri="{FF2B5EF4-FFF2-40B4-BE49-F238E27FC236}">
                  <a16:creationId xmlns:a16="http://schemas.microsoft.com/office/drawing/2014/main" id="{DA82B34E-4536-3646-93F9-65846DD9C1E4}"/>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8" name="Oval 48">
              <a:extLst>
                <a:ext uri="{FF2B5EF4-FFF2-40B4-BE49-F238E27FC236}">
                  <a16:creationId xmlns:a16="http://schemas.microsoft.com/office/drawing/2014/main" id="{9EE66FBA-7B0F-A646-B912-CD825DD118F6}"/>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0088" name="Line 49">
            <a:extLst>
              <a:ext uri="{FF2B5EF4-FFF2-40B4-BE49-F238E27FC236}">
                <a16:creationId xmlns:a16="http://schemas.microsoft.com/office/drawing/2014/main" id="{B63B130C-55D9-2945-A91F-9FEE74EBDED4}"/>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0089" name="Group 50">
            <a:extLst>
              <a:ext uri="{FF2B5EF4-FFF2-40B4-BE49-F238E27FC236}">
                <a16:creationId xmlns:a16="http://schemas.microsoft.com/office/drawing/2014/main" id="{4518B6F3-FD0A-824A-8800-7C22ABDDA9E1}"/>
              </a:ext>
            </a:extLst>
          </p:cNvPr>
          <p:cNvGrpSpPr>
            <a:grpSpLocks/>
          </p:cNvGrpSpPr>
          <p:nvPr/>
        </p:nvGrpSpPr>
        <p:grpSpPr bwMode="auto">
          <a:xfrm>
            <a:off x="1314450" y="1815704"/>
            <a:ext cx="514350" cy="1085850"/>
            <a:chOff x="672" y="528"/>
            <a:chExt cx="432" cy="912"/>
          </a:xfrm>
        </p:grpSpPr>
        <p:sp>
          <p:nvSpPr>
            <p:cNvPr id="130148" name="AutoShape 51">
              <a:extLst>
                <a:ext uri="{FF2B5EF4-FFF2-40B4-BE49-F238E27FC236}">
                  <a16:creationId xmlns:a16="http://schemas.microsoft.com/office/drawing/2014/main" id="{7F40C171-E0D7-F049-B38D-4837915BDA6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9" name="AutoShape 52">
              <a:extLst>
                <a:ext uri="{FF2B5EF4-FFF2-40B4-BE49-F238E27FC236}">
                  <a16:creationId xmlns:a16="http://schemas.microsoft.com/office/drawing/2014/main" id="{967167F7-C0F9-7E48-BE3A-3A9E8F953015}"/>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50" name="AutoShape 53">
              <a:extLst>
                <a:ext uri="{FF2B5EF4-FFF2-40B4-BE49-F238E27FC236}">
                  <a16:creationId xmlns:a16="http://schemas.microsoft.com/office/drawing/2014/main" id="{F2C37762-FAE3-4A4E-9BB7-E08740AD51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090" name="Text Box 54">
            <a:extLst>
              <a:ext uri="{FF2B5EF4-FFF2-40B4-BE49-F238E27FC236}">
                <a16:creationId xmlns:a16="http://schemas.microsoft.com/office/drawing/2014/main" id="{9FFA139B-2101-9E4E-B8F4-C550D9EAE02D}"/>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1" name="Text Box 55">
            <a:extLst>
              <a:ext uri="{FF2B5EF4-FFF2-40B4-BE49-F238E27FC236}">
                <a16:creationId xmlns:a16="http://schemas.microsoft.com/office/drawing/2014/main" id="{0A8F7433-793D-AE44-92FC-D494B524922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2" name="Text Box 56">
            <a:extLst>
              <a:ext uri="{FF2B5EF4-FFF2-40B4-BE49-F238E27FC236}">
                <a16:creationId xmlns:a16="http://schemas.microsoft.com/office/drawing/2014/main" id="{D66E65E5-769F-184D-8A00-8EEC2725A206}"/>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3" name="Text Box 57">
            <a:extLst>
              <a:ext uri="{FF2B5EF4-FFF2-40B4-BE49-F238E27FC236}">
                <a16:creationId xmlns:a16="http://schemas.microsoft.com/office/drawing/2014/main" id="{9A0D17DD-0939-904F-BB12-7109FA16DAFD}"/>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4" name="Text Box 58">
            <a:extLst>
              <a:ext uri="{FF2B5EF4-FFF2-40B4-BE49-F238E27FC236}">
                <a16:creationId xmlns:a16="http://schemas.microsoft.com/office/drawing/2014/main" id="{250D50DE-5694-DC48-9E1C-DCBAA142D9EF}"/>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5" name="Line 59">
            <a:extLst>
              <a:ext uri="{FF2B5EF4-FFF2-40B4-BE49-F238E27FC236}">
                <a16:creationId xmlns:a16="http://schemas.microsoft.com/office/drawing/2014/main" id="{F114AC11-2E37-F341-B05A-2A9B4DB46BF1}"/>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6" name="Line 60">
            <a:extLst>
              <a:ext uri="{FF2B5EF4-FFF2-40B4-BE49-F238E27FC236}">
                <a16:creationId xmlns:a16="http://schemas.microsoft.com/office/drawing/2014/main" id="{7B678AE1-0825-0649-A134-C73B5882E48F}"/>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7" name="Text Box 61">
            <a:extLst>
              <a:ext uri="{FF2B5EF4-FFF2-40B4-BE49-F238E27FC236}">
                <a16:creationId xmlns:a16="http://schemas.microsoft.com/office/drawing/2014/main" id="{E21F1AC5-8FAB-734F-80A9-161628E2FC69}"/>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8" name="Text Box 62">
            <a:extLst>
              <a:ext uri="{FF2B5EF4-FFF2-40B4-BE49-F238E27FC236}">
                <a16:creationId xmlns:a16="http://schemas.microsoft.com/office/drawing/2014/main" id="{0F7B4C21-1B85-A249-AB0C-30A8F8FA787D}"/>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9" name="Text Box 63">
            <a:extLst>
              <a:ext uri="{FF2B5EF4-FFF2-40B4-BE49-F238E27FC236}">
                <a16:creationId xmlns:a16="http://schemas.microsoft.com/office/drawing/2014/main" id="{F227A4F9-4D5C-D541-8FC4-172A3202B906}"/>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0" name="Text Box 64">
            <a:extLst>
              <a:ext uri="{FF2B5EF4-FFF2-40B4-BE49-F238E27FC236}">
                <a16:creationId xmlns:a16="http://schemas.microsoft.com/office/drawing/2014/main" id="{E9CCEC55-95CF-6C48-BD50-A69B271D6AB4}"/>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1" name="Text Box 65">
            <a:extLst>
              <a:ext uri="{FF2B5EF4-FFF2-40B4-BE49-F238E27FC236}">
                <a16:creationId xmlns:a16="http://schemas.microsoft.com/office/drawing/2014/main" id="{439541C3-5499-CC40-A6CB-E40F1A80FCD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2" name="AutoShape 66">
            <a:extLst>
              <a:ext uri="{FF2B5EF4-FFF2-40B4-BE49-F238E27FC236}">
                <a16:creationId xmlns:a16="http://schemas.microsoft.com/office/drawing/2014/main" id="{71481FF2-D338-3349-AEC3-6D90BF5CB80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03" name="Text Box 67">
            <a:extLst>
              <a:ext uri="{FF2B5EF4-FFF2-40B4-BE49-F238E27FC236}">
                <a16:creationId xmlns:a16="http://schemas.microsoft.com/office/drawing/2014/main" id="{AE596BC2-B91F-8F46-B4BD-4E3F7D5B0E96}"/>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4" name="Text Box 68">
            <a:extLst>
              <a:ext uri="{FF2B5EF4-FFF2-40B4-BE49-F238E27FC236}">
                <a16:creationId xmlns:a16="http://schemas.microsoft.com/office/drawing/2014/main" id="{5D0428C5-899E-C246-A1E2-7CCD6BFF5DC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0105" name="Text Box 69">
            <a:extLst>
              <a:ext uri="{FF2B5EF4-FFF2-40B4-BE49-F238E27FC236}">
                <a16:creationId xmlns:a16="http://schemas.microsoft.com/office/drawing/2014/main" id="{ED2F364E-865B-9349-994E-49C53798C61B}"/>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0106" name="Group 70">
            <a:extLst>
              <a:ext uri="{FF2B5EF4-FFF2-40B4-BE49-F238E27FC236}">
                <a16:creationId xmlns:a16="http://schemas.microsoft.com/office/drawing/2014/main" id="{28B67E3B-380B-EF4C-A769-F9A2936B5B57}"/>
              </a:ext>
            </a:extLst>
          </p:cNvPr>
          <p:cNvGrpSpPr>
            <a:grpSpLocks/>
          </p:cNvGrpSpPr>
          <p:nvPr/>
        </p:nvGrpSpPr>
        <p:grpSpPr bwMode="auto">
          <a:xfrm>
            <a:off x="7258050" y="1815704"/>
            <a:ext cx="514350" cy="1085850"/>
            <a:chOff x="672" y="528"/>
            <a:chExt cx="432" cy="912"/>
          </a:xfrm>
        </p:grpSpPr>
        <p:sp>
          <p:nvSpPr>
            <p:cNvPr id="130145" name="AutoShape 71">
              <a:extLst>
                <a:ext uri="{FF2B5EF4-FFF2-40B4-BE49-F238E27FC236}">
                  <a16:creationId xmlns:a16="http://schemas.microsoft.com/office/drawing/2014/main" id="{5350E0AC-F7E6-E54B-BC55-5D7A8B30B5E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6" name="AutoShape 72">
              <a:extLst>
                <a:ext uri="{FF2B5EF4-FFF2-40B4-BE49-F238E27FC236}">
                  <a16:creationId xmlns:a16="http://schemas.microsoft.com/office/drawing/2014/main" id="{2143D69C-B945-B44C-A44B-6B1982447A3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7" name="AutoShape 73">
              <a:extLst>
                <a:ext uri="{FF2B5EF4-FFF2-40B4-BE49-F238E27FC236}">
                  <a16:creationId xmlns:a16="http://schemas.microsoft.com/office/drawing/2014/main" id="{83EFDF4F-ABA5-C04E-969B-9E3BEEBEAD22}"/>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07" name="Text Box 74">
            <a:extLst>
              <a:ext uri="{FF2B5EF4-FFF2-40B4-BE49-F238E27FC236}">
                <a16:creationId xmlns:a16="http://schemas.microsoft.com/office/drawing/2014/main" id="{E773FB9C-BE43-6D48-9497-B74A411AB8C2}"/>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8" name="Text Box 75">
            <a:extLst>
              <a:ext uri="{FF2B5EF4-FFF2-40B4-BE49-F238E27FC236}">
                <a16:creationId xmlns:a16="http://schemas.microsoft.com/office/drawing/2014/main" id="{318DBB25-0BEA-CE40-A4F0-612277D58B0C}"/>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9" name="Text Box 76">
            <a:extLst>
              <a:ext uri="{FF2B5EF4-FFF2-40B4-BE49-F238E27FC236}">
                <a16:creationId xmlns:a16="http://schemas.microsoft.com/office/drawing/2014/main" id="{E8C3B9F6-FB1A-8141-820E-345C1A24B58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0" name="Line 77">
            <a:extLst>
              <a:ext uri="{FF2B5EF4-FFF2-40B4-BE49-F238E27FC236}">
                <a16:creationId xmlns:a16="http://schemas.microsoft.com/office/drawing/2014/main" id="{80B3F2B2-3C6F-CE41-9B03-0243364462F4}"/>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1" name="AutoShape 78">
            <a:extLst>
              <a:ext uri="{FF2B5EF4-FFF2-40B4-BE49-F238E27FC236}">
                <a16:creationId xmlns:a16="http://schemas.microsoft.com/office/drawing/2014/main" id="{80A2CB0A-8AF7-1840-93B2-59BD2086482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12" name="Line 79">
            <a:extLst>
              <a:ext uri="{FF2B5EF4-FFF2-40B4-BE49-F238E27FC236}">
                <a16:creationId xmlns:a16="http://schemas.microsoft.com/office/drawing/2014/main" id="{48980F1C-E152-2D4D-A1BB-224A79970D84}"/>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3" name="Text Box 80">
            <a:extLst>
              <a:ext uri="{FF2B5EF4-FFF2-40B4-BE49-F238E27FC236}">
                <a16:creationId xmlns:a16="http://schemas.microsoft.com/office/drawing/2014/main" id="{4D76EE2C-A39A-784F-97CD-7E0F96B2EDC7}"/>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4" name="Line 81">
            <a:extLst>
              <a:ext uri="{FF2B5EF4-FFF2-40B4-BE49-F238E27FC236}">
                <a16:creationId xmlns:a16="http://schemas.microsoft.com/office/drawing/2014/main" id="{20C26593-DB5B-E247-B35F-362E1890314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5" name="Freeform 82">
            <a:extLst>
              <a:ext uri="{FF2B5EF4-FFF2-40B4-BE49-F238E27FC236}">
                <a16:creationId xmlns:a16="http://schemas.microsoft.com/office/drawing/2014/main" id="{E25A7639-3F4E-4840-9BB6-DA40396210D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6" name="Freeform 83">
            <a:extLst>
              <a:ext uri="{FF2B5EF4-FFF2-40B4-BE49-F238E27FC236}">
                <a16:creationId xmlns:a16="http://schemas.microsoft.com/office/drawing/2014/main" id="{F700738B-363D-2543-8800-BE4836460F3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7" name="Text Box 84">
            <a:extLst>
              <a:ext uri="{FF2B5EF4-FFF2-40B4-BE49-F238E27FC236}">
                <a16:creationId xmlns:a16="http://schemas.microsoft.com/office/drawing/2014/main" id="{BA3F1881-20D4-974E-A305-677CB0C04228}"/>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0118" name="Group 85">
            <a:extLst>
              <a:ext uri="{FF2B5EF4-FFF2-40B4-BE49-F238E27FC236}">
                <a16:creationId xmlns:a16="http://schemas.microsoft.com/office/drawing/2014/main" id="{FDF89FC3-A421-744F-BD6C-8D662ACDDF43}"/>
              </a:ext>
            </a:extLst>
          </p:cNvPr>
          <p:cNvGrpSpPr>
            <a:grpSpLocks/>
          </p:cNvGrpSpPr>
          <p:nvPr/>
        </p:nvGrpSpPr>
        <p:grpSpPr bwMode="auto">
          <a:xfrm>
            <a:off x="2000250" y="2365772"/>
            <a:ext cx="1085850" cy="285750"/>
            <a:chOff x="1632" y="2688"/>
            <a:chExt cx="912" cy="240"/>
          </a:xfrm>
        </p:grpSpPr>
        <p:sp>
          <p:nvSpPr>
            <p:cNvPr id="130143" name="Rectangle 86">
              <a:extLst>
                <a:ext uri="{FF2B5EF4-FFF2-40B4-BE49-F238E27FC236}">
                  <a16:creationId xmlns:a16="http://schemas.microsoft.com/office/drawing/2014/main" id="{988EF760-6970-A942-8CB7-17E40766153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4" name="AutoShape 87">
              <a:extLst>
                <a:ext uri="{FF2B5EF4-FFF2-40B4-BE49-F238E27FC236}">
                  <a16:creationId xmlns:a16="http://schemas.microsoft.com/office/drawing/2014/main" id="{10435DD4-5B85-E544-A4A8-0EAFC9171AB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19" name="Group 88">
            <a:extLst>
              <a:ext uri="{FF2B5EF4-FFF2-40B4-BE49-F238E27FC236}">
                <a16:creationId xmlns:a16="http://schemas.microsoft.com/office/drawing/2014/main" id="{AF857134-88B7-894A-8377-72E559E286E4}"/>
              </a:ext>
            </a:extLst>
          </p:cNvPr>
          <p:cNvGrpSpPr>
            <a:grpSpLocks/>
          </p:cNvGrpSpPr>
          <p:nvPr/>
        </p:nvGrpSpPr>
        <p:grpSpPr bwMode="auto">
          <a:xfrm>
            <a:off x="3943350" y="2365772"/>
            <a:ext cx="1085850" cy="285750"/>
            <a:chOff x="1632" y="2688"/>
            <a:chExt cx="912" cy="240"/>
          </a:xfrm>
        </p:grpSpPr>
        <p:sp>
          <p:nvSpPr>
            <p:cNvPr id="130141" name="Rectangle 89">
              <a:extLst>
                <a:ext uri="{FF2B5EF4-FFF2-40B4-BE49-F238E27FC236}">
                  <a16:creationId xmlns:a16="http://schemas.microsoft.com/office/drawing/2014/main" id="{DC51456E-2406-0244-8899-963FCEA3C54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2" name="AutoShape 90">
              <a:extLst>
                <a:ext uri="{FF2B5EF4-FFF2-40B4-BE49-F238E27FC236}">
                  <a16:creationId xmlns:a16="http://schemas.microsoft.com/office/drawing/2014/main" id="{7BE6B840-534C-C742-941E-37324C5AD52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0" name="Group 91">
            <a:extLst>
              <a:ext uri="{FF2B5EF4-FFF2-40B4-BE49-F238E27FC236}">
                <a16:creationId xmlns:a16="http://schemas.microsoft.com/office/drawing/2014/main" id="{95B98D2C-52D5-A944-8E0A-B9656B4E3205}"/>
              </a:ext>
            </a:extLst>
          </p:cNvPr>
          <p:cNvGrpSpPr>
            <a:grpSpLocks/>
          </p:cNvGrpSpPr>
          <p:nvPr/>
        </p:nvGrpSpPr>
        <p:grpSpPr bwMode="auto">
          <a:xfrm>
            <a:off x="6000750" y="2365772"/>
            <a:ext cx="1085850" cy="285750"/>
            <a:chOff x="1632" y="2688"/>
            <a:chExt cx="912" cy="240"/>
          </a:xfrm>
        </p:grpSpPr>
        <p:sp>
          <p:nvSpPr>
            <p:cNvPr id="130139" name="Rectangle 92">
              <a:extLst>
                <a:ext uri="{FF2B5EF4-FFF2-40B4-BE49-F238E27FC236}">
                  <a16:creationId xmlns:a16="http://schemas.microsoft.com/office/drawing/2014/main" id="{9CFC3739-695F-094D-8205-6F51BAE5E4D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0" name="AutoShape 93">
              <a:extLst>
                <a:ext uri="{FF2B5EF4-FFF2-40B4-BE49-F238E27FC236}">
                  <a16:creationId xmlns:a16="http://schemas.microsoft.com/office/drawing/2014/main" id="{BE90072C-5E3B-504A-BE2B-A37B8B50A67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1" name="Group 94">
            <a:extLst>
              <a:ext uri="{FF2B5EF4-FFF2-40B4-BE49-F238E27FC236}">
                <a16:creationId xmlns:a16="http://schemas.microsoft.com/office/drawing/2014/main" id="{3028DFB1-6B1F-8048-B897-120EC48B09A8}"/>
              </a:ext>
            </a:extLst>
          </p:cNvPr>
          <p:cNvGrpSpPr>
            <a:grpSpLocks/>
          </p:cNvGrpSpPr>
          <p:nvPr/>
        </p:nvGrpSpPr>
        <p:grpSpPr bwMode="auto">
          <a:xfrm>
            <a:off x="1600200" y="4194572"/>
            <a:ext cx="1485900" cy="285750"/>
            <a:chOff x="480" y="3120"/>
            <a:chExt cx="1248" cy="240"/>
          </a:xfrm>
        </p:grpSpPr>
        <p:sp>
          <p:nvSpPr>
            <p:cNvPr id="130137" name="Rectangle 95">
              <a:extLst>
                <a:ext uri="{FF2B5EF4-FFF2-40B4-BE49-F238E27FC236}">
                  <a16:creationId xmlns:a16="http://schemas.microsoft.com/office/drawing/2014/main" id="{D2F704FC-58C0-8D45-8490-539DB0F14E56}"/>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0138" name="AutoShape 96">
              <a:extLst>
                <a:ext uri="{FF2B5EF4-FFF2-40B4-BE49-F238E27FC236}">
                  <a16:creationId xmlns:a16="http://schemas.microsoft.com/office/drawing/2014/main" id="{0C578687-3735-0D48-86A4-74C92D79F41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2" name="Group 97">
            <a:extLst>
              <a:ext uri="{FF2B5EF4-FFF2-40B4-BE49-F238E27FC236}">
                <a16:creationId xmlns:a16="http://schemas.microsoft.com/office/drawing/2014/main" id="{577A5555-C594-9545-8102-4141CFECE862}"/>
              </a:ext>
            </a:extLst>
          </p:cNvPr>
          <p:cNvGrpSpPr>
            <a:grpSpLocks/>
          </p:cNvGrpSpPr>
          <p:nvPr/>
        </p:nvGrpSpPr>
        <p:grpSpPr bwMode="auto">
          <a:xfrm>
            <a:off x="3771900" y="4194572"/>
            <a:ext cx="1485900" cy="285750"/>
            <a:chOff x="480" y="3120"/>
            <a:chExt cx="1248" cy="240"/>
          </a:xfrm>
        </p:grpSpPr>
        <p:sp>
          <p:nvSpPr>
            <p:cNvPr id="130135" name="Rectangle 98">
              <a:extLst>
                <a:ext uri="{FF2B5EF4-FFF2-40B4-BE49-F238E27FC236}">
                  <a16:creationId xmlns:a16="http://schemas.microsoft.com/office/drawing/2014/main" id="{07478806-13DF-954C-9741-B0BA17D85777}"/>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0136" name="AutoShape 99">
              <a:extLst>
                <a:ext uri="{FF2B5EF4-FFF2-40B4-BE49-F238E27FC236}">
                  <a16:creationId xmlns:a16="http://schemas.microsoft.com/office/drawing/2014/main" id="{DA4439C5-3261-044A-A348-273E7302A31C}"/>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3" name="Group 100">
            <a:extLst>
              <a:ext uri="{FF2B5EF4-FFF2-40B4-BE49-F238E27FC236}">
                <a16:creationId xmlns:a16="http://schemas.microsoft.com/office/drawing/2014/main" id="{273FB1F0-99D3-AA41-9E0D-9B4A9436029C}"/>
              </a:ext>
            </a:extLst>
          </p:cNvPr>
          <p:cNvGrpSpPr>
            <a:grpSpLocks/>
          </p:cNvGrpSpPr>
          <p:nvPr/>
        </p:nvGrpSpPr>
        <p:grpSpPr bwMode="auto">
          <a:xfrm>
            <a:off x="5943600" y="4194572"/>
            <a:ext cx="1485900" cy="285750"/>
            <a:chOff x="480" y="3120"/>
            <a:chExt cx="1248" cy="240"/>
          </a:xfrm>
        </p:grpSpPr>
        <p:sp>
          <p:nvSpPr>
            <p:cNvPr id="130133" name="Rectangle 101">
              <a:extLst>
                <a:ext uri="{FF2B5EF4-FFF2-40B4-BE49-F238E27FC236}">
                  <a16:creationId xmlns:a16="http://schemas.microsoft.com/office/drawing/2014/main" id="{217B405E-470C-094D-9332-284A26D23CB1}"/>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34" name="AutoShape 102">
              <a:extLst>
                <a:ext uri="{FF2B5EF4-FFF2-40B4-BE49-F238E27FC236}">
                  <a16:creationId xmlns:a16="http://schemas.microsoft.com/office/drawing/2014/main" id="{289E6960-D92D-BF4C-A515-6395F6AF856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24" name="Text Box 103">
            <a:extLst>
              <a:ext uri="{FF2B5EF4-FFF2-40B4-BE49-F238E27FC236}">
                <a16:creationId xmlns:a16="http://schemas.microsoft.com/office/drawing/2014/main" id="{478B0018-5C3B-CF47-A9E4-FB07554F61B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5" name="Text Box 104">
            <a:extLst>
              <a:ext uri="{FF2B5EF4-FFF2-40B4-BE49-F238E27FC236}">
                <a16:creationId xmlns:a16="http://schemas.microsoft.com/office/drawing/2014/main" id="{BB9DD9E5-C85E-3C47-82FB-C801C1023CDF}"/>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6" name="AutoShape 105">
            <a:extLst>
              <a:ext uri="{FF2B5EF4-FFF2-40B4-BE49-F238E27FC236}">
                <a16:creationId xmlns:a16="http://schemas.microsoft.com/office/drawing/2014/main" id="{D89E42D9-3A08-CF4C-BD93-0DEFD1B9DE7B}"/>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127" name="Text Box 106">
            <a:extLst>
              <a:ext uri="{FF2B5EF4-FFF2-40B4-BE49-F238E27FC236}">
                <a16:creationId xmlns:a16="http://schemas.microsoft.com/office/drawing/2014/main" id="{056EED02-5782-B742-BF3C-99AAF2FB97A7}"/>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5787" name="Text Box 107">
            <a:extLst>
              <a:ext uri="{FF2B5EF4-FFF2-40B4-BE49-F238E27FC236}">
                <a16:creationId xmlns:a16="http://schemas.microsoft.com/office/drawing/2014/main" id="{D678C2CD-4064-394C-8D25-F5097F9A1048}"/>
              </a:ext>
            </a:extLst>
          </p:cNvPr>
          <p:cNvSpPr txBox="1">
            <a:spLocks noChangeArrowheads="1"/>
          </p:cNvSpPr>
          <p:nvPr/>
        </p:nvSpPr>
        <p:spPr bwMode="auto">
          <a:xfrm>
            <a:off x="1980010" y="33338"/>
            <a:ext cx="5111528"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从虚拟的</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a:t>
            </a:r>
            <a:r>
              <a:rPr lang="en-US" altLang="zh-CN" sz="2400">
                <a:latin typeface="Tahoma" panose="020B0604030504040204" pitchFamily="34" charset="0"/>
                <a:ea typeface="宋体" panose="02010600030101010101" pitchFamily="2" charset="-122"/>
                <a:cs typeface="黑体" panose="02010609060101010101" pitchFamily="49" charset="-122"/>
              </a:rPr>
              <a:t> </a:t>
            </a:r>
            <a:r>
              <a:rPr lang="zh-CN" altLang="en-US" sz="2400">
                <a:latin typeface="Tahoma" panose="020B0604030504040204" pitchFamily="34" charset="0"/>
                <a:ea typeface="宋体" panose="02010600030101010101" pitchFamily="2" charset="-122"/>
                <a:cs typeface="黑体" panose="02010609060101010101" pitchFamily="49" charset="-122"/>
              </a:rPr>
              <a:t>层上看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 </a:t>
            </a:r>
            <a:r>
              <a:rPr lang="zh-CN" altLang="en-US" sz="2400">
                <a:latin typeface="Tahoma" panose="020B0604030504040204" pitchFamily="34" charset="0"/>
                <a:ea typeface="宋体" panose="02010600030101010101" pitchFamily="2" charset="-122"/>
                <a:cs typeface="黑体" panose="02010609060101010101" pitchFamily="49" charset="-122"/>
              </a:rPr>
              <a:t>数据报的流动</a:t>
            </a:r>
          </a:p>
        </p:txBody>
      </p:sp>
      <p:sp>
        <p:nvSpPr>
          <p:cNvPr id="455797" name="Line 117">
            <a:extLst>
              <a:ext uri="{FF2B5EF4-FFF2-40B4-BE49-F238E27FC236}">
                <a16:creationId xmlns:a16="http://schemas.microsoft.com/office/drawing/2014/main" id="{8F3AEA5B-D4A6-534B-8ED8-F55F58E6B1B9}"/>
              </a:ext>
            </a:extLst>
          </p:cNvPr>
          <p:cNvSpPr>
            <a:spLocks noChangeShapeType="1"/>
          </p:cNvSpPr>
          <p:nvPr/>
        </p:nvSpPr>
        <p:spPr bwMode="auto">
          <a:xfrm>
            <a:off x="1601392" y="2625329"/>
            <a:ext cx="1782365"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8" name="Line 118">
            <a:extLst>
              <a:ext uri="{FF2B5EF4-FFF2-40B4-BE49-F238E27FC236}">
                <a16:creationId xmlns:a16="http://schemas.microsoft.com/office/drawing/2014/main" id="{FD1E0AE7-4620-1E43-8DDA-6D5191A3E6A6}"/>
              </a:ext>
            </a:extLst>
          </p:cNvPr>
          <p:cNvSpPr>
            <a:spLocks noChangeShapeType="1"/>
          </p:cNvSpPr>
          <p:nvPr/>
        </p:nvSpPr>
        <p:spPr bwMode="auto">
          <a:xfrm>
            <a:off x="3545681"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9" name="Line 119">
            <a:extLst>
              <a:ext uri="{FF2B5EF4-FFF2-40B4-BE49-F238E27FC236}">
                <a16:creationId xmlns:a16="http://schemas.microsoft.com/office/drawing/2014/main" id="{520CF5CF-5A34-D74D-929D-49C884BB8F4C}"/>
              </a:ext>
            </a:extLst>
          </p:cNvPr>
          <p:cNvSpPr>
            <a:spLocks noChangeShapeType="1"/>
          </p:cNvSpPr>
          <p:nvPr/>
        </p:nvSpPr>
        <p:spPr bwMode="auto">
          <a:xfrm>
            <a:off x="5598319"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0132" name="幻灯片编号占位符 1">
            <a:extLst>
              <a:ext uri="{FF2B5EF4-FFF2-40B4-BE49-F238E27FC236}">
                <a16:creationId xmlns:a16="http://schemas.microsoft.com/office/drawing/2014/main" id="{959CBCBE-E86E-0A4B-8786-547B1029B55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AEC0AB-8E75-0E42-AABE-06348A80761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75146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Lst>
  </p:timing>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2097" name="Freeform 2">
            <a:extLst>
              <a:ext uri="{FF2B5EF4-FFF2-40B4-BE49-F238E27FC236}">
                <a16:creationId xmlns:a16="http://schemas.microsoft.com/office/drawing/2014/main" id="{4D4971DD-BB64-D841-A113-B712247FA7A2}"/>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8" name="Freeform 3">
            <a:extLst>
              <a:ext uri="{FF2B5EF4-FFF2-40B4-BE49-F238E27FC236}">
                <a16:creationId xmlns:a16="http://schemas.microsoft.com/office/drawing/2014/main" id="{DB48BE77-CB33-C240-B015-1971F230F4F9}"/>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9" name="Line 4">
            <a:extLst>
              <a:ext uri="{FF2B5EF4-FFF2-40B4-BE49-F238E27FC236}">
                <a16:creationId xmlns:a16="http://schemas.microsoft.com/office/drawing/2014/main" id="{52CBC8E2-EFB3-3946-88DB-1542D1F20469}"/>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0" name="Line 5">
            <a:extLst>
              <a:ext uri="{FF2B5EF4-FFF2-40B4-BE49-F238E27FC236}">
                <a16:creationId xmlns:a16="http://schemas.microsoft.com/office/drawing/2014/main" id="{0CC72C16-19E2-9B45-8B13-0B1C88C305ED}"/>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1" name="Line 6">
            <a:extLst>
              <a:ext uri="{FF2B5EF4-FFF2-40B4-BE49-F238E27FC236}">
                <a16:creationId xmlns:a16="http://schemas.microsoft.com/office/drawing/2014/main" id="{C20F3644-B5BF-AD40-A4F3-C434C6BC1708}"/>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2" name="Text Box 7">
            <a:extLst>
              <a:ext uri="{FF2B5EF4-FFF2-40B4-BE49-F238E27FC236}">
                <a16:creationId xmlns:a16="http://schemas.microsoft.com/office/drawing/2014/main" id="{71533667-1AB2-1642-88FE-E9C2FF60463E}"/>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3" name="Text Box 8">
            <a:extLst>
              <a:ext uri="{FF2B5EF4-FFF2-40B4-BE49-F238E27FC236}">
                <a16:creationId xmlns:a16="http://schemas.microsoft.com/office/drawing/2014/main" id="{FB85FCAD-AD53-954C-BC2D-AFB5F16CBB98}"/>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4" name="Text Box 9">
            <a:extLst>
              <a:ext uri="{FF2B5EF4-FFF2-40B4-BE49-F238E27FC236}">
                <a16:creationId xmlns:a16="http://schemas.microsoft.com/office/drawing/2014/main" id="{A9550066-DD56-9947-9C2C-DA333E81D980}"/>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5" name="Text Box 10">
            <a:extLst>
              <a:ext uri="{FF2B5EF4-FFF2-40B4-BE49-F238E27FC236}">
                <a16:creationId xmlns:a16="http://schemas.microsoft.com/office/drawing/2014/main" id="{DBF44695-627C-E242-B284-1B593FB75F8E}"/>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6" name="Line 11">
            <a:extLst>
              <a:ext uri="{FF2B5EF4-FFF2-40B4-BE49-F238E27FC236}">
                <a16:creationId xmlns:a16="http://schemas.microsoft.com/office/drawing/2014/main" id="{B9961F5E-3204-3D42-A67B-E0B0B35D97CF}"/>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7" name="Text Box 12">
            <a:extLst>
              <a:ext uri="{FF2B5EF4-FFF2-40B4-BE49-F238E27FC236}">
                <a16:creationId xmlns:a16="http://schemas.microsoft.com/office/drawing/2014/main" id="{C007656E-D38F-8F47-8E26-FE48AC84D08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8" name="Text Box 13">
            <a:extLst>
              <a:ext uri="{FF2B5EF4-FFF2-40B4-BE49-F238E27FC236}">
                <a16:creationId xmlns:a16="http://schemas.microsoft.com/office/drawing/2014/main" id="{ADE35B27-653D-DE4A-82F8-31E2C0AB7C59}"/>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9" name="Text Box 14">
            <a:extLst>
              <a:ext uri="{FF2B5EF4-FFF2-40B4-BE49-F238E27FC236}">
                <a16:creationId xmlns:a16="http://schemas.microsoft.com/office/drawing/2014/main" id="{272A246A-6BA7-5048-B2E9-CF184425D863}"/>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10" name="Line 15">
            <a:extLst>
              <a:ext uri="{FF2B5EF4-FFF2-40B4-BE49-F238E27FC236}">
                <a16:creationId xmlns:a16="http://schemas.microsoft.com/office/drawing/2014/main" id="{7F5CC616-BC14-CE48-A660-D9B6CB21242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11" name="Freeform 16">
            <a:extLst>
              <a:ext uri="{FF2B5EF4-FFF2-40B4-BE49-F238E27FC236}">
                <a16:creationId xmlns:a16="http://schemas.microsoft.com/office/drawing/2014/main" id="{4E2CEF74-C767-964E-A3F7-1D67FBA1D6E3}"/>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2" name="Freeform 17">
            <a:extLst>
              <a:ext uri="{FF2B5EF4-FFF2-40B4-BE49-F238E27FC236}">
                <a16:creationId xmlns:a16="http://schemas.microsoft.com/office/drawing/2014/main" id="{4674E411-7429-CE41-A8CD-9813438590E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3" name="Text Box 18">
            <a:extLst>
              <a:ext uri="{FF2B5EF4-FFF2-40B4-BE49-F238E27FC236}">
                <a16:creationId xmlns:a16="http://schemas.microsoft.com/office/drawing/2014/main" id="{8CD5484C-3774-F049-B87C-E1155C890245}"/>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2114" name="Picture 19">
            <a:extLst>
              <a:ext uri="{FF2B5EF4-FFF2-40B4-BE49-F238E27FC236}">
                <a16:creationId xmlns:a16="http://schemas.microsoft.com/office/drawing/2014/main" id="{2C39737A-B83D-5C49-9B5E-AFB928A2C0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5" name="Picture 20">
            <a:extLst>
              <a:ext uri="{FF2B5EF4-FFF2-40B4-BE49-F238E27FC236}">
                <a16:creationId xmlns:a16="http://schemas.microsoft.com/office/drawing/2014/main" id="{079B05DE-0C23-544A-B7EF-F2318B620E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6" name="Picture 21">
            <a:extLst>
              <a:ext uri="{FF2B5EF4-FFF2-40B4-BE49-F238E27FC236}">
                <a16:creationId xmlns:a16="http://schemas.microsoft.com/office/drawing/2014/main" id="{71CAC483-4CB2-E34B-86D7-63C7F52E94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7" name="Picture 22">
            <a:extLst>
              <a:ext uri="{FF2B5EF4-FFF2-40B4-BE49-F238E27FC236}">
                <a16:creationId xmlns:a16="http://schemas.microsoft.com/office/drawing/2014/main" id="{6AF86F6D-DC51-904B-86F8-A56B45C694B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18" name="AutoShape 23">
            <a:extLst>
              <a:ext uri="{FF2B5EF4-FFF2-40B4-BE49-F238E27FC236}">
                <a16:creationId xmlns:a16="http://schemas.microsoft.com/office/drawing/2014/main" id="{132FA9D0-FC70-8142-9DD7-13D9E9F0202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19" name="Text Box 24">
            <a:extLst>
              <a:ext uri="{FF2B5EF4-FFF2-40B4-BE49-F238E27FC236}">
                <a16:creationId xmlns:a16="http://schemas.microsoft.com/office/drawing/2014/main" id="{19779930-B031-A645-8BB3-073E9FE8222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2120" name="Text Box 25">
            <a:extLst>
              <a:ext uri="{FF2B5EF4-FFF2-40B4-BE49-F238E27FC236}">
                <a16:creationId xmlns:a16="http://schemas.microsoft.com/office/drawing/2014/main" id="{0705E954-C805-814B-9EDF-1C62F42E64D3}"/>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21" name="Text Box 26">
            <a:extLst>
              <a:ext uri="{FF2B5EF4-FFF2-40B4-BE49-F238E27FC236}">
                <a16:creationId xmlns:a16="http://schemas.microsoft.com/office/drawing/2014/main" id="{19AFAC23-6C4A-FE4A-BC1D-D9F376F586BB}"/>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2" name="Text Box 27">
            <a:extLst>
              <a:ext uri="{FF2B5EF4-FFF2-40B4-BE49-F238E27FC236}">
                <a16:creationId xmlns:a16="http://schemas.microsoft.com/office/drawing/2014/main" id="{5303EDBF-1019-AE43-9410-FBD5385299C3}"/>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3" name="Text Box 28">
            <a:extLst>
              <a:ext uri="{FF2B5EF4-FFF2-40B4-BE49-F238E27FC236}">
                <a16:creationId xmlns:a16="http://schemas.microsoft.com/office/drawing/2014/main" id="{E11ADC1E-C837-E644-8270-7AF6C10D7E5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4" name="Text Box 29">
            <a:extLst>
              <a:ext uri="{FF2B5EF4-FFF2-40B4-BE49-F238E27FC236}">
                <a16:creationId xmlns:a16="http://schemas.microsoft.com/office/drawing/2014/main" id="{F5D4CF94-F47B-9B4B-A2E3-E7BA4B9DFB5A}"/>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5" name="Text Box 30">
            <a:extLst>
              <a:ext uri="{FF2B5EF4-FFF2-40B4-BE49-F238E27FC236}">
                <a16:creationId xmlns:a16="http://schemas.microsoft.com/office/drawing/2014/main" id="{46FAFB12-0AAE-C54E-8F89-D101544BE51B}"/>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6" name="Text Box 31">
            <a:extLst>
              <a:ext uri="{FF2B5EF4-FFF2-40B4-BE49-F238E27FC236}">
                <a16:creationId xmlns:a16="http://schemas.microsoft.com/office/drawing/2014/main" id="{BA2B2001-F6BD-CB4D-9077-52F295D7B019}"/>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7" name="Freeform 32">
            <a:extLst>
              <a:ext uri="{FF2B5EF4-FFF2-40B4-BE49-F238E27FC236}">
                <a16:creationId xmlns:a16="http://schemas.microsoft.com/office/drawing/2014/main" id="{AFB2E909-454D-4A4B-B999-8BA3530008CD}"/>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8" name="Freeform 33">
            <a:extLst>
              <a:ext uri="{FF2B5EF4-FFF2-40B4-BE49-F238E27FC236}">
                <a16:creationId xmlns:a16="http://schemas.microsoft.com/office/drawing/2014/main" id="{A29969D7-BD30-C54E-BDC2-3E344C07DEDB}"/>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9" name="Line 34">
            <a:extLst>
              <a:ext uri="{FF2B5EF4-FFF2-40B4-BE49-F238E27FC236}">
                <a16:creationId xmlns:a16="http://schemas.microsoft.com/office/drawing/2014/main" id="{3DECC4E4-50C8-9241-9DF4-E97B16045B3E}"/>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0" name="Line 35">
            <a:extLst>
              <a:ext uri="{FF2B5EF4-FFF2-40B4-BE49-F238E27FC236}">
                <a16:creationId xmlns:a16="http://schemas.microsoft.com/office/drawing/2014/main" id="{FE171AD6-C5E1-BA42-9C80-54114AC1CEE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1" name="AutoShape 36">
            <a:extLst>
              <a:ext uri="{FF2B5EF4-FFF2-40B4-BE49-F238E27FC236}">
                <a16:creationId xmlns:a16="http://schemas.microsoft.com/office/drawing/2014/main" id="{29D2480E-BCE9-4646-9FFF-DD5E697A6C43}"/>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2" name="AutoShape 37">
            <a:extLst>
              <a:ext uri="{FF2B5EF4-FFF2-40B4-BE49-F238E27FC236}">
                <a16:creationId xmlns:a16="http://schemas.microsoft.com/office/drawing/2014/main" id="{29536EB9-6A34-EC48-B41B-DDAF37D394A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3" name="AutoShape 38">
            <a:extLst>
              <a:ext uri="{FF2B5EF4-FFF2-40B4-BE49-F238E27FC236}">
                <a16:creationId xmlns:a16="http://schemas.microsoft.com/office/drawing/2014/main" id="{8E3B7D80-C560-7F41-B73D-8A0861F35578}"/>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4" name="AutoShape 39">
            <a:extLst>
              <a:ext uri="{FF2B5EF4-FFF2-40B4-BE49-F238E27FC236}">
                <a16:creationId xmlns:a16="http://schemas.microsoft.com/office/drawing/2014/main" id="{33E82A24-3EC8-1E42-A34D-5623EC57063D}"/>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2135" name="Group 40">
            <a:extLst>
              <a:ext uri="{FF2B5EF4-FFF2-40B4-BE49-F238E27FC236}">
                <a16:creationId xmlns:a16="http://schemas.microsoft.com/office/drawing/2014/main" id="{D7C81EE6-0AED-864A-A44D-A9A2F39F65A2}"/>
              </a:ext>
            </a:extLst>
          </p:cNvPr>
          <p:cNvGrpSpPr>
            <a:grpSpLocks/>
          </p:cNvGrpSpPr>
          <p:nvPr/>
        </p:nvGrpSpPr>
        <p:grpSpPr bwMode="auto">
          <a:xfrm>
            <a:off x="1170385" y="1815704"/>
            <a:ext cx="6841331" cy="1828800"/>
            <a:chOff x="96" y="1056"/>
            <a:chExt cx="5472" cy="1536"/>
          </a:xfrm>
        </p:grpSpPr>
        <p:sp>
          <p:nvSpPr>
            <p:cNvPr id="132199" name="Oval 41">
              <a:extLst>
                <a:ext uri="{FF2B5EF4-FFF2-40B4-BE49-F238E27FC236}">
                  <a16:creationId xmlns:a16="http://schemas.microsoft.com/office/drawing/2014/main" id="{73F299D7-CCFD-9F40-85F1-BFEF4EB1E8BD}"/>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0" name="Oval 42">
              <a:extLst>
                <a:ext uri="{FF2B5EF4-FFF2-40B4-BE49-F238E27FC236}">
                  <a16:creationId xmlns:a16="http://schemas.microsoft.com/office/drawing/2014/main" id="{5226D94F-998C-914F-82CB-BB83591EA21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1" name="Oval 43">
              <a:extLst>
                <a:ext uri="{FF2B5EF4-FFF2-40B4-BE49-F238E27FC236}">
                  <a16:creationId xmlns:a16="http://schemas.microsoft.com/office/drawing/2014/main" id="{1C3BD233-A9E2-324F-9899-466C8D688B1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2" name="Oval 44">
              <a:extLst>
                <a:ext uri="{FF2B5EF4-FFF2-40B4-BE49-F238E27FC236}">
                  <a16:creationId xmlns:a16="http://schemas.microsoft.com/office/drawing/2014/main" id="{1F0587C6-B9CE-314B-B26C-FC6146473DA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3" name="Oval 45">
              <a:extLst>
                <a:ext uri="{FF2B5EF4-FFF2-40B4-BE49-F238E27FC236}">
                  <a16:creationId xmlns:a16="http://schemas.microsoft.com/office/drawing/2014/main" id="{038E628C-9368-DB4F-AE63-9FDEEB1C0BD8}"/>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4" name="Oval 46">
              <a:extLst>
                <a:ext uri="{FF2B5EF4-FFF2-40B4-BE49-F238E27FC236}">
                  <a16:creationId xmlns:a16="http://schemas.microsoft.com/office/drawing/2014/main" id="{B5F0077B-D063-1B40-BBCD-E83EBAD12F9C}"/>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5" name="Oval 47">
              <a:extLst>
                <a:ext uri="{FF2B5EF4-FFF2-40B4-BE49-F238E27FC236}">
                  <a16:creationId xmlns:a16="http://schemas.microsoft.com/office/drawing/2014/main" id="{1ECE046C-0B83-CE4A-9651-C636C914E38B}"/>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6" name="Oval 48">
              <a:extLst>
                <a:ext uri="{FF2B5EF4-FFF2-40B4-BE49-F238E27FC236}">
                  <a16:creationId xmlns:a16="http://schemas.microsoft.com/office/drawing/2014/main" id="{265AF6C6-3AC8-874A-869A-859B809647D5}"/>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2136" name="Line 49">
            <a:extLst>
              <a:ext uri="{FF2B5EF4-FFF2-40B4-BE49-F238E27FC236}">
                <a16:creationId xmlns:a16="http://schemas.microsoft.com/office/drawing/2014/main" id="{0A05F772-F809-224C-B3C7-706EB30FB6D0}"/>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2137" name="Group 50">
            <a:extLst>
              <a:ext uri="{FF2B5EF4-FFF2-40B4-BE49-F238E27FC236}">
                <a16:creationId xmlns:a16="http://schemas.microsoft.com/office/drawing/2014/main" id="{D3787D15-F7F3-154E-AF68-6AF0AA7EEE63}"/>
              </a:ext>
            </a:extLst>
          </p:cNvPr>
          <p:cNvGrpSpPr>
            <a:grpSpLocks/>
          </p:cNvGrpSpPr>
          <p:nvPr/>
        </p:nvGrpSpPr>
        <p:grpSpPr bwMode="auto">
          <a:xfrm>
            <a:off x="1314450" y="1815704"/>
            <a:ext cx="514350" cy="1085850"/>
            <a:chOff x="672" y="528"/>
            <a:chExt cx="432" cy="912"/>
          </a:xfrm>
        </p:grpSpPr>
        <p:sp>
          <p:nvSpPr>
            <p:cNvPr id="132196" name="AutoShape 51">
              <a:extLst>
                <a:ext uri="{FF2B5EF4-FFF2-40B4-BE49-F238E27FC236}">
                  <a16:creationId xmlns:a16="http://schemas.microsoft.com/office/drawing/2014/main" id="{8F6E9953-0E75-E843-9283-94CA2C17E611}"/>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7" name="AutoShape 52">
              <a:extLst>
                <a:ext uri="{FF2B5EF4-FFF2-40B4-BE49-F238E27FC236}">
                  <a16:creationId xmlns:a16="http://schemas.microsoft.com/office/drawing/2014/main" id="{FE12FBBF-C444-5947-9706-57B36D4FE66E}"/>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8" name="AutoShape 53">
              <a:extLst>
                <a:ext uri="{FF2B5EF4-FFF2-40B4-BE49-F238E27FC236}">
                  <a16:creationId xmlns:a16="http://schemas.microsoft.com/office/drawing/2014/main" id="{0897DE31-E298-3F48-BB96-2B01C802394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38" name="Text Box 54">
            <a:extLst>
              <a:ext uri="{FF2B5EF4-FFF2-40B4-BE49-F238E27FC236}">
                <a16:creationId xmlns:a16="http://schemas.microsoft.com/office/drawing/2014/main" id="{1C6B7BE9-D1BC-9D4B-AF28-0F9ED66FD509}"/>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39" name="Text Box 55">
            <a:extLst>
              <a:ext uri="{FF2B5EF4-FFF2-40B4-BE49-F238E27FC236}">
                <a16:creationId xmlns:a16="http://schemas.microsoft.com/office/drawing/2014/main" id="{B923C07C-F6A1-4142-8329-D87F56C15D43}"/>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0" name="Text Box 56">
            <a:extLst>
              <a:ext uri="{FF2B5EF4-FFF2-40B4-BE49-F238E27FC236}">
                <a16:creationId xmlns:a16="http://schemas.microsoft.com/office/drawing/2014/main" id="{270994CB-A01A-3B4D-8CFD-ECB75455A5F5}"/>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1" name="Text Box 57">
            <a:extLst>
              <a:ext uri="{FF2B5EF4-FFF2-40B4-BE49-F238E27FC236}">
                <a16:creationId xmlns:a16="http://schemas.microsoft.com/office/drawing/2014/main" id="{D21BEEAB-6CD4-A040-BEA5-80C87106C081}"/>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2" name="Text Box 58">
            <a:extLst>
              <a:ext uri="{FF2B5EF4-FFF2-40B4-BE49-F238E27FC236}">
                <a16:creationId xmlns:a16="http://schemas.microsoft.com/office/drawing/2014/main" id="{819599A6-1D06-7742-8BA5-009D967DF1F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3" name="Line 59">
            <a:extLst>
              <a:ext uri="{FF2B5EF4-FFF2-40B4-BE49-F238E27FC236}">
                <a16:creationId xmlns:a16="http://schemas.microsoft.com/office/drawing/2014/main" id="{E7C39F25-05A9-5548-8E45-0B506C7F0BCE}"/>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4" name="Line 60">
            <a:extLst>
              <a:ext uri="{FF2B5EF4-FFF2-40B4-BE49-F238E27FC236}">
                <a16:creationId xmlns:a16="http://schemas.microsoft.com/office/drawing/2014/main" id="{CB19ED19-C2EA-7F4F-BC3B-B5A56072C646}"/>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5" name="Text Box 61">
            <a:extLst>
              <a:ext uri="{FF2B5EF4-FFF2-40B4-BE49-F238E27FC236}">
                <a16:creationId xmlns:a16="http://schemas.microsoft.com/office/drawing/2014/main" id="{D695EC9B-7185-0440-AA0E-A1E817FE6BC3}"/>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6" name="Text Box 62">
            <a:extLst>
              <a:ext uri="{FF2B5EF4-FFF2-40B4-BE49-F238E27FC236}">
                <a16:creationId xmlns:a16="http://schemas.microsoft.com/office/drawing/2014/main" id="{16C69E6B-FB09-5B4A-ACE9-F3078ADF1519}"/>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7" name="Text Box 63">
            <a:extLst>
              <a:ext uri="{FF2B5EF4-FFF2-40B4-BE49-F238E27FC236}">
                <a16:creationId xmlns:a16="http://schemas.microsoft.com/office/drawing/2014/main" id="{8E6C4A6C-AE83-9E4A-9B44-BC83BFF11BFE}"/>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8" name="Text Box 64">
            <a:extLst>
              <a:ext uri="{FF2B5EF4-FFF2-40B4-BE49-F238E27FC236}">
                <a16:creationId xmlns:a16="http://schemas.microsoft.com/office/drawing/2014/main" id="{952FACFD-3085-8243-9F17-AC0FF3079FD0}"/>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9" name="Text Box 65">
            <a:extLst>
              <a:ext uri="{FF2B5EF4-FFF2-40B4-BE49-F238E27FC236}">
                <a16:creationId xmlns:a16="http://schemas.microsoft.com/office/drawing/2014/main" id="{AB05445E-B3DF-B547-B036-6147C67EC9E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0" name="AutoShape 66">
            <a:extLst>
              <a:ext uri="{FF2B5EF4-FFF2-40B4-BE49-F238E27FC236}">
                <a16:creationId xmlns:a16="http://schemas.microsoft.com/office/drawing/2014/main" id="{DBE997A0-B6C3-6A41-8BB7-D6F050861455}"/>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51" name="Text Box 67">
            <a:extLst>
              <a:ext uri="{FF2B5EF4-FFF2-40B4-BE49-F238E27FC236}">
                <a16:creationId xmlns:a16="http://schemas.microsoft.com/office/drawing/2014/main" id="{35AF4353-17DA-094B-A7E8-5B8AE1C3183F}"/>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2" name="Text Box 68">
            <a:extLst>
              <a:ext uri="{FF2B5EF4-FFF2-40B4-BE49-F238E27FC236}">
                <a16:creationId xmlns:a16="http://schemas.microsoft.com/office/drawing/2014/main" id="{50834DBA-C366-5740-AC7D-9484E8590F33}"/>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2153" name="Text Box 69">
            <a:extLst>
              <a:ext uri="{FF2B5EF4-FFF2-40B4-BE49-F238E27FC236}">
                <a16:creationId xmlns:a16="http://schemas.microsoft.com/office/drawing/2014/main" id="{0A596534-965F-AD41-9C8C-2934B86A5508}"/>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2154" name="Group 70">
            <a:extLst>
              <a:ext uri="{FF2B5EF4-FFF2-40B4-BE49-F238E27FC236}">
                <a16:creationId xmlns:a16="http://schemas.microsoft.com/office/drawing/2014/main" id="{91BBB8C6-F841-FA4C-BA17-5EE749A27443}"/>
              </a:ext>
            </a:extLst>
          </p:cNvPr>
          <p:cNvGrpSpPr>
            <a:grpSpLocks/>
          </p:cNvGrpSpPr>
          <p:nvPr/>
        </p:nvGrpSpPr>
        <p:grpSpPr bwMode="auto">
          <a:xfrm>
            <a:off x="7258050" y="1815704"/>
            <a:ext cx="514350" cy="1085850"/>
            <a:chOff x="672" y="528"/>
            <a:chExt cx="432" cy="912"/>
          </a:xfrm>
        </p:grpSpPr>
        <p:sp>
          <p:nvSpPr>
            <p:cNvPr id="132193" name="AutoShape 71">
              <a:extLst>
                <a:ext uri="{FF2B5EF4-FFF2-40B4-BE49-F238E27FC236}">
                  <a16:creationId xmlns:a16="http://schemas.microsoft.com/office/drawing/2014/main" id="{BC8DE6D9-2301-9D48-BCC5-E0FF89F9C29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4" name="AutoShape 72">
              <a:extLst>
                <a:ext uri="{FF2B5EF4-FFF2-40B4-BE49-F238E27FC236}">
                  <a16:creationId xmlns:a16="http://schemas.microsoft.com/office/drawing/2014/main" id="{469B0818-9189-A142-87C8-32127E873BED}"/>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5" name="AutoShape 73">
              <a:extLst>
                <a:ext uri="{FF2B5EF4-FFF2-40B4-BE49-F238E27FC236}">
                  <a16:creationId xmlns:a16="http://schemas.microsoft.com/office/drawing/2014/main" id="{86E3A784-9B75-4C40-840D-BEB9EA5934E0}"/>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55" name="Text Box 74">
            <a:extLst>
              <a:ext uri="{FF2B5EF4-FFF2-40B4-BE49-F238E27FC236}">
                <a16:creationId xmlns:a16="http://schemas.microsoft.com/office/drawing/2014/main" id="{E20F0AC3-651D-B344-BC48-3A29BDF27EC1}"/>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6" name="Text Box 75">
            <a:extLst>
              <a:ext uri="{FF2B5EF4-FFF2-40B4-BE49-F238E27FC236}">
                <a16:creationId xmlns:a16="http://schemas.microsoft.com/office/drawing/2014/main" id="{1C353ED9-228E-1241-93D6-10962D703E0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7" name="Text Box 76">
            <a:extLst>
              <a:ext uri="{FF2B5EF4-FFF2-40B4-BE49-F238E27FC236}">
                <a16:creationId xmlns:a16="http://schemas.microsoft.com/office/drawing/2014/main" id="{F1E1F1AF-3CA4-5A43-8B4E-40B14468B9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8" name="Line 77">
            <a:extLst>
              <a:ext uri="{FF2B5EF4-FFF2-40B4-BE49-F238E27FC236}">
                <a16:creationId xmlns:a16="http://schemas.microsoft.com/office/drawing/2014/main" id="{21731628-4D22-524F-ABC8-91FD17B4C200}"/>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59" name="AutoShape 78">
            <a:extLst>
              <a:ext uri="{FF2B5EF4-FFF2-40B4-BE49-F238E27FC236}">
                <a16:creationId xmlns:a16="http://schemas.microsoft.com/office/drawing/2014/main" id="{37AA706D-0D9D-8040-9E1C-E26A6A4E155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60" name="Line 79">
            <a:extLst>
              <a:ext uri="{FF2B5EF4-FFF2-40B4-BE49-F238E27FC236}">
                <a16:creationId xmlns:a16="http://schemas.microsoft.com/office/drawing/2014/main" id="{25A20868-26B5-A04E-BAC5-0199C2317EBB}"/>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1" name="Text Box 80">
            <a:extLst>
              <a:ext uri="{FF2B5EF4-FFF2-40B4-BE49-F238E27FC236}">
                <a16:creationId xmlns:a16="http://schemas.microsoft.com/office/drawing/2014/main" id="{78430301-EAAD-504B-B6B2-594D1FB82034}"/>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62" name="Line 81">
            <a:extLst>
              <a:ext uri="{FF2B5EF4-FFF2-40B4-BE49-F238E27FC236}">
                <a16:creationId xmlns:a16="http://schemas.microsoft.com/office/drawing/2014/main" id="{17202C04-6C67-4648-889C-D1299DE33C3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3" name="Freeform 82">
            <a:extLst>
              <a:ext uri="{FF2B5EF4-FFF2-40B4-BE49-F238E27FC236}">
                <a16:creationId xmlns:a16="http://schemas.microsoft.com/office/drawing/2014/main" id="{65C61445-CF9A-4441-9350-97BA63CC9D5F}"/>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4" name="Freeform 83">
            <a:extLst>
              <a:ext uri="{FF2B5EF4-FFF2-40B4-BE49-F238E27FC236}">
                <a16:creationId xmlns:a16="http://schemas.microsoft.com/office/drawing/2014/main" id="{D68F3BC6-13FA-9A48-8E23-A2F45D97DCC9}"/>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5" name="Text Box 84">
            <a:extLst>
              <a:ext uri="{FF2B5EF4-FFF2-40B4-BE49-F238E27FC236}">
                <a16:creationId xmlns:a16="http://schemas.microsoft.com/office/drawing/2014/main" id="{E9CD0B15-70A6-1541-AC31-18968E1BA02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2166" name="Group 85">
            <a:extLst>
              <a:ext uri="{FF2B5EF4-FFF2-40B4-BE49-F238E27FC236}">
                <a16:creationId xmlns:a16="http://schemas.microsoft.com/office/drawing/2014/main" id="{C91333F3-F3B6-8446-B70D-4A2684224D68}"/>
              </a:ext>
            </a:extLst>
          </p:cNvPr>
          <p:cNvGrpSpPr>
            <a:grpSpLocks/>
          </p:cNvGrpSpPr>
          <p:nvPr/>
        </p:nvGrpSpPr>
        <p:grpSpPr bwMode="auto">
          <a:xfrm>
            <a:off x="2000250" y="2365772"/>
            <a:ext cx="1085850" cy="285750"/>
            <a:chOff x="1632" y="2688"/>
            <a:chExt cx="912" cy="240"/>
          </a:xfrm>
        </p:grpSpPr>
        <p:sp>
          <p:nvSpPr>
            <p:cNvPr id="132191" name="Rectangle 86">
              <a:extLst>
                <a:ext uri="{FF2B5EF4-FFF2-40B4-BE49-F238E27FC236}">
                  <a16:creationId xmlns:a16="http://schemas.microsoft.com/office/drawing/2014/main" id="{929D214B-4A0C-5049-AADF-F30A73421C98}"/>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2" name="AutoShape 87">
              <a:extLst>
                <a:ext uri="{FF2B5EF4-FFF2-40B4-BE49-F238E27FC236}">
                  <a16:creationId xmlns:a16="http://schemas.microsoft.com/office/drawing/2014/main" id="{AB1A1C9B-1E2C-6F40-A27D-4C9AFEEFD03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7" name="Group 88">
            <a:extLst>
              <a:ext uri="{FF2B5EF4-FFF2-40B4-BE49-F238E27FC236}">
                <a16:creationId xmlns:a16="http://schemas.microsoft.com/office/drawing/2014/main" id="{D1B797DD-9F04-4540-AFE4-E12AAFDDD498}"/>
              </a:ext>
            </a:extLst>
          </p:cNvPr>
          <p:cNvGrpSpPr>
            <a:grpSpLocks/>
          </p:cNvGrpSpPr>
          <p:nvPr/>
        </p:nvGrpSpPr>
        <p:grpSpPr bwMode="auto">
          <a:xfrm>
            <a:off x="3943350" y="2365772"/>
            <a:ext cx="1085850" cy="285750"/>
            <a:chOff x="1632" y="2688"/>
            <a:chExt cx="912" cy="240"/>
          </a:xfrm>
        </p:grpSpPr>
        <p:sp>
          <p:nvSpPr>
            <p:cNvPr id="132189" name="Rectangle 89">
              <a:extLst>
                <a:ext uri="{FF2B5EF4-FFF2-40B4-BE49-F238E27FC236}">
                  <a16:creationId xmlns:a16="http://schemas.microsoft.com/office/drawing/2014/main" id="{933837E9-25C0-A64D-8155-78D059086F8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0" name="AutoShape 90">
              <a:extLst>
                <a:ext uri="{FF2B5EF4-FFF2-40B4-BE49-F238E27FC236}">
                  <a16:creationId xmlns:a16="http://schemas.microsoft.com/office/drawing/2014/main" id="{89AC269F-B1D9-484F-A47B-AFB8349322A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8" name="Group 91">
            <a:extLst>
              <a:ext uri="{FF2B5EF4-FFF2-40B4-BE49-F238E27FC236}">
                <a16:creationId xmlns:a16="http://schemas.microsoft.com/office/drawing/2014/main" id="{54355A40-A5BF-FB42-9F59-FEE0DF6741DF}"/>
              </a:ext>
            </a:extLst>
          </p:cNvPr>
          <p:cNvGrpSpPr>
            <a:grpSpLocks/>
          </p:cNvGrpSpPr>
          <p:nvPr/>
        </p:nvGrpSpPr>
        <p:grpSpPr bwMode="auto">
          <a:xfrm>
            <a:off x="6000750" y="2365772"/>
            <a:ext cx="1085850" cy="285750"/>
            <a:chOff x="1632" y="2688"/>
            <a:chExt cx="912" cy="240"/>
          </a:xfrm>
        </p:grpSpPr>
        <p:sp>
          <p:nvSpPr>
            <p:cNvPr id="132187" name="Rectangle 92">
              <a:extLst>
                <a:ext uri="{FF2B5EF4-FFF2-40B4-BE49-F238E27FC236}">
                  <a16:creationId xmlns:a16="http://schemas.microsoft.com/office/drawing/2014/main" id="{C882DFD4-4A29-0245-8AF8-31CD771187F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8" name="AutoShape 93">
              <a:extLst>
                <a:ext uri="{FF2B5EF4-FFF2-40B4-BE49-F238E27FC236}">
                  <a16:creationId xmlns:a16="http://schemas.microsoft.com/office/drawing/2014/main" id="{24B15BB4-18B3-C849-933A-0FA81900671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9" name="Group 94">
            <a:extLst>
              <a:ext uri="{FF2B5EF4-FFF2-40B4-BE49-F238E27FC236}">
                <a16:creationId xmlns:a16="http://schemas.microsoft.com/office/drawing/2014/main" id="{0FE57020-2FD5-7F48-930C-5FBEA1966592}"/>
              </a:ext>
            </a:extLst>
          </p:cNvPr>
          <p:cNvGrpSpPr>
            <a:grpSpLocks/>
          </p:cNvGrpSpPr>
          <p:nvPr/>
        </p:nvGrpSpPr>
        <p:grpSpPr bwMode="auto">
          <a:xfrm>
            <a:off x="1600200" y="4194572"/>
            <a:ext cx="1485900" cy="285750"/>
            <a:chOff x="480" y="3120"/>
            <a:chExt cx="1248" cy="240"/>
          </a:xfrm>
        </p:grpSpPr>
        <p:sp>
          <p:nvSpPr>
            <p:cNvPr id="132185" name="Rectangle 95">
              <a:extLst>
                <a:ext uri="{FF2B5EF4-FFF2-40B4-BE49-F238E27FC236}">
                  <a16:creationId xmlns:a16="http://schemas.microsoft.com/office/drawing/2014/main" id="{EA153536-0CD6-4943-8C75-00AA1799D4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2186" name="AutoShape 96">
              <a:extLst>
                <a:ext uri="{FF2B5EF4-FFF2-40B4-BE49-F238E27FC236}">
                  <a16:creationId xmlns:a16="http://schemas.microsoft.com/office/drawing/2014/main" id="{940A137E-B6EC-124E-A014-E079C54579A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0" name="Group 97">
            <a:extLst>
              <a:ext uri="{FF2B5EF4-FFF2-40B4-BE49-F238E27FC236}">
                <a16:creationId xmlns:a16="http://schemas.microsoft.com/office/drawing/2014/main" id="{EDE90BFD-E87F-3443-BF73-B146BD088621}"/>
              </a:ext>
            </a:extLst>
          </p:cNvPr>
          <p:cNvGrpSpPr>
            <a:grpSpLocks/>
          </p:cNvGrpSpPr>
          <p:nvPr/>
        </p:nvGrpSpPr>
        <p:grpSpPr bwMode="auto">
          <a:xfrm>
            <a:off x="3771900" y="4194572"/>
            <a:ext cx="1485900" cy="285750"/>
            <a:chOff x="480" y="3120"/>
            <a:chExt cx="1248" cy="240"/>
          </a:xfrm>
        </p:grpSpPr>
        <p:sp>
          <p:nvSpPr>
            <p:cNvPr id="132183" name="Rectangle 98">
              <a:extLst>
                <a:ext uri="{FF2B5EF4-FFF2-40B4-BE49-F238E27FC236}">
                  <a16:creationId xmlns:a16="http://schemas.microsoft.com/office/drawing/2014/main" id="{BA52046C-BC3A-9B40-A222-1284F8D50ED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2184" name="AutoShape 99">
              <a:extLst>
                <a:ext uri="{FF2B5EF4-FFF2-40B4-BE49-F238E27FC236}">
                  <a16:creationId xmlns:a16="http://schemas.microsoft.com/office/drawing/2014/main" id="{D9E951E7-8EDF-9546-BA73-FAAF18FAA69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1" name="Group 100">
            <a:extLst>
              <a:ext uri="{FF2B5EF4-FFF2-40B4-BE49-F238E27FC236}">
                <a16:creationId xmlns:a16="http://schemas.microsoft.com/office/drawing/2014/main" id="{B65D82A1-BF13-5A47-8B2B-19A1342FC4CE}"/>
              </a:ext>
            </a:extLst>
          </p:cNvPr>
          <p:cNvGrpSpPr>
            <a:grpSpLocks/>
          </p:cNvGrpSpPr>
          <p:nvPr/>
        </p:nvGrpSpPr>
        <p:grpSpPr bwMode="auto">
          <a:xfrm>
            <a:off x="5943600" y="4194572"/>
            <a:ext cx="1485900" cy="285750"/>
            <a:chOff x="480" y="3120"/>
            <a:chExt cx="1248" cy="240"/>
          </a:xfrm>
        </p:grpSpPr>
        <p:sp>
          <p:nvSpPr>
            <p:cNvPr id="132181" name="Rectangle 101">
              <a:extLst>
                <a:ext uri="{FF2B5EF4-FFF2-40B4-BE49-F238E27FC236}">
                  <a16:creationId xmlns:a16="http://schemas.microsoft.com/office/drawing/2014/main" id="{C6E4E9A9-6FE5-2C44-B6BA-B456C21A23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2" name="AutoShape 102">
              <a:extLst>
                <a:ext uri="{FF2B5EF4-FFF2-40B4-BE49-F238E27FC236}">
                  <a16:creationId xmlns:a16="http://schemas.microsoft.com/office/drawing/2014/main" id="{7DF9209C-760C-A747-9C3E-3066E66182B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72" name="Text Box 103">
            <a:extLst>
              <a:ext uri="{FF2B5EF4-FFF2-40B4-BE49-F238E27FC236}">
                <a16:creationId xmlns:a16="http://schemas.microsoft.com/office/drawing/2014/main" id="{0C8B0D17-29DE-CE4A-BA3B-7FD1D2FFBF92}"/>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3" name="Text Box 104">
            <a:extLst>
              <a:ext uri="{FF2B5EF4-FFF2-40B4-BE49-F238E27FC236}">
                <a16:creationId xmlns:a16="http://schemas.microsoft.com/office/drawing/2014/main" id="{37A12BDE-ABE1-9245-B589-6BDCDCAFFC2A}"/>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4" name="AutoShape 105">
            <a:extLst>
              <a:ext uri="{FF2B5EF4-FFF2-40B4-BE49-F238E27FC236}">
                <a16:creationId xmlns:a16="http://schemas.microsoft.com/office/drawing/2014/main" id="{C4E17C7B-F83D-A246-9B7A-51FF3CAFE54C}"/>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75" name="Text Box 106">
            <a:extLst>
              <a:ext uri="{FF2B5EF4-FFF2-40B4-BE49-F238E27FC236}">
                <a16:creationId xmlns:a16="http://schemas.microsoft.com/office/drawing/2014/main" id="{2479772C-377D-774E-B3A1-A048DB08D0A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7835" name="Text Box 107">
            <a:extLst>
              <a:ext uri="{FF2B5EF4-FFF2-40B4-BE49-F238E27FC236}">
                <a16:creationId xmlns:a16="http://schemas.microsoft.com/office/drawing/2014/main" id="{8B8F3595-3AF5-E943-9188-BCEF7B19B70E}"/>
              </a:ext>
            </a:extLst>
          </p:cNvPr>
          <p:cNvSpPr txBox="1">
            <a:spLocks noChangeArrowheads="1"/>
          </p:cNvSpPr>
          <p:nvPr/>
        </p:nvSpPr>
        <p:spPr bwMode="auto">
          <a:xfrm>
            <a:off x="2591991" y="39291"/>
            <a:ext cx="3809056"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在链路上看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MAC </a:t>
            </a:r>
            <a:r>
              <a:rPr lang="zh-CN" altLang="en-US" sz="2400">
                <a:latin typeface="Tahoma" panose="020B0604030504040204" pitchFamily="34" charset="0"/>
                <a:ea typeface="宋体" panose="02010600030101010101" pitchFamily="2" charset="-122"/>
                <a:cs typeface="黑体" panose="02010609060101010101" pitchFamily="49" charset="-122"/>
              </a:rPr>
              <a:t>帧的流动</a:t>
            </a:r>
          </a:p>
        </p:txBody>
      </p:sp>
      <p:sp>
        <p:nvSpPr>
          <p:cNvPr id="457836" name="Line 108">
            <a:extLst>
              <a:ext uri="{FF2B5EF4-FFF2-40B4-BE49-F238E27FC236}">
                <a16:creationId xmlns:a16="http://schemas.microsoft.com/office/drawing/2014/main" id="{6CA16A48-223B-B84D-A9C3-1D057C447A63}"/>
              </a:ext>
            </a:extLst>
          </p:cNvPr>
          <p:cNvSpPr>
            <a:spLocks noChangeShapeType="1"/>
          </p:cNvSpPr>
          <p:nvPr/>
        </p:nvSpPr>
        <p:spPr bwMode="auto">
          <a:xfrm>
            <a:off x="1493044" y="4083844"/>
            <a:ext cx="135136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7" name="Line 109">
            <a:extLst>
              <a:ext uri="{FF2B5EF4-FFF2-40B4-BE49-F238E27FC236}">
                <a16:creationId xmlns:a16="http://schemas.microsoft.com/office/drawing/2014/main" id="{BA94A9F5-7C5D-074E-8856-D3891BC1B9CD}"/>
              </a:ext>
            </a:extLst>
          </p:cNvPr>
          <p:cNvSpPr>
            <a:spLocks noChangeShapeType="1"/>
          </p:cNvSpPr>
          <p:nvPr/>
        </p:nvSpPr>
        <p:spPr bwMode="auto">
          <a:xfrm>
            <a:off x="3869531" y="4083844"/>
            <a:ext cx="972741"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8" name="Line 110">
            <a:extLst>
              <a:ext uri="{FF2B5EF4-FFF2-40B4-BE49-F238E27FC236}">
                <a16:creationId xmlns:a16="http://schemas.microsoft.com/office/drawing/2014/main" id="{4B4370ED-B3DB-884E-A435-2C643B726ABA}"/>
              </a:ext>
            </a:extLst>
          </p:cNvPr>
          <p:cNvSpPr>
            <a:spLocks noChangeShapeType="1"/>
          </p:cNvSpPr>
          <p:nvPr/>
        </p:nvSpPr>
        <p:spPr bwMode="auto">
          <a:xfrm>
            <a:off x="5813823" y="4083844"/>
            <a:ext cx="162044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2180" name="幻灯片编号占位符 1">
            <a:extLst>
              <a:ext uri="{FF2B5EF4-FFF2-40B4-BE49-F238E27FC236}">
                <a16:creationId xmlns:a16="http://schemas.microsoft.com/office/drawing/2014/main" id="{EDC56245-0401-324B-BCA4-06CB35947EC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636AC5A-1B8C-FC4A-94D8-3502DFEA1C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6424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Lst>
  </p:timing>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4145" name="Freeform 32">
            <a:extLst>
              <a:ext uri="{FF2B5EF4-FFF2-40B4-BE49-F238E27FC236}">
                <a16:creationId xmlns:a16="http://schemas.microsoft.com/office/drawing/2014/main" id="{BA68DCEF-FA3E-7542-B276-BB15F0700D27}"/>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6" name="Freeform 33">
            <a:extLst>
              <a:ext uri="{FF2B5EF4-FFF2-40B4-BE49-F238E27FC236}">
                <a16:creationId xmlns:a16="http://schemas.microsoft.com/office/drawing/2014/main" id="{71487D8F-7B63-DC42-9503-25639D858D9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7" name="Line 34">
            <a:extLst>
              <a:ext uri="{FF2B5EF4-FFF2-40B4-BE49-F238E27FC236}">
                <a16:creationId xmlns:a16="http://schemas.microsoft.com/office/drawing/2014/main" id="{92E90BC9-32D6-0D40-971A-27DDEEE9F49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8" name="Line 35">
            <a:extLst>
              <a:ext uri="{FF2B5EF4-FFF2-40B4-BE49-F238E27FC236}">
                <a16:creationId xmlns:a16="http://schemas.microsoft.com/office/drawing/2014/main" id="{C9ED1C2A-AA77-D74C-9701-32C5D36EA1FA}"/>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9" name="AutoShape 36">
            <a:extLst>
              <a:ext uri="{FF2B5EF4-FFF2-40B4-BE49-F238E27FC236}">
                <a16:creationId xmlns:a16="http://schemas.microsoft.com/office/drawing/2014/main" id="{91D58D6C-CAA8-9A4A-87E2-507976CE2E7B}"/>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0" name="AutoShape 37">
            <a:extLst>
              <a:ext uri="{FF2B5EF4-FFF2-40B4-BE49-F238E27FC236}">
                <a16:creationId xmlns:a16="http://schemas.microsoft.com/office/drawing/2014/main" id="{12ACD973-D1CF-6141-97F2-EB9CB9EAB329}"/>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1" name="AutoShape 38">
            <a:extLst>
              <a:ext uri="{FF2B5EF4-FFF2-40B4-BE49-F238E27FC236}">
                <a16:creationId xmlns:a16="http://schemas.microsoft.com/office/drawing/2014/main" id="{5822C8AC-841D-A048-B863-7EBFF2F8C3F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2" name="AutoShape 39">
            <a:extLst>
              <a:ext uri="{FF2B5EF4-FFF2-40B4-BE49-F238E27FC236}">
                <a16:creationId xmlns:a16="http://schemas.microsoft.com/office/drawing/2014/main" id="{E5D89AFE-6BB5-2043-835A-2D0341CD0E8B}"/>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4153" name="Group 40">
            <a:extLst>
              <a:ext uri="{FF2B5EF4-FFF2-40B4-BE49-F238E27FC236}">
                <a16:creationId xmlns:a16="http://schemas.microsoft.com/office/drawing/2014/main" id="{BBE0E7F2-4916-684A-A8C4-1481630D839C}"/>
              </a:ext>
            </a:extLst>
          </p:cNvPr>
          <p:cNvGrpSpPr>
            <a:grpSpLocks/>
          </p:cNvGrpSpPr>
          <p:nvPr/>
        </p:nvGrpSpPr>
        <p:grpSpPr bwMode="auto">
          <a:xfrm>
            <a:off x="1170385" y="1815704"/>
            <a:ext cx="6841331" cy="1828800"/>
            <a:chOff x="96" y="1056"/>
            <a:chExt cx="5472" cy="1536"/>
          </a:xfrm>
        </p:grpSpPr>
        <p:sp>
          <p:nvSpPr>
            <p:cNvPr id="134216" name="Oval 41">
              <a:extLst>
                <a:ext uri="{FF2B5EF4-FFF2-40B4-BE49-F238E27FC236}">
                  <a16:creationId xmlns:a16="http://schemas.microsoft.com/office/drawing/2014/main" id="{4B318563-2AEB-0B47-8423-FA823C3E6034}"/>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7" name="Oval 42">
              <a:extLst>
                <a:ext uri="{FF2B5EF4-FFF2-40B4-BE49-F238E27FC236}">
                  <a16:creationId xmlns:a16="http://schemas.microsoft.com/office/drawing/2014/main" id="{46B649F0-C1F6-BB48-9252-17240897FB60}"/>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8" name="Oval 43">
              <a:extLst>
                <a:ext uri="{FF2B5EF4-FFF2-40B4-BE49-F238E27FC236}">
                  <a16:creationId xmlns:a16="http://schemas.microsoft.com/office/drawing/2014/main" id="{04C5092D-D082-814A-BE2B-DAC4EA1077A3}"/>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9" name="Oval 44">
              <a:extLst>
                <a:ext uri="{FF2B5EF4-FFF2-40B4-BE49-F238E27FC236}">
                  <a16:creationId xmlns:a16="http://schemas.microsoft.com/office/drawing/2014/main" id="{166B0505-861F-5744-B729-72FD315716B0}"/>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0" name="Oval 45">
              <a:extLst>
                <a:ext uri="{FF2B5EF4-FFF2-40B4-BE49-F238E27FC236}">
                  <a16:creationId xmlns:a16="http://schemas.microsoft.com/office/drawing/2014/main" id="{84120608-5FC5-094F-BDEC-3E5B4EE353B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1" name="Oval 46">
              <a:extLst>
                <a:ext uri="{FF2B5EF4-FFF2-40B4-BE49-F238E27FC236}">
                  <a16:creationId xmlns:a16="http://schemas.microsoft.com/office/drawing/2014/main" id="{176A47DD-5947-A841-A065-6A60A92A4AA5}"/>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2" name="Oval 47">
              <a:extLst>
                <a:ext uri="{FF2B5EF4-FFF2-40B4-BE49-F238E27FC236}">
                  <a16:creationId xmlns:a16="http://schemas.microsoft.com/office/drawing/2014/main" id="{26880038-6DFB-E543-B622-ACBFB5BEA8AD}"/>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3" name="Oval 48">
              <a:extLst>
                <a:ext uri="{FF2B5EF4-FFF2-40B4-BE49-F238E27FC236}">
                  <a16:creationId xmlns:a16="http://schemas.microsoft.com/office/drawing/2014/main" id="{C875457C-A811-D34B-ADBF-8E4E13A03C93}"/>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4154" name="Line 49">
            <a:extLst>
              <a:ext uri="{FF2B5EF4-FFF2-40B4-BE49-F238E27FC236}">
                <a16:creationId xmlns:a16="http://schemas.microsoft.com/office/drawing/2014/main" id="{A83B2C7C-14EE-5942-BDBC-4668C953CDE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4155" name="Group 50">
            <a:extLst>
              <a:ext uri="{FF2B5EF4-FFF2-40B4-BE49-F238E27FC236}">
                <a16:creationId xmlns:a16="http://schemas.microsoft.com/office/drawing/2014/main" id="{2E890E5D-A2AD-824F-82D0-1E6696376B17}"/>
              </a:ext>
            </a:extLst>
          </p:cNvPr>
          <p:cNvGrpSpPr>
            <a:grpSpLocks/>
          </p:cNvGrpSpPr>
          <p:nvPr/>
        </p:nvGrpSpPr>
        <p:grpSpPr bwMode="auto">
          <a:xfrm>
            <a:off x="1314450" y="1815704"/>
            <a:ext cx="514350" cy="1085850"/>
            <a:chOff x="672" y="528"/>
            <a:chExt cx="432" cy="912"/>
          </a:xfrm>
        </p:grpSpPr>
        <p:sp>
          <p:nvSpPr>
            <p:cNvPr id="134213" name="AutoShape 51">
              <a:extLst>
                <a:ext uri="{FF2B5EF4-FFF2-40B4-BE49-F238E27FC236}">
                  <a16:creationId xmlns:a16="http://schemas.microsoft.com/office/drawing/2014/main" id="{064D690B-E4EE-C748-B5BF-FF204B6D5B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4" name="AutoShape 52">
              <a:extLst>
                <a:ext uri="{FF2B5EF4-FFF2-40B4-BE49-F238E27FC236}">
                  <a16:creationId xmlns:a16="http://schemas.microsoft.com/office/drawing/2014/main" id="{9D66588C-981F-6441-BF6B-29B63CB43AE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5" name="AutoShape 53">
              <a:extLst>
                <a:ext uri="{FF2B5EF4-FFF2-40B4-BE49-F238E27FC236}">
                  <a16:creationId xmlns:a16="http://schemas.microsoft.com/office/drawing/2014/main" id="{461E57FB-FC35-5945-93C5-498731498F2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56" name="Text Box 54">
            <a:extLst>
              <a:ext uri="{FF2B5EF4-FFF2-40B4-BE49-F238E27FC236}">
                <a16:creationId xmlns:a16="http://schemas.microsoft.com/office/drawing/2014/main" id="{04FF6692-2587-FD4A-8BB7-5B50ADC5D14C}"/>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7" name="Text Box 55">
            <a:extLst>
              <a:ext uri="{FF2B5EF4-FFF2-40B4-BE49-F238E27FC236}">
                <a16:creationId xmlns:a16="http://schemas.microsoft.com/office/drawing/2014/main" id="{CC0298CB-1671-2249-BFF7-926FFEAA95D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8" name="Text Box 56">
            <a:extLst>
              <a:ext uri="{FF2B5EF4-FFF2-40B4-BE49-F238E27FC236}">
                <a16:creationId xmlns:a16="http://schemas.microsoft.com/office/drawing/2014/main" id="{A1F399D6-AA8E-2F4B-A984-98C8C146C828}"/>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9" name="Text Box 57">
            <a:extLst>
              <a:ext uri="{FF2B5EF4-FFF2-40B4-BE49-F238E27FC236}">
                <a16:creationId xmlns:a16="http://schemas.microsoft.com/office/drawing/2014/main" id="{D51C2923-CFE2-6945-BD36-F613DADE3B22}"/>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0" name="Text Box 58">
            <a:extLst>
              <a:ext uri="{FF2B5EF4-FFF2-40B4-BE49-F238E27FC236}">
                <a16:creationId xmlns:a16="http://schemas.microsoft.com/office/drawing/2014/main" id="{6F1E4EB4-B0F9-2441-B964-03DF8277831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1" name="Line 59">
            <a:extLst>
              <a:ext uri="{FF2B5EF4-FFF2-40B4-BE49-F238E27FC236}">
                <a16:creationId xmlns:a16="http://schemas.microsoft.com/office/drawing/2014/main" id="{B5F5E9ED-93A3-CA4B-B7B1-C5B4121793F9}"/>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2" name="Line 60">
            <a:extLst>
              <a:ext uri="{FF2B5EF4-FFF2-40B4-BE49-F238E27FC236}">
                <a16:creationId xmlns:a16="http://schemas.microsoft.com/office/drawing/2014/main" id="{81BC564E-B2CE-D94B-AB4C-55C188F38449}"/>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3" name="Text Box 61">
            <a:extLst>
              <a:ext uri="{FF2B5EF4-FFF2-40B4-BE49-F238E27FC236}">
                <a16:creationId xmlns:a16="http://schemas.microsoft.com/office/drawing/2014/main" id="{AC571CD4-049E-EB4E-96E6-32485C0C3C2C}"/>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4" name="Text Box 62">
            <a:extLst>
              <a:ext uri="{FF2B5EF4-FFF2-40B4-BE49-F238E27FC236}">
                <a16:creationId xmlns:a16="http://schemas.microsoft.com/office/drawing/2014/main" id="{75D7F2EB-1C55-1A4D-8CDC-F25A59725D0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5" name="Text Box 63">
            <a:extLst>
              <a:ext uri="{FF2B5EF4-FFF2-40B4-BE49-F238E27FC236}">
                <a16:creationId xmlns:a16="http://schemas.microsoft.com/office/drawing/2014/main" id="{27B1AF1B-580B-E14C-9546-AA391E5EA8D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6" name="Text Box 64">
            <a:extLst>
              <a:ext uri="{FF2B5EF4-FFF2-40B4-BE49-F238E27FC236}">
                <a16:creationId xmlns:a16="http://schemas.microsoft.com/office/drawing/2014/main" id="{8E5D1F41-BC51-7A49-8AC3-5774C928AF67}"/>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7" name="Text Box 65">
            <a:extLst>
              <a:ext uri="{FF2B5EF4-FFF2-40B4-BE49-F238E27FC236}">
                <a16:creationId xmlns:a16="http://schemas.microsoft.com/office/drawing/2014/main" id="{F231361D-1643-6B4E-A51E-C6DDCF152536}"/>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8" name="AutoShape 66">
            <a:extLst>
              <a:ext uri="{FF2B5EF4-FFF2-40B4-BE49-F238E27FC236}">
                <a16:creationId xmlns:a16="http://schemas.microsoft.com/office/drawing/2014/main" id="{43F2D383-9F5C-4045-8FBB-86ED6C3C635A}"/>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69" name="Text Box 67">
            <a:extLst>
              <a:ext uri="{FF2B5EF4-FFF2-40B4-BE49-F238E27FC236}">
                <a16:creationId xmlns:a16="http://schemas.microsoft.com/office/drawing/2014/main" id="{D4EA0DB6-0042-5641-9BB9-E8E40A8575E1}"/>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0" name="Text Box 68">
            <a:extLst>
              <a:ext uri="{FF2B5EF4-FFF2-40B4-BE49-F238E27FC236}">
                <a16:creationId xmlns:a16="http://schemas.microsoft.com/office/drawing/2014/main" id="{674F5E8B-3DC1-0D41-910A-039E61D1C37F}"/>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4171" name="Text Box 69">
            <a:extLst>
              <a:ext uri="{FF2B5EF4-FFF2-40B4-BE49-F238E27FC236}">
                <a16:creationId xmlns:a16="http://schemas.microsoft.com/office/drawing/2014/main" id="{D77475AE-21E9-6241-9952-706F9CCDED8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4172" name="Group 70">
            <a:extLst>
              <a:ext uri="{FF2B5EF4-FFF2-40B4-BE49-F238E27FC236}">
                <a16:creationId xmlns:a16="http://schemas.microsoft.com/office/drawing/2014/main" id="{E8A3BDEA-D58A-A941-9C3C-0AA7303E0B22}"/>
              </a:ext>
            </a:extLst>
          </p:cNvPr>
          <p:cNvGrpSpPr>
            <a:grpSpLocks/>
          </p:cNvGrpSpPr>
          <p:nvPr/>
        </p:nvGrpSpPr>
        <p:grpSpPr bwMode="auto">
          <a:xfrm>
            <a:off x="7258050" y="1815704"/>
            <a:ext cx="514350" cy="1085850"/>
            <a:chOff x="672" y="528"/>
            <a:chExt cx="432" cy="912"/>
          </a:xfrm>
        </p:grpSpPr>
        <p:sp>
          <p:nvSpPr>
            <p:cNvPr id="134210" name="AutoShape 71">
              <a:extLst>
                <a:ext uri="{FF2B5EF4-FFF2-40B4-BE49-F238E27FC236}">
                  <a16:creationId xmlns:a16="http://schemas.microsoft.com/office/drawing/2014/main" id="{03608303-32B5-6D4B-8377-A9FB98CAF36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1" name="AutoShape 72">
              <a:extLst>
                <a:ext uri="{FF2B5EF4-FFF2-40B4-BE49-F238E27FC236}">
                  <a16:creationId xmlns:a16="http://schemas.microsoft.com/office/drawing/2014/main" id="{95989CC7-ECEE-AC43-9C92-EBE3DDE3F48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2" name="AutoShape 73">
              <a:extLst>
                <a:ext uri="{FF2B5EF4-FFF2-40B4-BE49-F238E27FC236}">
                  <a16:creationId xmlns:a16="http://schemas.microsoft.com/office/drawing/2014/main" id="{80FCF38E-0713-4B44-A387-F536DBF84A0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73" name="Text Box 74">
            <a:extLst>
              <a:ext uri="{FF2B5EF4-FFF2-40B4-BE49-F238E27FC236}">
                <a16:creationId xmlns:a16="http://schemas.microsoft.com/office/drawing/2014/main" id="{0BA5F618-A3A2-714B-9624-534B7042A60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4" name="Text Box 75">
            <a:extLst>
              <a:ext uri="{FF2B5EF4-FFF2-40B4-BE49-F238E27FC236}">
                <a16:creationId xmlns:a16="http://schemas.microsoft.com/office/drawing/2014/main" id="{1282829F-7AA6-7A4E-BE94-37CA401AC5A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5" name="Text Box 76">
            <a:extLst>
              <a:ext uri="{FF2B5EF4-FFF2-40B4-BE49-F238E27FC236}">
                <a16:creationId xmlns:a16="http://schemas.microsoft.com/office/drawing/2014/main" id="{0CE7F15E-7635-F249-8F9B-4209FCBD12DF}"/>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6" name="Line 77">
            <a:extLst>
              <a:ext uri="{FF2B5EF4-FFF2-40B4-BE49-F238E27FC236}">
                <a16:creationId xmlns:a16="http://schemas.microsoft.com/office/drawing/2014/main" id="{073A31BC-6BA2-5145-9A36-F706D2D179E6}"/>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7" name="AutoShape 78">
            <a:extLst>
              <a:ext uri="{FF2B5EF4-FFF2-40B4-BE49-F238E27FC236}">
                <a16:creationId xmlns:a16="http://schemas.microsoft.com/office/drawing/2014/main" id="{F7B27773-ACB3-0043-8537-430A332BBDA6}"/>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78" name="Line 79">
            <a:extLst>
              <a:ext uri="{FF2B5EF4-FFF2-40B4-BE49-F238E27FC236}">
                <a16:creationId xmlns:a16="http://schemas.microsoft.com/office/drawing/2014/main" id="{AAD7FD25-F8CB-544F-805D-AF036ABCA86E}"/>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9" name="Text Box 80">
            <a:extLst>
              <a:ext uri="{FF2B5EF4-FFF2-40B4-BE49-F238E27FC236}">
                <a16:creationId xmlns:a16="http://schemas.microsoft.com/office/drawing/2014/main" id="{A0D03B74-6CD9-4C45-8F9C-ED038AECCCAF}"/>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80" name="Line 81">
            <a:extLst>
              <a:ext uri="{FF2B5EF4-FFF2-40B4-BE49-F238E27FC236}">
                <a16:creationId xmlns:a16="http://schemas.microsoft.com/office/drawing/2014/main" id="{F7B9C95E-D0C9-8B40-A8FD-536D56484C56}"/>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81" name="Freeform 82">
            <a:extLst>
              <a:ext uri="{FF2B5EF4-FFF2-40B4-BE49-F238E27FC236}">
                <a16:creationId xmlns:a16="http://schemas.microsoft.com/office/drawing/2014/main" id="{0BB42794-332A-3A4F-8E11-21046F20EED5}"/>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2" name="Freeform 83">
            <a:extLst>
              <a:ext uri="{FF2B5EF4-FFF2-40B4-BE49-F238E27FC236}">
                <a16:creationId xmlns:a16="http://schemas.microsoft.com/office/drawing/2014/main" id="{4A962190-94BD-DD4E-B6C4-01401276CF1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3" name="Text Box 84">
            <a:extLst>
              <a:ext uri="{FF2B5EF4-FFF2-40B4-BE49-F238E27FC236}">
                <a16:creationId xmlns:a16="http://schemas.microsoft.com/office/drawing/2014/main" id="{31C097B7-A2CA-514D-B1A2-3BA7B5903B1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456818" name="Group 114">
            <a:extLst>
              <a:ext uri="{FF2B5EF4-FFF2-40B4-BE49-F238E27FC236}">
                <a16:creationId xmlns:a16="http://schemas.microsoft.com/office/drawing/2014/main" id="{30092D5B-6CAA-7242-9629-822C0EA00A3A}"/>
              </a:ext>
            </a:extLst>
          </p:cNvPr>
          <p:cNvGrpSpPr>
            <a:grpSpLocks/>
          </p:cNvGrpSpPr>
          <p:nvPr/>
        </p:nvGrpSpPr>
        <p:grpSpPr bwMode="auto">
          <a:xfrm>
            <a:off x="2000250" y="2365772"/>
            <a:ext cx="5086350" cy="285750"/>
            <a:chOff x="720" y="1987"/>
            <a:chExt cx="4272" cy="240"/>
          </a:xfrm>
        </p:grpSpPr>
        <p:grpSp>
          <p:nvGrpSpPr>
            <p:cNvPr id="134201" name="Group 85">
              <a:extLst>
                <a:ext uri="{FF2B5EF4-FFF2-40B4-BE49-F238E27FC236}">
                  <a16:creationId xmlns:a16="http://schemas.microsoft.com/office/drawing/2014/main" id="{3D755CE7-4ED0-4D41-9FB4-94DC4EBECE36}"/>
                </a:ext>
              </a:extLst>
            </p:cNvPr>
            <p:cNvGrpSpPr>
              <a:grpSpLocks/>
            </p:cNvGrpSpPr>
            <p:nvPr/>
          </p:nvGrpSpPr>
          <p:grpSpPr bwMode="auto">
            <a:xfrm>
              <a:off x="720" y="1987"/>
              <a:ext cx="912" cy="240"/>
              <a:chOff x="1632" y="2688"/>
              <a:chExt cx="912" cy="240"/>
            </a:xfrm>
          </p:grpSpPr>
          <p:sp>
            <p:nvSpPr>
              <p:cNvPr id="134208" name="Rectangle 86">
                <a:extLst>
                  <a:ext uri="{FF2B5EF4-FFF2-40B4-BE49-F238E27FC236}">
                    <a16:creationId xmlns:a16="http://schemas.microsoft.com/office/drawing/2014/main" id="{322C91F3-0B01-DD45-B860-E6DD6725164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9" name="AutoShape 87">
                <a:extLst>
                  <a:ext uri="{FF2B5EF4-FFF2-40B4-BE49-F238E27FC236}">
                    <a16:creationId xmlns:a16="http://schemas.microsoft.com/office/drawing/2014/main" id="{81DF6472-67E5-374A-BF07-6E327C27045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2" name="Group 88">
              <a:extLst>
                <a:ext uri="{FF2B5EF4-FFF2-40B4-BE49-F238E27FC236}">
                  <a16:creationId xmlns:a16="http://schemas.microsoft.com/office/drawing/2014/main" id="{7D3F25E6-384C-C04F-AE57-66888A319787}"/>
                </a:ext>
              </a:extLst>
            </p:cNvPr>
            <p:cNvGrpSpPr>
              <a:grpSpLocks/>
            </p:cNvGrpSpPr>
            <p:nvPr/>
          </p:nvGrpSpPr>
          <p:grpSpPr bwMode="auto">
            <a:xfrm>
              <a:off x="2352" y="1987"/>
              <a:ext cx="912" cy="240"/>
              <a:chOff x="1632" y="2688"/>
              <a:chExt cx="912" cy="240"/>
            </a:xfrm>
          </p:grpSpPr>
          <p:sp>
            <p:nvSpPr>
              <p:cNvPr id="134206" name="Rectangle 89">
                <a:extLst>
                  <a:ext uri="{FF2B5EF4-FFF2-40B4-BE49-F238E27FC236}">
                    <a16:creationId xmlns:a16="http://schemas.microsoft.com/office/drawing/2014/main" id="{D78DA821-9901-524B-8AD5-58FAD287E3C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7" name="AutoShape 90">
                <a:extLst>
                  <a:ext uri="{FF2B5EF4-FFF2-40B4-BE49-F238E27FC236}">
                    <a16:creationId xmlns:a16="http://schemas.microsoft.com/office/drawing/2014/main" id="{DB0D2B26-10BB-FD4A-98D6-98554C0120A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3" name="Group 91">
              <a:extLst>
                <a:ext uri="{FF2B5EF4-FFF2-40B4-BE49-F238E27FC236}">
                  <a16:creationId xmlns:a16="http://schemas.microsoft.com/office/drawing/2014/main" id="{3A62B349-BA33-A847-878F-CEE0EA26B2E5}"/>
                </a:ext>
              </a:extLst>
            </p:cNvPr>
            <p:cNvGrpSpPr>
              <a:grpSpLocks/>
            </p:cNvGrpSpPr>
            <p:nvPr/>
          </p:nvGrpSpPr>
          <p:grpSpPr bwMode="auto">
            <a:xfrm>
              <a:off x="4080" y="1987"/>
              <a:ext cx="912" cy="240"/>
              <a:chOff x="1632" y="2688"/>
              <a:chExt cx="912" cy="240"/>
            </a:xfrm>
          </p:grpSpPr>
          <p:sp>
            <p:nvSpPr>
              <p:cNvPr id="134204" name="Rectangle 92">
                <a:extLst>
                  <a:ext uri="{FF2B5EF4-FFF2-40B4-BE49-F238E27FC236}">
                    <a16:creationId xmlns:a16="http://schemas.microsoft.com/office/drawing/2014/main" id="{14514885-C934-6F45-9FF5-F474C7A56E3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5" name="AutoShape 93">
                <a:extLst>
                  <a:ext uri="{FF2B5EF4-FFF2-40B4-BE49-F238E27FC236}">
                    <a16:creationId xmlns:a16="http://schemas.microsoft.com/office/drawing/2014/main" id="{6EA388C4-E56F-8C47-AE2E-8DC85DD92CC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134185" name="Group 94">
            <a:extLst>
              <a:ext uri="{FF2B5EF4-FFF2-40B4-BE49-F238E27FC236}">
                <a16:creationId xmlns:a16="http://schemas.microsoft.com/office/drawing/2014/main" id="{011F472C-B84C-7542-BB9E-F616FE0303F2}"/>
              </a:ext>
            </a:extLst>
          </p:cNvPr>
          <p:cNvGrpSpPr>
            <a:grpSpLocks/>
          </p:cNvGrpSpPr>
          <p:nvPr/>
        </p:nvGrpSpPr>
        <p:grpSpPr bwMode="auto">
          <a:xfrm>
            <a:off x="1600200" y="4194572"/>
            <a:ext cx="1485900" cy="285750"/>
            <a:chOff x="480" y="3120"/>
            <a:chExt cx="1248" cy="240"/>
          </a:xfrm>
        </p:grpSpPr>
        <p:sp>
          <p:nvSpPr>
            <p:cNvPr id="134199" name="Rectangle 95">
              <a:extLst>
                <a:ext uri="{FF2B5EF4-FFF2-40B4-BE49-F238E27FC236}">
                  <a16:creationId xmlns:a16="http://schemas.microsoft.com/office/drawing/2014/main" id="{FF12C90C-1CC4-FC49-9508-574D30FF89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4200" name="AutoShape 96">
              <a:extLst>
                <a:ext uri="{FF2B5EF4-FFF2-40B4-BE49-F238E27FC236}">
                  <a16:creationId xmlns:a16="http://schemas.microsoft.com/office/drawing/2014/main" id="{817A0E3B-68DF-5348-BADF-8B3389F7C47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6" name="Group 97">
            <a:extLst>
              <a:ext uri="{FF2B5EF4-FFF2-40B4-BE49-F238E27FC236}">
                <a16:creationId xmlns:a16="http://schemas.microsoft.com/office/drawing/2014/main" id="{B0906B19-FD9B-2949-AAE0-020EFF7F2883}"/>
              </a:ext>
            </a:extLst>
          </p:cNvPr>
          <p:cNvGrpSpPr>
            <a:grpSpLocks/>
          </p:cNvGrpSpPr>
          <p:nvPr/>
        </p:nvGrpSpPr>
        <p:grpSpPr bwMode="auto">
          <a:xfrm>
            <a:off x="3771900" y="4194572"/>
            <a:ext cx="1485900" cy="285750"/>
            <a:chOff x="480" y="3120"/>
            <a:chExt cx="1248" cy="240"/>
          </a:xfrm>
        </p:grpSpPr>
        <p:sp>
          <p:nvSpPr>
            <p:cNvPr id="134197" name="Rectangle 98">
              <a:extLst>
                <a:ext uri="{FF2B5EF4-FFF2-40B4-BE49-F238E27FC236}">
                  <a16:creationId xmlns:a16="http://schemas.microsoft.com/office/drawing/2014/main" id="{FAF7EF40-B9CC-4543-BD7D-1383CDB72ED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4198" name="AutoShape 99">
              <a:extLst>
                <a:ext uri="{FF2B5EF4-FFF2-40B4-BE49-F238E27FC236}">
                  <a16:creationId xmlns:a16="http://schemas.microsoft.com/office/drawing/2014/main" id="{28EFB4B8-5D07-EC44-8D9D-EFE677FF498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7" name="Group 100">
            <a:extLst>
              <a:ext uri="{FF2B5EF4-FFF2-40B4-BE49-F238E27FC236}">
                <a16:creationId xmlns:a16="http://schemas.microsoft.com/office/drawing/2014/main" id="{C79FF7AC-5439-3844-A9F0-1CF9FCD7BDEA}"/>
              </a:ext>
            </a:extLst>
          </p:cNvPr>
          <p:cNvGrpSpPr>
            <a:grpSpLocks/>
          </p:cNvGrpSpPr>
          <p:nvPr/>
        </p:nvGrpSpPr>
        <p:grpSpPr bwMode="auto">
          <a:xfrm>
            <a:off x="5943600" y="4194572"/>
            <a:ext cx="1485900" cy="285750"/>
            <a:chOff x="480" y="3120"/>
            <a:chExt cx="1248" cy="240"/>
          </a:xfrm>
        </p:grpSpPr>
        <p:sp>
          <p:nvSpPr>
            <p:cNvPr id="134195" name="Rectangle 101">
              <a:extLst>
                <a:ext uri="{FF2B5EF4-FFF2-40B4-BE49-F238E27FC236}">
                  <a16:creationId xmlns:a16="http://schemas.microsoft.com/office/drawing/2014/main" id="{26640F3E-5067-6645-B609-831D50AC833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196" name="AutoShape 102">
              <a:extLst>
                <a:ext uri="{FF2B5EF4-FFF2-40B4-BE49-F238E27FC236}">
                  <a16:creationId xmlns:a16="http://schemas.microsoft.com/office/drawing/2014/main" id="{281F3C13-8E13-2B44-ADB6-D87A620997B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88" name="Text Box 103">
            <a:extLst>
              <a:ext uri="{FF2B5EF4-FFF2-40B4-BE49-F238E27FC236}">
                <a16:creationId xmlns:a16="http://schemas.microsoft.com/office/drawing/2014/main" id="{4542E946-1AB7-244C-B2D4-03B53FD842AF}"/>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89" name="Text Box 104">
            <a:extLst>
              <a:ext uri="{FF2B5EF4-FFF2-40B4-BE49-F238E27FC236}">
                <a16:creationId xmlns:a16="http://schemas.microsoft.com/office/drawing/2014/main" id="{C10FE966-06CB-1B48-9561-FDA2D3FAB4CB}"/>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90" name="AutoShape 105">
            <a:extLst>
              <a:ext uri="{FF2B5EF4-FFF2-40B4-BE49-F238E27FC236}">
                <a16:creationId xmlns:a16="http://schemas.microsoft.com/office/drawing/2014/main" id="{E312CE35-6CFE-8F45-B6AD-F6D7896E7BA3}"/>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4191" name="Text Box 106">
            <a:extLst>
              <a:ext uri="{FF2B5EF4-FFF2-40B4-BE49-F238E27FC236}">
                <a16:creationId xmlns:a16="http://schemas.microsoft.com/office/drawing/2014/main" id="{40A95F65-8D51-5F46-9AF5-3E573533494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4192" name="Rectangle 111">
            <a:extLst>
              <a:ext uri="{FF2B5EF4-FFF2-40B4-BE49-F238E27FC236}">
                <a16:creationId xmlns:a16="http://schemas.microsoft.com/office/drawing/2014/main" id="{010BCD7E-A237-2344-8C64-0A5744549FF9}"/>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93" name="Text Box 112">
            <a:extLst>
              <a:ext uri="{FF2B5EF4-FFF2-40B4-BE49-F238E27FC236}">
                <a16:creationId xmlns:a16="http://schemas.microsoft.com/office/drawing/2014/main" id="{49C15488-2720-8348-ACED-F5D8C43D737F}"/>
              </a:ext>
            </a:extLst>
          </p:cNvPr>
          <p:cNvSpPr txBox="1">
            <a:spLocks noChangeArrowheads="1"/>
          </p:cNvSpPr>
          <p:nvPr/>
        </p:nvSpPr>
        <p:spPr bwMode="auto">
          <a:xfrm>
            <a:off x="1362553" y="129779"/>
            <a:ext cx="6447471" cy="1217193"/>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层抽象的互联网上只能看到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图中的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b="1">
                <a:latin typeface="Arial" panose="020B0604020202020204" pitchFamily="34" charset="0"/>
                <a:ea typeface="宋体" panose="02010600030101010101" pitchFamily="2" charset="-122"/>
                <a:cs typeface="黑体" panose="02010609060101010101" pitchFamily="49" charset="-122"/>
              </a:rPr>
              <a:t>→</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表示从源地址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到目的地址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两个路由器的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地址并不出现在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数据报的首部中 </a:t>
            </a:r>
          </a:p>
        </p:txBody>
      </p:sp>
      <p:sp>
        <p:nvSpPr>
          <p:cNvPr id="134194" name="幻灯片编号占位符 1">
            <a:extLst>
              <a:ext uri="{FF2B5EF4-FFF2-40B4-BE49-F238E27FC236}">
                <a16:creationId xmlns:a16="http://schemas.microsoft.com/office/drawing/2014/main" id="{3FCEBD5C-C7DA-174C-8861-374009420E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B864DBC-B9F9-1849-8B1B-FEEBBE8355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70123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568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6193" name="Freeform 2">
            <a:extLst>
              <a:ext uri="{FF2B5EF4-FFF2-40B4-BE49-F238E27FC236}">
                <a16:creationId xmlns:a16="http://schemas.microsoft.com/office/drawing/2014/main" id="{BE40AC3C-851F-AE44-9DA6-756BC2841529}"/>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4" name="Freeform 3">
            <a:extLst>
              <a:ext uri="{FF2B5EF4-FFF2-40B4-BE49-F238E27FC236}">
                <a16:creationId xmlns:a16="http://schemas.microsoft.com/office/drawing/2014/main" id="{5A76EBAC-93B1-2147-9B8F-F52D46EA8AB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5" name="Line 4">
            <a:extLst>
              <a:ext uri="{FF2B5EF4-FFF2-40B4-BE49-F238E27FC236}">
                <a16:creationId xmlns:a16="http://schemas.microsoft.com/office/drawing/2014/main" id="{32E760C2-4FF9-E34D-B62F-07C5202D374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6" name="Line 5">
            <a:extLst>
              <a:ext uri="{FF2B5EF4-FFF2-40B4-BE49-F238E27FC236}">
                <a16:creationId xmlns:a16="http://schemas.microsoft.com/office/drawing/2014/main" id="{52ED4673-16DF-2E4A-85B8-A78A653ED67F}"/>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7" name="AutoShape 6">
            <a:extLst>
              <a:ext uri="{FF2B5EF4-FFF2-40B4-BE49-F238E27FC236}">
                <a16:creationId xmlns:a16="http://schemas.microsoft.com/office/drawing/2014/main" id="{9D1AF435-1586-D545-91B1-B78BEEFEBD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8" name="AutoShape 7">
            <a:extLst>
              <a:ext uri="{FF2B5EF4-FFF2-40B4-BE49-F238E27FC236}">
                <a16:creationId xmlns:a16="http://schemas.microsoft.com/office/drawing/2014/main" id="{8A857779-71B1-FF4F-8A79-74E2E82AD84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9" name="AutoShape 8">
            <a:extLst>
              <a:ext uri="{FF2B5EF4-FFF2-40B4-BE49-F238E27FC236}">
                <a16:creationId xmlns:a16="http://schemas.microsoft.com/office/drawing/2014/main" id="{E818CD2A-8D5E-7242-ACB1-7FAF86C5E2F6}"/>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00" name="AutoShape 9">
            <a:extLst>
              <a:ext uri="{FF2B5EF4-FFF2-40B4-BE49-F238E27FC236}">
                <a16:creationId xmlns:a16="http://schemas.microsoft.com/office/drawing/2014/main" id="{614D6A4A-2677-7243-A85F-001409A1587C}"/>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6201" name="Group 10">
            <a:extLst>
              <a:ext uri="{FF2B5EF4-FFF2-40B4-BE49-F238E27FC236}">
                <a16:creationId xmlns:a16="http://schemas.microsoft.com/office/drawing/2014/main" id="{A851164F-3AFC-FE4B-A868-EB0A19BC106E}"/>
              </a:ext>
            </a:extLst>
          </p:cNvPr>
          <p:cNvGrpSpPr>
            <a:grpSpLocks/>
          </p:cNvGrpSpPr>
          <p:nvPr/>
        </p:nvGrpSpPr>
        <p:grpSpPr bwMode="auto">
          <a:xfrm>
            <a:off x="1170385" y="1815704"/>
            <a:ext cx="6841331" cy="1828800"/>
            <a:chOff x="96" y="1056"/>
            <a:chExt cx="5472" cy="1536"/>
          </a:xfrm>
        </p:grpSpPr>
        <p:sp>
          <p:nvSpPr>
            <p:cNvPr id="136263" name="Oval 11">
              <a:extLst>
                <a:ext uri="{FF2B5EF4-FFF2-40B4-BE49-F238E27FC236}">
                  <a16:creationId xmlns:a16="http://schemas.microsoft.com/office/drawing/2014/main" id="{6DF42415-4B15-844E-B63A-B97B98C23BC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4" name="Oval 12">
              <a:extLst>
                <a:ext uri="{FF2B5EF4-FFF2-40B4-BE49-F238E27FC236}">
                  <a16:creationId xmlns:a16="http://schemas.microsoft.com/office/drawing/2014/main" id="{D81392A3-34F0-5E40-AA39-D8FAD5D69747}"/>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5" name="Oval 13">
              <a:extLst>
                <a:ext uri="{FF2B5EF4-FFF2-40B4-BE49-F238E27FC236}">
                  <a16:creationId xmlns:a16="http://schemas.microsoft.com/office/drawing/2014/main" id="{F3557E32-9DA2-6946-8FE4-A1CE813384C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6" name="Oval 14">
              <a:extLst>
                <a:ext uri="{FF2B5EF4-FFF2-40B4-BE49-F238E27FC236}">
                  <a16:creationId xmlns:a16="http://schemas.microsoft.com/office/drawing/2014/main" id="{3E39732E-2C51-0A44-95C0-6E15D76920B9}"/>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7" name="Oval 15">
              <a:extLst>
                <a:ext uri="{FF2B5EF4-FFF2-40B4-BE49-F238E27FC236}">
                  <a16:creationId xmlns:a16="http://schemas.microsoft.com/office/drawing/2014/main" id="{7B4B165F-E8FD-0E4A-B1AF-3370ACBF475B}"/>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8" name="Oval 16">
              <a:extLst>
                <a:ext uri="{FF2B5EF4-FFF2-40B4-BE49-F238E27FC236}">
                  <a16:creationId xmlns:a16="http://schemas.microsoft.com/office/drawing/2014/main" id="{8DDEAB52-EC15-6045-97B1-0B830B31291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9" name="Oval 17">
              <a:extLst>
                <a:ext uri="{FF2B5EF4-FFF2-40B4-BE49-F238E27FC236}">
                  <a16:creationId xmlns:a16="http://schemas.microsoft.com/office/drawing/2014/main" id="{32BC1035-8476-1648-A4E7-6121872D6C33}"/>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70" name="Oval 18">
              <a:extLst>
                <a:ext uri="{FF2B5EF4-FFF2-40B4-BE49-F238E27FC236}">
                  <a16:creationId xmlns:a16="http://schemas.microsoft.com/office/drawing/2014/main" id="{55168859-FFC7-2547-B130-F9EE75039D77}"/>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6202" name="Line 19">
            <a:extLst>
              <a:ext uri="{FF2B5EF4-FFF2-40B4-BE49-F238E27FC236}">
                <a16:creationId xmlns:a16="http://schemas.microsoft.com/office/drawing/2014/main" id="{8ED34841-3A6F-F04E-A92B-8A1B20D51418}"/>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6203" name="Group 20">
            <a:extLst>
              <a:ext uri="{FF2B5EF4-FFF2-40B4-BE49-F238E27FC236}">
                <a16:creationId xmlns:a16="http://schemas.microsoft.com/office/drawing/2014/main" id="{C78F0773-C340-BB48-81D8-FA14B4725247}"/>
              </a:ext>
            </a:extLst>
          </p:cNvPr>
          <p:cNvGrpSpPr>
            <a:grpSpLocks/>
          </p:cNvGrpSpPr>
          <p:nvPr/>
        </p:nvGrpSpPr>
        <p:grpSpPr bwMode="auto">
          <a:xfrm>
            <a:off x="1314450" y="1815704"/>
            <a:ext cx="514350" cy="1085850"/>
            <a:chOff x="672" y="528"/>
            <a:chExt cx="432" cy="912"/>
          </a:xfrm>
        </p:grpSpPr>
        <p:sp>
          <p:nvSpPr>
            <p:cNvPr id="136260" name="AutoShape 21">
              <a:extLst>
                <a:ext uri="{FF2B5EF4-FFF2-40B4-BE49-F238E27FC236}">
                  <a16:creationId xmlns:a16="http://schemas.microsoft.com/office/drawing/2014/main" id="{2F1605EE-645A-B548-8343-8AD68BFCF6BF}"/>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1" name="AutoShape 22">
              <a:extLst>
                <a:ext uri="{FF2B5EF4-FFF2-40B4-BE49-F238E27FC236}">
                  <a16:creationId xmlns:a16="http://schemas.microsoft.com/office/drawing/2014/main" id="{65412C94-E95A-904E-82CC-98F7A5A1F8C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2" name="AutoShape 23">
              <a:extLst>
                <a:ext uri="{FF2B5EF4-FFF2-40B4-BE49-F238E27FC236}">
                  <a16:creationId xmlns:a16="http://schemas.microsoft.com/office/drawing/2014/main" id="{1E507B97-49BF-F341-975A-B1E27D71DCD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04" name="Text Box 24">
            <a:extLst>
              <a:ext uri="{FF2B5EF4-FFF2-40B4-BE49-F238E27FC236}">
                <a16:creationId xmlns:a16="http://schemas.microsoft.com/office/drawing/2014/main" id="{A9840099-E148-AF49-BA69-9B87624214C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5" name="Text Box 25">
            <a:extLst>
              <a:ext uri="{FF2B5EF4-FFF2-40B4-BE49-F238E27FC236}">
                <a16:creationId xmlns:a16="http://schemas.microsoft.com/office/drawing/2014/main" id="{1C53EC04-897D-AA46-A469-A117F9159D55}"/>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6" name="Text Box 26">
            <a:extLst>
              <a:ext uri="{FF2B5EF4-FFF2-40B4-BE49-F238E27FC236}">
                <a16:creationId xmlns:a16="http://schemas.microsoft.com/office/drawing/2014/main" id="{18DF6495-17CA-1442-A02E-7FDD3D8D2CF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7" name="Text Box 27">
            <a:extLst>
              <a:ext uri="{FF2B5EF4-FFF2-40B4-BE49-F238E27FC236}">
                <a16:creationId xmlns:a16="http://schemas.microsoft.com/office/drawing/2014/main" id="{283AFAF8-A69B-E24A-BDBB-72AF8D4D607C}"/>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8" name="Text Box 28">
            <a:extLst>
              <a:ext uri="{FF2B5EF4-FFF2-40B4-BE49-F238E27FC236}">
                <a16:creationId xmlns:a16="http://schemas.microsoft.com/office/drawing/2014/main" id="{17389B65-0B94-5645-80EB-A78978D23D1B}"/>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9" name="Line 29">
            <a:extLst>
              <a:ext uri="{FF2B5EF4-FFF2-40B4-BE49-F238E27FC236}">
                <a16:creationId xmlns:a16="http://schemas.microsoft.com/office/drawing/2014/main" id="{A14AE674-9ECB-2043-8FFE-A6792E73C92F}"/>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0" name="Line 30">
            <a:extLst>
              <a:ext uri="{FF2B5EF4-FFF2-40B4-BE49-F238E27FC236}">
                <a16:creationId xmlns:a16="http://schemas.microsoft.com/office/drawing/2014/main" id="{E8BC2CB9-A1AE-3142-994A-B7C1DD9A87F3}"/>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1" name="Text Box 31">
            <a:extLst>
              <a:ext uri="{FF2B5EF4-FFF2-40B4-BE49-F238E27FC236}">
                <a16:creationId xmlns:a16="http://schemas.microsoft.com/office/drawing/2014/main" id="{089262E0-7D7C-AD47-8133-940B43540B9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2" name="Text Box 32">
            <a:extLst>
              <a:ext uri="{FF2B5EF4-FFF2-40B4-BE49-F238E27FC236}">
                <a16:creationId xmlns:a16="http://schemas.microsoft.com/office/drawing/2014/main" id="{3524B3C0-B66D-544B-BF9E-670179BC8113}"/>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3" name="Text Box 33">
            <a:extLst>
              <a:ext uri="{FF2B5EF4-FFF2-40B4-BE49-F238E27FC236}">
                <a16:creationId xmlns:a16="http://schemas.microsoft.com/office/drawing/2014/main" id="{1C249CBF-D0CD-5F4F-AFAC-2A2AD2DF5734}"/>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4" name="Text Box 34">
            <a:extLst>
              <a:ext uri="{FF2B5EF4-FFF2-40B4-BE49-F238E27FC236}">
                <a16:creationId xmlns:a16="http://schemas.microsoft.com/office/drawing/2014/main" id="{76EA0DDC-2073-EE4F-B2C8-02CE24FECE92}"/>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5" name="Text Box 35">
            <a:extLst>
              <a:ext uri="{FF2B5EF4-FFF2-40B4-BE49-F238E27FC236}">
                <a16:creationId xmlns:a16="http://schemas.microsoft.com/office/drawing/2014/main" id="{B576FC9C-8EFE-BB43-B631-FA669B0C6BAF}"/>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6" name="AutoShape 36">
            <a:extLst>
              <a:ext uri="{FF2B5EF4-FFF2-40B4-BE49-F238E27FC236}">
                <a16:creationId xmlns:a16="http://schemas.microsoft.com/office/drawing/2014/main" id="{94DA4676-38C1-F549-B7A2-D41D0B6747EB}"/>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17" name="Text Box 37">
            <a:extLst>
              <a:ext uri="{FF2B5EF4-FFF2-40B4-BE49-F238E27FC236}">
                <a16:creationId xmlns:a16="http://schemas.microsoft.com/office/drawing/2014/main" id="{F83052D5-CFCF-5C44-B78B-01F5CE1F0BA3}"/>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8" name="Text Box 38">
            <a:extLst>
              <a:ext uri="{FF2B5EF4-FFF2-40B4-BE49-F238E27FC236}">
                <a16:creationId xmlns:a16="http://schemas.microsoft.com/office/drawing/2014/main" id="{7FB21647-C69C-3344-82AD-1863BCA96E4E}"/>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6219" name="Text Box 39">
            <a:extLst>
              <a:ext uri="{FF2B5EF4-FFF2-40B4-BE49-F238E27FC236}">
                <a16:creationId xmlns:a16="http://schemas.microsoft.com/office/drawing/2014/main" id="{B59E18E2-8CEB-E74B-9339-D023FEDEDB09}"/>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6220" name="Group 40">
            <a:extLst>
              <a:ext uri="{FF2B5EF4-FFF2-40B4-BE49-F238E27FC236}">
                <a16:creationId xmlns:a16="http://schemas.microsoft.com/office/drawing/2014/main" id="{3D880B0A-1279-B347-890B-9912CED927B6}"/>
              </a:ext>
            </a:extLst>
          </p:cNvPr>
          <p:cNvGrpSpPr>
            <a:grpSpLocks/>
          </p:cNvGrpSpPr>
          <p:nvPr/>
        </p:nvGrpSpPr>
        <p:grpSpPr bwMode="auto">
          <a:xfrm>
            <a:off x="7258050" y="1815704"/>
            <a:ext cx="514350" cy="1085850"/>
            <a:chOff x="672" y="528"/>
            <a:chExt cx="432" cy="912"/>
          </a:xfrm>
        </p:grpSpPr>
        <p:sp>
          <p:nvSpPr>
            <p:cNvPr id="136257" name="AutoShape 41">
              <a:extLst>
                <a:ext uri="{FF2B5EF4-FFF2-40B4-BE49-F238E27FC236}">
                  <a16:creationId xmlns:a16="http://schemas.microsoft.com/office/drawing/2014/main" id="{162D4107-3E5E-5343-8133-2F474BA8A6F9}"/>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8" name="AutoShape 42">
              <a:extLst>
                <a:ext uri="{FF2B5EF4-FFF2-40B4-BE49-F238E27FC236}">
                  <a16:creationId xmlns:a16="http://schemas.microsoft.com/office/drawing/2014/main" id="{9E292406-9C02-744D-AD67-1026AD873DD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9" name="AutoShape 43">
              <a:extLst>
                <a:ext uri="{FF2B5EF4-FFF2-40B4-BE49-F238E27FC236}">
                  <a16:creationId xmlns:a16="http://schemas.microsoft.com/office/drawing/2014/main" id="{D44B85F9-BA35-B748-A364-4AE021C24E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21" name="Text Box 44">
            <a:extLst>
              <a:ext uri="{FF2B5EF4-FFF2-40B4-BE49-F238E27FC236}">
                <a16:creationId xmlns:a16="http://schemas.microsoft.com/office/drawing/2014/main" id="{7B04139C-F73F-144F-B49B-4CA588D9EE1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2" name="Text Box 45">
            <a:extLst>
              <a:ext uri="{FF2B5EF4-FFF2-40B4-BE49-F238E27FC236}">
                <a16:creationId xmlns:a16="http://schemas.microsoft.com/office/drawing/2014/main" id="{71DC98A3-D715-764D-BF7B-78061BDE0730}"/>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3" name="Text Box 46">
            <a:extLst>
              <a:ext uri="{FF2B5EF4-FFF2-40B4-BE49-F238E27FC236}">
                <a16:creationId xmlns:a16="http://schemas.microsoft.com/office/drawing/2014/main" id="{881E57A7-D93F-CE4C-9069-41677664E4D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4" name="Line 47">
            <a:extLst>
              <a:ext uri="{FF2B5EF4-FFF2-40B4-BE49-F238E27FC236}">
                <a16:creationId xmlns:a16="http://schemas.microsoft.com/office/drawing/2014/main" id="{7F6C2B32-AF66-CD4C-BEC4-243AF3B9652E}"/>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5" name="AutoShape 48">
            <a:extLst>
              <a:ext uri="{FF2B5EF4-FFF2-40B4-BE49-F238E27FC236}">
                <a16:creationId xmlns:a16="http://schemas.microsoft.com/office/drawing/2014/main" id="{521C9055-FEA0-E44A-ACC9-B3399ECD59A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26" name="Line 49">
            <a:extLst>
              <a:ext uri="{FF2B5EF4-FFF2-40B4-BE49-F238E27FC236}">
                <a16:creationId xmlns:a16="http://schemas.microsoft.com/office/drawing/2014/main" id="{E510EB61-6251-2348-9365-531B3D68265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7" name="Text Box 50">
            <a:extLst>
              <a:ext uri="{FF2B5EF4-FFF2-40B4-BE49-F238E27FC236}">
                <a16:creationId xmlns:a16="http://schemas.microsoft.com/office/drawing/2014/main" id="{4DC2ACB6-A07C-9D47-97C6-385B2F3DDD12}"/>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8" name="Line 51">
            <a:extLst>
              <a:ext uri="{FF2B5EF4-FFF2-40B4-BE49-F238E27FC236}">
                <a16:creationId xmlns:a16="http://schemas.microsoft.com/office/drawing/2014/main" id="{975CF9D6-FC0E-2040-A46B-5F78FE173CC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9" name="Freeform 52">
            <a:extLst>
              <a:ext uri="{FF2B5EF4-FFF2-40B4-BE49-F238E27FC236}">
                <a16:creationId xmlns:a16="http://schemas.microsoft.com/office/drawing/2014/main" id="{1DAC6D56-912B-5B45-8214-9551A664A93E}"/>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0" name="Freeform 53">
            <a:extLst>
              <a:ext uri="{FF2B5EF4-FFF2-40B4-BE49-F238E27FC236}">
                <a16:creationId xmlns:a16="http://schemas.microsoft.com/office/drawing/2014/main" id="{5149E19E-54D4-264C-A460-25D5EB681ACB}"/>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1" name="Text Box 54">
            <a:extLst>
              <a:ext uri="{FF2B5EF4-FFF2-40B4-BE49-F238E27FC236}">
                <a16:creationId xmlns:a16="http://schemas.microsoft.com/office/drawing/2014/main" id="{3DB12036-E60B-8443-AFF2-4BC26BA8820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6232" name="Group 55">
            <a:extLst>
              <a:ext uri="{FF2B5EF4-FFF2-40B4-BE49-F238E27FC236}">
                <a16:creationId xmlns:a16="http://schemas.microsoft.com/office/drawing/2014/main" id="{050A3A65-C605-604D-91DD-AA3205D6B9F1}"/>
              </a:ext>
            </a:extLst>
          </p:cNvPr>
          <p:cNvGrpSpPr>
            <a:grpSpLocks/>
          </p:cNvGrpSpPr>
          <p:nvPr/>
        </p:nvGrpSpPr>
        <p:grpSpPr bwMode="auto">
          <a:xfrm>
            <a:off x="2000250" y="2365772"/>
            <a:ext cx="1085850" cy="285750"/>
            <a:chOff x="1632" y="2688"/>
            <a:chExt cx="912" cy="240"/>
          </a:xfrm>
        </p:grpSpPr>
        <p:sp>
          <p:nvSpPr>
            <p:cNvPr id="136255" name="Rectangle 56">
              <a:extLst>
                <a:ext uri="{FF2B5EF4-FFF2-40B4-BE49-F238E27FC236}">
                  <a16:creationId xmlns:a16="http://schemas.microsoft.com/office/drawing/2014/main" id="{5EC2CD87-A5D8-3943-8221-DCBB079DA2B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6" name="AutoShape 57">
              <a:extLst>
                <a:ext uri="{FF2B5EF4-FFF2-40B4-BE49-F238E27FC236}">
                  <a16:creationId xmlns:a16="http://schemas.microsoft.com/office/drawing/2014/main" id="{C14207C0-818B-9645-AD3C-CCF6910E108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3" name="Group 58">
            <a:extLst>
              <a:ext uri="{FF2B5EF4-FFF2-40B4-BE49-F238E27FC236}">
                <a16:creationId xmlns:a16="http://schemas.microsoft.com/office/drawing/2014/main" id="{4ABB56B3-ECA6-A94D-BF6E-CCBB3C41CEBE}"/>
              </a:ext>
            </a:extLst>
          </p:cNvPr>
          <p:cNvGrpSpPr>
            <a:grpSpLocks/>
          </p:cNvGrpSpPr>
          <p:nvPr/>
        </p:nvGrpSpPr>
        <p:grpSpPr bwMode="auto">
          <a:xfrm>
            <a:off x="3943350" y="2365772"/>
            <a:ext cx="1085850" cy="285750"/>
            <a:chOff x="1632" y="2688"/>
            <a:chExt cx="912" cy="240"/>
          </a:xfrm>
        </p:grpSpPr>
        <p:sp>
          <p:nvSpPr>
            <p:cNvPr id="136253" name="Rectangle 59">
              <a:extLst>
                <a:ext uri="{FF2B5EF4-FFF2-40B4-BE49-F238E27FC236}">
                  <a16:creationId xmlns:a16="http://schemas.microsoft.com/office/drawing/2014/main" id="{6BE3021C-A19E-8B47-9F74-4032E42BCB5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4" name="AutoShape 60">
              <a:extLst>
                <a:ext uri="{FF2B5EF4-FFF2-40B4-BE49-F238E27FC236}">
                  <a16:creationId xmlns:a16="http://schemas.microsoft.com/office/drawing/2014/main" id="{65779E72-B1F5-5A41-81C9-D13C390CF5DE}"/>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4" name="Group 61">
            <a:extLst>
              <a:ext uri="{FF2B5EF4-FFF2-40B4-BE49-F238E27FC236}">
                <a16:creationId xmlns:a16="http://schemas.microsoft.com/office/drawing/2014/main" id="{D413F877-0243-794A-9AB1-38B33020F1AB}"/>
              </a:ext>
            </a:extLst>
          </p:cNvPr>
          <p:cNvGrpSpPr>
            <a:grpSpLocks/>
          </p:cNvGrpSpPr>
          <p:nvPr/>
        </p:nvGrpSpPr>
        <p:grpSpPr bwMode="auto">
          <a:xfrm>
            <a:off x="6000750" y="2365772"/>
            <a:ext cx="1085850" cy="285750"/>
            <a:chOff x="1632" y="2688"/>
            <a:chExt cx="912" cy="240"/>
          </a:xfrm>
        </p:grpSpPr>
        <p:sp>
          <p:nvSpPr>
            <p:cNvPr id="136251" name="Rectangle 62">
              <a:extLst>
                <a:ext uri="{FF2B5EF4-FFF2-40B4-BE49-F238E27FC236}">
                  <a16:creationId xmlns:a16="http://schemas.microsoft.com/office/drawing/2014/main" id="{FD06B93E-BC35-E14E-8252-2362DD1CE4E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2" name="AutoShape 63">
              <a:extLst>
                <a:ext uri="{FF2B5EF4-FFF2-40B4-BE49-F238E27FC236}">
                  <a16:creationId xmlns:a16="http://schemas.microsoft.com/office/drawing/2014/main" id="{AE370607-1BF3-B248-8912-781DAFB054D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5" name="Group 64">
            <a:extLst>
              <a:ext uri="{FF2B5EF4-FFF2-40B4-BE49-F238E27FC236}">
                <a16:creationId xmlns:a16="http://schemas.microsoft.com/office/drawing/2014/main" id="{95C8C1AD-CDC3-A249-9B38-C316A8302592}"/>
              </a:ext>
            </a:extLst>
          </p:cNvPr>
          <p:cNvGrpSpPr>
            <a:grpSpLocks/>
          </p:cNvGrpSpPr>
          <p:nvPr/>
        </p:nvGrpSpPr>
        <p:grpSpPr bwMode="auto">
          <a:xfrm>
            <a:off x="1600200" y="4194572"/>
            <a:ext cx="1485900" cy="285750"/>
            <a:chOff x="480" y="3120"/>
            <a:chExt cx="1248" cy="240"/>
          </a:xfrm>
        </p:grpSpPr>
        <p:sp>
          <p:nvSpPr>
            <p:cNvPr id="136249" name="Rectangle 65">
              <a:extLst>
                <a:ext uri="{FF2B5EF4-FFF2-40B4-BE49-F238E27FC236}">
                  <a16:creationId xmlns:a16="http://schemas.microsoft.com/office/drawing/2014/main" id="{E8C26020-BEB0-2746-9CCD-138DF2C6AD8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6250" name="AutoShape 66">
              <a:extLst>
                <a:ext uri="{FF2B5EF4-FFF2-40B4-BE49-F238E27FC236}">
                  <a16:creationId xmlns:a16="http://schemas.microsoft.com/office/drawing/2014/main" id="{852B22B7-5522-A24A-B1FF-5DD1DAD4CC58}"/>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6" name="Group 67">
            <a:extLst>
              <a:ext uri="{FF2B5EF4-FFF2-40B4-BE49-F238E27FC236}">
                <a16:creationId xmlns:a16="http://schemas.microsoft.com/office/drawing/2014/main" id="{04B534C5-57BB-D942-ADBD-29FC36DFB627}"/>
              </a:ext>
            </a:extLst>
          </p:cNvPr>
          <p:cNvGrpSpPr>
            <a:grpSpLocks/>
          </p:cNvGrpSpPr>
          <p:nvPr/>
        </p:nvGrpSpPr>
        <p:grpSpPr bwMode="auto">
          <a:xfrm>
            <a:off x="3771900" y="4194572"/>
            <a:ext cx="1485900" cy="285750"/>
            <a:chOff x="480" y="3120"/>
            <a:chExt cx="1248" cy="240"/>
          </a:xfrm>
        </p:grpSpPr>
        <p:sp>
          <p:nvSpPr>
            <p:cNvPr id="136247" name="Rectangle 68">
              <a:extLst>
                <a:ext uri="{FF2B5EF4-FFF2-40B4-BE49-F238E27FC236}">
                  <a16:creationId xmlns:a16="http://schemas.microsoft.com/office/drawing/2014/main" id="{8897E1D1-0720-CA4A-90E5-4BE22F7DA06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6248" name="AutoShape 69">
              <a:extLst>
                <a:ext uri="{FF2B5EF4-FFF2-40B4-BE49-F238E27FC236}">
                  <a16:creationId xmlns:a16="http://schemas.microsoft.com/office/drawing/2014/main" id="{1E9760B5-9A91-DB45-8B30-0FEDD05503E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7" name="Group 70">
            <a:extLst>
              <a:ext uri="{FF2B5EF4-FFF2-40B4-BE49-F238E27FC236}">
                <a16:creationId xmlns:a16="http://schemas.microsoft.com/office/drawing/2014/main" id="{087E6F97-82AD-644F-84AD-3CB8FA828651}"/>
              </a:ext>
            </a:extLst>
          </p:cNvPr>
          <p:cNvGrpSpPr>
            <a:grpSpLocks/>
          </p:cNvGrpSpPr>
          <p:nvPr/>
        </p:nvGrpSpPr>
        <p:grpSpPr bwMode="auto">
          <a:xfrm>
            <a:off x="5943600" y="4194572"/>
            <a:ext cx="1485900" cy="285750"/>
            <a:chOff x="480" y="3120"/>
            <a:chExt cx="1248" cy="240"/>
          </a:xfrm>
        </p:grpSpPr>
        <p:sp>
          <p:nvSpPr>
            <p:cNvPr id="136245" name="Rectangle 71">
              <a:extLst>
                <a:ext uri="{FF2B5EF4-FFF2-40B4-BE49-F238E27FC236}">
                  <a16:creationId xmlns:a16="http://schemas.microsoft.com/office/drawing/2014/main" id="{5B7B88A7-211E-8D48-868C-7699120764A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46" name="AutoShape 72">
              <a:extLst>
                <a:ext uri="{FF2B5EF4-FFF2-40B4-BE49-F238E27FC236}">
                  <a16:creationId xmlns:a16="http://schemas.microsoft.com/office/drawing/2014/main" id="{4439982E-7C39-7A4D-8340-6B441F209DF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38" name="Text Box 73">
            <a:extLst>
              <a:ext uri="{FF2B5EF4-FFF2-40B4-BE49-F238E27FC236}">
                <a16:creationId xmlns:a16="http://schemas.microsoft.com/office/drawing/2014/main" id="{66F52A31-61D3-7A42-88FC-5A2011F87C7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39" name="Text Box 74">
            <a:extLst>
              <a:ext uri="{FF2B5EF4-FFF2-40B4-BE49-F238E27FC236}">
                <a16:creationId xmlns:a16="http://schemas.microsoft.com/office/drawing/2014/main" id="{ED3F3A17-59C6-C047-B6CB-64D43702BD96}"/>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40" name="AutoShape 75">
            <a:extLst>
              <a:ext uri="{FF2B5EF4-FFF2-40B4-BE49-F238E27FC236}">
                <a16:creationId xmlns:a16="http://schemas.microsoft.com/office/drawing/2014/main" id="{7642FE81-B370-A841-AFE1-3280999D54DF}"/>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6241" name="Text Box 76">
            <a:extLst>
              <a:ext uri="{FF2B5EF4-FFF2-40B4-BE49-F238E27FC236}">
                <a16:creationId xmlns:a16="http://schemas.microsoft.com/office/drawing/2014/main" id="{89CABEBA-9CD3-0D4F-A9CE-D1296EEF6D9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6242" name="Rectangle 80">
            <a:extLst>
              <a:ext uri="{FF2B5EF4-FFF2-40B4-BE49-F238E27FC236}">
                <a16:creationId xmlns:a16="http://schemas.microsoft.com/office/drawing/2014/main" id="{8A024ACB-EED4-0A48-9A0E-79FAF05FF35D}"/>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43" name="Text Box 81">
            <a:extLst>
              <a:ext uri="{FF2B5EF4-FFF2-40B4-BE49-F238E27FC236}">
                <a16:creationId xmlns:a16="http://schemas.microsoft.com/office/drawing/2014/main" id="{232AD85B-AFCE-D74B-B134-F03777FECFFD}"/>
              </a:ext>
            </a:extLst>
          </p:cNvPr>
          <p:cNvSpPr txBox="1">
            <a:spLocks noChangeArrowheads="1"/>
          </p:cNvSpPr>
          <p:nvPr/>
        </p:nvSpPr>
        <p:spPr bwMode="auto">
          <a:xfrm>
            <a:off x="1294187" y="519113"/>
            <a:ext cx="6585393" cy="441596"/>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路由器只根据目的站的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地址的网络号进行路由选择 </a:t>
            </a:r>
          </a:p>
        </p:txBody>
      </p:sp>
      <p:sp>
        <p:nvSpPr>
          <p:cNvPr id="136244" name="幻灯片编号占位符 1">
            <a:extLst>
              <a:ext uri="{FF2B5EF4-FFF2-40B4-BE49-F238E27FC236}">
                <a16:creationId xmlns:a16="http://schemas.microsoft.com/office/drawing/2014/main" id="{D776075D-DA16-044D-8394-93772D5673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63C827-44CC-7C4E-AD72-0BEFCFD5A49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1930371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8241" name="Freeform 2">
            <a:extLst>
              <a:ext uri="{FF2B5EF4-FFF2-40B4-BE49-F238E27FC236}">
                <a16:creationId xmlns:a16="http://schemas.microsoft.com/office/drawing/2014/main" id="{7E760FFF-1413-2146-B3FA-6E7EB0022C36}"/>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2" name="Freeform 3">
            <a:extLst>
              <a:ext uri="{FF2B5EF4-FFF2-40B4-BE49-F238E27FC236}">
                <a16:creationId xmlns:a16="http://schemas.microsoft.com/office/drawing/2014/main" id="{B6D0D6BD-7C73-2144-95A4-F1FB845BE58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3" name="Line 4">
            <a:extLst>
              <a:ext uri="{FF2B5EF4-FFF2-40B4-BE49-F238E27FC236}">
                <a16:creationId xmlns:a16="http://schemas.microsoft.com/office/drawing/2014/main" id="{4A39B362-8276-0944-B372-8FB5C13DEA2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4" name="Line 5">
            <a:extLst>
              <a:ext uri="{FF2B5EF4-FFF2-40B4-BE49-F238E27FC236}">
                <a16:creationId xmlns:a16="http://schemas.microsoft.com/office/drawing/2014/main" id="{8736DBD7-A396-8B4C-B06F-7EEC3144777E}"/>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5" name="AutoShape 6">
            <a:extLst>
              <a:ext uri="{FF2B5EF4-FFF2-40B4-BE49-F238E27FC236}">
                <a16:creationId xmlns:a16="http://schemas.microsoft.com/office/drawing/2014/main" id="{4629FC69-43D4-C54F-8594-EA8A2F90194C}"/>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6" name="AutoShape 7">
            <a:extLst>
              <a:ext uri="{FF2B5EF4-FFF2-40B4-BE49-F238E27FC236}">
                <a16:creationId xmlns:a16="http://schemas.microsoft.com/office/drawing/2014/main" id="{4C6482B7-6114-364D-8F7A-893C9899FCE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7" name="AutoShape 8">
            <a:extLst>
              <a:ext uri="{FF2B5EF4-FFF2-40B4-BE49-F238E27FC236}">
                <a16:creationId xmlns:a16="http://schemas.microsoft.com/office/drawing/2014/main" id="{13575E5B-17B6-B647-8783-B778079C324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8" name="AutoShape 9">
            <a:extLst>
              <a:ext uri="{FF2B5EF4-FFF2-40B4-BE49-F238E27FC236}">
                <a16:creationId xmlns:a16="http://schemas.microsoft.com/office/drawing/2014/main" id="{501C48CA-6A2D-F04E-9D02-831DC76ED58E}"/>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8249" name="Group 10">
            <a:extLst>
              <a:ext uri="{FF2B5EF4-FFF2-40B4-BE49-F238E27FC236}">
                <a16:creationId xmlns:a16="http://schemas.microsoft.com/office/drawing/2014/main" id="{E709F7A7-8267-5549-952F-33D47AF32857}"/>
              </a:ext>
            </a:extLst>
          </p:cNvPr>
          <p:cNvGrpSpPr>
            <a:grpSpLocks/>
          </p:cNvGrpSpPr>
          <p:nvPr/>
        </p:nvGrpSpPr>
        <p:grpSpPr bwMode="auto">
          <a:xfrm>
            <a:off x="1170385" y="1815704"/>
            <a:ext cx="6841331" cy="1828800"/>
            <a:chOff x="96" y="1056"/>
            <a:chExt cx="5472" cy="1536"/>
          </a:xfrm>
        </p:grpSpPr>
        <p:sp>
          <p:nvSpPr>
            <p:cNvPr id="138312" name="Oval 11">
              <a:extLst>
                <a:ext uri="{FF2B5EF4-FFF2-40B4-BE49-F238E27FC236}">
                  <a16:creationId xmlns:a16="http://schemas.microsoft.com/office/drawing/2014/main" id="{AE5BD100-591B-DF46-9719-DD787BF6B531}"/>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3" name="Oval 12">
              <a:extLst>
                <a:ext uri="{FF2B5EF4-FFF2-40B4-BE49-F238E27FC236}">
                  <a16:creationId xmlns:a16="http://schemas.microsoft.com/office/drawing/2014/main" id="{6D54EE93-327D-CA4E-9764-A8FF3EDDA579}"/>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4" name="Oval 13">
              <a:extLst>
                <a:ext uri="{FF2B5EF4-FFF2-40B4-BE49-F238E27FC236}">
                  <a16:creationId xmlns:a16="http://schemas.microsoft.com/office/drawing/2014/main" id="{EEAACA96-3640-7F49-B08E-35A4AFFD2528}"/>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5" name="Oval 14">
              <a:extLst>
                <a:ext uri="{FF2B5EF4-FFF2-40B4-BE49-F238E27FC236}">
                  <a16:creationId xmlns:a16="http://schemas.microsoft.com/office/drawing/2014/main" id="{832B0457-EE42-F54B-8639-4C8088B064F1}"/>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6" name="Oval 15">
              <a:extLst>
                <a:ext uri="{FF2B5EF4-FFF2-40B4-BE49-F238E27FC236}">
                  <a16:creationId xmlns:a16="http://schemas.microsoft.com/office/drawing/2014/main" id="{0D51A170-F22B-8844-8A07-79F66C62837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7" name="Oval 16">
              <a:extLst>
                <a:ext uri="{FF2B5EF4-FFF2-40B4-BE49-F238E27FC236}">
                  <a16:creationId xmlns:a16="http://schemas.microsoft.com/office/drawing/2014/main" id="{907A8E1F-156C-074A-A0BD-3FEC2C76DD86}"/>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8" name="Oval 17">
              <a:extLst>
                <a:ext uri="{FF2B5EF4-FFF2-40B4-BE49-F238E27FC236}">
                  <a16:creationId xmlns:a16="http://schemas.microsoft.com/office/drawing/2014/main" id="{9FCE99AE-F489-6742-9DB9-B42B6DAF3662}"/>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9" name="Oval 18">
              <a:extLst>
                <a:ext uri="{FF2B5EF4-FFF2-40B4-BE49-F238E27FC236}">
                  <a16:creationId xmlns:a16="http://schemas.microsoft.com/office/drawing/2014/main" id="{1CCCBBE3-F4D1-F045-8C26-B6A22D683ABB}"/>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8250" name="Line 19">
            <a:extLst>
              <a:ext uri="{FF2B5EF4-FFF2-40B4-BE49-F238E27FC236}">
                <a16:creationId xmlns:a16="http://schemas.microsoft.com/office/drawing/2014/main" id="{61865EF2-9766-E24E-986A-9D26817DAE5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8251" name="Group 20">
            <a:extLst>
              <a:ext uri="{FF2B5EF4-FFF2-40B4-BE49-F238E27FC236}">
                <a16:creationId xmlns:a16="http://schemas.microsoft.com/office/drawing/2014/main" id="{1C464F10-52F4-B646-92E7-6890B170EC8E}"/>
              </a:ext>
            </a:extLst>
          </p:cNvPr>
          <p:cNvGrpSpPr>
            <a:grpSpLocks/>
          </p:cNvGrpSpPr>
          <p:nvPr/>
        </p:nvGrpSpPr>
        <p:grpSpPr bwMode="auto">
          <a:xfrm>
            <a:off x="1314450" y="1815704"/>
            <a:ext cx="514350" cy="1085850"/>
            <a:chOff x="672" y="528"/>
            <a:chExt cx="432" cy="912"/>
          </a:xfrm>
        </p:grpSpPr>
        <p:sp>
          <p:nvSpPr>
            <p:cNvPr id="138309" name="AutoShape 21">
              <a:extLst>
                <a:ext uri="{FF2B5EF4-FFF2-40B4-BE49-F238E27FC236}">
                  <a16:creationId xmlns:a16="http://schemas.microsoft.com/office/drawing/2014/main" id="{47F0D75C-AE53-1F44-A4A1-AF2FAB486DD2}"/>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0" name="AutoShape 22">
              <a:extLst>
                <a:ext uri="{FF2B5EF4-FFF2-40B4-BE49-F238E27FC236}">
                  <a16:creationId xmlns:a16="http://schemas.microsoft.com/office/drawing/2014/main" id="{7E13F9DA-057E-114D-8451-BB40A606720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1" name="AutoShape 23">
              <a:extLst>
                <a:ext uri="{FF2B5EF4-FFF2-40B4-BE49-F238E27FC236}">
                  <a16:creationId xmlns:a16="http://schemas.microsoft.com/office/drawing/2014/main" id="{4C7E6AC2-6DDC-B945-93C1-497F23DA8F07}"/>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52" name="Text Box 24">
            <a:extLst>
              <a:ext uri="{FF2B5EF4-FFF2-40B4-BE49-F238E27FC236}">
                <a16:creationId xmlns:a16="http://schemas.microsoft.com/office/drawing/2014/main" id="{19F71F19-AD32-9744-B098-04779DA4594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3" name="Text Box 25">
            <a:extLst>
              <a:ext uri="{FF2B5EF4-FFF2-40B4-BE49-F238E27FC236}">
                <a16:creationId xmlns:a16="http://schemas.microsoft.com/office/drawing/2014/main" id="{23C79D18-9749-0243-8F1A-CC9BB522E7B8}"/>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4" name="Text Box 26">
            <a:extLst>
              <a:ext uri="{FF2B5EF4-FFF2-40B4-BE49-F238E27FC236}">
                <a16:creationId xmlns:a16="http://schemas.microsoft.com/office/drawing/2014/main" id="{A8D9E06D-F64B-F54F-B5B4-53AE2F59637D}"/>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5" name="Text Box 27">
            <a:extLst>
              <a:ext uri="{FF2B5EF4-FFF2-40B4-BE49-F238E27FC236}">
                <a16:creationId xmlns:a16="http://schemas.microsoft.com/office/drawing/2014/main" id="{2FC5B643-E028-F845-84D3-4766E43C489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6" name="Text Box 28">
            <a:extLst>
              <a:ext uri="{FF2B5EF4-FFF2-40B4-BE49-F238E27FC236}">
                <a16:creationId xmlns:a16="http://schemas.microsoft.com/office/drawing/2014/main" id="{340AFC89-2735-2C47-BBDC-5217D8969FF6}"/>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7" name="Line 29">
            <a:extLst>
              <a:ext uri="{FF2B5EF4-FFF2-40B4-BE49-F238E27FC236}">
                <a16:creationId xmlns:a16="http://schemas.microsoft.com/office/drawing/2014/main" id="{DAF0A642-3157-A841-8363-45DC02B4CF0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8" name="Line 30">
            <a:extLst>
              <a:ext uri="{FF2B5EF4-FFF2-40B4-BE49-F238E27FC236}">
                <a16:creationId xmlns:a16="http://schemas.microsoft.com/office/drawing/2014/main" id="{BF15BB04-BAF9-A142-ADBB-4EA653A5E5D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9" name="Text Box 31">
            <a:extLst>
              <a:ext uri="{FF2B5EF4-FFF2-40B4-BE49-F238E27FC236}">
                <a16:creationId xmlns:a16="http://schemas.microsoft.com/office/drawing/2014/main" id="{2E20D280-917A-9541-BAA7-0847C6D82F2B}"/>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0" name="Text Box 32">
            <a:extLst>
              <a:ext uri="{FF2B5EF4-FFF2-40B4-BE49-F238E27FC236}">
                <a16:creationId xmlns:a16="http://schemas.microsoft.com/office/drawing/2014/main" id="{99D9D0B5-A858-A548-9E18-315C10410257}"/>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1" name="Text Box 33">
            <a:extLst>
              <a:ext uri="{FF2B5EF4-FFF2-40B4-BE49-F238E27FC236}">
                <a16:creationId xmlns:a16="http://schemas.microsoft.com/office/drawing/2014/main" id="{FD9DE545-8FED-AB41-AFBF-06201BC83F0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2" name="Text Box 34">
            <a:extLst>
              <a:ext uri="{FF2B5EF4-FFF2-40B4-BE49-F238E27FC236}">
                <a16:creationId xmlns:a16="http://schemas.microsoft.com/office/drawing/2014/main" id="{128487D7-6D30-C548-A8D7-64868DA48F66}"/>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3" name="Text Box 35">
            <a:extLst>
              <a:ext uri="{FF2B5EF4-FFF2-40B4-BE49-F238E27FC236}">
                <a16:creationId xmlns:a16="http://schemas.microsoft.com/office/drawing/2014/main" id="{3043A5D2-067C-B942-8516-796D186BA22D}"/>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4" name="AutoShape 36">
            <a:extLst>
              <a:ext uri="{FF2B5EF4-FFF2-40B4-BE49-F238E27FC236}">
                <a16:creationId xmlns:a16="http://schemas.microsoft.com/office/drawing/2014/main" id="{F00418C5-B45E-0D49-9BFE-363AB873CD2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65" name="Text Box 37">
            <a:extLst>
              <a:ext uri="{FF2B5EF4-FFF2-40B4-BE49-F238E27FC236}">
                <a16:creationId xmlns:a16="http://schemas.microsoft.com/office/drawing/2014/main" id="{C43977DF-29C1-9D46-B24A-9D842149749C}"/>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6" name="Text Box 38">
            <a:extLst>
              <a:ext uri="{FF2B5EF4-FFF2-40B4-BE49-F238E27FC236}">
                <a16:creationId xmlns:a16="http://schemas.microsoft.com/office/drawing/2014/main" id="{B6BDB7D1-47E5-B140-9E12-588033D0C1A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38267" name="Group 39">
            <a:extLst>
              <a:ext uri="{FF2B5EF4-FFF2-40B4-BE49-F238E27FC236}">
                <a16:creationId xmlns:a16="http://schemas.microsoft.com/office/drawing/2014/main" id="{97D05268-C8D6-414A-81E4-70733AA63174}"/>
              </a:ext>
            </a:extLst>
          </p:cNvPr>
          <p:cNvGrpSpPr>
            <a:grpSpLocks/>
          </p:cNvGrpSpPr>
          <p:nvPr/>
        </p:nvGrpSpPr>
        <p:grpSpPr bwMode="auto">
          <a:xfrm>
            <a:off x="7258050" y="1815704"/>
            <a:ext cx="514350" cy="1085850"/>
            <a:chOff x="672" y="528"/>
            <a:chExt cx="432" cy="912"/>
          </a:xfrm>
        </p:grpSpPr>
        <p:sp>
          <p:nvSpPr>
            <p:cNvPr id="138306" name="AutoShape 40">
              <a:extLst>
                <a:ext uri="{FF2B5EF4-FFF2-40B4-BE49-F238E27FC236}">
                  <a16:creationId xmlns:a16="http://schemas.microsoft.com/office/drawing/2014/main" id="{F9A5E8F3-2C07-EC43-9497-3EB79875C5B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7" name="AutoShape 41">
              <a:extLst>
                <a:ext uri="{FF2B5EF4-FFF2-40B4-BE49-F238E27FC236}">
                  <a16:creationId xmlns:a16="http://schemas.microsoft.com/office/drawing/2014/main" id="{9F7AA876-5A56-3449-99D8-609909A15F8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8" name="AutoShape 42">
              <a:extLst>
                <a:ext uri="{FF2B5EF4-FFF2-40B4-BE49-F238E27FC236}">
                  <a16:creationId xmlns:a16="http://schemas.microsoft.com/office/drawing/2014/main" id="{8E5EC755-CB72-E049-A8B7-07D73E309CC8}"/>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68" name="Text Box 43">
            <a:extLst>
              <a:ext uri="{FF2B5EF4-FFF2-40B4-BE49-F238E27FC236}">
                <a16:creationId xmlns:a16="http://schemas.microsoft.com/office/drawing/2014/main" id="{81DBF749-6BBD-3C4F-B5CB-67CAC06247D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9" name="Text Box 44">
            <a:extLst>
              <a:ext uri="{FF2B5EF4-FFF2-40B4-BE49-F238E27FC236}">
                <a16:creationId xmlns:a16="http://schemas.microsoft.com/office/drawing/2014/main" id="{57087453-CE00-C44C-B32E-D8DFE10133B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0" name="Text Box 45">
            <a:extLst>
              <a:ext uri="{FF2B5EF4-FFF2-40B4-BE49-F238E27FC236}">
                <a16:creationId xmlns:a16="http://schemas.microsoft.com/office/drawing/2014/main" id="{E4ABC4D1-C67E-A64C-8D3B-1CA2A36A2F3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1" name="Line 46">
            <a:extLst>
              <a:ext uri="{FF2B5EF4-FFF2-40B4-BE49-F238E27FC236}">
                <a16:creationId xmlns:a16="http://schemas.microsoft.com/office/drawing/2014/main" id="{6C04EF05-4396-FA4A-B53B-49179CCC7751}"/>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2" name="AutoShape 47">
            <a:extLst>
              <a:ext uri="{FF2B5EF4-FFF2-40B4-BE49-F238E27FC236}">
                <a16:creationId xmlns:a16="http://schemas.microsoft.com/office/drawing/2014/main" id="{B3545E09-B6FF-2548-94EA-4911C3F9185F}"/>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73" name="Line 48">
            <a:extLst>
              <a:ext uri="{FF2B5EF4-FFF2-40B4-BE49-F238E27FC236}">
                <a16:creationId xmlns:a16="http://schemas.microsoft.com/office/drawing/2014/main" id="{BEA9B651-F963-314E-805A-F6EBA0C998E0}"/>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4" name="Text Box 49">
            <a:extLst>
              <a:ext uri="{FF2B5EF4-FFF2-40B4-BE49-F238E27FC236}">
                <a16:creationId xmlns:a16="http://schemas.microsoft.com/office/drawing/2014/main" id="{210A2DC2-55B5-BA4C-8378-A0E705F5662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5" name="Line 50">
            <a:extLst>
              <a:ext uri="{FF2B5EF4-FFF2-40B4-BE49-F238E27FC236}">
                <a16:creationId xmlns:a16="http://schemas.microsoft.com/office/drawing/2014/main" id="{D52B750A-8C04-894F-9036-17C45232F87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6" name="Freeform 51">
            <a:extLst>
              <a:ext uri="{FF2B5EF4-FFF2-40B4-BE49-F238E27FC236}">
                <a16:creationId xmlns:a16="http://schemas.microsoft.com/office/drawing/2014/main" id="{4273F466-917B-E64C-8A2F-1E43F52245A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7" name="Freeform 52">
            <a:extLst>
              <a:ext uri="{FF2B5EF4-FFF2-40B4-BE49-F238E27FC236}">
                <a16:creationId xmlns:a16="http://schemas.microsoft.com/office/drawing/2014/main" id="{34DCFC30-B6E5-B748-9EC3-39E04CB124DF}"/>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8" name="Text Box 53">
            <a:extLst>
              <a:ext uri="{FF2B5EF4-FFF2-40B4-BE49-F238E27FC236}">
                <a16:creationId xmlns:a16="http://schemas.microsoft.com/office/drawing/2014/main" id="{FFD389E3-A945-B54E-8AC8-BC0BBA411B59}"/>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8279" name="Group 54">
            <a:extLst>
              <a:ext uri="{FF2B5EF4-FFF2-40B4-BE49-F238E27FC236}">
                <a16:creationId xmlns:a16="http://schemas.microsoft.com/office/drawing/2014/main" id="{B6BAAED6-DBE5-574F-BC2A-4771BDF5C304}"/>
              </a:ext>
            </a:extLst>
          </p:cNvPr>
          <p:cNvGrpSpPr>
            <a:grpSpLocks/>
          </p:cNvGrpSpPr>
          <p:nvPr/>
        </p:nvGrpSpPr>
        <p:grpSpPr bwMode="auto">
          <a:xfrm>
            <a:off x="2000250" y="2365772"/>
            <a:ext cx="1085850" cy="285750"/>
            <a:chOff x="1632" y="2688"/>
            <a:chExt cx="912" cy="240"/>
          </a:xfrm>
        </p:grpSpPr>
        <p:sp>
          <p:nvSpPr>
            <p:cNvPr id="138304" name="Rectangle 55">
              <a:extLst>
                <a:ext uri="{FF2B5EF4-FFF2-40B4-BE49-F238E27FC236}">
                  <a16:creationId xmlns:a16="http://schemas.microsoft.com/office/drawing/2014/main" id="{BD580AFB-1252-7749-BBFC-F4C92EC26737}"/>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5" name="AutoShape 56">
              <a:extLst>
                <a:ext uri="{FF2B5EF4-FFF2-40B4-BE49-F238E27FC236}">
                  <a16:creationId xmlns:a16="http://schemas.microsoft.com/office/drawing/2014/main" id="{CEF2F066-1406-A54F-902C-80E3ACF21D9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0" name="Group 57">
            <a:extLst>
              <a:ext uri="{FF2B5EF4-FFF2-40B4-BE49-F238E27FC236}">
                <a16:creationId xmlns:a16="http://schemas.microsoft.com/office/drawing/2014/main" id="{13C2C30A-DE8E-6048-AEEE-B66AA6B9B0AF}"/>
              </a:ext>
            </a:extLst>
          </p:cNvPr>
          <p:cNvGrpSpPr>
            <a:grpSpLocks/>
          </p:cNvGrpSpPr>
          <p:nvPr/>
        </p:nvGrpSpPr>
        <p:grpSpPr bwMode="auto">
          <a:xfrm>
            <a:off x="3943350" y="2365772"/>
            <a:ext cx="1085850" cy="285750"/>
            <a:chOff x="1632" y="2688"/>
            <a:chExt cx="912" cy="240"/>
          </a:xfrm>
        </p:grpSpPr>
        <p:sp>
          <p:nvSpPr>
            <p:cNvPr id="138302" name="Rectangle 58">
              <a:extLst>
                <a:ext uri="{FF2B5EF4-FFF2-40B4-BE49-F238E27FC236}">
                  <a16:creationId xmlns:a16="http://schemas.microsoft.com/office/drawing/2014/main" id="{252452F7-3F95-D54E-A840-9B1B5554E4B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3" name="AutoShape 59">
              <a:extLst>
                <a:ext uri="{FF2B5EF4-FFF2-40B4-BE49-F238E27FC236}">
                  <a16:creationId xmlns:a16="http://schemas.microsoft.com/office/drawing/2014/main" id="{B154DFD8-AD1B-CA4F-82B6-8EB2DE7E53C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1" name="Group 60">
            <a:extLst>
              <a:ext uri="{FF2B5EF4-FFF2-40B4-BE49-F238E27FC236}">
                <a16:creationId xmlns:a16="http://schemas.microsoft.com/office/drawing/2014/main" id="{23F873F9-93B7-3143-9E7A-CA68193267B7}"/>
              </a:ext>
            </a:extLst>
          </p:cNvPr>
          <p:cNvGrpSpPr>
            <a:grpSpLocks/>
          </p:cNvGrpSpPr>
          <p:nvPr/>
        </p:nvGrpSpPr>
        <p:grpSpPr bwMode="auto">
          <a:xfrm>
            <a:off x="6000750" y="2365772"/>
            <a:ext cx="1085850" cy="285750"/>
            <a:chOff x="1632" y="2688"/>
            <a:chExt cx="912" cy="240"/>
          </a:xfrm>
        </p:grpSpPr>
        <p:sp>
          <p:nvSpPr>
            <p:cNvPr id="138300" name="Rectangle 61">
              <a:extLst>
                <a:ext uri="{FF2B5EF4-FFF2-40B4-BE49-F238E27FC236}">
                  <a16:creationId xmlns:a16="http://schemas.microsoft.com/office/drawing/2014/main" id="{EA9C8E57-AC44-DF43-AEC7-7AEADB69132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1" name="AutoShape 62">
              <a:extLst>
                <a:ext uri="{FF2B5EF4-FFF2-40B4-BE49-F238E27FC236}">
                  <a16:creationId xmlns:a16="http://schemas.microsoft.com/office/drawing/2014/main" id="{9CDFB87F-3A7B-AF4C-8E7F-B7D643D04831}"/>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462911" name="Group 63">
            <a:extLst>
              <a:ext uri="{FF2B5EF4-FFF2-40B4-BE49-F238E27FC236}">
                <a16:creationId xmlns:a16="http://schemas.microsoft.com/office/drawing/2014/main" id="{B5A02B62-98D8-B747-8024-1A9A0C6B26E9}"/>
              </a:ext>
            </a:extLst>
          </p:cNvPr>
          <p:cNvGrpSpPr>
            <a:grpSpLocks/>
          </p:cNvGrpSpPr>
          <p:nvPr/>
        </p:nvGrpSpPr>
        <p:grpSpPr bwMode="auto">
          <a:xfrm>
            <a:off x="1600200" y="4194571"/>
            <a:ext cx="5829300" cy="619124"/>
            <a:chOff x="384" y="3523"/>
            <a:chExt cx="4896" cy="520"/>
          </a:xfrm>
        </p:grpSpPr>
        <p:sp>
          <p:nvSpPr>
            <p:cNvPr id="138288" name="Text Box 64">
              <a:extLst>
                <a:ext uri="{FF2B5EF4-FFF2-40B4-BE49-F238E27FC236}">
                  <a16:creationId xmlns:a16="http://schemas.microsoft.com/office/drawing/2014/main" id="{35FD2F6C-2726-C041-8BB0-5F46CDAE9F8E}"/>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8289" name="Group 65">
              <a:extLst>
                <a:ext uri="{FF2B5EF4-FFF2-40B4-BE49-F238E27FC236}">
                  <a16:creationId xmlns:a16="http://schemas.microsoft.com/office/drawing/2014/main" id="{28903069-1B96-4045-8143-8A7C33501648}"/>
                </a:ext>
              </a:extLst>
            </p:cNvPr>
            <p:cNvGrpSpPr>
              <a:grpSpLocks/>
            </p:cNvGrpSpPr>
            <p:nvPr/>
          </p:nvGrpSpPr>
          <p:grpSpPr bwMode="auto">
            <a:xfrm>
              <a:off x="384" y="3523"/>
              <a:ext cx="1248" cy="240"/>
              <a:chOff x="480" y="3120"/>
              <a:chExt cx="1248" cy="240"/>
            </a:xfrm>
          </p:grpSpPr>
          <p:sp>
            <p:nvSpPr>
              <p:cNvPr id="138298" name="Rectangle 66">
                <a:extLst>
                  <a:ext uri="{FF2B5EF4-FFF2-40B4-BE49-F238E27FC236}">
                    <a16:creationId xmlns:a16="http://schemas.microsoft.com/office/drawing/2014/main" id="{9DD39996-E5E1-1D4A-A27E-4CB0B226A5E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8299" name="AutoShape 67">
                <a:extLst>
                  <a:ext uri="{FF2B5EF4-FFF2-40B4-BE49-F238E27FC236}">
                    <a16:creationId xmlns:a16="http://schemas.microsoft.com/office/drawing/2014/main" id="{969BA445-D9D6-1C44-A4D6-CD6ECE419D1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0" name="Group 68">
              <a:extLst>
                <a:ext uri="{FF2B5EF4-FFF2-40B4-BE49-F238E27FC236}">
                  <a16:creationId xmlns:a16="http://schemas.microsoft.com/office/drawing/2014/main" id="{580C3CF7-1CE2-D045-9010-33E3098F96E1}"/>
                </a:ext>
              </a:extLst>
            </p:cNvPr>
            <p:cNvGrpSpPr>
              <a:grpSpLocks/>
            </p:cNvGrpSpPr>
            <p:nvPr/>
          </p:nvGrpSpPr>
          <p:grpSpPr bwMode="auto">
            <a:xfrm>
              <a:off x="2208" y="3523"/>
              <a:ext cx="1248" cy="240"/>
              <a:chOff x="480" y="3120"/>
              <a:chExt cx="1248" cy="240"/>
            </a:xfrm>
          </p:grpSpPr>
          <p:sp>
            <p:nvSpPr>
              <p:cNvPr id="138296" name="Rectangle 69">
                <a:extLst>
                  <a:ext uri="{FF2B5EF4-FFF2-40B4-BE49-F238E27FC236}">
                    <a16:creationId xmlns:a16="http://schemas.microsoft.com/office/drawing/2014/main" id="{42B82354-7759-9848-9989-C2453D708B6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8297" name="AutoShape 70">
                <a:extLst>
                  <a:ext uri="{FF2B5EF4-FFF2-40B4-BE49-F238E27FC236}">
                    <a16:creationId xmlns:a16="http://schemas.microsoft.com/office/drawing/2014/main" id="{4EC9C936-2AF5-5347-B295-E157F692B3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1" name="Group 71">
              <a:extLst>
                <a:ext uri="{FF2B5EF4-FFF2-40B4-BE49-F238E27FC236}">
                  <a16:creationId xmlns:a16="http://schemas.microsoft.com/office/drawing/2014/main" id="{4A66E49D-0BE7-3346-84CD-7282FA6608F1}"/>
                </a:ext>
              </a:extLst>
            </p:cNvPr>
            <p:cNvGrpSpPr>
              <a:grpSpLocks/>
            </p:cNvGrpSpPr>
            <p:nvPr/>
          </p:nvGrpSpPr>
          <p:grpSpPr bwMode="auto">
            <a:xfrm>
              <a:off x="4032" y="3523"/>
              <a:ext cx="1248" cy="240"/>
              <a:chOff x="480" y="3120"/>
              <a:chExt cx="1248" cy="240"/>
            </a:xfrm>
          </p:grpSpPr>
          <p:sp>
            <p:nvSpPr>
              <p:cNvPr id="138294" name="Rectangle 72">
                <a:extLst>
                  <a:ext uri="{FF2B5EF4-FFF2-40B4-BE49-F238E27FC236}">
                    <a16:creationId xmlns:a16="http://schemas.microsoft.com/office/drawing/2014/main" id="{22FB9592-BB01-4C46-9667-53C25F5025E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295" name="AutoShape 73">
                <a:extLst>
                  <a:ext uri="{FF2B5EF4-FFF2-40B4-BE49-F238E27FC236}">
                    <a16:creationId xmlns:a16="http://schemas.microsoft.com/office/drawing/2014/main" id="{E390A5BD-4D82-B647-90BC-51BDB7DF4A87}"/>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92" name="Text Box 74">
              <a:extLst>
                <a:ext uri="{FF2B5EF4-FFF2-40B4-BE49-F238E27FC236}">
                  <a16:creationId xmlns:a16="http://schemas.microsoft.com/office/drawing/2014/main" id="{1ABC8236-A9BE-A54F-A93F-767A3EA028EF}"/>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8293" name="Text Box 75">
              <a:extLst>
                <a:ext uri="{FF2B5EF4-FFF2-40B4-BE49-F238E27FC236}">
                  <a16:creationId xmlns:a16="http://schemas.microsoft.com/office/drawing/2014/main" id="{2C4A46CE-FA32-1248-B3BF-5635120F15EC}"/>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38283" name="AutoShape 76">
            <a:extLst>
              <a:ext uri="{FF2B5EF4-FFF2-40B4-BE49-F238E27FC236}">
                <a16:creationId xmlns:a16="http://schemas.microsoft.com/office/drawing/2014/main" id="{30BC906B-B693-3D41-893A-C66F45349C5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8284" name="Text Box 77">
            <a:extLst>
              <a:ext uri="{FF2B5EF4-FFF2-40B4-BE49-F238E27FC236}">
                <a16:creationId xmlns:a16="http://schemas.microsoft.com/office/drawing/2014/main" id="{D01A1D5F-A233-2144-9C96-C3667D0512B1}"/>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8285" name="Rectangle 78">
            <a:extLst>
              <a:ext uri="{FF2B5EF4-FFF2-40B4-BE49-F238E27FC236}">
                <a16:creationId xmlns:a16="http://schemas.microsoft.com/office/drawing/2014/main" id="{1E6531F5-9063-C840-A7DA-0E3843172436}"/>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86" name="Text Box 79">
            <a:extLst>
              <a:ext uri="{FF2B5EF4-FFF2-40B4-BE49-F238E27FC236}">
                <a16:creationId xmlns:a16="http://schemas.microsoft.com/office/drawing/2014/main" id="{4D25A031-21CF-E44A-9EDD-A128DE974796}"/>
              </a:ext>
            </a:extLst>
          </p:cNvPr>
          <p:cNvSpPr txBox="1">
            <a:spLocks noChangeArrowheads="1"/>
          </p:cNvSpPr>
          <p:nvPr/>
        </p:nvSpPr>
        <p:spPr bwMode="auto">
          <a:xfrm>
            <a:off x="2266408" y="303610"/>
            <a:ext cx="4640950" cy="82939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在具体的物理网络的链路层</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只能看见 </a:t>
            </a:r>
            <a:r>
              <a:rPr lang="en-US" altLang="zh-CN" sz="2100">
                <a:latin typeface="Arial" panose="020B0604020202020204" pitchFamily="34" charset="0"/>
                <a:ea typeface="宋体" panose="02010600030101010101" pitchFamily="2" charset="-122"/>
                <a:cs typeface="黑体" panose="02010609060101010101" pitchFamily="49" charset="-122"/>
              </a:rPr>
              <a:t>MAC </a:t>
            </a:r>
            <a:r>
              <a:rPr lang="zh-CN" altLang="en-US" sz="2100">
                <a:latin typeface="Arial" panose="020B0604020202020204" pitchFamily="34" charset="0"/>
                <a:ea typeface="宋体" panose="02010600030101010101" pitchFamily="2" charset="-122"/>
                <a:cs typeface="黑体" panose="02010609060101010101" pitchFamily="49" charset="-122"/>
              </a:rPr>
              <a:t>帧而看不见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 </a:t>
            </a:r>
          </a:p>
        </p:txBody>
      </p:sp>
      <p:sp>
        <p:nvSpPr>
          <p:cNvPr id="138287" name="幻灯片编号占位符 1">
            <a:extLst>
              <a:ext uri="{FF2B5EF4-FFF2-40B4-BE49-F238E27FC236}">
                <a16:creationId xmlns:a16="http://schemas.microsoft.com/office/drawing/2014/main" id="{002841EE-EBCB-BC41-892A-F481A903770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008A0AE-33B1-DE42-92C4-ED077064220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19449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629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0289" name="Freeform 2">
            <a:extLst>
              <a:ext uri="{FF2B5EF4-FFF2-40B4-BE49-F238E27FC236}">
                <a16:creationId xmlns:a16="http://schemas.microsoft.com/office/drawing/2014/main" id="{C2057AD2-4650-D142-AF30-E5CE32E669EB}"/>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0" name="Freeform 3">
            <a:extLst>
              <a:ext uri="{FF2B5EF4-FFF2-40B4-BE49-F238E27FC236}">
                <a16:creationId xmlns:a16="http://schemas.microsoft.com/office/drawing/2014/main" id="{031FAF99-8B64-564E-9F8D-0BBE1BB72484}"/>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1" name="Line 4">
            <a:extLst>
              <a:ext uri="{FF2B5EF4-FFF2-40B4-BE49-F238E27FC236}">
                <a16:creationId xmlns:a16="http://schemas.microsoft.com/office/drawing/2014/main" id="{7559BAD9-D9E0-DF45-87E2-0431742A2263}"/>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2" name="Line 5">
            <a:extLst>
              <a:ext uri="{FF2B5EF4-FFF2-40B4-BE49-F238E27FC236}">
                <a16:creationId xmlns:a16="http://schemas.microsoft.com/office/drawing/2014/main" id="{36BD1BE8-6A80-4643-9AE8-1133963C4885}"/>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3" name="AutoShape 6">
            <a:extLst>
              <a:ext uri="{FF2B5EF4-FFF2-40B4-BE49-F238E27FC236}">
                <a16:creationId xmlns:a16="http://schemas.microsoft.com/office/drawing/2014/main" id="{D0DE3854-9728-E44F-BEA0-559A4D242A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4" name="AutoShape 7">
            <a:extLst>
              <a:ext uri="{FF2B5EF4-FFF2-40B4-BE49-F238E27FC236}">
                <a16:creationId xmlns:a16="http://schemas.microsoft.com/office/drawing/2014/main" id="{C3D63269-9E27-9847-9414-214F8171236D}"/>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5" name="AutoShape 8">
            <a:extLst>
              <a:ext uri="{FF2B5EF4-FFF2-40B4-BE49-F238E27FC236}">
                <a16:creationId xmlns:a16="http://schemas.microsoft.com/office/drawing/2014/main" id="{1E732383-763D-4940-9F30-3F16A878305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6" name="AutoShape 9">
            <a:extLst>
              <a:ext uri="{FF2B5EF4-FFF2-40B4-BE49-F238E27FC236}">
                <a16:creationId xmlns:a16="http://schemas.microsoft.com/office/drawing/2014/main" id="{FF5E50C4-EE65-4D40-875D-D184D7A5A133}"/>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0297" name="Group 10">
            <a:extLst>
              <a:ext uri="{FF2B5EF4-FFF2-40B4-BE49-F238E27FC236}">
                <a16:creationId xmlns:a16="http://schemas.microsoft.com/office/drawing/2014/main" id="{59704DD6-51CA-4249-A78F-8626A9132462}"/>
              </a:ext>
            </a:extLst>
          </p:cNvPr>
          <p:cNvGrpSpPr>
            <a:grpSpLocks/>
          </p:cNvGrpSpPr>
          <p:nvPr/>
        </p:nvGrpSpPr>
        <p:grpSpPr bwMode="auto">
          <a:xfrm>
            <a:off x="1170385" y="1815704"/>
            <a:ext cx="6841331" cy="1828800"/>
            <a:chOff x="96" y="1056"/>
            <a:chExt cx="5472" cy="1536"/>
          </a:xfrm>
        </p:grpSpPr>
        <p:sp>
          <p:nvSpPr>
            <p:cNvPr id="140360" name="Oval 11">
              <a:extLst>
                <a:ext uri="{FF2B5EF4-FFF2-40B4-BE49-F238E27FC236}">
                  <a16:creationId xmlns:a16="http://schemas.microsoft.com/office/drawing/2014/main" id="{3EE3EF62-2201-7E46-AB9E-14926DADB64B}"/>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1" name="Oval 12">
              <a:extLst>
                <a:ext uri="{FF2B5EF4-FFF2-40B4-BE49-F238E27FC236}">
                  <a16:creationId xmlns:a16="http://schemas.microsoft.com/office/drawing/2014/main" id="{F5638919-A63C-294E-B07D-87615F550E4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2" name="Oval 13">
              <a:extLst>
                <a:ext uri="{FF2B5EF4-FFF2-40B4-BE49-F238E27FC236}">
                  <a16:creationId xmlns:a16="http://schemas.microsoft.com/office/drawing/2014/main" id="{0DE3C5EA-88E4-3940-BE6C-20D20E40783A}"/>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3" name="Oval 14">
              <a:extLst>
                <a:ext uri="{FF2B5EF4-FFF2-40B4-BE49-F238E27FC236}">
                  <a16:creationId xmlns:a16="http://schemas.microsoft.com/office/drawing/2014/main" id="{7820C7A7-5A49-6E48-85AE-2FE3054508BE}"/>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4" name="Oval 15">
              <a:extLst>
                <a:ext uri="{FF2B5EF4-FFF2-40B4-BE49-F238E27FC236}">
                  <a16:creationId xmlns:a16="http://schemas.microsoft.com/office/drawing/2014/main" id="{16BE4B04-CFD5-6E4B-9168-DB663F29B83D}"/>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5" name="Oval 16">
              <a:extLst>
                <a:ext uri="{FF2B5EF4-FFF2-40B4-BE49-F238E27FC236}">
                  <a16:creationId xmlns:a16="http://schemas.microsoft.com/office/drawing/2014/main" id="{63CBBF7B-0133-D647-A7AB-9F19B350DC5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6" name="Oval 17">
              <a:extLst>
                <a:ext uri="{FF2B5EF4-FFF2-40B4-BE49-F238E27FC236}">
                  <a16:creationId xmlns:a16="http://schemas.microsoft.com/office/drawing/2014/main" id="{F853A437-D1A3-1249-B763-6E19272BD146}"/>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7" name="Oval 18">
              <a:extLst>
                <a:ext uri="{FF2B5EF4-FFF2-40B4-BE49-F238E27FC236}">
                  <a16:creationId xmlns:a16="http://schemas.microsoft.com/office/drawing/2014/main" id="{147813EB-FA28-F343-A828-504EAFD606AA}"/>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40298" name="Line 19">
            <a:extLst>
              <a:ext uri="{FF2B5EF4-FFF2-40B4-BE49-F238E27FC236}">
                <a16:creationId xmlns:a16="http://schemas.microsoft.com/office/drawing/2014/main" id="{6716BEF8-3982-4347-B9A9-6097A55AA705}"/>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0299" name="Group 20">
            <a:extLst>
              <a:ext uri="{FF2B5EF4-FFF2-40B4-BE49-F238E27FC236}">
                <a16:creationId xmlns:a16="http://schemas.microsoft.com/office/drawing/2014/main" id="{0D5E6A1A-84DD-D347-A6CE-555580EDDE7C}"/>
              </a:ext>
            </a:extLst>
          </p:cNvPr>
          <p:cNvGrpSpPr>
            <a:grpSpLocks/>
          </p:cNvGrpSpPr>
          <p:nvPr/>
        </p:nvGrpSpPr>
        <p:grpSpPr bwMode="auto">
          <a:xfrm>
            <a:off x="1314450" y="1815704"/>
            <a:ext cx="514350" cy="1085850"/>
            <a:chOff x="672" y="528"/>
            <a:chExt cx="432" cy="912"/>
          </a:xfrm>
        </p:grpSpPr>
        <p:sp>
          <p:nvSpPr>
            <p:cNvPr id="140357" name="AutoShape 21">
              <a:extLst>
                <a:ext uri="{FF2B5EF4-FFF2-40B4-BE49-F238E27FC236}">
                  <a16:creationId xmlns:a16="http://schemas.microsoft.com/office/drawing/2014/main" id="{09E360B1-8E8C-284E-8070-A69BCC0B0290}"/>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8" name="AutoShape 22">
              <a:extLst>
                <a:ext uri="{FF2B5EF4-FFF2-40B4-BE49-F238E27FC236}">
                  <a16:creationId xmlns:a16="http://schemas.microsoft.com/office/drawing/2014/main" id="{9636EC60-FD28-0346-B5E7-BFED1E60E31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9" name="AutoShape 23">
              <a:extLst>
                <a:ext uri="{FF2B5EF4-FFF2-40B4-BE49-F238E27FC236}">
                  <a16:creationId xmlns:a16="http://schemas.microsoft.com/office/drawing/2014/main" id="{4BBFECD6-FB87-F64A-A5BC-ADE3345392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00" name="Text Box 24">
            <a:extLst>
              <a:ext uri="{FF2B5EF4-FFF2-40B4-BE49-F238E27FC236}">
                <a16:creationId xmlns:a16="http://schemas.microsoft.com/office/drawing/2014/main" id="{D08FBC7A-D926-CF4C-A9AE-DBE85898BC3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1" name="Text Box 25">
            <a:extLst>
              <a:ext uri="{FF2B5EF4-FFF2-40B4-BE49-F238E27FC236}">
                <a16:creationId xmlns:a16="http://schemas.microsoft.com/office/drawing/2014/main" id="{D1DC13E7-03EF-684A-A780-06BA2E67045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2" name="Text Box 26">
            <a:extLst>
              <a:ext uri="{FF2B5EF4-FFF2-40B4-BE49-F238E27FC236}">
                <a16:creationId xmlns:a16="http://schemas.microsoft.com/office/drawing/2014/main" id="{BDE7BDC0-D6F5-3B4A-9E7D-0F2E424282C0}"/>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3" name="Text Box 27">
            <a:extLst>
              <a:ext uri="{FF2B5EF4-FFF2-40B4-BE49-F238E27FC236}">
                <a16:creationId xmlns:a16="http://schemas.microsoft.com/office/drawing/2014/main" id="{B5DFB2FF-58A4-9845-83CE-92C4D24D1EB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4" name="Text Box 28">
            <a:extLst>
              <a:ext uri="{FF2B5EF4-FFF2-40B4-BE49-F238E27FC236}">
                <a16:creationId xmlns:a16="http://schemas.microsoft.com/office/drawing/2014/main" id="{A55967E7-8547-C44D-89BE-53736A01184C}"/>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5" name="Line 29">
            <a:extLst>
              <a:ext uri="{FF2B5EF4-FFF2-40B4-BE49-F238E27FC236}">
                <a16:creationId xmlns:a16="http://schemas.microsoft.com/office/drawing/2014/main" id="{A8509746-12EA-6E48-A2E1-534FEF682024}"/>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6" name="Line 30">
            <a:extLst>
              <a:ext uri="{FF2B5EF4-FFF2-40B4-BE49-F238E27FC236}">
                <a16:creationId xmlns:a16="http://schemas.microsoft.com/office/drawing/2014/main" id="{874B8FA2-7BFC-8A45-9C39-11E1BC4ACD0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7" name="Text Box 31">
            <a:extLst>
              <a:ext uri="{FF2B5EF4-FFF2-40B4-BE49-F238E27FC236}">
                <a16:creationId xmlns:a16="http://schemas.microsoft.com/office/drawing/2014/main" id="{04781E7C-0FCB-C547-969C-0312BAAD84A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8" name="Text Box 32">
            <a:extLst>
              <a:ext uri="{FF2B5EF4-FFF2-40B4-BE49-F238E27FC236}">
                <a16:creationId xmlns:a16="http://schemas.microsoft.com/office/drawing/2014/main" id="{C46DDF46-299B-D745-9941-5C505EDCD3AA}"/>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9" name="Text Box 33">
            <a:extLst>
              <a:ext uri="{FF2B5EF4-FFF2-40B4-BE49-F238E27FC236}">
                <a16:creationId xmlns:a16="http://schemas.microsoft.com/office/drawing/2014/main" id="{22758770-3490-0D46-8C02-CF1B3C431295}"/>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0" name="Text Box 34">
            <a:extLst>
              <a:ext uri="{FF2B5EF4-FFF2-40B4-BE49-F238E27FC236}">
                <a16:creationId xmlns:a16="http://schemas.microsoft.com/office/drawing/2014/main" id="{0BB3D934-8F6F-5B48-B9D3-831AE6AE38E8}"/>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1" name="Text Box 35">
            <a:extLst>
              <a:ext uri="{FF2B5EF4-FFF2-40B4-BE49-F238E27FC236}">
                <a16:creationId xmlns:a16="http://schemas.microsoft.com/office/drawing/2014/main" id="{0066326E-1B77-5647-A1CC-95FE885ED23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2" name="AutoShape 36">
            <a:extLst>
              <a:ext uri="{FF2B5EF4-FFF2-40B4-BE49-F238E27FC236}">
                <a16:creationId xmlns:a16="http://schemas.microsoft.com/office/drawing/2014/main" id="{057AA303-AEE1-D942-9913-185D618CDC4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13" name="Text Box 37">
            <a:extLst>
              <a:ext uri="{FF2B5EF4-FFF2-40B4-BE49-F238E27FC236}">
                <a16:creationId xmlns:a16="http://schemas.microsoft.com/office/drawing/2014/main" id="{9B45386D-F05C-9E4C-BE6E-0BC7C74E5197}"/>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4" name="Text Box 38">
            <a:extLst>
              <a:ext uri="{FF2B5EF4-FFF2-40B4-BE49-F238E27FC236}">
                <a16:creationId xmlns:a16="http://schemas.microsoft.com/office/drawing/2014/main" id="{C2BACC01-0A92-A64D-95F4-CE9BA035D2A1}"/>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40315" name="Group 40">
            <a:extLst>
              <a:ext uri="{FF2B5EF4-FFF2-40B4-BE49-F238E27FC236}">
                <a16:creationId xmlns:a16="http://schemas.microsoft.com/office/drawing/2014/main" id="{535D50C3-12AC-4342-A1EF-2A501C376A96}"/>
              </a:ext>
            </a:extLst>
          </p:cNvPr>
          <p:cNvGrpSpPr>
            <a:grpSpLocks/>
          </p:cNvGrpSpPr>
          <p:nvPr/>
        </p:nvGrpSpPr>
        <p:grpSpPr bwMode="auto">
          <a:xfrm>
            <a:off x="7258050" y="1815704"/>
            <a:ext cx="514350" cy="1085850"/>
            <a:chOff x="672" y="528"/>
            <a:chExt cx="432" cy="912"/>
          </a:xfrm>
        </p:grpSpPr>
        <p:sp>
          <p:nvSpPr>
            <p:cNvPr id="140354" name="AutoShape 41">
              <a:extLst>
                <a:ext uri="{FF2B5EF4-FFF2-40B4-BE49-F238E27FC236}">
                  <a16:creationId xmlns:a16="http://schemas.microsoft.com/office/drawing/2014/main" id="{BCA4043E-B0FB-F84B-AB26-548B84EFE75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5" name="AutoShape 42">
              <a:extLst>
                <a:ext uri="{FF2B5EF4-FFF2-40B4-BE49-F238E27FC236}">
                  <a16:creationId xmlns:a16="http://schemas.microsoft.com/office/drawing/2014/main" id="{98B3A3A9-2ACF-9D4C-8415-66A0FCEC7B5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6" name="AutoShape 43">
              <a:extLst>
                <a:ext uri="{FF2B5EF4-FFF2-40B4-BE49-F238E27FC236}">
                  <a16:creationId xmlns:a16="http://schemas.microsoft.com/office/drawing/2014/main" id="{267BB679-F4AC-F74E-B7CD-D8B95531FCD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16" name="Text Box 44">
            <a:extLst>
              <a:ext uri="{FF2B5EF4-FFF2-40B4-BE49-F238E27FC236}">
                <a16:creationId xmlns:a16="http://schemas.microsoft.com/office/drawing/2014/main" id="{2C7123FE-DCA8-414E-A739-E07A431350E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7" name="Text Box 45">
            <a:extLst>
              <a:ext uri="{FF2B5EF4-FFF2-40B4-BE49-F238E27FC236}">
                <a16:creationId xmlns:a16="http://schemas.microsoft.com/office/drawing/2014/main" id="{6AAF9E28-6060-8D45-9CD2-A7B7993AE7C6}"/>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8" name="Text Box 46">
            <a:extLst>
              <a:ext uri="{FF2B5EF4-FFF2-40B4-BE49-F238E27FC236}">
                <a16:creationId xmlns:a16="http://schemas.microsoft.com/office/drawing/2014/main" id="{43D9E9BE-4D9A-8448-AD06-287ED9228F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9" name="Line 47">
            <a:extLst>
              <a:ext uri="{FF2B5EF4-FFF2-40B4-BE49-F238E27FC236}">
                <a16:creationId xmlns:a16="http://schemas.microsoft.com/office/drawing/2014/main" id="{B5096D20-282D-C646-9998-5F2D4A0D600A}"/>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0" name="AutoShape 48">
            <a:extLst>
              <a:ext uri="{FF2B5EF4-FFF2-40B4-BE49-F238E27FC236}">
                <a16:creationId xmlns:a16="http://schemas.microsoft.com/office/drawing/2014/main" id="{3B5325E7-9B08-7B46-876B-B1C7C26BB91A}"/>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21" name="Line 49">
            <a:extLst>
              <a:ext uri="{FF2B5EF4-FFF2-40B4-BE49-F238E27FC236}">
                <a16:creationId xmlns:a16="http://schemas.microsoft.com/office/drawing/2014/main" id="{FCCBE764-4A6D-084E-A52D-B674324F92E5}"/>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2" name="Text Box 50">
            <a:extLst>
              <a:ext uri="{FF2B5EF4-FFF2-40B4-BE49-F238E27FC236}">
                <a16:creationId xmlns:a16="http://schemas.microsoft.com/office/drawing/2014/main" id="{19F94889-AF7F-DD4E-BC6C-713735702B1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23" name="Line 51">
            <a:extLst>
              <a:ext uri="{FF2B5EF4-FFF2-40B4-BE49-F238E27FC236}">
                <a16:creationId xmlns:a16="http://schemas.microsoft.com/office/drawing/2014/main" id="{C343E7FD-01CA-E54C-AC6C-63C731E7211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4" name="Freeform 52">
            <a:extLst>
              <a:ext uri="{FF2B5EF4-FFF2-40B4-BE49-F238E27FC236}">
                <a16:creationId xmlns:a16="http://schemas.microsoft.com/office/drawing/2014/main" id="{D361A25C-7BB7-F54A-981B-FEC68369552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5" name="Freeform 53">
            <a:extLst>
              <a:ext uri="{FF2B5EF4-FFF2-40B4-BE49-F238E27FC236}">
                <a16:creationId xmlns:a16="http://schemas.microsoft.com/office/drawing/2014/main" id="{C45604B6-6E00-0348-A7D2-4451DCD63CA4}"/>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6" name="Text Box 54">
            <a:extLst>
              <a:ext uri="{FF2B5EF4-FFF2-40B4-BE49-F238E27FC236}">
                <a16:creationId xmlns:a16="http://schemas.microsoft.com/office/drawing/2014/main" id="{934B3016-8E02-204D-A5FE-7D491AC09E26}"/>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40327" name="Group 55">
            <a:extLst>
              <a:ext uri="{FF2B5EF4-FFF2-40B4-BE49-F238E27FC236}">
                <a16:creationId xmlns:a16="http://schemas.microsoft.com/office/drawing/2014/main" id="{2FBF797F-FF0E-9B42-9DB3-844006A2FEAF}"/>
              </a:ext>
            </a:extLst>
          </p:cNvPr>
          <p:cNvGrpSpPr>
            <a:grpSpLocks/>
          </p:cNvGrpSpPr>
          <p:nvPr/>
        </p:nvGrpSpPr>
        <p:grpSpPr bwMode="auto">
          <a:xfrm>
            <a:off x="2000250" y="2365772"/>
            <a:ext cx="1085850" cy="285750"/>
            <a:chOff x="1632" y="2688"/>
            <a:chExt cx="912" cy="240"/>
          </a:xfrm>
        </p:grpSpPr>
        <p:sp>
          <p:nvSpPr>
            <p:cNvPr id="140352" name="Rectangle 56">
              <a:extLst>
                <a:ext uri="{FF2B5EF4-FFF2-40B4-BE49-F238E27FC236}">
                  <a16:creationId xmlns:a16="http://schemas.microsoft.com/office/drawing/2014/main" id="{5EC59CDB-2963-2044-9B4F-05E3685449E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3" name="AutoShape 57">
              <a:extLst>
                <a:ext uri="{FF2B5EF4-FFF2-40B4-BE49-F238E27FC236}">
                  <a16:creationId xmlns:a16="http://schemas.microsoft.com/office/drawing/2014/main" id="{AB5E3011-45AF-5047-AA14-1AFCC13DA4C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8" name="Group 58">
            <a:extLst>
              <a:ext uri="{FF2B5EF4-FFF2-40B4-BE49-F238E27FC236}">
                <a16:creationId xmlns:a16="http://schemas.microsoft.com/office/drawing/2014/main" id="{D2D2FC0F-E759-574B-BD2E-B1ECBA1472E7}"/>
              </a:ext>
            </a:extLst>
          </p:cNvPr>
          <p:cNvGrpSpPr>
            <a:grpSpLocks/>
          </p:cNvGrpSpPr>
          <p:nvPr/>
        </p:nvGrpSpPr>
        <p:grpSpPr bwMode="auto">
          <a:xfrm>
            <a:off x="3943350" y="2365772"/>
            <a:ext cx="1085850" cy="285750"/>
            <a:chOff x="1632" y="2688"/>
            <a:chExt cx="912" cy="240"/>
          </a:xfrm>
        </p:grpSpPr>
        <p:sp>
          <p:nvSpPr>
            <p:cNvPr id="140350" name="Rectangle 59">
              <a:extLst>
                <a:ext uri="{FF2B5EF4-FFF2-40B4-BE49-F238E27FC236}">
                  <a16:creationId xmlns:a16="http://schemas.microsoft.com/office/drawing/2014/main" id="{6AA3E9A0-83F3-AE40-8868-0CD1968DD4F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1" name="AutoShape 60">
              <a:extLst>
                <a:ext uri="{FF2B5EF4-FFF2-40B4-BE49-F238E27FC236}">
                  <a16:creationId xmlns:a16="http://schemas.microsoft.com/office/drawing/2014/main" id="{A105F68C-708F-804A-B5CB-3C50395BB34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9" name="Group 61">
            <a:extLst>
              <a:ext uri="{FF2B5EF4-FFF2-40B4-BE49-F238E27FC236}">
                <a16:creationId xmlns:a16="http://schemas.microsoft.com/office/drawing/2014/main" id="{6CD9F87E-9417-BC46-A284-23626742EA63}"/>
              </a:ext>
            </a:extLst>
          </p:cNvPr>
          <p:cNvGrpSpPr>
            <a:grpSpLocks/>
          </p:cNvGrpSpPr>
          <p:nvPr/>
        </p:nvGrpSpPr>
        <p:grpSpPr bwMode="auto">
          <a:xfrm>
            <a:off x="6000750" y="2365772"/>
            <a:ext cx="1085850" cy="285750"/>
            <a:chOff x="1632" y="2688"/>
            <a:chExt cx="912" cy="240"/>
          </a:xfrm>
        </p:grpSpPr>
        <p:sp>
          <p:nvSpPr>
            <p:cNvPr id="140348" name="Rectangle 62">
              <a:extLst>
                <a:ext uri="{FF2B5EF4-FFF2-40B4-BE49-F238E27FC236}">
                  <a16:creationId xmlns:a16="http://schemas.microsoft.com/office/drawing/2014/main" id="{2B95AC0F-6526-5F4C-B290-62D256F4159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9" name="AutoShape 63">
              <a:extLst>
                <a:ext uri="{FF2B5EF4-FFF2-40B4-BE49-F238E27FC236}">
                  <a16:creationId xmlns:a16="http://schemas.microsoft.com/office/drawing/2014/main" id="{727BF901-8251-B64F-881F-704E9B57645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0" name="Group 82">
            <a:extLst>
              <a:ext uri="{FF2B5EF4-FFF2-40B4-BE49-F238E27FC236}">
                <a16:creationId xmlns:a16="http://schemas.microsoft.com/office/drawing/2014/main" id="{8431D44A-FADD-814E-9C17-5504F4C810FB}"/>
              </a:ext>
            </a:extLst>
          </p:cNvPr>
          <p:cNvGrpSpPr>
            <a:grpSpLocks/>
          </p:cNvGrpSpPr>
          <p:nvPr/>
        </p:nvGrpSpPr>
        <p:grpSpPr bwMode="auto">
          <a:xfrm>
            <a:off x="1600200" y="4194571"/>
            <a:ext cx="5829300" cy="619124"/>
            <a:chOff x="384" y="3523"/>
            <a:chExt cx="4896" cy="520"/>
          </a:xfrm>
        </p:grpSpPr>
        <p:sp>
          <p:nvSpPr>
            <p:cNvPr id="140336" name="Text Box 39">
              <a:extLst>
                <a:ext uri="{FF2B5EF4-FFF2-40B4-BE49-F238E27FC236}">
                  <a16:creationId xmlns:a16="http://schemas.microsoft.com/office/drawing/2014/main" id="{B292D0A7-A1FA-B84A-8F29-8B827088BB4A}"/>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40337" name="Group 64">
              <a:extLst>
                <a:ext uri="{FF2B5EF4-FFF2-40B4-BE49-F238E27FC236}">
                  <a16:creationId xmlns:a16="http://schemas.microsoft.com/office/drawing/2014/main" id="{AE0F3834-02AB-C640-B132-150290CE98D7}"/>
                </a:ext>
              </a:extLst>
            </p:cNvPr>
            <p:cNvGrpSpPr>
              <a:grpSpLocks/>
            </p:cNvGrpSpPr>
            <p:nvPr/>
          </p:nvGrpSpPr>
          <p:grpSpPr bwMode="auto">
            <a:xfrm>
              <a:off x="384" y="3523"/>
              <a:ext cx="1248" cy="240"/>
              <a:chOff x="480" y="3120"/>
              <a:chExt cx="1248" cy="240"/>
            </a:xfrm>
          </p:grpSpPr>
          <p:sp>
            <p:nvSpPr>
              <p:cNvPr id="140346" name="Rectangle 65">
                <a:extLst>
                  <a:ext uri="{FF2B5EF4-FFF2-40B4-BE49-F238E27FC236}">
                    <a16:creationId xmlns:a16="http://schemas.microsoft.com/office/drawing/2014/main" id="{AC345BDB-81C9-D842-BE48-C41DBBF4851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40347" name="AutoShape 66">
                <a:extLst>
                  <a:ext uri="{FF2B5EF4-FFF2-40B4-BE49-F238E27FC236}">
                    <a16:creationId xmlns:a16="http://schemas.microsoft.com/office/drawing/2014/main" id="{A2480B53-82FA-D44B-A222-5B80F7392100}"/>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8" name="Group 67">
              <a:extLst>
                <a:ext uri="{FF2B5EF4-FFF2-40B4-BE49-F238E27FC236}">
                  <a16:creationId xmlns:a16="http://schemas.microsoft.com/office/drawing/2014/main" id="{4C3D3CDA-AE54-F143-97C8-005B1363F3E4}"/>
                </a:ext>
              </a:extLst>
            </p:cNvPr>
            <p:cNvGrpSpPr>
              <a:grpSpLocks/>
            </p:cNvGrpSpPr>
            <p:nvPr/>
          </p:nvGrpSpPr>
          <p:grpSpPr bwMode="auto">
            <a:xfrm>
              <a:off x="2208" y="3523"/>
              <a:ext cx="1248" cy="240"/>
              <a:chOff x="480" y="3120"/>
              <a:chExt cx="1248" cy="240"/>
            </a:xfrm>
          </p:grpSpPr>
          <p:sp>
            <p:nvSpPr>
              <p:cNvPr id="140344" name="Rectangle 68">
                <a:extLst>
                  <a:ext uri="{FF2B5EF4-FFF2-40B4-BE49-F238E27FC236}">
                    <a16:creationId xmlns:a16="http://schemas.microsoft.com/office/drawing/2014/main" id="{C120F0F8-B27D-D74B-93D8-4406E416B94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40345" name="AutoShape 69">
                <a:extLst>
                  <a:ext uri="{FF2B5EF4-FFF2-40B4-BE49-F238E27FC236}">
                    <a16:creationId xmlns:a16="http://schemas.microsoft.com/office/drawing/2014/main" id="{461DEC50-B947-D844-A921-119C0B4578E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9" name="Group 70">
              <a:extLst>
                <a:ext uri="{FF2B5EF4-FFF2-40B4-BE49-F238E27FC236}">
                  <a16:creationId xmlns:a16="http://schemas.microsoft.com/office/drawing/2014/main" id="{D02073AF-D899-134C-ABFF-F2FA024CEA80}"/>
                </a:ext>
              </a:extLst>
            </p:cNvPr>
            <p:cNvGrpSpPr>
              <a:grpSpLocks/>
            </p:cNvGrpSpPr>
            <p:nvPr/>
          </p:nvGrpSpPr>
          <p:grpSpPr bwMode="auto">
            <a:xfrm>
              <a:off x="4032" y="3523"/>
              <a:ext cx="1248" cy="240"/>
              <a:chOff x="480" y="3120"/>
              <a:chExt cx="1248" cy="240"/>
            </a:xfrm>
          </p:grpSpPr>
          <p:sp>
            <p:nvSpPr>
              <p:cNvPr id="140342" name="Rectangle 71">
                <a:extLst>
                  <a:ext uri="{FF2B5EF4-FFF2-40B4-BE49-F238E27FC236}">
                    <a16:creationId xmlns:a16="http://schemas.microsoft.com/office/drawing/2014/main" id="{DC307D50-7994-3440-8428-A9B03DB08A98}"/>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3" name="AutoShape 72">
                <a:extLst>
                  <a:ext uri="{FF2B5EF4-FFF2-40B4-BE49-F238E27FC236}">
                    <a16:creationId xmlns:a16="http://schemas.microsoft.com/office/drawing/2014/main" id="{9366EA50-5FC5-DD4F-B579-B770BF8A3A34}"/>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40" name="Text Box 73">
              <a:extLst>
                <a:ext uri="{FF2B5EF4-FFF2-40B4-BE49-F238E27FC236}">
                  <a16:creationId xmlns:a16="http://schemas.microsoft.com/office/drawing/2014/main" id="{84E4F895-9BAE-734E-9BD3-75A69B9F13A8}"/>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40341" name="Text Box 74">
              <a:extLst>
                <a:ext uri="{FF2B5EF4-FFF2-40B4-BE49-F238E27FC236}">
                  <a16:creationId xmlns:a16="http://schemas.microsoft.com/office/drawing/2014/main" id="{F0075C65-D170-DA40-9784-A2B21D1664FE}"/>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40331" name="AutoShape 75">
            <a:extLst>
              <a:ext uri="{FF2B5EF4-FFF2-40B4-BE49-F238E27FC236}">
                <a16:creationId xmlns:a16="http://schemas.microsoft.com/office/drawing/2014/main" id="{AF35C821-320B-E04E-AB19-0120D648811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40332" name="Text Box 76">
            <a:extLst>
              <a:ext uri="{FF2B5EF4-FFF2-40B4-BE49-F238E27FC236}">
                <a16:creationId xmlns:a16="http://schemas.microsoft.com/office/drawing/2014/main" id="{023D6776-E469-8A4F-9CBF-C31A0FB7270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40333" name="Rectangle 80">
            <a:extLst>
              <a:ext uri="{FF2B5EF4-FFF2-40B4-BE49-F238E27FC236}">
                <a16:creationId xmlns:a16="http://schemas.microsoft.com/office/drawing/2014/main" id="{662F0511-0A32-3B4A-88BD-ECEF4D43B800}"/>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34" name="Text Box 81">
            <a:extLst>
              <a:ext uri="{FF2B5EF4-FFF2-40B4-BE49-F238E27FC236}">
                <a16:creationId xmlns:a16="http://schemas.microsoft.com/office/drawing/2014/main" id="{32FDFAE5-93C5-2640-A8E3-10970051B737}"/>
              </a:ext>
            </a:extLst>
          </p:cNvPr>
          <p:cNvSpPr txBox="1">
            <a:spLocks noChangeArrowheads="1"/>
          </p:cNvSpPr>
          <p:nvPr/>
        </p:nvSpPr>
        <p:spPr bwMode="auto">
          <a:xfrm>
            <a:off x="1897891" y="-20241"/>
            <a:ext cx="5376793" cy="148380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层抽象的互联网屏蔽了下层很复杂的细节</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在抽象的网络层上讨论问题，就能够使用</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统一的、抽象的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研究主机和主机或主机和路由器之间的通信 </a:t>
            </a:r>
          </a:p>
        </p:txBody>
      </p:sp>
      <p:sp>
        <p:nvSpPr>
          <p:cNvPr id="140335" name="幻灯片编号占位符 1">
            <a:extLst>
              <a:ext uri="{FF2B5EF4-FFF2-40B4-BE49-F238E27FC236}">
                <a16:creationId xmlns:a16="http://schemas.microsoft.com/office/drawing/2014/main" id="{9EDD043E-1CB1-1C47-98D6-D2E9100ED7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EC79D6-05BB-3A46-9C4E-DF6D0F34300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1277000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Rectangle 2">
            <a:extLst>
              <a:ext uri="{FF2B5EF4-FFF2-40B4-BE49-F238E27FC236}">
                <a16:creationId xmlns:a16="http://schemas.microsoft.com/office/drawing/2014/main" id="{57136302-FA1B-5F47-93D2-089106E79C40}"/>
              </a:ext>
            </a:extLst>
          </p:cNvPr>
          <p:cNvSpPr>
            <a:spLocks noGrp="1" noChangeArrowheads="1"/>
          </p:cNvSpPr>
          <p:nvPr>
            <p:ph type="title"/>
          </p:nvPr>
        </p:nvSpPr>
        <p:spPr>
          <a:xfrm>
            <a:off x="160022" y="273844"/>
            <a:ext cx="6967060" cy="683419"/>
          </a:xfrm>
        </p:spPr>
        <p:txBody>
          <a:bodyPr/>
          <a:lstStyle/>
          <a:p>
            <a:pPr eaLnBrk="1" hangingPunct="1"/>
            <a:r>
              <a:rPr lang="en-US" altLang="zh-CN" dirty="0">
                <a:latin typeface="Times New Roman" panose="02020603050405020304" pitchFamily="18" charset="0"/>
                <a:ea typeface="宋体" panose="02010600030101010101" pitchFamily="2" charset="-122"/>
              </a:rPr>
              <a:t>4.2.4  </a:t>
            </a:r>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142338" name="Line 16">
            <a:extLst>
              <a:ext uri="{FF2B5EF4-FFF2-40B4-BE49-F238E27FC236}">
                <a16:creationId xmlns:a16="http://schemas.microsoft.com/office/drawing/2014/main" id="{982EDF65-8E16-414C-8FEB-442110273217}"/>
              </a:ext>
            </a:extLst>
          </p:cNvPr>
          <p:cNvSpPr>
            <a:spLocks noChangeShapeType="1"/>
          </p:cNvSpPr>
          <p:nvPr/>
        </p:nvSpPr>
        <p:spPr bwMode="auto">
          <a:xfrm>
            <a:off x="2141935" y="1707357"/>
            <a:ext cx="0" cy="1674019"/>
          </a:xfrm>
          <a:prstGeom prst="line">
            <a:avLst/>
          </a:prstGeom>
          <a:noFill/>
          <a:ln w="19050">
            <a:solidFill>
              <a:srgbClr val="0000CC"/>
            </a:solidFill>
            <a:round/>
            <a:headEnd type="triangle" w="sm" len="lg"/>
            <a:tailEnd type="triangle" w="sm" len="lg"/>
          </a:ln>
          <a:extLst>
            <a:ext uri="{909E8E84-426E-40DD-AFC4-6F175D3DCCD1}">
              <a14:hiddenFill xmlns:a14="http://schemas.microsoft.com/office/drawing/2010/main">
                <a:noFill/>
              </a14:hiddenFill>
            </a:ext>
          </a:extLst>
        </p:spPr>
        <p:txBody>
          <a:bodyPr/>
          <a:lstStyle/>
          <a:p>
            <a:endParaRPr lang="zh-CN" altLang="en-US"/>
          </a:p>
        </p:txBody>
      </p:sp>
      <p:sp>
        <p:nvSpPr>
          <p:cNvPr id="142339" name="Text Box 17">
            <a:extLst>
              <a:ext uri="{FF2B5EF4-FFF2-40B4-BE49-F238E27FC236}">
                <a16:creationId xmlns:a16="http://schemas.microsoft.com/office/drawing/2014/main" id="{CFB78A11-5BD4-EE48-9BC1-F2FA44A8A3F3}"/>
              </a:ext>
            </a:extLst>
          </p:cNvPr>
          <p:cNvSpPr txBox="1">
            <a:spLocks noChangeArrowheads="1"/>
          </p:cNvSpPr>
          <p:nvPr/>
        </p:nvSpPr>
        <p:spPr bwMode="auto">
          <a:xfrm>
            <a:off x="1656160" y="2309812"/>
            <a:ext cx="992579" cy="41549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网络层</a:t>
            </a:r>
          </a:p>
        </p:txBody>
      </p:sp>
      <p:sp>
        <p:nvSpPr>
          <p:cNvPr id="142340" name="Rectangle 18">
            <a:extLst>
              <a:ext uri="{FF2B5EF4-FFF2-40B4-BE49-F238E27FC236}">
                <a16:creationId xmlns:a16="http://schemas.microsoft.com/office/drawing/2014/main" id="{F8B69F89-98E4-E248-AC1C-A437A797F657}"/>
              </a:ext>
            </a:extLst>
          </p:cNvPr>
          <p:cNvSpPr>
            <a:spLocks noChangeArrowheads="1"/>
          </p:cNvSpPr>
          <p:nvPr/>
        </p:nvSpPr>
        <p:spPr bwMode="auto">
          <a:xfrm>
            <a:off x="2574132" y="1707357"/>
            <a:ext cx="4536281" cy="16740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solidFill>
                  <a:srgbClr val="0000CC"/>
                </a:solidFill>
                <a:latin typeface="Tahoma" panose="020B0604030504040204" pitchFamily="34" charset="0"/>
                <a:ea typeface="宋体" panose="02010600030101010101" pitchFamily="2" charset="-122"/>
                <a:cs typeface="黑体" panose="02010609060101010101" pitchFamily="49" charset="-122"/>
              </a:rPr>
              <a:t>ARP</a:t>
            </a:r>
          </a:p>
          <a:p>
            <a:pPr algn="ctr" eaLnBrk="1" hangingPunct="1">
              <a:spcBef>
                <a:spcPct val="0"/>
              </a:spcBef>
              <a:buClrTx/>
              <a:buSzTx/>
              <a:buFontTx/>
              <a:buNone/>
            </a:pPr>
            <a:endParaRPr lang="en-US" altLang="zh-CN"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2341" name="Text Box 19">
            <a:extLst>
              <a:ext uri="{FF2B5EF4-FFF2-40B4-BE49-F238E27FC236}">
                <a16:creationId xmlns:a16="http://schemas.microsoft.com/office/drawing/2014/main" id="{FEAFF10C-3AF8-9E42-9BD4-1D0F14CD4E91}"/>
              </a:ext>
            </a:extLst>
          </p:cNvPr>
          <p:cNvSpPr txBox="1">
            <a:spLocks noChangeArrowheads="1"/>
          </p:cNvSpPr>
          <p:nvPr/>
        </p:nvSpPr>
        <p:spPr bwMode="auto">
          <a:xfrm>
            <a:off x="6092429" y="2099072"/>
            <a:ext cx="978153" cy="415498"/>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solidFill>
                  <a:srgbClr val="0000CC"/>
                </a:solidFill>
                <a:latin typeface="Arial" panose="020B0604020202020204" pitchFamily="34" charset="0"/>
                <a:ea typeface="宋体" panose="02010600030101010101" pitchFamily="2" charset="-122"/>
                <a:cs typeface="黑体" panose="02010609060101010101" pitchFamily="49" charset="-122"/>
              </a:rPr>
              <a:t>IP</a:t>
            </a:r>
            <a:r>
              <a:rPr lang="zh-CN" altLang="en-US" sz="2100">
                <a:solidFill>
                  <a:srgbClr val="0000CC"/>
                </a:solidFill>
                <a:latin typeface="Arial" panose="020B0604020202020204" pitchFamily="34" charset="0"/>
                <a:ea typeface="宋体" panose="02010600030101010101" pitchFamily="2" charset="-122"/>
                <a:cs typeface="黑体" panose="02010609060101010101" pitchFamily="49" charset="-122"/>
              </a:rPr>
              <a:t>地址</a:t>
            </a:r>
          </a:p>
        </p:txBody>
      </p:sp>
      <p:sp>
        <p:nvSpPr>
          <p:cNvPr id="142342" name="Text Box 20">
            <a:extLst>
              <a:ext uri="{FF2B5EF4-FFF2-40B4-BE49-F238E27FC236}">
                <a16:creationId xmlns:a16="http://schemas.microsoft.com/office/drawing/2014/main" id="{FC8FB8AA-E230-CA48-933D-AD39D44EB9FE}"/>
              </a:ext>
            </a:extLst>
          </p:cNvPr>
          <p:cNvSpPr txBox="1">
            <a:spLocks noChangeArrowheads="1"/>
          </p:cNvSpPr>
          <p:nvPr/>
        </p:nvSpPr>
        <p:spPr bwMode="auto">
          <a:xfrm>
            <a:off x="5922169" y="3856435"/>
            <a:ext cx="126188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硬件地址</a:t>
            </a:r>
          </a:p>
        </p:txBody>
      </p:sp>
      <p:sp>
        <p:nvSpPr>
          <p:cNvPr id="377878" name="Rectangle 22">
            <a:extLst>
              <a:ext uri="{FF2B5EF4-FFF2-40B4-BE49-F238E27FC236}">
                <a16:creationId xmlns:a16="http://schemas.microsoft.com/office/drawing/2014/main" id="{938BB019-D866-264D-8ADC-812DF6B0FB05}"/>
              </a:ext>
            </a:extLst>
          </p:cNvPr>
          <p:cNvSpPr>
            <a:spLocks noChangeArrowheads="1"/>
          </p:cNvSpPr>
          <p:nvPr/>
        </p:nvSpPr>
        <p:spPr bwMode="auto">
          <a:xfrm>
            <a:off x="3977879" y="2085975"/>
            <a:ext cx="1835944" cy="846535"/>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a:solidFill>
                  <a:srgbClr val="0000CC"/>
                </a:solidFill>
                <a:latin typeface="Arial" charset="0"/>
                <a:ea typeface="宋体" charset="-122"/>
                <a:cs typeface="+mn-cs"/>
              </a:rPr>
              <a:t>IP</a:t>
            </a:r>
          </a:p>
        </p:txBody>
      </p:sp>
      <p:sp>
        <p:nvSpPr>
          <p:cNvPr id="377880" name="Rectangle 24">
            <a:extLst>
              <a:ext uri="{FF2B5EF4-FFF2-40B4-BE49-F238E27FC236}">
                <a16:creationId xmlns:a16="http://schemas.microsoft.com/office/drawing/2014/main" id="{FDCFCE9B-37E6-BD40-9DC7-EAFD84611BF6}"/>
              </a:ext>
            </a:extLst>
          </p:cNvPr>
          <p:cNvSpPr>
            <a:spLocks noChangeArrowheads="1"/>
          </p:cNvSpPr>
          <p:nvPr/>
        </p:nvSpPr>
        <p:spPr bwMode="auto">
          <a:xfrm>
            <a:off x="3331369"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IGMP</a:t>
            </a:r>
          </a:p>
        </p:txBody>
      </p:sp>
      <p:sp>
        <p:nvSpPr>
          <p:cNvPr id="142345" name="Freeform 25">
            <a:extLst>
              <a:ext uri="{FF2B5EF4-FFF2-40B4-BE49-F238E27FC236}">
                <a16:creationId xmlns:a16="http://schemas.microsoft.com/office/drawing/2014/main" id="{874E58C1-20DB-4B4A-BD7D-D66CC3E6EC69}"/>
              </a:ext>
            </a:extLst>
          </p:cNvPr>
          <p:cNvSpPr>
            <a:spLocks/>
          </p:cNvSpPr>
          <p:nvPr/>
        </p:nvSpPr>
        <p:spPr bwMode="auto">
          <a:xfrm>
            <a:off x="5815012" y="2518172"/>
            <a:ext cx="701279" cy="594122"/>
          </a:xfrm>
          <a:custGeom>
            <a:avLst/>
            <a:gdLst>
              <a:gd name="T0" fmla="*/ 0 w 500"/>
              <a:gd name="T1" fmla="*/ 0 h 203"/>
              <a:gd name="T2" fmla="*/ 2147483646 w 500"/>
              <a:gd name="T3" fmla="*/ 0 h 203"/>
              <a:gd name="T4" fmla="*/ 2147483646 w 500"/>
              <a:gd name="T5" fmla="*/ 2147483646 h 203"/>
              <a:gd name="T6" fmla="*/ 0 60000 65536"/>
              <a:gd name="T7" fmla="*/ 0 60000 65536"/>
              <a:gd name="T8" fmla="*/ 0 60000 65536"/>
            </a:gdLst>
            <a:ahLst/>
            <a:cxnLst>
              <a:cxn ang="T6">
                <a:pos x="T0" y="T1"/>
              </a:cxn>
              <a:cxn ang="T7">
                <a:pos x="T2" y="T3"/>
              </a:cxn>
              <a:cxn ang="T8">
                <a:pos x="T4" y="T5"/>
              </a:cxn>
            </a:cxnLst>
            <a:rect l="0" t="0" r="r" b="b"/>
            <a:pathLst>
              <a:path w="500" h="203">
                <a:moveTo>
                  <a:pt x="0" y="0"/>
                </a:moveTo>
                <a:lnTo>
                  <a:pt x="497" y="0"/>
                </a:lnTo>
                <a:lnTo>
                  <a:pt x="500" y="203"/>
                </a:lnTo>
              </a:path>
            </a:pathLst>
          </a:custGeom>
          <a:solidFill>
            <a:srgbClr val="FFFF99"/>
          </a:solidFill>
          <a:ln w="57150" cmpd="sng">
            <a:solidFill>
              <a:schemeClr val="hlink"/>
            </a:solidFill>
            <a:round/>
            <a:headEnd type="none" w="med" len="med"/>
            <a:tailEnd type="triangle" w="med" len="med"/>
          </a:ln>
        </p:spPr>
        <p:txBody>
          <a:bodyPr/>
          <a:lstStyle/>
          <a:p>
            <a:endParaRPr lang="zh-CN" altLang="en-US"/>
          </a:p>
        </p:txBody>
      </p:sp>
      <p:sp>
        <p:nvSpPr>
          <p:cNvPr id="142346" name="Line 26">
            <a:extLst>
              <a:ext uri="{FF2B5EF4-FFF2-40B4-BE49-F238E27FC236}">
                <a16:creationId xmlns:a16="http://schemas.microsoft.com/office/drawing/2014/main" id="{0EB71857-7C14-F142-8CC0-FAF109BC9015}"/>
              </a:ext>
            </a:extLst>
          </p:cNvPr>
          <p:cNvSpPr>
            <a:spLocks noChangeShapeType="1"/>
          </p:cNvSpPr>
          <p:nvPr/>
        </p:nvSpPr>
        <p:spPr bwMode="auto">
          <a:xfrm>
            <a:off x="6516291" y="3327797"/>
            <a:ext cx="0" cy="594122"/>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7885" name="Rectangle 29">
            <a:extLst>
              <a:ext uri="{FF2B5EF4-FFF2-40B4-BE49-F238E27FC236}">
                <a16:creationId xmlns:a16="http://schemas.microsoft.com/office/drawing/2014/main" id="{3F36293A-0E80-BE40-B7D3-D7957C798BAA}"/>
              </a:ext>
            </a:extLst>
          </p:cNvPr>
          <p:cNvSpPr>
            <a:spLocks noChangeArrowheads="1"/>
          </p:cNvSpPr>
          <p:nvPr/>
        </p:nvSpPr>
        <p:spPr bwMode="auto">
          <a:xfrm>
            <a:off x="2736056"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ICMP</a:t>
            </a:r>
          </a:p>
        </p:txBody>
      </p:sp>
      <p:sp>
        <p:nvSpPr>
          <p:cNvPr id="377886" name="Rectangle 30">
            <a:extLst>
              <a:ext uri="{FF2B5EF4-FFF2-40B4-BE49-F238E27FC236}">
                <a16:creationId xmlns:a16="http://schemas.microsoft.com/office/drawing/2014/main" id="{F6D693CC-948E-0E4E-874B-038E9BC138B2}"/>
              </a:ext>
            </a:extLst>
          </p:cNvPr>
          <p:cNvSpPr>
            <a:spLocks noChangeArrowheads="1"/>
          </p:cNvSpPr>
          <p:nvPr/>
        </p:nvSpPr>
        <p:spPr bwMode="auto">
          <a:xfrm>
            <a:off x="6246019" y="3112294"/>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ARP</a:t>
            </a:r>
          </a:p>
        </p:txBody>
      </p:sp>
      <p:sp>
        <p:nvSpPr>
          <p:cNvPr id="142349" name="幻灯片编号占位符 1">
            <a:extLst>
              <a:ext uri="{FF2B5EF4-FFF2-40B4-BE49-F238E27FC236}">
                <a16:creationId xmlns:a16="http://schemas.microsoft.com/office/drawing/2014/main" id="{4D314902-FC9E-3248-ACFE-AC0BD472E5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ABAC723-C179-EB43-80ED-268C0FB36D5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540400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2">
            <a:extLst>
              <a:ext uri="{FF2B5EF4-FFF2-40B4-BE49-F238E27FC236}">
                <a16:creationId xmlns:a16="http://schemas.microsoft.com/office/drawing/2014/main" id="{10C2F488-FB90-6848-B7B0-46EEE89669D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974851" name="Rectangle 3">
            <a:extLst>
              <a:ext uri="{FF2B5EF4-FFF2-40B4-BE49-F238E27FC236}">
                <a16:creationId xmlns:a16="http://schemas.microsoft.com/office/drawing/2014/main" id="{65C74BF0-5DB4-0C43-9085-283CC717C19C}"/>
              </a:ext>
            </a:extLst>
          </p:cNvPr>
          <p:cNvSpPr>
            <a:spLocks noGrp="1" noChangeArrowheads="1"/>
          </p:cNvSpPr>
          <p:nvPr>
            <p:ph type="body" idx="1"/>
          </p:nvPr>
        </p:nvSpPr>
        <p:spPr>
          <a:xfrm>
            <a:off x="133563" y="1113235"/>
            <a:ext cx="8804953" cy="3564731"/>
          </a:xfrm>
        </p:spPr>
        <p:txBody>
          <a:bodyPr/>
          <a:lstStyle/>
          <a:p>
            <a:pPr eaLnBrk="1" hangingPunct="1">
              <a:lnSpc>
                <a:spcPct val="90000"/>
              </a:lnSpc>
            </a:pPr>
            <a:r>
              <a:rPr lang="zh-CN" altLang="en-US" sz="2100" dirty="0">
                <a:ea typeface="宋体" panose="02010600030101010101" pitchFamily="2" charset="-122"/>
              </a:rPr>
              <a:t>不管网络层使用的是什么协议，在实际网络的链路上传送数据帧时，</a:t>
            </a:r>
            <a:r>
              <a:rPr lang="zh-CN" altLang="en-US" sz="2100" dirty="0">
                <a:solidFill>
                  <a:srgbClr val="FF0000"/>
                </a:solidFill>
                <a:ea typeface="宋体" panose="02010600030101010101" pitchFamily="2" charset="-122"/>
              </a:rPr>
              <a:t>最终</a:t>
            </a:r>
            <a:r>
              <a:rPr lang="zh-CN" altLang="en-US" sz="2100" dirty="0">
                <a:ea typeface="宋体" panose="02010600030101010101" pitchFamily="2" charset="-122"/>
              </a:rPr>
              <a:t>还是必须</a:t>
            </a:r>
            <a:r>
              <a:rPr lang="zh-CN" altLang="en-US" sz="2100" dirty="0">
                <a:solidFill>
                  <a:srgbClr val="FF0000"/>
                </a:solidFill>
                <a:ea typeface="宋体" panose="02010600030101010101" pitchFamily="2" charset="-122"/>
              </a:rPr>
              <a:t>使用硬件地址</a:t>
            </a:r>
            <a:r>
              <a:rPr lang="zh-CN" altLang="en-US" sz="2100" dirty="0">
                <a:ea typeface="宋体" panose="02010600030101010101" pitchFamily="2" charset="-122"/>
              </a:rPr>
              <a:t>。 </a:t>
            </a:r>
          </a:p>
          <a:p>
            <a:pPr eaLnBrk="1" hangingPunct="1">
              <a:lnSpc>
                <a:spcPct val="90000"/>
              </a:lnSpc>
            </a:pPr>
            <a:r>
              <a:rPr lang="zh-CN" altLang="en-US" sz="2100" dirty="0">
                <a:ea typeface="宋体" panose="02010600030101010101" pitchFamily="2" charset="-122"/>
              </a:rPr>
              <a:t>每一个主机都设有一个 </a:t>
            </a:r>
            <a:r>
              <a:rPr lang="en-US" altLang="zh-CN" sz="2100" dirty="0">
                <a:ea typeface="宋体" panose="02010600030101010101" pitchFamily="2" charset="-122"/>
              </a:rPr>
              <a:t>ARP </a:t>
            </a:r>
            <a:r>
              <a:rPr lang="zh-CN" altLang="en-US" sz="2100" dirty="0">
                <a:ea typeface="宋体" panose="02010600030101010101" pitchFamily="2" charset="-122"/>
              </a:rPr>
              <a:t>高速缓存</a:t>
            </a:r>
            <a:r>
              <a:rPr lang="en-US" altLang="zh-CN" sz="2100" dirty="0">
                <a:ea typeface="宋体" panose="02010600030101010101" pitchFamily="2" charset="-122"/>
              </a:rPr>
              <a:t>(ARP cache)</a:t>
            </a:r>
            <a:r>
              <a:rPr lang="zh-CN" altLang="en-US" sz="2100" dirty="0">
                <a:ea typeface="宋体" panose="02010600030101010101" pitchFamily="2" charset="-122"/>
              </a:rPr>
              <a:t>，里面有所在的局域网上的各主机和路由器</a:t>
            </a:r>
            <a:r>
              <a:rPr lang="zh-CN" altLang="en-US" sz="2100" dirty="0">
                <a:solidFill>
                  <a:srgbClr val="FF0000"/>
                </a:solidFill>
                <a:ea typeface="宋体" panose="02010600030101010101" pitchFamily="2" charset="-122"/>
              </a:rPr>
              <a:t>的 </a:t>
            </a:r>
            <a:r>
              <a:rPr lang="en-US" altLang="zh-CN" sz="2100" dirty="0">
                <a:solidFill>
                  <a:srgbClr val="FF0000"/>
                </a:solidFill>
                <a:ea typeface="宋体" panose="02010600030101010101" pitchFamily="2" charset="-122"/>
              </a:rPr>
              <a:t>IP </a:t>
            </a:r>
            <a:r>
              <a:rPr lang="zh-CN" altLang="en-US" sz="2100" dirty="0">
                <a:solidFill>
                  <a:srgbClr val="FF0000"/>
                </a:solidFill>
                <a:ea typeface="宋体" panose="02010600030101010101" pitchFamily="2" charset="-122"/>
              </a:rPr>
              <a:t>地址到硬件地址的映射表</a:t>
            </a:r>
            <a:r>
              <a:rPr lang="zh-CN" altLang="en-US" sz="2100" dirty="0">
                <a:ea typeface="宋体" panose="02010600030101010101" pitchFamily="2" charset="-122"/>
              </a:rPr>
              <a:t>。</a:t>
            </a:r>
          </a:p>
          <a:p>
            <a:pPr eaLnBrk="1" hangingPunct="1">
              <a:lnSpc>
                <a:spcPct val="90000"/>
              </a:lnSpc>
            </a:pPr>
            <a:r>
              <a:rPr lang="zh-CN" altLang="en-US" sz="2100" dirty="0">
                <a:ea typeface="宋体" panose="02010600030101010101" pitchFamily="2" charset="-122"/>
              </a:rPr>
              <a:t>当主机 </a:t>
            </a:r>
            <a:r>
              <a:rPr lang="en-US" altLang="zh-CN" sz="2100" dirty="0">
                <a:ea typeface="宋体" panose="02010600030101010101" pitchFamily="2" charset="-122"/>
              </a:rPr>
              <a:t>A </a:t>
            </a:r>
            <a:r>
              <a:rPr lang="zh-CN" altLang="en-US" sz="2100" dirty="0">
                <a:ea typeface="宋体" panose="02010600030101010101" pitchFamily="2" charset="-122"/>
              </a:rPr>
              <a:t>欲向本局域网上的某个主机 </a:t>
            </a:r>
            <a:r>
              <a:rPr lang="en-US" altLang="zh-CN" sz="2100" dirty="0">
                <a:ea typeface="宋体" panose="02010600030101010101" pitchFamily="2" charset="-122"/>
              </a:rPr>
              <a:t>B </a:t>
            </a:r>
            <a:r>
              <a:rPr lang="zh-CN" altLang="en-US" sz="2100" dirty="0">
                <a:ea typeface="宋体" panose="02010600030101010101" pitchFamily="2" charset="-122"/>
              </a:rPr>
              <a:t>发送 </a:t>
            </a:r>
            <a:r>
              <a:rPr lang="en-US" altLang="zh-CN" sz="2100" dirty="0">
                <a:ea typeface="宋体" panose="02010600030101010101" pitchFamily="2" charset="-122"/>
              </a:rPr>
              <a:t>IP </a:t>
            </a:r>
            <a:r>
              <a:rPr lang="zh-CN" altLang="en-US" sz="2100" dirty="0">
                <a:ea typeface="宋体" panose="02010600030101010101" pitchFamily="2" charset="-122"/>
              </a:rPr>
              <a:t>数据报时，就先在其 </a:t>
            </a:r>
            <a:r>
              <a:rPr lang="en-US" altLang="zh-CN" sz="2100" dirty="0">
                <a:ea typeface="宋体" panose="02010600030101010101" pitchFamily="2" charset="-122"/>
              </a:rPr>
              <a:t>ARP </a:t>
            </a:r>
            <a:r>
              <a:rPr lang="zh-CN" altLang="en-US" sz="2100" dirty="0">
                <a:ea typeface="宋体" panose="02010600030101010101" pitchFamily="2" charset="-122"/>
              </a:rPr>
              <a:t>高速缓存中查看有无主机 </a:t>
            </a:r>
            <a:r>
              <a:rPr lang="en-US" altLang="zh-CN" sz="2100" dirty="0">
                <a:ea typeface="宋体" panose="02010600030101010101" pitchFamily="2" charset="-122"/>
              </a:rPr>
              <a:t>B </a:t>
            </a:r>
            <a:r>
              <a:rPr lang="zh-CN" altLang="en-US" sz="2100" dirty="0">
                <a:ea typeface="宋体" panose="02010600030101010101" pitchFamily="2" charset="-122"/>
              </a:rPr>
              <a:t>的 </a:t>
            </a:r>
            <a:r>
              <a:rPr lang="en-US" altLang="zh-CN" sz="2100" dirty="0">
                <a:ea typeface="宋体" panose="02010600030101010101" pitchFamily="2" charset="-122"/>
              </a:rPr>
              <a:t>IP </a:t>
            </a:r>
            <a:r>
              <a:rPr lang="zh-CN" altLang="en-US" sz="2100" dirty="0">
                <a:ea typeface="宋体" panose="02010600030101010101" pitchFamily="2" charset="-122"/>
              </a:rPr>
              <a:t>地址。如有，就可查出其对应的硬件地址，再将此硬件地址写入 </a:t>
            </a:r>
            <a:r>
              <a:rPr lang="en-US" altLang="zh-CN" sz="2100" dirty="0">
                <a:ea typeface="宋体" panose="02010600030101010101" pitchFamily="2" charset="-122"/>
              </a:rPr>
              <a:t>MAC </a:t>
            </a:r>
            <a:r>
              <a:rPr lang="zh-CN" altLang="en-US" sz="2100" dirty="0">
                <a:ea typeface="宋体" panose="02010600030101010101" pitchFamily="2" charset="-122"/>
              </a:rPr>
              <a:t>帧，然后通过局域网将该 </a:t>
            </a:r>
            <a:r>
              <a:rPr lang="en-US" altLang="zh-CN" sz="2100" dirty="0">
                <a:ea typeface="宋体" panose="02010600030101010101" pitchFamily="2" charset="-122"/>
              </a:rPr>
              <a:t>MAC </a:t>
            </a:r>
            <a:r>
              <a:rPr lang="zh-CN" altLang="en-US" sz="2100" dirty="0">
                <a:ea typeface="宋体" panose="02010600030101010101" pitchFamily="2" charset="-122"/>
              </a:rPr>
              <a:t>帧发往此硬件地址。 </a:t>
            </a:r>
            <a:endParaRPr lang="en-US" altLang="zh-CN" sz="2100" dirty="0">
              <a:ea typeface="宋体" panose="02010600030101010101" pitchFamily="2" charset="-122"/>
            </a:endParaRPr>
          </a:p>
          <a:p>
            <a:pPr eaLnBrk="1" hangingPunct="1">
              <a:lnSpc>
                <a:spcPct val="90000"/>
              </a:lnSpc>
            </a:pPr>
            <a:r>
              <a:rPr lang="zh-CN" altLang="en-US" sz="2100" dirty="0">
                <a:ea typeface="宋体" panose="02010600030101010101" pitchFamily="2" charset="-122"/>
              </a:rPr>
              <a:t>如果</a:t>
            </a:r>
            <a:r>
              <a:rPr lang="en-US" altLang="zh-CN" sz="2100" dirty="0">
                <a:ea typeface="宋体" panose="02010600030101010101" pitchFamily="2" charset="-122"/>
              </a:rPr>
              <a:t>ARP</a:t>
            </a:r>
            <a:r>
              <a:rPr lang="zh-CN" altLang="en-US" sz="2100" dirty="0">
                <a:ea typeface="宋体" panose="02010600030101010101" pitchFamily="2" charset="-122"/>
              </a:rPr>
              <a:t>缓存中没有目的主机的</a:t>
            </a:r>
            <a:r>
              <a:rPr lang="en-US" altLang="zh-CN" sz="2100" dirty="0">
                <a:ea typeface="宋体" panose="02010600030101010101" pitchFamily="2" charset="-122"/>
              </a:rPr>
              <a:t>MAC</a:t>
            </a:r>
            <a:r>
              <a:rPr lang="zh-CN" altLang="en-US" sz="2100" dirty="0">
                <a:ea typeface="宋体" panose="02010600030101010101" pitchFamily="2" charset="-122"/>
              </a:rPr>
              <a:t>地址怎么办？ </a:t>
            </a:r>
          </a:p>
        </p:txBody>
      </p:sp>
      <p:sp>
        <p:nvSpPr>
          <p:cNvPr id="144387" name="幻灯片编号占位符 1">
            <a:extLst>
              <a:ext uri="{FF2B5EF4-FFF2-40B4-BE49-F238E27FC236}">
                <a16:creationId xmlns:a16="http://schemas.microsoft.com/office/drawing/2014/main" id="{8ADA883C-B735-7E48-A3E6-2729A809150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4C70237-F90F-5841-A104-46473AEF97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645462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7485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6433" name="Rectangle 105">
            <a:extLst>
              <a:ext uri="{FF2B5EF4-FFF2-40B4-BE49-F238E27FC236}">
                <a16:creationId xmlns:a16="http://schemas.microsoft.com/office/drawing/2014/main" id="{159D4835-74F9-8840-8D80-D7770CED57CF}"/>
              </a:ext>
            </a:extLst>
          </p:cNvPr>
          <p:cNvSpPr>
            <a:spLocks noChangeArrowheads="1"/>
          </p:cNvSpPr>
          <p:nvPr/>
        </p:nvSpPr>
        <p:spPr bwMode="auto">
          <a:xfrm>
            <a:off x="1143000" y="0"/>
            <a:ext cx="6858000" cy="262532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34" name="Group 94">
            <a:extLst>
              <a:ext uri="{FF2B5EF4-FFF2-40B4-BE49-F238E27FC236}">
                <a16:creationId xmlns:a16="http://schemas.microsoft.com/office/drawing/2014/main" id="{CB8280C3-5B8C-7142-B050-89A3DFDFC2BE}"/>
              </a:ext>
            </a:extLst>
          </p:cNvPr>
          <p:cNvGrpSpPr>
            <a:grpSpLocks/>
          </p:cNvGrpSpPr>
          <p:nvPr/>
        </p:nvGrpSpPr>
        <p:grpSpPr bwMode="auto">
          <a:xfrm>
            <a:off x="3920729" y="3595687"/>
            <a:ext cx="1193006" cy="322660"/>
            <a:chOff x="249" y="663"/>
            <a:chExt cx="1002" cy="271"/>
          </a:xfrm>
        </p:grpSpPr>
        <p:sp>
          <p:nvSpPr>
            <p:cNvPr id="146495" name="AutoShape 95">
              <a:extLst>
                <a:ext uri="{FF2B5EF4-FFF2-40B4-BE49-F238E27FC236}">
                  <a16:creationId xmlns:a16="http://schemas.microsoft.com/office/drawing/2014/main" id="{ABE62B40-2524-2449-BE87-B24BEA85CD4D}"/>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232" name="Text Box 96">
              <a:extLst>
                <a:ext uri="{FF2B5EF4-FFF2-40B4-BE49-F238E27FC236}">
                  <a16:creationId xmlns:a16="http://schemas.microsoft.com/office/drawing/2014/main" id="{4BCA0A4D-FF7F-CD43-B1BF-F097F25C6B65}"/>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响应</a:t>
              </a:r>
            </a:p>
          </p:txBody>
        </p:sp>
      </p:grpSp>
      <p:sp>
        <p:nvSpPr>
          <p:cNvPr id="146435" name="Line 7">
            <a:extLst>
              <a:ext uri="{FF2B5EF4-FFF2-40B4-BE49-F238E27FC236}">
                <a16:creationId xmlns:a16="http://schemas.microsoft.com/office/drawing/2014/main" id="{60666A1E-3CEF-CB4F-ACB8-3DCF347F3A5E}"/>
              </a:ext>
            </a:extLst>
          </p:cNvPr>
          <p:cNvSpPr>
            <a:spLocks noChangeShapeType="1"/>
          </p:cNvSpPr>
          <p:nvPr/>
        </p:nvSpPr>
        <p:spPr bwMode="auto">
          <a:xfrm rot="5400000">
            <a:off x="24753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6" name="Line 8">
            <a:extLst>
              <a:ext uri="{FF2B5EF4-FFF2-40B4-BE49-F238E27FC236}">
                <a16:creationId xmlns:a16="http://schemas.microsoft.com/office/drawing/2014/main" id="{4185FC15-CB7E-F542-9EF2-61F76D85FFA4}"/>
              </a:ext>
            </a:extLst>
          </p:cNvPr>
          <p:cNvSpPr>
            <a:spLocks noChangeShapeType="1"/>
          </p:cNvSpPr>
          <p:nvPr/>
        </p:nvSpPr>
        <p:spPr bwMode="auto">
          <a:xfrm rot="5400000">
            <a:off x="3986808" y="1727002"/>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7" name="Line 9">
            <a:extLst>
              <a:ext uri="{FF2B5EF4-FFF2-40B4-BE49-F238E27FC236}">
                <a16:creationId xmlns:a16="http://schemas.microsoft.com/office/drawing/2014/main" id="{C2415C59-CD49-0848-BF25-7D25EE4973BF}"/>
              </a:ext>
            </a:extLst>
          </p:cNvPr>
          <p:cNvSpPr>
            <a:spLocks noChangeShapeType="1"/>
          </p:cNvSpPr>
          <p:nvPr/>
        </p:nvSpPr>
        <p:spPr bwMode="auto">
          <a:xfrm rot="5400000">
            <a:off x="5286376"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8" name="Line 10">
            <a:extLst>
              <a:ext uri="{FF2B5EF4-FFF2-40B4-BE49-F238E27FC236}">
                <a16:creationId xmlns:a16="http://schemas.microsoft.com/office/drawing/2014/main" id="{3FC2DE06-BA85-4C4B-87A5-2ADC1AEA0236}"/>
              </a:ext>
            </a:extLst>
          </p:cNvPr>
          <p:cNvSpPr>
            <a:spLocks noChangeShapeType="1"/>
          </p:cNvSpPr>
          <p:nvPr/>
        </p:nvSpPr>
        <p:spPr bwMode="auto">
          <a:xfrm rot="5400000">
            <a:off x="68187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9" name="Line 11">
            <a:extLst>
              <a:ext uri="{FF2B5EF4-FFF2-40B4-BE49-F238E27FC236}">
                <a16:creationId xmlns:a16="http://schemas.microsoft.com/office/drawing/2014/main" id="{6A0BF76C-F478-6245-995D-374CD48A9C4D}"/>
              </a:ext>
            </a:extLst>
          </p:cNvPr>
          <p:cNvSpPr>
            <a:spLocks noChangeShapeType="1"/>
          </p:cNvSpPr>
          <p:nvPr/>
        </p:nvSpPr>
        <p:spPr bwMode="auto">
          <a:xfrm rot="5400000">
            <a:off x="1494235"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40" name="Picture 12">
            <a:extLst>
              <a:ext uri="{FF2B5EF4-FFF2-40B4-BE49-F238E27FC236}">
                <a16:creationId xmlns:a16="http://schemas.microsoft.com/office/drawing/2014/main" id="{08A08BB8-28A8-304A-B2FF-F58AFFFE28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844278"/>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1" name="Picture 13">
            <a:extLst>
              <a:ext uri="{FF2B5EF4-FFF2-40B4-BE49-F238E27FC236}">
                <a16:creationId xmlns:a16="http://schemas.microsoft.com/office/drawing/2014/main" id="{287088CD-25E3-C84D-86DC-74F22CAE1A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1844278"/>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2" name="Picture 14">
            <a:extLst>
              <a:ext uri="{FF2B5EF4-FFF2-40B4-BE49-F238E27FC236}">
                <a16:creationId xmlns:a16="http://schemas.microsoft.com/office/drawing/2014/main" id="{1F03D260-6435-4746-97AA-2CF61A6A21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14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3" name="Picture 15">
            <a:extLst>
              <a:ext uri="{FF2B5EF4-FFF2-40B4-BE49-F238E27FC236}">
                <a16:creationId xmlns:a16="http://schemas.microsoft.com/office/drawing/2014/main" id="{DB2D22DE-97AB-3340-B692-CCED631591C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919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44" name="Line 16">
            <a:extLst>
              <a:ext uri="{FF2B5EF4-FFF2-40B4-BE49-F238E27FC236}">
                <a16:creationId xmlns:a16="http://schemas.microsoft.com/office/drawing/2014/main" id="{FF2DB3C4-81CC-524A-88A7-3B465ECD5AE4}"/>
              </a:ext>
            </a:extLst>
          </p:cNvPr>
          <p:cNvSpPr>
            <a:spLocks noChangeShapeType="1"/>
          </p:cNvSpPr>
          <p:nvPr/>
        </p:nvSpPr>
        <p:spPr bwMode="auto">
          <a:xfrm>
            <a:off x="1143000" y="1513285"/>
            <a:ext cx="6437710" cy="1547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45" name="Text Box 17">
            <a:extLst>
              <a:ext uri="{FF2B5EF4-FFF2-40B4-BE49-F238E27FC236}">
                <a16:creationId xmlns:a16="http://schemas.microsoft.com/office/drawing/2014/main" id="{2CD18A4F-FBE2-BF49-AAE0-BF8D71BBE571}"/>
              </a:ext>
            </a:extLst>
          </p:cNvPr>
          <p:cNvSpPr txBox="1">
            <a:spLocks noChangeArrowheads="1"/>
          </p:cNvSpPr>
          <p:nvPr/>
        </p:nvSpPr>
        <p:spPr bwMode="auto">
          <a:xfrm>
            <a:off x="2844403"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46" name="Text Box 18">
            <a:extLst>
              <a:ext uri="{FF2B5EF4-FFF2-40B4-BE49-F238E27FC236}">
                <a16:creationId xmlns:a16="http://schemas.microsoft.com/office/drawing/2014/main" id="{DE4AD1C9-0761-F848-BF4F-6F7A474076D4}"/>
              </a:ext>
            </a:extLst>
          </p:cNvPr>
          <p:cNvSpPr txBox="1">
            <a:spLocks noChangeArrowheads="1"/>
          </p:cNvSpPr>
          <p:nvPr/>
        </p:nvSpPr>
        <p:spPr bwMode="auto">
          <a:xfrm>
            <a:off x="4336256"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47" name="Text Box 19">
            <a:extLst>
              <a:ext uri="{FF2B5EF4-FFF2-40B4-BE49-F238E27FC236}">
                <a16:creationId xmlns:a16="http://schemas.microsoft.com/office/drawing/2014/main" id="{64642F59-C28E-8C4D-8A11-82DEDD9B35C4}"/>
              </a:ext>
            </a:extLst>
          </p:cNvPr>
          <p:cNvSpPr txBox="1">
            <a:spLocks noChangeArrowheads="1"/>
          </p:cNvSpPr>
          <p:nvPr/>
        </p:nvSpPr>
        <p:spPr bwMode="auto">
          <a:xfrm>
            <a:off x="1849041"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48" name="Text Box 20">
            <a:extLst>
              <a:ext uri="{FF2B5EF4-FFF2-40B4-BE49-F238E27FC236}">
                <a16:creationId xmlns:a16="http://schemas.microsoft.com/office/drawing/2014/main" id="{5E8F9BA1-FC56-9440-B65C-EDD0BF1B92E5}"/>
              </a:ext>
            </a:extLst>
          </p:cNvPr>
          <p:cNvSpPr txBox="1">
            <a:spLocks noChangeArrowheads="1"/>
          </p:cNvSpPr>
          <p:nvPr/>
        </p:nvSpPr>
        <p:spPr bwMode="auto">
          <a:xfrm>
            <a:off x="5641181"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49" name="Text Box 21">
            <a:extLst>
              <a:ext uri="{FF2B5EF4-FFF2-40B4-BE49-F238E27FC236}">
                <a16:creationId xmlns:a16="http://schemas.microsoft.com/office/drawing/2014/main" id="{34572DDD-CD49-D546-90B8-11CF4CEB0758}"/>
              </a:ext>
            </a:extLst>
          </p:cNvPr>
          <p:cNvSpPr txBox="1">
            <a:spLocks noChangeArrowheads="1"/>
          </p:cNvSpPr>
          <p:nvPr/>
        </p:nvSpPr>
        <p:spPr bwMode="auto">
          <a:xfrm>
            <a:off x="7178278" y="1803798"/>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219181" name="Text Box 45">
            <a:extLst>
              <a:ext uri="{FF2B5EF4-FFF2-40B4-BE49-F238E27FC236}">
                <a16:creationId xmlns:a16="http://schemas.microsoft.com/office/drawing/2014/main" id="{717254A6-5EC5-E441-8AC5-E4774C11AEDE}"/>
              </a:ext>
            </a:extLst>
          </p:cNvPr>
          <p:cNvSpPr txBox="1">
            <a:spLocks noChangeArrowheads="1"/>
          </p:cNvSpPr>
          <p:nvPr/>
        </p:nvSpPr>
        <p:spPr bwMode="auto">
          <a:xfrm>
            <a:off x="1743696" y="2842023"/>
            <a:ext cx="1877566"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B </a:t>
            </a:r>
            <a:r>
              <a:rPr kumimoji="1" lang="zh-CN" altLang="en-US" sz="1800">
                <a:latin typeface="Arial" panose="020B0604020202020204" pitchFamily="34" charset="0"/>
                <a:ea typeface="宋体" panose="02010600030101010101" pitchFamily="2" charset="-122"/>
                <a:cs typeface="黑体" panose="02010609060101010101" pitchFamily="49" charset="-122"/>
              </a:rPr>
              <a:t>向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响应分组 </a:t>
            </a:r>
          </a:p>
        </p:txBody>
      </p:sp>
      <p:sp>
        <p:nvSpPr>
          <p:cNvPr id="219182" name="Text Box 46">
            <a:extLst>
              <a:ext uri="{FF2B5EF4-FFF2-40B4-BE49-F238E27FC236}">
                <a16:creationId xmlns:a16="http://schemas.microsoft.com/office/drawing/2014/main" id="{00593FE8-98DF-5742-B875-5BCE49EFB676}"/>
              </a:ext>
            </a:extLst>
          </p:cNvPr>
          <p:cNvSpPr txBox="1">
            <a:spLocks noChangeArrowheads="1"/>
          </p:cNvSpPr>
          <p:nvPr/>
        </p:nvSpPr>
        <p:spPr bwMode="auto">
          <a:xfrm>
            <a:off x="1297856" y="164307"/>
            <a:ext cx="1826270"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广播发送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请求分组 </a:t>
            </a:r>
          </a:p>
        </p:txBody>
      </p:sp>
      <p:sp>
        <p:nvSpPr>
          <p:cNvPr id="219184" name="Text Box 48">
            <a:extLst>
              <a:ext uri="{FF2B5EF4-FFF2-40B4-BE49-F238E27FC236}">
                <a16:creationId xmlns:a16="http://schemas.microsoft.com/office/drawing/2014/main" id="{B72EC74F-D2CC-0C4B-8B96-14F4A2722F40}"/>
              </a:ext>
            </a:extLst>
          </p:cNvPr>
          <p:cNvSpPr txBox="1">
            <a:spLocks noChangeArrowheads="1"/>
          </p:cNvSpPr>
          <p:nvPr/>
        </p:nvSpPr>
        <p:spPr bwMode="auto">
          <a:xfrm>
            <a:off x="3048000"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3" name="AutoShape 49">
            <a:extLst>
              <a:ext uri="{FF2B5EF4-FFF2-40B4-BE49-F238E27FC236}">
                <a16:creationId xmlns:a16="http://schemas.microsoft.com/office/drawing/2014/main" id="{926B06F8-55F5-4447-88AD-D4ED8CB99514}"/>
              </a:ext>
            </a:extLst>
          </p:cNvPr>
          <p:cNvSpPr>
            <a:spLocks noChangeArrowheads="1"/>
          </p:cNvSpPr>
          <p:nvPr/>
        </p:nvSpPr>
        <p:spPr bwMode="auto">
          <a:xfrm>
            <a:off x="4030267" y="1177529"/>
            <a:ext cx="163115" cy="153590"/>
          </a:xfrm>
          <a:prstGeom prst="rightArrow">
            <a:avLst>
              <a:gd name="adj1" fmla="val 50000"/>
              <a:gd name="adj2" fmla="val 2655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186" name="Text Box 50">
            <a:extLst>
              <a:ext uri="{FF2B5EF4-FFF2-40B4-BE49-F238E27FC236}">
                <a16:creationId xmlns:a16="http://schemas.microsoft.com/office/drawing/2014/main" id="{AAF3F907-8877-4D4A-9D03-64B79A8C983D}"/>
              </a:ext>
            </a:extLst>
          </p:cNvPr>
          <p:cNvSpPr txBox="1">
            <a:spLocks noChangeArrowheads="1"/>
          </p:cNvSpPr>
          <p:nvPr/>
        </p:nvSpPr>
        <p:spPr bwMode="auto">
          <a:xfrm>
            <a:off x="4491038"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5" name="AutoShape 51">
            <a:extLst>
              <a:ext uri="{FF2B5EF4-FFF2-40B4-BE49-F238E27FC236}">
                <a16:creationId xmlns:a16="http://schemas.microsoft.com/office/drawing/2014/main" id="{77C1EAD3-B2ED-6D48-A51F-EA7DA0F04AA6}"/>
              </a:ext>
            </a:extLst>
          </p:cNvPr>
          <p:cNvSpPr>
            <a:spLocks noChangeArrowheads="1"/>
          </p:cNvSpPr>
          <p:nvPr/>
        </p:nvSpPr>
        <p:spPr bwMode="auto">
          <a:xfrm>
            <a:off x="5450681" y="1196578"/>
            <a:ext cx="163116"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56" name="Text Box 52">
            <a:extLst>
              <a:ext uri="{FF2B5EF4-FFF2-40B4-BE49-F238E27FC236}">
                <a16:creationId xmlns:a16="http://schemas.microsoft.com/office/drawing/2014/main" id="{DDE65B9D-8BCD-7A4B-8716-7C6ED0F7F22C}"/>
              </a:ext>
            </a:extLst>
          </p:cNvPr>
          <p:cNvSpPr txBox="1">
            <a:spLocks noChangeArrowheads="1"/>
          </p:cNvSpPr>
          <p:nvPr/>
        </p:nvSpPr>
        <p:spPr bwMode="auto">
          <a:xfrm>
            <a:off x="5905500" y="1104900"/>
            <a:ext cx="1014765" cy="323165"/>
          </a:xfrm>
          <a:prstGeom prst="rect">
            <a:avLst/>
          </a:prstGeom>
          <a:solidFill>
            <a:srgbClr val="FFCCFF"/>
          </a:solidFill>
          <a:ln w="12700">
            <a:solidFill>
              <a:schemeClr val="tx1"/>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sp>
        <p:nvSpPr>
          <p:cNvPr id="146457" name="AutoShape 53">
            <a:extLst>
              <a:ext uri="{FF2B5EF4-FFF2-40B4-BE49-F238E27FC236}">
                <a16:creationId xmlns:a16="http://schemas.microsoft.com/office/drawing/2014/main" id="{1510276C-0FEB-FA45-B361-04D2D62588A9}"/>
              </a:ext>
            </a:extLst>
          </p:cNvPr>
          <p:cNvSpPr>
            <a:spLocks noChangeArrowheads="1"/>
          </p:cNvSpPr>
          <p:nvPr/>
        </p:nvSpPr>
        <p:spPr bwMode="auto">
          <a:xfrm>
            <a:off x="6880623" y="1169194"/>
            <a:ext cx="163115"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58" name="Group 93">
            <a:extLst>
              <a:ext uri="{FF2B5EF4-FFF2-40B4-BE49-F238E27FC236}">
                <a16:creationId xmlns:a16="http://schemas.microsoft.com/office/drawing/2014/main" id="{ABF80C54-DCF0-594A-9A4D-09B3B12CA1DA}"/>
              </a:ext>
            </a:extLst>
          </p:cNvPr>
          <p:cNvGrpSpPr>
            <a:grpSpLocks/>
          </p:cNvGrpSpPr>
          <p:nvPr/>
        </p:nvGrpSpPr>
        <p:grpSpPr bwMode="auto">
          <a:xfrm>
            <a:off x="1439467" y="1114425"/>
            <a:ext cx="1193006" cy="322660"/>
            <a:chOff x="249" y="663"/>
            <a:chExt cx="1002" cy="271"/>
          </a:xfrm>
        </p:grpSpPr>
        <p:sp>
          <p:nvSpPr>
            <p:cNvPr id="146493" name="AutoShape 5">
              <a:extLst>
                <a:ext uri="{FF2B5EF4-FFF2-40B4-BE49-F238E27FC236}">
                  <a16:creationId xmlns:a16="http://schemas.microsoft.com/office/drawing/2014/main" id="{FB1BE37A-BBC5-C840-B399-D3E73161AD93}"/>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94" name="Text Box 54">
              <a:extLst>
                <a:ext uri="{FF2B5EF4-FFF2-40B4-BE49-F238E27FC236}">
                  <a16:creationId xmlns:a16="http://schemas.microsoft.com/office/drawing/2014/main" id="{B8BFB3C6-74CE-D949-AEFE-720154837E1C}"/>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grpSp>
      <p:sp>
        <p:nvSpPr>
          <p:cNvPr id="146459" name="Text Box 55">
            <a:extLst>
              <a:ext uri="{FF2B5EF4-FFF2-40B4-BE49-F238E27FC236}">
                <a16:creationId xmlns:a16="http://schemas.microsoft.com/office/drawing/2014/main" id="{FF879FBC-C319-C042-B762-6428BB29AA23}"/>
              </a:ext>
            </a:extLst>
          </p:cNvPr>
          <p:cNvSpPr txBox="1">
            <a:spLocks noChangeArrowheads="1"/>
          </p:cNvSpPr>
          <p:nvPr/>
        </p:nvSpPr>
        <p:spPr bwMode="auto">
          <a:xfrm>
            <a:off x="2722960" y="1681163"/>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60" name="Text Box 56">
            <a:extLst>
              <a:ext uri="{FF2B5EF4-FFF2-40B4-BE49-F238E27FC236}">
                <a16:creationId xmlns:a16="http://schemas.microsoft.com/office/drawing/2014/main" id="{76FF4A5A-929F-C345-9195-F50EE70446ED}"/>
              </a:ext>
            </a:extLst>
          </p:cNvPr>
          <p:cNvSpPr txBox="1">
            <a:spLocks noChangeArrowheads="1"/>
          </p:cNvSpPr>
          <p:nvPr/>
        </p:nvSpPr>
        <p:spPr bwMode="auto">
          <a:xfrm>
            <a:off x="5476876" y="1601391"/>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61" name="Text Box 57">
            <a:extLst>
              <a:ext uri="{FF2B5EF4-FFF2-40B4-BE49-F238E27FC236}">
                <a16:creationId xmlns:a16="http://schemas.microsoft.com/office/drawing/2014/main" id="{F04021D2-829A-FE43-BC67-BEE78F2595FB}"/>
              </a:ext>
            </a:extLst>
          </p:cNvPr>
          <p:cNvSpPr txBox="1">
            <a:spLocks noChangeArrowheads="1"/>
          </p:cNvSpPr>
          <p:nvPr/>
        </p:nvSpPr>
        <p:spPr bwMode="auto">
          <a:xfrm>
            <a:off x="1871663" y="2220516"/>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sp>
        <p:nvSpPr>
          <p:cNvPr id="219194" name="Text Box 58">
            <a:extLst>
              <a:ext uri="{FF2B5EF4-FFF2-40B4-BE49-F238E27FC236}">
                <a16:creationId xmlns:a16="http://schemas.microsoft.com/office/drawing/2014/main" id="{1D980050-CB19-1B48-82FC-99CE53508EFA}"/>
              </a:ext>
            </a:extLst>
          </p:cNvPr>
          <p:cNvSpPr txBox="1">
            <a:spLocks noChangeArrowheads="1"/>
          </p:cNvSpPr>
          <p:nvPr/>
        </p:nvSpPr>
        <p:spPr bwMode="auto">
          <a:xfrm>
            <a:off x="4680348" y="4677966"/>
            <a:ext cx="187743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sp>
        <p:nvSpPr>
          <p:cNvPr id="146463" name="AutoShape 59">
            <a:extLst>
              <a:ext uri="{FF2B5EF4-FFF2-40B4-BE49-F238E27FC236}">
                <a16:creationId xmlns:a16="http://schemas.microsoft.com/office/drawing/2014/main" id="{75488EA0-A995-E145-9DC9-BF77394F1806}"/>
              </a:ext>
            </a:extLst>
          </p:cNvPr>
          <p:cNvSpPr>
            <a:spLocks noChangeArrowheads="1"/>
          </p:cNvSpPr>
          <p:nvPr/>
        </p:nvSpPr>
        <p:spPr bwMode="auto">
          <a:xfrm>
            <a:off x="3430192" y="444104"/>
            <a:ext cx="4441031" cy="496490"/>
          </a:xfrm>
          <a:prstGeom prst="wedgeRoundRectCallout">
            <a:avLst>
              <a:gd name="adj1" fmla="val -51181"/>
              <a:gd name="adj2" fmla="val 85972"/>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a:latin typeface="Arial" panose="020B0604020202020204" pitchFamily="34" charset="0"/>
              <a:ea typeface="黑体" panose="02010609060101010101" pitchFamily="49" charset="-122"/>
              <a:cs typeface="黑体" panose="02010609060101010101" pitchFamily="49" charset="-122"/>
            </a:endParaRPr>
          </a:p>
        </p:txBody>
      </p:sp>
      <p:sp>
        <p:nvSpPr>
          <p:cNvPr id="146464" name="Text Box 60">
            <a:extLst>
              <a:ext uri="{FF2B5EF4-FFF2-40B4-BE49-F238E27FC236}">
                <a16:creationId xmlns:a16="http://schemas.microsoft.com/office/drawing/2014/main" id="{D67B9F69-AB8A-5446-BD66-C749CBDC1893}"/>
              </a:ext>
            </a:extLst>
          </p:cNvPr>
          <p:cNvSpPr txBox="1">
            <a:spLocks noChangeArrowheads="1"/>
          </p:cNvSpPr>
          <p:nvPr/>
        </p:nvSpPr>
        <p:spPr bwMode="auto">
          <a:xfrm>
            <a:off x="3483769" y="419100"/>
            <a:ext cx="432682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我想知道主机 </a:t>
            </a:r>
            <a:r>
              <a:rPr kumimoji="1" lang="en-US" altLang="zh-CN" sz="1500">
                <a:latin typeface="Arial" panose="020B0604020202020204" pitchFamily="34" charset="0"/>
                <a:ea typeface="宋体" panose="02010600030101010101" pitchFamily="2" charset="-122"/>
                <a:cs typeface="黑体" panose="02010609060101010101" pitchFamily="49" charset="-122"/>
              </a:rPr>
              <a:t>209.0.0.6 </a:t>
            </a:r>
            <a:r>
              <a:rPr kumimoji="1" lang="zh-CN" altLang="en-US" sz="1500">
                <a:latin typeface="Arial" panose="020B0604020202020204" pitchFamily="34" charset="0"/>
                <a:ea typeface="宋体" panose="02010600030101010101" pitchFamily="2" charset="-122"/>
                <a:cs typeface="黑体" panose="02010609060101010101" pitchFamily="49" charset="-122"/>
              </a:rPr>
              <a:t>的硬件地址</a:t>
            </a:r>
          </a:p>
        </p:txBody>
      </p:sp>
      <p:sp>
        <p:nvSpPr>
          <p:cNvPr id="146465" name="AutoShape 61">
            <a:extLst>
              <a:ext uri="{FF2B5EF4-FFF2-40B4-BE49-F238E27FC236}">
                <a16:creationId xmlns:a16="http://schemas.microsoft.com/office/drawing/2014/main" id="{995BD85E-29E1-6143-8838-F3E0DFB74AD9}"/>
              </a:ext>
            </a:extLst>
          </p:cNvPr>
          <p:cNvSpPr>
            <a:spLocks noChangeArrowheads="1"/>
          </p:cNvSpPr>
          <p:nvPr/>
        </p:nvSpPr>
        <p:spPr bwMode="auto">
          <a:xfrm>
            <a:off x="4787503" y="2950369"/>
            <a:ext cx="2919413" cy="545306"/>
          </a:xfrm>
          <a:prstGeom prst="wedgeRoundRectCallout">
            <a:avLst>
              <a:gd name="adj1" fmla="val -44574"/>
              <a:gd name="adj2" fmla="val 81657"/>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b="1">
              <a:latin typeface="Arial" panose="020B0604020202020204" pitchFamily="34" charset="0"/>
              <a:ea typeface="黑体" panose="02010609060101010101" pitchFamily="49" charset="-122"/>
              <a:cs typeface="黑体" panose="02010609060101010101" pitchFamily="49" charset="-122"/>
            </a:endParaRPr>
          </a:p>
        </p:txBody>
      </p:sp>
      <p:sp>
        <p:nvSpPr>
          <p:cNvPr id="146466" name="Text Box 62">
            <a:extLst>
              <a:ext uri="{FF2B5EF4-FFF2-40B4-BE49-F238E27FC236}">
                <a16:creationId xmlns:a16="http://schemas.microsoft.com/office/drawing/2014/main" id="{F069C115-449D-B041-96A9-A8B3FC32F662}"/>
              </a:ext>
            </a:extLst>
          </p:cNvPr>
          <p:cNvSpPr txBox="1">
            <a:spLocks noChangeArrowheads="1"/>
          </p:cNvSpPr>
          <p:nvPr/>
        </p:nvSpPr>
        <p:spPr bwMode="auto">
          <a:xfrm>
            <a:off x="4835129" y="2950369"/>
            <a:ext cx="29229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pic>
        <p:nvPicPr>
          <p:cNvPr id="146467" name="Picture 63">
            <a:extLst>
              <a:ext uri="{FF2B5EF4-FFF2-40B4-BE49-F238E27FC236}">
                <a16:creationId xmlns:a16="http://schemas.microsoft.com/office/drawing/2014/main" id="{FE1E38CB-3919-994F-B5C9-09769134070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648"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68" name="Line 74">
            <a:extLst>
              <a:ext uri="{FF2B5EF4-FFF2-40B4-BE49-F238E27FC236}">
                <a16:creationId xmlns:a16="http://schemas.microsoft.com/office/drawing/2014/main" id="{085F4818-830C-9540-A342-DF7943266D6F}"/>
              </a:ext>
            </a:extLst>
          </p:cNvPr>
          <p:cNvSpPr>
            <a:spLocks noChangeShapeType="1"/>
          </p:cNvSpPr>
          <p:nvPr/>
        </p:nvSpPr>
        <p:spPr bwMode="auto">
          <a:xfrm rot="5400000">
            <a:off x="24907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69" name="Line 75">
            <a:extLst>
              <a:ext uri="{FF2B5EF4-FFF2-40B4-BE49-F238E27FC236}">
                <a16:creationId xmlns:a16="http://schemas.microsoft.com/office/drawing/2014/main" id="{42E10C89-18D7-A442-8947-BE72087C6A3B}"/>
              </a:ext>
            </a:extLst>
          </p:cNvPr>
          <p:cNvSpPr>
            <a:spLocks noChangeShapeType="1"/>
          </p:cNvSpPr>
          <p:nvPr/>
        </p:nvSpPr>
        <p:spPr bwMode="auto">
          <a:xfrm rot="5400000">
            <a:off x="4002286" y="4209455"/>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0" name="Line 76">
            <a:extLst>
              <a:ext uri="{FF2B5EF4-FFF2-40B4-BE49-F238E27FC236}">
                <a16:creationId xmlns:a16="http://schemas.microsoft.com/office/drawing/2014/main" id="{89D90825-F7E6-AF43-B98A-0DC87EACEEE4}"/>
              </a:ext>
            </a:extLst>
          </p:cNvPr>
          <p:cNvSpPr>
            <a:spLocks noChangeShapeType="1"/>
          </p:cNvSpPr>
          <p:nvPr/>
        </p:nvSpPr>
        <p:spPr bwMode="auto">
          <a:xfrm rot="5400000">
            <a:off x="530185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1" name="Line 77">
            <a:extLst>
              <a:ext uri="{FF2B5EF4-FFF2-40B4-BE49-F238E27FC236}">
                <a16:creationId xmlns:a16="http://schemas.microsoft.com/office/drawing/2014/main" id="{D726C35A-CDC2-354C-9891-9A4BD6D34B7D}"/>
              </a:ext>
            </a:extLst>
          </p:cNvPr>
          <p:cNvSpPr>
            <a:spLocks noChangeShapeType="1"/>
          </p:cNvSpPr>
          <p:nvPr/>
        </p:nvSpPr>
        <p:spPr bwMode="auto">
          <a:xfrm rot="5400000">
            <a:off x="68341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2" name="Line 78">
            <a:extLst>
              <a:ext uri="{FF2B5EF4-FFF2-40B4-BE49-F238E27FC236}">
                <a16:creationId xmlns:a16="http://schemas.microsoft.com/office/drawing/2014/main" id="{6CF8576F-521C-5940-B717-F8679896ACC4}"/>
              </a:ext>
            </a:extLst>
          </p:cNvPr>
          <p:cNvSpPr>
            <a:spLocks noChangeShapeType="1"/>
          </p:cNvSpPr>
          <p:nvPr/>
        </p:nvSpPr>
        <p:spPr bwMode="auto">
          <a:xfrm rot="5400000">
            <a:off x="150971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73" name="Picture 79">
            <a:extLst>
              <a:ext uri="{FF2B5EF4-FFF2-40B4-BE49-F238E27FC236}">
                <a16:creationId xmlns:a16="http://schemas.microsoft.com/office/drawing/2014/main" id="{781981FF-6D5B-FB4F-A950-3BB20B356EE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9479" y="4326731"/>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4" name="Picture 80">
            <a:extLst>
              <a:ext uri="{FF2B5EF4-FFF2-40B4-BE49-F238E27FC236}">
                <a16:creationId xmlns:a16="http://schemas.microsoft.com/office/drawing/2014/main" id="{9BCE3DCA-4B5A-B141-9DE6-B20CE8D7667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2172" y="4326731"/>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5" name="Picture 81">
            <a:extLst>
              <a:ext uri="{FF2B5EF4-FFF2-40B4-BE49-F238E27FC236}">
                <a16:creationId xmlns:a16="http://schemas.microsoft.com/office/drawing/2014/main" id="{A4707180-EF77-B442-B92C-CBC490C8E84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161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6" name="Picture 82">
            <a:extLst>
              <a:ext uri="{FF2B5EF4-FFF2-40B4-BE49-F238E27FC236}">
                <a16:creationId xmlns:a16="http://schemas.microsoft.com/office/drawing/2014/main" id="{78252644-4051-9B47-8264-C3ADCEE88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466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7" name="Line 83">
            <a:extLst>
              <a:ext uri="{FF2B5EF4-FFF2-40B4-BE49-F238E27FC236}">
                <a16:creationId xmlns:a16="http://schemas.microsoft.com/office/drawing/2014/main" id="{AD772471-861C-8F41-B4B9-785310290526}"/>
              </a:ext>
            </a:extLst>
          </p:cNvPr>
          <p:cNvSpPr>
            <a:spLocks noChangeShapeType="1"/>
          </p:cNvSpPr>
          <p:nvPr/>
        </p:nvSpPr>
        <p:spPr bwMode="auto">
          <a:xfrm>
            <a:off x="1158479" y="3995737"/>
            <a:ext cx="6437709" cy="15479"/>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8" name="Text Box 84">
            <a:extLst>
              <a:ext uri="{FF2B5EF4-FFF2-40B4-BE49-F238E27FC236}">
                <a16:creationId xmlns:a16="http://schemas.microsoft.com/office/drawing/2014/main" id="{A0AFBFAD-876F-7644-877C-8E2012B3A477}"/>
              </a:ext>
            </a:extLst>
          </p:cNvPr>
          <p:cNvSpPr txBox="1">
            <a:spLocks noChangeArrowheads="1"/>
          </p:cNvSpPr>
          <p:nvPr/>
        </p:nvSpPr>
        <p:spPr bwMode="auto">
          <a:xfrm>
            <a:off x="2859881"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79" name="Text Box 85">
            <a:extLst>
              <a:ext uri="{FF2B5EF4-FFF2-40B4-BE49-F238E27FC236}">
                <a16:creationId xmlns:a16="http://schemas.microsoft.com/office/drawing/2014/main" id="{58F165B1-66B3-E84E-95F6-59F2F277382B}"/>
              </a:ext>
            </a:extLst>
          </p:cNvPr>
          <p:cNvSpPr txBox="1">
            <a:spLocks noChangeArrowheads="1"/>
          </p:cNvSpPr>
          <p:nvPr/>
        </p:nvSpPr>
        <p:spPr bwMode="auto">
          <a:xfrm>
            <a:off x="4351735"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80" name="Text Box 86">
            <a:extLst>
              <a:ext uri="{FF2B5EF4-FFF2-40B4-BE49-F238E27FC236}">
                <a16:creationId xmlns:a16="http://schemas.microsoft.com/office/drawing/2014/main" id="{921B4C3C-447F-9C44-BDE4-AF306F4C0555}"/>
              </a:ext>
            </a:extLst>
          </p:cNvPr>
          <p:cNvSpPr txBox="1">
            <a:spLocks noChangeArrowheads="1"/>
          </p:cNvSpPr>
          <p:nvPr/>
        </p:nvSpPr>
        <p:spPr bwMode="auto">
          <a:xfrm>
            <a:off x="1864519"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81" name="Text Box 87">
            <a:extLst>
              <a:ext uri="{FF2B5EF4-FFF2-40B4-BE49-F238E27FC236}">
                <a16:creationId xmlns:a16="http://schemas.microsoft.com/office/drawing/2014/main" id="{BA67B9BD-B9EB-BA4A-B113-271F847CA879}"/>
              </a:ext>
            </a:extLst>
          </p:cNvPr>
          <p:cNvSpPr txBox="1">
            <a:spLocks noChangeArrowheads="1"/>
          </p:cNvSpPr>
          <p:nvPr/>
        </p:nvSpPr>
        <p:spPr bwMode="auto">
          <a:xfrm>
            <a:off x="5656660"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82" name="Text Box 88">
            <a:extLst>
              <a:ext uri="{FF2B5EF4-FFF2-40B4-BE49-F238E27FC236}">
                <a16:creationId xmlns:a16="http://schemas.microsoft.com/office/drawing/2014/main" id="{93D49539-5643-CD48-A57B-8D0CD63EFA2A}"/>
              </a:ext>
            </a:extLst>
          </p:cNvPr>
          <p:cNvSpPr txBox="1">
            <a:spLocks noChangeArrowheads="1"/>
          </p:cNvSpPr>
          <p:nvPr/>
        </p:nvSpPr>
        <p:spPr bwMode="auto">
          <a:xfrm>
            <a:off x="7193756" y="4286250"/>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146483" name="Text Box 89">
            <a:extLst>
              <a:ext uri="{FF2B5EF4-FFF2-40B4-BE49-F238E27FC236}">
                <a16:creationId xmlns:a16="http://schemas.microsoft.com/office/drawing/2014/main" id="{BFE14EB8-852D-B046-984C-AAAA2DC741D2}"/>
              </a:ext>
            </a:extLst>
          </p:cNvPr>
          <p:cNvSpPr txBox="1">
            <a:spLocks noChangeArrowheads="1"/>
          </p:cNvSpPr>
          <p:nvPr/>
        </p:nvSpPr>
        <p:spPr bwMode="auto">
          <a:xfrm>
            <a:off x="2738438" y="4163616"/>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84" name="Text Box 90">
            <a:extLst>
              <a:ext uri="{FF2B5EF4-FFF2-40B4-BE49-F238E27FC236}">
                <a16:creationId xmlns:a16="http://schemas.microsoft.com/office/drawing/2014/main" id="{8C12C3B4-31C7-DA40-B282-967258153C5B}"/>
              </a:ext>
            </a:extLst>
          </p:cNvPr>
          <p:cNvSpPr txBox="1">
            <a:spLocks noChangeArrowheads="1"/>
          </p:cNvSpPr>
          <p:nvPr/>
        </p:nvSpPr>
        <p:spPr bwMode="auto">
          <a:xfrm>
            <a:off x="5492354" y="4083844"/>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85" name="Text Box 91">
            <a:extLst>
              <a:ext uri="{FF2B5EF4-FFF2-40B4-BE49-F238E27FC236}">
                <a16:creationId xmlns:a16="http://schemas.microsoft.com/office/drawing/2014/main" id="{DCDD2A28-65B5-0A46-A844-0740845DF58F}"/>
              </a:ext>
            </a:extLst>
          </p:cNvPr>
          <p:cNvSpPr txBox="1">
            <a:spLocks noChangeArrowheads="1"/>
          </p:cNvSpPr>
          <p:nvPr/>
        </p:nvSpPr>
        <p:spPr bwMode="auto">
          <a:xfrm>
            <a:off x="2030016" y="4702969"/>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pic>
        <p:nvPicPr>
          <p:cNvPr id="146486" name="Picture 92">
            <a:extLst>
              <a:ext uri="{FF2B5EF4-FFF2-40B4-BE49-F238E27FC236}">
                <a16:creationId xmlns:a16="http://schemas.microsoft.com/office/drawing/2014/main" id="{D2D5194B-51A8-8242-BD5E-9E5FB5ECE3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4125"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9233" name="Freeform 97">
            <a:extLst>
              <a:ext uri="{FF2B5EF4-FFF2-40B4-BE49-F238E27FC236}">
                <a16:creationId xmlns:a16="http://schemas.microsoft.com/office/drawing/2014/main" id="{94F879E0-BCAD-1C48-8653-9767BD4B1EA1}"/>
              </a:ext>
            </a:extLst>
          </p:cNvPr>
          <p:cNvSpPr>
            <a:spLocks/>
          </p:cNvSpPr>
          <p:nvPr/>
        </p:nvSpPr>
        <p:spPr bwMode="auto">
          <a:xfrm>
            <a:off x="2682479" y="1571625"/>
            <a:ext cx="1457325"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4" name="Freeform 98">
            <a:extLst>
              <a:ext uri="{FF2B5EF4-FFF2-40B4-BE49-F238E27FC236}">
                <a16:creationId xmlns:a16="http://schemas.microsoft.com/office/drawing/2014/main" id="{CA601C6D-8571-1742-9001-6F077D88380C}"/>
              </a:ext>
            </a:extLst>
          </p:cNvPr>
          <p:cNvSpPr>
            <a:spLocks/>
          </p:cNvSpPr>
          <p:nvPr/>
        </p:nvSpPr>
        <p:spPr bwMode="auto">
          <a:xfrm>
            <a:off x="2681288" y="1571625"/>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7" name="Freeform 101">
            <a:extLst>
              <a:ext uri="{FF2B5EF4-FFF2-40B4-BE49-F238E27FC236}">
                <a16:creationId xmlns:a16="http://schemas.microsoft.com/office/drawing/2014/main" id="{02E4F61A-C7A5-DC4B-A4FB-EA64353D1CC2}"/>
              </a:ext>
            </a:extLst>
          </p:cNvPr>
          <p:cNvSpPr>
            <a:spLocks/>
          </p:cNvSpPr>
          <p:nvPr/>
        </p:nvSpPr>
        <p:spPr bwMode="auto">
          <a:xfrm>
            <a:off x="2681288" y="1571625"/>
            <a:ext cx="4375547"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8" name="Freeform 102">
            <a:extLst>
              <a:ext uri="{FF2B5EF4-FFF2-40B4-BE49-F238E27FC236}">
                <a16:creationId xmlns:a16="http://schemas.microsoft.com/office/drawing/2014/main" id="{BF356A5C-F3FB-8A47-9054-8F303D4DD927}"/>
              </a:ext>
            </a:extLst>
          </p:cNvPr>
          <p:cNvSpPr>
            <a:spLocks/>
          </p:cNvSpPr>
          <p:nvPr/>
        </p:nvSpPr>
        <p:spPr bwMode="auto">
          <a:xfrm flipH="1">
            <a:off x="1656160" y="1571625"/>
            <a:ext cx="1025128"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9" name="Freeform 103">
            <a:extLst>
              <a:ext uri="{FF2B5EF4-FFF2-40B4-BE49-F238E27FC236}">
                <a16:creationId xmlns:a16="http://schemas.microsoft.com/office/drawing/2014/main" id="{5E3BA892-18B4-4646-A6CB-B78C541A3D6A}"/>
              </a:ext>
            </a:extLst>
          </p:cNvPr>
          <p:cNvSpPr>
            <a:spLocks/>
          </p:cNvSpPr>
          <p:nvPr/>
        </p:nvSpPr>
        <p:spPr bwMode="auto">
          <a:xfrm flipH="1">
            <a:off x="2681288" y="4055269"/>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6492" name="幻灯片编号占位符 1">
            <a:extLst>
              <a:ext uri="{FF2B5EF4-FFF2-40B4-BE49-F238E27FC236}">
                <a16:creationId xmlns:a16="http://schemas.microsoft.com/office/drawing/2014/main" id="{2A5E0665-3FB4-FA43-A5D9-F31FE9E34C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0FAA51-037D-E440-B398-55281AF6B00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400319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nodeType="afterGroup">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nodeType="afterGroup">
                            <p:stCondLst>
                              <p:cond delay="7500"/>
                            </p:stCondLst>
                            <p:childTnLst>
                              <p:par>
                                <p:cTn id="24" presetID="22" presetClass="entr" presetSubtype="2" fill="hold"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nodeType="afterGroup">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1" name="Rectangle 2">
            <a:extLst>
              <a:ext uri="{FF2B5EF4-FFF2-40B4-BE49-F238E27FC236}">
                <a16:creationId xmlns:a16="http://schemas.microsoft.com/office/drawing/2014/main" id="{8A9B0DF3-7FF8-9540-B354-97EB3A52F64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高速缓存的作用</a:t>
            </a:r>
          </a:p>
        </p:txBody>
      </p:sp>
      <p:sp>
        <p:nvSpPr>
          <p:cNvPr id="221187" name="Rectangle 3">
            <a:extLst>
              <a:ext uri="{FF2B5EF4-FFF2-40B4-BE49-F238E27FC236}">
                <a16:creationId xmlns:a16="http://schemas.microsoft.com/office/drawing/2014/main" id="{6D85B81E-FDE2-8640-8D71-799C7980FC43}"/>
              </a:ext>
            </a:extLst>
          </p:cNvPr>
          <p:cNvSpPr>
            <a:spLocks noGrp="1" noChangeArrowheads="1"/>
          </p:cNvSpPr>
          <p:nvPr>
            <p:ph type="body" idx="1"/>
          </p:nvPr>
        </p:nvSpPr>
        <p:spPr>
          <a:xfrm>
            <a:off x="217170" y="1059657"/>
            <a:ext cx="8606789"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为了减少网络上的通信量，主机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在发送其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请求分组时，就将自己的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地址到硬件地址的映射写入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a:t>
            </a:r>
          </a:p>
          <a:p>
            <a:pPr algn="just" eaLnBrk="1" hangingPunct="1"/>
            <a:r>
              <a:rPr lang="zh-CN" altLang="en-US" dirty="0">
                <a:latin typeface="Times New Roman" panose="02020603050405020304" pitchFamily="18" charset="0"/>
                <a:ea typeface="宋体" panose="02010600030101010101" pitchFamily="2" charset="-122"/>
              </a:rPr>
              <a:t>当主机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收到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的这一地址映射写入主机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自己的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高速缓存中。这样，以后主机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向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发送数据报时就直接使用该缓存中的记录，不必每次都要发送查询请求了。 </a:t>
            </a:r>
          </a:p>
        </p:txBody>
      </p:sp>
      <p:sp>
        <p:nvSpPr>
          <p:cNvPr id="148483" name="幻灯片编号占位符 1">
            <a:extLst>
              <a:ext uri="{FF2B5EF4-FFF2-40B4-BE49-F238E27FC236}">
                <a16:creationId xmlns:a16="http://schemas.microsoft.com/office/drawing/2014/main" id="{F81E95F4-2738-CE44-957C-F5298477737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2659DA-B431-D442-92F9-6FF761F67E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786216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Rectangle 2">
            <a:extLst>
              <a:ext uri="{FF2B5EF4-FFF2-40B4-BE49-F238E27FC236}">
                <a16:creationId xmlns:a16="http://schemas.microsoft.com/office/drawing/2014/main" id="{7AF0EBB3-484E-C145-820A-B2A27792A457}"/>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a:t>
            </a:r>
            <a:endParaRPr lang="zh-CN" altLang="en-US" sz="2700" dirty="0">
              <a:ea typeface="宋体" panose="02010600030101010101" pitchFamily="2" charset="-122"/>
            </a:endParaRPr>
          </a:p>
        </p:txBody>
      </p:sp>
      <p:sp>
        <p:nvSpPr>
          <p:cNvPr id="224259" name="Rectangle 3">
            <a:extLst>
              <a:ext uri="{FF2B5EF4-FFF2-40B4-BE49-F238E27FC236}">
                <a16:creationId xmlns:a16="http://schemas.microsoft.com/office/drawing/2014/main" id="{A2F2A501-D88B-5F40-95E6-8DE4EBA21387}"/>
              </a:ext>
            </a:extLst>
          </p:cNvPr>
          <p:cNvSpPr>
            <a:spLocks noGrp="1" noChangeArrowheads="1"/>
          </p:cNvSpPr>
          <p:nvPr>
            <p:ph type="body" idx="1"/>
          </p:nvPr>
        </p:nvSpPr>
        <p:spPr>
          <a:xfrm>
            <a:off x="240030" y="1113235"/>
            <a:ext cx="8698485" cy="3564731"/>
          </a:xfrm>
        </p:spPr>
        <p:txBody>
          <a:bodyPr/>
          <a:lstStyle/>
          <a:p>
            <a:pPr algn="just"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是解决</a:t>
            </a:r>
            <a:r>
              <a:rPr lang="zh-CN" altLang="en-US" dirty="0">
                <a:solidFill>
                  <a:srgbClr val="FF0000"/>
                </a:solidFill>
                <a:latin typeface="Times New Roman" panose="02020603050405020304" pitchFamily="18" charset="0"/>
                <a:ea typeface="宋体" panose="02010600030101010101" pitchFamily="2" charset="-122"/>
              </a:rPr>
              <a:t>同一个局域网上</a:t>
            </a:r>
            <a:r>
              <a:rPr lang="zh-CN" altLang="en-US" dirty="0">
                <a:latin typeface="Times New Roman" panose="02020603050405020304" pitchFamily="18" charset="0"/>
                <a:ea typeface="宋体" panose="02010600030101010101" pitchFamily="2" charset="-122"/>
              </a:rPr>
              <a:t>的主机或路由器的 </a:t>
            </a:r>
            <a:r>
              <a:rPr lang="en-US" altLang="zh-CN" dirty="0">
                <a:solidFill>
                  <a:srgbClr val="FF0000"/>
                </a:solidFill>
                <a:latin typeface="Times New Roman" panose="02020603050405020304" pitchFamily="18" charset="0"/>
                <a:ea typeface="宋体" panose="02010600030101010101" pitchFamily="2" charset="-122"/>
              </a:rPr>
              <a:t>IP </a:t>
            </a:r>
            <a:r>
              <a:rPr lang="zh-CN" altLang="en-US" dirty="0">
                <a:solidFill>
                  <a:srgbClr val="FF0000"/>
                </a:solidFill>
                <a:latin typeface="Times New Roman" panose="02020603050405020304" pitchFamily="18" charset="0"/>
                <a:ea typeface="宋体" panose="02010600030101010101" pitchFamily="2" charset="-122"/>
              </a:rPr>
              <a:t>地址和硬件地址的映射</a:t>
            </a:r>
            <a:r>
              <a:rPr lang="zh-CN" altLang="en-US" dirty="0">
                <a:latin typeface="Times New Roman" panose="02020603050405020304" pitchFamily="18" charset="0"/>
                <a:ea typeface="宋体" panose="02010600030101010101" pitchFamily="2" charset="-122"/>
              </a:rPr>
              <a:t>问题。</a:t>
            </a:r>
          </a:p>
          <a:p>
            <a:pPr algn="just" eaLnBrk="1" hangingPunct="1"/>
            <a:r>
              <a:rPr lang="zh-CN" altLang="en-US" dirty="0">
                <a:latin typeface="Times New Roman" panose="02020603050405020304" pitchFamily="18" charset="0"/>
                <a:ea typeface="宋体" panose="02010600030101010101" pitchFamily="2" charset="-122"/>
              </a:rPr>
              <a:t>如果所要找的主机和源主机</a:t>
            </a:r>
            <a:r>
              <a:rPr lang="zh-CN" altLang="en-US" dirty="0">
                <a:solidFill>
                  <a:srgbClr val="FF0000"/>
                </a:solidFill>
                <a:latin typeface="Times New Roman" panose="02020603050405020304" pitchFamily="18" charset="0"/>
                <a:ea typeface="宋体" panose="02010600030101010101" pitchFamily="2" charset="-122"/>
              </a:rPr>
              <a:t>不在同一个局域网上</a:t>
            </a:r>
            <a:r>
              <a:rPr lang="zh-CN" altLang="en-US" dirty="0">
                <a:latin typeface="Times New Roman" panose="02020603050405020304" pitchFamily="18" charset="0"/>
                <a:ea typeface="宋体" panose="02010600030101010101" pitchFamily="2" charset="-122"/>
              </a:rPr>
              <a:t>，那么就要通过</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ARP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找到一个位于本局域网上的某个路由器的硬件地址，然后把分组</a:t>
            </a:r>
            <a:r>
              <a:rPr lang="zh-CN" altLang="en-US" dirty="0">
                <a:solidFill>
                  <a:srgbClr val="FF0000"/>
                </a:solidFill>
                <a:latin typeface="Times New Roman" panose="02020603050405020304" pitchFamily="18" charset="0"/>
                <a:ea typeface="宋体" panose="02010600030101010101" pitchFamily="2" charset="-122"/>
              </a:rPr>
              <a:t>发送给这个路由器</a:t>
            </a:r>
            <a:r>
              <a:rPr lang="zh-CN" altLang="en-US" dirty="0">
                <a:latin typeface="Times New Roman" panose="02020603050405020304" pitchFamily="18" charset="0"/>
                <a:ea typeface="宋体" panose="02010600030101010101" pitchFamily="2" charset="-122"/>
              </a:rPr>
              <a:t>，让这个路由器把分组转发给下一个网络。剩下的工作就交由下一个网络来做。</a:t>
            </a:r>
          </a:p>
        </p:txBody>
      </p:sp>
      <p:sp>
        <p:nvSpPr>
          <p:cNvPr id="150531" name="幻灯片编号占位符 1">
            <a:extLst>
              <a:ext uri="{FF2B5EF4-FFF2-40B4-BE49-F238E27FC236}">
                <a16:creationId xmlns:a16="http://schemas.microsoft.com/office/drawing/2014/main" id="{38CCCAE2-242D-E74E-9447-C911E610B0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5467F8-8886-D343-ABA6-601EBF93375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518660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7" name="Rectangle 2">
            <a:extLst>
              <a:ext uri="{FF2B5EF4-FFF2-40B4-BE49-F238E27FC236}">
                <a16:creationId xmlns:a16="http://schemas.microsoft.com/office/drawing/2014/main" id="{7D9C5F2F-7B08-DE43-B4A7-4D5F5CAE49FB}"/>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应当注意的问题（续）</a:t>
            </a:r>
            <a:endParaRPr lang="zh-CN" altLang="en-US" sz="2700" dirty="0">
              <a:ea typeface="宋体" panose="02010600030101010101" pitchFamily="2" charset="-122"/>
            </a:endParaRPr>
          </a:p>
        </p:txBody>
      </p:sp>
      <p:sp>
        <p:nvSpPr>
          <p:cNvPr id="463875" name="Rectangle 3">
            <a:extLst>
              <a:ext uri="{FF2B5EF4-FFF2-40B4-BE49-F238E27FC236}">
                <a16:creationId xmlns:a16="http://schemas.microsoft.com/office/drawing/2014/main" id="{986D1B89-03F7-5641-9ABD-288CB6F9C3C4}"/>
              </a:ext>
            </a:extLst>
          </p:cNvPr>
          <p:cNvSpPr>
            <a:spLocks noGrp="1" noChangeArrowheads="1"/>
          </p:cNvSpPr>
          <p:nvPr>
            <p:ph type="body" idx="1"/>
          </p:nvPr>
        </p:nvSpPr>
        <p:spPr>
          <a:xfrm>
            <a:off x="228600" y="1059657"/>
            <a:ext cx="8709915"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从</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地址到硬件地址的解析是</a:t>
            </a:r>
            <a:r>
              <a:rPr lang="zh-CN" altLang="en-US" dirty="0">
                <a:solidFill>
                  <a:srgbClr val="FF0000"/>
                </a:solidFill>
                <a:latin typeface="Times New Roman" panose="02020603050405020304" pitchFamily="18" charset="0"/>
                <a:ea typeface="宋体" panose="02010600030101010101" pitchFamily="2" charset="-122"/>
              </a:rPr>
              <a:t>自动进行</a:t>
            </a:r>
            <a:r>
              <a:rPr lang="zh-CN" altLang="en-US" dirty="0">
                <a:latin typeface="Times New Roman" panose="02020603050405020304" pitchFamily="18" charset="0"/>
                <a:ea typeface="宋体" panose="02010600030101010101" pitchFamily="2" charset="-122"/>
              </a:rPr>
              <a:t>的，主机的用户对这种地址解析过程是不知道的。</a:t>
            </a:r>
          </a:p>
          <a:p>
            <a:pPr algn="just" eaLnBrk="1" hangingPunct="1"/>
            <a:r>
              <a:rPr lang="zh-CN" altLang="en-US" dirty="0">
                <a:latin typeface="Times New Roman" panose="02020603050405020304" pitchFamily="18" charset="0"/>
                <a:ea typeface="宋体" panose="02010600030101010101" pitchFamily="2" charset="-122"/>
              </a:rPr>
              <a:t>只要主机或路由器要和本网络上的另一个已知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地址的主机或路由器进行通信，</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协议就会自动地将该</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地址解析为链路层所需要的硬件地址。  </a:t>
            </a:r>
          </a:p>
        </p:txBody>
      </p:sp>
      <p:sp>
        <p:nvSpPr>
          <p:cNvPr id="152579" name="幻灯片编号占位符 1">
            <a:extLst>
              <a:ext uri="{FF2B5EF4-FFF2-40B4-BE49-F238E27FC236}">
                <a16:creationId xmlns:a16="http://schemas.microsoft.com/office/drawing/2014/main" id="{548A773F-ECCE-224B-A01D-231D3D4A06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2E47B3-2060-CF49-8B9C-D67002BE9B9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507624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Rectangle 2">
            <a:extLst>
              <a:ext uri="{FF2B5EF4-FFF2-40B4-BE49-F238E27FC236}">
                <a16:creationId xmlns:a16="http://schemas.microsoft.com/office/drawing/2014/main" id="{2CD83F0A-D23A-B94D-B2EC-C878DE7C975D}"/>
              </a:ext>
            </a:extLst>
          </p:cNvPr>
          <p:cNvSpPr>
            <a:spLocks noGrp="1" noChangeArrowheads="1"/>
          </p:cNvSpPr>
          <p:nvPr>
            <p:ph type="title"/>
          </p:nvPr>
        </p:nvSpPr>
        <p:spPr>
          <a:xfrm>
            <a:off x="148590" y="86916"/>
            <a:ext cx="7780973" cy="796528"/>
          </a:xfrm>
        </p:spPr>
        <p:txBody>
          <a:bodyPr/>
          <a:lstStyle/>
          <a:p>
            <a:pPr eaLnBrk="1" hangingPunct="1"/>
            <a:r>
              <a:rPr lang="zh-CN" altLang="en-US" dirty="0">
                <a:ea typeface="宋体" panose="02010600030101010101" pitchFamily="2" charset="-122"/>
              </a:rPr>
              <a:t>为什么我们不直接使用硬件地址进行通信？</a:t>
            </a:r>
          </a:p>
        </p:txBody>
      </p:sp>
      <p:sp>
        <p:nvSpPr>
          <p:cNvPr id="376835" name="Rectangle 3">
            <a:extLst>
              <a:ext uri="{FF2B5EF4-FFF2-40B4-BE49-F238E27FC236}">
                <a16:creationId xmlns:a16="http://schemas.microsoft.com/office/drawing/2014/main" id="{F5E48A23-F05F-2A4A-8E31-6646919B947E}"/>
              </a:ext>
            </a:extLst>
          </p:cNvPr>
          <p:cNvSpPr>
            <a:spLocks noGrp="1" noChangeArrowheads="1"/>
          </p:cNvSpPr>
          <p:nvPr>
            <p:ph type="body" idx="1"/>
          </p:nvPr>
        </p:nvSpPr>
        <p:spPr>
          <a:xfrm>
            <a:off x="148590" y="1113235"/>
            <a:ext cx="8698229" cy="3564731"/>
          </a:xfrm>
        </p:spPr>
        <p:txBody>
          <a:bodyPr/>
          <a:lstStyle/>
          <a:p>
            <a:pPr eaLnBrk="1" hangingPunct="1"/>
            <a:r>
              <a:rPr lang="zh-CN" altLang="en-US" dirty="0">
                <a:ea typeface="宋体" panose="02010600030101010101" pitchFamily="2" charset="-122"/>
              </a:rPr>
              <a:t>由于全世界存在着各式各样的网络，它们</a:t>
            </a:r>
            <a:r>
              <a:rPr lang="zh-CN" altLang="en-US" dirty="0">
                <a:solidFill>
                  <a:srgbClr val="FF0000"/>
                </a:solidFill>
                <a:ea typeface="宋体" panose="02010600030101010101" pitchFamily="2" charset="-122"/>
              </a:rPr>
              <a:t>使用不同的硬件地址</a:t>
            </a:r>
            <a:r>
              <a:rPr lang="zh-CN" altLang="en-US" dirty="0">
                <a:ea typeface="宋体" panose="02010600030101010101" pitchFamily="2" charset="-122"/>
              </a:rPr>
              <a:t>。要使这些异构网络能够互相通信就必须进行非常复杂的</a:t>
            </a:r>
            <a:r>
              <a:rPr lang="zh-CN" altLang="en-US" dirty="0">
                <a:solidFill>
                  <a:srgbClr val="FF0000"/>
                </a:solidFill>
                <a:ea typeface="宋体" panose="02010600030101010101" pitchFamily="2" charset="-122"/>
              </a:rPr>
              <a:t>硬件地址转换工作</a:t>
            </a:r>
            <a:r>
              <a:rPr lang="zh-CN" altLang="en-US" dirty="0">
                <a:ea typeface="宋体" panose="02010600030101010101" pitchFamily="2" charset="-122"/>
              </a:rPr>
              <a:t>，这几乎是不可能的事。</a:t>
            </a:r>
          </a:p>
          <a:p>
            <a:pPr eaLnBrk="1" hangingPunct="1"/>
            <a:r>
              <a:rPr lang="zh-CN" altLang="en-US" dirty="0">
                <a:ea typeface="宋体" panose="02010600030101010101" pitchFamily="2" charset="-122"/>
              </a:rPr>
              <a:t>连接到因特网的主机都</a:t>
            </a:r>
            <a:r>
              <a:rPr lang="zh-CN" altLang="en-US" dirty="0">
                <a:solidFill>
                  <a:srgbClr val="FF0000"/>
                </a:solidFill>
                <a:ea typeface="宋体" panose="02010600030101010101" pitchFamily="2" charset="-122"/>
              </a:rPr>
              <a:t>拥有统一的 </a:t>
            </a:r>
            <a:r>
              <a:rPr lang="en-US" altLang="zh-CN" dirty="0">
                <a:solidFill>
                  <a:srgbClr val="FF0000"/>
                </a:solidFill>
                <a:ea typeface="宋体" panose="02010600030101010101" pitchFamily="2" charset="-122"/>
              </a:rPr>
              <a:t>IP </a:t>
            </a:r>
            <a:r>
              <a:rPr lang="zh-CN" altLang="en-US" dirty="0">
                <a:solidFill>
                  <a:srgbClr val="FF0000"/>
                </a:solidFill>
                <a:ea typeface="宋体" panose="02010600030101010101" pitchFamily="2" charset="-122"/>
              </a:rPr>
              <a:t>地址</a:t>
            </a:r>
            <a:r>
              <a:rPr lang="zh-CN" altLang="en-US" dirty="0">
                <a:ea typeface="宋体" panose="02010600030101010101" pitchFamily="2" charset="-122"/>
              </a:rPr>
              <a:t>，它们之间的通信就像连接在同一个网络上那样简单方便，因为调用 </a:t>
            </a:r>
            <a:r>
              <a:rPr lang="en-US" altLang="zh-CN" dirty="0">
                <a:ea typeface="宋体" panose="02010600030101010101" pitchFamily="2" charset="-122"/>
              </a:rPr>
              <a:t>ARP </a:t>
            </a:r>
            <a:r>
              <a:rPr lang="zh-CN" altLang="en-US" dirty="0">
                <a:ea typeface="宋体" panose="02010600030101010101" pitchFamily="2" charset="-122"/>
              </a:rPr>
              <a:t>来寻找某个路由器或主机的硬件地址都是由计算机软件</a:t>
            </a:r>
            <a:r>
              <a:rPr lang="zh-CN" altLang="en-US" dirty="0">
                <a:solidFill>
                  <a:srgbClr val="FF0000"/>
                </a:solidFill>
                <a:ea typeface="宋体" panose="02010600030101010101" pitchFamily="2" charset="-122"/>
              </a:rPr>
              <a:t>自动进行</a:t>
            </a:r>
            <a:r>
              <a:rPr lang="zh-CN" altLang="en-US" dirty="0">
                <a:ea typeface="宋体" panose="02010600030101010101" pitchFamily="2" charset="-122"/>
              </a:rPr>
              <a:t>的，对用户来说是看不见这种调用过程的。  </a:t>
            </a:r>
          </a:p>
        </p:txBody>
      </p:sp>
      <p:sp>
        <p:nvSpPr>
          <p:cNvPr id="156675" name="幻灯片编号占位符 1">
            <a:extLst>
              <a:ext uri="{FF2B5EF4-FFF2-40B4-BE49-F238E27FC236}">
                <a16:creationId xmlns:a16="http://schemas.microsoft.com/office/drawing/2014/main" id="{211E808B-D462-7C48-A016-896F43E9EB9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651D34-BE89-4D4B-AEF6-EBC8F3F0AD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8024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Rectangle 2">
            <a:extLst>
              <a:ext uri="{FF2B5EF4-FFF2-40B4-BE49-F238E27FC236}">
                <a16:creationId xmlns:a16="http://schemas.microsoft.com/office/drawing/2014/main" id="{C809D5EA-9DC5-8A43-9347-7872F6C4757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4.2.5  IP </a:t>
            </a:r>
            <a:r>
              <a:rPr lang="zh-CN" altLang="en-US" dirty="0">
                <a:latin typeface="Times New Roman" panose="02020603050405020304" pitchFamily="18" charset="0"/>
                <a:ea typeface="宋体" panose="02010600030101010101" pitchFamily="2" charset="-122"/>
              </a:rPr>
              <a:t>数据报的格式 </a:t>
            </a:r>
          </a:p>
        </p:txBody>
      </p:sp>
      <p:sp>
        <p:nvSpPr>
          <p:cNvPr id="158722" name="Rectangle 4">
            <a:extLst>
              <a:ext uri="{FF2B5EF4-FFF2-40B4-BE49-F238E27FC236}">
                <a16:creationId xmlns:a16="http://schemas.microsoft.com/office/drawing/2014/main" id="{22BD7E27-517A-4446-9BDB-D83C48D4F090}"/>
              </a:ext>
            </a:extLst>
          </p:cNvPr>
          <p:cNvSpPr>
            <a:spLocks noGrp="1" noChangeArrowheads="1"/>
          </p:cNvSpPr>
          <p:nvPr>
            <p:ph type="body" idx="1"/>
          </p:nvPr>
        </p:nvSpPr>
        <p:spPr>
          <a:xfrm>
            <a:off x="217170" y="1113235"/>
            <a:ext cx="8721345" cy="3726656"/>
          </a:xfrm>
        </p:spPr>
        <p:txBody>
          <a:bodyPr/>
          <a:lstStyle/>
          <a:p>
            <a:pPr eaLnBrk="1" hangingPunct="1"/>
            <a:r>
              <a:rPr lang="zh-CN" altLang="en-US" dirty="0">
                <a:latin typeface="Times New Roman" panose="02020603050405020304" pitchFamily="18" charset="0"/>
                <a:ea typeface="宋体" panose="02010600030101010101" pitchFamily="2" charset="-122"/>
              </a:rPr>
              <a:t>一个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数据报由首部和数据两部分组成。</a:t>
            </a:r>
          </a:p>
          <a:p>
            <a:pPr eaLnBrk="1" hangingPunct="1"/>
            <a:r>
              <a:rPr lang="zh-CN" altLang="en-US" dirty="0">
                <a:latin typeface="Times New Roman" panose="02020603050405020304" pitchFamily="18" charset="0"/>
                <a:ea typeface="宋体" panose="02010600030101010101" pitchFamily="2" charset="-122"/>
              </a:rPr>
              <a:t>首部的前一部分是固定长度，共 </a:t>
            </a:r>
            <a:r>
              <a:rPr lang="en-US" altLang="zh-CN" dirty="0">
                <a:latin typeface="Times New Roman" panose="02020603050405020304" pitchFamily="18" charset="0"/>
                <a:ea typeface="宋体" panose="02010600030101010101" pitchFamily="2" charset="-122"/>
              </a:rPr>
              <a:t>20 </a:t>
            </a:r>
            <a:r>
              <a:rPr lang="zh-CN" altLang="en-US" dirty="0">
                <a:latin typeface="Times New Roman" panose="02020603050405020304" pitchFamily="18" charset="0"/>
                <a:ea typeface="宋体" panose="02010600030101010101" pitchFamily="2" charset="-122"/>
              </a:rPr>
              <a:t>字节，是所有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数据报必须具有的。</a:t>
            </a:r>
          </a:p>
          <a:p>
            <a:pPr eaLnBrk="1" hangingPunct="1"/>
            <a:r>
              <a:rPr lang="zh-CN" altLang="en-US" dirty="0">
                <a:latin typeface="Times New Roman" panose="02020603050405020304" pitchFamily="18" charset="0"/>
                <a:ea typeface="宋体" panose="02010600030101010101" pitchFamily="2" charset="-122"/>
              </a:rPr>
              <a:t>在首部的固定部分的后面是一些可选字段，其长度是可变的。 </a:t>
            </a:r>
          </a:p>
        </p:txBody>
      </p:sp>
      <p:sp>
        <p:nvSpPr>
          <p:cNvPr id="158723" name="幻灯片编号占位符 1">
            <a:extLst>
              <a:ext uri="{FF2B5EF4-FFF2-40B4-BE49-F238E27FC236}">
                <a16:creationId xmlns:a16="http://schemas.microsoft.com/office/drawing/2014/main" id="{2ED6C107-B5C1-5742-983C-C42B803D42A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552C8C-2361-DC47-9971-8157FDBC194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4708778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0769" name="Rectangle 45">
            <a:extLst>
              <a:ext uri="{FF2B5EF4-FFF2-40B4-BE49-F238E27FC236}">
                <a16:creationId xmlns:a16="http://schemas.microsoft.com/office/drawing/2014/main" id="{9F6E5214-A59B-0F45-B01C-82164868427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0770" name="Rectangle 54">
            <a:extLst>
              <a:ext uri="{FF2B5EF4-FFF2-40B4-BE49-F238E27FC236}">
                <a16:creationId xmlns:a16="http://schemas.microsoft.com/office/drawing/2014/main" id="{A5FF0E80-D9A5-154B-A0FE-FA89CF7BDBBE}"/>
              </a:ext>
            </a:extLst>
          </p:cNvPr>
          <p:cNvSpPr>
            <a:spLocks noChangeArrowheads="1"/>
          </p:cNvSpPr>
          <p:nvPr/>
        </p:nvSpPr>
        <p:spPr bwMode="auto">
          <a:xfrm>
            <a:off x="1494235" y="2571750"/>
            <a:ext cx="521778"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0771" name="Line 6">
            <a:extLst>
              <a:ext uri="{FF2B5EF4-FFF2-40B4-BE49-F238E27FC236}">
                <a16:creationId xmlns:a16="http://schemas.microsoft.com/office/drawing/2014/main" id="{D439B432-E744-C146-A18E-92D9C25C1F02}"/>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0772" name="Rectangle 8">
            <a:extLst>
              <a:ext uri="{FF2B5EF4-FFF2-40B4-BE49-F238E27FC236}">
                <a16:creationId xmlns:a16="http://schemas.microsoft.com/office/drawing/2014/main" id="{19D86290-211A-7640-AF6A-D23B89126DF9}"/>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3" name="Rectangle 90">
            <a:extLst>
              <a:ext uri="{FF2B5EF4-FFF2-40B4-BE49-F238E27FC236}">
                <a16:creationId xmlns:a16="http://schemas.microsoft.com/office/drawing/2014/main" id="{9026C69D-A5AD-F04E-A951-A59D6B708526}"/>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4" name="Rectangle 10">
            <a:extLst>
              <a:ext uri="{FF2B5EF4-FFF2-40B4-BE49-F238E27FC236}">
                <a16:creationId xmlns:a16="http://schemas.microsoft.com/office/drawing/2014/main" id="{12C1BD05-D17B-BF4C-B6D5-5F4028720E3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5" name="Rectangle 11">
            <a:extLst>
              <a:ext uri="{FF2B5EF4-FFF2-40B4-BE49-F238E27FC236}">
                <a16:creationId xmlns:a16="http://schemas.microsoft.com/office/drawing/2014/main" id="{0115D65A-CC3C-8843-8FC3-324E755D658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6" name="Line 12">
            <a:extLst>
              <a:ext uri="{FF2B5EF4-FFF2-40B4-BE49-F238E27FC236}">
                <a16:creationId xmlns:a16="http://schemas.microsoft.com/office/drawing/2014/main" id="{13F1CE91-8E8A-0F45-B676-12FE9CFFF7AC}"/>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7" name="Line 13">
            <a:extLst>
              <a:ext uri="{FF2B5EF4-FFF2-40B4-BE49-F238E27FC236}">
                <a16:creationId xmlns:a16="http://schemas.microsoft.com/office/drawing/2014/main" id="{59FD3977-073C-1E49-B3BC-5A88FE85602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8" name="Line 14">
            <a:extLst>
              <a:ext uri="{FF2B5EF4-FFF2-40B4-BE49-F238E27FC236}">
                <a16:creationId xmlns:a16="http://schemas.microsoft.com/office/drawing/2014/main" id="{B3C4746E-D9D6-D441-96EB-8B4F484868E4}"/>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9" name="Line 15">
            <a:extLst>
              <a:ext uri="{FF2B5EF4-FFF2-40B4-BE49-F238E27FC236}">
                <a16:creationId xmlns:a16="http://schemas.microsoft.com/office/drawing/2014/main" id="{B7061258-640A-A949-A144-3D66B4709519}"/>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0" name="Line 16">
            <a:extLst>
              <a:ext uri="{FF2B5EF4-FFF2-40B4-BE49-F238E27FC236}">
                <a16:creationId xmlns:a16="http://schemas.microsoft.com/office/drawing/2014/main" id="{56702ADE-4D19-4343-BC6D-3D166B2BD881}"/>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1" name="Line 17">
            <a:extLst>
              <a:ext uri="{FF2B5EF4-FFF2-40B4-BE49-F238E27FC236}">
                <a16:creationId xmlns:a16="http://schemas.microsoft.com/office/drawing/2014/main" id="{A579900E-B425-E043-93DD-C8AEB5D868D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2" name="Line 18">
            <a:extLst>
              <a:ext uri="{FF2B5EF4-FFF2-40B4-BE49-F238E27FC236}">
                <a16:creationId xmlns:a16="http://schemas.microsoft.com/office/drawing/2014/main" id="{72CB04A1-0487-0647-9A0A-881EE600CEB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3" name="Line 19">
            <a:extLst>
              <a:ext uri="{FF2B5EF4-FFF2-40B4-BE49-F238E27FC236}">
                <a16:creationId xmlns:a16="http://schemas.microsoft.com/office/drawing/2014/main" id="{F05D8B66-B29F-3C4D-A354-4EAA0471E9A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4" name="Line 20">
            <a:extLst>
              <a:ext uri="{FF2B5EF4-FFF2-40B4-BE49-F238E27FC236}">
                <a16:creationId xmlns:a16="http://schemas.microsoft.com/office/drawing/2014/main" id="{88CA63B5-1CF9-104D-AC6D-363790EF70B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5" name="Line 21">
            <a:extLst>
              <a:ext uri="{FF2B5EF4-FFF2-40B4-BE49-F238E27FC236}">
                <a16:creationId xmlns:a16="http://schemas.microsoft.com/office/drawing/2014/main" id="{841A77B4-4A3A-6D46-946B-2207A2E664E0}"/>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6" name="Line 22">
            <a:extLst>
              <a:ext uri="{FF2B5EF4-FFF2-40B4-BE49-F238E27FC236}">
                <a16:creationId xmlns:a16="http://schemas.microsoft.com/office/drawing/2014/main" id="{45ACF1D2-6E8A-4447-97EA-940A06268C4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7" name="Rectangle 23">
            <a:extLst>
              <a:ext uri="{FF2B5EF4-FFF2-40B4-BE49-F238E27FC236}">
                <a16:creationId xmlns:a16="http://schemas.microsoft.com/office/drawing/2014/main" id="{821BA359-CDBE-2646-8134-F6259E14CEDC}"/>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0788" name="Rectangle 24">
            <a:extLst>
              <a:ext uri="{FF2B5EF4-FFF2-40B4-BE49-F238E27FC236}">
                <a16:creationId xmlns:a16="http://schemas.microsoft.com/office/drawing/2014/main" id="{D46144AE-E093-CD4E-A1F7-CF00D962983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0789" name="Rectangle 25">
            <a:extLst>
              <a:ext uri="{FF2B5EF4-FFF2-40B4-BE49-F238E27FC236}">
                <a16:creationId xmlns:a16="http://schemas.microsoft.com/office/drawing/2014/main" id="{6F8D9B85-31EA-264E-AFC7-868B44A23AAE}"/>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0790" name="Rectangle 26">
            <a:extLst>
              <a:ext uri="{FF2B5EF4-FFF2-40B4-BE49-F238E27FC236}">
                <a16:creationId xmlns:a16="http://schemas.microsoft.com/office/drawing/2014/main" id="{3E81358E-A9E2-CE43-A3D8-98231029511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0791" name="Rectangle 27">
            <a:extLst>
              <a:ext uri="{FF2B5EF4-FFF2-40B4-BE49-F238E27FC236}">
                <a16:creationId xmlns:a16="http://schemas.microsoft.com/office/drawing/2014/main" id="{5C642E1A-3D09-094B-AD6C-3518C5273CBC}"/>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0792" name="Rectangle 28">
            <a:extLst>
              <a:ext uri="{FF2B5EF4-FFF2-40B4-BE49-F238E27FC236}">
                <a16:creationId xmlns:a16="http://schemas.microsoft.com/office/drawing/2014/main" id="{32EA7DDC-E651-1546-80B1-E54C8D8A1679}"/>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0793" name="Rectangle 29">
            <a:extLst>
              <a:ext uri="{FF2B5EF4-FFF2-40B4-BE49-F238E27FC236}">
                <a16:creationId xmlns:a16="http://schemas.microsoft.com/office/drawing/2014/main" id="{E969E0F3-79D8-634F-BB42-71FEE7AA4FE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0794" name="Rectangle 30">
            <a:extLst>
              <a:ext uri="{FF2B5EF4-FFF2-40B4-BE49-F238E27FC236}">
                <a16:creationId xmlns:a16="http://schemas.microsoft.com/office/drawing/2014/main" id="{16A4775B-3B3C-2E4D-A678-46E7BC04034E}"/>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0795" name="Rectangle 31">
            <a:extLst>
              <a:ext uri="{FF2B5EF4-FFF2-40B4-BE49-F238E27FC236}">
                <a16:creationId xmlns:a16="http://schemas.microsoft.com/office/drawing/2014/main" id="{1E07F3A3-4192-594D-AE1E-56C6A6C1C80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0796" name="Rectangle 32">
            <a:extLst>
              <a:ext uri="{FF2B5EF4-FFF2-40B4-BE49-F238E27FC236}">
                <a16:creationId xmlns:a16="http://schemas.microsoft.com/office/drawing/2014/main" id="{A04E0E97-5C27-FE46-BFFF-E129BFAE9F6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0797" name="Rectangle 33">
            <a:extLst>
              <a:ext uri="{FF2B5EF4-FFF2-40B4-BE49-F238E27FC236}">
                <a16:creationId xmlns:a16="http://schemas.microsoft.com/office/drawing/2014/main" id="{7AC2E561-C308-CE49-91B9-32CD6A64F58F}"/>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0798" name="Rectangle 34">
            <a:extLst>
              <a:ext uri="{FF2B5EF4-FFF2-40B4-BE49-F238E27FC236}">
                <a16:creationId xmlns:a16="http://schemas.microsoft.com/office/drawing/2014/main" id="{44F919BC-60AD-5842-9C97-09318CEE6C1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0799" name="Rectangle 35">
            <a:extLst>
              <a:ext uri="{FF2B5EF4-FFF2-40B4-BE49-F238E27FC236}">
                <a16:creationId xmlns:a16="http://schemas.microsoft.com/office/drawing/2014/main" id="{749FC1E9-A51F-8D49-AEB2-754F8858524F}"/>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0800" name="Rectangle 36">
            <a:extLst>
              <a:ext uri="{FF2B5EF4-FFF2-40B4-BE49-F238E27FC236}">
                <a16:creationId xmlns:a16="http://schemas.microsoft.com/office/drawing/2014/main" id="{2913AF58-C908-DC4C-AA00-C4231DB59C6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0801" name="Rectangle 37">
            <a:extLst>
              <a:ext uri="{FF2B5EF4-FFF2-40B4-BE49-F238E27FC236}">
                <a16:creationId xmlns:a16="http://schemas.microsoft.com/office/drawing/2014/main" id="{D56DA673-6680-E84E-AB7C-07C81972DA9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0802" name="Rectangle 38">
            <a:extLst>
              <a:ext uri="{FF2B5EF4-FFF2-40B4-BE49-F238E27FC236}">
                <a16:creationId xmlns:a16="http://schemas.microsoft.com/office/drawing/2014/main" id="{73BD2502-2612-7047-A363-CC783C8CC3A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0803" name="Rectangle 39">
            <a:extLst>
              <a:ext uri="{FF2B5EF4-FFF2-40B4-BE49-F238E27FC236}">
                <a16:creationId xmlns:a16="http://schemas.microsoft.com/office/drawing/2014/main" id="{7EFDD9AE-7DE1-6D45-AFF6-EB069A1BC71A}"/>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0804" name="Rectangle 40">
            <a:extLst>
              <a:ext uri="{FF2B5EF4-FFF2-40B4-BE49-F238E27FC236}">
                <a16:creationId xmlns:a16="http://schemas.microsoft.com/office/drawing/2014/main" id="{863782F8-3759-8746-8BF7-43A1BA17C024}"/>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0805" name="Rectangle 41">
            <a:extLst>
              <a:ext uri="{FF2B5EF4-FFF2-40B4-BE49-F238E27FC236}">
                <a16:creationId xmlns:a16="http://schemas.microsoft.com/office/drawing/2014/main" id="{7587686B-CDED-F646-A15C-B2C7F6F2405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0806" name="Rectangle 42">
            <a:extLst>
              <a:ext uri="{FF2B5EF4-FFF2-40B4-BE49-F238E27FC236}">
                <a16:creationId xmlns:a16="http://schemas.microsoft.com/office/drawing/2014/main" id="{C0D103EC-E058-2842-AB2F-BC9B1A331B3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0807" name="Rectangle 43">
            <a:extLst>
              <a:ext uri="{FF2B5EF4-FFF2-40B4-BE49-F238E27FC236}">
                <a16:creationId xmlns:a16="http://schemas.microsoft.com/office/drawing/2014/main" id="{1ABA8A50-25C9-1E4D-929B-EDDDFCB0312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0808" name="Rectangle 44">
            <a:extLst>
              <a:ext uri="{FF2B5EF4-FFF2-40B4-BE49-F238E27FC236}">
                <a16:creationId xmlns:a16="http://schemas.microsoft.com/office/drawing/2014/main" id="{C4226C7B-B181-984C-9226-59654C48788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0809" name="Group 46">
            <a:extLst>
              <a:ext uri="{FF2B5EF4-FFF2-40B4-BE49-F238E27FC236}">
                <a16:creationId xmlns:a16="http://schemas.microsoft.com/office/drawing/2014/main" id="{84C62C5F-81AA-E14F-A46D-D2BB46FB21F9}"/>
              </a:ext>
            </a:extLst>
          </p:cNvPr>
          <p:cNvGrpSpPr>
            <a:grpSpLocks/>
          </p:cNvGrpSpPr>
          <p:nvPr/>
        </p:nvGrpSpPr>
        <p:grpSpPr bwMode="auto">
          <a:xfrm>
            <a:off x="1945482" y="2811066"/>
            <a:ext cx="98822" cy="52388"/>
            <a:chOff x="833" y="3024"/>
            <a:chExt cx="78" cy="51"/>
          </a:xfrm>
        </p:grpSpPr>
        <p:sp>
          <p:nvSpPr>
            <p:cNvPr id="160830" name="Rectangle 47">
              <a:extLst>
                <a:ext uri="{FF2B5EF4-FFF2-40B4-BE49-F238E27FC236}">
                  <a16:creationId xmlns:a16="http://schemas.microsoft.com/office/drawing/2014/main" id="{ACDC0072-C0A5-5948-A28B-D1F386AE4AF1}"/>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31" name="Line 48">
              <a:extLst>
                <a:ext uri="{FF2B5EF4-FFF2-40B4-BE49-F238E27FC236}">
                  <a16:creationId xmlns:a16="http://schemas.microsoft.com/office/drawing/2014/main" id="{C8A4EC26-3CEE-3244-A9A0-93CD672E997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32" name="Line 49">
              <a:extLst>
                <a:ext uri="{FF2B5EF4-FFF2-40B4-BE49-F238E27FC236}">
                  <a16:creationId xmlns:a16="http://schemas.microsoft.com/office/drawing/2014/main" id="{B88DAB7E-A50A-4E4F-AB5C-5FA5D37074F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0810" name="Group 50">
            <a:extLst>
              <a:ext uri="{FF2B5EF4-FFF2-40B4-BE49-F238E27FC236}">
                <a16:creationId xmlns:a16="http://schemas.microsoft.com/office/drawing/2014/main" id="{9B941F2D-957E-A54F-85AF-10153EF7A77A}"/>
              </a:ext>
            </a:extLst>
          </p:cNvPr>
          <p:cNvGrpSpPr>
            <a:grpSpLocks/>
          </p:cNvGrpSpPr>
          <p:nvPr/>
        </p:nvGrpSpPr>
        <p:grpSpPr bwMode="auto">
          <a:xfrm>
            <a:off x="7846219" y="2818210"/>
            <a:ext cx="98822" cy="50006"/>
            <a:chOff x="5432" y="3030"/>
            <a:chExt cx="78" cy="51"/>
          </a:xfrm>
        </p:grpSpPr>
        <p:sp>
          <p:nvSpPr>
            <p:cNvPr id="160827" name="Rectangle 51">
              <a:extLst>
                <a:ext uri="{FF2B5EF4-FFF2-40B4-BE49-F238E27FC236}">
                  <a16:creationId xmlns:a16="http://schemas.microsoft.com/office/drawing/2014/main" id="{E164EBDB-6FE1-C94A-85FA-B6C30612E4E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8" name="Line 52">
              <a:extLst>
                <a:ext uri="{FF2B5EF4-FFF2-40B4-BE49-F238E27FC236}">
                  <a16:creationId xmlns:a16="http://schemas.microsoft.com/office/drawing/2014/main" id="{29CD7916-8604-C044-8777-901506A1CC14}"/>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29" name="Line 53">
              <a:extLst>
                <a:ext uri="{FF2B5EF4-FFF2-40B4-BE49-F238E27FC236}">
                  <a16:creationId xmlns:a16="http://schemas.microsoft.com/office/drawing/2014/main" id="{C4C93C93-844F-724E-AA30-98FCBC09AA7D}"/>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0811" name="Rectangle 75">
            <a:extLst>
              <a:ext uri="{FF2B5EF4-FFF2-40B4-BE49-F238E27FC236}">
                <a16:creationId xmlns:a16="http://schemas.microsoft.com/office/drawing/2014/main" id="{0E10263A-A518-6F40-9016-8287AE5822F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2" name="Rectangle 80">
            <a:extLst>
              <a:ext uri="{FF2B5EF4-FFF2-40B4-BE49-F238E27FC236}">
                <a16:creationId xmlns:a16="http://schemas.microsoft.com/office/drawing/2014/main" id="{49B0CE2B-5C93-2F4B-8C74-FFDB4B648FF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13" name="Rectangle 82">
            <a:extLst>
              <a:ext uri="{FF2B5EF4-FFF2-40B4-BE49-F238E27FC236}">
                <a16:creationId xmlns:a16="http://schemas.microsoft.com/office/drawing/2014/main" id="{DD890A68-D9E9-D14C-B7D1-6992B0C2E8B1}"/>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4" name="Rectangle 83">
            <a:extLst>
              <a:ext uri="{FF2B5EF4-FFF2-40B4-BE49-F238E27FC236}">
                <a16:creationId xmlns:a16="http://schemas.microsoft.com/office/drawing/2014/main" id="{C7C82B1E-6B12-2B48-9A1E-CAF4FB6B1106}"/>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0815" name="Rectangle 85">
            <a:extLst>
              <a:ext uri="{FF2B5EF4-FFF2-40B4-BE49-F238E27FC236}">
                <a16:creationId xmlns:a16="http://schemas.microsoft.com/office/drawing/2014/main" id="{A2205E54-A7FE-504E-BCFB-D749D417C7F0}"/>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379998" name="Group 94">
            <a:extLst>
              <a:ext uri="{FF2B5EF4-FFF2-40B4-BE49-F238E27FC236}">
                <a16:creationId xmlns:a16="http://schemas.microsoft.com/office/drawing/2014/main" id="{A61D5D1C-C704-BE4F-A147-688688AD0A75}"/>
              </a:ext>
            </a:extLst>
          </p:cNvPr>
          <p:cNvGrpSpPr>
            <a:grpSpLocks/>
          </p:cNvGrpSpPr>
          <p:nvPr/>
        </p:nvGrpSpPr>
        <p:grpSpPr bwMode="auto">
          <a:xfrm>
            <a:off x="1275160" y="1006079"/>
            <a:ext cx="329804" cy="1997869"/>
            <a:chOff x="111" y="845"/>
            <a:chExt cx="277" cy="1678"/>
          </a:xfrm>
        </p:grpSpPr>
        <p:sp>
          <p:nvSpPr>
            <p:cNvPr id="160825" name="Line 89">
              <a:extLst>
                <a:ext uri="{FF2B5EF4-FFF2-40B4-BE49-F238E27FC236}">
                  <a16:creationId xmlns:a16="http://schemas.microsoft.com/office/drawing/2014/main" id="{2889C6D6-4ABE-CC40-A1F0-243697EE178E}"/>
                </a:ext>
              </a:extLst>
            </p:cNvPr>
            <p:cNvSpPr>
              <a:spLocks noChangeShapeType="1"/>
            </p:cNvSpPr>
            <p:nvPr/>
          </p:nvSpPr>
          <p:spPr bwMode="auto">
            <a:xfrm>
              <a:off x="249" y="845"/>
              <a:ext cx="0" cy="1678"/>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6" name="Rectangle 78">
              <a:extLst>
                <a:ext uri="{FF2B5EF4-FFF2-40B4-BE49-F238E27FC236}">
                  <a16:creationId xmlns:a16="http://schemas.microsoft.com/office/drawing/2014/main" id="{0E73F54D-F5B0-5648-A223-DC0C3E530E19}"/>
                </a:ext>
              </a:extLst>
            </p:cNvPr>
            <p:cNvSpPr>
              <a:spLocks noChangeArrowheads="1"/>
            </p:cNvSpPr>
            <p:nvPr/>
          </p:nvSpPr>
          <p:spPr bwMode="auto">
            <a:xfrm>
              <a:off x="111" y="1389"/>
              <a:ext cx="277" cy="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grpSp>
      <p:grpSp>
        <p:nvGrpSpPr>
          <p:cNvPr id="379997" name="Group 93">
            <a:extLst>
              <a:ext uri="{FF2B5EF4-FFF2-40B4-BE49-F238E27FC236}">
                <a16:creationId xmlns:a16="http://schemas.microsoft.com/office/drawing/2014/main" id="{4726F0C7-F913-B14B-A3A5-2D1B0A32DF61}"/>
              </a:ext>
            </a:extLst>
          </p:cNvPr>
          <p:cNvGrpSpPr>
            <a:grpSpLocks/>
          </p:cNvGrpSpPr>
          <p:nvPr/>
        </p:nvGrpSpPr>
        <p:grpSpPr bwMode="auto">
          <a:xfrm>
            <a:off x="1980010" y="1006079"/>
            <a:ext cx="5922169" cy="3076575"/>
            <a:chOff x="703" y="845"/>
            <a:chExt cx="4974" cy="2584"/>
          </a:xfrm>
        </p:grpSpPr>
        <p:sp>
          <p:nvSpPr>
            <p:cNvPr id="160823" name="Rectangle 91">
              <a:extLst>
                <a:ext uri="{FF2B5EF4-FFF2-40B4-BE49-F238E27FC236}">
                  <a16:creationId xmlns:a16="http://schemas.microsoft.com/office/drawing/2014/main" id="{6102E9D7-C36B-074C-BCCE-35B0051337E5}"/>
                </a:ext>
              </a:extLst>
            </p:cNvPr>
            <p:cNvSpPr>
              <a:spLocks noChangeArrowheads="1"/>
            </p:cNvSpPr>
            <p:nvPr/>
          </p:nvSpPr>
          <p:spPr bwMode="auto">
            <a:xfrm>
              <a:off x="703" y="845"/>
              <a:ext cx="4974" cy="1678"/>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4" name="Rectangle 92">
              <a:extLst>
                <a:ext uri="{FF2B5EF4-FFF2-40B4-BE49-F238E27FC236}">
                  <a16:creationId xmlns:a16="http://schemas.microsoft.com/office/drawing/2014/main" id="{575E7B57-823D-3A46-B386-2802A476F417}"/>
                </a:ext>
              </a:extLst>
            </p:cNvPr>
            <p:cNvSpPr>
              <a:spLocks noChangeArrowheads="1"/>
            </p:cNvSpPr>
            <p:nvPr/>
          </p:nvSpPr>
          <p:spPr bwMode="auto">
            <a:xfrm>
              <a:off x="1426" y="3145"/>
              <a:ext cx="915" cy="284"/>
            </a:xfrm>
            <a:prstGeom prst="rect">
              <a:avLst/>
            </a:prstGeom>
            <a:noFill/>
            <a:ln w="381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0818" name="AutoShape 97">
            <a:extLst>
              <a:ext uri="{FF2B5EF4-FFF2-40B4-BE49-F238E27FC236}">
                <a16:creationId xmlns:a16="http://schemas.microsoft.com/office/drawing/2014/main" id="{C3172B77-8422-C44A-A301-607238A802F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160819" name="Group 100">
            <a:extLst>
              <a:ext uri="{FF2B5EF4-FFF2-40B4-BE49-F238E27FC236}">
                <a16:creationId xmlns:a16="http://schemas.microsoft.com/office/drawing/2014/main" id="{BB336F33-8468-1D40-8FC4-0BDA0FFE8751}"/>
              </a:ext>
            </a:extLst>
          </p:cNvPr>
          <p:cNvGrpSpPr>
            <a:grpSpLocks/>
          </p:cNvGrpSpPr>
          <p:nvPr/>
        </p:nvGrpSpPr>
        <p:grpSpPr bwMode="auto">
          <a:xfrm>
            <a:off x="2377680" y="4137422"/>
            <a:ext cx="906066" cy="641747"/>
            <a:chOff x="1037" y="3475"/>
            <a:chExt cx="761" cy="539"/>
          </a:xfrm>
        </p:grpSpPr>
        <p:sp>
          <p:nvSpPr>
            <p:cNvPr id="160821" name="Line 98">
              <a:extLst>
                <a:ext uri="{FF2B5EF4-FFF2-40B4-BE49-F238E27FC236}">
                  <a16:creationId xmlns:a16="http://schemas.microsoft.com/office/drawing/2014/main" id="{D9CE4AE6-8C0B-B34C-BBC8-5FE2C1C9A411}"/>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2" name="Rectangle 99">
              <a:extLst>
                <a:ext uri="{FF2B5EF4-FFF2-40B4-BE49-F238E27FC236}">
                  <a16:creationId xmlns:a16="http://schemas.microsoft.com/office/drawing/2014/main" id="{9CE4084F-B482-C44A-B531-2ED74B109F1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0820" name="幻灯片编号占位符 1">
            <a:extLst>
              <a:ext uri="{FF2B5EF4-FFF2-40B4-BE49-F238E27FC236}">
                <a16:creationId xmlns:a16="http://schemas.microsoft.com/office/drawing/2014/main" id="{099994AC-C609-FD48-A74B-9F3B2EA4CF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8EC6471-9AD1-C54A-8EDA-88A02C5315A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0283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2817" name="Rectangle 2">
            <a:extLst>
              <a:ext uri="{FF2B5EF4-FFF2-40B4-BE49-F238E27FC236}">
                <a16:creationId xmlns:a16="http://schemas.microsoft.com/office/drawing/2014/main" id="{0CC34ED2-248B-464E-85D5-13A28E7BA987}"/>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18" name="Line 3">
            <a:extLst>
              <a:ext uri="{FF2B5EF4-FFF2-40B4-BE49-F238E27FC236}">
                <a16:creationId xmlns:a16="http://schemas.microsoft.com/office/drawing/2014/main" id="{675A9EFE-AB8F-6043-93A6-3771DC5B92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19" name="Rectangle 5">
            <a:extLst>
              <a:ext uri="{FF2B5EF4-FFF2-40B4-BE49-F238E27FC236}">
                <a16:creationId xmlns:a16="http://schemas.microsoft.com/office/drawing/2014/main" id="{C59F812A-D8F0-C94A-B68C-DB7935CF750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2820" name="Rectangle 6">
            <a:extLst>
              <a:ext uri="{FF2B5EF4-FFF2-40B4-BE49-F238E27FC236}">
                <a16:creationId xmlns:a16="http://schemas.microsoft.com/office/drawing/2014/main" id="{898C5706-2C2F-2643-95E1-60A979D5939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2821" name="Line 7">
            <a:extLst>
              <a:ext uri="{FF2B5EF4-FFF2-40B4-BE49-F238E27FC236}">
                <a16:creationId xmlns:a16="http://schemas.microsoft.com/office/drawing/2014/main" id="{0B67AAA7-2B83-1244-A52A-AF34F84164A7}"/>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2822" name="Rectangle 9">
            <a:extLst>
              <a:ext uri="{FF2B5EF4-FFF2-40B4-BE49-F238E27FC236}">
                <a16:creationId xmlns:a16="http://schemas.microsoft.com/office/drawing/2014/main" id="{BF5DFC39-D0A1-0242-BBF4-2FFC2A22A461}"/>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3" name="Rectangle 11">
            <a:extLst>
              <a:ext uri="{FF2B5EF4-FFF2-40B4-BE49-F238E27FC236}">
                <a16:creationId xmlns:a16="http://schemas.microsoft.com/office/drawing/2014/main" id="{9959E3AF-2B87-4D47-A2E4-C2B51BA8CC61}"/>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4" name="Rectangle 12">
            <a:extLst>
              <a:ext uri="{FF2B5EF4-FFF2-40B4-BE49-F238E27FC236}">
                <a16:creationId xmlns:a16="http://schemas.microsoft.com/office/drawing/2014/main" id="{8821807A-2550-224F-99F3-CB44F5355116}"/>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5" name="Line 13">
            <a:extLst>
              <a:ext uri="{FF2B5EF4-FFF2-40B4-BE49-F238E27FC236}">
                <a16:creationId xmlns:a16="http://schemas.microsoft.com/office/drawing/2014/main" id="{8A3AFA41-48AC-764B-8D49-5C8809B7129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6" name="Line 14">
            <a:extLst>
              <a:ext uri="{FF2B5EF4-FFF2-40B4-BE49-F238E27FC236}">
                <a16:creationId xmlns:a16="http://schemas.microsoft.com/office/drawing/2014/main" id="{B858D480-B5ED-D54E-85E9-561C0A41856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7" name="Line 15">
            <a:extLst>
              <a:ext uri="{FF2B5EF4-FFF2-40B4-BE49-F238E27FC236}">
                <a16:creationId xmlns:a16="http://schemas.microsoft.com/office/drawing/2014/main" id="{F0E502ED-3E13-5243-82EE-82CE3D11FD9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8" name="Line 16">
            <a:extLst>
              <a:ext uri="{FF2B5EF4-FFF2-40B4-BE49-F238E27FC236}">
                <a16:creationId xmlns:a16="http://schemas.microsoft.com/office/drawing/2014/main" id="{6D972337-A737-1044-9A76-9A16A47028D2}"/>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9" name="Line 17">
            <a:extLst>
              <a:ext uri="{FF2B5EF4-FFF2-40B4-BE49-F238E27FC236}">
                <a16:creationId xmlns:a16="http://schemas.microsoft.com/office/drawing/2014/main" id="{0AD4D94D-6863-6A48-8A96-72B4FB1F0AC8}"/>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0" name="Line 18">
            <a:extLst>
              <a:ext uri="{FF2B5EF4-FFF2-40B4-BE49-F238E27FC236}">
                <a16:creationId xmlns:a16="http://schemas.microsoft.com/office/drawing/2014/main" id="{A94AA1A6-FF0A-D342-A517-2A196486140B}"/>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1" name="Line 19">
            <a:extLst>
              <a:ext uri="{FF2B5EF4-FFF2-40B4-BE49-F238E27FC236}">
                <a16:creationId xmlns:a16="http://schemas.microsoft.com/office/drawing/2014/main" id="{6410D350-2717-6648-BE5E-18149D91CB9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2" name="Line 20">
            <a:extLst>
              <a:ext uri="{FF2B5EF4-FFF2-40B4-BE49-F238E27FC236}">
                <a16:creationId xmlns:a16="http://schemas.microsoft.com/office/drawing/2014/main" id="{4E82EB40-2D95-0143-8E23-877624ACDDB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3" name="Line 21">
            <a:extLst>
              <a:ext uri="{FF2B5EF4-FFF2-40B4-BE49-F238E27FC236}">
                <a16:creationId xmlns:a16="http://schemas.microsoft.com/office/drawing/2014/main" id="{4D2AB8D0-365F-3D49-8A5E-3B4B8CEBB92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4" name="Line 22">
            <a:extLst>
              <a:ext uri="{FF2B5EF4-FFF2-40B4-BE49-F238E27FC236}">
                <a16:creationId xmlns:a16="http://schemas.microsoft.com/office/drawing/2014/main" id="{FEEB982C-C636-D64A-8B64-67767230241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5" name="Line 23">
            <a:extLst>
              <a:ext uri="{FF2B5EF4-FFF2-40B4-BE49-F238E27FC236}">
                <a16:creationId xmlns:a16="http://schemas.microsoft.com/office/drawing/2014/main" id="{B68DE90F-67A4-A446-9738-5AC3C7F0C969}"/>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6" name="Rectangle 24">
            <a:extLst>
              <a:ext uri="{FF2B5EF4-FFF2-40B4-BE49-F238E27FC236}">
                <a16:creationId xmlns:a16="http://schemas.microsoft.com/office/drawing/2014/main" id="{2A576AAB-659D-6D49-B857-A426750DB1F6}"/>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2837" name="Rectangle 25">
            <a:extLst>
              <a:ext uri="{FF2B5EF4-FFF2-40B4-BE49-F238E27FC236}">
                <a16:creationId xmlns:a16="http://schemas.microsoft.com/office/drawing/2014/main" id="{51B5D354-EA08-DE43-A037-CC4F20E3771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2838" name="Rectangle 26">
            <a:extLst>
              <a:ext uri="{FF2B5EF4-FFF2-40B4-BE49-F238E27FC236}">
                <a16:creationId xmlns:a16="http://schemas.microsoft.com/office/drawing/2014/main" id="{DF3C840E-7A2C-D24C-B367-DFCC00D80CD5}"/>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2839" name="Rectangle 27">
            <a:extLst>
              <a:ext uri="{FF2B5EF4-FFF2-40B4-BE49-F238E27FC236}">
                <a16:creationId xmlns:a16="http://schemas.microsoft.com/office/drawing/2014/main" id="{2F79ACF7-CE27-2B46-92DD-1C458B25983B}"/>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2840" name="Rectangle 28">
            <a:extLst>
              <a:ext uri="{FF2B5EF4-FFF2-40B4-BE49-F238E27FC236}">
                <a16:creationId xmlns:a16="http://schemas.microsoft.com/office/drawing/2014/main" id="{36209240-695B-8C4D-AE5A-A6C9A8EBD9B8}"/>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2841" name="Rectangle 29">
            <a:extLst>
              <a:ext uri="{FF2B5EF4-FFF2-40B4-BE49-F238E27FC236}">
                <a16:creationId xmlns:a16="http://schemas.microsoft.com/office/drawing/2014/main" id="{CAA7825A-13B1-4B44-8403-FACFF1263547}"/>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2842" name="Rectangle 30">
            <a:extLst>
              <a:ext uri="{FF2B5EF4-FFF2-40B4-BE49-F238E27FC236}">
                <a16:creationId xmlns:a16="http://schemas.microsoft.com/office/drawing/2014/main" id="{42B6ACCE-0AF3-CC45-874E-2FAB39E26E9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2843" name="Rectangle 31">
            <a:extLst>
              <a:ext uri="{FF2B5EF4-FFF2-40B4-BE49-F238E27FC236}">
                <a16:creationId xmlns:a16="http://schemas.microsoft.com/office/drawing/2014/main" id="{0FB120DF-5C7B-1441-B011-56180C4C4D44}"/>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2844" name="Rectangle 32">
            <a:extLst>
              <a:ext uri="{FF2B5EF4-FFF2-40B4-BE49-F238E27FC236}">
                <a16:creationId xmlns:a16="http://schemas.microsoft.com/office/drawing/2014/main" id="{E2C2B803-5B15-4942-8CC5-0C913D470DB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2845" name="Rectangle 33">
            <a:extLst>
              <a:ext uri="{FF2B5EF4-FFF2-40B4-BE49-F238E27FC236}">
                <a16:creationId xmlns:a16="http://schemas.microsoft.com/office/drawing/2014/main" id="{E5BA588B-B9EA-7A48-9545-E894CC90177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2846" name="Rectangle 34">
            <a:extLst>
              <a:ext uri="{FF2B5EF4-FFF2-40B4-BE49-F238E27FC236}">
                <a16:creationId xmlns:a16="http://schemas.microsoft.com/office/drawing/2014/main" id="{66B582A1-49CB-EB4E-A8AC-354FEA85DC5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2847" name="Rectangle 35">
            <a:extLst>
              <a:ext uri="{FF2B5EF4-FFF2-40B4-BE49-F238E27FC236}">
                <a16:creationId xmlns:a16="http://schemas.microsoft.com/office/drawing/2014/main" id="{F677455A-3934-AF40-91EF-AAFE4B99C69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2848" name="Rectangle 36">
            <a:extLst>
              <a:ext uri="{FF2B5EF4-FFF2-40B4-BE49-F238E27FC236}">
                <a16:creationId xmlns:a16="http://schemas.microsoft.com/office/drawing/2014/main" id="{9FF4308E-7880-BC4F-ADC2-CD4BE6F0092F}"/>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2849" name="Rectangle 37">
            <a:extLst>
              <a:ext uri="{FF2B5EF4-FFF2-40B4-BE49-F238E27FC236}">
                <a16:creationId xmlns:a16="http://schemas.microsoft.com/office/drawing/2014/main" id="{84DC5A0A-EE7F-C746-9027-E02722DD2707}"/>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2850" name="Rectangle 38">
            <a:extLst>
              <a:ext uri="{FF2B5EF4-FFF2-40B4-BE49-F238E27FC236}">
                <a16:creationId xmlns:a16="http://schemas.microsoft.com/office/drawing/2014/main" id="{A3FC0641-7C4F-9E4E-87C6-7D3ABE7ED512}"/>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2851" name="Rectangle 39">
            <a:extLst>
              <a:ext uri="{FF2B5EF4-FFF2-40B4-BE49-F238E27FC236}">
                <a16:creationId xmlns:a16="http://schemas.microsoft.com/office/drawing/2014/main" id="{0CEC9E1A-38CD-DA44-9653-24A7FC945AB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2852" name="Rectangle 40">
            <a:extLst>
              <a:ext uri="{FF2B5EF4-FFF2-40B4-BE49-F238E27FC236}">
                <a16:creationId xmlns:a16="http://schemas.microsoft.com/office/drawing/2014/main" id="{F99ECEFC-79F9-5141-A763-9A321DCF2F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2853" name="Rectangle 41">
            <a:extLst>
              <a:ext uri="{FF2B5EF4-FFF2-40B4-BE49-F238E27FC236}">
                <a16:creationId xmlns:a16="http://schemas.microsoft.com/office/drawing/2014/main" id="{40ADE6FF-5707-B841-8BC6-A3490EC9358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2854" name="Rectangle 42">
            <a:extLst>
              <a:ext uri="{FF2B5EF4-FFF2-40B4-BE49-F238E27FC236}">
                <a16:creationId xmlns:a16="http://schemas.microsoft.com/office/drawing/2014/main" id="{8F1D7292-202E-4646-94E3-215B2CFA205C}"/>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2855" name="Rectangle 43">
            <a:extLst>
              <a:ext uri="{FF2B5EF4-FFF2-40B4-BE49-F238E27FC236}">
                <a16:creationId xmlns:a16="http://schemas.microsoft.com/office/drawing/2014/main" id="{090A6E49-693F-BD4C-BB92-04651FB68465}"/>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2856" name="Rectangle 44">
            <a:extLst>
              <a:ext uri="{FF2B5EF4-FFF2-40B4-BE49-F238E27FC236}">
                <a16:creationId xmlns:a16="http://schemas.microsoft.com/office/drawing/2014/main" id="{22E4A0B4-0281-144A-B1AE-CBC4CAE470A0}"/>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2857" name="Rectangle 45">
            <a:extLst>
              <a:ext uri="{FF2B5EF4-FFF2-40B4-BE49-F238E27FC236}">
                <a16:creationId xmlns:a16="http://schemas.microsoft.com/office/drawing/2014/main" id="{07220C6E-E36F-A946-9E16-06DBB526424C}"/>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2858" name="Group 46">
            <a:extLst>
              <a:ext uri="{FF2B5EF4-FFF2-40B4-BE49-F238E27FC236}">
                <a16:creationId xmlns:a16="http://schemas.microsoft.com/office/drawing/2014/main" id="{0C1EDA2D-9D73-5E4C-AB1D-8018E45BDF0F}"/>
              </a:ext>
            </a:extLst>
          </p:cNvPr>
          <p:cNvGrpSpPr>
            <a:grpSpLocks/>
          </p:cNvGrpSpPr>
          <p:nvPr/>
        </p:nvGrpSpPr>
        <p:grpSpPr bwMode="auto">
          <a:xfrm>
            <a:off x="1945482" y="2811066"/>
            <a:ext cx="98822" cy="52388"/>
            <a:chOff x="833" y="3024"/>
            <a:chExt cx="78" cy="51"/>
          </a:xfrm>
        </p:grpSpPr>
        <p:sp>
          <p:nvSpPr>
            <p:cNvPr id="162877" name="Rectangle 47">
              <a:extLst>
                <a:ext uri="{FF2B5EF4-FFF2-40B4-BE49-F238E27FC236}">
                  <a16:creationId xmlns:a16="http://schemas.microsoft.com/office/drawing/2014/main" id="{FAF25C48-8144-5B48-8694-56F8A5CDC7ED}"/>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8" name="Line 48">
              <a:extLst>
                <a:ext uri="{FF2B5EF4-FFF2-40B4-BE49-F238E27FC236}">
                  <a16:creationId xmlns:a16="http://schemas.microsoft.com/office/drawing/2014/main" id="{E3A29B89-BD23-884D-AD4F-E90A5713324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9" name="Line 49">
              <a:extLst>
                <a:ext uri="{FF2B5EF4-FFF2-40B4-BE49-F238E27FC236}">
                  <a16:creationId xmlns:a16="http://schemas.microsoft.com/office/drawing/2014/main" id="{62F8FC9F-1025-4F43-937F-3DC89794ED4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2859" name="Group 50">
            <a:extLst>
              <a:ext uri="{FF2B5EF4-FFF2-40B4-BE49-F238E27FC236}">
                <a16:creationId xmlns:a16="http://schemas.microsoft.com/office/drawing/2014/main" id="{EB7C73F7-7911-0045-911C-C58C8B29CD96}"/>
              </a:ext>
            </a:extLst>
          </p:cNvPr>
          <p:cNvGrpSpPr>
            <a:grpSpLocks/>
          </p:cNvGrpSpPr>
          <p:nvPr/>
        </p:nvGrpSpPr>
        <p:grpSpPr bwMode="auto">
          <a:xfrm>
            <a:off x="7846219" y="2818210"/>
            <a:ext cx="98822" cy="50006"/>
            <a:chOff x="5432" y="3030"/>
            <a:chExt cx="78" cy="51"/>
          </a:xfrm>
        </p:grpSpPr>
        <p:sp>
          <p:nvSpPr>
            <p:cNvPr id="162874" name="Rectangle 51">
              <a:extLst>
                <a:ext uri="{FF2B5EF4-FFF2-40B4-BE49-F238E27FC236}">
                  <a16:creationId xmlns:a16="http://schemas.microsoft.com/office/drawing/2014/main" id="{6205B444-ADF4-2940-9253-CD1B50FA2FA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5" name="Line 52">
              <a:extLst>
                <a:ext uri="{FF2B5EF4-FFF2-40B4-BE49-F238E27FC236}">
                  <a16:creationId xmlns:a16="http://schemas.microsoft.com/office/drawing/2014/main" id="{CD71B271-45C1-394B-AC07-E8265774A20F}"/>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6" name="Line 53">
              <a:extLst>
                <a:ext uri="{FF2B5EF4-FFF2-40B4-BE49-F238E27FC236}">
                  <a16:creationId xmlns:a16="http://schemas.microsoft.com/office/drawing/2014/main" id="{9747AC8B-5C62-E646-8649-4E1F8EAAA2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2860" name="Rectangle 74">
            <a:extLst>
              <a:ext uri="{FF2B5EF4-FFF2-40B4-BE49-F238E27FC236}">
                <a16:creationId xmlns:a16="http://schemas.microsoft.com/office/drawing/2014/main" id="{751710F7-E3B8-CE41-9313-57FCBA883E08}"/>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1" name="Rectangle 76">
            <a:extLst>
              <a:ext uri="{FF2B5EF4-FFF2-40B4-BE49-F238E27FC236}">
                <a16:creationId xmlns:a16="http://schemas.microsoft.com/office/drawing/2014/main" id="{C2803E8C-5276-A746-9256-3CDD6A1E04E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62" name="Rectangle 77">
            <a:extLst>
              <a:ext uri="{FF2B5EF4-FFF2-40B4-BE49-F238E27FC236}">
                <a16:creationId xmlns:a16="http://schemas.microsoft.com/office/drawing/2014/main" id="{93926DE7-B8B4-664D-B245-B993DAAAC619}"/>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3" name="Rectangle 78">
            <a:extLst>
              <a:ext uri="{FF2B5EF4-FFF2-40B4-BE49-F238E27FC236}">
                <a16:creationId xmlns:a16="http://schemas.microsoft.com/office/drawing/2014/main" id="{053CCD42-85CF-F343-9BBE-D519852E3C42}"/>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2864" name="Rectangle 80">
            <a:extLst>
              <a:ext uri="{FF2B5EF4-FFF2-40B4-BE49-F238E27FC236}">
                <a16:creationId xmlns:a16="http://schemas.microsoft.com/office/drawing/2014/main" id="{1CB15617-42D1-E740-97C5-13A8E76CFAEA}"/>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64982" name="Group 86">
            <a:extLst>
              <a:ext uri="{FF2B5EF4-FFF2-40B4-BE49-F238E27FC236}">
                <a16:creationId xmlns:a16="http://schemas.microsoft.com/office/drawing/2014/main" id="{A6A9C72F-E6F0-3E45-9EFA-F6FF3BCFE70C}"/>
              </a:ext>
            </a:extLst>
          </p:cNvPr>
          <p:cNvGrpSpPr>
            <a:grpSpLocks/>
          </p:cNvGrpSpPr>
          <p:nvPr/>
        </p:nvGrpSpPr>
        <p:grpSpPr bwMode="auto">
          <a:xfrm>
            <a:off x="1601391" y="1006079"/>
            <a:ext cx="6300788" cy="1674019"/>
            <a:chOff x="385" y="845"/>
            <a:chExt cx="5292" cy="1406"/>
          </a:xfrm>
        </p:grpSpPr>
        <p:grpSp>
          <p:nvGrpSpPr>
            <p:cNvPr id="162870" name="Group 84">
              <a:extLst>
                <a:ext uri="{FF2B5EF4-FFF2-40B4-BE49-F238E27FC236}">
                  <a16:creationId xmlns:a16="http://schemas.microsoft.com/office/drawing/2014/main" id="{6A2A24BF-E4E1-D04D-9847-7B0A58AC3C75}"/>
                </a:ext>
              </a:extLst>
            </p:cNvPr>
            <p:cNvGrpSpPr>
              <a:grpSpLocks/>
            </p:cNvGrpSpPr>
            <p:nvPr/>
          </p:nvGrpSpPr>
          <p:grpSpPr bwMode="auto">
            <a:xfrm>
              <a:off x="385" y="845"/>
              <a:ext cx="5292" cy="1406"/>
              <a:chOff x="385" y="845"/>
              <a:chExt cx="5292" cy="1406"/>
            </a:xfrm>
          </p:grpSpPr>
          <p:sp>
            <p:nvSpPr>
              <p:cNvPr id="162872" name="Rectangle 4">
                <a:extLst>
                  <a:ext uri="{FF2B5EF4-FFF2-40B4-BE49-F238E27FC236}">
                    <a16:creationId xmlns:a16="http://schemas.microsoft.com/office/drawing/2014/main" id="{202EC0F2-2A50-0847-8FDC-1D06273D2A15}"/>
                  </a:ext>
                </a:extLst>
              </p:cNvPr>
              <p:cNvSpPr>
                <a:spLocks noChangeArrowheads="1"/>
              </p:cNvSpPr>
              <p:nvPr/>
            </p:nvSpPr>
            <p:spPr bwMode="auto">
              <a:xfrm>
                <a:off x="385" y="1117"/>
                <a:ext cx="277" cy="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2873" name="Rectangle 82">
                <a:extLst>
                  <a:ext uri="{FF2B5EF4-FFF2-40B4-BE49-F238E27FC236}">
                    <a16:creationId xmlns:a16="http://schemas.microsoft.com/office/drawing/2014/main" id="{51DEDF69-3869-924F-A7CA-5DBF9229FB03}"/>
                  </a:ext>
                </a:extLst>
              </p:cNvPr>
              <p:cNvSpPr>
                <a:spLocks noChangeArrowheads="1"/>
              </p:cNvSpPr>
              <p:nvPr/>
            </p:nvSpPr>
            <p:spPr bwMode="auto">
              <a:xfrm>
                <a:off x="703" y="845"/>
                <a:ext cx="4974" cy="1406"/>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2871" name="AutoShape 85">
              <a:extLst>
                <a:ext uri="{FF2B5EF4-FFF2-40B4-BE49-F238E27FC236}">
                  <a16:creationId xmlns:a16="http://schemas.microsoft.com/office/drawing/2014/main" id="{E65CCEF3-FEA0-1142-8F77-4D3A272B810B}"/>
                </a:ext>
              </a:extLst>
            </p:cNvPr>
            <p:cNvSpPr>
              <a:spLocks/>
            </p:cNvSpPr>
            <p:nvPr/>
          </p:nvSpPr>
          <p:spPr bwMode="auto">
            <a:xfrm>
              <a:off x="598" y="890"/>
              <a:ext cx="105" cy="136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grpSp>
        <p:nvGrpSpPr>
          <p:cNvPr id="162866" name="Group 88">
            <a:extLst>
              <a:ext uri="{FF2B5EF4-FFF2-40B4-BE49-F238E27FC236}">
                <a16:creationId xmlns:a16="http://schemas.microsoft.com/office/drawing/2014/main" id="{6A7D0E82-0EF9-7643-A3EA-D9611E7C6C11}"/>
              </a:ext>
            </a:extLst>
          </p:cNvPr>
          <p:cNvGrpSpPr>
            <a:grpSpLocks/>
          </p:cNvGrpSpPr>
          <p:nvPr/>
        </p:nvGrpSpPr>
        <p:grpSpPr bwMode="auto">
          <a:xfrm>
            <a:off x="2377680" y="4137422"/>
            <a:ext cx="906066" cy="641747"/>
            <a:chOff x="1037" y="3475"/>
            <a:chExt cx="761" cy="539"/>
          </a:xfrm>
        </p:grpSpPr>
        <p:sp>
          <p:nvSpPr>
            <p:cNvPr id="162868" name="Line 89">
              <a:extLst>
                <a:ext uri="{FF2B5EF4-FFF2-40B4-BE49-F238E27FC236}">
                  <a16:creationId xmlns:a16="http://schemas.microsoft.com/office/drawing/2014/main" id="{7ED44115-AADA-1146-B74F-2CC5901A7C96}"/>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69" name="Rectangle 90">
              <a:extLst>
                <a:ext uri="{FF2B5EF4-FFF2-40B4-BE49-F238E27FC236}">
                  <a16:creationId xmlns:a16="http://schemas.microsoft.com/office/drawing/2014/main" id="{B1C02926-AB99-834A-A315-7C49515ABDE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2867" name="幻灯片编号占位符 1">
            <a:extLst>
              <a:ext uri="{FF2B5EF4-FFF2-40B4-BE49-F238E27FC236}">
                <a16:creationId xmlns:a16="http://schemas.microsoft.com/office/drawing/2014/main" id="{F4482CBC-3DA1-D347-8035-1B83DDF4516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D7AFBF-B9CE-DA40-A242-17B23CE29C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76311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4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4865" name="Rectangle 2">
            <a:extLst>
              <a:ext uri="{FF2B5EF4-FFF2-40B4-BE49-F238E27FC236}">
                <a16:creationId xmlns:a16="http://schemas.microsoft.com/office/drawing/2014/main" id="{6DD3897F-27A0-A642-9F3A-1E2FBAE9FD29}"/>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66" name="Line 3">
            <a:extLst>
              <a:ext uri="{FF2B5EF4-FFF2-40B4-BE49-F238E27FC236}">
                <a16:creationId xmlns:a16="http://schemas.microsoft.com/office/drawing/2014/main" id="{C3B04B0F-78FB-724A-96B8-126B7E89D80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867" name="Rectangle 4">
            <a:extLst>
              <a:ext uri="{FF2B5EF4-FFF2-40B4-BE49-F238E27FC236}">
                <a16:creationId xmlns:a16="http://schemas.microsoft.com/office/drawing/2014/main" id="{B0068DF9-C65C-F74A-B4FE-76C8E884DD29}"/>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p:txBody>
      </p:sp>
      <p:sp>
        <p:nvSpPr>
          <p:cNvPr id="164868" name="Line 5">
            <a:extLst>
              <a:ext uri="{FF2B5EF4-FFF2-40B4-BE49-F238E27FC236}">
                <a16:creationId xmlns:a16="http://schemas.microsoft.com/office/drawing/2014/main" id="{A0D91AAC-49B6-9C4A-B61A-6A3099179D1D}"/>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4869" name="Rectangle 7">
            <a:extLst>
              <a:ext uri="{FF2B5EF4-FFF2-40B4-BE49-F238E27FC236}">
                <a16:creationId xmlns:a16="http://schemas.microsoft.com/office/drawing/2014/main" id="{F3A05661-2A46-8042-859E-ACB68E7E47C4}"/>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0" name="Rectangle 9">
            <a:extLst>
              <a:ext uri="{FF2B5EF4-FFF2-40B4-BE49-F238E27FC236}">
                <a16:creationId xmlns:a16="http://schemas.microsoft.com/office/drawing/2014/main" id="{3220DD61-9763-694F-B3DD-00AD1BD8797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1" name="Rectangle 10">
            <a:extLst>
              <a:ext uri="{FF2B5EF4-FFF2-40B4-BE49-F238E27FC236}">
                <a16:creationId xmlns:a16="http://schemas.microsoft.com/office/drawing/2014/main" id="{F919D4F5-51CC-9B45-9740-3A99F0ACBBF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2" name="Line 11">
            <a:extLst>
              <a:ext uri="{FF2B5EF4-FFF2-40B4-BE49-F238E27FC236}">
                <a16:creationId xmlns:a16="http://schemas.microsoft.com/office/drawing/2014/main" id="{98EC178B-9911-5E4F-9CC0-CC7620768BA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3" name="Line 12">
            <a:extLst>
              <a:ext uri="{FF2B5EF4-FFF2-40B4-BE49-F238E27FC236}">
                <a16:creationId xmlns:a16="http://schemas.microsoft.com/office/drawing/2014/main" id="{9BB8C220-12ED-A741-94E6-7B02F274EFC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4" name="Line 13">
            <a:extLst>
              <a:ext uri="{FF2B5EF4-FFF2-40B4-BE49-F238E27FC236}">
                <a16:creationId xmlns:a16="http://schemas.microsoft.com/office/drawing/2014/main" id="{60F2C080-015B-2A4F-BBC8-5D35C6B3022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5" name="Line 14">
            <a:extLst>
              <a:ext uri="{FF2B5EF4-FFF2-40B4-BE49-F238E27FC236}">
                <a16:creationId xmlns:a16="http://schemas.microsoft.com/office/drawing/2014/main" id="{CE7AC0A1-DB61-C84A-B95A-0019E968F60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6" name="Line 15">
            <a:extLst>
              <a:ext uri="{FF2B5EF4-FFF2-40B4-BE49-F238E27FC236}">
                <a16:creationId xmlns:a16="http://schemas.microsoft.com/office/drawing/2014/main" id="{9122C597-6BEA-444A-8A2A-9207DE4C16AB}"/>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7" name="Line 16">
            <a:extLst>
              <a:ext uri="{FF2B5EF4-FFF2-40B4-BE49-F238E27FC236}">
                <a16:creationId xmlns:a16="http://schemas.microsoft.com/office/drawing/2014/main" id="{D0054B78-8D8F-4544-847B-E3C2676A8E2C}"/>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8" name="Line 17">
            <a:extLst>
              <a:ext uri="{FF2B5EF4-FFF2-40B4-BE49-F238E27FC236}">
                <a16:creationId xmlns:a16="http://schemas.microsoft.com/office/drawing/2014/main" id="{E30A7B83-DECE-E642-A186-3C883E9CEF5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9" name="Line 18">
            <a:extLst>
              <a:ext uri="{FF2B5EF4-FFF2-40B4-BE49-F238E27FC236}">
                <a16:creationId xmlns:a16="http://schemas.microsoft.com/office/drawing/2014/main" id="{92FF46EB-561D-714A-89D3-1114C2574FB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0" name="Line 19">
            <a:extLst>
              <a:ext uri="{FF2B5EF4-FFF2-40B4-BE49-F238E27FC236}">
                <a16:creationId xmlns:a16="http://schemas.microsoft.com/office/drawing/2014/main" id="{5023534C-7C90-5C41-9356-CAC7E17CA683}"/>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1" name="Line 20">
            <a:extLst>
              <a:ext uri="{FF2B5EF4-FFF2-40B4-BE49-F238E27FC236}">
                <a16:creationId xmlns:a16="http://schemas.microsoft.com/office/drawing/2014/main" id="{CD971FEA-250F-DE44-85CC-DAED8ABB7105}"/>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2" name="Line 21">
            <a:extLst>
              <a:ext uri="{FF2B5EF4-FFF2-40B4-BE49-F238E27FC236}">
                <a16:creationId xmlns:a16="http://schemas.microsoft.com/office/drawing/2014/main" id="{CB757C89-9C59-044E-A937-8A89A3AD3D54}"/>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3" name="Rectangle 22">
            <a:extLst>
              <a:ext uri="{FF2B5EF4-FFF2-40B4-BE49-F238E27FC236}">
                <a16:creationId xmlns:a16="http://schemas.microsoft.com/office/drawing/2014/main" id="{EE271F72-7172-7343-94E0-E4FAB82EA922}"/>
              </a:ext>
            </a:extLst>
          </p:cNvPr>
          <p:cNvSpPr>
            <a:spLocks noChangeArrowheads="1"/>
          </p:cNvSpPr>
          <p:nvPr/>
        </p:nvSpPr>
        <p:spPr bwMode="auto">
          <a:xfrm>
            <a:off x="19526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64884" name="Rectangle 23">
            <a:extLst>
              <a:ext uri="{FF2B5EF4-FFF2-40B4-BE49-F238E27FC236}">
                <a16:creationId xmlns:a16="http://schemas.microsoft.com/office/drawing/2014/main" id="{F0216DF1-9FB9-A040-9487-34501EAF892D}"/>
              </a:ext>
            </a:extLst>
          </p:cNvPr>
          <p:cNvSpPr>
            <a:spLocks noChangeArrowheads="1"/>
          </p:cNvSpPr>
          <p:nvPr/>
        </p:nvSpPr>
        <p:spPr bwMode="auto">
          <a:xfrm>
            <a:off x="2653904"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64885" name="Rectangle 24">
            <a:extLst>
              <a:ext uri="{FF2B5EF4-FFF2-40B4-BE49-F238E27FC236}">
                <a16:creationId xmlns:a16="http://schemas.microsoft.com/office/drawing/2014/main" id="{304A03FE-5072-DC4B-ADCE-28BEBA5D2007}"/>
              </a:ext>
            </a:extLst>
          </p:cNvPr>
          <p:cNvSpPr>
            <a:spLocks noChangeArrowheads="1"/>
          </p:cNvSpPr>
          <p:nvPr/>
        </p:nvSpPr>
        <p:spPr bwMode="auto">
          <a:xfrm>
            <a:off x="34004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164886" name="Rectangle 25">
            <a:extLst>
              <a:ext uri="{FF2B5EF4-FFF2-40B4-BE49-F238E27FC236}">
                <a16:creationId xmlns:a16="http://schemas.microsoft.com/office/drawing/2014/main" id="{EB12D9D1-BD33-B742-97CA-76C38257235B}"/>
              </a:ext>
            </a:extLst>
          </p:cNvPr>
          <p:cNvSpPr>
            <a:spLocks noChangeArrowheads="1"/>
          </p:cNvSpPr>
          <p:nvPr/>
        </p:nvSpPr>
        <p:spPr bwMode="auto">
          <a:xfrm>
            <a:off x="4863703"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164887" name="Rectangle 26">
            <a:extLst>
              <a:ext uri="{FF2B5EF4-FFF2-40B4-BE49-F238E27FC236}">
                <a16:creationId xmlns:a16="http://schemas.microsoft.com/office/drawing/2014/main" id="{8BCEB3E5-4FF6-3848-8305-748427D3962A}"/>
              </a:ext>
            </a:extLst>
          </p:cNvPr>
          <p:cNvSpPr>
            <a:spLocks noChangeArrowheads="1"/>
          </p:cNvSpPr>
          <p:nvPr/>
        </p:nvSpPr>
        <p:spPr bwMode="auto">
          <a:xfrm>
            <a:off x="5461397"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a:t>
            </a:r>
          </a:p>
        </p:txBody>
      </p:sp>
      <p:sp>
        <p:nvSpPr>
          <p:cNvPr id="164888" name="Rectangle 27">
            <a:extLst>
              <a:ext uri="{FF2B5EF4-FFF2-40B4-BE49-F238E27FC236}">
                <a16:creationId xmlns:a16="http://schemas.microsoft.com/office/drawing/2014/main" id="{91DD4691-E102-864F-A27B-6A54C93A842B}"/>
              </a:ext>
            </a:extLst>
          </p:cNvPr>
          <p:cNvSpPr>
            <a:spLocks noChangeArrowheads="1"/>
          </p:cNvSpPr>
          <p:nvPr/>
        </p:nvSpPr>
        <p:spPr bwMode="auto">
          <a:xfrm>
            <a:off x="6342460"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a:t>
            </a:r>
          </a:p>
        </p:txBody>
      </p:sp>
      <p:sp>
        <p:nvSpPr>
          <p:cNvPr id="164889" name="Rectangle 28">
            <a:extLst>
              <a:ext uri="{FF2B5EF4-FFF2-40B4-BE49-F238E27FC236}">
                <a16:creationId xmlns:a16="http://schemas.microsoft.com/office/drawing/2014/main" id="{64AD8000-85EC-2947-B5E7-F82E3AEBF04A}"/>
              </a:ext>
            </a:extLst>
          </p:cNvPr>
          <p:cNvSpPr>
            <a:spLocks noChangeArrowheads="1"/>
          </p:cNvSpPr>
          <p:nvPr/>
        </p:nvSpPr>
        <p:spPr bwMode="auto">
          <a:xfrm>
            <a:off x="7627144"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164890" name="Rectangle 29">
            <a:extLst>
              <a:ext uri="{FF2B5EF4-FFF2-40B4-BE49-F238E27FC236}">
                <a16:creationId xmlns:a16="http://schemas.microsoft.com/office/drawing/2014/main" id="{B76BA79B-45AC-5C4A-8636-28DE99D0EE08}"/>
              </a:ext>
            </a:extLst>
          </p:cNvPr>
          <p:cNvSpPr>
            <a:spLocks noChangeArrowheads="1"/>
          </p:cNvSpPr>
          <p:nvPr/>
        </p:nvSpPr>
        <p:spPr bwMode="auto">
          <a:xfrm>
            <a:off x="2064544" y="1047750"/>
            <a:ext cx="5746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 本</a:t>
            </a:r>
          </a:p>
        </p:txBody>
      </p:sp>
      <p:sp>
        <p:nvSpPr>
          <p:cNvPr id="164891" name="Rectangle 30">
            <a:extLst>
              <a:ext uri="{FF2B5EF4-FFF2-40B4-BE49-F238E27FC236}">
                <a16:creationId xmlns:a16="http://schemas.microsoft.com/office/drawing/2014/main" id="{5C878DA0-2B17-5A42-90EB-F4B5BD686160}"/>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标志</a:t>
            </a:r>
          </a:p>
        </p:txBody>
      </p:sp>
      <p:sp>
        <p:nvSpPr>
          <p:cNvPr id="164892" name="Rectangle 31">
            <a:extLst>
              <a:ext uri="{FF2B5EF4-FFF2-40B4-BE49-F238E27FC236}">
                <a16:creationId xmlns:a16="http://schemas.microsoft.com/office/drawing/2014/main" id="{A5048F4D-1EAA-D447-A3DD-03DD9B006597}"/>
              </a:ext>
            </a:extLst>
          </p:cNvPr>
          <p:cNvSpPr>
            <a:spLocks noChangeArrowheads="1"/>
          </p:cNvSpPr>
          <p:nvPr/>
        </p:nvSpPr>
        <p:spPr bwMode="auto">
          <a:xfrm>
            <a:off x="2212182" y="1708548"/>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生 存 时 间</a:t>
            </a:r>
          </a:p>
        </p:txBody>
      </p:sp>
      <p:sp>
        <p:nvSpPr>
          <p:cNvPr id="164893" name="Rectangle 32">
            <a:extLst>
              <a:ext uri="{FF2B5EF4-FFF2-40B4-BE49-F238E27FC236}">
                <a16:creationId xmlns:a16="http://schemas.microsoft.com/office/drawing/2014/main" id="{FA4172B2-74CA-7F40-8662-D1559D6927ED}"/>
              </a:ext>
            </a:extLst>
          </p:cNvPr>
          <p:cNvSpPr>
            <a:spLocks noChangeArrowheads="1"/>
          </p:cNvSpPr>
          <p:nvPr/>
        </p:nvSpPr>
        <p:spPr bwMode="auto">
          <a:xfrm>
            <a:off x="3810000" y="170854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协    议</a:t>
            </a:r>
          </a:p>
        </p:txBody>
      </p:sp>
      <p:sp>
        <p:nvSpPr>
          <p:cNvPr id="164894" name="Rectangle 33">
            <a:extLst>
              <a:ext uri="{FF2B5EF4-FFF2-40B4-BE49-F238E27FC236}">
                <a16:creationId xmlns:a16="http://schemas.microsoft.com/office/drawing/2014/main" id="{70F5D7ED-10F1-684F-9B5A-E67B7239374F}"/>
              </a:ext>
            </a:extLst>
          </p:cNvPr>
          <p:cNvSpPr>
            <a:spLocks noChangeArrowheads="1"/>
          </p:cNvSpPr>
          <p:nvPr/>
        </p:nvSpPr>
        <p:spPr bwMode="auto">
          <a:xfrm>
            <a:off x="3070622" y="140493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    识</a:t>
            </a:r>
          </a:p>
        </p:txBody>
      </p:sp>
      <p:sp>
        <p:nvSpPr>
          <p:cNvPr id="164895" name="Rectangle 35">
            <a:extLst>
              <a:ext uri="{FF2B5EF4-FFF2-40B4-BE49-F238E27FC236}">
                <a16:creationId xmlns:a16="http://schemas.microsoft.com/office/drawing/2014/main" id="{EE40A3D8-1CD7-B74B-B4B7-1FA4DA9934AF}"/>
              </a:ext>
            </a:extLst>
          </p:cNvPr>
          <p:cNvSpPr>
            <a:spLocks noChangeArrowheads="1"/>
          </p:cNvSpPr>
          <p:nvPr/>
        </p:nvSpPr>
        <p:spPr bwMode="auto">
          <a:xfrm>
            <a:off x="6023373" y="1047750"/>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总   长   度</a:t>
            </a:r>
          </a:p>
        </p:txBody>
      </p:sp>
      <p:sp>
        <p:nvSpPr>
          <p:cNvPr id="164896" name="Rectangle 36">
            <a:extLst>
              <a:ext uri="{FF2B5EF4-FFF2-40B4-BE49-F238E27FC236}">
                <a16:creationId xmlns:a16="http://schemas.microsoft.com/office/drawing/2014/main" id="{1920C7FE-7962-C049-8C16-E67F3FAAA172}"/>
              </a:ext>
            </a:extLst>
          </p:cNvPr>
          <p:cNvSpPr>
            <a:spLocks noChangeArrowheads="1"/>
          </p:cNvSpPr>
          <p:nvPr/>
        </p:nvSpPr>
        <p:spPr bwMode="auto">
          <a:xfrm>
            <a:off x="6226969" y="14049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片   偏   移</a:t>
            </a:r>
          </a:p>
        </p:txBody>
      </p:sp>
      <p:sp>
        <p:nvSpPr>
          <p:cNvPr id="164897" name="Rectangle 37">
            <a:extLst>
              <a:ext uri="{FF2B5EF4-FFF2-40B4-BE49-F238E27FC236}">
                <a16:creationId xmlns:a16="http://schemas.microsoft.com/office/drawing/2014/main" id="{6471EC10-5C76-EB43-A18A-1FDFD609A4EC}"/>
              </a:ext>
            </a:extLst>
          </p:cNvPr>
          <p:cNvSpPr>
            <a:spLocks noChangeArrowheads="1"/>
          </p:cNvSpPr>
          <p:nvPr/>
        </p:nvSpPr>
        <p:spPr bwMode="auto">
          <a:xfrm>
            <a:off x="6769894" y="2705100"/>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填    充</a:t>
            </a:r>
          </a:p>
        </p:txBody>
      </p:sp>
      <p:sp>
        <p:nvSpPr>
          <p:cNvPr id="164898" name="Rectangle 38">
            <a:extLst>
              <a:ext uri="{FF2B5EF4-FFF2-40B4-BE49-F238E27FC236}">
                <a16:creationId xmlns:a16="http://schemas.microsoft.com/office/drawing/2014/main" id="{D0A19691-174E-BB44-80A5-4C9B4CF393CD}"/>
              </a:ext>
            </a:extLst>
          </p:cNvPr>
          <p:cNvSpPr>
            <a:spLocks noChangeArrowheads="1"/>
          </p:cNvSpPr>
          <p:nvPr/>
        </p:nvSpPr>
        <p:spPr bwMode="auto">
          <a:xfrm>
            <a:off x="5587603" y="1708548"/>
            <a:ext cx="173364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   检   验   和</a:t>
            </a:r>
          </a:p>
        </p:txBody>
      </p:sp>
      <p:sp>
        <p:nvSpPr>
          <p:cNvPr id="164899" name="Rectangle 39">
            <a:extLst>
              <a:ext uri="{FF2B5EF4-FFF2-40B4-BE49-F238E27FC236}">
                <a16:creationId xmlns:a16="http://schemas.microsoft.com/office/drawing/2014/main" id="{69188267-0FE9-6E43-8E17-DA2B29AD726F}"/>
              </a:ext>
            </a:extLst>
          </p:cNvPr>
          <p:cNvSpPr>
            <a:spLocks noChangeArrowheads="1"/>
          </p:cNvSpPr>
          <p:nvPr/>
        </p:nvSpPr>
        <p:spPr bwMode="auto">
          <a:xfrm>
            <a:off x="4455319" y="20526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   地   址</a:t>
            </a:r>
          </a:p>
        </p:txBody>
      </p:sp>
      <p:sp>
        <p:nvSpPr>
          <p:cNvPr id="164900" name="Rectangle 40">
            <a:extLst>
              <a:ext uri="{FF2B5EF4-FFF2-40B4-BE49-F238E27FC236}">
                <a16:creationId xmlns:a16="http://schemas.microsoft.com/office/drawing/2014/main" id="{836FD9C1-E1C4-A94F-B75C-ACB39DD7E97C}"/>
              </a:ext>
            </a:extLst>
          </p:cNvPr>
          <p:cNvSpPr>
            <a:spLocks noChangeArrowheads="1"/>
          </p:cNvSpPr>
          <p:nvPr/>
        </p:nvSpPr>
        <p:spPr bwMode="auto">
          <a:xfrm>
            <a:off x="4263629" y="2383632"/>
            <a:ext cx="138259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   的   地   址</a:t>
            </a:r>
          </a:p>
        </p:txBody>
      </p:sp>
      <p:sp>
        <p:nvSpPr>
          <p:cNvPr id="164901" name="Rectangle 41">
            <a:extLst>
              <a:ext uri="{FF2B5EF4-FFF2-40B4-BE49-F238E27FC236}">
                <a16:creationId xmlns:a16="http://schemas.microsoft.com/office/drawing/2014/main" id="{E52E2EC4-66E4-ED45-A9AC-6A40A2D31CB5}"/>
              </a:ext>
            </a:extLst>
          </p:cNvPr>
          <p:cNvSpPr>
            <a:spLocks noChangeArrowheads="1"/>
          </p:cNvSpPr>
          <p:nvPr/>
        </p:nvSpPr>
        <p:spPr bwMode="auto">
          <a:xfrm>
            <a:off x="2814638" y="2705100"/>
            <a:ext cx="311864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   选   字   段  （长   度   可   变）</a:t>
            </a:r>
          </a:p>
        </p:txBody>
      </p:sp>
      <p:sp>
        <p:nvSpPr>
          <p:cNvPr id="164902" name="Rectangle 42">
            <a:extLst>
              <a:ext uri="{FF2B5EF4-FFF2-40B4-BE49-F238E27FC236}">
                <a16:creationId xmlns:a16="http://schemas.microsoft.com/office/drawing/2014/main" id="{40465CA3-E023-BC47-8114-0C918C5DAE1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164903" name="Rectangle 43">
            <a:extLst>
              <a:ext uri="{FF2B5EF4-FFF2-40B4-BE49-F238E27FC236}">
                <a16:creationId xmlns:a16="http://schemas.microsoft.com/office/drawing/2014/main" id="{D9DD9883-DD55-3040-B902-12F681604D9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首部长度</a:t>
            </a:r>
          </a:p>
        </p:txBody>
      </p:sp>
      <p:grpSp>
        <p:nvGrpSpPr>
          <p:cNvPr id="164904" name="Group 44">
            <a:extLst>
              <a:ext uri="{FF2B5EF4-FFF2-40B4-BE49-F238E27FC236}">
                <a16:creationId xmlns:a16="http://schemas.microsoft.com/office/drawing/2014/main" id="{12EDC8AC-ADFA-EF4E-8C34-3EBA8935C327}"/>
              </a:ext>
            </a:extLst>
          </p:cNvPr>
          <p:cNvGrpSpPr>
            <a:grpSpLocks/>
          </p:cNvGrpSpPr>
          <p:nvPr/>
        </p:nvGrpSpPr>
        <p:grpSpPr bwMode="auto">
          <a:xfrm>
            <a:off x="1945482" y="2811066"/>
            <a:ext cx="98822" cy="52388"/>
            <a:chOff x="833" y="3024"/>
            <a:chExt cx="78" cy="51"/>
          </a:xfrm>
        </p:grpSpPr>
        <p:sp>
          <p:nvSpPr>
            <p:cNvPr id="164924" name="Rectangle 45">
              <a:extLst>
                <a:ext uri="{FF2B5EF4-FFF2-40B4-BE49-F238E27FC236}">
                  <a16:creationId xmlns:a16="http://schemas.microsoft.com/office/drawing/2014/main" id="{DB13404E-6EA5-BB4C-9AF6-9A66075FED7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5" name="Line 46">
              <a:extLst>
                <a:ext uri="{FF2B5EF4-FFF2-40B4-BE49-F238E27FC236}">
                  <a16:creationId xmlns:a16="http://schemas.microsoft.com/office/drawing/2014/main" id="{1C4DBF42-FC86-E845-B48D-5B2399F8A72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6" name="Line 47">
              <a:extLst>
                <a:ext uri="{FF2B5EF4-FFF2-40B4-BE49-F238E27FC236}">
                  <a16:creationId xmlns:a16="http://schemas.microsoft.com/office/drawing/2014/main" id="{AEB69D2A-264A-A040-8644-ED023AA139C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4905" name="Group 48">
            <a:extLst>
              <a:ext uri="{FF2B5EF4-FFF2-40B4-BE49-F238E27FC236}">
                <a16:creationId xmlns:a16="http://schemas.microsoft.com/office/drawing/2014/main" id="{467E1E5C-AC4F-FD40-85ED-FBF0CC864D0A}"/>
              </a:ext>
            </a:extLst>
          </p:cNvPr>
          <p:cNvGrpSpPr>
            <a:grpSpLocks/>
          </p:cNvGrpSpPr>
          <p:nvPr/>
        </p:nvGrpSpPr>
        <p:grpSpPr bwMode="auto">
          <a:xfrm>
            <a:off x="7846219" y="2818210"/>
            <a:ext cx="98822" cy="50006"/>
            <a:chOff x="5432" y="3030"/>
            <a:chExt cx="78" cy="51"/>
          </a:xfrm>
        </p:grpSpPr>
        <p:sp>
          <p:nvSpPr>
            <p:cNvPr id="164921" name="Rectangle 49">
              <a:extLst>
                <a:ext uri="{FF2B5EF4-FFF2-40B4-BE49-F238E27FC236}">
                  <a16:creationId xmlns:a16="http://schemas.microsoft.com/office/drawing/2014/main" id="{2751B48E-23E7-CC4C-9B85-51380E873E82}"/>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2" name="Line 50">
              <a:extLst>
                <a:ext uri="{FF2B5EF4-FFF2-40B4-BE49-F238E27FC236}">
                  <a16:creationId xmlns:a16="http://schemas.microsoft.com/office/drawing/2014/main" id="{11A4B6A9-5A43-CB42-BB9F-B4E04C8E0711}"/>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3" name="Line 51">
              <a:extLst>
                <a:ext uri="{FF2B5EF4-FFF2-40B4-BE49-F238E27FC236}">
                  <a16:creationId xmlns:a16="http://schemas.microsoft.com/office/drawing/2014/main" id="{81BF28CE-5089-184C-BAD0-02D8EC7C43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4906" name="Rectangle 72">
            <a:extLst>
              <a:ext uri="{FF2B5EF4-FFF2-40B4-BE49-F238E27FC236}">
                <a16:creationId xmlns:a16="http://schemas.microsoft.com/office/drawing/2014/main" id="{F723D75E-574E-EB44-B438-4DBC62D9F59E}"/>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7" name="Rectangle 74">
            <a:extLst>
              <a:ext uri="{FF2B5EF4-FFF2-40B4-BE49-F238E27FC236}">
                <a16:creationId xmlns:a16="http://schemas.microsoft.com/office/drawing/2014/main" id="{C2741A21-3E20-F044-9DA8-3E99F5653D57}"/>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08" name="Rectangle 75">
            <a:extLst>
              <a:ext uri="{FF2B5EF4-FFF2-40B4-BE49-F238E27FC236}">
                <a16:creationId xmlns:a16="http://schemas.microsoft.com/office/drawing/2014/main" id="{18A10A24-EF8D-A64B-88ED-2884FB71E55C}"/>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9" name="Rectangle 76">
            <a:extLst>
              <a:ext uri="{FF2B5EF4-FFF2-40B4-BE49-F238E27FC236}">
                <a16:creationId xmlns:a16="http://schemas.microsoft.com/office/drawing/2014/main" id="{CAEDA9FE-E76C-3B42-94D5-DD924BF44FA9}"/>
              </a:ext>
            </a:extLst>
          </p:cNvPr>
          <p:cNvSpPr>
            <a:spLocks noChangeArrowheads="1"/>
          </p:cNvSpPr>
          <p:nvPr/>
        </p:nvSpPr>
        <p:spPr bwMode="auto">
          <a:xfrm>
            <a:off x="3006328" y="3759994"/>
            <a:ext cx="68047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164910" name="Rectangle 78">
            <a:extLst>
              <a:ext uri="{FF2B5EF4-FFF2-40B4-BE49-F238E27FC236}">
                <a16:creationId xmlns:a16="http://schemas.microsoft.com/office/drawing/2014/main" id="{A38D0C79-D8E9-8842-87EE-ED03BA78B39A}"/>
              </a:ext>
            </a:extLst>
          </p:cNvPr>
          <p:cNvSpPr>
            <a:spLocks noChangeArrowheads="1"/>
          </p:cNvSpPr>
          <p:nvPr/>
        </p:nvSpPr>
        <p:spPr bwMode="auto">
          <a:xfrm>
            <a:off x="4352925" y="4111229"/>
            <a:ext cx="944715"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64911" name="Rectangle 79">
            <a:extLst>
              <a:ext uri="{FF2B5EF4-FFF2-40B4-BE49-F238E27FC236}">
                <a16:creationId xmlns:a16="http://schemas.microsoft.com/office/drawing/2014/main" id="{3272C2F4-C22D-ED40-8567-E18D910C1865}"/>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固</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定</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分</a:t>
            </a:r>
          </a:p>
        </p:txBody>
      </p:sp>
      <p:grpSp>
        <p:nvGrpSpPr>
          <p:cNvPr id="467024" name="Group 80">
            <a:extLst>
              <a:ext uri="{FF2B5EF4-FFF2-40B4-BE49-F238E27FC236}">
                <a16:creationId xmlns:a16="http://schemas.microsoft.com/office/drawing/2014/main" id="{3268D5ED-7D70-114A-B79B-83A32A10EA3D}"/>
              </a:ext>
            </a:extLst>
          </p:cNvPr>
          <p:cNvGrpSpPr>
            <a:grpSpLocks/>
          </p:cNvGrpSpPr>
          <p:nvPr/>
        </p:nvGrpSpPr>
        <p:grpSpPr bwMode="auto">
          <a:xfrm>
            <a:off x="1494235" y="2625329"/>
            <a:ext cx="6407944" cy="483394"/>
            <a:chOff x="295" y="2205"/>
            <a:chExt cx="5382" cy="406"/>
          </a:xfrm>
        </p:grpSpPr>
        <p:sp>
          <p:nvSpPr>
            <p:cNvPr id="164919" name="Rectangle 81">
              <a:extLst>
                <a:ext uri="{FF2B5EF4-FFF2-40B4-BE49-F238E27FC236}">
                  <a16:creationId xmlns:a16="http://schemas.microsoft.com/office/drawing/2014/main" id="{8FC93A66-021C-EC45-B09A-D7D726F55DDA}"/>
                </a:ext>
              </a:extLst>
            </p:cNvPr>
            <p:cNvSpPr>
              <a:spLocks noChangeArrowheads="1"/>
            </p:cNvSpPr>
            <p:nvPr/>
          </p:nvSpPr>
          <p:spPr bwMode="auto">
            <a:xfrm>
              <a:off x="295" y="2205"/>
              <a:ext cx="438"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可变</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部分</a:t>
              </a:r>
            </a:p>
          </p:txBody>
        </p:sp>
        <p:sp>
          <p:nvSpPr>
            <p:cNvPr id="164920" name="Rectangle 82">
              <a:extLst>
                <a:ext uri="{FF2B5EF4-FFF2-40B4-BE49-F238E27FC236}">
                  <a16:creationId xmlns:a16="http://schemas.microsoft.com/office/drawing/2014/main" id="{C3463B6D-A8EF-C14C-9A7D-9074E50A0750}"/>
                </a:ext>
              </a:extLst>
            </p:cNvPr>
            <p:cNvSpPr>
              <a:spLocks noChangeArrowheads="1"/>
            </p:cNvSpPr>
            <p:nvPr/>
          </p:nvSpPr>
          <p:spPr bwMode="auto">
            <a:xfrm>
              <a:off x="703" y="2236"/>
              <a:ext cx="4974" cy="287"/>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64913" name="AutoShape 83">
            <a:extLst>
              <a:ext uri="{FF2B5EF4-FFF2-40B4-BE49-F238E27FC236}">
                <a16:creationId xmlns:a16="http://schemas.microsoft.com/office/drawing/2014/main" id="{2B6D3ABE-E510-A94D-94A1-CADFFD4C38F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14" name="Rectangle 84">
            <a:extLst>
              <a:ext uri="{FF2B5EF4-FFF2-40B4-BE49-F238E27FC236}">
                <a16:creationId xmlns:a16="http://schemas.microsoft.com/office/drawing/2014/main" id="{214A4F3A-5658-4943-A80B-D3DFF06983E5}"/>
              </a:ext>
            </a:extLst>
          </p:cNvPr>
          <p:cNvSpPr>
            <a:spLocks noChangeArrowheads="1"/>
          </p:cNvSpPr>
          <p:nvPr/>
        </p:nvSpPr>
        <p:spPr bwMode="auto">
          <a:xfrm>
            <a:off x="3679032" y="104775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区 分 服 务</a:t>
            </a:r>
          </a:p>
        </p:txBody>
      </p:sp>
      <p:grpSp>
        <p:nvGrpSpPr>
          <p:cNvPr id="164915" name="Group 85">
            <a:extLst>
              <a:ext uri="{FF2B5EF4-FFF2-40B4-BE49-F238E27FC236}">
                <a16:creationId xmlns:a16="http://schemas.microsoft.com/office/drawing/2014/main" id="{1F4CA539-19B2-A54D-B291-C7716EF8CAC6}"/>
              </a:ext>
            </a:extLst>
          </p:cNvPr>
          <p:cNvGrpSpPr>
            <a:grpSpLocks/>
          </p:cNvGrpSpPr>
          <p:nvPr/>
        </p:nvGrpSpPr>
        <p:grpSpPr bwMode="auto">
          <a:xfrm>
            <a:off x="2377680" y="4137422"/>
            <a:ext cx="906066" cy="641747"/>
            <a:chOff x="1037" y="3475"/>
            <a:chExt cx="761" cy="539"/>
          </a:xfrm>
        </p:grpSpPr>
        <p:sp>
          <p:nvSpPr>
            <p:cNvPr id="164917" name="Line 86">
              <a:extLst>
                <a:ext uri="{FF2B5EF4-FFF2-40B4-BE49-F238E27FC236}">
                  <a16:creationId xmlns:a16="http://schemas.microsoft.com/office/drawing/2014/main" id="{D008E2D3-DEC3-B64A-B5DC-CB52737BD523}"/>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918" name="Rectangle 87">
              <a:extLst>
                <a:ext uri="{FF2B5EF4-FFF2-40B4-BE49-F238E27FC236}">
                  <a16:creationId xmlns:a16="http://schemas.microsoft.com/office/drawing/2014/main" id="{8282F8BB-202F-E340-A71C-248E156C236C}"/>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ea typeface="宋体" panose="02010600030101010101" pitchFamily="2" charset="-122"/>
                  <a:cs typeface="黑体" panose="02010609060101010101" pitchFamily="49" charset="-122"/>
                </a:rPr>
                <a:t>发送在前</a:t>
              </a:r>
            </a:p>
          </p:txBody>
        </p:sp>
      </p:grpSp>
      <p:sp>
        <p:nvSpPr>
          <p:cNvPr id="164916" name="幻灯片编号占位符 1">
            <a:extLst>
              <a:ext uri="{FF2B5EF4-FFF2-40B4-BE49-F238E27FC236}">
                <a16:creationId xmlns:a16="http://schemas.microsoft.com/office/drawing/2014/main" id="{861657F7-E31D-B948-843D-6E88F71713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4634-E78E-A04E-BD4C-81F93A4A1B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177217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670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6913" name="Line 3">
            <a:extLst>
              <a:ext uri="{FF2B5EF4-FFF2-40B4-BE49-F238E27FC236}">
                <a16:creationId xmlns:a16="http://schemas.microsoft.com/office/drawing/2014/main" id="{8E1A0514-9E3B-7B46-90F7-BB445AA0155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6914" name="Rectangle 5">
            <a:extLst>
              <a:ext uri="{FF2B5EF4-FFF2-40B4-BE49-F238E27FC236}">
                <a16:creationId xmlns:a16="http://schemas.microsoft.com/office/drawing/2014/main" id="{BB20595D-C0F3-9D4A-A845-3B41FA4A455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6915" name="Rectangle 8">
            <a:extLst>
              <a:ext uri="{FF2B5EF4-FFF2-40B4-BE49-F238E27FC236}">
                <a16:creationId xmlns:a16="http://schemas.microsoft.com/office/drawing/2014/main" id="{408E1DD3-6D8B-1241-B875-F59F5A886A8A}"/>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6" name="Rectangle 10">
            <a:extLst>
              <a:ext uri="{FF2B5EF4-FFF2-40B4-BE49-F238E27FC236}">
                <a16:creationId xmlns:a16="http://schemas.microsoft.com/office/drawing/2014/main" id="{3BF820FE-483A-A84F-81A4-119FA20C42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7" name="Rectangle 11">
            <a:extLst>
              <a:ext uri="{FF2B5EF4-FFF2-40B4-BE49-F238E27FC236}">
                <a16:creationId xmlns:a16="http://schemas.microsoft.com/office/drawing/2014/main" id="{32E0B46B-659E-3949-9798-5CDD09BAA27C}"/>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8" name="Line 12">
            <a:extLst>
              <a:ext uri="{FF2B5EF4-FFF2-40B4-BE49-F238E27FC236}">
                <a16:creationId xmlns:a16="http://schemas.microsoft.com/office/drawing/2014/main" id="{303F30DE-867D-374C-9365-ACE2BD09E61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19" name="Line 13">
            <a:extLst>
              <a:ext uri="{FF2B5EF4-FFF2-40B4-BE49-F238E27FC236}">
                <a16:creationId xmlns:a16="http://schemas.microsoft.com/office/drawing/2014/main" id="{F2FC94C9-88F9-2346-BADA-0EF7398CB87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0" name="Line 14">
            <a:extLst>
              <a:ext uri="{FF2B5EF4-FFF2-40B4-BE49-F238E27FC236}">
                <a16:creationId xmlns:a16="http://schemas.microsoft.com/office/drawing/2014/main" id="{49B09727-E202-1F4B-8121-A917867E5EA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1" name="Line 15">
            <a:extLst>
              <a:ext uri="{FF2B5EF4-FFF2-40B4-BE49-F238E27FC236}">
                <a16:creationId xmlns:a16="http://schemas.microsoft.com/office/drawing/2014/main" id="{9AD6E7B0-9806-7F41-B101-6D2EDB191703}"/>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2" name="Line 16">
            <a:extLst>
              <a:ext uri="{FF2B5EF4-FFF2-40B4-BE49-F238E27FC236}">
                <a16:creationId xmlns:a16="http://schemas.microsoft.com/office/drawing/2014/main" id="{A26B9B95-8873-394F-BBF0-DB43CCB78AD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3" name="Line 17">
            <a:extLst>
              <a:ext uri="{FF2B5EF4-FFF2-40B4-BE49-F238E27FC236}">
                <a16:creationId xmlns:a16="http://schemas.microsoft.com/office/drawing/2014/main" id="{5FABAA70-CB21-834E-B7F2-A74B28153820}"/>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4" name="Line 18">
            <a:extLst>
              <a:ext uri="{FF2B5EF4-FFF2-40B4-BE49-F238E27FC236}">
                <a16:creationId xmlns:a16="http://schemas.microsoft.com/office/drawing/2014/main" id="{888DEA61-E8D9-694C-A1D4-44C7240AE4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5" name="Line 19">
            <a:extLst>
              <a:ext uri="{FF2B5EF4-FFF2-40B4-BE49-F238E27FC236}">
                <a16:creationId xmlns:a16="http://schemas.microsoft.com/office/drawing/2014/main" id="{AC73179A-9B9F-274D-A5DA-DC825FBDE09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6" name="Line 20">
            <a:extLst>
              <a:ext uri="{FF2B5EF4-FFF2-40B4-BE49-F238E27FC236}">
                <a16:creationId xmlns:a16="http://schemas.microsoft.com/office/drawing/2014/main" id="{7936E54F-B6B7-8040-9AC2-4338F72D9C0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7" name="Line 21">
            <a:extLst>
              <a:ext uri="{FF2B5EF4-FFF2-40B4-BE49-F238E27FC236}">
                <a16:creationId xmlns:a16="http://schemas.microsoft.com/office/drawing/2014/main" id="{8ABE4413-C73E-134C-AEC6-93C976117677}"/>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8" name="Line 22">
            <a:extLst>
              <a:ext uri="{FF2B5EF4-FFF2-40B4-BE49-F238E27FC236}">
                <a16:creationId xmlns:a16="http://schemas.microsoft.com/office/drawing/2014/main" id="{4D708321-0E51-814C-82C7-6782B282456A}"/>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9" name="Rectangle 23">
            <a:extLst>
              <a:ext uri="{FF2B5EF4-FFF2-40B4-BE49-F238E27FC236}">
                <a16:creationId xmlns:a16="http://schemas.microsoft.com/office/drawing/2014/main" id="{229B518A-A2AB-2548-A560-1C242DC65D4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6930" name="Rectangle 24">
            <a:extLst>
              <a:ext uri="{FF2B5EF4-FFF2-40B4-BE49-F238E27FC236}">
                <a16:creationId xmlns:a16="http://schemas.microsoft.com/office/drawing/2014/main" id="{BAB1453B-04EA-4840-8266-A165948F04B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6931" name="Rectangle 25">
            <a:extLst>
              <a:ext uri="{FF2B5EF4-FFF2-40B4-BE49-F238E27FC236}">
                <a16:creationId xmlns:a16="http://schemas.microsoft.com/office/drawing/2014/main" id="{47A70C53-580B-FA45-95B8-D37F2FEE1A3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6932" name="Rectangle 26">
            <a:extLst>
              <a:ext uri="{FF2B5EF4-FFF2-40B4-BE49-F238E27FC236}">
                <a16:creationId xmlns:a16="http://schemas.microsoft.com/office/drawing/2014/main" id="{5A8C6CB6-F85A-744D-A223-0C75FD9B2C67}"/>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6933" name="Rectangle 27">
            <a:extLst>
              <a:ext uri="{FF2B5EF4-FFF2-40B4-BE49-F238E27FC236}">
                <a16:creationId xmlns:a16="http://schemas.microsoft.com/office/drawing/2014/main" id="{89F0DF14-D3FE-724C-9339-36F0C94022E5}"/>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6934" name="Rectangle 28">
            <a:extLst>
              <a:ext uri="{FF2B5EF4-FFF2-40B4-BE49-F238E27FC236}">
                <a16:creationId xmlns:a16="http://schemas.microsoft.com/office/drawing/2014/main" id="{C2130762-F2A7-884B-9EEE-C372E1AA87BB}"/>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6935" name="Rectangle 29">
            <a:extLst>
              <a:ext uri="{FF2B5EF4-FFF2-40B4-BE49-F238E27FC236}">
                <a16:creationId xmlns:a16="http://schemas.microsoft.com/office/drawing/2014/main" id="{9413F446-18B6-8845-8737-7190680F8F98}"/>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6936" name="Rectangle 30">
            <a:extLst>
              <a:ext uri="{FF2B5EF4-FFF2-40B4-BE49-F238E27FC236}">
                <a16:creationId xmlns:a16="http://schemas.microsoft.com/office/drawing/2014/main" id="{63515C2B-FFCC-394D-B477-08434619A60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6937" name="Rectangle 31">
            <a:extLst>
              <a:ext uri="{FF2B5EF4-FFF2-40B4-BE49-F238E27FC236}">
                <a16:creationId xmlns:a16="http://schemas.microsoft.com/office/drawing/2014/main" id="{1449ACF6-6832-9141-B517-4FB232B0547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6938" name="Rectangle 32">
            <a:extLst>
              <a:ext uri="{FF2B5EF4-FFF2-40B4-BE49-F238E27FC236}">
                <a16:creationId xmlns:a16="http://schemas.microsoft.com/office/drawing/2014/main" id="{1B16CEE2-27F7-0A4F-BE1F-FACCA0340E46}"/>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6939" name="Rectangle 33">
            <a:extLst>
              <a:ext uri="{FF2B5EF4-FFF2-40B4-BE49-F238E27FC236}">
                <a16:creationId xmlns:a16="http://schemas.microsoft.com/office/drawing/2014/main" id="{007B7A04-8F64-DB44-96CC-00968A80F2CC}"/>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6940" name="Rectangle 34">
            <a:extLst>
              <a:ext uri="{FF2B5EF4-FFF2-40B4-BE49-F238E27FC236}">
                <a16:creationId xmlns:a16="http://schemas.microsoft.com/office/drawing/2014/main" id="{07A11002-4AC3-BE4B-ACAB-C628C6F55E3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6941" name="Rectangle 36">
            <a:extLst>
              <a:ext uri="{FF2B5EF4-FFF2-40B4-BE49-F238E27FC236}">
                <a16:creationId xmlns:a16="http://schemas.microsoft.com/office/drawing/2014/main" id="{3863CBA7-C181-CF4C-8C5E-BF40A6ACBFD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6942" name="Rectangle 37">
            <a:extLst>
              <a:ext uri="{FF2B5EF4-FFF2-40B4-BE49-F238E27FC236}">
                <a16:creationId xmlns:a16="http://schemas.microsoft.com/office/drawing/2014/main" id="{F32BDC9E-E846-2E49-8DF8-AEB52DC4D10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6943" name="Rectangle 38">
            <a:extLst>
              <a:ext uri="{FF2B5EF4-FFF2-40B4-BE49-F238E27FC236}">
                <a16:creationId xmlns:a16="http://schemas.microsoft.com/office/drawing/2014/main" id="{DB17201A-03BE-F944-9954-E88559B134B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6944" name="Rectangle 39">
            <a:extLst>
              <a:ext uri="{FF2B5EF4-FFF2-40B4-BE49-F238E27FC236}">
                <a16:creationId xmlns:a16="http://schemas.microsoft.com/office/drawing/2014/main" id="{994F98E7-4E18-8045-99CC-679281B9CD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6945" name="Rectangle 40">
            <a:extLst>
              <a:ext uri="{FF2B5EF4-FFF2-40B4-BE49-F238E27FC236}">
                <a16:creationId xmlns:a16="http://schemas.microsoft.com/office/drawing/2014/main" id="{80254BB2-2605-CD4A-A0F7-C5B86255308B}"/>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6946" name="Rectangle 41">
            <a:extLst>
              <a:ext uri="{FF2B5EF4-FFF2-40B4-BE49-F238E27FC236}">
                <a16:creationId xmlns:a16="http://schemas.microsoft.com/office/drawing/2014/main" id="{D6083A0A-2E45-3642-8E48-4571E43F01E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6947" name="Rectangle 42">
            <a:extLst>
              <a:ext uri="{FF2B5EF4-FFF2-40B4-BE49-F238E27FC236}">
                <a16:creationId xmlns:a16="http://schemas.microsoft.com/office/drawing/2014/main" id="{DF6970DA-A246-184F-8D71-33E64B2C89FA}"/>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6948" name="Rectangle 43">
            <a:extLst>
              <a:ext uri="{FF2B5EF4-FFF2-40B4-BE49-F238E27FC236}">
                <a16:creationId xmlns:a16="http://schemas.microsoft.com/office/drawing/2014/main" id="{FD65B269-5C52-F842-8316-4624CE46EC1C}"/>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6949" name="Rectangle 44">
            <a:extLst>
              <a:ext uri="{FF2B5EF4-FFF2-40B4-BE49-F238E27FC236}">
                <a16:creationId xmlns:a16="http://schemas.microsoft.com/office/drawing/2014/main" id="{64C5EFE6-B0A6-4449-B867-9C8E79DE5969}"/>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6950" name="Group 45">
            <a:extLst>
              <a:ext uri="{FF2B5EF4-FFF2-40B4-BE49-F238E27FC236}">
                <a16:creationId xmlns:a16="http://schemas.microsoft.com/office/drawing/2014/main" id="{C6B70096-0EFD-B24C-8E19-E2D35E0AFC0D}"/>
              </a:ext>
            </a:extLst>
          </p:cNvPr>
          <p:cNvGrpSpPr>
            <a:grpSpLocks/>
          </p:cNvGrpSpPr>
          <p:nvPr/>
        </p:nvGrpSpPr>
        <p:grpSpPr bwMode="auto">
          <a:xfrm>
            <a:off x="1945482" y="2811066"/>
            <a:ext cx="98822" cy="52388"/>
            <a:chOff x="833" y="3024"/>
            <a:chExt cx="78" cy="51"/>
          </a:xfrm>
        </p:grpSpPr>
        <p:sp>
          <p:nvSpPr>
            <p:cNvPr id="166965" name="Rectangle 46">
              <a:extLst>
                <a:ext uri="{FF2B5EF4-FFF2-40B4-BE49-F238E27FC236}">
                  <a16:creationId xmlns:a16="http://schemas.microsoft.com/office/drawing/2014/main" id="{29AF937C-C406-FF4F-A12B-922C2A108EBA}"/>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6" name="Line 47">
              <a:extLst>
                <a:ext uri="{FF2B5EF4-FFF2-40B4-BE49-F238E27FC236}">
                  <a16:creationId xmlns:a16="http://schemas.microsoft.com/office/drawing/2014/main" id="{2F73DC52-0435-0D49-AAC3-10CBDC054BBE}"/>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7" name="Line 48">
              <a:extLst>
                <a:ext uri="{FF2B5EF4-FFF2-40B4-BE49-F238E27FC236}">
                  <a16:creationId xmlns:a16="http://schemas.microsoft.com/office/drawing/2014/main" id="{CACB2B7D-3ED7-944D-9A7B-F463BFFD084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6951" name="Group 49">
            <a:extLst>
              <a:ext uri="{FF2B5EF4-FFF2-40B4-BE49-F238E27FC236}">
                <a16:creationId xmlns:a16="http://schemas.microsoft.com/office/drawing/2014/main" id="{E96195B2-272E-9F48-8C7A-FEA16520D150}"/>
              </a:ext>
            </a:extLst>
          </p:cNvPr>
          <p:cNvGrpSpPr>
            <a:grpSpLocks/>
          </p:cNvGrpSpPr>
          <p:nvPr/>
        </p:nvGrpSpPr>
        <p:grpSpPr bwMode="auto">
          <a:xfrm>
            <a:off x="7846219" y="2818210"/>
            <a:ext cx="98822" cy="50006"/>
            <a:chOff x="5432" y="3030"/>
            <a:chExt cx="78" cy="51"/>
          </a:xfrm>
        </p:grpSpPr>
        <p:sp>
          <p:nvSpPr>
            <p:cNvPr id="166962" name="Rectangle 50">
              <a:extLst>
                <a:ext uri="{FF2B5EF4-FFF2-40B4-BE49-F238E27FC236}">
                  <a16:creationId xmlns:a16="http://schemas.microsoft.com/office/drawing/2014/main" id="{316A0B64-756F-AB42-A8D8-4CD3EA5B5AFA}"/>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3" name="Line 51">
              <a:extLst>
                <a:ext uri="{FF2B5EF4-FFF2-40B4-BE49-F238E27FC236}">
                  <a16:creationId xmlns:a16="http://schemas.microsoft.com/office/drawing/2014/main" id="{D690FFCD-90B9-4844-B11C-267E06B7662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4" name="Line 52">
              <a:extLst>
                <a:ext uri="{FF2B5EF4-FFF2-40B4-BE49-F238E27FC236}">
                  <a16:creationId xmlns:a16="http://schemas.microsoft.com/office/drawing/2014/main" id="{BD8A742C-EC00-5141-8B12-F52091C02AB8}"/>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6952" name="Rectangle 73">
            <a:extLst>
              <a:ext uri="{FF2B5EF4-FFF2-40B4-BE49-F238E27FC236}">
                <a16:creationId xmlns:a16="http://schemas.microsoft.com/office/drawing/2014/main" id="{20CB417C-86B4-0A47-B682-D5B6246408E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6953" name="Rectangle 81">
            <a:extLst>
              <a:ext uri="{FF2B5EF4-FFF2-40B4-BE49-F238E27FC236}">
                <a16:creationId xmlns:a16="http://schemas.microsoft.com/office/drawing/2014/main" id="{B754606A-7FE0-5649-B535-4DCFC4255D70}"/>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6954" name="Rectangle 4">
            <a:extLst>
              <a:ext uri="{FF2B5EF4-FFF2-40B4-BE49-F238E27FC236}">
                <a16:creationId xmlns:a16="http://schemas.microsoft.com/office/drawing/2014/main" id="{6F0B69A3-2E3A-B642-BCEA-5220FA12A7A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6010" name="Group 90">
            <a:extLst>
              <a:ext uri="{FF2B5EF4-FFF2-40B4-BE49-F238E27FC236}">
                <a16:creationId xmlns:a16="http://schemas.microsoft.com/office/drawing/2014/main" id="{1724A1FD-9A1E-AA42-A6DE-9CDE5C8C5CF8}"/>
              </a:ext>
            </a:extLst>
          </p:cNvPr>
          <p:cNvGrpSpPr>
            <a:grpSpLocks/>
          </p:cNvGrpSpPr>
          <p:nvPr/>
        </p:nvGrpSpPr>
        <p:grpSpPr bwMode="auto">
          <a:xfrm>
            <a:off x="1980010" y="1006079"/>
            <a:ext cx="4624388" cy="3545681"/>
            <a:chOff x="703" y="845"/>
            <a:chExt cx="3884" cy="2978"/>
          </a:xfrm>
        </p:grpSpPr>
        <p:sp>
          <p:nvSpPr>
            <p:cNvPr id="166960" name="Text Box 85">
              <a:extLst>
                <a:ext uri="{FF2B5EF4-FFF2-40B4-BE49-F238E27FC236}">
                  <a16:creationId xmlns:a16="http://schemas.microsoft.com/office/drawing/2014/main" id="{798BE8DE-E7FD-B742-9CFB-7B619F1F29D6}"/>
                </a:ext>
              </a:extLst>
            </p:cNvPr>
            <p:cNvSpPr txBox="1">
              <a:spLocks noChangeArrowheads="1"/>
            </p:cNvSpPr>
            <p:nvPr/>
          </p:nvSpPr>
          <p:spPr bwMode="auto">
            <a:xfrm>
              <a:off x="884" y="3203"/>
              <a:ext cx="3703"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版本</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位，指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协议的版本</a:t>
              </a:r>
            </a:p>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目前的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协议版本号为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即 </a:t>
              </a:r>
              <a:r>
                <a:rPr lang="en-US" altLang="zh-CN" sz="2100">
                  <a:latin typeface="微软雅黑" panose="020B0503020204020204" pitchFamily="34" charset="-122"/>
                  <a:ea typeface="宋体" panose="02010600030101010101" pitchFamily="2" charset="-122"/>
                </a:rPr>
                <a:t>IPv4)</a:t>
              </a:r>
            </a:p>
          </p:txBody>
        </p:sp>
        <p:sp>
          <p:nvSpPr>
            <p:cNvPr id="166961" name="Rectangle 89">
              <a:extLst>
                <a:ext uri="{FF2B5EF4-FFF2-40B4-BE49-F238E27FC236}">
                  <a16:creationId xmlns:a16="http://schemas.microsoft.com/office/drawing/2014/main" id="{7BE916E1-5DE0-5F43-A446-721D86FD6570}"/>
                </a:ext>
              </a:extLst>
            </p:cNvPr>
            <p:cNvSpPr>
              <a:spLocks noChangeArrowheads="1"/>
            </p:cNvSpPr>
            <p:nvPr/>
          </p:nvSpPr>
          <p:spPr bwMode="auto">
            <a:xfrm>
              <a:off x="703" y="845"/>
              <a:ext cx="635"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6956" name="AutoShape 91">
            <a:extLst>
              <a:ext uri="{FF2B5EF4-FFF2-40B4-BE49-F238E27FC236}">
                <a16:creationId xmlns:a16="http://schemas.microsoft.com/office/drawing/2014/main" id="{769BC143-1561-D644-922C-8B0B4383FD45}"/>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57" name="Rectangle 92">
            <a:extLst>
              <a:ext uri="{FF2B5EF4-FFF2-40B4-BE49-F238E27FC236}">
                <a16:creationId xmlns:a16="http://schemas.microsoft.com/office/drawing/2014/main" id="{4D6F1C4E-30CD-8F4C-8D4C-86B89FF95B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466013" name="Text Box 93">
            <a:extLst>
              <a:ext uri="{FF2B5EF4-FFF2-40B4-BE49-F238E27FC236}">
                <a16:creationId xmlns:a16="http://schemas.microsoft.com/office/drawing/2014/main" id="{6EB970AC-8E40-FC49-904C-B1286467293F}"/>
              </a:ext>
            </a:extLst>
          </p:cNvPr>
          <p:cNvSpPr txBox="1">
            <a:spLocks noChangeArrowheads="1"/>
          </p:cNvSpPr>
          <p:nvPr/>
        </p:nvSpPr>
        <p:spPr bwMode="auto">
          <a:xfrm>
            <a:off x="1601392" y="92869"/>
            <a:ext cx="6388287" cy="507831"/>
          </a:xfrm>
          <a:prstGeom prst="rect">
            <a:avLst/>
          </a:prstGeom>
          <a:solidFill>
            <a:srgbClr val="FFFFCC"/>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lang="en-US" altLang="zh-CN" sz="2700">
                <a:solidFill>
                  <a:schemeClr val="folHlink"/>
                </a:solidFill>
                <a:latin typeface="微软雅黑" panose="020B0503020204020204" pitchFamily="34" charset="-122"/>
                <a:ea typeface="宋体" panose="02010600030101010101" pitchFamily="2" charset="-122"/>
              </a:rPr>
              <a:t>1.  IP </a:t>
            </a:r>
            <a:r>
              <a:rPr lang="zh-CN" altLang="en-US" sz="2700">
                <a:solidFill>
                  <a:schemeClr val="folHlink"/>
                </a:solidFill>
                <a:latin typeface="微软雅黑" panose="020B0503020204020204" pitchFamily="34" charset="-122"/>
                <a:ea typeface="宋体" panose="02010600030101010101" pitchFamily="2" charset="-122"/>
              </a:rPr>
              <a:t>数据报首部的固定部分中的各字段 </a:t>
            </a:r>
          </a:p>
        </p:txBody>
      </p:sp>
      <p:sp>
        <p:nvSpPr>
          <p:cNvPr id="166959" name="幻灯片编号占位符 1">
            <a:extLst>
              <a:ext uri="{FF2B5EF4-FFF2-40B4-BE49-F238E27FC236}">
                <a16:creationId xmlns:a16="http://schemas.microsoft.com/office/drawing/2014/main" id="{3CC2F59C-6D81-9A4A-8D12-9221B811D9E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DD0B75-6429-4840-9A1B-59657ECAD0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21904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601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8961" name="Line 2">
            <a:extLst>
              <a:ext uri="{FF2B5EF4-FFF2-40B4-BE49-F238E27FC236}">
                <a16:creationId xmlns:a16="http://schemas.microsoft.com/office/drawing/2014/main" id="{0F5483EE-7B2C-F945-B7B3-77A3A8D20939}"/>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8962" name="Rectangle 3">
            <a:extLst>
              <a:ext uri="{FF2B5EF4-FFF2-40B4-BE49-F238E27FC236}">
                <a16:creationId xmlns:a16="http://schemas.microsoft.com/office/drawing/2014/main" id="{7183B596-0075-914F-A6C3-758AD418E47F}"/>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8963" name="Rectangle 4">
            <a:extLst>
              <a:ext uri="{FF2B5EF4-FFF2-40B4-BE49-F238E27FC236}">
                <a16:creationId xmlns:a16="http://schemas.microsoft.com/office/drawing/2014/main" id="{FFA09660-9F34-DE48-A82B-BEAC04201BC8}"/>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4" name="Rectangle 6">
            <a:extLst>
              <a:ext uri="{FF2B5EF4-FFF2-40B4-BE49-F238E27FC236}">
                <a16:creationId xmlns:a16="http://schemas.microsoft.com/office/drawing/2014/main" id="{867BD86B-F0A7-CC43-BA47-75BA6A514C0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5" name="Rectangle 7">
            <a:extLst>
              <a:ext uri="{FF2B5EF4-FFF2-40B4-BE49-F238E27FC236}">
                <a16:creationId xmlns:a16="http://schemas.microsoft.com/office/drawing/2014/main" id="{DBD9E076-871D-1C47-8AE6-6B988A39D76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6" name="Line 8">
            <a:extLst>
              <a:ext uri="{FF2B5EF4-FFF2-40B4-BE49-F238E27FC236}">
                <a16:creationId xmlns:a16="http://schemas.microsoft.com/office/drawing/2014/main" id="{FBE08B07-0F92-B640-8238-55782DBCCDF1}"/>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7" name="Line 9">
            <a:extLst>
              <a:ext uri="{FF2B5EF4-FFF2-40B4-BE49-F238E27FC236}">
                <a16:creationId xmlns:a16="http://schemas.microsoft.com/office/drawing/2014/main" id="{856E4B00-C443-EF49-BCCA-09FB2A56235C}"/>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8" name="Line 10">
            <a:extLst>
              <a:ext uri="{FF2B5EF4-FFF2-40B4-BE49-F238E27FC236}">
                <a16:creationId xmlns:a16="http://schemas.microsoft.com/office/drawing/2014/main" id="{09DE207B-E35A-734C-A7F7-11120C5A3083}"/>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9" name="Line 11">
            <a:extLst>
              <a:ext uri="{FF2B5EF4-FFF2-40B4-BE49-F238E27FC236}">
                <a16:creationId xmlns:a16="http://schemas.microsoft.com/office/drawing/2014/main" id="{03FBAB70-D0AB-224D-A52A-646B24354F2B}"/>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0" name="Line 12">
            <a:extLst>
              <a:ext uri="{FF2B5EF4-FFF2-40B4-BE49-F238E27FC236}">
                <a16:creationId xmlns:a16="http://schemas.microsoft.com/office/drawing/2014/main" id="{B11A3E60-D160-EB48-A97D-84CE110ED60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1" name="Line 13">
            <a:extLst>
              <a:ext uri="{FF2B5EF4-FFF2-40B4-BE49-F238E27FC236}">
                <a16:creationId xmlns:a16="http://schemas.microsoft.com/office/drawing/2014/main" id="{F2D31E5C-6FF2-4F43-8F9B-C0D64CF6D2F6}"/>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2" name="Line 14">
            <a:extLst>
              <a:ext uri="{FF2B5EF4-FFF2-40B4-BE49-F238E27FC236}">
                <a16:creationId xmlns:a16="http://schemas.microsoft.com/office/drawing/2014/main" id="{BE5CBBB7-C966-6949-9E57-2278BC27A34A}"/>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3" name="Line 15">
            <a:extLst>
              <a:ext uri="{FF2B5EF4-FFF2-40B4-BE49-F238E27FC236}">
                <a16:creationId xmlns:a16="http://schemas.microsoft.com/office/drawing/2014/main" id="{DEB7307C-8684-9841-8FEA-D5B9A24008A3}"/>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4" name="Line 16">
            <a:extLst>
              <a:ext uri="{FF2B5EF4-FFF2-40B4-BE49-F238E27FC236}">
                <a16:creationId xmlns:a16="http://schemas.microsoft.com/office/drawing/2014/main" id="{91F0065E-7905-3A41-B978-9393E97944B6}"/>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5" name="Line 17">
            <a:extLst>
              <a:ext uri="{FF2B5EF4-FFF2-40B4-BE49-F238E27FC236}">
                <a16:creationId xmlns:a16="http://schemas.microsoft.com/office/drawing/2014/main" id="{8843578C-DCDC-2242-A11F-F5A30778661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6" name="Line 18">
            <a:extLst>
              <a:ext uri="{FF2B5EF4-FFF2-40B4-BE49-F238E27FC236}">
                <a16:creationId xmlns:a16="http://schemas.microsoft.com/office/drawing/2014/main" id="{CBD218E5-1AC2-4743-A71A-DEBD08C7D440}"/>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7" name="Rectangle 19">
            <a:extLst>
              <a:ext uri="{FF2B5EF4-FFF2-40B4-BE49-F238E27FC236}">
                <a16:creationId xmlns:a16="http://schemas.microsoft.com/office/drawing/2014/main" id="{D8CBE21E-61FA-C94D-BF30-966CF363DDF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8978" name="Rectangle 20">
            <a:extLst>
              <a:ext uri="{FF2B5EF4-FFF2-40B4-BE49-F238E27FC236}">
                <a16:creationId xmlns:a16="http://schemas.microsoft.com/office/drawing/2014/main" id="{B2C50E4B-5F73-A946-82AD-6C261A80480A}"/>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8979" name="Rectangle 21">
            <a:extLst>
              <a:ext uri="{FF2B5EF4-FFF2-40B4-BE49-F238E27FC236}">
                <a16:creationId xmlns:a16="http://schemas.microsoft.com/office/drawing/2014/main" id="{A5CE3F25-A065-F343-A0B9-2D1925E9170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8980" name="Rectangle 22">
            <a:extLst>
              <a:ext uri="{FF2B5EF4-FFF2-40B4-BE49-F238E27FC236}">
                <a16:creationId xmlns:a16="http://schemas.microsoft.com/office/drawing/2014/main" id="{CA3DF01F-463A-9749-8F8E-99C90F56BAC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8981" name="Rectangle 23">
            <a:extLst>
              <a:ext uri="{FF2B5EF4-FFF2-40B4-BE49-F238E27FC236}">
                <a16:creationId xmlns:a16="http://schemas.microsoft.com/office/drawing/2014/main" id="{5B4AFED0-12BB-B045-9DCE-6C707FA919B9}"/>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8982" name="Rectangle 24">
            <a:extLst>
              <a:ext uri="{FF2B5EF4-FFF2-40B4-BE49-F238E27FC236}">
                <a16:creationId xmlns:a16="http://schemas.microsoft.com/office/drawing/2014/main" id="{8D6889AE-4017-1648-BD22-DDE7CC96848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8983" name="Rectangle 25">
            <a:extLst>
              <a:ext uri="{FF2B5EF4-FFF2-40B4-BE49-F238E27FC236}">
                <a16:creationId xmlns:a16="http://schemas.microsoft.com/office/drawing/2014/main" id="{FB317034-07C1-6645-A2C9-5FF8E326D44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8984" name="Rectangle 26">
            <a:extLst>
              <a:ext uri="{FF2B5EF4-FFF2-40B4-BE49-F238E27FC236}">
                <a16:creationId xmlns:a16="http://schemas.microsoft.com/office/drawing/2014/main" id="{A75AB041-CEFF-994A-B1CF-D09024D23F1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8985" name="Rectangle 27">
            <a:extLst>
              <a:ext uri="{FF2B5EF4-FFF2-40B4-BE49-F238E27FC236}">
                <a16:creationId xmlns:a16="http://schemas.microsoft.com/office/drawing/2014/main" id="{949B6705-D8E3-A540-BDB1-CFB0A43CB6AD}"/>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8986" name="Rectangle 28">
            <a:extLst>
              <a:ext uri="{FF2B5EF4-FFF2-40B4-BE49-F238E27FC236}">
                <a16:creationId xmlns:a16="http://schemas.microsoft.com/office/drawing/2014/main" id="{9F58606D-147E-3D45-A3A6-E3BB889F367E}"/>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8987" name="Rectangle 29">
            <a:extLst>
              <a:ext uri="{FF2B5EF4-FFF2-40B4-BE49-F238E27FC236}">
                <a16:creationId xmlns:a16="http://schemas.microsoft.com/office/drawing/2014/main" id="{255F338C-2674-3346-884A-A01460D807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8988" name="Rectangle 30">
            <a:extLst>
              <a:ext uri="{FF2B5EF4-FFF2-40B4-BE49-F238E27FC236}">
                <a16:creationId xmlns:a16="http://schemas.microsoft.com/office/drawing/2014/main" id="{34349639-CD7D-364E-B285-DAD0D75A7CCE}"/>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8989" name="Rectangle 32">
            <a:extLst>
              <a:ext uri="{FF2B5EF4-FFF2-40B4-BE49-F238E27FC236}">
                <a16:creationId xmlns:a16="http://schemas.microsoft.com/office/drawing/2014/main" id="{D4794025-28DC-5644-9FB4-D4210DA53A24}"/>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8990" name="Rectangle 33">
            <a:extLst>
              <a:ext uri="{FF2B5EF4-FFF2-40B4-BE49-F238E27FC236}">
                <a16:creationId xmlns:a16="http://schemas.microsoft.com/office/drawing/2014/main" id="{61105BAB-516E-4B48-A89A-042B3807CA11}"/>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8991" name="Rectangle 34">
            <a:extLst>
              <a:ext uri="{FF2B5EF4-FFF2-40B4-BE49-F238E27FC236}">
                <a16:creationId xmlns:a16="http://schemas.microsoft.com/office/drawing/2014/main" id="{DDB01864-1998-5142-969D-43095F17CA3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8992" name="Rectangle 35">
            <a:extLst>
              <a:ext uri="{FF2B5EF4-FFF2-40B4-BE49-F238E27FC236}">
                <a16:creationId xmlns:a16="http://schemas.microsoft.com/office/drawing/2014/main" id="{8FF032AA-A402-2346-BFB7-22C745367A1F}"/>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8993" name="Rectangle 36">
            <a:extLst>
              <a:ext uri="{FF2B5EF4-FFF2-40B4-BE49-F238E27FC236}">
                <a16:creationId xmlns:a16="http://schemas.microsoft.com/office/drawing/2014/main" id="{B0BFC820-7175-E248-A25C-739488DF5273}"/>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8994" name="Rectangle 37">
            <a:extLst>
              <a:ext uri="{FF2B5EF4-FFF2-40B4-BE49-F238E27FC236}">
                <a16:creationId xmlns:a16="http://schemas.microsoft.com/office/drawing/2014/main" id="{DE11BE7D-A1D4-B64F-87E6-9D61D71244D9}"/>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8995" name="Rectangle 38">
            <a:extLst>
              <a:ext uri="{FF2B5EF4-FFF2-40B4-BE49-F238E27FC236}">
                <a16:creationId xmlns:a16="http://schemas.microsoft.com/office/drawing/2014/main" id="{4DF31560-14DD-A243-AA09-725C4FE43151}"/>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8996" name="Rectangle 39">
            <a:extLst>
              <a:ext uri="{FF2B5EF4-FFF2-40B4-BE49-F238E27FC236}">
                <a16:creationId xmlns:a16="http://schemas.microsoft.com/office/drawing/2014/main" id="{F6CD8BD3-555A-BE44-B52C-750F8C005619}"/>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8997" name="Rectangle 40">
            <a:extLst>
              <a:ext uri="{FF2B5EF4-FFF2-40B4-BE49-F238E27FC236}">
                <a16:creationId xmlns:a16="http://schemas.microsoft.com/office/drawing/2014/main" id="{E03CED4D-C3B8-3B41-B4CB-AFD2FC24D6F5}"/>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8998" name="Group 41">
            <a:extLst>
              <a:ext uri="{FF2B5EF4-FFF2-40B4-BE49-F238E27FC236}">
                <a16:creationId xmlns:a16="http://schemas.microsoft.com/office/drawing/2014/main" id="{30E06E9B-54FE-9942-A976-A96FBEF5D8EF}"/>
              </a:ext>
            </a:extLst>
          </p:cNvPr>
          <p:cNvGrpSpPr>
            <a:grpSpLocks/>
          </p:cNvGrpSpPr>
          <p:nvPr/>
        </p:nvGrpSpPr>
        <p:grpSpPr bwMode="auto">
          <a:xfrm>
            <a:off x="1945482" y="2811066"/>
            <a:ext cx="98822" cy="52388"/>
            <a:chOff x="833" y="3024"/>
            <a:chExt cx="78" cy="51"/>
          </a:xfrm>
        </p:grpSpPr>
        <p:sp>
          <p:nvSpPr>
            <p:cNvPr id="169012" name="Rectangle 42">
              <a:extLst>
                <a:ext uri="{FF2B5EF4-FFF2-40B4-BE49-F238E27FC236}">
                  <a16:creationId xmlns:a16="http://schemas.microsoft.com/office/drawing/2014/main" id="{01C0929B-053F-EE4D-9AD4-4A0927AF1B0C}"/>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3" name="Line 43">
              <a:extLst>
                <a:ext uri="{FF2B5EF4-FFF2-40B4-BE49-F238E27FC236}">
                  <a16:creationId xmlns:a16="http://schemas.microsoft.com/office/drawing/2014/main" id="{09F6AD5E-8549-334D-A5DE-2F28B29039C5}"/>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4" name="Line 44">
              <a:extLst>
                <a:ext uri="{FF2B5EF4-FFF2-40B4-BE49-F238E27FC236}">
                  <a16:creationId xmlns:a16="http://schemas.microsoft.com/office/drawing/2014/main" id="{49B66ABC-C1A4-5841-9475-9D48222A3881}"/>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8999" name="Group 45">
            <a:extLst>
              <a:ext uri="{FF2B5EF4-FFF2-40B4-BE49-F238E27FC236}">
                <a16:creationId xmlns:a16="http://schemas.microsoft.com/office/drawing/2014/main" id="{30673D9E-BC99-F245-A0DD-886FE2DB1C8F}"/>
              </a:ext>
            </a:extLst>
          </p:cNvPr>
          <p:cNvGrpSpPr>
            <a:grpSpLocks/>
          </p:cNvGrpSpPr>
          <p:nvPr/>
        </p:nvGrpSpPr>
        <p:grpSpPr bwMode="auto">
          <a:xfrm>
            <a:off x="7846219" y="2818210"/>
            <a:ext cx="98822" cy="50006"/>
            <a:chOff x="5432" y="3030"/>
            <a:chExt cx="78" cy="51"/>
          </a:xfrm>
        </p:grpSpPr>
        <p:sp>
          <p:nvSpPr>
            <p:cNvPr id="169009" name="Rectangle 46">
              <a:extLst>
                <a:ext uri="{FF2B5EF4-FFF2-40B4-BE49-F238E27FC236}">
                  <a16:creationId xmlns:a16="http://schemas.microsoft.com/office/drawing/2014/main" id="{2546FFDF-5AD8-B74D-A553-0CE03BF6E9DF}"/>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0" name="Line 47">
              <a:extLst>
                <a:ext uri="{FF2B5EF4-FFF2-40B4-BE49-F238E27FC236}">
                  <a16:creationId xmlns:a16="http://schemas.microsoft.com/office/drawing/2014/main" id="{30B691A3-D275-0246-898B-61B96727401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1" name="Line 48">
              <a:extLst>
                <a:ext uri="{FF2B5EF4-FFF2-40B4-BE49-F238E27FC236}">
                  <a16:creationId xmlns:a16="http://schemas.microsoft.com/office/drawing/2014/main" id="{4777F74F-9764-D945-9B13-CB9F1D0C863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9000" name="Rectangle 69">
            <a:extLst>
              <a:ext uri="{FF2B5EF4-FFF2-40B4-BE49-F238E27FC236}">
                <a16:creationId xmlns:a16="http://schemas.microsoft.com/office/drawing/2014/main" id="{4DD38428-EB86-F54C-A4FE-1044DD92F85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9001" name="Rectangle 71">
            <a:extLst>
              <a:ext uri="{FF2B5EF4-FFF2-40B4-BE49-F238E27FC236}">
                <a16:creationId xmlns:a16="http://schemas.microsoft.com/office/drawing/2014/main" id="{DF0D8D2F-2107-9B46-910D-53FDB2C31BB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9002" name="Rectangle 72">
            <a:extLst>
              <a:ext uri="{FF2B5EF4-FFF2-40B4-BE49-F238E27FC236}">
                <a16:creationId xmlns:a16="http://schemas.microsoft.com/office/drawing/2014/main" id="{A63BF453-CD92-D64B-AB9B-B90918A8B47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9071" name="Group 79">
            <a:extLst>
              <a:ext uri="{FF2B5EF4-FFF2-40B4-BE49-F238E27FC236}">
                <a16:creationId xmlns:a16="http://schemas.microsoft.com/office/drawing/2014/main" id="{9C2571A6-4810-EF4A-882A-15B3465E1DE2}"/>
              </a:ext>
            </a:extLst>
          </p:cNvPr>
          <p:cNvGrpSpPr>
            <a:grpSpLocks/>
          </p:cNvGrpSpPr>
          <p:nvPr/>
        </p:nvGrpSpPr>
        <p:grpSpPr bwMode="auto">
          <a:xfrm>
            <a:off x="2165747" y="1006079"/>
            <a:ext cx="5105401" cy="3858815"/>
            <a:chOff x="859" y="845"/>
            <a:chExt cx="4288" cy="3241"/>
          </a:xfrm>
        </p:grpSpPr>
        <p:sp>
          <p:nvSpPr>
            <p:cNvPr id="169007" name="Text Box 74">
              <a:extLst>
                <a:ext uri="{FF2B5EF4-FFF2-40B4-BE49-F238E27FC236}">
                  <a16:creationId xmlns:a16="http://schemas.microsoft.com/office/drawing/2014/main" id="{4732C535-D554-7249-AA4B-D56AA3D39B8E}"/>
                </a:ext>
              </a:extLst>
            </p:cNvPr>
            <p:cNvSpPr txBox="1">
              <a:spLocks noChangeArrowheads="1"/>
            </p:cNvSpPr>
            <p:nvPr/>
          </p:nvSpPr>
          <p:spPr bwMode="auto">
            <a:xfrm>
              <a:off x="859" y="3194"/>
              <a:ext cx="4288"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首部长度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位，可表示的最大数值</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是 </a:t>
              </a:r>
              <a:r>
                <a:rPr lang="en-US" altLang="zh-CN" sz="2100">
                  <a:latin typeface="微软雅黑" panose="020B0503020204020204" pitchFamily="34" charset="-122"/>
                  <a:ea typeface="宋体" panose="02010600030101010101" pitchFamily="2" charset="-122"/>
                </a:rPr>
                <a:t>15 </a:t>
              </a:r>
              <a:r>
                <a:rPr lang="zh-CN" altLang="en-US" sz="2100">
                  <a:latin typeface="微软雅黑" panose="020B0503020204020204" pitchFamily="34" charset="-122"/>
                  <a:ea typeface="宋体" panose="02010600030101010101" pitchFamily="2" charset="-122"/>
                </a:rPr>
                <a:t>个单位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一个单位为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r>
                <a:rPr lang="en-US" altLang="zh-CN" sz="2100">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因此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的首部长度的最大值是 </a:t>
              </a:r>
              <a:r>
                <a:rPr lang="en-US" altLang="zh-CN" sz="2100">
                  <a:latin typeface="微软雅黑" panose="020B0503020204020204" pitchFamily="34" charset="-122"/>
                  <a:ea typeface="宋体" panose="02010600030101010101" pitchFamily="2" charset="-122"/>
                </a:rPr>
                <a:t>60 </a:t>
              </a:r>
              <a:r>
                <a:rPr lang="zh-CN" altLang="en-US" sz="2100">
                  <a:latin typeface="微软雅黑" panose="020B0503020204020204" pitchFamily="34" charset="-122"/>
                  <a:ea typeface="宋体" panose="02010600030101010101" pitchFamily="2" charset="-122"/>
                </a:rPr>
                <a:t>字节。</a:t>
              </a:r>
            </a:p>
          </p:txBody>
        </p:sp>
        <p:sp>
          <p:nvSpPr>
            <p:cNvPr id="169008" name="Rectangle 78">
              <a:extLst>
                <a:ext uri="{FF2B5EF4-FFF2-40B4-BE49-F238E27FC236}">
                  <a16:creationId xmlns:a16="http://schemas.microsoft.com/office/drawing/2014/main" id="{8564B8C6-DB50-A541-8432-2E0E582806EA}"/>
                </a:ext>
              </a:extLst>
            </p:cNvPr>
            <p:cNvSpPr>
              <a:spLocks noChangeArrowheads="1"/>
            </p:cNvSpPr>
            <p:nvPr/>
          </p:nvSpPr>
          <p:spPr bwMode="auto">
            <a:xfrm>
              <a:off x="1303" y="845"/>
              <a:ext cx="65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9004" name="AutoShape 80">
            <a:extLst>
              <a:ext uri="{FF2B5EF4-FFF2-40B4-BE49-F238E27FC236}">
                <a16:creationId xmlns:a16="http://schemas.microsoft.com/office/drawing/2014/main" id="{F0775152-867F-074B-BC56-A6DE2F49745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05" name="Rectangle 81">
            <a:extLst>
              <a:ext uri="{FF2B5EF4-FFF2-40B4-BE49-F238E27FC236}">
                <a16:creationId xmlns:a16="http://schemas.microsoft.com/office/drawing/2014/main" id="{691B7A43-79F0-5848-89FF-FEABE53F0D2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9006" name="幻灯片编号占位符 1">
            <a:extLst>
              <a:ext uri="{FF2B5EF4-FFF2-40B4-BE49-F238E27FC236}">
                <a16:creationId xmlns:a16="http://schemas.microsoft.com/office/drawing/2014/main" id="{F54C259F-FAF8-1C44-BE11-E032F5F8628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2D66D8-CCF5-3A4C-9DE1-236B53C0CCD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3720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90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1009" name="Line 2">
            <a:extLst>
              <a:ext uri="{FF2B5EF4-FFF2-40B4-BE49-F238E27FC236}">
                <a16:creationId xmlns:a16="http://schemas.microsoft.com/office/drawing/2014/main" id="{0F3C1F29-E7B3-1140-8143-C87E943C6A13}"/>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1010" name="Rectangle 3">
            <a:extLst>
              <a:ext uri="{FF2B5EF4-FFF2-40B4-BE49-F238E27FC236}">
                <a16:creationId xmlns:a16="http://schemas.microsoft.com/office/drawing/2014/main" id="{F8534D99-401C-634C-AD41-B863F856C5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1011" name="Rectangle 4">
            <a:extLst>
              <a:ext uri="{FF2B5EF4-FFF2-40B4-BE49-F238E27FC236}">
                <a16:creationId xmlns:a16="http://schemas.microsoft.com/office/drawing/2014/main" id="{B24E6271-0E6F-2C45-806F-B235DFCFF23C}"/>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2" name="Rectangle 6">
            <a:extLst>
              <a:ext uri="{FF2B5EF4-FFF2-40B4-BE49-F238E27FC236}">
                <a16:creationId xmlns:a16="http://schemas.microsoft.com/office/drawing/2014/main" id="{869BCA3E-472C-1E4B-86A4-1349FA217FAA}"/>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3" name="Rectangle 7">
            <a:extLst>
              <a:ext uri="{FF2B5EF4-FFF2-40B4-BE49-F238E27FC236}">
                <a16:creationId xmlns:a16="http://schemas.microsoft.com/office/drawing/2014/main" id="{B70081BD-C2FC-1C4B-9B93-BECFA18D6398}"/>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4" name="Line 8">
            <a:extLst>
              <a:ext uri="{FF2B5EF4-FFF2-40B4-BE49-F238E27FC236}">
                <a16:creationId xmlns:a16="http://schemas.microsoft.com/office/drawing/2014/main" id="{F28E3565-3EAC-5E40-AE6D-AE4F2418FA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5" name="Line 9">
            <a:extLst>
              <a:ext uri="{FF2B5EF4-FFF2-40B4-BE49-F238E27FC236}">
                <a16:creationId xmlns:a16="http://schemas.microsoft.com/office/drawing/2014/main" id="{D6CCC125-BB04-634C-B3C5-DC574591F83E}"/>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6" name="Line 10">
            <a:extLst>
              <a:ext uri="{FF2B5EF4-FFF2-40B4-BE49-F238E27FC236}">
                <a16:creationId xmlns:a16="http://schemas.microsoft.com/office/drawing/2014/main" id="{909A4767-D9AE-734A-A39D-9C70DF8BD916}"/>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7" name="Line 11">
            <a:extLst>
              <a:ext uri="{FF2B5EF4-FFF2-40B4-BE49-F238E27FC236}">
                <a16:creationId xmlns:a16="http://schemas.microsoft.com/office/drawing/2014/main" id="{4F78E196-A1D3-E548-9905-A9C13875491C}"/>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8" name="Line 12">
            <a:extLst>
              <a:ext uri="{FF2B5EF4-FFF2-40B4-BE49-F238E27FC236}">
                <a16:creationId xmlns:a16="http://schemas.microsoft.com/office/drawing/2014/main" id="{16270B4C-685E-444C-BD93-37278035B513}"/>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9" name="Line 13">
            <a:extLst>
              <a:ext uri="{FF2B5EF4-FFF2-40B4-BE49-F238E27FC236}">
                <a16:creationId xmlns:a16="http://schemas.microsoft.com/office/drawing/2014/main" id="{7340E5DE-8D70-2C4E-BF8B-39E58FE51A2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0" name="Line 14">
            <a:extLst>
              <a:ext uri="{FF2B5EF4-FFF2-40B4-BE49-F238E27FC236}">
                <a16:creationId xmlns:a16="http://schemas.microsoft.com/office/drawing/2014/main" id="{481E1C5B-A2C2-0741-A92C-1AB6FD9DB1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1" name="Line 15">
            <a:extLst>
              <a:ext uri="{FF2B5EF4-FFF2-40B4-BE49-F238E27FC236}">
                <a16:creationId xmlns:a16="http://schemas.microsoft.com/office/drawing/2014/main" id="{0FC1413B-C92E-B84D-B9EA-5CDE83B6C4D9}"/>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2" name="Line 16">
            <a:extLst>
              <a:ext uri="{FF2B5EF4-FFF2-40B4-BE49-F238E27FC236}">
                <a16:creationId xmlns:a16="http://schemas.microsoft.com/office/drawing/2014/main" id="{B8B4EC4B-D8CA-A247-9F22-1C111F1441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3" name="Line 17">
            <a:extLst>
              <a:ext uri="{FF2B5EF4-FFF2-40B4-BE49-F238E27FC236}">
                <a16:creationId xmlns:a16="http://schemas.microsoft.com/office/drawing/2014/main" id="{2E3456FB-A2BD-8A4E-B8C0-EC4E0317F16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4" name="Line 18">
            <a:extLst>
              <a:ext uri="{FF2B5EF4-FFF2-40B4-BE49-F238E27FC236}">
                <a16:creationId xmlns:a16="http://schemas.microsoft.com/office/drawing/2014/main" id="{D299EFE9-F056-4D43-9A90-6003590EC33D}"/>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5" name="Rectangle 19">
            <a:extLst>
              <a:ext uri="{FF2B5EF4-FFF2-40B4-BE49-F238E27FC236}">
                <a16:creationId xmlns:a16="http://schemas.microsoft.com/office/drawing/2014/main" id="{12514EF6-716D-B141-B125-D238CAE54CD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1026" name="Rectangle 20">
            <a:extLst>
              <a:ext uri="{FF2B5EF4-FFF2-40B4-BE49-F238E27FC236}">
                <a16:creationId xmlns:a16="http://schemas.microsoft.com/office/drawing/2014/main" id="{EDD4606D-7470-9F46-92EB-5CA9F1479F9D}"/>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1027" name="Rectangle 21">
            <a:extLst>
              <a:ext uri="{FF2B5EF4-FFF2-40B4-BE49-F238E27FC236}">
                <a16:creationId xmlns:a16="http://schemas.microsoft.com/office/drawing/2014/main" id="{244F535B-74CD-A242-8EAE-D252CA87A72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1028" name="Rectangle 22">
            <a:extLst>
              <a:ext uri="{FF2B5EF4-FFF2-40B4-BE49-F238E27FC236}">
                <a16:creationId xmlns:a16="http://schemas.microsoft.com/office/drawing/2014/main" id="{94A3C3D0-3224-F143-816B-9A137D74483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1029" name="Rectangle 23">
            <a:extLst>
              <a:ext uri="{FF2B5EF4-FFF2-40B4-BE49-F238E27FC236}">
                <a16:creationId xmlns:a16="http://schemas.microsoft.com/office/drawing/2014/main" id="{FE2BC64F-6DB1-B14B-972F-57C5C50C743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1030" name="Rectangle 24">
            <a:extLst>
              <a:ext uri="{FF2B5EF4-FFF2-40B4-BE49-F238E27FC236}">
                <a16:creationId xmlns:a16="http://schemas.microsoft.com/office/drawing/2014/main" id="{D8268F0A-D40A-AB4A-B45E-6E5A0DFEF95F}"/>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1031" name="Rectangle 25">
            <a:extLst>
              <a:ext uri="{FF2B5EF4-FFF2-40B4-BE49-F238E27FC236}">
                <a16:creationId xmlns:a16="http://schemas.microsoft.com/office/drawing/2014/main" id="{F7C09B71-CD64-994F-BAD6-68FC68C447A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1032" name="Rectangle 26">
            <a:extLst>
              <a:ext uri="{FF2B5EF4-FFF2-40B4-BE49-F238E27FC236}">
                <a16:creationId xmlns:a16="http://schemas.microsoft.com/office/drawing/2014/main" id="{FFFB9716-277F-7244-BEFF-BFC94AD0898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1033" name="Rectangle 27">
            <a:extLst>
              <a:ext uri="{FF2B5EF4-FFF2-40B4-BE49-F238E27FC236}">
                <a16:creationId xmlns:a16="http://schemas.microsoft.com/office/drawing/2014/main" id="{082DE8B9-AD8D-1D4C-BE23-E556D11952F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1034" name="Rectangle 28">
            <a:extLst>
              <a:ext uri="{FF2B5EF4-FFF2-40B4-BE49-F238E27FC236}">
                <a16:creationId xmlns:a16="http://schemas.microsoft.com/office/drawing/2014/main" id="{330EED3A-AFD2-4241-9CC2-587F93CCABD4}"/>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1035" name="Rectangle 29">
            <a:extLst>
              <a:ext uri="{FF2B5EF4-FFF2-40B4-BE49-F238E27FC236}">
                <a16:creationId xmlns:a16="http://schemas.microsoft.com/office/drawing/2014/main" id="{4DF0E00A-8999-3942-9171-28866D26620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1036" name="Rectangle 30">
            <a:extLst>
              <a:ext uri="{FF2B5EF4-FFF2-40B4-BE49-F238E27FC236}">
                <a16:creationId xmlns:a16="http://schemas.microsoft.com/office/drawing/2014/main" id="{F48753E1-478F-6F44-A574-172ACDEBC9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1037" name="Rectangle 32">
            <a:extLst>
              <a:ext uri="{FF2B5EF4-FFF2-40B4-BE49-F238E27FC236}">
                <a16:creationId xmlns:a16="http://schemas.microsoft.com/office/drawing/2014/main" id="{9EF7FD65-CF70-B94A-93C4-6EBCE9E564B5}"/>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1038" name="Rectangle 33">
            <a:extLst>
              <a:ext uri="{FF2B5EF4-FFF2-40B4-BE49-F238E27FC236}">
                <a16:creationId xmlns:a16="http://schemas.microsoft.com/office/drawing/2014/main" id="{C0FD53DD-FC12-A54C-80A5-157D2FEDF70C}"/>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1039" name="Rectangle 34">
            <a:extLst>
              <a:ext uri="{FF2B5EF4-FFF2-40B4-BE49-F238E27FC236}">
                <a16:creationId xmlns:a16="http://schemas.microsoft.com/office/drawing/2014/main" id="{C5108F9E-729D-834E-83CD-BD27929AE918}"/>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1040" name="Rectangle 35">
            <a:extLst>
              <a:ext uri="{FF2B5EF4-FFF2-40B4-BE49-F238E27FC236}">
                <a16:creationId xmlns:a16="http://schemas.microsoft.com/office/drawing/2014/main" id="{B67A957B-E510-524B-9396-070763A1D044}"/>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1041" name="Rectangle 36">
            <a:extLst>
              <a:ext uri="{FF2B5EF4-FFF2-40B4-BE49-F238E27FC236}">
                <a16:creationId xmlns:a16="http://schemas.microsoft.com/office/drawing/2014/main" id="{8CE13173-890D-8C41-839E-67A38611C7D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1042" name="Rectangle 37">
            <a:extLst>
              <a:ext uri="{FF2B5EF4-FFF2-40B4-BE49-F238E27FC236}">
                <a16:creationId xmlns:a16="http://schemas.microsoft.com/office/drawing/2014/main" id="{B3A06DC3-80DA-434C-A6E3-8CDEE69AD51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1043" name="Rectangle 38">
            <a:extLst>
              <a:ext uri="{FF2B5EF4-FFF2-40B4-BE49-F238E27FC236}">
                <a16:creationId xmlns:a16="http://schemas.microsoft.com/office/drawing/2014/main" id="{0ABC343A-5581-7543-ACC3-76804790A91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1044" name="Rectangle 39">
            <a:extLst>
              <a:ext uri="{FF2B5EF4-FFF2-40B4-BE49-F238E27FC236}">
                <a16:creationId xmlns:a16="http://schemas.microsoft.com/office/drawing/2014/main" id="{36E8DE03-FD46-C74E-974A-BEEDD033E26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1045" name="Rectangle 40">
            <a:extLst>
              <a:ext uri="{FF2B5EF4-FFF2-40B4-BE49-F238E27FC236}">
                <a16:creationId xmlns:a16="http://schemas.microsoft.com/office/drawing/2014/main" id="{D6D28520-F5F7-014A-84CF-F19B68A527B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1046" name="Group 41">
            <a:extLst>
              <a:ext uri="{FF2B5EF4-FFF2-40B4-BE49-F238E27FC236}">
                <a16:creationId xmlns:a16="http://schemas.microsoft.com/office/drawing/2014/main" id="{9AED1814-8120-7143-8602-6AA651DE7EB5}"/>
              </a:ext>
            </a:extLst>
          </p:cNvPr>
          <p:cNvGrpSpPr>
            <a:grpSpLocks/>
          </p:cNvGrpSpPr>
          <p:nvPr/>
        </p:nvGrpSpPr>
        <p:grpSpPr bwMode="auto">
          <a:xfrm>
            <a:off x="1945482" y="2811066"/>
            <a:ext cx="98822" cy="52388"/>
            <a:chOff x="833" y="3024"/>
            <a:chExt cx="78" cy="51"/>
          </a:xfrm>
        </p:grpSpPr>
        <p:sp>
          <p:nvSpPr>
            <p:cNvPr id="171060" name="Rectangle 42">
              <a:extLst>
                <a:ext uri="{FF2B5EF4-FFF2-40B4-BE49-F238E27FC236}">
                  <a16:creationId xmlns:a16="http://schemas.microsoft.com/office/drawing/2014/main" id="{1EAB5748-F202-F64B-A2F4-311F436D5BA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61" name="Line 43">
              <a:extLst>
                <a:ext uri="{FF2B5EF4-FFF2-40B4-BE49-F238E27FC236}">
                  <a16:creationId xmlns:a16="http://schemas.microsoft.com/office/drawing/2014/main" id="{243E02ED-3575-1642-992E-AD64FA51972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62" name="Line 44">
              <a:extLst>
                <a:ext uri="{FF2B5EF4-FFF2-40B4-BE49-F238E27FC236}">
                  <a16:creationId xmlns:a16="http://schemas.microsoft.com/office/drawing/2014/main" id="{E4F76D14-BA80-C745-B7E3-67A5976BC22A}"/>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1047" name="Group 45">
            <a:extLst>
              <a:ext uri="{FF2B5EF4-FFF2-40B4-BE49-F238E27FC236}">
                <a16:creationId xmlns:a16="http://schemas.microsoft.com/office/drawing/2014/main" id="{0ED525A4-0C73-C945-91E4-C55BBF153528}"/>
              </a:ext>
            </a:extLst>
          </p:cNvPr>
          <p:cNvGrpSpPr>
            <a:grpSpLocks/>
          </p:cNvGrpSpPr>
          <p:nvPr/>
        </p:nvGrpSpPr>
        <p:grpSpPr bwMode="auto">
          <a:xfrm>
            <a:off x="7846219" y="2818210"/>
            <a:ext cx="98822" cy="50006"/>
            <a:chOff x="5432" y="3030"/>
            <a:chExt cx="78" cy="51"/>
          </a:xfrm>
        </p:grpSpPr>
        <p:sp>
          <p:nvSpPr>
            <p:cNvPr id="171057" name="Rectangle 46">
              <a:extLst>
                <a:ext uri="{FF2B5EF4-FFF2-40B4-BE49-F238E27FC236}">
                  <a16:creationId xmlns:a16="http://schemas.microsoft.com/office/drawing/2014/main" id="{8D3694E7-FCC0-F842-8813-5C73A48B224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8" name="Line 47">
              <a:extLst>
                <a:ext uri="{FF2B5EF4-FFF2-40B4-BE49-F238E27FC236}">
                  <a16:creationId xmlns:a16="http://schemas.microsoft.com/office/drawing/2014/main" id="{5E3B27A2-B483-4A45-A815-FA498E4FAC7A}"/>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59" name="Line 48">
              <a:extLst>
                <a:ext uri="{FF2B5EF4-FFF2-40B4-BE49-F238E27FC236}">
                  <a16:creationId xmlns:a16="http://schemas.microsoft.com/office/drawing/2014/main" id="{F25B882C-C650-5D4F-AECD-14ED6E4DC065}"/>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1048" name="Rectangle 69">
            <a:extLst>
              <a:ext uri="{FF2B5EF4-FFF2-40B4-BE49-F238E27FC236}">
                <a16:creationId xmlns:a16="http://schemas.microsoft.com/office/drawing/2014/main" id="{6FE7560B-D630-CD4B-B157-D294439F5C22}"/>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1049" name="Rectangle 71">
            <a:extLst>
              <a:ext uri="{FF2B5EF4-FFF2-40B4-BE49-F238E27FC236}">
                <a16:creationId xmlns:a16="http://schemas.microsoft.com/office/drawing/2014/main" id="{C9A97E89-4CC6-854C-8A2A-DC4E974187D1}"/>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1050" name="Rectangle 72">
            <a:extLst>
              <a:ext uri="{FF2B5EF4-FFF2-40B4-BE49-F238E27FC236}">
                <a16:creationId xmlns:a16="http://schemas.microsoft.com/office/drawing/2014/main" id="{27F50017-1184-E344-A7D4-0797C5B5BE1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0096" name="Group 80">
            <a:extLst>
              <a:ext uri="{FF2B5EF4-FFF2-40B4-BE49-F238E27FC236}">
                <a16:creationId xmlns:a16="http://schemas.microsoft.com/office/drawing/2014/main" id="{7DBD977C-C502-8B4C-90F3-B4A6D7903EB7}"/>
              </a:ext>
            </a:extLst>
          </p:cNvPr>
          <p:cNvGrpSpPr>
            <a:grpSpLocks/>
          </p:cNvGrpSpPr>
          <p:nvPr/>
        </p:nvGrpSpPr>
        <p:grpSpPr bwMode="auto">
          <a:xfrm>
            <a:off x="1781176" y="1006079"/>
            <a:ext cx="6144816" cy="4052888"/>
            <a:chOff x="536" y="845"/>
            <a:chExt cx="5161" cy="3404"/>
          </a:xfrm>
        </p:grpSpPr>
        <p:sp>
          <p:nvSpPr>
            <p:cNvPr id="171055" name="Text Box 74">
              <a:extLst>
                <a:ext uri="{FF2B5EF4-FFF2-40B4-BE49-F238E27FC236}">
                  <a16:creationId xmlns:a16="http://schemas.microsoft.com/office/drawing/2014/main" id="{6617EC4D-1F6F-3C40-9911-9A99CC9A2639}"/>
                </a:ext>
              </a:extLst>
            </p:cNvPr>
            <p:cNvSpPr txBox="1">
              <a:spLocks noChangeArrowheads="1"/>
            </p:cNvSpPr>
            <p:nvPr/>
          </p:nvSpPr>
          <p:spPr bwMode="auto">
            <a:xfrm>
              <a:off x="536" y="3008"/>
              <a:ext cx="5161" cy="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区分服务</a:t>
              </a:r>
              <a:r>
                <a:rPr lang="en-US" altLang="zh-CN" sz="1800">
                  <a:solidFill>
                    <a:schemeClr val="folHlink"/>
                  </a:solidFill>
                  <a:latin typeface="Arial" panose="020B0604020202020204" pitchFamily="34" charset="0"/>
                  <a:ea typeface="宋体" panose="02010600030101010101" pitchFamily="2" charset="-122"/>
                </a:rPr>
                <a:t>——</a:t>
              </a:r>
              <a:r>
                <a:rPr lang="zh-CN" altLang="en-US" sz="1800">
                  <a:solidFill>
                    <a:schemeClr val="folHlink"/>
                  </a:solidFill>
                  <a:latin typeface="微软雅黑" panose="020B0503020204020204" pitchFamily="34" charset="-122"/>
                  <a:ea typeface="宋体" panose="02010600030101010101" pitchFamily="2" charset="-122"/>
                </a:rPr>
                <a:t>占 </a:t>
              </a:r>
              <a:r>
                <a:rPr lang="en-US" altLang="zh-CN" sz="1800">
                  <a:solidFill>
                    <a:schemeClr val="folHlink"/>
                  </a:solidFill>
                  <a:latin typeface="微软雅黑" panose="020B0503020204020204" pitchFamily="34" charset="-122"/>
                  <a:ea typeface="宋体" panose="02010600030101010101" pitchFamily="2" charset="-122"/>
                </a:rPr>
                <a:t>8 </a:t>
              </a:r>
              <a:r>
                <a:rPr lang="zh-CN" altLang="en-US" sz="1800">
                  <a:solidFill>
                    <a:schemeClr val="folHlink"/>
                  </a:solidFill>
                  <a:latin typeface="微软雅黑" panose="020B0503020204020204" pitchFamily="34" charset="-122"/>
                  <a:ea typeface="宋体" panose="02010600030101010101" pitchFamily="2" charset="-122"/>
                </a:rPr>
                <a:t>位，用来获得更好的服务</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在旧标准中叫做</a:t>
              </a:r>
              <a:r>
                <a:rPr lang="zh-CN" altLang="en-US" sz="1800">
                  <a:solidFill>
                    <a:schemeClr val="hlink"/>
                  </a:solidFill>
                  <a:latin typeface="微软雅黑" panose="020B0503020204020204" pitchFamily="34" charset="-122"/>
                  <a:ea typeface="宋体" panose="02010600030101010101" pitchFamily="2" charset="-122"/>
                </a:rPr>
                <a:t>服务类型</a:t>
              </a:r>
              <a:r>
                <a:rPr lang="zh-CN" altLang="en-US" sz="1800">
                  <a:solidFill>
                    <a:schemeClr val="folHlink"/>
                  </a:solidFill>
                  <a:latin typeface="微软雅黑" panose="020B0503020204020204" pitchFamily="34" charset="-122"/>
                  <a:ea typeface="宋体" panose="02010600030101010101" pitchFamily="2" charset="-122"/>
                </a:rPr>
                <a:t>，但实际上一直未被使用过。</a:t>
              </a:r>
            </a:p>
            <a:p>
              <a:pPr algn="ctr" eaLnBrk="1" hangingPunct="1">
                <a:spcBef>
                  <a:spcPct val="0"/>
                </a:spcBef>
                <a:buClrTx/>
                <a:buSzTx/>
                <a:buFontTx/>
                <a:buNone/>
              </a:pPr>
              <a:r>
                <a:rPr lang="en-US" altLang="zh-CN" sz="1800">
                  <a:solidFill>
                    <a:schemeClr val="folHlink"/>
                  </a:solidFill>
                  <a:latin typeface="微软雅黑" panose="020B0503020204020204" pitchFamily="34" charset="-122"/>
                  <a:ea typeface="宋体" panose="02010600030101010101" pitchFamily="2" charset="-122"/>
                </a:rPr>
                <a:t>1998 </a:t>
              </a:r>
              <a:r>
                <a:rPr lang="zh-CN" altLang="en-US" sz="1800">
                  <a:solidFill>
                    <a:schemeClr val="folHlink"/>
                  </a:solidFill>
                  <a:latin typeface="微软雅黑" panose="020B0503020204020204" pitchFamily="34" charset="-122"/>
                  <a:ea typeface="宋体" panose="02010600030101010101" pitchFamily="2" charset="-122"/>
                </a:rPr>
                <a:t>年这个字段改名为</a:t>
              </a:r>
              <a:r>
                <a:rPr lang="zh-CN" altLang="en-US" sz="1800">
                  <a:solidFill>
                    <a:schemeClr val="hlink"/>
                  </a:solidFill>
                  <a:latin typeface="微软雅黑" panose="020B0503020204020204" pitchFamily="34" charset="-122"/>
                  <a:ea typeface="宋体" panose="02010600030101010101" pitchFamily="2" charset="-122"/>
                </a:rPr>
                <a:t>区分服务</a:t>
              </a:r>
              <a:r>
                <a:rPr lang="zh-CN" altLang="en-US" sz="18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只有在使用区分服务（</a:t>
              </a:r>
              <a:r>
                <a:rPr lang="en-US" altLang="zh-CN" sz="1800">
                  <a:solidFill>
                    <a:schemeClr val="folHlink"/>
                  </a:solidFill>
                  <a:latin typeface="微软雅黑" panose="020B0503020204020204" pitchFamily="34" charset="-122"/>
                  <a:ea typeface="宋体" panose="02010600030101010101" pitchFamily="2" charset="-122"/>
                </a:rPr>
                <a:t>DiffServ</a:t>
              </a:r>
              <a:r>
                <a:rPr lang="zh-CN" altLang="en-US" sz="1800">
                  <a:solidFill>
                    <a:schemeClr val="folHlink"/>
                  </a:solidFill>
                  <a:latin typeface="微软雅黑" panose="020B0503020204020204" pitchFamily="34" charset="-122"/>
                  <a:ea typeface="宋体" panose="02010600030101010101" pitchFamily="2" charset="-122"/>
                </a:rPr>
                <a:t>）时，这个字段才起作用。</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在一般的情况下都不使用这个字段 </a:t>
              </a:r>
            </a:p>
          </p:txBody>
        </p:sp>
        <p:sp>
          <p:nvSpPr>
            <p:cNvPr id="171056" name="Rectangle 76">
              <a:extLst>
                <a:ext uri="{FF2B5EF4-FFF2-40B4-BE49-F238E27FC236}">
                  <a16:creationId xmlns:a16="http://schemas.microsoft.com/office/drawing/2014/main" id="{5273B175-F91D-D847-B75B-05F4C3BB30E3}"/>
                </a:ext>
              </a:extLst>
            </p:cNvPr>
            <p:cNvSpPr>
              <a:spLocks noChangeArrowheads="1"/>
            </p:cNvSpPr>
            <p:nvPr/>
          </p:nvSpPr>
          <p:spPr bwMode="auto">
            <a:xfrm>
              <a:off x="1950" y="845"/>
              <a:ext cx="124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1052" name="AutoShape 78">
            <a:extLst>
              <a:ext uri="{FF2B5EF4-FFF2-40B4-BE49-F238E27FC236}">
                <a16:creationId xmlns:a16="http://schemas.microsoft.com/office/drawing/2014/main" id="{47A1F20F-7831-494B-8382-8BF1D89D68E9}"/>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3" name="Rectangle 79">
            <a:extLst>
              <a:ext uri="{FF2B5EF4-FFF2-40B4-BE49-F238E27FC236}">
                <a16:creationId xmlns:a16="http://schemas.microsoft.com/office/drawing/2014/main" id="{2CA563CD-04EA-BB44-890E-42A4B2807FA8}"/>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1054" name="幻灯片编号占位符 1">
            <a:extLst>
              <a:ext uri="{FF2B5EF4-FFF2-40B4-BE49-F238E27FC236}">
                <a16:creationId xmlns:a16="http://schemas.microsoft.com/office/drawing/2014/main" id="{EF6D5BEF-3519-4A49-9C73-F0BB51B1B6B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A72B49-0489-2646-AA37-D82BE5DF4A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57531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009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3057" name="Line 2">
            <a:extLst>
              <a:ext uri="{FF2B5EF4-FFF2-40B4-BE49-F238E27FC236}">
                <a16:creationId xmlns:a16="http://schemas.microsoft.com/office/drawing/2014/main" id="{F2B20C9F-90C4-DD4B-B520-0F889E005AF7}"/>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3058" name="Rectangle 3">
            <a:extLst>
              <a:ext uri="{FF2B5EF4-FFF2-40B4-BE49-F238E27FC236}">
                <a16:creationId xmlns:a16="http://schemas.microsoft.com/office/drawing/2014/main" id="{D4499C79-1737-094B-B1A8-B48C52D4051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3059" name="Rectangle 4">
            <a:extLst>
              <a:ext uri="{FF2B5EF4-FFF2-40B4-BE49-F238E27FC236}">
                <a16:creationId xmlns:a16="http://schemas.microsoft.com/office/drawing/2014/main" id="{60E23D50-D280-6548-B59D-2DCBC6A73FF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0" name="Rectangle 6">
            <a:extLst>
              <a:ext uri="{FF2B5EF4-FFF2-40B4-BE49-F238E27FC236}">
                <a16:creationId xmlns:a16="http://schemas.microsoft.com/office/drawing/2014/main" id="{5CB5CCDF-00CE-7445-9B08-5B7032F19B9C}"/>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1" name="Rectangle 7">
            <a:extLst>
              <a:ext uri="{FF2B5EF4-FFF2-40B4-BE49-F238E27FC236}">
                <a16:creationId xmlns:a16="http://schemas.microsoft.com/office/drawing/2014/main" id="{ACD6A3EF-4832-C149-BC12-F0A993EED1AD}"/>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2" name="Line 8">
            <a:extLst>
              <a:ext uri="{FF2B5EF4-FFF2-40B4-BE49-F238E27FC236}">
                <a16:creationId xmlns:a16="http://schemas.microsoft.com/office/drawing/2014/main" id="{4D772031-C958-D94B-8CC6-C03F9F01F4E7}"/>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3" name="Line 9">
            <a:extLst>
              <a:ext uri="{FF2B5EF4-FFF2-40B4-BE49-F238E27FC236}">
                <a16:creationId xmlns:a16="http://schemas.microsoft.com/office/drawing/2014/main" id="{33C0DE5C-A6FD-234D-AF22-9AA0BEA5FF12}"/>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4" name="Line 10">
            <a:extLst>
              <a:ext uri="{FF2B5EF4-FFF2-40B4-BE49-F238E27FC236}">
                <a16:creationId xmlns:a16="http://schemas.microsoft.com/office/drawing/2014/main" id="{663CD95B-252A-884A-8CF7-56A5EA6498D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5" name="Line 11">
            <a:extLst>
              <a:ext uri="{FF2B5EF4-FFF2-40B4-BE49-F238E27FC236}">
                <a16:creationId xmlns:a16="http://schemas.microsoft.com/office/drawing/2014/main" id="{1BD5D54E-1799-CB49-B8E5-063750EE99ED}"/>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6" name="Line 12">
            <a:extLst>
              <a:ext uri="{FF2B5EF4-FFF2-40B4-BE49-F238E27FC236}">
                <a16:creationId xmlns:a16="http://schemas.microsoft.com/office/drawing/2014/main" id="{FE48454C-7228-424F-928C-18ADD05950A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7" name="Line 13">
            <a:extLst>
              <a:ext uri="{FF2B5EF4-FFF2-40B4-BE49-F238E27FC236}">
                <a16:creationId xmlns:a16="http://schemas.microsoft.com/office/drawing/2014/main" id="{E67976E2-3FAF-9847-BEF1-D1820069C30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8" name="Line 14">
            <a:extLst>
              <a:ext uri="{FF2B5EF4-FFF2-40B4-BE49-F238E27FC236}">
                <a16:creationId xmlns:a16="http://schemas.microsoft.com/office/drawing/2014/main" id="{24FF2416-6A5D-A449-800C-FAE403B666C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9" name="Line 15">
            <a:extLst>
              <a:ext uri="{FF2B5EF4-FFF2-40B4-BE49-F238E27FC236}">
                <a16:creationId xmlns:a16="http://schemas.microsoft.com/office/drawing/2014/main" id="{D5422D60-8580-8F44-B86C-54D6B076731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0" name="Line 16">
            <a:extLst>
              <a:ext uri="{FF2B5EF4-FFF2-40B4-BE49-F238E27FC236}">
                <a16:creationId xmlns:a16="http://schemas.microsoft.com/office/drawing/2014/main" id="{73562D7C-CF9F-AC40-8BA5-36A22F6FDE9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1" name="Line 17">
            <a:extLst>
              <a:ext uri="{FF2B5EF4-FFF2-40B4-BE49-F238E27FC236}">
                <a16:creationId xmlns:a16="http://schemas.microsoft.com/office/drawing/2014/main" id="{D0222CB2-0316-8747-A47C-1D6421EF8A8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2" name="Line 18">
            <a:extLst>
              <a:ext uri="{FF2B5EF4-FFF2-40B4-BE49-F238E27FC236}">
                <a16:creationId xmlns:a16="http://schemas.microsoft.com/office/drawing/2014/main" id="{7BFE9BE2-214A-4F4F-BA73-1ABF8EB53A1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3" name="Rectangle 19">
            <a:extLst>
              <a:ext uri="{FF2B5EF4-FFF2-40B4-BE49-F238E27FC236}">
                <a16:creationId xmlns:a16="http://schemas.microsoft.com/office/drawing/2014/main" id="{9D4AAF05-4ABB-C742-95B0-5277943B4BAB}"/>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3074" name="Rectangle 20">
            <a:extLst>
              <a:ext uri="{FF2B5EF4-FFF2-40B4-BE49-F238E27FC236}">
                <a16:creationId xmlns:a16="http://schemas.microsoft.com/office/drawing/2014/main" id="{51012CB5-232F-8746-B25B-44D51709DD5C}"/>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3075" name="Rectangle 21">
            <a:extLst>
              <a:ext uri="{FF2B5EF4-FFF2-40B4-BE49-F238E27FC236}">
                <a16:creationId xmlns:a16="http://schemas.microsoft.com/office/drawing/2014/main" id="{1589EAB3-230C-B644-9B2C-201DF3815CC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3076" name="Rectangle 22">
            <a:extLst>
              <a:ext uri="{FF2B5EF4-FFF2-40B4-BE49-F238E27FC236}">
                <a16:creationId xmlns:a16="http://schemas.microsoft.com/office/drawing/2014/main" id="{DF0BEF00-8098-9448-85E3-810373C09705}"/>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3077" name="Rectangle 23">
            <a:extLst>
              <a:ext uri="{FF2B5EF4-FFF2-40B4-BE49-F238E27FC236}">
                <a16:creationId xmlns:a16="http://schemas.microsoft.com/office/drawing/2014/main" id="{EB013712-FB55-5B4C-9E1E-FB49162223D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3078" name="Rectangle 24">
            <a:extLst>
              <a:ext uri="{FF2B5EF4-FFF2-40B4-BE49-F238E27FC236}">
                <a16:creationId xmlns:a16="http://schemas.microsoft.com/office/drawing/2014/main" id="{B893BB8C-15F2-7543-AFB8-13A9A98A7132}"/>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3079" name="Rectangle 25">
            <a:extLst>
              <a:ext uri="{FF2B5EF4-FFF2-40B4-BE49-F238E27FC236}">
                <a16:creationId xmlns:a16="http://schemas.microsoft.com/office/drawing/2014/main" id="{D57A5032-0829-8147-838C-F7F29C2FED1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3080" name="Rectangle 26">
            <a:extLst>
              <a:ext uri="{FF2B5EF4-FFF2-40B4-BE49-F238E27FC236}">
                <a16:creationId xmlns:a16="http://schemas.microsoft.com/office/drawing/2014/main" id="{E1140CB8-458F-C847-B21D-41D9D6C6D3A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3081" name="Rectangle 27">
            <a:extLst>
              <a:ext uri="{FF2B5EF4-FFF2-40B4-BE49-F238E27FC236}">
                <a16:creationId xmlns:a16="http://schemas.microsoft.com/office/drawing/2014/main" id="{72E6DCAB-9AB1-1F41-8608-CF49E0F18AA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3082" name="Rectangle 28">
            <a:extLst>
              <a:ext uri="{FF2B5EF4-FFF2-40B4-BE49-F238E27FC236}">
                <a16:creationId xmlns:a16="http://schemas.microsoft.com/office/drawing/2014/main" id="{B34901D3-2804-CB4A-9FE2-EDB56EE8C8A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3083" name="Rectangle 29">
            <a:extLst>
              <a:ext uri="{FF2B5EF4-FFF2-40B4-BE49-F238E27FC236}">
                <a16:creationId xmlns:a16="http://schemas.microsoft.com/office/drawing/2014/main" id="{C2127E97-D7A5-6F45-94FD-5CF42188A53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3084" name="Rectangle 30">
            <a:extLst>
              <a:ext uri="{FF2B5EF4-FFF2-40B4-BE49-F238E27FC236}">
                <a16:creationId xmlns:a16="http://schemas.microsoft.com/office/drawing/2014/main" id="{36D7F0B9-C1B2-0240-B600-673FB47DC814}"/>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3085" name="Rectangle 32">
            <a:extLst>
              <a:ext uri="{FF2B5EF4-FFF2-40B4-BE49-F238E27FC236}">
                <a16:creationId xmlns:a16="http://schemas.microsoft.com/office/drawing/2014/main" id="{90A7F807-A7BB-1D4D-9E03-8FDBD48A22D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3086" name="Rectangle 33">
            <a:extLst>
              <a:ext uri="{FF2B5EF4-FFF2-40B4-BE49-F238E27FC236}">
                <a16:creationId xmlns:a16="http://schemas.microsoft.com/office/drawing/2014/main" id="{40982883-C970-7C4D-ABCD-C4EA739DA32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3087" name="Rectangle 34">
            <a:extLst>
              <a:ext uri="{FF2B5EF4-FFF2-40B4-BE49-F238E27FC236}">
                <a16:creationId xmlns:a16="http://schemas.microsoft.com/office/drawing/2014/main" id="{2411872A-49F2-E846-B040-720407D2FC3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3088" name="Rectangle 35">
            <a:extLst>
              <a:ext uri="{FF2B5EF4-FFF2-40B4-BE49-F238E27FC236}">
                <a16:creationId xmlns:a16="http://schemas.microsoft.com/office/drawing/2014/main" id="{9AC748FD-6F9D-E549-9380-DE2FD918EBDC}"/>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3089" name="Rectangle 36">
            <a:extLst>
              <a:ext uri="{FF2B5EF4-FFF2-40B4-BE49-F238E27FC236}">
                <a16:creationId xmlns:a16="http://schemas.microsoft.com/office/drawing/2014/main" id="{8C3BF226-B5EF-3445-9AE2-AD371AEA1B67}"/>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3090" name="Rectangle 37">
            <a:extLst>
              <a:ext uri="{FF2B5EF4-FFF2-40B4-BE49-F238E27FC236}">
                <a16:creationId xmlns:a16="http://schemas.microsoft.com/office/drawing/2014/main" id="{FE9847F0-3968-494F-8A19-B3A14E734A8E}"/>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3091" name="Rectangle 38">
            <a:extLst>
              <a:ext uri="{FF2B5EF4-FFF2-40B4-BE49-F238E27FC236}">
                <a16:creationId xmlns:a16="http://schemas.microsoft.com/office/drawing/2014/main" id="{1DBADDF3-5681-634C-B491-5D472FF7C78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3092" name="Rectangle 39">
            <a:extLst>
              <a:ext uri="{FF2B5EF4-FFF2-40B4-BE49-F238E27FC236}">
                <a16:creationId xmlns:a16="http://schemas.microsoft.com/office/drawing/2014/main" id="{75A7D18C-DE01-BA45-A142-B34CE2B212E5}"/>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3093" name="Rectangle 40">
            <a:extLst>
              <a:ext uri="{FF2B5EF4-FFF2-40B4-BE49-F238E27FC236}">
                <a16:creationId xmlns:a16="http://schemas.microsoft.com/office/drawing/2014/main" id="{36541774-9CC4-9D44-9C3F-023D307AC2A7}"/>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3094" name="Group 41">
            <a:extLst>
              <a:ext uri="{FF2B5EF4-FFF2-40B4-BE49-F238E27FC236}">
                <a16:creationId xmlns:a16="http://schemas.microsoft.com/office/drawing/2014/main" id="{A18C9276-64DA-3D4A-9AF7-BB95A2D78074}"/>
              </a:ext>
            </a:extLst>
          </p:cNvPr>
          <p:cNvGrpSpPr>
            <a:grpSpLocks/>
          </p:cNvGrpSpPr>
          <p:nvPr/>
        </p:nvGrpSpPr>
        <p:grpSpPr bwMode="auto">
          <a:xfrm>
            <a:off x="1945482" y="2811066"/>
            <a:ext cx="98822" cy="52388"/>
            <a:chOff x="833" y="3024"/>
            <a:chExt cx="78" cy="51"/>
          </a:xfrm>
        </p:grpSpPr>
        <p:sp>
          <p:nvSpPr>
            <p:cNvPr id="173108" name="Rectangle 42">
              <a:extLst>
                <a:ext uri="{FF2B5EF4-FFF2-40B4-BE49-F238E27FC236}">
                  <a16:creationId xmlns:a16="http://schemas.microsoft.com/office/drawing/2014/main" id="{46880732-DC65-4A46-84BC-7647CBBFC09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9" name="Line 43">
              <a:extLst>
                <a:ext uri="{FF2B5EF4-FFF2-40B4-BE49-F238E27FC236}">
                  <a16:creationId xmlns:a16="http://schemas.microsoft.com/office/drawing/2014/main" id="{DB71723F-C659-794E-A743-16BEA0E6E9F6}"/>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10" name="Line 44">
              <a:extLst>
                <a:ext uri="{FF2B5EF4-FFF2-40B4-BE49-F238E27FC236}">
                  <a16:creationId xmlns:a16="http://schemas.microsoft.com/office/drawing/2014/main" id="{F1FAF275-FA29-B34D-B65E-4FD34F76DB9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3095" name="Group 45">
            <a:extLst>
              <a:ext uri="{FF2B5EF4-FFF2-40B4-BE49-F238E27FC236}">
                <a16:creationId xmlns:a16="http://schemas.microsoft.com/office/drawing/2014/main" id="{9554458B-E99C-2F45-91AD-D888D12595BC}"/>
              </a:ext>
            </a:extLst>
          </p:cNvPr>
          <p:cNvGrpSpPr>
            <a:grpSpLocks/>
          </p:cNvGrpSpPr>
          <p:nvPr/>
        </p:nvGrpSpPr>
        <p:grpSpPr bwMode="auto">
          <a:xfrm>
            <a:off x="7846219" y="2818210"/>
            <a:ext cx="98822" cy="50006"/>
            <a:chOff x="5432" y="3030"/>
            <a:chExt cx="78" cy="51"/>
          </a:xfrm>
        </p:grpSpPr>
        <p:sp>
          <p:nvSpPr>
            <p:cNvPr id="173105" name="Rectangle 46">
              <a:extLst>
                <a:ext uri="{FF2B5EF4-FFF2-40B4-BE49-F238E27FC236}">
                  <a16:creationId xmlns:a16="http://schemas.microsoft.com/office/drawing/2014/main" id="{2B7534F9-566F-2D49-B1D1-9530E0566BF9}"/>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6" name="Line 47">
              <a:extLst>
                <a:ext uri="{FF2B5EF4-FFF2-40B4-BE49-F238E27FC236}">
                  <a16:creationId xmlns:a16="http://schemas.microsoft.com/office/drawing/2014/main" id="{07E2B82A-9EDB-B147-AB3B-33D89232283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07" name="Line 48">
              <a:extLst>
                <a:ext uri="{FF2B5EF4-FFF2-40B4-BE49-F238E27FC236}">
                  <a16:creationId xmlns:a16="http://schemas.microsoft.com/office/drawing/2014/main" id="{126C65D4-DD15-9444-A52C-4DE7309D867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3096" name="Rectangle 69">
            <a:extLst>
              <a:ext uri="{FF2B5EF4-FFF2-40B4-BE49-F238E27FC236}">
                <a16:creationId xmlns:a16="http://schemas.microsoft.com/office/drawing/2014/main" id="{51EBF315-28A8-464E-81DD-CA1741E6E32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3097" name="Rectangle 71">
            <a:extLst>
              <a:ext uri="{FF2B5EF4-FFF2-40B4-BE49-F238E27FC236}">
                <a16:creationId xmlns:a16="http://schemas.microsoft.com/office/drawing/2014/main" id="{969D97DC-5889-F341-A4DC-F8E08CF593FC}"/>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3098" name="Rectangle 72">
            <a:extLst>
              <a:ext uri="{FF2B5EF4-FFF2-40B4-BE49-F238E27FC236}">
                <a16:creationId xmlns:a16="http://schemas.microsoft.com/office/drawing/2014/main" id="{D37B64AE-CF16-D642-B9FA-E1856090527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8048" name="Group 80">
            <a:extLst>
              <a:ext uri="{FF2B5EF4-FFF2-40B4-BE49-F238E27FC236}">
                <a16:creationId xmlns:a16="http://schemas.microsoft.com/office/drawing/2014/main" id="{03E63545-2823-6341-A2E3-D053EE1EBF3D}"/>
              </a:ext>
            </a:extLst>
          </p:cNvPr>
          <p:cNvGrpSpPr>
            <a:grpSpLocks/>
          </p:cNvGrpSpPr>
          <p:nvPr/>
        </p:nvGrpSpPr>
        <p:grpSpPr bwMode="auto">
          <a:xfrm>
            <a:off x="1340644" y="1006079"/>
            <a:ext cx="6579394" cy="3858815"/>
            <a:chOff x="166" y="845"/>
            <a:chExt cx="5526" cy="3241"/>
          </a:xfrm>
        </p:grpSpPr>
        <p:sp>
          <p:nvSpPr>
            <p:cNvPr id="173103" name="Text Box 74">
              <a:extLst>
                <a:ext uri="{FF2B5EF4-FFF2-40B4-BE49-F238E27FC236}">
                  <a16:creationId xmlns:a16="http://schemas.microsoft.com/office/drawing/2014/main" id="{205A9842-2B97-5940-961E-D1C1D555298B}"/>
                </a:ext>
              </a:extLst>
            </p:cNvPr>
            <p:cNvSpPr txBox="1">
              <a:spLocks noChangeArrowheads="1"/>
            </p:cNvSpPr>
            <p:nvPr/>
          </p:nvSpPr>
          <p:spPr bwMode="auto">
            <a:xfrm>
              <a:off x="166" y="3194"/>
              <a:ext cx="5480"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位，指首部和数据之和的长度，</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单位为字节，因此数据报的最大长度为 </a:t>
              </a:r>
              <a:r>
                <a:rPr lang="en-US" altLang="zh-CN" sz="2100">
                  <a:latin typeface="微软雅黑" panose="020B0503020204020204" pitchFamily="34" charset="-122"/>
                  <a:ea typeface="宋体" panose="02010600030101010101" pitchFamily="2" charset="-122"/>
                </a:rPr>
                <a:t>65535 </a:t>
              </a:r>
              <a:r>
                <a:rPr lang="zh-CN" altLang="en-US" sz="2100">
                  <a:latin typeface="微软雅黑" panose="020B0503020204020204" pitchFamily="34" charset="-122"/>
                  <a:ea typeface="宋体" panose="02010600030101010101" pitchFamily="2" charset="-122"/>
                </a:rPr>
                <a:t>字节。</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总长度必须不超过最大传送单元 </a:t>
              </a:r>
              <a:r>
                <a:rPr lang="en-US" altLang="zh-CN" sz="2100">
                  <a:latin typeface="微软雅黑" panose="020B0503020204020204" pitchFamily="34" charset="-122"/>
                  <a:ea typeface="宋体" panose="02010600030101010101" pitchFamily="2" charset="-122"/>
                </a:rPr>
                <a:t>MTU</a:t>
              </a:r>
              <a:r>
                <a:rPr lang="zh-CN" altLang="en-US" sz="2100">
                  <a:latin typeface="微软雅黑" panose="020B0503020204020204" pitchFamily="34" charset="-122"/>
                  <a:ea typeface="宋体" panose="02010600030101010101" pitchFamily="2" charset="-122"/>
                </a:rPr>
                <a:t>。</a:t>
              </a:r>
              <a:r>
                <a:rPr lang="zh-CN" altLang="en-US" sz="2100">
                  <a:solidFill>
                    <a:schemeClr val="tx1"/>
                  </a:solidFill>
                  <a:latin typeface="微软雅黑" panose="020B0503020204020204" pitchFamily="34" charset="-122"/>
                  <a:ea typeface="宋体" panose="02010600030101010101" pitchFamily="2" charset="-122"/>
                </a:rPr>
                <a:t> </a:t>
              </a:r>
            </a:p>
          </p:txBody>
        </p:sp>
        <p:sp>
          <p:nvSpPr>
            <p:cNvPr id="173104" name="Rectangle 79">
              <a:extLst>
                <a:ext uri="{FF2B5EF4-FFF2-40B4-BE49-F238E27FC236}">
                  <a16:creationId xmlns:a16="http://schemas.microsoft.com/office/drawing/2014/main" id="{A085E6F5-D01E-044A-8ED9-A11541E01A04}"/>
                </a:ext>
              </a:extLst>
            </p:cNvPr>
            <p:cNvSpPr>
              <a:spLocks noChangeArrowheads="1"/>
            </p:cNvSpPr>
            <p:nvPr/>
          </p:nvSpPr>
          <p:spPr bwMode="auto">
            <a:xfrm>
              <a:off x="3208" y="845"/>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3100" name="AutoShape 81">
            <a:extLst>
              <a:ext uri="{FF2B5EF4-FFF2-40B4-BE49-F238E27FC236}">
                <a16:creationId xmlns:a16="http://schemas.microsoft.com/office/drawing/2014/main" id="{E045EC7F-3C15-914E-AA28-AE6BB7FC0DA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1" name="Rectangle 82">
            <a:extLst>
              <a:ext uri="{FF2B5EF4-FFF2-40B4-BE49-F238E27FC236}">
                <a16:creationId xmlns:a16="http://schemas.microsoft.com/office/drawing/2014/main" id="{A98ADAF1-4FCF-2646-AAC6-86AAB2341A5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3102" name="幻灯片编号占位符 1">
            <a:extLst>
              <a:ext uri="{FF2B5EF4-FFF2-40B4-BE49-F238E27FC236}">
                <a16:creationId xmlns:a16="http://schemas.microsoft.com/office/drawing/2014/main" id="{617BFA86-B97A-3347-AA09-4D8A7F5A71F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AF5AC3-E313-6B43-8945-4B5E3B94FE7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24822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80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5105" name="Line 2">
            <a:extLst>
              <a:ext uri="{FF2B5EF4-FFF2-40B4-BE49-F238E27FC236}">
                <a16:creationId xmlns:a16="http://schemas.microsoft.com/office/drawing/2014/main" id="{35D83A19-BF02-794E-804E-A5E62752D6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5106" name="Rectangle 3">
            <a:extLst>
              <a:ext uri="{FF2B5EF4-FFF2-40B4-BE49-F238E27FC236}">
                <a16:creationId xmlns:a16="http://schemas.microsoft.com/office/drawing/2014/main" id="{C8377C1E-A2A2-CE45-8B90-4F7670DEE24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5107" name="Rectangle 4">
            <a:extLst>
              <a:ext uri="{FF2B5EF4-FFF2-40B4-BE49-F238E27FC236}">
                <a16:creationId xmlns:a16="http://schemas.microsoft.com/office/drawing/2014/main" id="{FA9F4070-1CC8-E74A-87D1-964E20FD629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8" name="Rectangle 6">
            <a:extLst>
              <a:ext uri="{FF2B5EF4-FFF2-40B4-BE49-F238E27FC236}">
                <a16:creationId xmlns:a16="http://schemas.microsoft.com/office/drawing/2014/main" id="{26A3248B-EB69-AE48-89CE-30D25745D02F}"/>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9" name="Rectangle 7">
            <a:extLst>
              <a:ext uri="{FF2B5EF4-FFF2-40B4-BE49-F238E27FC236}">
                <a16:creationId xmlns:a16="http://schemas.microsoft.com/office/drawing/2014/main" id="{6ADF6AA1-3B0B-084C-8E88-6E89D4D45FE5}"/>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10" name="Line 8">
            <a:extLst>
              <a:ext uri="{FF2B5EF4-FFF2-40B4-BE49-F238E27FC236}">
                <a16:creationId xmlns:a16="http://schemas.microsoft.com/office/drawing/2014/main" id="{01919B10-5FCD-E740-A2AD-BFCB19E380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1" name="Line 9">
            <a:extLst>
              <a:ext uri="{FF2B5EF4-FFF2-40B4-BE49-F238E27FC236}">
                <a16:creationId xmlns:a16="http://schemas.microsoft.com/office/drawing/2014/main" id="{F39F4CA0-1884-0140-A3D3-8536C8242F9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2" name="Line 10">
            <a:extLst>
              <a:ext uri="{FF2B5EF4-FFF2-40B4-BE49-F238E27FC236}">
                <a16:creationId xmlns:a16="http://schemas.microsoft.com/office/drawing/2014/main" id="{95C93CF6-3385-2947-B144-2C64AFD26922}"/>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3" name="Line 11">
            <a:extLst>
              <a:ext uri="{FF2B5EF4-FFF2-40B4-BE49-F238E27FC236}">
                <a16:creationId xmlns:a16="http://schemas.microsoft.com/office/drawing/2014/main" id="{72E368B8-0B5F-D340-884D-F03A1396683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4" name="Line 12">
            <a:extLst>
              <a:ext uri="{FF2B5EF4-FFF2-40B4-BE49-F238E27FC236}">
                <a16:creationId xmlns:a16="http://schemas.microsoft.com/office/drawing/2014/main" id="{A50A222B-119F-0942-891F-624898B66DD2}"/>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5" name="Line 13">
            <a:extLst>
              <a:ext uri="{FF2B5EF4-FFF2-40B4-BE49-F238E27FC236}">
                <a16:creationId xmlns:a16="http://schemas.microsoft.com/office/drawing/2014/main" id="{85DAE975-8549-9242-A7A8-D2EAF38D23C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6" name="Line 14">
            <a:extLst>
              <a:ext uri="{FF2B5EF4-FFF2-40B4-BE49-F238E27FC236}">
                <a16:creationId xmlns:a16="http://schemas.microsoft.com/office/drawing/2014/main" id="{CD7C9643-5302-F842-8225-3C388999CFC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7" name="Line 15">
            <a:extLst>
              <a:ext uri="{FF2B5EF4-FFF2-40B4-BE49-F238E27FC236}">
                <a16:creationId xmlns:a16="http://schemas.microsoft.com/office/drawing/2014/main" id="{A4BD392E-C74B-F748-8FDC-E0B77A4F465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8" name="Line 16">
            <a:extLst>
              <a:ext uri="{FF2B5EF4-FFF2-40B4-BE49-F238E27FC236}">
                <a16:creationId xmlns:a16="http://schemas.microsoft.com/office/drawing/2014/main" id="{25B8ADBC-55A1-F446-891B-4639F441DAC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9" name="Line 17">
            <a:extLst>
              <a:ext uri="{FF2B5EF4-FFF2-40B4-BE49-F238E27FC236}">
                <a16:creationId xmlns:a16="http://schemas.microsoft.com/office/drawing/2014/main" id="{A1EA2DFC-DEF4-0148-A75B-CB9B0CBCA8F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0" name="Line 18">
            <a:extLst>
              <a:ext uri="{FF2B5EF4-FFF2-40B4-BE49-F238E27FC236}">
                <a16:creationId xmlns:a16="http://schemas.microsoft.com/office/drawing/2014/main" id="{D078A018-2871-5645-ACB1-562CA71CF0D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1" name="Rectangle 19">
            <a:extLst>
              <a:ext uri="{FF2B5EF4-FFF2-40B4-BE49-F238E27FC236}">
                <a16:creationId xmlns:a16="http://schemas.microsoft.com/office/drawing/2014/main" id="{68071DC7-402F-CD4B-9576-B32B92210252}"/>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5122" name="Rectangle 20">
            <a:extLst>
              <a:ext uri="{FF2B5EF4-FFF2-40B4-BE49-F238E27FC236}">
                <a16:creationId xmlns:a16="http://schemas.microsoft.com/office/drawing/2014/main" id="{8B5D403E-5E63-AB43-87EF-8B34109C224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5123" name="Rectangle 21">
            <a:extLst>
              <a:ext uri="{FF2B5EF4-FFF2-40B4-BE49-F238E27FC236}">
                <a16:creationId xmlns:a16="http://schemas.microsoft.com/office/drawing/2014/main" id="{2417551F-7FC5-004A-A672-EC9D8C65E09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5124" name="Rectangle 22">
            <a:extLst>
              <a:ext uri="{FF2B5EF4-FFF2-40B4-BE49-F238E27FC236}">
                <a16:creationId xmlns:a16="http://schemas.microsoft.com/office/drawing/2014/main" id="{E05D2B72-2B84-2543-92B5-63AEC89A43F0}"/>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5125" name="Rectangle 23">
            <a:extLst>
              <a:ext uri="{FF2B5EF4-FFF2-40B4-BE49-F238E27FC236}">
                <a16:creationId xmlns:a16="http://schemas.microsoft.com/office/drawing/2014/main" id="{569E4A46-42F4-BB4B-8FC7-C77B8D3C9CB3}"/>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5126" name="Rectangle 24">
            <a:extLst>
              <a:ext uri="{FF2B5EF4-FFF2-40B4-BE49-F238E27FC236}">
                <a16:creationId xmlns:a16="http://schemas.microsoft.com/office/drawing/2014/main" id="{2C38EB86-C37F-E748-ABCB-46B4B239B36C}"/>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5127" name="Rectangle 25">
            <a:extLst>
              <a:ext uri="{FF2B5EF4-FFF2-40B4-BE49-F238E27FC236}">
                <a16:creationId xmlns:a16="http://schemas.microsoft.com/office/drawing/2014/main" id="{C11A30F7-1451-DC48-A7DB-77455FEC8834}"/>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5128" name="Rectangle 26">
            <a:extLst>
              <a:ext uri="{FF2B5EF4-FFF2-40B4-BE49-F238E27FC236}">
                <a16:creationId xmlns:a16="http://schemas.microsoft.com/office/drawing/2014/main" id="{65407068-70E7-B049-A29D-B653728EFDAD}"/>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5129" name="Rectangle 27">
            <a:extLst>
              <a:ext uri="{FF2B5EF4-FFF2-40B4-BE49-F238E27FC236}">
                <a16:creationId xmlns:a16="http://schemas.microsoft.com/office/drawing/2014/main" id="{9C3D0B8A-2222-9C4C-8770-C0D7FE78DE56}"/>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5130" name="Rectangle 28">
            <a:extLst>
              <a:ext uri="{FF2B5EF4-FFF2-40B4-BE49-F238E27FC236}">
                <a16:creationId xmlns:a16="http://schemas.microsoft.com/office/drawing/2014/main" id="{D15602C1-21BC-5C44-BD8A-4B30E3345E63}"/>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5131" name="Rectangle 29">
            <a:extLst>
              <a:ext uri="{FF2B5EF4-FFF2-40B4-BE49-F238E27FC236}">
                <a16:creationId xmlns:a16="http://schemas.microsoft.com/office/drawing/2014/main" id="{F75CCD69-CC5D-CF43-87E3-EE079AEA2DC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5132" name="Rectangle 30">
            <a:extLst>
              <a:ext uri="{FF2B5EF4-FFF2-40B4-BE49-F238E27FC236}">
                <a16:creationId xmlns:a16="http://schemas.microsoft.com/office/drawing/2014/main" id="{21D7A97D-7C63-3B42-A67C-6B340F5416D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5133" name="Rectangle 32">
            <a:extLst>
              <a:ext uri="{FF2B5EF4-FFF2-40B4-BE49-F238E27FC236}">
                <a16:creationId xmlns:a16="http://schemas.microsoft.com/office/drawing/2014/main" id="{0F754DF9-24C5-B446-85D4-32D5FB6E5D1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5134" name="Rectangle 33">
            <a:extLst>
              <a:ext uri="{FF2B5EF4-FFF2-40B4-BE49-F238E27FC236}">
                <a16:creationId xmlns:a16="http://schemas.microsoft.com/office/drawing/2014/main" id="{C4A61CA0-5112-4540-8425-7C4041AF337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5135" name="Rectangle 34">
            <a:extLst>
              <a:ext uri="{FF2B5EF4-FFF2-40B4-BE49-F238E27FC236}">
                <a16:creationId xmlns:a16="http://schemas.microsoft.com/office/drawing/2014/main" id="{14AAFC0C-EF11-8A4F-B419-5B264DC68756}"/>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5136" name="Rectangle 35">
            <a:extLst>
              <a:ext uri="{FF2B5EF4-FFF2-40B4-BE49-F238E27FC236}">
                <a16:creationId xmlns:a16="http://schemas.microsoft.com/office/drawing/2014/main" id="{B35D755B-ED9A-2540-A073-8F3B3D055A1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5137" name="Rectangle 36">
            <a:extLst>
              <a:ext uri="{FF2B5EF4-FFF2-40B4-BE49-F238E27FC236}">
                <a16:creationId xmlns:a16="http://schemas.microsoft.com/office/drawing/2014/main" id="{A4924EA0-B6BC-564A-BA09-4D7F0180C82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5138" name="Rectangle 37">
            <a:extLst>
              <a:ext uri="{FF2B5EF4-FFF2-40B4-BE49-F238E27FC236}">
                <a16:creationId xmlns:a16="http://schemas.microsoft.com/office/drawing/2014/main" id="{ED3E64AA-1B26-D949-8EF2-FBCAD6DA7D6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5139" name="Rectangle 38">
            <a:extLst>
              <a:ext uri="{FF2B5EF4-FFF2-40B4-BE49-F238E27FC236}">
                <a16:creationId xmlns:a16="http://schemas.microsoft.com/office/drawing/2014/main" id="{16A851E3-29B8-2144-8E8F-E4DCC25F18EE}"/>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5140" name="Rectangle 39">
            <a:extLst>
              <a:ext uri="{FF2B5EF4-FFF2-40B4-BE49-F238E27FC236}">
                <a16:creationId xmlns:a16="http://schemas.microsoft.com/office/drawing/2014/main" id="{21117500-798C-484A-AC06-2A7A67B1616D}"/>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5141" name="Rectangle 40">
            <a:extLst>
              <a:ext uri="{FF2B5EF4-FFF2-40B4-BE49-F238E27FC236}">
                <a16:creationId xmlns:a16="http://schemas.microsoft.com/office/drawing/2014/main" id="{1326A49E-5EDE-8C49-AC63-414987ED545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5142" name="Group 41">
            <a:extLst>
              <a:ext uri="{FF2B5EF4-FFF2-40B4-BE49-F238E27FC236}">
                <a16:creationId xmlns:a16="http://schemas.microsoft.com/office/drawing/2014/main" id="{FB3C6279-CDFB-9B46-A859-602AADDD30C8}"/>
              </a:ext>
            </a:extLst>
          </p:cNvPr>
          <p:cNvGrpSpPr>
            <a:grpSpLocks/>
          </p:cNvGrpSpPr>
          <p:nvPr/>
        </p:nvGrpSpPr>
        <p:grpSpPr bwMode="auto">
          <a:xfrm>
            <a:off x="1945482" y="2811066"/>
            <a:ext cx="98822" cy="52388"/>
            <a:chOff x="833" y="3024"/>
            <a:chExt cx="78" cy="51"/>
          </a:xfrm>
        </p:grpSpPr>
        <p:sp>
          <p:nvSpPr>
            <p:cNvPr id="175156" name="Rectangle 42">
              <a:extLst>
                <a:ext uri="{FF2B5EF4-FFF2-40B4-BE49-F238E27FC236}">
                  <a16:creationId xmlns:a16="http://schemas.microsoft.com/office/drawing/2014/main" id="{FB254A75-7023-AB41-9BCF-3CA622D1665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7" name="Line 43">
              <a:extLst>
                <a:ext uri="{FF2B5EF4-FFF2-40B4-BE49-F238E27FC236}">
                  <a16:creationId xmlns:a16="http://schemas.microsoft.com/office/drawing/2014/main" id="{4989C49F-274B-E045-99E8-24ACE90114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8" name="Line 44">
              <a:extLst>
                <a:ext uri="{FF2B5EF4-FFF2-40B4-BE49-F238E27FC236}">
                  <a16:creationId xmlns:a16="http://schemas.microsoft.com/office/drawing/2014/main" id="{294904FB-1FFF-0544-A759-83337449376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5143" name="Group 45">
            <a:extLst>
              <a:ext uri="{FF2B5EF4-FFF2-40B4-BE49-F238E27FC236}">
                <a16:creationId xmlns:a16="http://schemas.microsoft.com/office/drawing/2014/main" id="{5163BE0A-351F-9045-A782-FF30BFE3D5E5}"/>
              </a:ext>
            </a:extLst>
          </p:cNvPr>
          <p:cNvGrpSpPr>
            <a:grpSpLocks/>
          </p:cNvGrpSpPr>
          <p:nvPr/>
        </p:nvGrpSpPr>
        <p:grpSpPr bwMode="auto">
          <a:xfrm>
            <a:off x="7846219" y="2818210"/>
            <a:ext cx="98822" cy="50006"/>
            <a:chOff x="5432" y="3030"/>
            <a:chExt cx="78" cy="51"/>
          </a:xfrm>
        </p:grpSpPr>
        <p:sp>
          <p:nvSpPr>
            <p:cNvPr id="175153" name="Rectangle 46">
              <a:extLst>
                <a:ext uri="{FF2B5EF4-FFF2-40B4-BE49-F238E27FC236}">
                  <a16:creationId xmlns:a16="http://schemas.microsoft.com/office/drawing/2014/main" id="{C733C666-418B-4A44-A543-07D0C38D968D}"/>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4" name="Line 47">
              <a:extLst>
                <a:ext uri="{FF2B5EF4-FFF2-40B4-BE49-F238E27FC236}">
                  <a16:creationId xmlns:a16="http://schemas.microsoft.com/office/drawing/2014/main" id="{117029AD-9EAB-2641-BAE1-FE000276733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5" name="Line 48">
              <a:extLst>
                <a:ext uri="{FF2B5EF4-FFF2-40B4-BE49-F238E27FC236}">
                  <a16:creationId xmlns:a16="http://schemas.microsoft.com/office/drawing/2014/main" id="{E8AFF529-6892-4445-9C23-4E0E437CAE72}"/>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5144" name="Rectangle 69">
            <a:extLst>
              <a:ext uri="{FF2B5EF4-FFF2-40B4-BE49-F238E27FC236}">
                <a16:creationId xmlns:a16="http://schemas.microsoft.com/office/drawing/2014/main" id="{C85D68D9-0C03-1840-B48E-0218681C1F2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5145" name="Rectangle 71">
            <a:extLst>
              <a:ext uri="{FF2B5EF4-FFF2-40B4-BE49-F238E27FC236}">
                <a16:creationId xmlns:a16="http://schemas.microsoft.com/office/drawing/2014/main" id="{6DE800A3-51D9-D94F-9FC9-16E5EA79C248}"/>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5146" name="Rectangle 72">
            <a:extLst>
              <a:ext uri="{FF2B5EF4-FFF2-40B4-BE49-F238E27FC236}">
                <a16:creationId xmlns:a16="http://schemas.microsoft.com/office/drawing/2014/main" id="{BE8B9E20-3314-2B48-B264-7A5306A8DEB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1117" name="Group 77">
            <a:extLst>
              <a:ext uri="{FF2B5EF4-FFF2-40B4-BE49-F238E27FC236}">
                <a16:creationId xmlns:a16="http://schemas.microsoft.com/office/drawing/2014/main" id="{25F6B7F3-60FA-6E4E-A3AC-287902ED0745}"/>
              </a:ext>
            </a:extLst>
          </p:cNvPr>
          <p:cNvGrpSpPr>
            <a:grpSpLocks/>
          </p:cNvGrpSpPr>
          <p:nvPr/>
        </p:nvGrpSpPr>
        <p:grpSpPr bwMode="auto">
          <a:xfrm>
            <a:off x="1913335" y="1341835"/>
            <a:ext cx="5381625" cy="3199210"/>
            <a:chOff x="647" y="1127"/>
            <a:chExt cx="4520" cy="2687"/>
          </a:xfrm>
        </p:grpSpPr>
        <p:sp>
          <p:nvSpPr>
            <p:cNvPr id="175151" name="Text Box 74">
              <a:extLst>
                <a:ext uri="{FF2B5EF4-FFF2-40B4-BE49-F238E27FC236}">
                  <a16:creationId xmlns:a16="http://schemas.microsoft.com/office/drawing/2014/main" id="{33E53D2D-C0D4-9E44-9754-40255F46F899}"/>
                </a:ext>
              </a:extLst>
            </p:cNvPr>
            <p:cNvSpPr txBox="1">
              <a:spLocks noChangeArrowheads="1"/>
            </p:cNvSpPr>
            <p:nvPr/>
          </p:nvSpPr>
          <p:spPr bwMode="auto">
            <a:xfrm>
              <a:off x="647" y="3194"/>
              <a:ext cx="452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标识</a:t>
              </a:r>
              <a:r>
                <a:rPr lang="en-US" altLang="zh-CN" sz="2100">
                  <a:latin typeface="微软雅黑" panose="020B0503020204020204" pitchFamily="34" charset="-122"/>
                  <a:ea typeface="宋体" panose="02010600030101010101" pitchFamily="2" charset="-122"/>
                </a:rPr>
                <a:t>(identification)    </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它是一个计数器，用来产生数据报的标识。 </a:t>
              </a:r>
            </a:p>
          </p:txBody>
        </p:sp>
        <p:sp>
          <p:nvSpPr>
            <p:cNvPr id="175152" name="Rectangle 76">
              <a:extLst>
                <a:ext uri="{FF2B5EF4-FFF2-40B4-BE49-F238E27FC236}">
                  <a16:creationId xmlns:a16="http://schemas.microsoft.com/office/drawing/2014/main" id="{DC5614CF-AC26-F541-A1F8-3BA359DFCC46}"/>
                </a:ext>
              </a:extLst>
            </p:cNvPr>
            <p:cNvSpPr>
              <a:spLocks noChangeArrowheads="1"/>
            </p:cNvSpPr>
            <p:nvPr/>
          </p:nvSpPr>
          <p:spPr bwMode="auto">
            <a:xfrm>
              <a:off x="703" y="1127"/>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5148" name="AutoShape 78">
            <a:extLst>
              <a:ext uri="{FF2B5EF4-FFF2-40B4-BE49-F238E27FC236}">
                <a16:creationId xmlns:a16="http://schemas.microsoft.com/office/drawing/2014/main" id="{9AC6CEE8-34CB-754A-8781-1EBD66CA5744}"/>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49" name="Rectangle 79">
            <a:extLst>
              <a:ext uri="{FF2B5EF4-FFF2-40B4-BE49-F238E27FC236}">
                <a16:creationId xmlns:a16="http://schemas.microsoft.com/office/drawing/2014/main" id="{868F21BF-539B-3344-B69A-56E5375F41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5150" name="幻灯片编号占位符 1">
            <a:extLst>
              <a:ext uri="{FF2B5EF4-FFF2-40B4-BE49-F238E27FC236}">
                <a16:creationId xmlns:a16="http://schemas.microsoft.com/office/drawing/2014/main" id="{FB93D521-CB1E-DF4B-BAB4-33D9DD6337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E85495-B9F7-CE48-848A-A3077C4A972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56713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11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7153" name="Line 2">
            <a:extLst>
              <a:ext uri="{FF2B5EF4-FFF2-40B4-BE49-F238E27FC236}">
                <a16:creationId xmlns:a16="http://schemas.microsoft.com/office/drawing/2014/main" id="{3A504DC6-4E2F-7540-A9C8-4A063FC481E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7154" name="Rectangle 3">
            <a:extLst>
              <a:ext uri="{FF2B5EF4-FFF2-40B4-BE49-F238E27FC236}">
                <a16:creationId xmlns:a16="http://schemas.microsoft.com/office/drawing/2014/main" id="{EF0A310E-F07B-204D-A64B-27AFE922ECA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7155" name="Rectangle 4">
            <a:extLst>
              <a:ext uri="{FF2B5EF4-FFF2-40B4-BE49-F238E27FC236}">
                <a16:creationId xmlns:a16="http://schemas.microsoft.com/office/drawing/2014/main" id="{77EA9F91-1743-6344-BF5C-CEDB7EB0712F}"/>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6" name="Rectangle 6">
            <a:extLst>
              <a:ext uri="{FF2B5EF4-FFF2-40B4-BE49-F238E27FC236}">
                <a16:creationId xmlns:a16="http://schemas.microsoft.com/office/drawing/2014/main" id="{DB9189CE-54AD-2E47-A150-501AE372651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7" name="Rectangle 7">
            <a:extLst>
              <a:ext uri="{FF2B5EF4-FFF2-40B4-BE49-F238E27FC236}">
                <a16:creationId xmlns:a16="http://schemas.microsoft.com/office/drawing/2014/main" id="{B683D5BB-9050-E34B-825A-5B10CF7786FE}"/>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8" name="Line 8">
            <a:extLst>
              <a:ext uri="{FF2B5EF4-FFF2-40B4-BE49-F238E27FC236}">
                <a16:creationId xmlns:a16="http://schemas.microsoft.com/office/drawing/2014/main" id="{DE89D1F0-120F-E94A-8241-E42E267DE1F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59" name="Line 9">
            <a:extLst>
              <a:ext uri="{FF2B5EF4-FFF2-40B4-BE49-F238E27FC236}">
                <a16:creationId xmlns:a16="http://schemas.microsoft.com/office/drawing/2014/main" id="{311F59D5-398F-B44A-BEF4-96AFBF9DEE2B}"/>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0" name="Line 10">
            <a:extLst>
              <a:ext uri="{FF2B5EF4-FFF2-40B4-BE49-F238E27FC236}">
                <a16:creationId xmlns:a16="http://schemas.microsoft.com/office/drawing/2014/main" id="{D1EBA54D-B247-FE47-A711-02629FFF0B6C}"/>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1" name="Line 11">
            <a:extLst>
              <a:ext uri="{FF2B5EF4-FFF2-40B4-BE49-F238E27FC236}">
                <a16:creationId xmlns:a16="http://schemas.microsoft.com/office/drawing/2014/main" id="{D505BE04-D100-334E-92AF-30D139C33D61}"/>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2" name="Line 12">
            <a:extLst>
              <a:ext uri="{FF2B5EF4-FFF2-40B4-BE49-F238E27FC236}">
                <a16:creationId xmlns:a16="http://schemas.microsoft.com/office/drawing/2014/main" id="{B2EA00D4-014E-B74D-BFAC-ABC9531F149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3" name="Line 13">
            <a:extLst>
              <a:ext uri="{FF2B5EF4-FFF2-40B4-BE49-F238E27FC236}">
                <a16:creationId xmlns:a16="http://schemas.microsoft.com/office/drawing/2014/main" id="{CAFFA777-5AF0-1946-8D23-7AD3507029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4" name="Line 14">
            <a:extLst>
              <a:ext uri="{FF2B5EF4-FFF2-40B4-BE49-F238E27FC236}">
                <a16:creationId xmlns:a16="http://schemas.microsoft.com/office/drawing/2014/main" id="{B5408007-25F2-3640-8078-438756065D8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5" name="Line 15">
            <a:extLst>
              <a:ext uri="{FF2B5EF4-FFF2-40B4-BE49-F238E27FC236}">
                <a16:creationId xmlns:a16="http://schemas.microsoft.com/office/drawing/2014/main" id="{AFECB46B-B1E8-124B-83DE-3BFC0A0CF9C7}"/>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6" name="Line 16">
            <a:extLst>
              <a:ext uri="{FF2B5EF4-FFF2-40B4-BE49-F238E27FC236}">
                <a16:creationId xmlns:a16="http://schemas.microsoft.com/office/drawing/2014/main" id="{663E10FD-8C15-7742-BBA6-161A117140BC}"/>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7" name="Line 17">
            <a:extLst>
              <a:ext uri="{FF2B5EF4-FFF2-40B4-BE49-F238E27FC236}">
                <a16:creationId xmlns:a16="http://schemas.microsoft.com/office/drawing/2014/main" id="{45B5C5B3-1EFC-C043-92C1-6C9C7AE7E641}"/>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8" name="Line 18">
            <a:extLst>
              <a:ext uri="{FF2B5EF4-FFF2-40B4-BE49-F238E27FC236}">
                <a16:creationId xmlns:a16="http://schemas.microsoft.com/office/drawing/2014/main" id="{2B29F08D-6476-594D-9451-2FC96B96000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9" name="Rectangle 19">
            <a:extLst>
              <a:ext uri="{FF2B5EF4-FFF2-40B4-BE49-F238E27FC236}">
                <a16:creationId xmlns:a16="http://schemas.microsoft.com/office/drawing/2014/main" id="{6A748964-759A-C14E-9813-0D348B17F1B7}"/>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7170" name="Rectangle 20">
            <a:extLst>
              <a:ext uri="{FF2B5EF4-FFF2-40B4-BE49-F238E27FC236}">
                <a16:creationId xmlns:a16="http://schemas.microsoft.com/office/drawing/2014/main" id="{51133914-1692-3446-B2A2-723B0A97277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7171" name="Rectangle 21">
            <a:extLst>
              <a:ext uri="{FF2B5EF4-FFF2-40B4-BE49-F238E27FC236}">
                <a16:creationId xmlns:a16="http://schemas.microsoft.com/office/drawing/2014/main" id="{C18EE606-66F6-A448-A263-7E1358A3F14D}"/>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7172" name="Rectangle 22">
            <a:extLst>
              <a:ext uri="{FF2B5EF4-FFF2-40B4-BE49-F238E27FC236}">
                <a16:creationId xmlns:a16="http://schemas.microsoft.com/office/drawing/2014/main" id="{C835E042-5563-DE4B-8DEB-CC759F6469A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7173" name="Rectangle 23">
            <a:extLst>
              <a:ext uri="{FF2B5EF4-FFF2-40B4-BE49-F238E27FC236}">
                <a16:creationId xmlns:a16="http://schemas.microsoft.com/office/drawing/2014/main" id="{C175C134-5D88-AB46-A5E5-863214B0052B}"/>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7174" name="Rectangle 24">
            <a:extLst>
              <a:ext uri="{FF2B5EF4-FFF2-40B4-BE49-F238E27FC236}">
                <a16:creationId xmlns:a16="http://schemas.microsoft.com/office/drawing/2014/main" id="{2B9AA434-7F6E-A347-8E39-E320850F844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7175" name="Rectangle 25">
            <a:extLst>
              <a:ext uri="{FF2B5EF4-FFF2-40B4-BE49-F238E27FC236}">
                <a16:creationId xmlns:a16="http://schemas.microsoft.com/office/drawing/2014/main" id="{605B98C1-B9AB-B04F-B871-80BF91E12A2E}"/>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7176" name="Rectangle 26">
            <a:extLst>
              <a:ext uri="{FF2B5EF4-FFF2-40B4-BE49-F238E27FC236}">
                <a16:creationId xmlns:a16="http://schemas.microsoft.com/office/drawing/2014/main" id="{3CA24EC3-A9C0-1849-92AC-604A36690B4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7177" name="Rectangle 27">
            <a:extLst>
              <a:ext uri="{FF2B5EF4-FFF2-40B4-BE49-F238E27FC236}">
                <a16:creationId xmlns:a16="http://schemas.microsoft.com/office/drawing/2014/main" id="{ABD12342-1E7E-CF48-B8A1-42EA1F30701F}"/>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7178" name="Rectangle 28">
            <a:extLst>
              <a:ext uri="{FF2B5EF4-FFF2-40B4-BE49-F238E27FC236}">
                <a16:creationId xmlns:a16="http://schemas.microsoft.com/office/drawing/2014/main" id="{E1183C93-0D6D-DA4C-A4AB-B57527601B0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7179" name="Rectangle 29">
            <a:extLst>
              <a:ext uri="{FF2B5EF4-FFF2-40B4-BE49-F238E27FC236}">
                <a16:creationId xmlns:a16="http://schemas.microsoft.com/office/drawing/2014/main" id="{CEB3D29A-50AA-D84A-9F41-085BFB92579D}"/>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7180" name="Rectangle 30">
            <a:extLst>
              <a:ext uri="{FF2B5EF4-FFF2-40B4-BE49-F238E27FC236}">
                <a16:creationId xmlns:a16="http://schemas.microsoft.com/office/drawing/2014/main" id="{32A71B35-FEDA-6844-A268-7ED7EE6A284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7181" name="Rectangle 31">
            <a:extLst>
              <a:ext uri="{FF2B5EF4-FFF2-40B4-BE49-F238E27FC236}">
                <a16:creationId xmlns:a16="http://schemas.microsoft.com/office/drawing/2014/main" id="{3F28A58B-56CA-7F4B-8744-F2A73E07FA9E}"/>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7182" name="Rectangle 32">
            <a:extLst>
              <a:ext uri="{FF2B5EF4-FFF2-40B4-BE49-F238E27FC236}">
                <a16:creationId xmlns:a16="http://schemas.microsoft.com/office/drawing/2014/main" id="{0DA095C2-DA9E-B845-B86F-BE8857DAAF0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7183" name="Rectangle 33">
            <a:extLst>
              <a:ext uri="{FF2B5EF4-FFF2-40B4-BE49-F238E27FC236}">
                <a16:creationId xmlns:a16="http://schemas.microsoft.com/office/drawing/2014/main" id="{A0198D82-86D5-7140-BC69-ED07B89B2556}"/>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7184" name="Rectangle 34">
            <a:extLst>
              <a:ext uri="{FF2B5EF4-FFF2-40B4-BE49-F238E27FC236}">
                <a16:creationId xmlns:a16="http://schemas.microsoft.com/office/drawing/2014/main" id="{FD09EB25-208F-1649-8CE2-C38FA57E96FC}"/>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7185" name="Rectangle 35">
            <a:extLst>
              <a:ext uri="{FF2B5EF4-FFF2-40B4-BE49-F238E27FC236}">
                <a16:creationId xmlns:a16="http://schemas.microsoft.com/office/drawing/2014/main" id="{20E1DA96-69D2-5344-A3D8-06ECFDAA678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7186" name="Rectangle 36">
            <a:extLst>
              <a:ext uri="{FF2B5EF4-FFF2-40B4-BE49-F238E27FC236}">
                <a16:creationId xmlns:a16="http://schemas.microsoft.com/office/drawing/2014/main" id="{5D7E26C5-A86C-084F-8F33-8C8687D7EB85}"/>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7187" name="Rectangle 37">
            <a:extLst>
              <a:ext uri="{FF2B5EF4-FFF2-40B4-BE49-F238E27FC236}">
                <a16:creationId xmlns:a16="http://schemas.microsoft.com/office/drawing/2014/main" id="{FBC6A1AA-A704-F04C-AC6B-4C8D8898CB1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7188" name="Rectangle 38">
            <a:extLst>
              <a:ext uri="{FF2B5EF4-FFF2-40B4-BE49-F238E27FC236}">
                <a16:creationId xmlns:a16="http://schemas.microsoft.com/office/drawing/2014/main" id="{B4E4B24D-9802-F844-ADC3-84ADE7B0A0E8}"/>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7189" name="Rectangle 39">
            <a:extLst>
              <a:ext uri="{FF2B5EF4-FFF2-40B4-BE49-F238E27FC236}">
                <a16:creationId xmlns:a16="http://schemas.microsoft.com/office/drawing/2014/main" id="{3999E2E1-4025-BB45-81B9-ABB60B222CD4}"/>
              </a:ext>
            </a:extLst>
          </p:cNvPr>
          <p:cNvSpPr>
            <a:spLocks noChangeArrowheads="1"/>
          </p:cNvSpPr>
          <p:nvPr/>
        </p:nvSpPr>
        <p:spPr bwMode="auto">
          <a:xfrm>
            <a:off x="1653779"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7190" name="Rectangle 40">
            <a:extLst>
              <a:ext uri="{FF2B5EF4-FFF2-40B4-BE49-F238E27FC236}">
                <a16:creationId xmlns:a16="http://schemas.microsoft.com/office/drawing/2014/main" id="{C61E6F05-0D07-9843-89C8-A810D9DCC52A}"/>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7191" name="Group 41">
            <a:extLst>
              <a:ext uri="{FF2B5EF4-FFF2-40B4-BE49-F238E27FC236}">
                <a16:creationId xmlns:a16="http://schemas.microsoft.com/office/drawing/2014/main" id="{36043F17-7D1E-9540-93BD-67FACF979C13}"/>
              </a:ext>
            </a:extLst>
          </p:cNvPr>
          <p:cNvGrpSpPr>
            <a:grpSpLocks/>
          </p:cNvGrpSpPr>
          <p:nvPr/>
        </p:nvGrpSpPr>
        <p:grpSpPr bwMode="auto">
          <a:xfrm>
            <a:off x="1945482" y="2811066"/>
            <a:ext cx="98822" cy="52388"/>
            <a:chOff x="833" y="3024"/>
            <a:chExt cx="78" cy="51"/>
          </a:xfrm>
        </p:grpSpPr>
        <p:sp>
          <p:nvSpPr>
            <p:cNvPr id="177203" name="Rectangle 42">
              <a:extLst>
                <a:ext uri="{FF2B5EF4-FFF2-40B4-BE49-F238E27FC236}">
                  <a16:creationId xmlns:a16="http://schemas.microsoft.com/office/drawing/2014/main" id="{359901F7-FAC2-6146-BA8F-C3F34C51699E}"/>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4" name="Line 43">
              <a:extLst>
                <a:ext uri="{FF2B5EF4-FFF2-40B4-BE49-F238E27FC236}">
                  <a16:creationId xmlns:a16="http://schemas.microsoft.com/office/drawing/2014/main" id="{C89021AA-44FE-1E4B-AC9B-B45A4070A4C3}"/>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5" name="Line 44">
              <a:extLst>
                <a:ext uri="{FF2B5EF4-FFF2-40B4-BE49-F238E27FC236}">
                  <a16:creationId xmlns:a16="http://schemas.microsoft.com/office/drawing/2014/main" id="{AB95EA02-E075-7042-B453-E47D64FA8C94}"/>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7192" name="Group 45">
            <a:extLst>
              <a:ext uri="{FF2B5EF4-FFF2-40B4-BE49-F238E27FC236}">
                <a16:creationId xmlns:a16="http://schemas.microsoft.com/office/drawing/2014/main" id="{E5F25E27-407C-8E44-901E-DADA41B41201}"/>
              </a:ext>
            </a:extLst>
          </p:cNvPr>
          <p:cNvGrpSpPr>
            <a:grpSpLocks/>
          </p:cNvGrpSpPr>
          <p:nvPr/>
        </p:nvGrpSpPr>
        <p:grpSpPr bwMode="auto">
          <a:xfrm>
            <a:off x="7846219" y="2818210"/>
            <a:ext cx="98822" cy="50006"/>
            <a:chOff x="5432" y="3030"/>
            <a:chExt cx="78" cy="51"/>
          </a:xfrm>
        </p:grpSpPr>
        <p:sp>
          <p:nvSpPr>
            <p:cNvPr id="177200" name="Rectangle 46">
              <a:extLst>
                <a:ext uri="{FF2B5EF4-FFF2-40B4-BE49-F238E27FC236}">
                  <a16:creationId xmlns:a16="http://schemas.microsoft.com/office/drawing/2014/main" id="{11F6F16C-51F0-C04D-BB09-403AC01C85D0}"/>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1" name="Line 47">
              <a:extLst>
                <a:ext uri="{FF2B5EF4-FFF2-40B4-BE49-F238E27FC236}">
                  <a16:creationId xmlns:a16="http://schemas.microsoft.com/office/drawing/2014/main" id="{AE9F3CB3-B2A4-AA41-9289-D73FFF427AD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2" name="Line 48">
              <a:extLst>
                <a:ext uri="{FF2B5EF4-FFF2-40B4-BE49-F238E27FC236}">
                  <a16:creationId xmlns:a16="http://schemas.microsoft.com/office/drawing/2014/main" id="{550C92DB-B9C7-3A43-BCAF-4CB270E2728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7193" name="Rectangle 69">
            <a:extLst>
              <a:ext uri="{FF2B5EF4-FFF2-40B4-BE49-F238E27FC236}">
                <a16:creationId xmlns:a16="http://schemas.microsoft.com/office/drawing/2014/main" id="{F40906FA-80B3-F049-90B3-D7D382F1A4E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7194" name="Rectangle 71">
            <a:extLst>
              <a:ext uri="{FF2B5EF4-FFF2-40B4-BE49-F238E27FC236}">
                <a16:creationId xmlns:a16="http://schemas.microsoft.com/office/drawing/2014/main" id="{E4EA1850-F141-ED44-9507-CE6EF4B807C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7195" name="Rectangle 72">
            <a:extLst>
              <a:ext uri="{FF2B5EF4-FFF2-40B4-BE49-F238E27FC236}">
                <a16:creationId xmlns:a16="http://schemas.microsoft.com/office/drawing/2014/main" id="{EC5BD0B6-73CF-AA41-8E94-D3F8BF140E4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77196" name="Text Box 73">
            <a:extLst>
              <a:ext uri="{FF2B5EF4-FFF2-40B4-BE49-F238E27FC236}">
                <a16:creationId xmlns:a16="http://schemas.microsoft.com/office/drawing/2014/main" id="{7DFA53FC-7022-5749-ACFF-661B2886ACBF}"/>
              </a:ext>
            </a:extLst>
          </p:cNvPr>
          <p:cNvSpPr txBox="1">
            <a:spLocks noChangeArrowheads="1"/>
          </p:cNvSpPr>
          <p:nvPr/>
        </p:nvSpPr>
        <p:spPr bwMode="auto">
          <a:xfrm>
            <a:off x="1223963" y="3548063"/>
            <a:ext cx="643637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a:t>
            </a:r>
            <a:r>
              <a:rPr lang="en-US" altLang="zh-CN" sz="1800">
                <a:latin typeface="微软雅黑" panose="020B0503020204020204" pitchFamily="34" charset="-122"/>
                <a:ea typeface="宋体" panose="02010600030101010101" pitchFamily="2" charset="-122"/>
              </a:rPr>
              <a:t>(flag)    </a:t>
            </a:r>
            <a:r>
              <a:rPr lang="zh-CN" altLang="en-US" sz="1800">
                <a:latin typeface="微软雅黑" panose="020B0503020204020204" pitchFamily="34" charset="-122"/>
                <a:ea typeface="宋体" panose="02010600030101010101" pitchFamily="2" charset="-122"/>
              </a:rPr>
              <a:t>占 </a:t>
            </a:r>
            <a:r>
              <a:rPr lang="en-US" altLang="zh-CN" sz="1800">
                <a:latin typeface="微软雅黑" panose="020B0503020204020204" pitchFamily="34" charset="-122"/>
                <a:ea typeface="宋体" panose="02010600030101010101" pitchFamily="2" charset="-122"/>
              </a:rPr>
              <a:t>3 </a:t>
            </a:r>
            <a:r>
              <a:rPr lang="zh-CN" altLang="en-US" sz="1800">
                <a:latin typeface="微软雅黑" panose="020B0503020204020204" pitchFamily="34" charset="-122"/>
                <a:ea typeface="宋体" panose="02010600030101010101" pitchFamily="2" charset="-122"/>
              </a:rPr>
              <a:t>位，目前只有前两位有意义。</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标志字段的最低位是 </a:t>
            </a:r>
            <a:r>
              <a:rPr lang="en-US" altLang="zh-CN" sz="1800" b="1">
                <a:latin typeface="微软雅黑" panose="020B0503020204020204" pitchFamily="34" charset="-122"/>
                <a:ea typeface="宋体" panose="02010600030101010101" pitchFamily="2" charset="-122"/>
              </a:rPr>
              <a:t>MF</a:t>
            </a:r>
            <a:r>
              <a:rPr lang="en-US" altLang="zh-CN" sz="1800">
                <a:latin typeface="微软雅黑" panose="020B0503020204020204" pitchFamily="34" charset="-122"/>
                <a:ea typeface="宋体" panose="02010600030101010101" pitchFamily="2" charset="-122"/>
              </a:rPr>
              <a:t> (More Fragment)</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1 </a:t>
            </a:r>
            <a:r>
              <a:rPr lang="zh-CN" altLang="en-US" sz="1800">
                <a:latin typeface="微软雅黑" panose="020B0503020204020204" pitchFamily="34" charset="-122"/>
                <a:ea typeface="宋体" panose="02010600030101010101" pitchFamily="2" charset="-122"/>
              </a:rPr>
              <a:t>表示后面</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还有分片</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a:t>
            </a: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表示最后一个分片。</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标志字段中间的一位是 </a:t>
            </a:r>
            <a:r>
              <a:rPr lang="en-US" altLang="zh-CN" sz="1800" b="1">
                <a:latin typeface="微软雅黑" panose="020B0503020204020204" pitchFamily="34" charset="-122"/>
                <a:ea typeface="宋体" panose="02010600030101010101" pitchFamily="2" charset="-122"/>
              </a:rPr>
              <a:t>DF</a:t>
            </a:r>
            <a:r>
              <a:rPr lang="en-US" altLang="zh-CN" sz="1800">
                <a:latin typeface="微软雅黑" panose="020B0503020204020204" pitchFamily="34" charset="-122"/>
                <a:ea typeface="宋体" panose="02010600030101010101" pitchFamily="2" charset="-122"/>
              </a:rPr>
              <a:t> (Don't Fragment) </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只有当 </a:t>
            </a:r>
            <a:r>
              <a:rPr lang="en-US" altLang="zh-CN" sz="1800">
                <a:latin typeface="微软雅黑" panose="020B0503020204020204" pitchFamily="34" charset="-122"/>
                <a:ea typeface="宋体" panose="02010600030101010101" pitchFamily="2" charset="-122"/>
              </a:rPr>
              <a:t>DF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时才允许分片。 </a:t>
            </a:r>
          </a:p>
        </p:txBody>
      </p:sp>
      <p:sp>
        <p:nvSpPr>
          <p:cNvPr id="1029194" name="Rectangle 74">
            <a:extLst>
              <a:ext uri="{FF2B5EF4-FFF2-40B4-BE49-F238E27FC236}">
                <a16:creationId xmlns:a16="http://schemas.microsoft.com/office/drawing/2014/main" id="{A6CF9708-E853-D94A-ADFE-BC8B336F28A0}"/>
              </a:ext>
            </a:extLst>
          </p:cNvPr>
          <p:cNvSpPr>
            <a:spLocks noChangeArrowheads="1"/>
          </p:cNvSpPr>
          <p:nvPr/>
        </p:nvSpPr>
        <p:spPr bwMode="auto">
          <a:xfrm>
            <a:off x="4950619" y="1356122"/>
            <a:ext cx="592931"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8" name="AutoShape 75">
            <a:extLst>
              <a:ext uri="{FF2B5EF4-FFF2-40B4-BE49-F238E27FC236}">
                <a16:creationId xmlns:a16="http://schemas.microsoft.com/office/drawing/2014/main" id="{4970387C-B02F-FA40-94A2-472F093C9F93}"/>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9" name="幻灯片编号占位符 1">
            <a:extLst>
              <a:ext uri="{FF2B5EF4-FFF2-40B4-BE49-F238E27FC236}">
                <a16:creationId xmlns:a16="http://schemas.microsoft.com/office/drawing/2014/main" id="{BB00BA49-F093-1644-97EB-618673C3280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F632FF-07CD-3A4F-B9FF-C689687E98B3}" type="slidenum">
              <a:rPr lang="en-US" altLang="zh-CN" sz="1050">
                <a:solidFill>
                  <a:schemeClr val="tx1"/>
                </a:solidFill>
                <a:latin typeface="微软雅黑" panose="020B0503020204020204" pitchFamily="34" charset="-122"/>
                <a:ea typeface="宋体" panose="02010600030101010101" pitchFamily="2" charset="-122"/>
              </a:rPr>
              <a:pPr>
                <a:spcBef>
                  <a:spcPct val="0"/>
                </a:spcBef>
                <a:buClrTx/>
                <a:buSzTx/>
                <a:buFontTx/>
                <a:buNone/>
              </a:pPr>
              <a:t>78</a:t>
            </a:fld>
            <a:endParaRPr lang="en-US" altLang="zh-CN" sz="10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349983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029194"/>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grpId="1" nodeType="afterEffect">
                                  <p:stCondLst>
                                    <p:cond delay="0"/>
                                  </p:stCondLst>
                                  <p:childTnLst>
                                    <p:anim calcmode="discrete" valueType="str">
                                      <p:cBhvr>
                                        <p:cTn id="9" dur="1000" fill="hold"/>
                                        <p:tgtEl>
                                          <p:spTgt spid="102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194" grpId="0" animBg="1"/>
      <p:bldP spid="1029194" grpId="1" animBg="1"/>
    </p:bldLst>
  </p:timing>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9201" name="Line 2">
            <a:extLst>
              <a:ext uri="{FF2B5EF4-FFF2-40B4-BE49-F238E27FC236}">
                <a16:creationId xmlns:a16="http://schemas.microsoft.com/office/drawing/2014/main" id="{8C9F4409-C090-4F44-B7BE-C65F91329D0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9202" name="Rectangle 3">
            <a:extLst>
              <a:ext uri="{FF2B5EF4-FFF2-40B4-BE49-F238E27FC236}">
                <a16:creationId xmlns:a16="http://schemas.microsoft.com/office/drawing/2014/main" id="{635D7F5C-455A-7E4A-91C1-30D9AF7C9DEA}"/>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9203" name="Rectangle 4">
            <a:extLst>
              <a:ext uri="{FF2B5EF4-FFF2-40B4-BE49-F238E27FC236}">
                <a16:creationId xmlns:a16="http://schemas.microsoft.com/office/drawing/2014/main" id="{E2BE58EA-4707-1543-976C-BEC74237AAF2}"/>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4" name="Rectangle 6">
            <a:extLst>
              <a:ext uri="{FF2B5EF4-FFF2-40B4-BE49-F238E27FC236}">
                <a16:creationId xmlns:a16="http://schemas.microsoft.com/office/drawing/2014/main" id="{EF82B9BC-F191-FF49-9836-16A2AF0B12FE}"/>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5" name="Rectangle 7">
            <a:extLst>
              <a:ext uri="{FF2B5EF4-FFF2-40B4-BE49-F238E27FC236}">
                <a16:creationId xmlns:a16="http://schemas.microsoft.com/office/drawing/2014/main" id="{453FFF3D-9FE8-6447-AF92-9D423EBCAB5B}"/>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6" name="Line 8">
            <a:extLst>
              <a:ext uri="{FF2B5EF4-FFF2-40B4-BE49-F238E27FC236}">
                <a16:creationId xmlns:a16="http://schemas.microsoft.com/office/drawing/2014/main" id="{C13BD90F-B14B-5E4F-B87D-04873C044BB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7" name="Line 9">
            <a:extLst>
              <a:ext uri="{FF2B5EF4-FFF2-40B4-BE49-F238E27FC236}">
                <a16:creationId xmlns:a16="http://schemas.microsoft.com/office/drawing/2014/main" id="{69E4A206-27CE-3B4F-8342-2C4A3C030C76}"/>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8" name="Line 10">
            <a:extLst>
              <a:ext uri="{FF2B5EF4-FFF2-40B4-BE49-F238E27FC236}">
                <a16:creationId xmlns:a16="http://schemas.microsoft.com/office/drawing/2014/main" id="{6A193CB7-AE0E-D749-A0BD-3D0D82A849E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9" name="Line 11">
            <a:extLst>
              <a:ext uri="{FF2B5EF4-FFF2-40B4-BE49-F238E27FC236}">
                <a16:creationId xmlns:a16="http://schemas.microsoft.com/office/drawing/2014/main" id="{6E9C217D-2FBD-8E4D-BE24-1D68462B5504}"/>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0" name="Line 12">
            <a:extLst>
              <a:ext uri="{FF2B5EF4-FFF2-40B4-BE49-F238E27FC236}">
                <a16:creationId xmlns:a16="http://schemas.microsoft.com/office/drawing/2014/main" id="{836091DA-8FDE-BF48-9E2B-BD21F7D4D1B7}"/>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1" name="Line 13">
            <a:extLst>
              <a:ext uri="{FF2B5EF4-FFF2-40B4-BE49-F238E27FC236}">
                <a16:creationId xmlns:a16="http://schemas.microsoft.com/office/drawing/2014/main" id="{D2AF66B8-4A31-2843-A503-9D1227B56753}"/>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2" name="Line 14">
            <a:extLst>
              <a:ext uri="{FF2B5EF4-FFF2-40B4-BE49-F238E27FC236}">
                <a16:creationId xmlns:a16="http://schemas.microsoft.com/office/drawing/2014/main" id="{19AB4C22-78B4-4D47-94AB-0D35A3F8CED4}"/>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3" name="Line 15">
            <a:extLst>
              <a:ext uri="{FF2B5EF4-FFF2-40B4-BE49-F238E27FC236}">
                <a16:creationId xmlns:a16="http://schemas.microsoft.com/office/drawing/2014/main" id="{B3AE2046-9D92-4E46-B01A-47EFB14C152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4" name="Line 16">
            <a:extLst>
              <a:ext uri="{FF2B5EF4-FFF2-40B4-BE49-F238E27FC236}">
                <a16:creationId xmlns:a16="http://schemas.microsoft.com/office/drawing/2014/main" id="{0404F9FE-0E0F-3F40-8D8B-3AEBB1BF62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5" name="Line 17">
            <a:extLst>
              <a:ext uri="{FF2B5EF4-FFF2-40B4-BE49-F238E27FC236}">
                <a16:creationId xmlns:a16="http://schemas.microsoft.com/office/drawing/2014/main" id="{3908E43A-C530-274D-B915-2E534F4AC09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6" name="Line 18">
            <a:extLst>
              <a:ext uri="{FF2B5EF4-FFF2-40B4-BE49-F238E27FC236}">
                <a16:creationId xmlns:a16="http://schemas.microsoft.com/office/drawing/2014/main" id="{F8582910-56A0-D643-A04F-9B7956456B6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7" name="Rectangle 19">
            <a:extLst>
              <a:ext uri="{FF2B5EF4-FFF2-40B4-BE49-F238E27FC236}">
                <a16:creationId xmlns:a16="http://schemas.microsoft.com/office/drawing/2014/main" id="{73460C0D-F0E0-DF43-B675-3BEE67FBCF2D}"/>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9218" name="Rectangle 20">
            <a:extLst>
              <a:ext uri="{FF2B5EF4-FFF2-40B4-BE49-F238E27FC236}">
                <a16:creationId xmlns:a16="http://schemas.microsoft.com/office/drawing/2014/main" id="{CDF7B178-BB3F-874D-8927-38D5D727B7D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9219" name="Rectangle 21">
            <a:extLst>
              <a:ext uri="{FF2B5EF4-FFF2-40B4-BE49-F238E27FC236}">
                <a16:creationId xmlns:a16="http://schemas.microsoft.com/office/drawing/2014/main" id="{8D2AFF7D-97F0-6343-9D8F-B561FEA615C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9220" name="Rectangle 22">
            <a:extLst>
              <a:ext uri="{FF2B5EF4-FFF2-40B4-BE49-F238E27FC236}">
                <a16:creationId xmlns:a16="http://schemas.microsoft.com/office/drawing/2014/main" id="{F20CD66D-6503-E84B-9A27-AE6AAA52CF3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9221" name="Rectangle 23">
            <a:extLst>
              <a:ext uri="{FF2B5EF4-FFF2-40B4-BE49-F238E27FC236}">
                <a16:creationId xmlns:a16="http://schemas.microsoft.com/office/drawing/2014/main" id="{5E0663BE-F8E0-A744-AA8C-A60860AEF976}"/>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9222" name="Rectangle 24">
            <a:extLst>
              <a:ext uri="{FF2B5EF4-FFF2-40B4-BE49-F238E27FC236}">
                <a16:creationId xmlns:a16="http://schemas.microsoft.com/office/drawing/2014/main" id="{EF5DB628-3A1E-AC4E-B970-0DC5A630F0A3}"/>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9223" name="Rectangle 25">
            <a:extLst>
              <a:ext uri="{FF2B5EF4-FFF2-40B4-BE49-F238E27FC236}">
                <a16:creationId xmlns:a16="http://schemas.microsoft.com/office/drawing/2014/main" id="{676975A8-EAB7-6C4E-BBBB-B378EAED36A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9224" name="Rectangle 26">
            <a:extLst>
              <a:ext uri="{FF2B5EF4-FFF2-40B4-BE49-F238E27FC236}">
                <a16:creationId xmlns:a16="http://schemas.microsoft.com/office/drawing/2014/main" id="{5B0CFE32-9651-7144-AAA8-825F5EFD4AC3}"/>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9225" name="Rectangle 27">
            <a:extLst>
              <a:ext uri="{FF2B5EF4-FFF2-40B4-BE49-F238E27FC236}">
                <a16:creationId xmlns:a16="http://schemas.microsoft.com/office/drawing/2014/main" id="{F6C507C1-B8E3-C244-93AA-1C4FBA3721D4}"/>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9226" name="Rectangle 28">
            <a:extLst>
              <a:ext uri="{FF2B5EF4-FFF2-40B4-BE49-F238E27FC236}">
                <a16:creationId xmlns:a16="http://schemas.microsoft.com/office/drawing/2014/main" id="{79558F61-3E9F-834C-8F62-90F60E53A865}"/>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9227" name="Rectangle 29">
            <a:extLst>
              <a:ext uri="{FF2B5EF4-FFF2-40B4-BE49-F238E27FC236}">
                <a16:creationId xmlns:a16="http://schemas.microsoft.com/office/drawing/2014/main" id="{53A1D67A-6E76-1743-B6F7-B13BC3BC24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9228" name="Rectangle 30">
            <a:extLst>
              <a:ext uri="{FF2B5EF4-FFF2-40B4-BE49-F238E27FC236}">
                <a16:creationId xmlns:a16="http://schemas.microsoft.com/office/drawing/2014/main" id="{B0FEC590-BB1B-0F42-8D15-410228779CF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9229" name="Rectangle 32">
            <a:extLst>
              <a:ext uri="{FF2B5EF4-FFF2-40B4-BE49-F238E27FC236}">
                <a16:creationId xmlns:a16="http://schemas.microsoft.com/office/drawing/2014/main" id="{DF984251-D3B2-B94A-804C-638A2D0E27D6}"/>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9230" name="Rectangle 33">
            <a:extLst>
              <a:ext uri="{FF2B5EF4-FFF2-40B4-BE49-F238E27FC236}">
                <a16:creationId xmlns:a16="http://schemas.microsoft.com/office/drawing/2014/main" id="{8606E961-5783-4F4B-8808-139AD30477EA}"/>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9231" name="Rectangle 34">
            <a:extLst>
              <a:ext uri="{FF2B5EF4-FFF2-40B4-BE49-F238E27FC236}">
                <a16:creationId xmlns:a16="http://schemas.microsoft.com/office/drawing/2014/main" id="{9C4E84E4-B21D-EC45-AC08-D368D2F6C84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9232" name="Rectangle 35">
            <a:extLst>
              <a:ext uri="{FF2B5EF4-FFF2-40B4-BE49-F238E27FC236}">
                <a16:creationId xmlns:a16="http://schemas.microsoft.com/office/drawing/2014/main" id="{30B5D972-6B20-1041-B584-51F32C8DCD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9233" name="Rectangle 36">
            <a:extLst>
              <a:ext uri="{FF2B5EF4-FFF2-40B4-BE49-F238E27FC236}">
                <a16:creationId xmlns:a16="http://schemas.microsoft.com/office/drawing/2014/main" id="{71DCBFA4-CA20-2D46-93F1-5E1CA8E78F31}"/>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9234" name="Rectangle 37">
            <a:extLst>
              <a:ext uri="{FF2B5EF4-FFF2-40B4-BE49-F238E27FC236}">
                <a16:creationId xmlns:a16="http://schemas.microsoft.com/office/drawing/2014/main" id="{43125B2F-5580-2846-9CF2-1E920932AB9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9235" name="Rectangle 38">
            <a:extLst>
              <a:ext uri="{FF2B5EF4-FFF2-40B4-BE49-F238E27FC236}">
                <a16:creationId xmlns:a16="http://schemas.microsoft.com/office/drawing/2014/main" id="{FADDA9E3-4657-C44D-BDF1-3BF8544C97BF}"/>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9236" name="Rectangle 39">
            <a:extLst>
              <a:ext uri="{FF2B5EF4-FFF2-40B4-BE49-F238E27FC236}">
                <a16:creationId xmlns:a16="http://schemas.microsoft.com/office/drawing/2014/main" id="{932A177C-496D-824C-95F6-38A205F1FE5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9237" name="Rectangle 40">
            <a:extLst>
              <a:ext uri="{FF2B5EF4-FFF2-40B4-BE49-F238E27FC236}">
                <a16:creationId xmlns:a16="http://schemas.microsoft.com/office/drawing/2014/main" id="{71B6D9AD-BF42-5145-BA2A-C295BD60C7D4}"/>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9238" name="Group 41">
            <a:extLst>
              <a:ext uri="{FF2B5EF4-FFF2-40B4-BE49-F238E27FC236}">
                <a16:creationId xmlns:a16="http://schemas.microsoft.com/office/drawing/2014/main" id="{E02A3DAF-B545-104A-AFA6-876751084198}"/>
              </a:ext>
            </a:extLst>
          </p:cNvPr>
          <p:cNvGrpSpPr>
            <a:grpSpLocks/>
          </p:cNvGrpSpPr>
          <p:nvPr/>
        </p:nvGrpSpPr>
        <p:grpSpPr bwMode="auto">
          <a:xfrm>
            <a:off x="1945482" y="2811066"/>
            <a:ext cx="98822" cy="52388"/>
            <a:chOff x="833" y="3024"/>
            <a:chExt cx="78" cy="51"/>
          </a:xfrm>
        </p:grpSpPr>
        <p:sp>
          <p:nvSpPr>
            <p:cNvPr id="179252" name="Rectangle 42">
              <a:extLst>
                <a:ext uri="{FF2B5EF4-FFF2-40B4-BE49-F238E27FC236}">
                  <a16:creationId xmlns:a16="http://schemas.microsoft.com/office/drawing/2014/main" id="{A7F1E0B4-6BE8-E14D-8D55-897378F96968}"/>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3" name="Line 43">
              <a:extLst>
                <a:ext uri="{FF2B5EF4-FFF2-40B4-BE49-F238E27FC236}">
                  <a16:creationId xmlns:a16="http://schemas.microsoft.com/office/drawing/2014/main" id="{95043986-95F4-634F-B11D-2A748D11C9A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4" name="Line 44">
              <a:extLst>
                <a:ext uri="{FF2B5EF4-FFF2-40B4-BE49-F238E27FC236}">
                  <a16:creationId xmlns:a16="http://schemas.microsoft.com/office/drawing/2014/main" id="{77CEF2E8-015C-FC46-8990-0006D7364C5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9239" name="Group 45">
            <a:extLst>
              <a:ext uri="{FF2B5EF4-FFF2-40B4-BE49-F238E27FC236}">
                <a16:creationId xmlns:a16="http://schemas.microsoft.com/office/drawing/2014/main" id="{FE331FD3-8EEA-CB4B-BE0E-F8E322EFE3C8}"/>
              </a:ext>
            </a:extLst>
          </p:cNvPr>
          <p:cNvGrpSpPr>
            <a:grpSpLocks/>
          </p:cNvGrpSpPr>
          <p:nvPr/>
        </p:nvGrpSpPr>
        <p:grpSpPr bwMode="auto">
          <a:xfrm>
            <a:off x="7846219" y="2818210"/>
            <a:ext cx="98822" cy="50006"/>
            <a:chOff x="5432" y="3030"/>
            <a:chExt cx="78" cy="51"/>
          </a:xfrm>
        </p:grpSpPr>
        <p:sp>
          <p:nvSpPr>
            <p:cNvPr id="179249" name="Rectangle 46">
              <a:extLst>
                <a:ext uri="{FF2B5EF4-FFF2-40B4-BE49-F238E27FC236}">
                  <a16:creationId xmlns:a16="http://schemas.microsoft.com/office/drawing/2014/main" id="{07C8874A-DB13-7841-932A-A2C86548B0F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0" name="Line 47">
              <a:extLst>
                <a:ext uri="{FF2B5EF4-FFF2-40B4-BE49-F238E27FC236}">
                  <a16:creationId xmlns:a16="http://schemas.microsoft.com/office/drawing/2014/main" id="{97531205-D90C-5145-AA95-2B8E0067AD1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1" name="Line 48">
              <a:extLst>
                <a:ext uri="{FF2B5EF4-FFF2-40B4-BE49-F238E27FC236}">
                  <a16:creationId xmlns:a16="http://schemas.microsoft.com/office/drawing/2014/main" id="{053F6CD7-342B-B347-9FED-06D1E06E9C19}"/>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9240" name="Rectangle 69">
            <a:extLst>
              <a:ext uri="{FF2B5EF4-FFF2-40B4-BE49-F238E27FC236}">
                <a16:creationId xmlns:a16="http://schemas.microsoft.com/office/drawing/2014/main" id="{498B8060-6971-E444-8570-5C8C954029B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9241" name="Rectangle 71">
            <a:extLst>
              <a:ext uri="{FF2B5EF4-FFF2-40B4-BE49-F238E27FC236}">
                <a16:creationId xmlns:a16="http://schemas.microsoft.com/office/drawing/2014/main" id="{381AC63D-014A-C940-88D7-B24499B7063A}"/>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9242" name="Rectangle 72">
            <a:extLst>
              <a:ext uri="{FF2B5EF4-FFF2-40B4-BE49-F238E27FC236}">
                <a16:creationId xmlns:a16="http://schemas.microsoft.com/office/drawing/2014/main" id="{1DA12B7F-2EEB-FD48-BBA3-8DDD110BEB2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3166" name="Group 78">
            <a:extLst>
              <a:ext uri="{FF2B5EF4-FFF2-40B4-BE49-F238E27FC236}">
                <a16:creationId xmlns:a16="http://schemas.microsoft.com/office/drawing/2014/main" id="{5BDA859E-C1C2-1A4C-9985-C50040607514}"/>
              </a:ext>
            </a:extLst>
          </p:cNvPr>
          <p:cNvGrpSpPr>
            <a:grpSpLocks/>
          </p:cNvGrpSpPr>
          <p:nvPr/>
        </p:nvGrpSpPr>
        <p:grpSpPr bwMode="auto">
          <a:xfrm>
            <a:off x="2090737" y="1329929"/>
            <a:ext cx="5787629" cy="3576637"/>
            <a:chOff x="796" y="1117"/>
            <a:chExt cx="4861" cy="3004"/>
          </a:xfrm>
        </p:grpSpPr>
        <p:sp>
          <p:nvSpPr>
            <p:cNvPr id="179247" name="Text Box 74">
              <a:extLst>
                <a:ext uri="{FF2B5EF4-FFF2-40B4-BE49-F238E27FC236}">
                  <a16:creationId xmlns:a16="http://schemas.microsoft.com/office/drawing/2014/main" id="{8BA8B750-2134-6F4B-B42D-E52672AFEA80}"/>
                </a:ext>
              </a:extLst>
            </p:cNvPr>
            <p:cNvSpPr txBox="1">
              <a:spLocks noChangeArrowheads="1"/>
            </p:cNvSpPr>
            <p:nvPr/>
          </p:nvSpPr>
          <p:spPr bwMode="auto">
            <a:xfrm>
              <a:off x="796" y="3172"/>
              <a:ext cx="4840" cy="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片偏移</a:t>
              </a:r>
              <a:r>
                <a:rPr lang="en-US" altLang="zh-CN" sz="2100">
                  <a:latin typeface="微软雅黑" panose="020B0503020204020204" pitchFamily="34" charset="-122"/>
                  <a:ea typeface="宋体" panose="02010600030101010101" pitchFamily="2" charset="-122"/>
                </a:rPr>
                <a:t>(13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指出：较长的分组在分片后某片在原分组中的相对位置。片偏移以 </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个字节</a:t>
              </a:r>
              <a:r>
                <a:rPr lang="zh-CN" altLang="en-US" sz="2100">
                  <a:latin typeface="微软雅黑" panose="020B0503020204020204" pitchFamily="34" charset="-122"/>
                  <a:ea typeface="宋体" panose="02010600030101010101" pitchFamily="2" charset="-122"/>
                </a:rPr>
                <a:t>为偏移单位。</a:t>
              </a:r>
            </a:p>
          </p:txBody>
        </p:sp>
        <p:sp>
          <p:nvSpPr>
            <p:cNvPr id="179248" name="Rectangle 75">
              <a:extLst>
                <a:ext uri="{FF2B5EF4-FFF2-40B4-BE49-F238E27FC236}">
                  <a16:creationId xmlns:a16="http://schemas.microsoft.com/office/drawing/2014/main" id="{B35F6677-EF18-DA4D-A202-D6C892BA4492}"/>
                </a:ext>
              </a:extLst>
            </p:cNvPr>
            <p:cNvSpPr>
              <a:spLocks noChangeArrowheads="1"/>
            </p:cNvSpPr>
            <p:nvPr/>
          </p:nvSpPr>
          <p:spPr bwMode="auto">
            <a:xfrm>
              <a:off x="3696" y="1117"/>
              <a:ext cx="1961"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9244" name="AutoShape 77">
            <a:extLst>
              <a:ext uri="{FF2B5EF4-FFF2-40B4-BE49-F238E27FC236}">
                <a16:creationId xmlns:a16="http://schemas.microsoft.com/office/drawing/2014/main" id="{18059688-9146-C645-B389-2E2544A6E75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45" name="Rectangle 79">
            <a:extLst>
              <a:ext uri="{FF2B5EF4-FFF2-40B4-BE49-F238E27FC236}">
                <a16:creationId xmlns:a16="http://schemas.microsoft.com/office/drawing/2014/main" id="{E6CFDC91-D273-4943-814E-C05A9913A55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9246" name="幻灯片编号占位符 1">
            <a:extLst>
              <a:ext uri="{FF2B5EF4-FFF2-40B4-BE49-F238E27FC236}">
                <a16:creationId xmlns:a16="http://schemas.microsoft.com/office/drawing/2014/main" id="{7F23F873-589B-AF49-8BF4-107B05035FF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1D9F9F-229A-4F4A-8396-8D7DC51240F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118871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31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1249" name="Rectangle 4">
            <a:extLst>
              <a:ext uri="{FF2B5EF4-FFF2-40B4-BE49-F238E27FC236}">
                <a16:creationId xmlns:a16="http://schemas.microsoft.com/office/drawing/2014/main" id="{23A0DB83-D473-8A47-8D6E-08B3E99725CC}"/>
              </a:ext>
            </a:extLst>
          </p:cNvPr>
          <p:cNvSpPr>
            <a:spLocks noChangeArrowheads="1"/>
          </p:cNvSpPr>
          <p:nvPr/>
        </p:nvSpPr>
        <p:spPr bwMode="auto">
          <a:xfrm>
            <a:off x="3217069" y="1679972"/>
            <a:ext cx="3623072" cy="347663"/>
          </a:xfrm>
          <a:prstGeom prst="rect">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0" name="Text Box 5">
            <a:extLst>
              <a:ext uri="{FF2B5EF4-FFF2-40B4-BE49-F238E27FC236}">
                <a16:creationId xmlns:a16="http://schemas.microsoft.com/office/drawing/2014/main" id="{B5D97881-20DF-5740-BAA7-B5EEFF42630C}"/>
              </a:ext>
            </a:extLst>
          </p:cNvPr>
          <p:cNvSpPr txBox="1">
            <a:spLocks noChangeArrowheads="1"/>
          </p:cNvSpPr>
          <p:nvPr/>
        </p:nvSpPr>
        <p:spPr bwMode="auto">
          <a:xfrm>
            <a:off x="1571625" y="4380310"/>
            <a:ext cx="150393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 = </a:t>
            </a:r>
            <a:r>
              <a:rPr kumimoji="1" lang="en-US" altLang="zh-CN" sz="1500">
                <a:solidFill>
                  <a:srgbClr val="C00000"/>
                </a:solidFill>
                <a:latin typeface="微软雅黑" panose="020B0503020204020204" pitchFamily="34" charset="-122"/>
                <a:ea typeface="宋体" panose="02010600030101010101" pitchFamily="2" charset="-122"/>
              </a:rPr>
              <a:t>0</a:t>
            </a:r>
          </a:p>
        </p:txBody>
      </p:sp>
      <p:sp>
        <p:nvSpPr>
          <p:cNvPr id="181251" name="Rectangle 6">
            <a:extLst>
              <a:ext uri="{FF2B5EF4-FFF2-40B4-BE49-F238E27FC236}">
                <a16:creationId xmlns:a16="http://schemas.microsoft.com/office/drawing/2014/main" id="{B4883A83-4093-A54A-B073-A69F33B62B35}"/>
              </a:ext>
            </a:extLst>
          </p:cNvPr>
          <p:cNvSpPr>
            <a:spLocks noChangeArrowheads="1"/>
          </p:cNvSpPr>
          <p:nvPr/>
        </p:nvSpPr>
        <p:spPr bwMode="auto">
          <a:xfrm>
            <a:off x="2558653" y="1679972"/>
            <a:ext cx="4281488" cy="34766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2" name="Line 7">
            <a:extLst>
              <a:ext uri="{FF2B5EF4-FFF2-40B4-BE49-F238E27FC236}">
                <a16:creationId xmlns:a16="http://schemas.microsoft.com/office/drawing/2014/main" id="{EDAD4E1D-E51F-2C46-9A53-33A39EC0996D}"/>
              </a:ext>
            </a:extLst>
          </p:cNvPr>
          <p:cNvSpPr>
            <a:spLocks noChangeShapeType="1"/>
          </p:cNvSpPr>
          <p:nvPr/>
        </p:nvSpPr>
        <p:spPr bwMode="auto">
          <a:xfrm>
            <a:off x="334922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3" name="Line 8">
            <a:extLst>
              <a:ext uri="{FF2B5EF4-FFF2-40B4-BE49-F238E27FC236}">
                <a16:creationId xmlns:a16="http://schemas.microsoft.com/office/drawing/2014/main" id="{C53014D8-BA0A-3944-BC6C-95662DBF885B}"/>
              </a:ext>
            </a:extLst>
          </p:cNvPr>
          <p:cNvSpPr>
            <a:spLocks noChangeShapeType="1"/>
          </p:cNvSpPr>
          <p:nvPr/>
        </p:nvSpPr>
        <p:spPr bwMode="auto">
          <a:xfrm>
            <a:off x="3481388"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4" name="Line 9">
            <a:extLst>
              <a:ext uri="{FF2B5EF4-FFF2-40B4-BE49-F238E27FC236}">
                <a16:creationId xmlns:a16="http://schemas.microsoft.com/office/drawing/2014/main" id="{405CBEBD-668C-0447-ACE1-7BF796A3B1C2}"/>
              </a:ext>
            </a:extLst>
          </p:cNvPr>
          <p:cNvSpPr>
            <a:spLocks noChangeShapeType="1"/>
          </p:cNvSpPr>
          <p:nvPr/>
        </p:nvSpPr>
        <p:spPr bwMode="auto">
          <a:xfrm>
            <a:off x="3613547"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5" name="Line 10">
            <a:extLst>
              <a:ext uri="{FF2B5EF4-FFF2-40B4-BE49-F238E27FC236}">
                <a16:creationId xmlns:a16="http://schemas.microsoft.com/office/drawing/2014/main" id="{3A88C3B9-039F-9441-8E6B-A333D8A3E2AE}"/>
              </a:ext>
            </a:extLst>
          </p:cNvPr>
          <p:cNvSpPr>
            <a:spLocks noChangeShapeType="1"/>
          </p:cNvSpPr>
          <p:nvPr/>
        </p:nvSpPr>
        <p:spPr bwMode="auto">
          <a:xfrm>
            <a:off x="670798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6" name="Rectangle 11">
            <a:extLst>
              <a:ext uri="{FF2B5EF4-FFF2-40B4-BE49-F238E27FC236}">
                <a16:creationId xmlns:a16="http://schemas.microsoft.com/office/drawing/2014/main" id="{9EFD7BAA-F6B2-F044-AD59-404982B67C57}"/>
              </a:ext>
            </a:extLst>
          </p:cNvPr>
          <p:cNvSpPr>
            <a:spLocks noChangeArrowheads="1"/>
          </p:cNvSpPr>
          <p:nvPr/>
        </p:nvSpPr>
        <p:spPr bwMode="auto">
          <a:xfrm>
            <a:off x="190142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7" name="Line 12">
            <a:extLst>
              <a:ext uri="{FF2B5EF4-FFF2-40B4-BE49-F238E27FC236}">
                <a16:creationId xmlns:a16="http://schemas.microsoft.com/office/drawing/2014/main" id="{70829E63-BD94-0D42-A8C3-400ED4C1DE71}"/>
              </a:ext>
            </a:extLst>
          </p:cNvPr>
          <p:cNvSpPr>
            <a:spLocks noChangeShapeType="1"/>
          </p:cNvSpPr>
          <p:nvPr/>
        </p:nvSpPr>
        <p:spPr bwMode="auto">
          <a:xfrm>
            <a:off x="203239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8" name="Line 13">
            <a:extLst>
              <a:ext uri="{FF2B5EF4-FFF2-40B4-BE49-F238E27FC236}">
                <a16:creationId xmlns:a16="http://schemas.microsoft.com/office/drawing/2014/main" id="{170C85EB-CC0F-1549-BACB-42EC87A527DA}"/>
              </a:ext>
            </a:extLst>
          </p:cNvPr>
          <p:cNvSpPr>
            <a:spLocks noChangeShapeType="1"/>
          </p:cNvSpPr>
          <p:nvPr/>
        </p:nvSpPr>
        <p:spPr bwMode="auto">
          <a:xfrm>
            <a:off x="216455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9" name="Line 14">
            <a:extLst>
              <a:ext uri="{FF2B5EF4-FFF2-40B4-BE49-F238E27FC236}">
                <a16:creationId xmlns:a16="http://schemas.microsoft.com/office/drawing/2014/main" id="{04D1C69A-9259-7546-A22B-E197422B28F1}"/>
              </a:ext>
            </a:extLst>
          </p:cNvPr>
          <p:cNvSpPr>
            <a:spLocks noChangeShapeType="1"/>
          </p:cNvSpPr>
          <p:nvPr/>
        </p:nvSpPr>
        <p:spPr bwMode="auto">
          <a:xfrm>
            <a:off x="22967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0" name="Line 15">
            <a:extLst>
              <a:ext uri="{FF2B5EF4-FFF2-40B4-BE49-F238E27FC236}">
                <a16:creationId xmlns:a16="http://schemas.microsoft.com/office/drawing/2014/main" id="{3883D8AA-3CAF-FA4E-B015-5B968DD913C1}"/>
              </a:ext>
            </a:extLst>
          </p:cNvPr>
          <p:cNvSpPr>
            <a:spLocks noChangeShapeType="1"/>
          </p:cNvSpPr>
          <p:nvPr/>
        </p:nvSpPr>
        <p:spPr bwMode="auto">
          <a:xfrm>
            <a:off x="308491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1" name="Text Box 16">
            <a:extLst>
              <a:ext uri="{FF2B5EF4-FFF2-40B4-BE49-F238E27FC236}">
                <a16:creationId xmlns:a16="http://schemas.microsoft.com/office/drawing/2014/main" id="{D55C81D3-D0DA-4F4A-BD14-16C9BE4E1C4F}"/>
              </a:ext>
            </a:extLst>
          </p:cNvPr>
          <p:cNvSpPr txBox="1">
            <a:spLocks noChangeArrowheads="1"/>
          </p:cNvSpPr>
          <p:nvPr/>
        </p:nvSpPr>
        <p:spPr bwMode="auto">
          <a:xfrm>
            <a:off x="6858000" y="1600201"/>
            <a:ext cx="1133644"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a:t>
            </a:r>
          </a:p>
          <a:p>
            <a:pPr eaLnBrk="1" hangingPunct="1">
              <a:lnSpc>
                <a:spcPct val="90000"/>
              </a:lnSpc>
              <a:spcBef>
                <a:spcPct val="0"/>
              </a:spcBef>
              <a:buClrTx/>
              <a:buSzTx/>
              <a:buFontTx/>
              <a:buNone/>
            </a:pPr>
            <a:r>
              <a:rPr kumimoji="1" lang="en-US" altLang="zh-CN" sz="1500">
                <a:latin typeface="微软雅黑" panose="020B0503020204020204" pitchFamily="34" charset="-122"/>
                <a:ea typeface="宋体" panose="02010600030101010101" pitchFamily="2" charset="-122"/>
              </a:rPr>
              <a:t>= 0</a:t>
            </a:r>
          </a:p>
        </p:txBody>
      </p:sp>
      <p:sp>
        <p:nvSpPr>
          <p:cNvPr id="181262" name="Text Box 17">
            <a:extLst>
              <a:ext uri="{FF2B5EF4-FFF2-40B4-BE49-F238E27FC236}">
                <a16:creationId xmlns:a16="http://schemas.microsoft.com/office/drawing/2014/main" id="{5D6AB116-D289-B745-B3A7-F64CB03098D8}"/>
              </a:ext>
            </a:extLst>
          </p:cNvPr>
          <p:cNvSpPr txBox="1">
            <a:spLocks noChangeArrowheads="1"/>
          </p:cNvSpPr>
          <p:nvPr/>
        </p:nvSpPr>
        <p:spPr bwMode="auto">
          <a:xfrm>
            <a:off x="3613548"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1400/8 = </a:t>
            </a:r>
            <a:r>
              <a:rPr kumimoji="1" lang="en-US" altLang="zh-CN" sz="1500">
                <a:solidFill>
                  <a:srgbClr val="C00000"/>
                </a:solidFill>
                <a:latin typeface="微软雅黑" panose="020B0503020204020204" pitchFamily="34" charset="-122"/>
                <a:ea typeface="宋体" panose="02010600030101010101" pitchFamily="2" charset="-122"/>
              </a:rPr>
              <a:t>175</a:t>
            </a:r>
          </a:p>
        </p:txBody>
      </p:sp>
      <p:sp>
        <p:nvSpPr>
          <p:cNvPr id="181263" name="Text Box 18">
            <a:extLst>
              <a:ext uri="{FF2B5EF4-FFF2-40B4-BE49-F238E27FC236}">
                <a16:creationId xmlns:a16="http://schemas.microsoft.com/office/drawing/2014/main" id="{DF1AAE08-123C-8545-80AB-F4AE41B3551A}"/>
              </a:ext>
            </a:extLst>
          </p:cNvPr>
          <p:cNvSpPr txBox="1">
            <a:spLocks noChangeArrowheads="1"/>
          </p:cNvSpPr>
          <p:nvPr/>
        </p:nvSpPr>
        <p:spPr bwMode="auto">
          <a:xfrm>
            <a:off x="5916216"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2800/8 = </a:t>
            </a:r>
            <a:r>
              <a:rPr kumimoji="1" lang="en-US" altLang="zh-CN" sz="1500">
                <a:solidFill>
                  <a:srgbClr val="C00000"/>
                </a:solidFill>
                <a:latin typeface="微软雅黑" panose="020B0503020204020204" pitchFamily="34" charset="-122"/>
                <a:ea typeface="宋体" panose="02010600030101010101" pitchFamily="2" charset="-122"/>
              </a:rPr>
              <a:t>350</a:t>
            </a:r>
          </a:p>
        </p:txBody>
      </p:sp>
      <p:sp>
        <p:nvSpPr>
          <p:cNvPr id="181264" name="Line 19">
            <a:extLst>
              <a:ext uri="{FF2B5EF4-FFF2-40B4-BE49-F238E27FC236}">
                <a16:creationId xmlns:a16="http://schemas.microsoft.com/office/drawing/2014/main" id="{89C7E2DB-218C-8246-A560-3DF9A3101A18}"/>
              </a:ext>
            </a:extLst>
          </p:cNvPr>
          <p:cNvSpPr>
            <a:spLocks noChangeShapeType="1"/>
          </p:cNvSpPr>
          <p:nvPr/>
        </p:nvSpPr>
        <p:spPr bwMode="auto">
          <a:xfrm flipV="1">
            <a:off x="6762750"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5" name="Line 20">
            <a:extLst>
              <a:ext uri="{FF2B5EF4-FFF2-40B4-BE49-F238E27FC236}">
                <a16:creationId xmlns:a16="http://schemas.microsoft.com/office/drawing/2014/main" id="{F06EF568-F45B-6D46-AF60-2A31BBFFE1B6}"/>
              </a:ext>
            </a:extLst>
          </p:cNvPr>
          <p:cNvSpPr>
            <a:spLocks noChangeShapeType="1"/>
          </p:cNvSpPr>
          <p:nvPr/>
        </p:nvSpPr>
        <p:spPr bwMode="auto">
          <a:xfrm flipV="1">
            <a:off x="3280172"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6" name="Line 21">
            <a:extLst>
              <a:ext uri="{FF2B5EF4-FFF2-40B4-BE49-F238E27FC236}">
                <a16:creationId xmlns:a16="http://schemas.microsoft.com/office/drawing/2014/main" id="{391773D4-8CB7-8840-8869-ED77EE90DFF2}"/>
              </a:ext>
            </a:extLst>
          </p:cNvPr>
          <p:cNvSpPr>
            <a:spLocks noChangeShapeType="1"/>
          </p:cNvSpPr>
          <p:nvPr/>
        </p:nvSpPr>
        <p:spPr bwMode="auto">
          <a:xfrm flipV="1">
            <a:off x="315158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7" name="Line 22">
            <a:extLst>
              <a:ext uri="{FF2B5EF4-FFF2-40B4-BE49-F238E27FC236}">
                <a16:creationId xmlns:a16="http://schemas.microsoft.com/office/drawing/2014/main" id="{63926F4C-1C56-614E-AF90-FE829975DE88}"/>
              </a:ext>
            </a:extLst>
          </p:cNvPr>
          <p:cNvSpPr>
            <a:spLocks noChangeShapeType="1"/>
          </p:cNvSpPr>
          <p:nvPr/>
        </p:nvSpPr>
        <p:spPr bwMode="auto">
          <a:xfrm flipV="1">
            <a:off x="4270772"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8" name="Line 23">
            <a:extLst>
              <a:ext uri="{FF2B5EF4-FFF2-40B4-BE49-F238E27FC236}">
                <a16:creationId xmlns:a16="http://schemas.microsoft.com/office/drawing/2014/main" id="{3D71E1EE-6C69-DA4F-AEB9-2C70FA6179F8}"/>
              </a:ext>
            </a:extLst>
          </p:cNvPr>
          <p:cNvSpPr>
            <a:spLocks noChangeShapeType="1"/>
          </p:cNvSpPr>
          <p:nvPr/>
        </p:nvSpPr>
        <p:spPr bwMode="auto">
          <a:xfrm flipV="1">
            <a:off x="545663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9" name="Line 24">
            <a:extLst>
              <a:ext uri="{FF2B5EF4-FFF2-40B4-BE49-F238E27FC236}">
                <a16:creationId xmlns:a16="http://schemas.microsoft.com/office/drawing/2014/main" id="{81D01025-5821-D143-8E98-DADFD06E19FA}"/>
              </a:ext>
            </a:extLst>
          </p:cNvPr>
          <p:cNvSpPr>
            <a:spLocks noChangeShapeType="1"/>
          </p:cNvSpPr>
          <p:nvPr/>
        </p:nvSpPr>
        <p:spPr bwMode="auto">
          <a:xfrm flipV="1">
            <a:off x="663059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0" name="Line 25">
            <a:extLst>
              <a:ext uri="{FF2B5EF4-FFF2-40B4-BE49-F238E27FC236}">
                <a16:creationId xmlns:a16="http://schemas.microsoft.com/office/drawing/2014/main" id="{3CC84A03-B142-694D-8774-A5E57CA87B80}"/>
              </a:ext>
            </a:extLst>
          </p:cNvPr>
          <p:cNvSpPr>
            <a:spLocks noChangeShapeType="1"/>
          </p:cNvSpPr>
          <p:nvPr/>
        </p:nvSpPr>
        <p:spPr bwMode="auto">
          <a:xfrm flipV="1">
            <a:off x="7498556"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1" name="Text Box 26">
            <a:extLst>
              <a:ext uri="{FF2B5EF4-FFF2-40B4-BE49-F238E27FC236}">
                <a16:creationId xmlns:a16="http://schemas.microsoft.com/office/drawing/2014/main" id="{6276A23D-3C2E-3E42-B030-42D8B7CBFA14}"/>
              </a:ext>
            </a:extLst>
          </p:cNvPr>
          <p:cNvSpPr txBox="1">
            <a:spLocks noChangeArrowheads="1"/>
          </p:cNvSpPr>
          <p:nvPr/>
        </p:nvSpPr>
        <p:spPr bwMode="auto">
          <a:xfrm>
            <a:off x="3980260"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272" name="Text Box 27">
            <a:extLst>
              <a:ext uri="{FF2B5EF4-FFF2-40B4-BE49-F238E27FC236}">
                <a16:creationId xmlns:a16="http://schemas.microsoft.com/office/drawing/2014/main" id="{94981165-FF25-D647-96FE-076B54D72EBB}"/>
              </a:ext>
            </a:extLst>
          </p:cNvPr>
          <p:cNvSpPr txBox="1">
            <a:spLocks noChangeArrowheads="1"/>
          </p:cNvSpPr>
          <p:nvPr/>
        </p:nvSpPr>
        <p:spPr bwMode="auto">
          <a:xfrm>
            <a:off x="6350794"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273" name="Text Box 28">
            <a:extLst>
              <a:ext uri="{FF2B5EF4-FFF2-40B4-BE49-F238E27FC236}">
                <a16:creationId xmlns:a16="http://schemas.microsoft.com/office/drawing/2014/main" id="{332C908A-A027-0447-8270-3E828459313B}"/>
              </a:ext>
            </a:extLst>
          </p:cNvPr>
          <p:cNvSpPr txBox="1">
            <a:spLocks noChangeArrowheads="1"/>
          </p:cNvSpPr>
          <p:nvPr/>
        </p:nvSpPr>
        <p:spPr bwMode="auto">
          <a:xfrm>
            <a:off x="7208044"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4" name="Text Box 29">
            <a:extLst>
              <a:ext uri="{FF2B5EF4-FFF2-40B4-BE49-F238E27FC236}">
                <a16:creationId xmlns:a16="http://schemas.microsoft.com/office/drawing/2014/main" id="{F3B8FB3D-9863-CB4E-92A6-DABE5E301381}"/>
              </a:ext>
            </a:extLst>
          </p:cNvPr>
          <p:cNvSpPr txBox="1">
            <a:spLocks noChangeArrowheads="1"/>
          </p:cNvSpPr>
          <p:nvPr/>
        </p:nvSpPr>
        <p:spPr bwMode="auto">
          <a:xfrm>
            <a:off x="5163742"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2799</a:t>
            </a:r>
          </a:p>
        </p:txBody>
      </p:sp>
      <p:sp>
        <p:nvSpPr>
          <p:cNvPr id="181275" name="Text Box 30">
            <a:extLst>
              <a:ext uri="{FF2B5EF4-FFF2-40B4-BE49-F238E27FC236}">
                <a16:creationId xmlns:a16="http://schemas.microsoft.com/office/drawing/2014/main" id="{081B538F-E01E-CC4B-88B6-BC4DBD1568E8}"/>
              </a:ext>
            </a:extLst>
          </p:cNvPr>
          <p:cNvSpPr txBox="1">
            <a:spLocks noChangeArrowheads="1"/>
          </p:cNvSpPr>
          <p:nvPr/>
        </p:nvSpPr>
        <p:spPr bwMode="auto">
          <a:xfrm>
            <a:off x="2861073"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1399</a:t>
            </a:r>
          </a:p>
        </p:txBody>
      </p:sp>
      <p:sp>
        <p:nvSpPr>
          <p:cNvPr id="181276" name="Text Box 31">
            <a:extLst>
              <a:ext uri="{FF2B5EF4-FFF2-40B4-BE49-F238E27FC236}">
                <a16:creationId xmlns:a16="http://schemas.microsoft.com/office/drawing/2014/main" id="{983473D5-C691-1F42-BE38-487B120B2930}"/>
              </a:ext>
            </a:extLst>
          </p:cNvPr>
          <p:cNvSpPr txBox="1">
            <a:spLocks noChangeArrowheads="1"/>
          </p:cNvSpPr>
          <p:nvPr/>
        </p:nvSpPr>
        <p:spPr bwMode="auto">
          <a:xfrm>
            <a:off x="6482954" y="2218135"/>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7" name="Text Box 32">
            <a:extLst>
              <a:ext uri="{FF2B5EF4-FFF2-40B4-BE49-F238E27FC236}">
                <a16:creationId xmlns:a16="http://schemas.microsoft.com/office/drawing/2014/main" id="{F784BFF5-7145-A44C-8991-4D9DE3B24371}"/>
              </a:ext>
            </a:extLst>
          </p:cNvPr>
          <p:cNvSpPr txBox="1">
            <a:spLocks noChangeArrowheads="1"/>
          </p:cNvSpPr>
          <p:nvPr/>
        </p:nvSpPr>
        <p:spPr bwMode="auto">
          <a:xfrm>
            <a:off x="1538676" y="1545431"/>
            <a:ext cx="9541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需分片的</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a:t>
            </a:r>
          </a:p>
        </p:txBody>
      </p:sp>
      <p:sp>
        <p:nvSpPr>
          <p:cNvPr id="181278" name="Rectangle 76">
            <a:extLst>
              <a:ext uri="{FF2B5EF4-FFF2-40B4-BE49-F238E27FC236}">
                <a16:creationId xmlns:a16="http://schemas.microsoft.com/office/drawing/2014/main" id="{63A511F9-0D73-5449-B1A0-08790DF4E8AA}"/>
              </a:ext>
            </a:extLst>
          </p:cNvPr>
          <p:cNvSpPr>
            <a:spLocks noChangeArrowheads="1"/>
          </p:cNvSpPr>
          <p:nvPr/>
        </p:nvSpPr>
        <p:spPr bwMode="auto">
          <a:xfrm>
            <a:off x="2574132" y="1693069"/>
            <a:ext cx="640556" cy="30599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79" name="Text Box 33">
            <a:extLst>
              <a:ext uri="{FF2B5EF4-FFF2-40B4-BE49-F238E27FC236}">
                <a16:creationId xmlns:a16="http://schemas.microsoft.com/office/drawing/2014/main" id="{6246D17D-21A5-4B43-896B-061A8DACC3C6}"/>
              </a:ext>
            </a:extLst>
          </p:cNvPr>
          <p:cNvSpPr txBox="1">
            <a:spLocks noChangeArrowheads="1"/>
          </p:cNvSpPr>
          <p:nvPr/>
        </p:nvSpPr>
        <p:spPr bwMode="auto">
          <a:xfrm>
            <a:off x="1769269" y="4046935"/>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1</a:t>
            </a:r>
          </a:p>
        </p:txBody>
      </p:sp>
      <p:sp>
        <p:nvSpPr>
          <p:cNvPr id="181280" name="Text Box 34">
            <a:extLst>
              <a:ext uri="{FF2B5EF4-FFF2-40B4-BE49-F238E27FC236}">
                <a16:creationId xmlns:a16="http://schemas.microsoft.com/office/drawing/2014/main" id="{4B97F47A-19AF-B346-9A4C-C4033B567915}"/>
              </a:ext>
            </a:extLst>
          </p:cNvPr>
          <p:cNvSpPr txBox="1">
            <a:spLocks noChangeArrowheads="1"/>
          </p:cNvSpPr>
          <p:nvPr/>
        </p:nvSpPr>
        <p:spPr bwMode="auto">
          <a:xfrm>
            <a:off x="2627710" y="170735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1281" name="Line 35">
            <a:extLst>
              <a:ext uri="{FF2B5EF4-FFF2-40B4-BE49-F238E27FC236}">
                <a16:creationId xmlns:a16="http://schemas.microsoft.com/office/drawing/2014/main" id="{10148658-B977-174B-AA10-03232953B778}"/>
              </a:ext>
            </a:extLst>
          </p:cNvPr>
          <p:cNvSpPr>
            <a:spLocks noChangeShapeType="1"/>
          </p:cNvSpPr>
          <p:nvPr/>
        </p:nvSpPr>
        <p:spPr bwMode="auto">
          <a:xfrm>
            <a:off x="321706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2" name="Rectangle 36">
            <a:extLst>
              <a:ext uri="{FF2B5EF4-FFF2-40B4-BE49-F238E27FC236}">
                <a16:creationId xmlns:a16="http://schemas.microsoft.com/office/drawing/2014/main" id="{7D029F82-2361-BA43-B2BF-12F1FA1CECCE}"/>
              </a:ext>
            </a:extLst>
          </p:cNvPr>
          <p:cNvSpPr>
            <a:spLocks noChangeArrowheads="1"/>
          </p:cNvSpPr>
          <p:nvPr/>
        </p:nvSpPr>
        <p:spPr bwMode="auto">
          <a:xfrm>
            <a:off x="124301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3" name="Line 37">
            <a:extLst>
              <a:ext uri="{FF2B5EF4-FFF2-40B4-BE49-F238E27FC236}">
                <a16:creationId xmlns:a16="http://schemas.microsoft.com/office/drawing/2014/main" id="{6F6EECA7-EAC2-6F4D-AD82-C3DAB7630E92}"/>
              </a:ext>
            </a:extLst>
          </p:cNvPr>
          <p:cNvSpPr>
            <a:spLocks noChangeShapeType="1"/>
          </p:cNvSpPr>
          <p:nvPr/>
        </p:nvSpPr>
        <p:spPr bwMode="auto">
          <a:xfrm>
            <a:off x="45350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4" name="Line 38">
            <a:extLst>
              <a:ext uri="{FF2B5EF4-FFF2-40B4-BE49-F238E27FC236}">
                <a16:creationId xmlns:a16="http://schemas.microsoft.com/office/drawing/2014/main" id="{62150A49-67D6-044D-8B46-6B3A94DB0A4C}"/>
              </a:ext>
            </a:extLst>
          </p:cNvPr>
          <p:cNvSpPr>
            <a:spLocks noChangeShapeType="1"/>
          </p:cNvSpPr>
          <p:nvPr/>
        </p:nvSpPr>
        <p:spPr bwMode="auto">
          <a:xfrm>
            <a:off x="5851922"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5" name="Line 39">
            <a:extLst>
              <a:ext uri="{FF2B5EF4-FFF2-40B4-BE49-F238E27FC236}">
                <a16:creationId xmlns:a16="http://schemas.microsoft.com/office/drawing/2014/main" id="{527C146A-51DD-8349-A814-F59C48EE6CBC}"/>
              </a:ext>
            </a:extLst>
          </p:cNvPr>
          <p:cNvSpPr>
            <a:spLocks noChangeShapeType="1"/>
          </p:cNvSpPr>
          <p:nvPr/>
        </p:nvSpPr>
        <p:spPr bwMode="auto">
          <a:xfrm flipV="1">
            <a:off x="1901429" y="2027635"/>
            <a:ext cx="131564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6" name="Line 40">
            <a:extLst>
              <a:ext uri="{FF2B5EF4-FFF2-40B4-BE49-F238E27FC236}">
                <a16:creationId xmlns:a16="http://schemas.microsoft.com/office/drawing/2014/main" id="{D43E0BF5-8DCD-914F-9FFF-BA24F7731CC9}"/>
              </a:ext>
            </a:extLst>
          </p:cNvPr>
          <p:cNvSpPr>
            <a:spLocks noChangeShapeType="1"/>
          </p:cNvSpPr>
          <p:nvPr/>
        </p:nvSpPr>
        <p:spPr bwMode="auto">
          <a:xfrm flipV="1">
            <a:off x="3217069" y="2027635"/>
            <a:ext cx="1318022"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7" name="Rectangle 41">
            <a:extLst>
              <a:ext uri="{FF2B5EF4-FFF2-40B4-BE49-F238E27FC236}">
                <a16:creationId xmlns:a16="http://schemas.microsoft.com/office/drawing/2014/main" id="{FCE57B2D-5BA6-854F-8A3E-978CCF136E45}"/>
              </a:ext>
            </a:extLst>
          </p:cNvPr>
          <p:cNvSpPr>
            <a:spLocks noChangeArrowheads="1"/>
          </p:cNvSpPr>
          <p:nvPr/>
        </p:nvSpPr>
        <p:spPr bwMode="auto">
          <a:xfrm>
            <a:off x="420647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8" name="Line 42">
            <a:extLst>
              <a:ext uri="{FF2B5EF4-FFF2-40B4-BE49-F238E27FC236}">
                <a16:creationId xmlns:a16="http://schemas.microsoft.com/office/drawing/2014/main" id="{59E65507-AABE-354D-B52B-E35340C184E6}"/>
              </a:ext>
            </a:extLst>
          </p:cNvPr>
          <p:cNvSpPr>
            <a:spLocks noChangeShapeType="1"/>
          </p:cNvSpPr>
          <p:nvPr/>
        </p:nvSpPr>
        <p:spPr bwMode="auto">
          <a:xfrm>
            <a:off x="433744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9" name="Line 43">
            <a:extLst>
              <a:ext uri="{FF2B5EF4-FFF2-40B4-BE49-F238E27FC236}">
                <a16:creationId xmlns:a16="http://schemas.microsoft.com/office/drawing/2014/main" id="{B0909581-7080-1144-B681-886D154929F7}"/>
              </a:ext>
            </a:extLst>
          </p:cNvPr>
          <p:cNvSpPr>
            <a:spLocks noChangeShapeType="1"/>
          </p:cNvSpPr>
          <p:nvPr/>
        </p:nvSpPr>
        <p:spPr bwMode="auto">
          <a:xfrm>
            <a:off x="44684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0" name="Line 44">
            <a:extLst>
              <a:ext uri="{FF2B5EF4-FFF2-40B4-BE49-F238E27FC236}">
                <a16:creationId xmlns:a16="http://schemas.microsoft.com/office/drawing/2014/main" id="{3A5D375D-EACB-8348-8BE4-91B4E2DB28B1}"/>
              </a:ext>
            </a:extLst>
          </p:cNvPr>
          <p:cNvSpPr>
            <a:spLocks noChangeShapeType="1"/>
          </p:cNvSpPr>
          <p:nvPr/>
        </p:nvSpPr>
        <p:spPr bwMode="auto">
          <a:xfrm>
            <a:off x="4600575"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1" name="Line 45">
            <a:extLst>
              <a:ext uri="{FF2B5EF4-FFF2-40B4-BE49-F238E27FC236}">
                <a16:creationId xmlns:a16="http://schemas.microsoft.com/office/drawing/2014/main" id="{6F44F841-4DCB-BA43-98C4-6689AC86D35F}"/>
              </a:ext>
            </a:extLst>
          </p:cNvPr>
          <p:cNvSpPr>
            <a:spLocks noChangeShapeType="1"/>
          </p:cNvSpPr>
          <p:nvPr/>
        </p:nvSpPr>
        <p:spPr bwMode="auto">
          <a:xfrm>
            <a:off x="538996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2" name="Rectangle 46">
            <a:extLst>
              <a:ext uri="{FF2B5EF4-FFF2-40B4-BE49-F238E27FC236}">
                <a16:creationId xmlns:a16="http://schemas.microsoft.com/office/drawing/2014/main" id="{401E9B78-59FB-E240-82B3-D332B7A2F5FA}"/>
              </a:ext>
            </a:extLst>
          </p:cNvPr>
          <p:cNvSpPr>
            <a:spLocks noChangeArrowheads="1"/>
          </p:cNvSpPr>
          <p:nvPr/>
        </p:nvSpPr>
        <p:spPr bwMode="auto">
          <a:xfrm>
            <a:off x="354806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3" name="Line 47">
            <a:extLst>
              <a:ext uri="{FF2B5EF4-FFF2-40B4-BE49-F238E27FC236}">
                <a16:creationId xmlns:a16="http://schemas.microsoft.com/office/drawing/2014/main" id="{EF6FAE23-19F3-3945-83A0-E563EBD64F6E}"/>
              </a:ext>
            </a:extLst>
          </p:cNvPr>
          <p:cNvSpPr>
            <a:spLocks noChangeShapeType="1"/>
          </p:cNvSpPr>
          <p:nvPr/>
        </p:nvSpPr>
        <p:spPr bwMode="auto">
          <a:xfrm flipV="1">
            <a:off x="4206478" y="2027635"/>
            <a:ext cx="328613"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4" name="Line 48">
            <a:extLst>
              <a:ext uri="{FF2B5EF4-FFF2-40B4-BE49-F238E27FC236}">
                <a16:creationId xmlns:a16="http://schemas.microsoft.com/office/drawing/2014/main" id="{33F7C4C8-9A65-9146-B82C-DEC5147E3020}"/>
              </a:ext>
            </a:extLst>
          </p:cNvPr>
          <p:cNvSpPr>
            <a:spLocks noChangeShapeType="1"/>
          </p:cNvSpPr>
          <p:nvPr/>
        </p:nvSpPr>
        <p:spPr bwMode="auto">
          <a:xfrm flipV="1">
            <a:off x="5522119" y="2027635"/>
            <a:ext cx="329804"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5" name="Rectangle 49">
            <a:extLst>
              <a:ext uri="{FF2B5EF4-FFF2-40B4-BE49-F238E27FC236}">
                <a16:creationId xmlns:a16="http://schemas.microsoft.com/office/drawing/2014/main" id="{134D2E8F-DF03-E146-8E4A-C32F11FEFC20}"/>
              </a:ext>
            </a:extLst>
          </p:cNvPr>
          <p:cNvSpPr>
            <a:spLocks noChangeArrowheads="1"/>
          </p:cNvSpPr>
          <p:nvPr/>
        </p:nvSpPr>
        <p:spPr bwMode="auto">
          <a:xfrm>
            <a:off x="6575823" y="3144441"/>
            <a:ext cx="988219"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6" name="Line 50">
            <a:extLst>
              <a:ext uri="{FF2B5EF4-FFF2-40B4-BE49-F238E27FC236}">
                <a16:creationId xmlns:a16="http://schemas.microsoft.com/office/drawing/2014/main" id="{84E696FF-CAB1-444C-A780-F59F3ACE1595}"/>
              </a:ext>
            </a:extLst>
          </p:cNvPr>
          <p:cNvSpPr>
            <a:spLocks noChangeShapeType="1"/>
          </p:cNvSpPr>
          <p:nvPr/>
        </p:nvSpPr>
        <p:spPr bwMode="auto">
          <a:xfrm>
            <a:off x="670798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7" name="Line 51">
            <a:extLst>
              <a:ext uri="{FF2B5EF4-FFF2-40B4-BE49-F238E27FC236}">
                <a16:creationId xmlns:a16="http://schemas.microsoft.com/office/drawing/2014/main" id="{F8D00F0E-FFC1-6345-B7EA-CB1339294E1B}"/>
              </a:ext>
            </a:extLst>
          </p:cNvPr>
          <p:cNvSpPr>
            <a:spLocks noChangeShapeType="1"/>
          </p:cNvSpPr>
          <p:nvPr/>
        </p:nvSpPr>
        <p:spPr bwMode="auto">
          <a:xfrm>
            <a:off x="684014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8" name="Line 52">
            <a:extLst>
              <a:ext uri="{FF2B5EF4-FFF2-40B4-BE49-F238E27FC236}">
                <a16:creationId xmlns:a16="http://schemas.microsoft.com/office/drawing/2014/main" id="{778D696D-0D9F-B744-9F6E-DC44E5C9C442}"/>
              </a:ext>
            </a:extLst>
          </p:cNvPr>
          <p:cNvSpPr>
            <a:spLocks noChangeShapeType="1"/>
          </p:cNvSpPr>
          <p:nvPr/>
        </p:nvSpPr>
        <p:spPr bwMode="auto">
          <a:xfrm>
            <a:off x="697230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9" name="Line 53">
            <a:extLst>
              <a:ext uri="{FF2B5EF4-FFF2-40B4-BE49-F238E27FC236}">
                <a16:creationId xmlns:a16="http://schemas.microsoft.com/office/drawing/2014/main" id="{8C55DD4F-5CC4-414B-902A-6BF5A23C1696}"/>
              </a:ext>
            </a:extLst>
          </p:cNvPr>
          <p:cNvSpPr>
            <a:spLocks noChangeShapeType="1"/>
          </p:cNvSpPr>
          <p:nvPr/>
        </p:nvSpPr>
        <p:spPr bwMode="auto">
          <a:xfrm>
            <a:off x="7433072"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00" name="Rectangle 54">
            <a:extLst>
              <a:ext uri="{FF2B5EF4-FFF2-40B4-BE49-F238E27FC236}">
                <a16:creationId xmlns:a16="http://schemas.microsoft.com/office/drawing/2014/main" id="{5407A8DA-005B-EC44-97AC-73F50D59532B}"/>
              </a:ext>
            </a:extLst>
          </p:cNvPr>
          <p:cNvSpPr>
            <a:spLocks noChangeArrowheads="1"/>
          </p:cNvSpPr>
          <p:nvPr/>
        </p:nvSpPr>
        <p:spPr bwMode="auto">
          <a:xfrm>
            <a:off x="5918597" y="3144441"/>
            <a:ext cx="657225"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301" name="Line 55">
            <a:extLst>
              <a:ext uri="{FF2B5EF4-FFF2-40B4-BE49-F238E27FC236}">
                <a16:creationId xmlns:a16="http://schemas.microsoft.com/office/drawing/2014/main" id="{764DC1A0-833A-7046-BE1E-DB2836BF3E5B}"/>
              </a:ext>
            </a:extLst>
          </p:cNvPr>
          <p:cNvSpPr>
            <a:spLocks noChangeShapeType="1"/>
          </p:cNvSpPr>
          <p:nvPr/>
        </p:nvSpPr>
        <p:spPr bwMode="auto">
          <a:xfrm flipH="1" flipV="1">
            <a:off x="6840141"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2" name="Line 56">
            <a:extLst>
              <a:ext uri="{FF2B5EF4-FFF2-40B4-BE49-F238E27FC236}">
                <a16:creationId xmlns:a16="http://schemas.microsoft.com/office/drawing/2014/main" id="{823CECC6-1F3D-9F4C-BBAC-9D23EF4DFCE1}"/>
              </a:ext>
            </a:extLst>
          </p:cNvPr>
          <p:cNvSpPr>
            <a:spLocks noChangeShapeType="1"/>
          </p:cNvSpPr>
          <p:nvPr/>
        </p:nvSpPr>
        <p:spPr bwMode="auto">
          <a:xfrm flipH="1" flipV="1">
            <a:off x="5851922"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3" name="Line 57">
            <a:extLst>
              <a:ext uri="{FF2B5EF4-FFF2-40B4-BE49-F238E27FC236}">
                <a16:creationId xmlns:a16="http://schemas.microsoft.com/office/drawing/2014/main" id="{26BB39D7-FBAB-C64A-A8F7-D237AB7FD0F7}"/>
              </a:ext>
            </a:extLst>
          </p:cNvPr>
          <p:cNvSpPr>
            <a:spLocks noChangeShapeType="1"/>
          </p:cNvSpPr>
          <p:nvPr/>
        </p:nvSpPr>
        <p:spPr bwMode="auto">
          <a:xfrm>
            <a:off x="3205163" y="1510904"/>
            <a:ext cx="3621881"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4" name="Text Box 58">
            <a:extLst>
              <a:ext uri="{FF2B5EF4-FFF2-40B4-BE49-F238E27FC236}">
                <a16:creationId xmlns:a16="http://schemas.microsoft.com/office/drawing/2014/main" id="{E8A67DE9-2867-F341-8D58-836D5EA29CE3}"/>
              </a:ext>
            </a:extLst>
          </p:cNvPr>
          <p:cNvSpPr txBox="1">
            <a:spLocks noChangeArrowheads="1"/>
          </p:cNvSpPr>
          <p:nvPr/>
        </p:nvSpPr>
        <p:spPr bwMode="auto">
          <a:xfrm>
            <a:off x="3877866" y="1356123"/>
            <a:ext cx="209544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数据部分共 </a:t>
            </a:r>
            <a:r>
              <a:rPr kumimoji="1" lang="en-US" altLang="zh-CN" sz="1500">
                <a:latin typeface="微软雅黑" panose="020B0503020204020204" pitchFamily="34" charset="-122"/>
                <a:ea typeface="宋体" panose="02010600030101010101" pitchFamily="2" charset="-122"/>
              </a:rPr>
              <a:t>3800 </a:t>
            </a:r>
            <a:r>
              <a:rPr kumimoji="1" lang="zh-CN" altLang="en-US" sz="1500">
                <a:latin typeface="微软雅黑" panose="020B0503020204020204" pitchFamily="34" charset="-122"/>
                <a:ea typeface="宋体" panose="02010600030101010101" pitchFamily="2" charset="-122"/>
              </a:rPr>
              <a:t>字节</a:t>
            </a:r>
          </a:p>
        </p:txBody>
      </p:sp>
      <p:sp>
        <p:nvSpPr>
          <p:cNvPr id="181305" name="Text Box 59">
            <a:extLst>
              <a:ext uri="{FF2B5EF4-FFF2-40B4-BE49-F238E27FC236}">
                <a16:creationId xmlns:a16="http://schemas.microsoft.com/office/drawing/2014/main" id="{3F5E1CF2-B38C-5F4A-B388-D165800CF54C}"/>
              </a:ext>
            </a:extLst>
          </p:cNvPr>
          <p:cNvSpPr txBox="1">
            <a:spLocks noChangeArrowheads="1"/>
          </p:cNvSpPr>
          <p:nvPr/>
        </p:nvSpPr>
        <p:spPr bwMode="auto">
          <a:xfrm>
            <a:off x="1243013"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1</a:t>
            </a:r>
          </a:p>
        </p:txBody>
      </p:sp>
      <p:sp>
        <p:nvSpPr>
          <p:cNvPr id="181306" name="Text Box 60">
            <a:extLst>
              <a:ext uri="{FF2B5EF4-FFF2-40B4-BE49-F238E27FC236}">
                <a16:creationId xmlns:a16="http://schemas.microsoft.com/office/drawing/2014/main" id="{72224E06-7AD0-0C45-A930-E21D4FD8B46E}"/>
              </a:ext>
            </a:extLst>
          </p:cNvPr>
          <p:cNvSpPr txBox="1">
            <a:spLocks noChangeArrowheads="1"/>
          </p:cNvSpPr>
          <p:nvPr/>
        </p:nvSpPr>
        <p:spPr bwMode="auto">
          <a:xfrm>
            <a:off x="3525441"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2</a:t>
            </a:r>
          </a:p>
        </p:txBody>
      </p:sp>
      <p:sp>
        <p:nvSpPr>
          <p:cNvPr id="181307" name="Text Box 61">
            <a:extLst>
              <a:ext uri="{FF2B5EF4-FFF2-40B4-BE49-F238E27FC236}">
                <a16:creationId xmlns:a16="http://schemas.microsoft.com/office/drawing/2014/main" id="{D690AFBF-CD9F-6343-8B53-5BE9EA1D698B}"/>
              </a:ext>
            </a:extLst>
          </p:cNvPr>
          <p:cNvSpPr txBox="1">
            <a:spLocks noChangeArrowheads="1"/>
          </p:cNvSpPr>
          <p:nvPr/>
        </p:nvSpPr>
        <p:spPr bwMode="auto">
          <a:xfrm>
            <a:off x="5895975"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3</a:t>
            </a:r>
          </a:p>
        </p:txBody>
      </p:sp>
      <p:sp>
        <p:nvSpPr>
          <p:cNvPr id="181308" name="Line 62">
            <a:extLst>
              <a:ext uri="{FF2B5EF4-FFF2-40B4-BE49-F238E27FC236}">
                <a16:creationId xmlns:a16="http://schemas.microsoft.com/office/drawing/2014/main" id="{CD573E68-6FC5-4247-B110-4AC5C106714A}"/>
              </a:ext>
            </a:extLst>
          </p:cNvPr>
          <p:cNvSpPr>
            <a:spLocks noChangeShapeType="1"/>
          </p:cNvSpPr>
          <p:nvPr/>
        </p:nvSpPr>
        <p:spPr bwMode="auto">
          <a:xfrm flipV="1">
            <a:off x="196334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9" name="Text Box 63">
            <a:extLst>
              <a:ext uri="{FF2B5EF4-FFF2-40B4-BE49-F238E27FC236}">
                <a16:creationId xmlns:a16="http://schemas.microsoft.com/office/drawing/2014/main" id="{DFBA37FB-EDA4-9449-A890-621587152489}"/>
              </a:ext>
            </a:extLst>
          </p:cNvPr>
          <p:cNvSpPr txBox="1">
            <a:spLocks noChangeArrowheads="1"/>
          </p:cNvSpPr>
          <p:nvPr/>
        </p:nvSpPr>
        <p:spPr bwMode="auto">
          <a:xfrm>
            <a:off x="1395413" y="3712369"/>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181310" name="Text Box 64">
            <a:extLst>
              <a:ext uri="{FF2B5EF4-FFF2-40B4-BE49-F238E27FC236}">
                <a16:creationId xmlns:a16="http://schemas.microsoft.com/office/drawing/2014/main" id="{2EBA8A04-6C68-A845-BEC1-EBADE1B9DD35}"/>
              </a:ext>
            </a:extLst>
          </p:cNvPr>
          <p:cNvSpPr txBox="1">
            <a:spLocks noChangeArrowheads="1"/>
          </p:cNvSpPr>
          <p:nvPr/>
        </p:nvSpPr>
        <p:spPr bwMode="auto">
          <a:xfrm>
            <a:off x="4029075"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2</a:t>
            </a:r>
          </a:p>
        </p:txBody>
      </p:sp>
      <p:sp>
        <p:nvSpPr>
          <p:cNvPr id="181311" name="Text Box 65">
            <a:extLst>
              <a:ext uri="{FF2B5EF4-FFF2-40B4-BE49-F238E27FC236}">
                <a16:creationId xmlns:a16="http://schemas.microsoft.com/office/drawing/2014/main" id="{A45D0687-7837-8149-9AB9-9315D93900A3}"/>
              </a:ext>
            </a:extLst>
          </p:cNvPr>
          <p:cNvSpPr txBox="1">
            <a:spLocks noChangeArrowheads="1"/>
          </p:cNvSpPr>
          <p:nvPr/>
        </p:nvSpPr>
        <p:spPr bwMode="auto">
          <a:xfrm>
            <a:off x="6203156"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3</a:t>
            </a:r>
          </a:p>
        </p:txBody>
      </p:sp>
      <p:sp>
        <p:nvSpPr>
          <p:cNvPr id="181312" name="Line 66">
            <a:extLst>
              <a:ext uri="{FF2B5EF4-FFF2-40B4-BE49-F238E27FC236}">
                <a16:creationId xmlns:a16="http://schemas.microsoft.com/office/drawing/2014/main" id="{B525DC1C-CBC4-7A4D-99DD-C9AB5B6E2CFF}"/>
              </a:ext>
            </a:extLst>
          </p:cNvPr>
          <p:cNvSpPr>
            <a:spLocks noChangeShapeType="1"/>
          </p:cNvSpPr>
          <p:nvPr/>
        </p:nvSpPr>
        <p:spPr bwMode="auto">
          <a:xfrm flipV="1">
            <a:off x="4588669"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3" name="Text Box 67">
            <a:extLst>
              <a:ext uri="{FF2B5EF4-FFF2-40B4-BE49-F238E27FC236}">
                <a16:creationId xmlns:a16="http://schemas.microsoft.com/office/drawing/2014/main" id="{9218999F-9DC1-6B42-95A7-683DD94989C6}"/>
              </a:ext>
            </a:extLst>
          </p:cNvPr>
          <p:cNvSpPr txBox="1">
            <a:spLocks noChangeArrowheads="1"/>
          </p:cNvSpPr>
          <p:nvPr/>
        </p:nvSpPr>
        <p:spPr bwMode="auto">
          <a:xfrm>
            <a:off x="4298157"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314" name="Line 68">
            <a:extLst>
              <a:ext uri="{FF2B5EF4-FFF2-40B4-BE49-F238E27FC236}">
                <a16:creationId xmlns:a16="http://schemas.microsoft.com/office/drawing/2014/main" id="{57CAB71F-0F5E-B548-9C86-68A145093F3A}"/>
              </a:ext>
            </a:extLst>
          </p:cNvPr>
          <p:cNvSpPr>
            <a:spLocks noChangeShapeType="1"/>
          </p:cNvSpPr>
          <p:nvPr/>
        </p:nvSpPr>
        <p:spPr bwMode="auto">
          <a:xfrm flipV="1">
            <a:off x="5906691"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5" name="Text Box 69">
            <a:extLst>
              <a:ext uri="{FF2B5EF4-FFF2-40B4-BE49-F238E27FC236}">
                <a16:creationId xmlns:a16="http://schemas.microsoft.com/office/drawing/2014/main" id="{82A77462-0C14-E944-BDA9-95B5C34FA4D1}"/>
              </a:ext>
            </a:extLst>
          </p:cNvPr>
          <p:cNvSpPr txBox="1">
            <a:spLocks noChangeArrowheads="1"/>
          </p:cNvSpPr>
          <p:nvPr/>
        </p:nvSpPr>
        <p:spPr bwMode="auto">
          <a:xfrm>
            <a:off x="5626894"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316" name="Line 70">
            <a:extLst>
              <a:ext uri="{FF2B5EF4-FFF2-40B4-BE49-F238E27FC236}">
                <a16:creationId xmlns:a16="http://schemas.microsoft.com/office/drawing/2014/main" id="{015CDD32-F84E-2E43-B3C6-99E941626EFD}"/>
              </a:ext>
            </a:extLst>
          </p:cNvPr>
          <p:cNvSpPr>
            <a:spLocks noChangeShapeType="1"/>
          </p:cNvSpPr>
          <p:nvPr/>
        </p:nvSpPr>
        <p:spPr bwMode="auto">
          <a:xfrm>
            <a:off x="59828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7" name="Line 71">
            <a:extLst>
              <a:ext uri="{FF2B5EF4-FFF2-40B4-BE49-F238E27FC236}">
                <a16:creationId xmlns:a16="http://schemas.microsoft.com/office/drawing/2014/main" id="{D0F8BBF6-C9F6-4947-B8DF-8843EBC6CED3}"/>
              </a:ext>
            </a:extLst>
          </p:cNvPr>
          <p:cNvSpPr>
            <a:spLocks noChangeShapeType="1"/>
          </p:cNvSpPr>
          <p:nvPr/>
        </p:nvSpPr>
        <p:spPr bwMode="auto">
          <a:xfrm>
            <a:off x="4667250"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8" name="Text Box 72">
            <a:extLst>
              <a:ext uri="{FF2B5EF4-FFF2-40B4-BE49-F238E27FC236}">
                <a16:creationId xmlns:a16="http://schemas.microsoft.com/office/drawing/2014/main" id="{D6226DF3-9DBE-A64E-BA6D-F0C104ACEF1E}"/>
              </a:ext>
            </a:extLst>
          </p:cNvPr>
          <p:cNvSpPr txBox="1">
            <a:spLocks noChangeArrowheads="1"/>
          </p:cNvSpPr>
          <p:nvPr/>
        </p:nvSpPr>
        <p:spPr bwMode="auto">
          <a:xfrm>
            <a:off x="2713435" y="2247900"/>
            <a:ext cx="73930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474186" name="Rectangle 74">
            <a:extLst>
              <a:ext uri="{FF2B5EF4-FFF2-40B4-BE49-F238E27FC236}">
                <a16:creationId xmlns:a16="http://schemas.microsoft.com/office/drawing/2014/main" id="{B3BC72DD-088A-D64B-8AD2-2EB312AD2EF4}"/>
              </a:ext>
            </a:extLst>
          </p:cNvPr>
          <p:cNvSpPr>
            <a:spLocks noGrp="1" noChangeArrowheads="1"/>
          </p:cNvSpPr>
          <p:nvPr>
            <p:ph type="title"/>
          </p:nvPr>
        </p:nvSpPr>
        <p:spPr>
          <a:xfrm>
            <a:off x="1547812" y="267891"/>
            <a:ext cx="5844779" cy="521494"/>
          </a:xfrm>
          <a:solidFill>
            <a:srgbClr val="FFFF99"/>
          </a:solidFill>
          <a:ln>
            <a:solidFill>
              <a:schemeClr val="folHlink"/>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a:latin typeface="微软雅黑" panose="020B0503020204020204" pitchFamily="34" charset="-122"/>
                <a:ea typeface="宋体" panose="02010600030101010101" pitchFamily="2" charset="-122"/>
              </a:rPr>
              <a:t>【</a:t>
            </a:r>
            <a:r>
              <a:rPr lang="zh-CN" altLang="en-US">
                <a:latin typeface="微软雅黑" panose="020B0503020204020204" pitchFamily="34" charset="-122"/>
                <a:ea typeface="宋体" panose="02010600030101010101" pitchFamily="2" charset="-122"/>
              </a:rPr>
              <a:t>例</a:t>
            </a:r>
            <a:r>
              <a:rPr lang="en-US" altLang="zh-CN">
                <a:latin typeface="微软雅黑" panose="020B0503020204020204" pitchFamily="34" charset="-122"/>
                <a:ea typeface="宋体" panose="02010600030101010101" pitchFamily="2" charset="-122"/>
              </a:rPr>
              <a:t>4-1】 </a:t>
            </a:r>
            <a:r>
              <a:rPr lang="en-US" altLang="zh-CN" sz="3000">
                <a:latin typeface="微软雅黑" panose="020B0503020204020204" pitchFamily="34" charset="-122"/>
                <a:ea typeface="宋体" panose="02010600030101010101" pitchFamily="2" charset="-122"/>
              </a:rPr>
              <a:t>IP </a:t>
            </a:r>
            <a:r>
              <a:rPr lang="zh-CN" altLang="en-US" sz="3000">
                <a:latin typeface="微软雅黑" panose="020B0503020204020204" pitchFamily="34" charset="-122"/>
                <a:ea typeface="宋体" panose="02010600030101010101" pitchFamily="2" charset="-122"/>
              </a:rPr>
              <a:t>数据报分片</a:t>
            </a:r>
          </a:p>
        </p:txBody>
      </p:sp>
      <p:sp>
        <p:nvSpPr>
          <p:cNvPr id="181320" name="幻灯片编号占位符 1">
            <a:extLst>
              <a:ext uri="{FF2B5EF4-FFF2-40B4-BE49-F238E27FC236}">
                <a16:creationId xmlns:a16="http://schemas.microsoft.com/office/drawing/2014/main" id="{178F4F49-1B0D-1E47-B1C7-70D3D7BBC0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44F37C-DA17-104B-A9DC-2F0CA97BA41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3650463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3297" name="Line 2">
            <a:extLst>
              <a:ext uri="{FF2B5EF4-FFF2-40B4-BE49-F238E27FC236}">
                <a16:creationId xmlns:a16="http://schemas.microsoft.com/office/drawing/2014/main" id="{D6E62784-793A-D44B-B608-A3CFFAB8E31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3298" name="Rectangle 3">
            <a:extLst>
              <a:ext uri="{FF2B5EF4-FFF2-40B4-BE49-F238E27FC236}">
                <a16:creationId xmlns:a16="http://schemas.microsoft.com/office/drawing/2014/main" id="{4F50863B-89C1-3D4A-89E5-F0AA5A5D6E0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3299" name="Rectangle 4">
            <a:extLst>
              <a:ext uri="{FF2B5EF4-FFF2-40B4-BE49-F238E27FC236}">
                <a16:creationId xmlns:a16="http://schemas.microsoft.com/office/drawing/2014/main" id="{65FFF615-4F39-4848-9CC0-3455FB78A84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0" name="Rectangle 6">
            <a:extLst>
              <a:ext uri="{FF2B5EF4-FFF2-40B4-BE49-F238E27FC236}">
                <a16:creationId xmlns:a16="http://schemas.microsoft.com/office/drawing/2014/main" id="{F4B24691-6529-BB4F-98AF-5AC8AF7011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1" name="Rectangle 7">
            <a:extLst>
              <a:ext uri="{FF2B5EF4-FFF2-40B4-BE49-F238E27FC236}">
                <a16:creationId xmlns:a16="http://schemas.microsoft.com/office/drawing/2014/main" id="{4E7EF24F-D6E5-104C-8A6E-32483A5C4F40}"/>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2" name="Line 8">
            <a:extLst>
              <a:ext uri="{FF2B5EF4-FFF2-40B4-BE49-F238E27FC236}">
                <a16:creationId xmlns:a16="http://schemas.microsoft.com/office/drawing/2014/main" id="{E2441D9F-92CE-DE42-8262-77E322DD24D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3" name="Line 9">
            <a:extLst>
              <a:ext uri="{FF2B5EF4-FFF2-40B4-BE49-F238E27FC236}">
                <a16:creationId xmlns:a16="http://schemas.microsoft.com/office/drawing/2014/main" id="{66F00CE3-8D2B-3F46-8247-59348848CFF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4" name="Line 10">
            <a:extLst>
              <a:ext uri="{FF2B5EF4-FFF2-40B4-BE49-F238E27FC236}">
                <a16:creationId xmlns:a16="http://schemas.microsoft.com/office/drawing/2014/main" id="{5F94E1D9-5E6F-7540-8CF7-F0D09397C54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5" name="Line 11">
            <a:extLst>
              <a:ext uri="{FF2B5EF4-FFF2-40B4-BE49-F238E27FC236}">
                <a16:creationId xmlns:a16="http://schemas.microsoft.com/office/drawing/2014/main" id="{25312F4F-DCF4-E549-BE17-7FD165A207F5}"/>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6" name="Line 12">
            <a:extLst>
              <a:ext uri="{FF2B5EF4-FFF2-40B4-BE49-F238E27FC236}">
                <a16:creationId xmlns:a16="http://schemas.microsoft.com/office/drawing/2014/main" id="{E74DE579-A748-E44E-8EE8-1DF1C420247F}"/>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7" name="Line 13">
            <a:extLst>
              <a:ext uri="{FF2B5EF4-FFF2-40B4-BE49-F238E27FC236}">
                <a16:creationId xmlns:a16="http://schemas.microsoft.com/office/drawing/2014/main" id="{FB7DD2BE-6302-964E-BBB0-8CD988E35669}"/>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8" name="Line 14">
            <a:extLst>
              <a:ext uri="{FF2B5EF4-FFF2-40B4-BE49-F238E27FC236}">
                <a16:creationId xmlns:a16="http://schemas.microsoft.com/office/drawing/2014/main" id="{93384ED6-DBBA-D949-BFDA-7B407138D42B}"/>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9" name="Line 15">
            <a:extLst>
              <a:ext uri="{FF2B5EF4-FFF2-40B4-BE49-F238E27FC236}">
                <a16:creationId xmlns:a16="http://schemas.microsoft.com/office/drawing/2014/main" id="{083737BC-1334-5141-8441-BC27E213BE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0" name="Line 16">
            <a:extLst>
              <a:ext uri="{FF2B5EF4-FFF2-40B4-BE49-F238E27FC236}">
                <a16:creationId xmlns:a16="http://schemas.microsoft.com/office/drawing/2014/main" id="{D2D0650C-A636-AF4B-92D5-623EE053C2C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1" name="Line 17">
            <a:extLst>
              <a:ext uri="{FF2B5EF4-FFF2-40B4-BE49-F238E27FC236}">
                <a16:creationId xmlns:a16="http://schemas.microsoft.com/office/drawing/2014/main" id="{92B69E27-3362-D24C-B1A5-D1F30068155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2" name="Line 18">
            <a:extLst>
              <a:ext uri="{FF2B5EF4-FFF2-40B4-BE49-F238E27FC236}">
                <a16:creationId xmlns:a16="http://schemas.microsoft.com/office/drawing/2014/main" id="{46985CA0-9B08-4845-9AC1-AC04F4CCF5C3}"/>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3" name="Rectangle 19">
            <a:extLst>
              <a:ext uri="{FF2B5EF4-FFF2-40B4-BE49-F238E27FC236}">
                <a16:creationId xmlns:a16="http://schemas.microsoft.com/office/drawing/2014/main" id="{7FEDF897-4BB6-C848-8275-4D383D92124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3314" name="Rectangle 20">
            <a:extLst>
              <a:ext uri="{FF2B5EF4-FFF2-40B4-BE49-F238E27FC236}">
                <a16:creationId xmlns:a16="http://schemas.microsoft.com/office/drawing/2014/main" id="{5998F35C-F8A9-124F-9866-71ACD59EF60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3315" name="Rectangle 21">
            <a:extLst>
              <a:ext uri="{FF2B5EF4-FFF2-40B4-BE49-F238E27FC236}">
                <a16:creationId xmlns:a16="http://schemas.microsoft.com/office/drawing/2014/main" id="{0FD673AB-CD14-6C4F-BAF0-3D2DC64AA60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3316" name="Rectangle 22">
            <a:extLst>
              <a:ext uri="{FF2B5EF4-FFF2-40B4-BE49-F238E27FC236}">
                <a16:creationId xmlns:a16="http://schemas.microsoft.com/office/drawing/2014/main" id="{8702F23E-D137-2C47-B493-B516AD3C237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3317" name="Rectangle 23">
            <a:extLst>
              <a:ext uri="{FF2B5EF4-FFF2-40B4-BE49-F238E27FC236}">
                <a16:creationId xmlns:a16="http://schemas.microsoft.com/office/drawing/2014/main" id="{3C3E192E-F17F-5343-9134-0003B9D9AEC0}"/>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3318" name="Rectangle 24">
            <a:extLst>
              <a:ext uri="{FF2B5EF4-FFF2-40B4-BE49-F238E27FC236}">
                <a16:creationId xmlns:a16="http://schemas.microsoft.com/office/drawing/2014/main" id="{D5B35DCD-F71C-8446-BA73-D4C948D24BB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3319" name="Rectangle 25">
            <a:extLst>
              <a:ext uri="{FF2B5EF4-FFF2-40B4-BE49-F238E27FC236}">
                <a16:creationId xmlns:a16="http://schemas.microsoft.com/office/drawing/2014/main" id="{623E9306-3FF1-D144-B11D-8695814CDD90}"/>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3320" name="Rectangle 26">
            <a:extLst>
              <a:ext uri="{FF2B5EF4-FFF2-40B4-BE49-F238E27FC236}">
                <a16:creationId xmlns:a16="http://schemas.microsoft.com/office/drawing/2014/main" id="{6DA65A6C-9498-B441-8E71-C2ED88F6AA7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3321" name="Rectangle 27">
            <a:extLst>
              <a:ext uri="{FF2B5EF4-FFF2-40B4-BE49-F238E27FC236}">
                <a16:creationId xmlns:a16="http://schemas.microsoft.com/office/drawing/2014/main" id="{01C8648F-CEC0-C34D-ADE7-FE3C6DDF71C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3322" name="Rectangle 28">
            <a:extLst>
              <a:ext uri="{FF2B5EF4-FFF2-40B4-BE49-F238E27FC236}">
                <a16:creationId xmlns:a16="http://schemas.microsoft.com/office/drawing/2014/main" id="{141CBEE4-7FF6-8448-B18C-35C6C0ACFB92}"/>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3323" name="Rectangle 29">
            <a:extLst>
              <a:ext uri="{FF2B5EF4-FFF2-40B4-BE49-F238E27FC236}">
                <a16:creationId xmlns:a16="http://schemas.microsoft.com/office/drawing/2014/main" id="{393540C4-8073-9C46-8115-BD460781862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3324" name="Rectangle 30">
            <a:extLst>
              <a:ext uri="{FF2B5EF4-FFF2-40B4-BE49-F238E27FC236}">
                <a16:creationId xmlns:a16="http://schemas.microsoft.com/office/drawing/2014/main" id="{C953B3F9-F1D8-F14E-BC42-E93031936D69}"/>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3325" name="Rectangle 32">
            <a:extLst>
              <a:ext uri="{FF2B5EF4-FFF2-40B4-BE49-F238E27FC236}">
                <a16:creationId xmlns:a16="http://schemas.microsoft.com/office/drawing/2014/main" id="{6B8404C2-902D-5146-B32C-F762B882419F}"/>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3326" name="Rectangle 33">
            <a:extLst>
              <a:ext uri="{FF2B5EF4-FFF2-40B4-BE49-F238E27FC236}">
                <a16:creationId xmlns:a16="http://schemas.microsoft.com/office/drawing/2014/main" id="{B347E0D8-D1AF-4943-815B-DACE0A78A209}"/>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3327" name="Rectangle 34">
            <a:extLst>
              <a:ext uri="{FF2B5EF4-FFF2-40B4-BE49-F238E27FC236}">
                <a16:creationId xmlns:a16="http://schemas.microsoft.com/office/drawing/2014/main" id="{359103BA-17A3-4C43-A04C-5082CB04C45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3328" name="Rectangle 35">
            <a:extLst>
              <a:ext uri="{FF2B5EF4-FFF2-40B4-BE49-F238E27FC236}">
                <a16:creationId xmlns:a16="http://schemas.microsoft.com/office/drawing/2014/main" id="{170F3CAD-AE9F-9C43-915C-1A121CC8EF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3329" name="Rectangle 36">
            <a:extLst>
              <a:ext uri="{FF2B5EF4-FFF2-40B4-BE49-F238E27FC236}">
                <a16:creationId xmlns:a16="http://schemas.microsoft.com/office/drawing/2014/main" id="{A083732F-9E88-8447-829A-3946980EFA1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3330" name="Rectangle 37">
            <a:extLst>
              <a:ext uri="{FF2B5EF4-FFF2-40B4-BE49-F238E27FC236}">
                <a16:creationId xmlns:a16="http://schemas.microsoft.com/office/drawing/2014/main" id="{3AF905D1-1C3E-1A4F-A328-18EA068DD4B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3331" name="Rectangle 38">
            <a:extLst>
              <a:ext uri="{FF2B5EF4-FFF2-40B4-BE49-F238E27FC236}">
                <a16:creationId xmlns:a16="http://schemas.microsoft.com/office/drawing/2014/main" id="{99657A9E-5A04-614E-9862-D17FD52F3D0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3332" name="Rectangle 39">
            <a:extLst>
              <a:ext uri="{FF2B5EF4-FFF2-40B4-BE49-F238E27FC236}">
                <a16:creationId xmlns:a16="http://schemas.microsoft.com/office/drawing/2014/main" id="{F34B876A-3D01-694A-9793-4D75D6795BF4}"/>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3333" name="Rectangle 40">
            <a:extLst>
              <a:ext uri="{FF2B5EF4-FFF2-40B4-BE49-F238E27FC236}">
                <a16:creationId xmlns:a16="http://schemas.microsoft.com/office/drawing/2014/main" id="{9783264A-05F5-A441-8DC9-3CB1A707142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3334" name="Group 41">
            <a:extLst>
              <a:ext uri="{FF2B5EF4-FFF2-40B4-BE49-F238E27FC236}">
                <a16:creationId xmlns:a16="http://schemas.microsoft.com/office/drawing/2014/main" id="{44A6AABB-26DA-6246-90D5-F551AF063DF5}"/>
              </a:ext>
            </a:extLst>
          </p:cNvPr>
          <p:cNvGrpSpPr>
            <a:grpSpLocks/>
          </p:cNvGrpSpPr>
          <p:nvPr/>
        </p:nvGrpSpPr>
        <p:grpSpPr bwMode="auto">
          <a:xfrm>
            <a:off x="1945482" y="2811066"/>
            <a:ext cx="98822" cy="52388"/>
            <a:chOff x="833" y="3024"/>
            <a:chExt cx="78" cy="51"/>
          </a:xfrm>
        </p:grpSpPr>
        <p:sp>
          <p:nvSpPr>
            <p:cNvPr id="183347" name="Rectangle 42">
              <a:extLst>
                <a:ext uri="{FF2B5EF4-FFF2-40B4-BE49-F238E27FC236}">
                  <a16:creationId xmlns:a16="http://schemas.microsoft.com/office/drawing/2014/main" id="{4768A128-3B67-6D40-B2A7-32A44739A874}"/>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8" name="Line 43">
              <a:extLst>
                <a:ext uri="{FF2B5EF4-FFF2-40B4-BE49-F238E27FC236}">
                  <a16:creationId xmlns:a16="http://schemas.microsoft.com/office/drawing/2014/main" id="{661D7BDA-6B81-9449-9046-878FBF42156F}"/>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9" name="Line 44">
              <a:extLst>
                <a:ext uri="{FF2B5EF4-FFF2-40B4-BE49-F238E27FC236}">
                  <a16:creationId xmlns:a16="http://schemas.microsoft.com/office/drawing/2014/main" id="{5AE2E76F-6DE6-214C-BBE1-DA18B6FD6B6D}"/>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3335" name="Group 45">
            <a:extLst>
              <a:ext uri="{FF2B5EF4-FFF2-40B4-BE49-F238E27FC236}">
                <a16:creationId xmlns:a16="http://schemas.microsoft.com/office/drawing/2014/main" id="{F75261E0-8B27-0340-B899-F98E01225D97}"/>
              </a:ext>
            </a:extLst>
          </p:cNvPr>
          <p:cNvGrpSpPr>
            <a:grpSpLocks/>
          </p:cNvGrpSpPr>
          <p:nvPr/>
        </p:nvGrpSpPr>
        <p:grpSpPr bwMode="auto">
          <a:xfrm>
            <a:off x="7846219" y="2818210"/>
            <a:ext cx="98822" cy="50006"/>
            <a:chOff x="5432" y="3030"/>
            <a:chExt cx="78" cy="51"/>
          </a:xfrm>
        </p:grpSpPr>
        <p:sp>
          <p:nvSpPr>
            <p:cNvPr id="183344" name="Rectangle 46">
              <a:extLst>
                <a:ext uri="{FF2B5EF4-FFF2-40B4-BE49-F238E27FC236}">
                  <a16:creationId xmlns:a16="http://schemas.microsoft.com/office/drawing/2014/main" id="{21EEF5CC-30D8-074B-A1BD-BED77EB6F5A1}"/>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5" name="Line 47">
              <a:extLst>
                <a:ext uri="{FF2B5EF4-FFF2-40B4-BE49-F238E27FC236}">
                  <a16:creationId xmlns:a16="http://schemas.microsoft.com/office/drawing/2014/main" id="{9F63D4DA-1500-C24B-999C-3E5FDDCE084B}"/>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6" name="Line 48">
              <a:extLst>
                <a:ext uri="{FF2B5EF4-FFF2-40B4-BE49-F238E27FC236}">
                  <a16:creationId xmlns:a16="http://schemas.microsoft.com/office/drawing/2014/main" id="{329F2A81-EA0C-2F44-A3A4-C73CC459A596}"/>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3336" name="Rectangle 69">
            <a:extLst>
              <a:ext uri="{FF2B5EF4-FFF2-40B4-BE49-F238E27FC236}">
                <a16:creationId xmlns:a16="http://schemas.microsoft.com/office/drawing/2014/main" id="{A736F724-99B5-0744-8D41-168CDC4F2BC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3337" name="Rectangle 71">
            <a:extLst>
              <a:ext uri="{FF2B5EF4-FFF2-40B4-BE49-F238E27FC236}">
                <a16:creationId xmlns:a16="http://schemas.microsoft.com/office/drawing/2014/main" id="{6E54AA5C-A412-0F46-BBA6-507C68606EA7}"/>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3338" name="Rectangle 72">
            <a:extLst>
              <a:ext uri="{FF2B5EF4-FFF2-40B4-BE49-F238E27FC236}">
                <a16:creationId xmlns:a16="http://schemas.microsoft.com/office/drawing/2014/main" id="{24170015-7D59-2B4B-87C5-379B23D2C808}"/>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3339" name="Text Box 74">
            <a:extLst>
              <a:ext uri="{FF2B5EF4-FFF2-40B4-BE49-F238E27FC236}">
                <a16:creationId xmlns:a16="http://schemas.microsoft.com/office/drawing/2014/main" id="{50D37A56-B2BB-9E44-960A-7C12122EC3C0}"/>
              </a:ext>
            </a:extLst>
          </p:cNvPr>
          <p:cNvSpPr txBox="1">
            <a:spLocks noChangeArrowheads="1"/>
          </p:cNvSpPr>
          <p:nvPr/>
        </p:nvSpPr>
        <p:spPr bwMode="auto">
          <a:xfrm>
            <a:off x="1925241" y="3706416"/>
            <a:ext cx="5509022" cy="774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生存时间</a:t>
            </a:r>
            <a:r>
              <a:rPr lang="en-US" altLang="zh-CN" sz="2100">
                <a:latin typeface="微软雅黑" panose="020B0503020204020204" pitchFamily="34" charset="-122"/>
                <a:ea typeface="宋体" panose="02010600030101010101" pitchFamily="2" charset="-122"/>
              </a:rPr>
              <a:t>(8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记为 </a:t>
            </a:r>
            <a:r>
              <a:rPr lang="en-US" altLang="zh-CN" sz="2100">
                <a:latin typeface="微软雅黑" panose="020B0503020204020204" pitchFamily="34" charset="-122"/>
                <a:ea typeface="宋体" panose="02010600030101010101" pitchFamily="2" charset="-122"/>
              </a:rPr>
              <a:t>TTL (Time To Live)</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数据报在网络中可通过的路由器数的最大值。</a:t>
            </a:r>
          </a:p>
        </p:txBody>
      </p:sp>
      <p:sp>
        <p:nvSpPr>
          <p:cNvPr id="183340" name="Rectangle 75">
            <a:extLst>
              <a:ext uri="{FF2B5EF4-FFF2-40B4-BE49-F238E27FC236}">
                <a16:creationId xmlns:a16="http://schemas.microsoft.com/office/drawing/2014/main" id="{B751C32E-0EBA-3B46-889E-45332487D4C9}"/>
              </a:ext>
            </a:extLst>
          </p:cNvPr>
          <p:cNvSpPr>
            <a:spLocks noChangeArrowheads="1"/>
          </p:cNvSpPr>
          <p:nvPr/>
        </p:nvSpPr>
        <p:spPr bwMode="auto">
          <a:xfrm>
            <a:off x="1980010" y="1678782"/>
            <a:ext cx="1465659" cy="36076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1" name="AutoShape 76">
            <a:extLst>
              <a:ext uri="{FF2B5EF4-FFF2-40B4-BE49-F238E27FC236}">
                <a16:creationId xmlns:a16="http://schemas.microsoft.com/office/drawing/2014/main" id="{78365FFC-9CEF-BD45-B4CA-2AA24B36F8E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2" name="Rectangle 78">
            <a:extLst>
              <a:ext uri="{FF2B5EF4-FFF2-40B4-BE49-F238E27FC236}">
                <a16:creationId xmlns:a16="http://schemas.microsoft.com/office/drawing/2014/main" id="{FBAE3DCD-D3B6-C04D-9FD5-D8689DA4868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3343" name="幻灯片编号占位符 1">
            <a:extLst>
              <a:ext uri="{FF2B5EF4-FFF2-40B4-BE49-F238E27FC236}">
                <a16:creationId xmlns:a16="http://schemas.microsoft.com/office/drawing/2014/main" id="{0C27B558-9430-B544-9DBC-4F874860BEB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5556D87-25EB-AD43-9F37-F8C3C3FE68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091403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5345" name="Line 2">
            <a:extLst>
              <a:ext uri="{FF2B5EF4-FFF2-40B4-BE49-F238E27FC236}">
                <a16:creationId xmlns:a16="http://schemas.microsoft.com/office/drawing/2014/main" id="{40B0818A-428B-0D44-8D51-26D47C16FD1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5346" name="Rectangle 3">
            <a:extLst>
              <a:ext uri="{FF2B5EF4-FFF2-40B4-BE49-F238E27FC236}">
                <a16:creationId xmlns:a16="http://schemas.microsoft.com/office/drawing/2014/main" id="{CAC220DD-1008-3F48-8827-A2DA8A9FB69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5347" name="Rectangle 4">
            <a:extLst>
              <a:ext uri="{FF2B5EF4-FFF2-40B4-BE49-F238E27FC236}">
                <a16:creationId xmlns:a16="http://schemas.microsoft.com/office/drawing/2014/main" id="{BE978AA5-2B4F-F04C-B944-4AAA2C674DD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8" name="Rectangle 6">
            <a:extLst>
              <a:ext uri="{FF2B5EF4-FFF2-40B4-BE49-F238E27FC236}">
                <a16:creationId xmlns:a16="http://schemas.microsoft.com/office/drawing/2014/main" id="{CE6FB9C3-59B7-9247-8D4A-AAB84220278D}"/>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9" name="Rectangle 7">
            <a:extLst>
              <a:ext uri="{FF2B5EF4-FFF2-40B4-BE49-F238E27FC236}">
                <a16:creationId xmlns:a16="http://schemas.microsoft.com/office/drawing/2014/main" id="{16D24B3A-AF7E-FD4A-97F6-6C5A2446AC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50" name="Line 8">
            <a:extLst>
              <a:ext uri="{FF2B5EF4-FFF2-40B4-BE49-F238E27FC236}">
                <a16:creationId xmlns:a16="http://schemas.microsoft.com/office/drawing/2014/main" id="{95965B1E-5131-4549-9292-DADB68F9C2A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1" name="Line 9">
            <a:extLst>
              <a:ext uri="{FF2B5EF4-FFF2-40B4-BE49-F238E27FC236}">
                <a16:creationId xmlns:a16="http://schemas.microsoft.com/office/drawing/2014/main" id="{E446EEA6-2FC0-0242-AE54-B085D62D8E2D}"/>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2" name="Line 10">
            <a:extLst>
              <a:ext uri="{FF2B5EF4-FFF2-40B4-BE49-F238E27FC236}">
                <a16:creationId xmlns:a16="http://schemas.microsoft.com/office/drawing/2014/main" id="{9D692B58-8BB2-7842-9964-FE5660678E9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3" name="Line 11">
            <a:extLst>
              <a:ext uri="{FF2B5EF4-FFF2-40B4-BE49-F238E27FC236}">
                <a16:creationId xmlns:a16="http://schemas.microsoft.com/office/drawing/2014/main" id="{C32DD1F6-1966-0843-8798-9DE50F237166}"/>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4" name="Line 12">
            <a:extLst>
              <a:ext uri="{FF2B5EF4-FFF2-40B4-BE49-F238E27FC236}">
                <a16:creationId xmlns:a16="http://schemas.microsoft.com/office/drawing/2014/main" id="{C7414EDD-F355-3F4B-B000-5A199E4DE0AA}"/>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5" name="Line 13">
            <a:extLst>
              <a:ext uri="{FF2B5EF4-FFF2-40B4-BE49-F238E27FC236}">
                <a16:creationId xmlns:a16="http://schemas.microsoft.com/office/drawing/2014/main" id="{0FC0B004-EC86-7848-A6AD-2E6427B8BDE4}"/>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6" name="Line 14">
            <a:extLst>
              <a:ext uri="{FF2B5EF4-FFF2-40B4-BE49-F238E27FC236}">
                <a16:creationId xmlns:a16="http://schemas.microsoft.com/office/drawing/2014/main" id="{13030DC5-67D0-F44A-A2A2-724C9D3D9710}"/>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7" name="Line 15">
            <a:extLst>
              <a:ext uri="{FF2B5EF4-FFF2-40B4-BE49-F238E27FC236}">
                <a16:creationId xmlns:a16="http://schemas.microsoft.com/office/drawing/2014/main" id="{F8059674-408D-3E42-9AEC-007C4FE8B73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8" name="Line 16">
            <a:extLst>
              <a:ext uri="{FF2B5EF4-FFF2-40B4-BE49-F238E27FC236}">
                <a16:creationId xmlns:a16="http://schemas.microsoft.com/office/drawing/2014/main" id="{A0588185-3730-8F4E-86F2-BE830C30CA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9" name="Line 17">
            <a:extLst>
              <a:ext uri="{FF2B5EF4-FFF2-40B4-BE49-F238E27FC236}">
                <a16:creationId xmlns:a16="http://schemas.microsoft.com/office/drawing/2014/main" id="{8BDF7F46-9CC2-B84F-AA8C-9F626C6A874B}"/>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0" name="Line 18">
            <a:extLst>
              <a:ext uri="{FF2B5EF4-FFF2-40B4-BE49-F238E27FC236}">
                <a16:creationId xmlns:a16="http://schemas.microsoft.com/office/drawing/2014/main" id="{EEBB69A6-37A3-E849-B9F5-3070CE5E39F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1" name="Rectangle 19">
            <a:extLst>
              <a:ext uri="{FF2B5EF4-FFF2-40B4-BE49-F238E27FC236}">
                <a16:creationId xmlns:a16="http://schemas.microsoft.com/office/drawing/2014/main" id="{58F0A779-9C1A-1547-92D3-0E954AD9AC4F}"/>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5362" name="Rectangle 20">
            <a:extLst>
              <a:ext uri="{FF2B5EF4-FFF2-40B4-BE49-F238E27FC236}">
                <a16:creationId xmlns:a16="http://schemas.microsoft.com/office/drawing/2014/main" id="{BF5AB107-C0B6-DA48-A268-2BB0106A2024}"/>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5363" name="Rectangle 21">
            <a:extLst>
              <a:ext uri="{FF2B5EF4-FFF2-40B4-BE49-F238E27FC236}">
                <a16:creationId xmlns:a16="http://schemas.microsoft.com/office/drawing/2014/main" id="{864BAC96-B8D8-BF4F-A490-20B31F696B6C}"/>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5364" name="Rectangle 22">
            <a:extLst>
              <a:ext uri="{FF2B5EF4-FFF2-40B4-BE49-F238E27FC236}">
                <a16:creationId xmlns:a16="http://schemas.microsoft.com/office/drawing/2014/main" id="{BE00B58C-8FD7-3848-A432-80164B09F273}"/>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5365" name="Rectangle 23">
            <a:extLst>
              <a:ext uri="{FF2B5EF4-FFF2-40B4-BE49-F238E27FC236}">
                <a16:creationId xmlns:a16="http://schemas.microsoft.com/office/drawing/2014/main" id="{A5F26A0B-BC74-484A-8441-D44B82214A64}"/>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5366" name="Rectangle 24">
            <a:extLst>
              <a:ext uri="{FF2B5EF4-FFF2-40B4-BE49-F238E27FC236}">
                <a16:creationId xmlns:a16="http://schemas.microsoft.com/office/drawing/2014/main" id="{9757B1DF-F429-704B-B847-B7542544126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5367" name="Rectangle 25">
            <a:extLst>
              <a:ext uri="{FF2B5EF4-FFF2-40B4-BE49-F238E27FC236}">
                <a16:creationId xmlns:a16="http://schemas.microsoft.com/office/drawing/2014/main" id="{5C6BD5FA-2DE4-3043-A7F0-33879662BC4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5368" name="Rectangle 26">
            <a:extLst>
              <a:ext uri="{FF2B5EF4-FFF2-40B4-BE49-F238E27FC236}">
                <a16:creationId xmlns:a16="http://schemas.microsoft.com/office/drawing/2014/main" id="{3E02E339-1262-CA4D-B1ED-D49D1D988B6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5369" name="Rectangle 27">
            <a:extLst>
              <a:ext uri="{FF2B5EF4-FFF2-40B4-BE49-F238E27FC236}">
                <a16:creationId xmlns:a16="http://schemas.microsoft.com/office/drawing/2014/main" id="{018D2DBC-9C8D-794C-91DD-8A7150C4D32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5370" name="Rectangle 28">
            <a:extLst>
              <a:ext uri="{FF2B5EF4-FFF2-40B4-BE49-F238E27FC236}">
                <a16:creationId xmlns:a16="http://schemas.microsoft.com/office/drawing/2014/main" id="{3991E527-EC2A-1145-9E99-1FD5F8B34F80}"/>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5371" name="Rectangle 29">
            <a:extLst>
              <a:ext uri="{FF2B5EF4-FFF2-40B4-BE49-F238E27FC236}">
                <a16:creationId xmlns:a16="http://schemas.microsoft.com/office/drawing/2014/main" id="{C494C093-591F-B449-A004-C5AC645977A3}"/>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5372" name="Rectangle 30">
            <a:extLst>
              <a:ext uri="{FF2B5EF4-FFF2-40B4-BE49-F238E27FC236}">
                <a16:creationId xmlns:a16="http://schemas.microsoft.com/office/drawing/2014/main" id="{D8B932E2-BCB7-3945-A142-E617195219E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5373" name="Rectangle 32">
            <a:extLst>
              <a:ext uri="{FF2B5EF4-FFF2-40B4-BE49-F238E27FC236}">
                <a16:creationId xmlns:a16="http://schemas.microsoft.com/office/drawing/2014/main" id="{E0B380EF-1E27-674B-BBE9-80F621833803}"/>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5374" name="Rectangle 33">
            <a:extLst>
              <a:ext uri="{FF2B5EF4-FFF2-40B4-BE49-F238E27FC236}">
                <a16:creationId xmlns:a16="http://schemas.microsoft.com/office/drawing/2014/main" id="{4F6CC459-3695-A948-A8D8-80769A24C72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5375" name="Rectangle 34">
            <a:extLst>
              <a:ext uri="{FF2B5EF4-FFF2-40B4-BE49-F238E27FC236}">
                <a16:creationId xmlns:a16="http://schemas.microsoft.com/office/drawing/2014/main" id="{F64FBF95-9A88-6B42-9EC2-BE319814F2A0}"/>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5376" name="Rectangle 35">
            <a:extLst>
              <a:ext uri="{FF2B5EF4-FFF2-40B4-BE49-F238E27FC236}">
                <a16:creationId xmlns:a16="http://schemas.microsoft.com/office/drawing/2014/main" id="{CCE74CEE-18FE-F84B-8568-783D8A71628B}"/>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5377" name="Rectangle 36">
            <a:extLst>
              <a:ext uri="{FF2B5EF4-FFF2-40B4-BE49-F238E27FC236}">
                <a16:creationId xmlns:a16="http://schemas.microsoft.com/office/drawing/2014/main" id="{F5A68776-42AB-7647-9403-E341C0B038E2}"/>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5378" name="Rectangle 37">
            <a:extLst>
              <a:ext uri="{FF2B5EF4-FFF2-40B4-BE49-F238E27FC236}">
                <a16:creationId xmlns:a16="http://schemas.microsoft.com/office/drawing/2014/main" id="{F8B3B596-234F-C043-B9EC-81B624AE6B9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5379" name="Rectangle 38">
            <a:extLst>
              <a:ext uri="{FF2B5EF4-FFF2-40B4-BE49-F238E27FC236}">
                <a16:creationId xmlns:a16="http://schemas.microsoft.com/office/drawing/2014/main" id="{BAFD5225-044F-0845-9FE2-DDEBBBA1A1E0}"/>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5380" name="Rectangle 39">
            <a:extLst>
              <a:ext uri="{FF2B5EF4-FFF2-40B4-BE49-F238E27FC236}">
                <a16:creationId xmlns:a16="http://schemas.microsoft.com/office/drawing/2014/main" id="{5C900656-2867-1849-A512-3693DC7E394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5381" name="Rectangle 40">
            <a:extLst>
              <a:ext uri="{FF2B5EF4-FFF2-40B4-BE49-F238E27FC236}">
                <a16:creationId xmlns:a16="http://schemas.microsoft.com/office/drawing/2014/main" id="{75C1A5A7-EABA-E04A-BD1F-8CC427660C58}"/>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5382" name="Group 41">
            <a:extLst>
              <a:ext uri="{FF2B5EF4-FFF2-40B4-BE49-F238E27FC236}">
                <a16:creationId xmlns:a16="http://schemas.microsoft.com/office/drawing/2014/main" id="{352D415E-512C-FC41-B04B-06D652EC24A1}"/>
              </a:ext>
            </a:extLst>
          </p:cNvPr>
          <p:cNvGrpSpPr>
            <a:grpSpLocks/>
          </p:cNvGrpSpPr>
          <p:nvPr/>
        </p:nvGrpSpPr>
        <p:grpSpPr bwMode="auto">
          <a:xfrm>
            <a:off x="1945482" y="2811066"/>
            <a:ext cx="98822" cy="52388"/>
            <a:chOff x="833" y="3024"/>
            <a:chExt cx="78" cy="51"/>
          </a:xfrm>
        </p:grpSpPr>
        <p:sp>
          <p:nvSpPr>
            <p:cNvPr id="185396" name="Rectangle 42">
              <a:extLst>
                <a:ext uri="{FF2B5EF4-FFF2-40B4-BE49-F238E27FC236}">
                  <a16:creationId xmlns:a16="http://schemas.microsoft.com/office/drawing/2014/main" id="{AB7F8373-6227-5A4F-AC66-DE22E26A519B}"/>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7" name="Line 43">
              <a:extLst>
                <a:ext uri="{FF2B5EF4-FFF2-40B4-BE49-F238E27FC236}">
                  <a16:creationId xmlns:a16="http://schemas.microsoft.com/office/drawing/2014/main" id="{7A6C14CA-CF3F-A34E-A6F7-D6009209ADC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8" name="Line 44">
              <a:extLst>
                <a:ext uri="{FF2B5EF4-FFF2-40B4-BE49-F238E27FC236}">
                  <a16:creationId xmlns:a16="http://schemas.microsoft.com/office/drawing/2014/main" id="{755C0791-2FE5-D149-93D7-F68D4C133F95}"/>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5383" name="Group 45">
            <a:extLst>
              <a:ext uri="{FF2B5EF4-FFF2-40B4-BE49-F238E27FC236}">
                <a16:creationId xmlns:a16="http://schemas.microsoft.com/office/drawing/2014/main" id="{FF9DD04B-2441-6644-B189-2E995DBE4D85}"/>
              </a:ext>
            </a:extLst>
          </p:cNvPr>
          <p:cNvGrpSpPr>
            <a:grpSpLocks/>
          </p:cNvGrpSpPr>
          <p:nvPr/>
        </p:nvGrpSpPr>
        <p:grpSpPr bwMode="auto">
          <a:xfrm>
            <a:off x="7846219" y="2818210"/>
            <a:ext cx="98822" cy="50006"/>
            <a:chOff x="5432" y="3030"/>
            <a:chExt cx="78" cy="51"/>
          </a:xfrm>
        </p:grpSpPr>
        <p:sp>
          <p:nvSpPr>
            <p:cNvPr id="185393" name="Rectangle 46">
              <a:extLst>
                <a:ext uri="{FF2B5EF4-FFF2-40B4-BE49-F238E27FC236}">
                  <a16:creationId xmlns:a16="http://schemas.microsoft.com/office/drawing/2014/main" id="{67E9890A-00BC-134A-A710-353366D266CB}"/>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4" name="Line 47">
              <a:extLst>
                <a:ext uri="{FF2B5EF4-FFF2-40B4-BE49-F238E27FC236}">
                  <a16:creationId xmlns:a16="http://schemas.microsoft.com/office/drawing/2014/main" id="{94CD90E5-6B04-584B-BFD1-8121D142F58E}"/>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5" name="Line 48">
              <a:extLst>
                <a:ext uri="{FF2B5EF4-FFF2-40B4-BE49-F238E27FC236}">
                  <a16:creationId xmlns:a16="http://schemas.microsoft.com/office/drawing/2014/main" id="{D19C51DA-4E05-E64A-B58C-85FBA669C69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5384" name="Rectangle 69">
            <a:extLst>
              <a:ext uri="{FF2B5EF4-FFF2-40B4-BE49-F238E27FC236}">
                <a16:creationId xmlns:a16="http://schemas.microsoft.com/office/drawing/2014/main" id="{651D23AE-C1D1-E34A-90B1-45E1EF0ED367}"/>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5385" name="Rectangle 71">
            <a:extLst>
              <a:ext uri="{FF2B5EF4-FFF2-40B4-BE49-F238E27FC236}">
                <a16:creationId xmlns:a16="http://schemas.microsoft.com/office/drawing/2014/main" id="{5EBCF78E-A01B-E841-B154-0FA3B3B0D8A6}"/>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5386" name="Rectangle 72">
            <a:extLst>
              <a:ext uri="{FF2B5EF4-FFF2-40B4-BE49-F238E27FC236}">
                <a16:creationId xmlns:a16="http://schemas.microsoft.com/office/drawing/2014/main" id="{A7369812-AFB5-DB46-9220-89EDB2C6CCE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7261" name="Group 77">
            <a:extLst>
              <a:ext uri="{FF2B5EF4-FFF2-40B4-BE49-F238E27FC236}">
                <a16:creationId xmlns:a16="http://schemas.microsoft.com/office/drawing/2014/main" id="{F090CCD0-FCEC-9440-96B8-2FC99ECEAE31}"/>
              </a:ext>
            </a:extLst>
          </p:cNvPr>
          <p:cNvGrpSpPr>
            <a:grpSpLocks/>
          </p:cNvGrpSpPr>
          <p:nvPr/>
        </p:nvGrpSpPr>
        <p:grpSpPr bwMode="auto">
          <a:xfrm>
            <a:off x="1304926" y="1678782"/>
            <a:ext cx="6528197" cy="2872978"/>
            <a:chOff x="136" y="1410"/>
            <a:chExt cx="5483" cy="2413"/>
          </a:xfrm>
        </p:grpSpPr>
        <p:sp>
          <p:nvSpPr>
            <p:cNvPr id="185391" name="Text Box 74">
              <a:extLst>
                <a:ext uri="{FF2B5EF4-FFF2-40B4-BE49-F238E27FC236}">
                  <a16:creationId xmlns:a16="http://schemas.microsoft.com/office/drawing/2014/main" id="{8FEF2BEB-7411-2D48-9A63-35FBC5C734F8}"/>
                </a:ext>
              </a:extLst>
            </p:cNvPr>
            <p:cNvSpPr txBox="1">
              <a:spLocks noChangeArrowheads="1"/>
            </p:cNvSpPr>
            <p:nvPr/>
          </p:nvSpPr>
          <p:spPr bwMode="auto">
            <a:xfrm>
              <a:off x="136" y="3172"/>
              <a:ext cx="5483" cy="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协议</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指出此数据报携带的数据使用何种协议</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以便目的主机的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层将数据部分上交给哪个处理过程</a:t>
              </a:r>
            </a:p>
          </p:txBody>
        </p:sp>
        <p:sp>
          <p:nvSpPr>
            <p:cNvPr id="185392" name="Rectangle 75">
              <a:extLst>
                <a:ext uri="{FF2B5EF4-FFF2-40B4-BE49-F238E27FC236}">
                  <a16:creationId xmlns:a16="http://schemas.microsoft.com/office/drawing/2014/main" id="{C5CB4558-4FC7-BB46-BA62-E41BC6685E4D}"/>
                </a:ext>
              </a:extLst>
            </p:cNvPr>
            <p:cNvSpPr>
              <a:spLocks noChangeArrowheads="1"/>
            </p:cNvSpPr>
            <p:nvPr/>
          </p:nvSpPr>
          <p:spPr bwMode="auto">
            <a:xfrm>
              <a:off x="1971" y="1410"/>
              <a:ext cx="1227"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85388" name="AutoShape 76">
            <a:extLst>
              <a:ext uri="{FF2B5EF4-FFF2-40B4-BE49-F238E27FC236}">
                <a16:creationId xmlns:a16="http://schemas.microsoft.com/office/drawing/2014/main" id="{7A628132-B184-7C48-BC4D-240450094311}"/>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89" name="Rectangle 78">
            <a:extLst>
              <a:ext uri="{FF2B5EF4-FFF2-40B4-BE49-F238E27FC236}">
                <a16:creationId xmlns:a16="http://schemas.microsoft.com/office/drawing/2014/main" id="{2E52AFF6-F92F-AF42-96B1-6ADA26DB7A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5390" name="幻灯片编号占位符 1">
            <a:extLst>
              <a:ext uri="{FF2B5EF4-FFF2-40B4-BE49-F238E27FC236}">
                <a16:creationId xmlns:a16="http://schemas.microsoft.com/office/drawing/2014/main" id="{CFEB4D5D-0EFA-7740-AD25-FF6D44BEA9C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584E0CC-2079-2140-8C37-D70C31AED3C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538156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72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8212" name="Rectangle 4">
            <a:extLst>
              <a:ext uri="{FF2B5EF4-FFF2-40B4-BE49-F238E27FC236}">
                <a16:creationId xmlns:a16="http://schemas.microsoft.com/office/drawing/2014/main" id="{063E93BA-640F-964F-A50D-7C47190648E3}"/>
              </a:ext>
            </a:extLst>
          </p:cNvPr>
          <p:cNvSpPr>
            <a:spLocks noChangeArrowheads="1"/>
          </p:cNvSpPr>
          <p:nvPr/>
        </p:nvSpPr>
        <p:spPr bwMode="auto">
          <a:xfrm>
            <a:off x="1331119" y="1600200"/>
            <a:ext cx="6481763" cy="471488"/>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endParaRPr kumimoji="1" lang="zh-CN" altLang="zh-CN" sz="2400">
              <a:latin typeface="微软雅黑" panose="020B0503020204020204" pitchFamily="34" charset="-122"/>
              <a:ea typeface="宋体" panose="02010600030101010101" pitchFamily="2" charset="-122"/>
            </a:endParaRPr>
          </a:p>
        </p:txBody>
      </p:sp>
      <p:sp>
        <p:nvSpPr>
          <p:cNvPr id="478213" name="Rectangle 5">
            <a:extLst>
              <a:ext uri="{FF2B5EF4-FFF2-40B4-BE49-F238E27FC236}">
                <a16:creationId xmlns:a16="http://schemas.microsoft.com/office/drawing/2014/main" id="{9606BD17-28D1-7A4A-BD93-8D9FF7162D8C}"/>
              </a:ext>
            </a:extLst>
          </p:cNvPr>
          <p:cNvSpPr>
            <a:spLocks noChangeArrowheads="1"/>
          </p:cNvSpPr>
          <p:nvPr/>
        </p:nvSpPr>
        <p:spPr bwMode="auto">
          <a:xfrm>
            <a:off x="1331119" y="2071688"/>
            <a:ext cx="6481763" cy="1307306"/>
          </a:xfrm>
          <a:prstGeom prst="rect">
            <a:avLst/>
          </a:prstGeom>
          <a:solidFill>
            <a:srgbClr val="CCECFF"/>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5" name="Rectangle 11">
            <a:extLst>
              <a:ext uri="{FF2B5EF4-FFF2-40B4-BE49-F238E27FC236}">
                <a16:creationId xmlns:a16="http://schemas.microsoft.com/office/drawing/2014/main" id="{02149828-9752-2D42-87C3-3F8CDD4E17A8}"/>
              </a:ext>
            </a:extLst>
          </p:cNvPr>
          <p:cNvSpPr>
            <a:spLocks noChangeArrowheads="1"/>
          </p:cNvSpPr>
          <p:nvPr/>
        </p:nvSpPr>
        <p:spPr bwMode="auto">
          <a:xfrm>
            <a:off x="2422923" y="2543176"/>
            <a:ext cx="4298156" cy="365522"/>
          </a:xfrm>
          <a:prstGeom prst="rect">
            <a:avLst/>
          </a:prstGeom>
          <a:solidFill>
            <a:srgbClr val="FFC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6" name="Rectangle 6">
            <a:extLst>
              <a:ext uri="{FF2B5EF4-FFF2-40B4-BE49-F238E27FC236}">
                <a16:creationId xmlns:a16="http://schemas.microsoft.com/office/drawing/2014/main" id="{C64A3034-13C7-EB42-B041-65EE8B7F6F9E}"/>
              </a:ext>
            </a:extLst>
          </p:cNvPr>
          <p:cNvSpPr>
            <a:spLocks noChangeArrowheads="1"/>
          </p:cNvSpPr>
          <p:nvPr/>
        </p:nvSpPr>
        <p:spPr bwMode="auto">
          <a:xfrm>
            <a:off x="2450306" y="2569369"/>
            <a:ext cx="934641" cy="33456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7" name="Text Box 7">
            <a:extLst>
              <a:ext uri="{FF2B5EF4-FFF2-40B4-BE49-F238E27FC236}">
                <a16:creationId xmlns:a16="http://schemas.microsoft.com/office/drawing/2014/main" id="{F36D02A2-A9AA-A34B-B8D6-4212E429774C}"/>
              </a:ext>
            </a:extLst>
          </p:cNvPr>
          <p:cNvSpPr txBox="1">
            <a:spLocks noChangeArrowheads="1"/>
          </p:cNvSpPr>
          <p:nvPr/>
        </p:nvSpPr>
        <p:spPr bwMode="auto">
          <a:xfrm>
            <a:off x="1524001" y="163234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运输层</a:t>
            </a:r>
          </a:p>
        </p:txBody>
      </p:sp>
      <p:sp>
        <p:nvSpPr>
          <p:cNvPr id="187398" name="Text Box 8">
            <a:extLst>
              <a:ext uri="{FF2B5EF4-FFF2-40B4-BE49-F238E27FC236}">
                <a16:creationId xmlns:a16="http://schemas.microsoft.com/office/drawing/2014/main" id="{766E1E12-0FE7-4C41-B3C2-C76FAED68157}"/>
              </a:ext>
            </a:extLst>
          </p:cNvPr>
          <p:cNvSpPr txBox="1">
            <a:spLocks noChangeArrowheads="1"/>
          </p:cNvSpPr>
          <p:nvPr/>
        </p:nvSpPr>
        <p:spPr bwMode="auto">
          <a:xfrm>
            <a:off x="1524001" y="2412207"/>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a:t>
            </a:r>
          </a:p>
        </p:txBody>
      </p:sp>
      <p:sp>
        <p:nvSpPr>
          <p:cNvPr id="187399" name="Line 9">
            <a:extLst>
              <a:ext uri="{FF2B5EF4-FFF2-40B4-BE49-F238E27FC236}">
                <a16:creationId xmlns:a16="http://schemas.microsoft.com/office/drawing/2014/main" id="{E2F64E69-F8B0-1D4C-98E4-B4E68327A9E8}"/>
              </a:ext>
            </a:extLst>
          </p:cNvPr>
          <p:cNvSpPr>
            <a:spLocks noChangeShapeType="1"/>
          </p:cNvSpPr>
          <p:nvPr/>
        </p:nvSpPr>
        <p:spPr bwMode="auto">
          <a:xfrm>
            <a:off x="3384947" y="2543176"/>
            <a:ext cx="0" cy="3655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7400" name="Text Box 10">
            <a:extLst>
              <a:ext uri="{FF2B5EF4-FFF2-40B4-BE49-F238E27FC236}">
                <a16:creationId xmlns:a16="http://schemas.microsoft.com/office/drawing/2014/main" id="{90B5B081-1742-AD48-9BDD-1516D3DB4188}"/>
              </a:ext>
            </a:extLst>
          </p:cNvPr>
          <p:cNvSpPr txBox="1">
            <a:spLocks noChangeArrowheads="1"/>
          </p:cNvSpPr>
          <p:nvPr/>
        </p:nvSpPr>
        <p:spPr bwMode="auto">
          <a:xfrm>
            <a:off x="2613423" y="259794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7401" name="Rectangle 13">
            <a:extLst>
              <a:ext uri="{FF2B5EF4-FFF2-40B4-BE49-F238E27FC236}">
                <a16:creationId xmlns:a16="http://schemas.microsoft.com/office/drawing/2014/main" id="{5A4F6F8C-8567-E24F-B57E-D6C0B12107DB}"/>
              </a:ext>
            </a:extLst>
          </p:cNvPr>
          <p:cNvSpPr>
            <a:spLocks noChangeArrowheads="1"/>
          </p:cNvSpPr>
          <p:nvPr/>
        </p:nvSpPr>
        <p:spPr bwMode="auto">
          <a:xfrm>
            <a:off x="4283869" y="1704975"/>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2" name="Text Box 14">
            <a:extLst>
              <a:ext uri="{FF2B5EF4-FFF2-40B4-BE49-F238E27FC236}">
                <a16:creationId xmlns:a16="http://schemas.microsoft.com/office/drawing/2014/main" id="{8DAF6EC5-2532-8346-8BA5-094F0894D82E}"/>
              </a:ext>
            </a:extLst>
          </p:cNvPr>
          <p:cNvSpPr txBox="1">
            <a:spLocks noChangeArrowheads="1"/>
          </p:cNvSpPr>
          <p:nvPr/>
        </p:nvSpPr>
        <p:spPr bwMode="auto">
          <a:xfrm>
            <a:off x="4401741" y="1679973"/>
            <a:ext cx="53123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TCP</a:t>
            </a:r>
          </a:p>
        </p:txBody>
      </p:sp>
      <p:sp>
        <p:nvSpPr>
          <p:cNvPr id="187403" name="Rectangle 15">
            <a:extLst>
              <a:ext uri="{FF2B5EF4-FFF2-40B4-BE49-F238E27FC236}">
                <a16:creationId xmlns:a16="http://schemas.microsoft.com/office/drawing/2014/main" id="{31CEE954-60A4-684F-96F3-56E92453FDC5}"/>
              </a:ext>
            </a:extLst>
          </p:cNvPr>
          <p:cNvSpPr>
            <a:spLocks noChangeArrowheads="1"/>
          </p:cNvSpPr>
          <p:nvPr/>
        </p:nvSpPr>
        <p:spPr bwMode="auto">
          <a:xfrm>
            <a:off x="5245894" y="1704975"/>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4" name="Text Box 16">
            <a:extLst>
              <a:ext uri="{FF2B5EF4-FFF2-40B4-BE49-F238E27FC236}">
                <a16:creationId xmlns:a16="http://schemas.microsoft.com/office/drawing/2014/main" id="{2AB7B688-65E2-F947-AB83-9212603F3220}"/>
              </a:ext>
            </a:extLst>
          </p:cNvPr>
          <p:cNvSpPr txBox="1">
            <a:spLocks noChangeArrowheads="1"/>
          </p:cNvSpPr>
          <p:nvPr/>
        </p:nvSpPr>
        <p:spPr bwMode="auto">
          <a:xfrm>
            <a:off x="5347098" y="1704975"/>
            <a:ext cx="591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UDP</a:t>
            </a:r>
          </a:p>
        </p:txBody>
      </p:sp>
      <p:sp>
        <p:nvSpPr>
          <p:cNvPr id="187405" name="Rectangle 17">
            <a:extLst>
              <a:ext uri="{FF2B5EF4-FFF2-40B4-BE49-F238E27FC236}">
                <a16:creationId xmlns:a16="http://schemas.microsoft.com/office/drawing/2014/main" id="{882C62A7-F13D-1C43-907A-939F5B83A986}"/>
              </a:ext>
            </a:extLst>
          </p:cNvPr>
          <p:cNvSpPr>
            <a:spLocks noChangeArrowheads="1"/>
          </p:cNvSpPr>
          <p:nvPr/>
        </p:nvSpPr>
        <p:spPr bwMode="auto">
          <a:xfrm>
            <a:off x="2678907" y="2169319"/>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6" name="Text Box 18">
            <a:extLst>
              <a:ext uri="{FF2B5EF4-FFF2-40B4-BE49-F238E27FC236}">
                <a16:creationId xmlns:a16="http://schemas.microsoft.com/office/drawing/2014/main" id="{611508D4-8CAF-8542-8AD4-D01DF6C5D2DD}"/>
              </a:ext>
            </a:extLst>
          </p:cNvPr>
          <p:cNvSpPr txBox="1">
            <a:spLocks noChangeArrowheads="1"/>
          </p:cNvSpPr>
          <p:nvPr/>
        </p:nvSpPr>
        <p:spPr bwMode="auto">
          <a:xfrm>
            <a:off x="2743200" y="2143125"/>
            <a:ext cx="6735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ICMP</a:t>
            </a:r>
          </a:p>
        </p:txBody>
      </p:sp>
      <p:sp>
        <p:nvSpPr>
          <p:cNvPr id="187407" name="Rectangle 19">
            <a:extLst>
              <a:ext uri="{FF2B5EF4-FFF2-40B4-BE49-F238E27FC236}">
                <a16:creationId xmlns:a16="http://schemas.microsoft.com/office/drawing/2014/main" id="{954E91F6-FAB7-3C48-AA52-1447ED076E9D}"/>
              </a:ext>
            </a:extLst>
          </p:cNvPr>
          <p:cNvSpPr>
            <a:spLocks noChangeArrowheads="1"/>
          </p:cNvSpPr>
          <p:nvPr/>
        </p:nvSpPr>
        <p:spPr bwMode="auto">
          <a:xfrm>
            <a:off x="357782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8" name="Text Box 20">
            <a:extLst>
              <a:ext uri="{FF2B5EF4-FFF2-40B4-BE49-F238E27FC236}">
                <a16:creationId xmlns:a16="http://schemas.microsoft.com/office/drawing/2014/main" id="{A0A302F7-5EFF-0C46-A60C-66CCBBB7FB11}"/>
              </a:ext>
            </a:extLst>
          </p:cNvPr>
          <p:cNvSpPr txBox="1">
            <a:spLocks noChangeArrowheads="1"/>
          </p:cNvSpPr>
          <p:nvPr/>
        </p:nvSpPr>
        <p:spPr bwMode="auto">
          <a:xfrm>
            <a:off x="3643313" y="2143125"/>
            <a:ext cx="6880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IGMP</a:t>
            </a:r>
          </a:p>
        </p:txBody>
      </p:sp>
      <p:sp>
        <p:nvSpPr>
          <p:cNvPr id="187409" name="Rectangle 21">
            <a:extLst>
              <a:ext uri="{FF2B5EF4-FFF2-40B4-BE49-F238E27FC236}">
                <a16:creationId xmlns:a16="http://schemas.microsoft.com/office/drawing/2014/main" id="{0A7180E7-729B-4C42-ACF1-8A6A7D84C032}"/>
              </a:ext>
            </a:extLst>
          </p:cNvPr>
          <p:cNvSpPr>
            <a:spLocks noChangeArrowheads="1"/>
          </p:cNvSpPr>
          <p:nvPr/>
        </p:nvSpPr>
        <p:spPr bwMode="auto">
          <a:xfrm>
            <a:off x="624601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10" name="Text Box 22">
            <a:extLst>
              <a:ext uri="{FF2B5EF4-FFF2-40B4-BE49-F238E27FC236}">
                <a16:creationId xmlns:a16="http://schemas.microsoft.com/office/drawing/2014/main" id="{F4BF9135-B15B-E34D-B6B1-BA8032166871}"/>
              </a:ext>
            </a:extLst>
          </p:cNvPr>
          <p:cNvSpPr txBox="1">
            <a:spLocks noChangeArrowheads="1"/>
          </p:cNvSpPr>
          <p:nvPr/>
        </p:nvSpPr>
        <p:spPr bwMode="auto">
          <a:xfrm>
            <a:off x="6311504" y="2143125"/>
            <a:ext cx="6719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OSPF</a:t>
            </a:r>
          </a:p>
        </p:txBody>
      </p:sp>
      <p:sp>
        <p:nvSpPr>
          <p:cNvPr id="478233" name="Line 25">
            <a:extLst>
              <a:ext uri="{FF2B5EF4-FFF2-40B4-BE49-F238E27FC236}">
                <a16:creationId xmlns:a16="http://schemas.microsoft.com/office/drawing/2014/main" id="{B567CF96-D59B-C349-AE88-449D56D099EC}"/>
              </a:ext>
            </a:extLst>
          </p:cNvPr>
          <p:cNvSpPr>
            <a:spLocks noChangeShapeType="1"/>
          </p:cNvSpPr>
          <p:nvPr/>
        </p:nvSpPr>
        <p:spPr bwMode="auto">
          <a:xfrm flipV="1">
            <a:off x="5310188" y="1966913"/>
            <a:ext cx="321469" cy="732235"/>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5" name="Line 27">
            <a:extLst>
              <a:ext uri="{FF2B5EF4-FFF2-40B4-BE49-F238E27FC236}">
                <a16:creationId xmlns:a16="http://schemas.microsoft.com/office/drawing/2014/main" id="{7E5D42EF-7D8B-204A-BF60-82BA5C39BEE6}"/>
              </a:ext>
            </a:extLst>
          </p:cNvPr>
          <p:cNvSpPr>
            <a:spLocks noChangeShapeType="1"/>
          </p:cNvSpPr>
          <p:nvPr/>
        </p:nvSpPr>
        <p:spPr bwMode="auto">
          <a:xfrm flipH="1" flipV="1">
            <a:off x="4667251" y="1966912"/>
            <a:ext cx="651272" cy="74771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6" name="Line 28">
            <a:extLst>
              <a:ext uri="{FF2B5EF4-FFF2-40B4-BE49-F238E27FC236}">
                <a16:creationId xmlns:a16="http://schemas.microsoft.com/office/drawing/2014/main" id="{D9C5D489-158B-6945-A27C-4FC22AD38738}"/>
              </a:ext>
            </a:extLst>
          </p:cNvPr>
          <p:cNvSpPr>
            <a:spLocks noChangeShapeType="1"/>
          </p:cNvSpPr>
          <p:nvPr/>
        </p:nvSpPr>
        <p:spPr bwMode="auto">
          <a:xfrm flipH="1" flipV="1">
            <a:off x="4363641" y="2381250"/>
            <a:ext cx="977503" cy="34766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7" name="Line 29">
            <a:extLst>
              <a:ext uri="{FF2B5EF4-FFF2-40B4-BE49-F238E27FC236}">
                <a16:creationId xmlns:a16="http://schemas.microsoft.com/office/drawing/2014/main" id="{A2E1AD4C-F22E-A24F-991F-FFB06E12E454}"/>
              </a:ext>
            </a:extLst>
          </p:cNvPr>
          <p:cNvSpPr>
            <a:spLocks noChangeShapeType="1"/>
          </p:cNvSpPr>
          <p:nvPr/>
        </p:nvSpPr>
        <p:spPr bwMode="auto">
          <a:xfrm flipH="1" flipV="1">
            <a:off x="3251598" y="2441972"/>
            <a:ext cx="2087165" cy="279797"/>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8" name="Line 30">
            <a:extLst>
              <a:ext uri="{FF2B5EF4-FFF2-40B4-BE49-F238E27FC236}">
                <a16:creationId xmlns:a16="http://schemas.microsoft.com/office/drawing/2014/main" id="{88381C47-5199-9245-9385-018084674B42}"/>
              </a:ext>
            </a:extLst>
          </p:cNvPr>
          <p:cNvSpPr>
            <a:spLocks noChangeShapeType="1"/>
          </p:cNvSpPr>
          <p:nvPr/>
        </p:nvSpPr>
        <p:spPr bwMode="auto">
          <a:xfrm flipV="1">
            <a:off x="5329238" y="2380060"/>
            <a:ext cx="896541" cy="335756"/>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6" name="Text Box 31">
            <a:extLst>
              <a:ext uri="{FF2B5EF4-FFF2-40B4-BE49-F238E27FC236}">
                <a16:creationId xmlns:a16="http://schemas.microsoft.com/office/drawing/2014/main" id="{8B87B365-A3AC-2842-A7B5-0DE4D0E5308B}"/>
              </a:ext>
            </a:extLst>
          </p:cNvPr>
          <p:cNvSpPr txBox="1">
            <a:spLocks noChangeArrowheads="1"/>
          </p:cNvSpPr>
          <p:nvPr/>
        </p:nvSpPr>
        <p:spPr bwMode="auto">
          <a:xfrm>
            <a:off x="3492104" y="2597944"/>
            <a:ext cx="1127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7417" name="Line 32">
            <a:extLst>
              <a:ext uri="{FF2B5EF4-FFF2-40B4-BE49-F238E27FC236}">
                <a16:creationId xmlns:a16="http://schemas.microsoft.com/office/drawing/2014/main" id="{04D737D7-823F-B242-9313-85BA3E7FE4F0}"/>
              </a:ext>
            </a:extLst>
          </p:cNvPr>
          <p:cNvSpPr>
            <a:spLocks noChangeShapeType="1"/>
          </p:cNvSpPr>
          <p:nvPr/>
        </p:nvSpPr>
        <p:spPr bwMode="auto">
          <a:xfrm>
            <a:off x="2422923" y="3117056"/>
            <a:ext cx="4298156"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8" name="Text Box 33">
            <a:extLst>
              <a:ext uri="{FF2B5EF4-FFF2-40B4-BE49-F238E27FC236}">
                <a16:creationId xmlns:a16="http://schemas.microsoft.com/office/drawing/2014/main" id="{361953B2-F8CF-1044-B46D-A6E0626B843F}"/>
              </a:ext>
            </a:extLst>
          </p:cNvPr>
          <p:cNvSpPr txBox="1">
            <a:spLocks noChangeArrowheads="1"/>
          </p:cNvSpPr>
          <p:nvPr/>
        </p:nvSpPr>
        <p:spPr bwMode="auto">
          <a:xfrm>
            <a:off x="4089798" y="2945607"/>
            <a:ext cx="992579" cy="32316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78246" name="Group 38">
            <a:extLst>
              <a:ext uri="{FF2B5EF4-FFF2-40B4-BE49-F238E27FC236}">
                <a16:creationId xmlns:a16="http://schemas.microsoft.com/office/drawing/2014/main" id="{BB2A07B1-7A20-D141-AE48-39C69E014A27}"/>
              </a:ext>
            </a:extLst>
          </p:cNvPr>
          <p:cNvGrpSpPr>
            <a:grpSpLocks/>
          </p:cNvGrpSpPr>
          <p:nvPr/>
        </p:nvGrpSpPr>
        <p:grpSpPr bwMode="auto">
          <a:xfrm>
            <a:off x="3086100" y="2733676"/>
            <a:ext cx="3268266" cy="1410891"/>
            <a:chOff x="1632" y="2296"/>
            <a:chExt cx="2745" cy="1185"/>
          </a:xfrm>
        </p:grpSpPr>
        <p:sp>
          <p:nvSpPr>
            <p:cNvPr id="187421" name="Rectangle 34">
              <a:extLst>
                <a:ext uri="{FF2B5EF4-FFF2-40B4-BE49-F238E27FC236}">
                  <a16:creationId xmlns:a16="http://schemas.microsoft.com/office/drawing/2014/main" id="{2030777D-B6A0-2847-99CA-E1B490584375}"/>
                </a:ext>
              </a:extLst>
            </p:cNvPr>
            <p:cNvSpPr>
              <a:spLocks noChangeArrowheads="1"/>
            </p:cNvSpPr>
            <p:nvPr/>
          </p:nvSpPr>
          <p:spPr bwMode="auto">
            <a:xfrm>
              <a:off x="1632" y="2296"/>
              <a:ext cx="227" cy="106"/>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22" name="AutoShape 35">
              <a:extLst>
                <a:ext uri="{FF2B5EF4-FFF2-40B4-BE49-F238E27FC236}">
                  <a16:creationId xmlns:a16="http://schemas.microsoft.com/office/drawing/2014/main" id="{C2CD948C-C3CA-2248-832A-B912EA80E6F5}"/>
                </a:ext>
              </a:extLst>
            </p:cNvPr>
            <p:cNvSpPr>
              <a:spLocks noChangeArrowheads="1"/>
            </p:cNvSpPr>
            <p:nvPr/>
          </p:nvSpPr>
          <p:spPr bwMode="auto">
            <a:xfrm>
              <a:off x="2439" y="3033"/>
              <a:ext cx="1853" cy="442"/>
            </a:xfrm>
            <a:prstGeom prst="wedgeRoundRectCallout">
              <a:avLst>
                <a:gd name="adj1" fmla="val -87560"/>
                <a:gd name="adj2" fmla="val -194569"/>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2400">
                <a:latin typeface="微软雅黑" panose="020B0503020204020204" pitchFamily="34" charset="-122"/>
                <a:ea typeface="宋体" panose="02010600030101010101" pitchFamily="2" charset="-122"/>
              </a:endParaRPr>
            </a:p>
          </p:txBody>
        </p:sp>
        <p:sp>
          <p:nvSpPr>
            <p:cNvPr id="187423" name="Text Box 36">
              <a:extLst>
                <a:ext uri="{FF2B5EF4-FFF2-40B4-BE49-F238E27FC236}">
                  <a16:creationId xmlns:a16="http://schemas.microsoft.com/office/drawing/2014/main" id="{2B76E541-1177-DE4F-9A71-8BF92AE8436A}"/>
                </a:ext>
              </a:extLst>
            </p:cNvPr>
            <p:cNvSpPr txBox="1">
              <a:spLocks noChangeArrowheads="1"/>
            </p:cNvSpPr>
            <p:nvPr/>
          </p:nvSpPr>
          <p:spPr bwMode="auto">
            <a:xfrm>
              <a:off x="2426" y="3016"/>
              <a:ext cx="195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协议字段指出应将数据</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部分交给哪一个进程</a:t>
              </a:r>
            </a:p>
          </p:txBody>
        </p:sp>
      </p:grpSp>
      <p:sp>
        <p:nvSpPr>
          <p:cNvPr id="187420" name="幻灯片编号占位符 1">
            <a:extLst>
              <a:ext uri="{FF2B5EF4-FFF2-40B4-BE49-F238E27FC236}">
                <a16:creationId xmlns:a16="http://schemas.microsoft.com/office/drawing/2014/main" id="{576E54B7-7F8A-BD42-99DB-590CC2FC3408}"/>
              </a:ext>
            </a:extLst>
          </p:cNvPr>
          <p:cNvSpPr>
            <a:spLocks noGrp="1" noChangeArrowheads="1"/>
          </p:cNvSpPr>
          <p:nvPr>
            <p:ph type="sldNum" sz="quarter" idx="10"/>
          </p:nvPr>
        </p:nvSpPr>
        <p:spPr>
          <a:xfrm>
            <a:off x="8652510" y="4868862"/>
            <a:ext cx="4914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a:spcBef>
                <a:spcPct val="0"/>
              </a:spcBef>
              <a:buClrTx/>
              <a:buSzTx/>
              <a:buFontTx/>
              <a:buNone/>
            </a:pPr>
            <a:fld id="{B5D9A442-DA95-B640-B106-1380AA0C6F6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lgn="r">
                <a:spcBef>
                  <a:spcPct val="0"/>
                </a:spcBef>
                <a:buClrTx/>
                <a:buSzTx/>
                <a:buFontTx/>
                <a:buNone/>
              </a:pPr>
              <a:t>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41206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2500"/>
                            </p:stCondLst>
                            <p:childTnLst>
                              <p:par>
                                <p:cTn id="8" presetID="22" presetClass="entr" presetSubtype="2" fill="hold"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nodeType="afterGroup">
                            <p:stCondLst>
                              <p:cond delay="3000"/>
                            </p:stCondLst>
                            <p:childTnLst>
                              <p:par>
                                <p:cTn id="12" presetID="22" presetClass="entr" presetSubtype="2" fill="hold"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nodeType="afterGroup">
                            <p:stCondLst>
                              <p:cond delay="3500"/>
                            </p:stCondLst>
                            <p:childTnLst>
                              <p:par>
                                <p:cTn id="16" presetID="22" presetClass="entr" presetSubtype="4" fill="hold"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nodeType="afterGroup">
                            <p:stCondLst>
                              <p:cond delay="4000"/>
                            </p:stCondLst>
                            <p:childTnLst>
                              <p:par>
                                <p:cTn id="20" presetID="22" presetClass="entr" presetSubtype="4" fill="hold"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nodeType="afterGroup">
                            <p:stCondLst>
                              <p:cond delay="4500"/>
                            </p:stCondLst>
                            <p:childTnLst>
                              <p:par>
                                <p:cTn id="24" presetID="22" presetClass="entr" presetSubtype="8" fill="hold"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9441" name="Line 2">
            <a:extLst>
              <a:ext uri="{FF2B5EF4-FFF2-40B4-BE49-F238E27FC236}">
                <a16:creationId xmlns:a16="http://schemas.microsoft.com/office/drawing/2014/main" id="{8E1B1114-3385-4A4B-8965-90F0A38985A1}"/>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9442" name="Rectangle 3">
            <a:extLst>
              <a:ext uri="{FF2B5EF4-FFF2-40B4-BE49-F238E27FC236}">
                <a16:creationId xmlns:a16="http://schemas.microsoft.com/office/drawing/2014/main" id="{69A00F33-2F16-1946-BDEC-3102E37B3D8B}"/>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9443" name="Rectangle 4">
            <a:extLst>
              <a:ext uri="{FF2B5EF4-FFF2-40B4-BE49-F238E27FC236}">
                <a16:creationId xmlns:a16="http://schemas.microsoft.com/office/drawing/2014/main" id="{4442E88C-E7AE-B94A-B832-AF0EF8BA737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4" name="Rectangle 6">
            <a:extLst>
              <a:ext uri="{FF2B5EF4-FFF2-40B4-BE49-F238E27FC236}">
                <a16:creationId xmlns:a16="http://schemas.microsoft.com/office/drawing/2014/main" id="{14AFBD92-33C2-9C4A-B2AD-9AECC2A6DD02}"/>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5" name="Rectangle 7">
            <a:extLst>
              <a:ext uri="{FF2B5EF4-FFF2-40B4-BE49-F238E27FC236}">
                <a16:creationId xmlns:a16="http://schemas.microsoft.com/office/drawing/2014/main" id="{DC4AEC4A-5969-2E4E-8DD2-BF21786F677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6" name="Line 8">
            <a:extLst>
              <a:ext uri="{FF2B5EF4-FFF2-40B4-BE49-F238E27FC236}">
                <a16:creationId xmlns:a16="http://schemas.microsoft.com/office/drawing/2014/main" id="{A5152D11-9BD1-9F44-AFFC-383A4222920D}"/>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7" name="Line 9">
            <a:extLst>
              <a:ext uri="{FF2B5EF4-FFF2-40B4-BE49-F238E27FC236}">
                <a16:creationId xmlns:a16="http://schemas.microsoft.com/office/drawing/2014/main" id="{199B1844-0CC8-4F4E-B052-0F7B689B7A21}"/>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8" name="Line 10">
            <a:extLst>
              <a:ext uri="{FF2B5EF4-FFF2-40B4-BE49-F238E27FC236}">
                <a16:creationId xmlns:a16="http://schemas.microsoft.com/office/drawing/2014/main" id="{02AA31FC-71AD-8D49-B72E-AA9D1855E2F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9" name="Line 11">
            <a:extLst>
              <a:ext uri="{FF2B5EF4-FFF2-40B4-BE49-F238E27FC236}">
                <a16:creationId xmlns:a16="http://schemas.microsoft.com/office/drawing/2014/main" id="{02DBD352-18F2-A545-8085-EA88AC4DB0D7}"/>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0" name="Line 12">
            <a:extLst>
              <a:ext uri="{FF2B5EF4-FFF2-40B4-BE49-F238E27FC236}">
                <a16:creationId xmlns:a16="http://schemas.microsoft.com/office/drawing/2014/main" id="{55D852D6-E671-254E-B33A-1C46A203DEF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1" name="Line 13">
            <a:extLst>
              <a:ext uri="{FF2B5EF4-FFF2-40B4-BE49-F238E27FC236}">
                <a16:creationId xmlns:a16="http://schemas.microsoft.com/office/drawing/2014/main" id="{B7053C0F-8361-334B-BDE6-77775BC088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2" name="Line 14">
            <a:extLst>
              <a:ext uri="{FF2B5EF4-FFF2-40B4-BE49-F238E27FC236}">
                <a16:creationId xmlns:a16="http://schemas.microsoft.com/office/drawing/2014/main" id="{782F274D-2D5D-ED42-90B2-2DF88982144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3" name="Line 15">
            <a:extLst>
              <a:ext uri="{FF2B5EF4-FFF2-40B4-BE49-F238E27FC236}">
                <a16:creationId xmlns:a16="http://schemas.microsoft.com/office/drawing/2014/main" id="{D10BD55C-00A0-9E41-BC3B-8768261E13D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4" name="Line 16">
            <a:extLst>
              <a:ext uri="{FF2B5EF4-FFF2-40B4-BE49-F238E27FC236}">
                <a16:creationId xmlns:a16="http://schemas.microsoft.com/office/drawing/2014/main" id="{39F70A8D-3609-D84C-B9CF-E0D396A09B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5" name="Line 17">
            <a:extLst>
              <a:ext uri="{FF2B5EF4-FFF2-40B4-BE49-F238E27FC236}">
                <a16:creationId xmlns:a16="http://schemas.microsoft.com/office/drawing/2014/main" id="{DC185E74-91AB-7343-8FCE-ABCEC0994553}"/>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6" name="Line 18">
            <a:extLst>
              <a:ext uri="{FF2B5EF4-FFF2-40B4-BE49-F238E27FC236}">
                <a16:creationId xmlns:a16="http://schemas.microsoft.com/office/drawing/2014/main" id="{99634D37-3756-F145-B88F-DFC9BF21FD5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7" name="Rectangle 19">
            <a:extLst>
              <a:ext uri="{FF2B5EF4-FFF2-40B4-BE49-F238E27FC236}">
                <a16:creationId xmlns:a16="http://schemas.microsoft.com/office/drawing/2014/main" id="{E23AEB1D-0AB0-4748-B38D-EE4296058C6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9458" name="Rectangle 20">
            <a:extLst>
              <a:ext uri="{FF2B5EF4-FFF2-40B4-BE49-F238E27FC236}">
                <a16:creationId xmlns:a16="http://schemas.microsoft.com/office/drawing/2014/main" id="{F456CC53-BBC6-5B43-A546-73D197CCE90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9459" name="Rectangle 21">
            <a:extLst>
              <a:ext uri="{FF2B5EF4-FFF2-40B4-BE49-F238E27FC236}">
                <a16:creationId xmlns:a16="http://schemas.microsoft.com/office/drawing/2014/main" id="{78D12A94-165F-EC4F-89AA-B8F74C4C760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9460" name="Rectangle 22">
            <a:extLst>
              <a:ext uri="{FF2B5EF4-FFF2-40B4-BE49-F238E27FC236}">
                <a16:creationId xmlns:a16="http://schemas.microsoft.com/office/drawing/2014/main" id="{1FBA78A6-7D1B-FE40-8876-8D2CEB84180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9461" name="Rectangle 23">
            <a:extLst>
              <a:ext uri="{FF2B5EF4-FFF2-40B4-BE49-F238E27FC236}">
                <a16:creationId xmlns:a16="http://schemas.microsoft.com/office/drawing/2014/main" id="{E79CA3EA-C1C4-F549-BD6E-6205E0222C9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9462" name="Rectangle 24">
            <a:extLst>
              <a:ext uri="{FF2B5EF4-FFF2-40B4-BE49-F238E27FC236}">
                <a16:creationId xmlns:a16="http://schemas.microsoft.com/office/drawing/2014/main" id="{E0173777-934F-E34C-966A-6CC982CE304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9463" name="Rectangle 25">
            <a:extLst>
              <a:ext uri="{FF2B5EF4-FFF2-40B4-BE49-F238E27FC236}">
                <a16:creationId xmlns:a16="http://schemas.microsoft.com/office/drawing/2014/main" id="{899228AC-970E-5D43-A08B-7E69EB04F7B9}"/>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9464" name="Rectangle 26">
            <a:extLst>
              <a:ext uri="{FF2B5EF4-FFF2-40B4-BE49-F238E27FC236}">
                <a16:creationId xmlns:a16="http://schemas.microsoft.com/office/drawing/2014/main" id="{E94288F1-D12F-2042-9153-91F2D8CEF80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9465" name="Rectangle 27">
            <a:extLst>
              <a:ext uri="{FF2B5EF4-FFF2-40B4-BE49-F238E27FC236}">
                <a16:creationId xmlns:a16="http://schemas.microsoft.com/office/drawing/2014/main" id="{3BC902D3-104B-1143-AA5C-0FE50D0C68A8}"/>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9466" name="Rectangle 28">
            <a:extLst>
              <a:ext uri="{FF2B5EF4-FFF2-40B4-BE49-F238E27FC236}">
                <a16:creationId xmlns:a16="http://schemas.microsoft.com/office/drawing/2014/main" id="{562C8EEC-76B0-B449-987C-F0244E7BB44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9467" name="Rectangle 29">
            <a:extLst>
              <a:ext uri="{FF2B5EF4-FFF2-40B4-BE49-F238E27FC236}">
                <a16:creationId xmlns:a16="http://schemas.microsoft.com/office/drawing/2014/main" id="{92EC381D-93B3-4545-8D6A-EAC7C37C0C9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9468" name="Rectangle 30">
            <a:extLst>
              <a:ext uri="{FF2B5EF4-FFF2-40B4-BE49-F238E27FC236}">
                <a16:creationId xmlns:a16="http://schemas.microsoft.com/office/drawing/2014/main" id="{09325D29-28E5-1E45-8EC4-730FC6BF56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9469" name="Rectangle 32">
            <a:extLst>
              <a:ext uri="{FF2B5EF4-FFF2-40B4-BE49-F238E27FC236}">
                <a16:creationId xmlns:a16="http://schemas.microsoft.com/office/drawing/2014/main" id="{63631702-4C3E-1643-86BA-91D50A59B4B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9470" name="Rectangle 33">
            <a:extLst>
              <a:ext uri="{FF2B5EF4-FFF2-40B4-BE49-F238E27FC236}">
                <a16:creationId xmlns:a16="http://schemas.microsoft.com/office/drawing/2014/main" id="{AF3A71B2-A486-2D40-BF99-C13059A5C00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9471" name="Rectangle 34">
            <a:extLst>
              <a:ext uri="{FF2B5EF4-FFF2-40B4-BE49-F238E27FC236}">
                <a16:creationId xmlns:a16="http://schemas.microsoft.com/office/drawing/2014/main" id="{E9B4A669-BF2D-BB4E-A5FF-3E0B9E3BC7FE}"/>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9472" name="Rectangle 35">
            <a:extLst>
              <a:ext uri="{FF2B5EF4-FFF2-40B4-BE49-F238E27FC236}">
                <a16:creationId xmlns:a16="http://schemas.microsoft.com/office/drawing/2014/main" id="{E56B74CA-15A8-2D4F-BFD1-999E8EF3F2B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9473" name="Rectangle 36">
            <a:extLst>
              <a:ext uri="{FF2B5EF4-FFF2-40B4-BE49-F238E27FC236}">
                <a16:creationId xmlns:a16="http://schemas.microsoft.com/office/drawing/2014/main" id="{587C1E5D-F18A-5B40-8882-C04E80B73C7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9474" name="Rectangle 37">
            <a:extLst>
              <a:ext uri="{FF2B5EF4-FFF2-40B4-BE49-F238E27FC236}">
                <a16:creationId xmlns:a16="http://schemas.microsoft.com/office/drawing/2014/main" id="{94509C5F-5442-8748-BFCC-6E9CE56965C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9475" name="Rectangle 38">
            <a:extLst>
              <a:ext uri="{FF2B5EF4-FFF2-40B4-BE49-F238E27FC236}">
                <a16:creationId xmlns:a16="http://schemas.microsoft.com/office/drawing/2014/main" id="{596CF790-F1AB-2F47-BC29-8ABCB12DDC8B}"/>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9476" name="Rectangle 39">
            <a:extLst>
              <a:ext uri="{FF2B5EF4-FFF2-40B4-BE49-F238E27FC236}">
                <a16:creationId xmlns:a16="http://schemas.microsoft.com/office/drawing/2014/main" id="{E2D1FBE4-E801-6342-BAAA-C8302CE716E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9477" name="Rectangle 40">
            <a:extLst>
              <a:ext uri="{FF2B5EF4-FFF2-40B4-BE49-F238E27FC236}">
                <a16:creationId xmlns:a16="http://schemas.microsoft.com/office/drawing/2014/main" id="{0CB34483-20EE-0444-AE3E-4CA04BF348D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9478" name="Group 41">
            <a:extLst>
              <a:ext uri="{FF2B5EF4-FFF2-40B4-BE49-F238E27FC236}">
                <a16:creationId xmlns:a16="http://schemas.microsoft.com/office/drawing/2014/main" id="{1A5750AE-C999-C343-A45A-118D1BCDC38B}"/>
              </a:ext>
            </a:extLst>
          </p:cNvPr>
          <p:cNvGrpSpPr>
            <a:grpSpLocks/>
          </p:cNvGrpSpPr>
          <p:nvPr/>
        </p:nvGrpSpPr>
        <p:grpSpPr bwMode="auto">
          <a:xfrm>
            <a:off x="1945482" y="2811066"/>
            <a:ext cx="98822" cy="52388"/>
            <a:chOff x="833" y="3024"/>
            <a:chExt cx="78" cy="51"/>
          </a:xfrm>
        </p:grpSpPr>
        <p:sp>
          <p:nvSpPr>
            <p:cNvPr id="189491" name="Rectangle 42">
              <a:extLst>
                <a:ext uri="{FF2B5EF4-FFF2-40B4-BE49-F238E27FC236}">
                  <a16:creationId xmlns:a16="http://schemas.microsoft.com/office/drawing/2014/main" id="{6271C2AB-00E5-964E-B8DF-831A493183B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92" name="Line 43">
              <a:extLst>
                <a:ext uri="{FF2B5EF4-FFF2-40B4-BE49-F238E27FC236}">
                  <a16:creationId xmlns:a16="http://schemas.microsoft.com/office/drawing/2014/main" id="{4D07C798-894E-B64B-B294-C642BC1B59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3" name="Line 44">
              <a:extLst>
                <a:ext uri="{FF2B5EF4-FFF2-40B4-BE49-F238E27FC236}">
                  <a16:creationId xmlns:a16="http://schemas.microsoft.com/office/drawing/2014/main" id="{CE482594-5B7C-674C-80AB-B5A7CD7807A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9479" name="Group 45">
            <a:extLst>
              <a:ext uri="{FF2B5EF4-FFF2-40B4-BE49-F238E27FC236}">
                <a16:creationId xmlns:a16="http://schemas.microsoft.com/office/drawing/2014/main" id="{1DE7D8C6-9A1F-EB4F-BEA9-7EFEC5BBF757}"/>
              </a:ext>
            </a:extLst>
          </p:cNvPr>
          <p:cNvGrpSpPr>
            <a:grpSpLocks/>
          </p:cNvGrpSpPr>
          <p:nvPr/>
        </p:nvGrpSpPr>
        <p:grpSpPr bwMode="auto">
          <a:xfrm>
            <a:off x="7846219" y="2818210"/>
            <a:ext cx="98822" cy="50006"/>
            <a:chOff x="5432" y="3030"/>
            <a:chExt cx="78" cy="51"/>
          </a:xfrm>
        </p:grpSpPr>
        <p:sp>
          <p:nvSpPr>
            <p:cNvPr id="189488" name="Rectangle 46">
              <a:extLst>
                <a:ext uri="{FF2B5EF4-FFF2-40B4-BE49-F238E27FC236}">
                  <a16:creationId xmlns:a16="http://schemas.microsoft.com/office/drawing/2014/main" id="{A86A3AF2-514B-5942-BBB9-EF2B6125877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9" name="Line 47">
              <a:extLst>
                <a:ext uri="{FF2B5EF4-FFF2-40B4-BE49-F238E27FC236}">
                  <a16:creationId xmlns:a16="http://schemas.microsoft.com/office/drawing/2014/main" id="{FD69699E-B275-7C47-83FA-ECDA9228EBD6}"/>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0" name="Line 48">
              <a:extLst>
                <a:ext uri="{FF2B5EF4-FFF2-40B4-BE49-F238E27FC236}">
                  <a16:creationId xmlns:a16="http://schemas.microsoft.com/office/drawing/2014/main" id="{E2DCB29C-4F40-BA46-9D08-CBCFEF13DE6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9480" name="Rectangle 69">
            <a:extLst>
              <a:ext uri="{FF2B5EF4-FFF2-40B4-BE49-F238E27FC236}">
                <a16:creationId xmlns:a16="http://schemas.microsoft.com/office/drawing/2014/main" id="{94B4802B-4B33-F741-870C-0E08AB2E4AE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9481" name="Rectangle 71">
            <a:extLst>
              <a:ext uri="{FF2B5EF4-FFF2-40B4-BE49-F238E27FC236}">
                <a16:creationId xmlns:a16="http://schemas.microsoft.com/office/drawing/2014/main" id="{533C0AA7-21FD-004F-B19B-731B972218B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9482" name="Rectangle 72">
            <a:extLst>
              <a:ext uri="{FF2B5EF4-FFF2-40B4-BE49-F238E27FC236}">
                <a16:creationId xmlns:a16="http://schemas.microsoft.com/office/drawing/2014/main" id="{8A25FD33-4120-C445-84E5-E78A76CD7A2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9483" name="Text Box 74">
            <a:extLst>
              <a:ext uri="{FF2B5EF4-FFF2-40B4-BE49-F238E27FC236}">
                <a16:creationId xmlns:a16="http://schemas.microsoft.com/office/drawing/2014/main" id="{E75F8C8F-8A1C-F542-8033-0912CD8A9D93}"/>
              </a:ext>
            </a:extLst>
          </p:cNvPr>
          <p:cNvSpPr txBox="1">
            <a:spLocks noChangeArrowheads="1"/>
          </p:cNvSpPr>
          <p:nvPr/>
        </p:nvSpPr>
        <p:spPr bwMode="auto">
          <a:xfrm>
            <a:off x="1754982" y="3701654"/>
            <a:ext cx="6060281" cy="113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首部检验和</a:t>
            </a:r>
            <a:r>
              <a:rPr lang="en-US" altLang="zh-CN" sz="2100">
                <a:solidFill>
                  <a:srgbClr val="FF0000"/>
                </a:solidFill>
                <a:latin typeface="微软雅黑" panose="020B0503020204020204" pitchFamily="34" charset="-122"/>
                <a:ea typeface="宋体" panose="02010600030101010101" pitchFamily="2" charset="-122"/>
              </a:rPr>
              <a:t>(16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只检验数据报的首部不检验数据部分。这里不采用</a:t>
            </a:r>
            <a:r>
              <a:rPr lang="zh-CN" altLang="en-US" sz="1350">
                <a:latin typeface="微软雅黑" panose="020B0503020204020204" pitchFamily="34" charset="-122"/>
                <a:ea typeface="宋体" panose="02010600030101010101" pitchFamily="2" charset="-122"/>
              </a:rPr>
              <a:t> </a:t>
            </a:r>
            <a:r>
              <a:rPr lang="en-US" altLang="zh-CN" sz="2100">
                <a:latin typeface="微软雅黑" panose="020B0503020204020204" pitchFamily="34" charset="-122"/>
                <a:ea typeface="宋体" panose="02010600030101010101" pitchFamily="2" charset="-122"/>
              </a:rPr>
              <a:t>CRC</a:t>
            </a:r>
            <a:r>
              <a:rPr lang="en-US" altLang="zh-CN" sz="1500">
                <a:latin typeface="微软雅黑" panose="020B0503020204020204" pitchFamily="34" charset="-122"/>
                <a:ea typeface="宋体" panose="02010600030101010101" pitchFamily="2" charset="-122"/>
              </a:rPr>
              <a:t> </a:t>
            </a:r>
            <a:r>
              <a:rPr lang="zh-CN" altLang="en-US" sz="2100">
                <a:latin typeface="微软雅黑" panose="020B0503020204020204" pitchFamily="34" charset="-122"/>
                <a:ea typeface="宋体" panose="02010600030101010101" pitchFamily="2" charset="-122"/>
              </a:rPr>
              <a:t>检验码而采用简单的计算方法。 </a:t>
            </a:r>
          </a:p>
        </p:txBody>
      </p:sp>
      <p:sp>
        <p:nvSpPr>
          <p:cNvPr id="189484" name="Rectangle 75">
            <a:extLst>
              <a:ext uri="{FF2B5EF4-FFF2-40B4-BE49-F238E27FC236}">
                <a16:creationId xmlns:a16="http://schemas.microsoft.com/office/drawing/2014/main" id="{66C99B8E-95BF-8347-A42D-A03F0E12F90C}"/>
              </a:ext>
            </a:extLst>
          </p:cNvPr>
          <p:cNvSpPr>
            <a:spLocks noChangeArrowheads="1"/>
          </p:cNvSpPr>
          <p:nvPr/>
        </p:nvSpPr>
        <p:spPr bwMode="auto">
          <a:xfrm>
            <a:off x="4955381" y="1678782"/>
            <a:ext cx="2930129"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5" name="AutoShape 76">
            <a:extLst>
              <a:ext uri="{FF2B5EF4-FFF2-40B4-BE49-F238E27FC236}">
                <a16:creationId xmlns:a16="http://schemas.microsoft.com/office/drawing/2014/main" id="{275891F8-1302-EC41-B647-125FA3D9BE37}"/>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6" name="Rectangle 78">
            <a:extLst>
              <a:ext uri="{FF2B5EF4-FFF2-40B4-BE49-F238E27FC236}">
                <a16:creationId xmlns:a16="http://schemas.microsoft.com/office/drawing/2014/main" id="{A852E62B-9C1B-4E4F-A7A9-DE86D5FBC90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9487" name="幻灯片编号占位符 1">
            <a:extLst>
              <a:ext uri="{FF2B5EF4-FFF2-40B4-BE49-F238E27FC236}">
                <a16:creationId xmlns:a16="http://schemas.microsoft.com/office/drawing/2014/main" id="{DC1B26EA-D87A-5749-842B-84D2B3B3453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349B4B-CF83-844F-A6DB-1DA81438836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8089123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1489" name="Rectangle 66">
            <a:extLst>
              <a:ext uri="{FF2B5EF4-FFF2-40B4-BE49-F238E27FC236}">
                <a16:creationId xmlns:a16="http://schemas.microsoft.com/office/drawing/2014/main" id="{0E6C8538-7BCD-4841-8A66-115E93EF5EC1}"/>
              </a:ext>
            </a:extLst>
          </p:cNvPr>
          <p:cNvSpPr>
            <a:spLocks noChangeArrowheads="1"/>
          </p:cNvSpPr>
          <p:nvPr/>
        </p:nvSpPr>
        <p:spPr bwMode="auto">
          <a:xfrm>
            <a:off x="3820717" y="3515916"/>
            <a:ext cx="1316831" cy="653653"/>
          </a:xfrm>
          <a:prstGeom prst="rect">
            <a:avLst/>
          </a:prstGeom>
          <a:solidFill>
            <a:srgbClr val="FFCC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284" name="Text Box 4">
            <a:extLst>
              <a:ext uri="{FF2B5EF4-FFF2-40B4-BE49-F238E27FC236}">
                <a16:creationId xmlns:a16="http://schemas.microsoft.com/office/drawing/2014/main" id="{20BEA17B-9E73-6D41-9777-E0A6E27C940F}"/>
              </a:ext>
            </a:extLst>
          </p:cNvPr>
          <p:cNvSpPr txBox="1">
            <a:spLocks noChangeArrowheads="1"/>
          </p:cNvSpPr>
          <p:nvPr/>
        </p:nvSpPr>
        <p:spPr bwMode="auto">
          <a:xfrm>
            <a:off x="1494235" y="141685"/>
            <a:ext cx="1727597" cy="323165"/>
          </a:xfrm>
          <a:prstGeom prst="rect">
            <a:avLst/>
          </a:prstGeom>
          <a:solidFill>
            <a:srgbClr val="99FF33"/>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发送端</a:t>
            </a:r>
          </a:p>
        </p:txBody>
      </p:sp>
      <p:sp>
        <p:nvSpPr>
          <p:cNvPr id="481285" name="Text Box 5">
            <a:extLst>
              <a:ext uri="{FF2B5EF4-FFF2-40B4-BE49-F238E27FC236}">
                <a16:creationId xmlns:a16="http://schemas.microsoft.com/office/drawing/2014/main" id="{1A02AC32-3F51-A240-A39F-06DE2F87E508}"/>
              </a:ext>
            </a:extLst>
          </p:cNvPr>
          <p:cNvSpPr txBox="1">
            <a:spLocks noChangeArrowheads="1"/>
          </p:cNvSpPr>
          <p:nvPr/>
        </p:nvSpPr>
        <p:spPr bwMode="auto">
          <a:xfrm>
            <a:off x="5651898" y="141685"/>
            <a:ext cx="1674019" cy="323165"/>
          </a:xfrm>
          <a:prstGeom prst="rect">
            <a:avLst/>
          </a:prstGeom>
          <a:solidFill>
            <a:srgbClr val="CCCCFF"/>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接收端</a:t>
            </a:r>
          </a:p>
        </p:txBody>
      </p:sp>
      <p:sp>
        <p:nvSpPr>
          <p:cNvPr id="191492" name="Rectangle 6">
            <a:extLst>
              <a:ext uri="{FF2B5EF4-FFF2-40B4-BE49-F238E27FC236}">
                <a16:creationId xmlns:a16="http://schemas.microsoft.com/office/drawing/2014/main" id="{AA226E4C-E3D0-6F45-B8CF-5300375C588E}"/>
              </a:ext>
            </a:extLst>
          </p:cNvPr>
          <p:cNvSpPr>
            <a:spLocks noChangeArrowheads="1"/>
          </p:cNvSpPr>
          <p:nvPr/>
        </p:nvSpPr>
        <p:spPr bwMode="auto">
          <a:xfrm>
            <a:off x="220503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3" name="Text Box 7">
            <a:extLst>
              <a:ext uri="{FF2B5EF4-FFF2-40B4-BE49-F238E27FC236}">
                <a16:creationId xmlns:a16="http://schemas.microsoft.com/office/drawing/2014/main" id="{25EF58E5-5784-3B48-8398-BF9A4654D2C3}"/>
              </a:ext>
            </a:extLst>
          </p:cNvPr>
          <p:cNvSpPr txBox="1">
            <a:spLocks noChangeArrowheads="1"/>
          </p:cNvSpPr>
          <p:nvPr/>
        </p:nvSpPr>
        <p:spPr bwMode="auto">
          <a:xfrm>
            <a:off x="168830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494" name="Rectangle 8">
            <a:extLst>
              <a:ext uri="{FF2B5EF4-FFF2-40B4-BE49-F238E27FC236}">
                <a16:creationId xmlns:a16="http://schemas.microsoft.com/office/drawing/2014/main" id="{2CF4DB19-438A-BE4F-99FC-02352C71D87B}"/>
              </a:ext>
            </a:extLst>
          </p:cNvPr>
          <p:cNvSpPr>
            <a:spLocks noChangeArrowheads="1"/>
          </p:cNvSpPr>
          <p:nvPr/>
        </p:nvSpPr>
        <p:spPr bwMode="auto">
          <a:xfrm>
            <a:off x="220503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5" name="Text Box 9">
            <a:extLst>
              <a:ext uri="{FF2B5EF4-FFF2-40B4-BE49-F238E27FC236}">
                <a16:creationId xmlns:a16="http://schemas.microsoft.com/office/drawing/2014/main" id="{FECC7BB8-E8F5-504C-91D2-C4F7075EF610}"/>
              </a:ext>
            </a:extLst>
          </p:cNvPr>
          <p:cNvSpPr txBox="1">
            <a:spLocks noChangeArrowheads="1"/>
          </p:cNvSpPr>
          <p:nvPr/>
        </p:nvSpPr>
        <p:spPr bwMode="auto">
          <a:xfrm>
            <a:off x="168830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47" name="Group 67">
            <a:extLst>
              <a:ext uri="{FF2B5EF4-FFF2-40B4-BE49-F238E27FC236}">
                <a16:creationId xmlns:a16="http://schemas.microsoft.com/office/drawing/2014/main" id="{377984B6-A3D1-114F-B3FD-33BCA8C0FA4E}"/>
              </a:ext>
            </a:extLst>
          </p:cNvPr>
          <p:cNvGrpSpPr>
            <a:grpSpLocks/>
          </p:cNvGrpSpPr>
          <p:nvPr/>
        </p:nvGrpSpPr>
        <p:grpSpPr bwMode="auto">
          <a:xfrm>
            <a:off x="1494235" y="1322786"/>
            <a:ext cx="1724025" cy="322659"/>
            <a:chOff x="295" y="1111"/>
            <a:chExt cx="1448" cy="271"/>
          </a:xfrm>
        </p:grpSpPr>
        <p:sp>
          <p:nvSpPr>
            <p:cNvPr id="191560" name="Rectangle 10">
              <a:extLst>
                <a:ext uri="{FF2B5EF4-FFF2-40B4-BE49-F238E27FC236}">
                  <a16:creationId xmlns:a16="http://schemas.microsoft.com/office/drawing/2014/main" id="{BA142C7D-207A-3048-B1D9-4F617EB710B4}"/>
                </a:ext>
              </a:extLst>
            </p:cNvPr>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置为全 </a:t>
              </a:r>
              <a:r>
                <a:rPr kumimoji="1" lang="en-US" altLang="zh-CN" sz="1500">
                  <a:latin typeface="微软雅黑" panose="020B0503020204020204" pitchFamily="34" charset="-122"/>
                  <a:ea typeface="宋体" panose="02010600030101010101" pitchFamily="2" charset="-122"/>
                </a:rPr>
                <a:t>0</a:t>
              </a:r>
            </a:p>
          </p:txBody>
        </p:sp>
        <p:sp>
          <p:nvSpPr>
            <p:cNvPr id="191561" name="Text Box 11">
              <a:extLst>
                <a:ext uri="{FF2B5EF4-FFF2-40B4-BE49-F238E27FC236}">
                  <a16:creationId xmlns:a16="http://schemas.microsoft.com/office/drawing/2014/main" id="{AC9D0AA2-BA2E-654F-85AD-23B37FF64414}"/>
                </a:ext>
              </a:extLst>
            </p:cNvPr>
            <p:cNvSpPr txBox="1">
              <a:spLocks noChangeArrowheads="1"/>
            </p:cNvSpPr>
            <p:nvPr/>
          </p:nvSpPr>
          <p:spPr bwMode="auto">
            <a:xfrm>
              <a:off x="295" y="1111"/>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497" name="Rectangle 12">
            <a:extLst>
              <a:ext uri="{FF2B5EF4-FFF2-40B4-BE49-F238E27FC236}">
                <a16:creationId xmlns:a16="http://schemas.microsoft.com/office/drawing/2014/main" id="{3F554E35-F799-8F42-BB86-3A522EA129E9}"/>
              </a:ext>
            </a:extLst>
          </p:cNvPr>
          <p:cNvSpPr>
            <a:spLocks noChangeArrowheads="1"/>
          </p:cNvSpPr>
          <p:nvPr/>
        </p:nvSpPr>
        <p:spPr bwMode="auto">
          <a:xfrm>
            <a:off x="220503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8" name="Text Box 13">
            <a:extLst>
              <a:ext uri="{FF2B5EF4-FFF2-40B4-BE49-F238E27FC236}">
                <a16:creationId xmlns:a16="http://schemas.microsoft.com/office/drawing/2014/main" id="{37E0678A-2EF5-3646-9BEB-A12D6FCEA43E}"/>
              </a:ext>
            </a:extLst>
          </p:cNvPr>
          <p:cNvSpPr txBox="1">
            <a:spLocks noChangeArrowheads="1"/>
          </p:cNvSpPr>
          <p:nvPr/>
        </p:nvSpPr>
        <p:spPr bwMode="auto">
          <a:xfrm>
            <a:off x="168830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48" name="Group 68">
            <a:extLst>
              <a:ext uri="{FF2B5EF4-FFF2-40B4-BE49-F238E27FC236}">
                <a16:creationId xmlns:a16="http://schemas.microsoft.com/office/drawing/2014/main" id="{DD18B791-FF58-6E43-9922-8E1371E15606}"/>
              </a:ext>
            </a:extLst>
          </p:cNvPr>
          <p:cNvGrpSpPr>
            <a:grpSpLocks/>
          </p:cNvGrpSpPr>
          <p:nvPr/>
        </p:nvGrpSpPr>
        <p:grpSpPr bwMode="auto">
          <a:xfrm>
            <a:off x="1340644" y="2232425"/>
            <a:ext cx="1877616" cy="553642"/>
            <a:chOff x="166" y="1875"/>
            <a:chExt cx="1577" cy="465"/>
          </a:xfrm>
        </p:grpSpPr>
        <p:sp>
          <p:nvSpPr>
            <p:cNvPr id="191558" name="Rectangle 14">
              <a:extLst>
                <a:ext uri="{FF2B5EF4-FFF2-40B4-BE49-F238E27FC236}">
                  <a16:creationId xmlns:a16="http://schemas.microsoft.com/office/drawing/2014/main" id="{94AD1D7D-6483-964D-9D8C-4F265C2E1DA1}"/>
                </a:ext>
              </a:extLst>
            </p:cNvPr>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9" name="Text Box 15">
              <a:extLst>
                <a:ext uri="{FF2B5EF4-FFF2-40B4-BE49-F238E27FC236}">
                  <a16:creationId xmlns:a16="http://schemas.microsoft.com/office/drawing/2014/main" id="{F5AC82CA-70D8-AC41-B241-BD6EDF223858}"/>
                </a:ext>
              </a:extLst>
            </p:cNvPr>
            <p:cNvSpPr txBox="1">
              <a:spLocks noChangeArrowheads="1"/>
            </p:cNvSpPr>
            <p:nvPr/>
          </p:nvSpPr>
          <p:spPr bwMode="auto">
            <a:xfrm>
              <a:off x="16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sp>
        <p:nvSpPr>
          <p:cNvPr id="191500" name="Text Box 19">
            <a:extLst>
              <a:ext uri="{FF2B5EF4-FFF2-40B4-BE49-F238E27FC236}">
                <a16:creationId xmlns:a16="http://schemas.microsoft.com/office/drawing/2014/main" id="{21B8E755-AEA7-AC41-8C08-3FDB3E3E45EB}"/>
              </a:ext>
            </a:extLst>
          </p:cNvPr>
          <p:cNvSpPr txBox="1">
            <a:spLocks noChangeArrowheads="1"/>
          </p:cNvSpPr>
          <p:nvPr/>
        </p:nvSpPr>
        <p:spPr bwMode="auto">
          <a:xfrm>
            <a:off x="247054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1" name="Text Box 20">
            <a:extLst>
              <a:ext uri="{FF2B5EF4-FFF2-40B4-BE49-F238E27FC236}">
                <a16:creationId xmlns:a16="http://schemas.microsoft.com/office/drawing/2014/main" id="{E8C0056B-1511-3F4A-B6F8-3956CECAD873}"/>
              </a:ext>
            </a:extLst>
          </p:cNvPr>
          <p:cNvSpPr txBox="1">
            <a:spLocks noChangeArrowheads="1"/>
          </p:cNvSpPr>
          <p:nvPr/>
        </p:nvSpPr>
        <p:spPr bwMode="auto">
          <a:xfrm>
            <a:off x="245864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2" name="Line 21">
            <a:extLst>
              <a:ext uri="{FF2B5EF4-FFF2-40B4-BE49-F238E27FC236}">
                <a16:creationId xmlns:a16="http://schemas.microsoft.com/office/drawing/2014/main" id="{4EAF4191-0D2A-3144-BD67-F68126668900}"/>
              </a:ext>
            </a:extLst>
          </p:cNvPr>
          <p:cNvSpPr>
            <a:spLocks noChangeShapeType="1"/>
          </p:cNvSpPr>
          <p:nvPr/>
        </p:nvSpPr>
        <p:spPr bwMode="auto">
          <a:xfrm>
            <a:off x="1560910" y="2159794"/>
            <a:ext cx="202763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49" name="Group 69">
            <a:extLst>
              <a:ext uri="{FF2B5EF4-FFF2-40B4-BE49-F238E27FC236}">
                <a16:creationId xmlns:a16="http://schemas.microsoft.com/office/drawing/2014/main" id="{4DD24ACC-0324-904C-A0BF-A52D5CB27357}"/>
              </a:ext>
            </a:extLst>
          </p:cNvPr>
          <p:cNvGrpSpPr>
            <a:grpSpLocks/>
          </p:cNvGrpSpPr>
          <p:nvPr/>
        </p:nvGrpSpPr>
        <p:grpSpPr bwMode="auto">
          <a:xfrm>
            <a:off x="2053829" y="2682478"/>
            <a:ext cx="762000" cy="376238"/>
            <a:chOff x="765" y="2253"/>
            <a:chExt cx="640" cy="316"/>
          </a:xfrm>
        </p:grpSpPr>
        <p:sp>
          <p:nvSpPr>
            <p:cNvPr id="191556" name="AutoShape 18">
              <a:extLst>
                <a:ext uri="{FF2B5EF4-FFF2-40B4-BE49-F238E27FC236}">
                  <a16:creationId xmlns:a16="http://schemas.microsoft.com/office/drawing/2014/main" id="{FEE574BE-E9F1-9547-8ACA-63769878E66E}"/>
                </a:ext>
              </a:extLst>
            </p:cNvPr>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57" name="Text Box 22">
              <a:extLst>
                <a:ext uri="{FF2B5EF4-FFF2-40B4-BE49-F238E27FC236}">
                  <a16:creationId xmlns:a16="http://schemas.microsoft.com/office/drawing/2014/main" id="{98D5FA0D-2118-104F-B2E6-C242931D3448}"/>
                </a:ext>
              </a:extLst>
            </p:cNvPr>
            <p:cNvSpPr txBox="1">
              <a:spLocks noChangeArrowheads="1"/>
            </p:cNvSpPr>
            <p:nvPr/>
          </p:nvSpPr>
          <p:spPr bwMode="auto">
            <a:xfrm>
              <a:off x="765"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04" name="AutoShape 23">
            <a:extLst>
              <a:ext uri="{FF2B5EF4-FFF2-40B4-BE49-F238E27FC236}">
                <a16:creationId xmlns:a16="http://schemas.microsoft.com/office/drawing/2014/main" id="{2BFAA8AD-3277-4A48-B15F-E0C9FB02583C}"/>
              </a:ext>
            </a:extLst>
          </p:cNvPr>
          <p:cNvSpPr>
            <a:spLocks/>
          </p:cNvSpPr>
          <p:nvPr/>
        </p:nvSpPr>
        <p:spPr bwMode="auto">
          <a:xfrm>
            <a:off x="1440656" y="620317"/>
            <a:ext cx="120254" cy="1448990"/>
          </a:xfrm>
          <a:prstGeom prst="leftBrace">
            <a:avLst>
              <a:gd name="adj1" fmla="val 10041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5" name="Text Box 24">
            <a:extLst>
              <a:ext uri="{FF2B5EF4-FFF2-40B4-BE49-F238E27FC236}">
                <a16:creationId xmlns:a16="http://schemas.microsoft.com/office/drawing/2014/main" id="{24026958-4BD6-D94C-A443-9C4DB8325C35}"/>
              </a:ext>
            </a:extLst>
          </p:cNvPr>
          <p:cNvSpPr txBox="1">
            <a:spLocks noChangeArrowheads="1"/>
          </p:cNvSpPr>
          <p:nvPr/>
        </p:nvSpPr>
        <p:spPr bwMode="auto">
          <a:xfrm>
            <a:off x="1143000" y="766763"/>
            <a:ext cx="377026"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据</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报</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1506" name="Rectangle 25">
            <a:extLst>
              <a:ext uri="{FF2B5EF4-FFF2-40B4-BE49-F238E27FC236}">
                <a16:creationId xmlns:a16="http://schemas.microsoft.com/office/drawing/2014/main" id="{F8D24D09-4895-9041-81C7-B5F207CDDEF6}"/>
              </a:ext>
            </a:extLst>
          </p:cNvPr>
          <p:cNvSpPr>
            <a:spLocks noChangeArrowheads="1"/>
          </p:cNvSpPr>
          <p:nvPr/>
        </p:nvSpPr>
        <p:spPr bwMode="auto">
          <a:xfrm>
            <a:off x="3826669" y="2950369"/>
            <a:ext cx="1310879" cy="55721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7" name="Rectangle 26">
            <a:extLst>
              <a:ext uri="{FF2B5EF4-FFF2-40B4-BE49-F238E27FC236}">
                <a16:creationId xmlns:a16="http://schemas.microsoft.com/office/drawing/2014/main" id="{F3237BC2-BAAE-3E48-99CC-EBBF500EB402}"/>
              </a:ext>
            </a:extLst>
          </p:cNvPr>
          <p:cNvSpPr>
            <a:spLocks noChangeArrowheads="1"/>
          </p:cNvSpPr>
          <p:nvPr/>
        </p:nvSpPr>
        <p:spPr bwMode="auto">
          <a:xfrm>
            <a:off x="4489847" y="3180160"/>
            <a:ext cx="641747" cy="1012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8" name="Text Box 27">
            <a:extLst>
              <a:ext uri="{FF2B5EF4-FFF2-40B4-BE49-F238E27FC236}">
                <a16:creationId xmlns:a16="http://schemas.microsoft.com/office/drawing/2014/main" id="{3C702C08-2FBE-994A-B622-3CD2E28AE376}"/>
              </a:ext>
            </a:extLst>
          </p:cNvPr>
          <p:cNvSpPr txBox="1">
            <a:spLocks noChangeArrowheads="1"/>
          </p:cNvSpPr>
          <p:nvPr/>
        </p:nvSpPr>
        <p:spPr bwMode="auto">
          <a:xfrm>
            <a:off x="4074319" y="2661048"/>
            <a:ext cx="9925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sp>
        <p:nvSpPr>
          <p:cNvPr id="191509" name="Line 28">
            <a:extLst>
              <a:ext uri="{FF2B5EF4-FFF2-40B4-BE49-F238E27FC236}">
                <a16:creationId xmlns:a16="http://schemas.microsoft.com/office/drawing/2014/main" id="{FCE8538A-38D2-C44C-B3B8-09B39EBC743A}"/>
              </a:ext>
            </a:extLst>
          </p:cNvPr>
          <p:cNvSpPr>
            <a:spLocks noChangeShapeType="1"/>
          </p:cNvSpPr>
          <p:nvPr/>
        </p:nvSpPr>
        <p:spPr bwMode="auto">
          <a:xfrm>
            <a:off x="3826669" y="3061097"/>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0" name="Line 29">
            <a:extLst>
              <a:ext uri="{FF2B5EF4-FFF2-40B4-BE49-F238E27FC236}">
                <a16:creationId xmlns:a16="http://schemas.microsoft.com/office/drawing/2014/main" id="{FF52ABD0-4D49-A74E-B8D3-E8B4C7CEDBA5}"/>
              </a:ext>
            </a:extLst>
          </p:cNvPr>
          <p:cNvSpPr>
            <a:spLocks noChangeShapeType="1"/>
          </p:cNvSpPr>
          <p:nvPr/>
        </p:nvSpPr>
        <p:spPr bwMode="auto">
          <a:xfrm>
            <a:off x="3826669" y="3174206"/>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1" name="Line 30">
            <a:extLst>
              <a:ext uri="{FF2B5EF4-FFF2-40B4-BE49-F238E27FC236}">
                <a16:creationId xmlns:a16="http://schemas.microsoft.com/office/drawing/2014/main" id="{A0400961-A1F0-0342-A5EF-3B112FDB2BFC}"/>
              </a:ext>
            </a:extLst>
          </p:cNvPr>
          <p:cNvSpPr>
            <a:spLocks noChangeShapeType="1"/>
          </p:cNvSpPr>
          <p:nvPr/>
        </p:nvSpPr>
        <p:spPr bwMode="auto">
          <a:xfrm>
            <a:off x="3826669" y="3284935"/>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2" name="Line 31">
            <a:extLst>
              <a:ext uri="{FF2B5EF4-FFF2-40B4-BE49-F238E27FC236}">
                <a16:creationId xmlns:a16="http://schemas.microsoft.com/office/drawing/2014/main" id="{2B224217-438C-774D-B010-9393D6CB6B53}"/>
              </a:ext>
            </a:extLst>
          </p:cNvPr>
          <p:cNvSpPr>
            <a:spLocks noChangeShapeType="1"/>
          </p:cNvSpPr>
          <p:nvPr/>
        </p:nvSpPr>
        <p:spPr bwMode="auto">
          <a:xfrm>
            <a:off x="3826669" y="3395663"/>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3" name="Line 32">
            <a:extLst>
              <a:ext uri="{FF2B5EF4-FFF2-40B4-BE49-F238E27FC236}">
                <a16:creationId xmlns:a16="http://schemas.microsoft.com/office/drawing/2014/main" id="{EC3DBF5F-B921-8F4F-BE47-8C66DDCCDE3B}"/>
              </a:ext>
            </a:extLst>
          </p:cNvPr>
          <p:cNvSpPr>
            <a:spLocks noChangeShapeType="1"/>
          </p:cNvSpPr>
          <p:nvPr/>
        </p:nvSpPr>
        <p:spPr bwMode="auto">
          <a:xfrm>
            <a:off x="3826669" y="3507581"/>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4" name="Line 33">
            <a:extLst>
              <a:ext uri="{FF2B5EF4-FFF2-40B4-BE49-F238E27FC236}">
                <a16:creationId xmlns:a16="http://schemas.microsoft.com/office/drawing/2014/main" id="{6CAD6A91-FEAB-D647-8B90-A902B4A48E8F}"/>
              </a:ext>
            </a:extLst>
          </p:cNvPr>
          <p:cNvSpPr>
            <a:spLocks noChangeShapeType="1"/>
          </p:cNvSpPr>
          <p:nvPr/>
        </p:nvSpPr>
        <p:spPr bwMode="auto">
          <a:xfrm>
            <a:off x="4482704" y="2950369"/>
            <a:ext cx="0" cy="3345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5" name="Line 34">
            <a:extLst>
              <a:ext uri="{FF2B5EF4-FFF2-40B4-BE49-F238E27FC236}">
                <a16:creationId xmlns:a16="http://schemas.microsoft.com/office/drawing/2014/main" id="{A4B2FCEE-97EA-754A-AA21-8DCD78E59ECC}"/>
              </a:ext>
            </a:extLst>
          </p:cNvPr>
          <p:cNvSpPr>
            <a:spLocks noChangeShapeType="1"/>
          </p:cNvSpPr>
          <p:nvPr/>
        </p:nvSpPr>
        <p:spPr bwMode="auto">
          <a:xfrm>
            <a:off x="4183856" y="3174206"/>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6" name="Line 35">
            <a:extLst>
              <a:ext uri="{FF2B5EF4-FFF2-40B4-BE49-F238E27FC236}">
                <a16:creationId xmlns:a16="http://schemas.microsoft.com/office/drawing/2014/main" id="{7D932B6C-83CA-894D-B314-A38B16CAEF03}"/>
              </a:ext>
            </a:extLst>
          </p:cNvPr>
          <p:cNvSpPr>
            <a:spLocks noChangeShapeType="1"/>
          </p:cNvSpPr>
          <p:nvPr/>
        </p:nvSpPr>
        <p:spPr bwMode="auto">
          <a:xfrm>
            <a:off x="4183856"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7" name="Line 36">
            <a:extLst>
              <a:ext uri="{FF2B5EF4-FFF2-40B4-BE49-F238E27FC236}">
                <a16:creationId xmlns:a16="http://schemas.microsoft.com/office/drawing/2014/main" id="{5FF14BE5-C78F-5C42-AC20-FBB4B9F18BB6}"/>
              </a:ext>
            </a:extLst>
          </p:cNvPr>
          <p:cNvSpPr>
            <a:spLocks noChangeShapeType="1"/>
          </p:cNvSpPr>
          <p:nvPr/>
        </p:nvSpPr>
        <p:spPr bwMode="auto">
          <a:xfrm>
            <a:off x="4006454"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8" name="Line 37">
            <a:extLst>
              <a:ext uri="{FF2B5EF4-FFF2-40B4-BE49-F238E27FC236}">
                <a16:creationId xmlns:a16="http://schemas.microsoft.com/office/drawing/2014/main" id="{38D248C4-CE51-C044-9830-B1BCC3751CAD}"/>
              </a:ext>
            </a:extLst>
          </p:cNvPr>
          <p:cNvSpPr>
            <a:spLocks noChangeShapeType="1"/>
          </p:cNvSpPr>
          <p:nvPr/>
        </p:nvSpPr>
        <p:spPr bwMode="auto">
          <a:xfrm>
            <a:off x="4582716" y="3061097"/>
            <a:ext cx="0" cy="113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9" name="Line 38">
            <a:extLst>
              <a:ext uri="{FF2B5EF4-FFF2-40B4-BE49-F238E27FC236}">
                <a16:creationId xmlns:a16="http://schemas.microsoft.com/office/drawing/2014/main" id="{3648F5FD-BB24-9445-A450-1070AD768ED6}"/>
              </a:ext>
            </a:extLst>
          </p:cNvPr>
          <p:cNvSpPr>
            <a:spLocks noChangeShapeType="1"/>
          </p:cNvSpPr>
          <p:nvPr/>
        </p:nvSpPr>
        <p:spPr bwMode="auto">
          <a:xfrm>
            <a:off x="4780360" y="3395663"/>
            <a:ext cx="0" cy="1119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1" name="Group 71">
            <a:extLst>
              <a:ext uri="{FF2B5EF4-FFF2-40B4-BE49-F238E27FC236}">
                <a16:creationId xmlns:a16="http://schemas.microsoft.com/office/drawing/2014/main" id="{B629E453-46DE-D84E-BFFB-2F5130B0FA4E}"/>
              </a:ext>
            </a:extLst>
          </p:cNvPr>
          <p:cNvGrpSpPr>
            <a:grpSpLocks/>
          </p:cNvGrpSpPr>
          <p:nvPr/>
        </p:nvGrpSpPr>
        <p:grpSpPr bwMode="auto">
          <a:xfrm>
            <a:off x="1524000" y="3064673"/>
            <a:ext cx="1694260" cy="322660"/>
            <a:chOff x="320" y="2574"/>
            <a:chExt cx="1423" cy="271"/>
          </a:xfrm>
        </p:grpSpPr>
        <p:sp>
          <p:nvSpPr>
            <p:cNvPr id="191554" name="Rectangle 16">
              <a:extLst>
                <a:ext uri="{FF2B5EF4-FFF2-40B4-BE49-F238E27FC236}">
                  <a16:creationId xmlns:a16="http://schemas.microsoft.com/office/drawing/2014/main" id="{8042BF0B-379D-C04B-B918-A321D45CD2D1}"/>
                </a:ext>
              </a:extLst>
            </p:cNvPr>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5" name="Text Box 17">
              <a:extLst>
                <a:ext uri="{FF2B5EF4-FFF2-40B4-BE49-F238E27FC236}">
                  <a16:creationId xmlns:a16="http://schemas.microsoft.com/office/drawing/2014/main" id="{E1C7FB1B-C093-CE46-8108-7ED69ED8F95F}"/>
                </a:ext>
              </a:extLst>
            </p:cNvPr>
            <p:cNvSpPr txBox="1">
              <a:spLocks noChangeArrowheads="1"/>
            </p:cNvSpPr>
            <p:nvPr/>
          </p:nvSpPr>
          <p:spPr bwMode="auto">
            <a:xfrm>
              <a:off x="320" y="257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481319" name="Line 39">
            <a:extLst>
              <a:ext uri="{FF2B5EF4-FFF2-40B4-BE49-F238E27FC236}">
                <a16:creationId xmlns:a16="http://schemas.microsoft.com/office/drawing/2014/main" id="{94F5738E-B349-2E46-B30D-35B49E166470}"/>
              </a:ext>
            </a:extLst>
          </p:cNvPr>
          <p:cNvSpPr>
            <a:spLocks noChangeShapeType="1"/>
          </p:cNvSpPr>
          <p:nvPr/>
        </p:nvSpPr>
        <p:spPr bwMode="auto">
          <a:xfrm>
            <a:off x="3231357" y="3238500"/>
            <a:ext cx="160853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91522" name="Rectangle 40">
            <a:extLst>
              <a:ext uri="{FF2B5EF4-FFF2-40B4-BE49-F238E27FC236}">
                <a16:creationId xmlns:a16="http://schemas.microsoft.com/office/drawing/2014/main" id="{043AB7F0-30F2-0845-8753-43D3AC311FE6}"/>
              </a:ext>
            </a:extLst>
          </p:cNvPr>
          <p:cNvSpPr>
            <a:spLocks noChangeArrowheads="1"/>
          </p:cNvSpPr>
          <p:nvPr/>
        </p:nvSpPr>
        <p:spPr bwMode="auto">
          <a:xfrm>
            <a:off x="630197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3" name="Text Box 41">
            <a:extLst>
              <a:ext uri="{FF2B5EF4-FFF2-40B4-BE49-F238E27FC236}">
                <a16:creationId xmlns:a16="http://schemas.microsoft.com/office/drawing/2014/main" id="{54F6F2EC-0FCC-1744-8697-184853065174}"/>
              </a:ext>
            </a:extLst>
          </p:cNvPr>
          <p:cNvSpPr txBox="1">
            <a:spLocks noChangeArrowheads="1"/>
          </p:cNvSpPr>
          <p:nvPr/>
        </p:nvSpPr>
        <p:spPr bwMode="auto">
          <a:xfrm>
            <a:off x="578405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524" name="Rectangle 42">
            <a:extLst>
              <a:ext uri="{FF2B5EF4-FFF2-40B4-BE49-F238E27FC236}">
                <a16:creationId xmlns:a16="http://schemas.microsoft.com/office/drawing/2014/main" id="{1A8B0A71-29EB-E349-BC2A-392326D94E20}"/>
              </a:ext>
            </a:extLst>
          </p:cNvPr>
          <p:cNvSpPr>
            <a:spLocks noChangeArrowheads="1"/>
          </p:cNvSpPr>
          <p:nvPr/>
        </p:nvSpPr>
        <p:spPr bwMode="auto">
          <a:xfrm>
            <a:off x="630197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5" name="Text Box 43">
            <a:extLst>
              <a:ext uri="{FF2B5EF4-FFF2-40B4-BE49-F238E27FC236}">
                <a16:creationId xmlns:a16="http://schemas.microsoft.com/office/drawing/2014/main" id="{9D70F7D4-913E-2C49-A4AC-E1F25EE0C265}"/>
              </a:ext>
            </a:extLst>
          </p:cNvPr>
          <p:cNvSpPr txBox="1">
            <a:spLocks noChangeArrowheads="1"/>
          </p:cNvSpPr>
          <p:nvPr/>
        </p:nvSpPr>
        <p:spPr bwMode="auto">
          <a:xfrm>
            <a:off x="578405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53" name="Group 73">
            <a:extLst>
              <a:ext uri="{FF2B5EF4-FFF2-40B4-BE49-F238E27FC236}">
                <a16:creationId xmlns:a16="http://schemas.microsoft.com/office/drawing/2014/main" id="{5FF8039B-BE9D-AE4A-8DF0-5A67C73DFD1F}"/>
              </a:ext>
            </a:extLst>
          </p:cNvPr>
          <p:cNvGrpSpPr>
            <a:grpSpLocks/>
          </p:cNvGrpSpPr>
          <p:nvPr/>
        </p:nvGrpSpPr>
        <p:grpSpPr bwMode="auto">
          <a:xfrm>
            <a:off x="5612607" y="1312068"/>
            <a:ext cx="1702594" cy="322659"/>
            <a:chOff x="3754" y="1102"/>
            <a:chExt cx="1430" cy="271"/>
          </a:xfrm>
        </p:grpSpPr>
        <p:sp>
          <p:nvSpPr>
            <p:cNvPr id="191552" name="Rectangle 44">
              <a:extLst>
                <a:ext uri="{FF2B5EF4-FFF2-40B4-BE49-F238E27FC236}">
                  <a16:creationId xmlns:a16="http://schemas.microsoft.com/office/drawing/2014/main" id="{638FB950-1916-7E43-B8A5-6CA2CC6C3CA9}"/>
                </a:ext>
              </a:extLst>
            </p:cNvPr>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3" name="Text Box 45">
              <a:extLst>
                <a:ext uri="{FF2B5EF4-FFF2-40B4-BE49-F238E27FC236}">
                  <a16:creationId xmlns:a16="http://schemas.microsoft.com/office/drawing/2014/main" id="{A4AE3424-4507-A441-BFE5-7791EB48BE31}"/>
                </a:ext>
              </a:extLst>
            </p:cNvPr>
            <p:cNvSpPr txBox="1">
              <a:spLocks noChangeArrowheads="1"/>
            </p:cNvSpPr>
            <p:nvPr/>
          </p:nvSpPr>
          <p:spPr bwMode="auto">
            <a:xfrm>
              <a:off x="3754" y="1102"/>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527" name="Rectangle 46">
            <a:extLst>
              <a:ext uri="{FF2B5EF4-FFF2-40B4-BE49-F238E27FC236}">
                <a16:creationId xmlns:a16="http://schemas.microsoft.com/office/drawing/2014/main" id="{8188C62B-7AF1-EA4F-84B8-5499725C1876}"/>
              </a:ext>
            </a:extLst>
          </p:cNvPr>
          <p:cNvSpPr>
            <a:spLocks noChangeArrowheads="1"/>
          </p:cNvSpPr>
          <p:nvPr/>
        </p:nvSpPr>
        <p:spPr bwMode="auto">
          <a:xfrm>
            <a:off x="630197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8" name="Text Box 47">
            <a:extLst>
              <a:ext uri="{FF2B5EF4-FFF2-40B4-BE49-F238E27FC236}">
                <a16:creationId xmlns:a16="http://schemas.microsoft.com/office/drawing/2014/main" id="{9E86E93C-8C7D-654C-8762-8566EF771FD9}"/>
              </a:ext>
            </a:extLst>
          </p:cNvPr>
          <p:cNvSpPr txBox="1">
            <a:spLocks noChangeArrowheads="1"/>
          </p:cNvSpPr>
          <p:nvPr/>
        </p:nvSpPr>
        <p:spPr bwMode="auto">
          <a:xfrm>
            <a:off x="578405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54" name="Group 74">
            <a:extLst>
              <a:ext uri="{FF2B5EF4-FFF2-40B4-BE49-F238E27FC236}">
                <a16:creationId xmlns:a16="http://schemas.microsoft.com/office/drawing/2014/main" id="{B150B0A7-ECEE-5144-9D0E-B9E5C4A25062}"/>
              </a:ext>
            </a:extLst>
          </p:cNvPr>
          <p:cNvGrpSpPr>
            <a:grpSpLocks/>
          </p:cNvGrpSpPr>
          <p:nvPr/>
        </p:nvGrpSpPr>
        <p:grpSpPr bwMode="auto">
          <a:xfrm>
            <a:off x="5436394" y="2232425"/>
            <a:ext cx="1878806" cy="553642"/>
            <a:chOff x="3606" y="1875"/>
            <a:chExt cx="1578" cy="465"/>
          </a:xfrm>
        </p:grpSpPr>
        <p:sp>
          <p:nvSpPr>
            <p:cNvPr id="191550" name="Rectangle 48">
              <a:extLst>
                <a:ext uri="{FF2B5EF4-FFF2-40B4-BE49-F238E27FC236}">
                  <a16:creationId xmlns:a16="http://schemas.microsoft.com/office/drawing/2014/main" id="{BCAFD32A-07F6-0E4A-877C-F6373B9B736A}"/>
                </a:ext>
              </a:extLst>
            </p:cNvPr>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1" name="Text Box 49">
              <a:extLst>
                <a:ext uri="{FF2B5EF4-FFF2-40B4-BE49-F238E27FC236}">
                  <a16:creationId xmlns:a16="http://schemas.microsoft.com/office/drawing/2014/main" id="{68B99777-9A0C-4A43-AE35-D7E6364B2734}"/>
                </a:ext>
              </a:extLst>
            </p:cNvPr>
            <p:cNvSpPr txBox="1">
              <a:spLocks noChangeArrowheads="1"/>
            </p:cNvSpPr>
            <p:nvPr/>
          </p:nvSpPr>
          <p:spPr bwMode="auto">
            <a:xfrm>
              <a:off x="360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grpSp>
        <p:nvGrpSpPr>
          <p:cNvPr id="481356" name="Group 76">
            <a:extLst>
              <a:ext uri="{FF2B5EF4-FFF2-40B4-BE49-F238E27FC236}">
                <a16:creationId xmlns:a16="http://schemas.microsoft.com/office/drawing/2014/main" id="{68B45B34-515E-FC4B-B66C-EED21D1AD0F5}"/>
              </a:ext>
            </a:extLst>
          </p:cNvPr>
          <p:cNvGrpSpPr>
            <a:grpSpLocks/>
          </p:cNvGrpSpPr>
          <p:nvPr/>
        </p:nvGrpSpPr>
        <p:grpSpPr bwMode="auto">
          <a:xfrm>
            <a:off x="5811441" y="3064673"/>
            <a:ext cx="1503759" cy="322660"/>
            <a:chOff x="3921" y="2574"/>
            <a:chExt cx="1263" cy="271"/>
          </a:xfrm>
        </p:grpSpPr>
        <p:sp>
          <p:nvSpPr>
            <p:cNvPr id="191548" name="Rectangle 50">
              <a:extLst>
                <a:ext uri="{FF2B5EF4-FFF2-40B4-BE49-F238E27FC236}">
                  <a16:creationId xmlns:a16="http://schemas.microsoft.com/office/drawing/2014/main" id="{42F97243-1A41-3944-9864-DBCA629E948B}"/>
                </a:ext>
              </a:extLst>
            </p:cNvPr>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49" name="Text Box 51">
              <a:extLst>
                <a:ext uri="{FF2B5EF4-FFF2-40B4-BE49-F238E27FC236}">
                  <a16:creationId xmlns:a16="http://schemas.microsoft.com/office/drawing/2014/main" id="{16B1AAA0-3D1C-1047-A57C-7F69418FD5D6}"/>
                </a:ext>
              </a:extLst>
            </p:cNvPr>
            <p:cNvSpPr txBox="1">
              <a:spLocks noChangeArrowheads="1"/>
            </p:cNvSpPr>
            <p:nvPr/>
          </p:nvSpPr>
          <p:spPr bwMode="auto">
            <a:xfrm>
              <a:off x="3921" y="2574"/>
              <a:ext cx="47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结果</a:t>
              </a:r>
            </a:p>
          </p:txBody>
        </p:sp>
      </p:grpSp>
      <p:sp>
        <p:nvSpPr>
          <p:cNvPr id="191531" name="Text Box 53">
            <a:extLst>
              <a:ext uri="{FF2B5EF4-FFF2-40B4-BE49-F238E27FC236}">
                <a16:creationId xmlns:a16="http://schemas.microsoft.com/office/drawing/2014/main" id="{59404822-8136-844B-A7F6-969D005501A9}"/>
              </a:ext>
            </a:extLst>
          </p:cNvPr>
          <p:cNvSpPr txBox="1">
            <a:spLocks noChangeArrowheads="1"/>
          </p:cNvSpPr>
          <p:nvPr/>
        </p:nvSpPr>
        <p:spPr bwMode="auto">
          <a:xfrm>
            <a:off x="656748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2" name="Text Box 54">
            <a:extLst>
              <a:ext uri="{FF2B5EF4-FFF2-40B4-BE49-F238E27FC236}">
                <a16:creationId xmlns:a16="http://schemas.microsoft.com/office/drawing/2014/main" id="{4FBE0AEA-B48E-0941-9CFC-5094497A54AC}"/>
              </a:ext>
            </a:extLst>
          </p:cNvPr>
          <p:cNvSpPr txBox="1">
            <a:spLocks noChangeArrowheads="1"/>
          </p:cNvSpPr>
          <p:nvPr/>
        </p:nvSpPr>
        <p:spPr bwMode="auto">
          <a:xfrm>
            <a:off x="655558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3" name="Line 55">
            <a:extLst>
              <a:ext uri="{FF2B5EF4-FFF2-40B4-BE49-F238E27FC236}">
                <a16:creationId xmlns:a16="http://schemas.microsoft.com/office/drawing/2014/main" id="{65CA359B-A4F7-EB43-B416-795929974D4C}"/>
              </a:ext>
            </a:extLst>
          </p:cNvPr>
          <p:cNvSpPr>
            <a:spLocks noChangeShapeType="1"/>
          </p:cNvSpPr>
          <p:nvPr/>
        </p:nvSpPr>
        <p:spPr bwMode="auto">
          <a:xfrm>
            <a:off x="5745956" y="2159794"/>
            <a:ext cx="1938338"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5" name="Group 75">
            <a:extLst>
              <a:ext uri="{FF2B5EF4-FFF2-40B4-BE49-F238E27FC236}">
                <a16:creationId xmlns:a16="http://schemas.microsoft.com/office/drawing/2014/main" id="{D6CAC6E5-3E19-1F46-A31A-34AF3743F825}"/>
              </a:ext>
            </a:extLst>
          </p:cNvPr>
          <p:cNvGrpSpPr>
            <a:grpSpLocks/>
          </p:cNvGrpSpPr>
          <p:nvPr/>
        </p:nvGrpSpPr>
        <p:grpSpPr bwMode="auto">
          <a:xfrm>
            <a:off x="6084094" y="2682478"/>
            <a:ext cx="813197" cy="376238"/>
            <a:chOff x="4150" y="2253"/>
            <a:chExt cx="683" cy="316"/>
          </a:xfrm>
        </p:grpSpPr>
        <p:sp>
          <p:nvSpPr>
            <p:cNvPr id="191546" name="AutoShape 52">
              <a:extLst>
                <a:ext uri="{FF2B5EF4-FFF2-40B4-BE49-F238E27FC236}">
                  <a16:creationId xmlns:a16="http://schemas.microsoft.com/office/drawing/2014/main" id="{7DFB2920-255D-214B-9AD9-3A3E5D7CC9CC}"/>
                </a:ext>
              </a:extLst>
            </p:cNvPr>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47" name="Text Box 56">
              <a:extLst>
                <a:ext uri="{FF2B5EF4-FFF2-40B4-BE49-F238E27FC236}">
                  <a16:creationId xmlns:a16="http://schemas.microsoft.com/office/drawing/2014/main" id="{A9DBDCA3-FA55-524B-8B0A-76E0067B7DC9}"/>
                </a:ext>
              </a:extLst>
            </p:cNvPr>
            <p:cNvSpPr txBox="1">
              <a:spLocks noChangeArrowheads="1"/>
            </p:cNvSpPr>
            <p:nvPr/>
          </p:nvSpPr>
          <p:spPr bwMode="auto">
            <a:xfrm>
              <a:off x="4150"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35" name="AutoShape 57">
            <a:extLst>
              <a:ext uri="{FF2B5EF4-FFF2-40B4-BE49-F238E27FC236}">
                <a16:creationId xmlns:a16="http://schemas.microsoft.com/office/drawing/2014/main" id="{9F0199DA-5519-D84D-ACEC-4DDDB5BEE9F2}"/>
              </a:ext>
            </a:extLst>
          </p:cNvPr>
          <p:cNvSpPr>
            <a:spLocks/>
          </p:cNvSpPr>
          <p:nvPr/>
        </p:nvSpPr>
        <p:spPr bwMode="auto">
          <a:xfrm>
            <a:off x="5597128" y="620317"/>
            <a:ext cx="119063" cy="1448990"/>
          </a:xfrm>
          <a:prstGeom prst="leftBrace">
            <a:avLst>
              <a:gd name="adj1" fmla="val 101417"/>
              <a:gd name="adj2" fmla="val 50000"/>
            </a:avLst>
          </a:prstGeom>
          <a:noFill/>
          <a:ln w="28575">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latin typeface="微软雅黑" panose="020B0503020204020204" pitchFamily="34" charset="-122"/>
              <a:ea typeface="宋体" panose="02010600030101010101" pitchFamily="2" charset="-122"/>
            </a:endParaRPr>
          </a:p>
        </p:txBody>
      </p:sp>
      <p:sp>
        <p:nvSpPr>
          <p:cNvPr id="191536" name="Text Box 58">
            <a:extLst>
              <a:ext uri="{FF2B5EF4-FFF2-40B4-BE49-F238E27FC236}">
                <a16:creationId xmlns:a16="http://schemas.microsoft.com/office/drawing/2014/main" id="{4E0B99DE-9E78-224D-97FF-1DB9FFB5E779}"/>
              </a:ext>
            </a:extLst>
          </p:cNvPr>
          <p:cNvSpPr txBox="1">
            <a:spLocks noChangeArrowheads="1"/>
          </p:cNvSpPr>
          <p:nvPr/>
        </p:nvSpPr>
        <p:spPr bwMode="auto">
          <a:xfrm>
            <a:off x="4064794" y="367665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p:txBody>
      </p:sp>
      <p:sp>
        <p:nvSpPr>
          <p:cNvPr id="191537" name="AutoShape 59">
            <a:extLst>
              <a:ext uri="{FF2B5EF4-FFF2-40B4-BE49-F238E27FC236}">
                <a16:creationId xmlns:a16="http://schemas.microsoft.com/office/drawing/2014/main" id="{67D75F1B-A3EC-B448-AC8A-83DD53CE4EB5}"/>
              </a:ext>
            </a:extLst>
          </p:cNvPr>
          <p:cNvSpPr>
            <a:spLocks/>
          </p:cNvSpPr>
          <p:nvPr/>
        </p:nvSpPr>
        <p:spPr bwMode="auto">
          <a:xfrm>
            <a:off x="5137548" y="2961085"/>
            <a:ext cx="120253" cy="557213"/>
          </a:xfrm>
          <a:prstGeom prst="rightBrace">
            <a:avLst>
              <a:gd name="adj1" fmla="val 38614"/>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38" name="Freeform 60">
            <a:extLst>
              <a:ext uri="{FF2B5EF4-FFF2-40B4-BE49-F238E27FC236}">
                <a16:creationId xmlns:a16="http://schemas.microsoft.com/office/drawing/2014/main" id="{96B0DCE4-AEE8-0A4B-BD78-10D744569BF4}"/>
              </a:ext>
            </a:extLst>
          </p:cNvPr>
          <p:cNvSpPr>
            <a:spLocks/>
          </p:cNvSpPr>
          <p:nvPr/>
        </p:nvSpPr>
        <p:spPr bwMode="auto">
          <a:xfrm>
            <a:off x="5257800" y="1344216"/>
            <a:ext cx="340519" cy="1894284"/>
          </a:xfrm>
          <a:custGeom>
            <a:avLst/>
            <a:gdLst>
              <a:gd name="T0" fmla="*/ 0 w 464"/>
              <a:gd name="T1" fmla="*/ 2147483646 h 1624"/>
              <a:gd name="T2" fmla="*/ 2147483646 w 464"/>
              <a:gd name="T3" fmla="*/ 2147483646 h 1624"/>
              <a:gd name="T4" fmla="*/ 2147483646 w 464"/>
              <a:gd name="T5" fmla="*/ 0 h 1624"/>
              <a:gd name="T6" fmla="*/ 2147483646 w 464"/>
              <a:gd name="T7" fmla="*/ 0 h 16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81357" name="Group 77">
            <a:extLst>
              <a:ext uri="{FF2B5EF4-FFF2-40B4-BE49-F238E27FC236}">
                <a16:creationId xmlns:a16="http://schemas.microsoft.com/office/drawing/2014/main" id="{200EC246-4902-434A-A6FE-6A472176B86D}"/>
              </a:ext>
            </a:extLst>
          </p:cNvPr>
          <p:cNvGrpSpPr>
            <a:grpSpLocks/>
          </p:cNvGrpSpPr>
          <p:nvPr/>
        </p:nvGrpSpPr>
        <p:grpSpPr bwMode="auto">
          <a:xfrm>
            <a:off x="5955506" y="3420666"/>
            <a:ext cx="1857375" cy="1041797"/>
            <a:chOff x="4042" y="2873"/>
            <a:chExt cx="1560" cy="875"/>
          </a:xfrm>
        </p:grpSpPr>
        <p:sp>
          <p:nvSpPr>
            <p:cNvPr id="191544" name="AutoShape 61">
              <a:extLst>
                <a:ext uri="{FF2B5EF4-FFF2-40B4-BE49-F238E27FC236}">
                  <a16:creationId xmlns:a16="http://schemas.microsoft.com/office/drawing/2014/main" id="{D59FE336-4EC5-514D-BD75-94FB8D6FAB10}"/>
                </a:ext>
              </a:extLst>
            </p:cNvPr>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342" name="Rectangle 62">
              <a:extLst>
                <a:ext uri="{FF2B5EF4-FFF2-40B4-BE49-F238E27FC236}">
                  <a16:creationId xmlns:a16="http://schemas.microsoft.com/office/drawing/2014/main" id="{15436940-14BC-174F-ACFF-DE5BBF7DC527}"/>
                </a:ext>
              </a:extLst>
            </p:cNvPr>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若结果为 </a:t>
              </a:r>
              <a:r>
                <a:rPr kumimoji="1" lang="en-US" altLang="zh-CN" sz="1500">
                  <a:latin typeface="微软雅黑" panose="020B0503020204020204" pitchFamily="34" charset="-122"/>
                  <a:ea typeface="宋体" panose="02010600030101010101" pitchFamily="2" charset="-122"/>
                </a:rPr>
                <a:t>0, </a:t>
              </a:r>
              <a:r>
                <a:rPr kumimoji="1" lang="zh-CN" altLang="en-US" sz="1500">
                  <a:latin typeface="微软雅黑" panose="020B0503020204020204" pitchFamily="34" charset="-122"/>
                  <a:ea typeface="宋体" panose="02010600030101010101" pitchFamily="2" charset="-122"/>
                </a:rPr>
                <a:t>则保留；</a:t>
              </a:r>
            </a:p>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否则，丢弃该数据报</a:t>
              </a:r>
            </a:p>
          </p:txBody>
        </p:sp>
      </p:grpSp>
      <p:grpSp>
        <p:nvGrpSpPr>
          <p:cNvPr id="481352" name="Group 72">
            <a:extLst>
              <a:ext uri="{FF2B5EF4-FFF2-40B4-BE49-F238E27FC236}">
                <a16:creationId xmlns:a16="http://schemas.microsoft.com/office/drawing/2014/main" id="{2BAC2426-EF95-764B-A6D3-43A7ADF5DF25}"/>
              </a:ext>
            </a:extLst>
          </p:cNvPr>
          <p:cNvGrpSpPr>
            <a:grpSpLocks/>
          </p:cNvGrpSpPr>
          <p:nvPr/>
        </p:nvGrpSpPr>
        <p:grpSpPr bwMode="auto">
          <a:xfrm>
            <a:off x="1732360" y="3665939"/>
            <a:ext cx="2257426" cy="553642"/>
            <a:chOff x="495" y="3079"/>
            <a:chExt cx="1896" cy="465"/>
          </a:xfrm>
        </p:grpSpPr>
        <p:sp>
          <p:nvSpPr>
            <p:cNvPr id="191542" name="Text Box 63">
              <a:extLst>
                <a:ext uri="{FF2B5EF4-FFF2-40B4-BE49-F238E27FC236}">
                  <a16:creationId xmlns:a16="http://schemas.microsoft.com/office/drawing/2014/main" id="{4F7A1346-3373-4344-885B-65451FBF7D5E}"/>
                </a:ext>
              </a:extLst>
            </p:cNvPr>
            <p:cNvSpPr txBox="1">
              <a:spLocks noChangeArrowheads="1"/>
            </p:cNvSpPr>
            <p:nvPr/>
          </p:nvSpPr>
          <p:spPr bwMode="auto">
            <a:xfrm>
              <a:off x="495" y="3079"/>
              <a:ext cx="1609"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不参与检验和的计算</a:t>
              </a:r>
            </a:p>
          </p:txBody>
        </p:sp>
        <p:sp>
          <p:nvSpPr>
            <p:cNvPr id="191543" name="Line 64">
              <a:extLst>
                <a:ext uri="{FF2B5EF4-FFF2-40B4-BE49-F238E27FC236}">
                  <a16:creationId xmlns:a16="http://schemas.microsoft.com/office/drawing/2014/main" id="{DFC576EE-661D-1742-9BF1-C06A8797037A}"/>
                </a:ext>
              </a:extLst>
            </p:cNvPr>
            <p:cNvSpPr>
              <a:spLocks noChangeShapeType="1"/>
            </p:cNvSpPr>
            <p:nvPr/>
          </p:nvSpPr>
          <p:spPr bwMode="auto">
            <a:xfrm>
              <a:off x="2020" y="3266"/>
              <a:ext cx="371"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191541" name="幻灯片编号占位符 1">
            <a:extLst>
              <a:ext uri="{FF2B5EF4-FFF2-40B4-BE49-F238E27FC236}">
                <a16:creationId xmlns:a16="http://schemas.microsoft.com/office/drawing/2014/main" id="{D4D0027E-72DE-B740-87C5-34E876AC9C21}"/>
              </a:ext>
            </a:extLst>
          </p:cNvPr>
          <p:cNvSpPr>
            <a:spLocks noGrp="1" noChangeArrowheads="1"/>
          </p:cNvSpPr>
          <p:nvPr>
            <p:ph type="sldNum" sz="quarter" idx="10"/>
          </p:nvPr>
        </p:nvSpPr>
        <p:spPr>
          <a:xfrm>
            <a:off x="8766810" y="4837108"/>
            <a:ext cx="3771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75A71E0-2235-634A-BF5A-6D6ADF2EFA9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899398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37" name="Line 2">
            <a:extLst>
              <a:ext uri="{FF2B5EF4-FFF2-40B4-BE49-F238E27FC236}">
                <a16:creationId xmlns:a16="http://schemas.microsoft.com/office/drawing/2014/main" id="{B47652AF-2130-2A49-96FF-84E7E9ABCAD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93538" name="Rectangle 3">
            <a:extLst>
              <a:ext uri="{FF2B5EF4-FFF2-40B4-BE49-F238E27FC236}">
                <a16:creationId xmlns:a16="http://schemas.microsoft.com/office/drawing/2014/main" id="{46AC5040-8D58-8045-8319-ED27480D93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3539" name="Rectangle 4">
            <a:extLst>
              <a:ext uri="{FF2B5EF4-FFF2-40B4-BE49-F238E27FC236}">
                <a16:creationId xmlns:a16="http://schemas.microsoft.com/office/drawing/2014/main" id="{B9664824-74BA-6348-815C-A367C4F95A4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0" name="Rectangle 6">
            <a:extLst>
              <a:ext uri="{FF2B5EF4-FFF2-40B4-BE49-F238E27FC236}">
                <a16:creationId xmlns:a16="http://schemas.microsoft.com/office/drawing/2014/main" id="{BAD02968-818B-6C40-8A3A-551A14489BD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1" name="Rectangle 7">
            <a:extLst>
              <a:ext uri="{FF2B5EF4-FFF2-40B4-BE49-F238E27FC236}">
                <a16:creationId xmlns:a16="http://schemas.microsoft.com/office/drawing/2014/main" id="{96C0CCD9-C86A-B741-9238-DB66E42C15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2" name="Line 8">
            <a:extLst>
              <a:ext uri="{FF2B5EF4-FFF2-40B4-BE49-F238E27FC236}">
                <a16:creationId xmlns:a16="http://schemas.microsoft.com/office/drawing/2014/main" id="{5D4D303F-2A13-1C4E-994E-C9DC3B35C86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3" name="Line 9">
            <a:extLst>
              <a:ext uri="{FF2B5EF4-FFF2-40B4-BE49-F238E27FC236}">
                <a16:creationId xmlns:a16="http://schemas.microsoft.com/office/drawing/2014/main" id="{9B5F0A81-C00C-A043-8D29-8BB0E5A3C5D9}"/>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4" name="Line 10">
            <a:extLst>
              <a:ext uri="{FF2B5EF4-FFF2-40B4-BE49-F238E27FC236}">
                <a16:creationId xmlns:a16="http://schemas.microsoft.com/office/drawing/2014/main" id="{013A037E-2756-4E45-9E26-625BBAF6EACA}"/>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5" name="Line 11">
            <a:extLst>
              <a:ext uri="{FF2B5EF4-FFF2-40B4-BE49-F238E27FC236}">
                <a16:creationId xmlns:a16="http://schemas.microsoft.com/office/drawing/2014/main" id="{9A45D9A7-237F-A042-AF01-5DC413C0FA7F}"/>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6" name="Line 12">
            <a:extLst>
              <a:ext uri="{FF2B5EF4-FFF2-40B4-BE49-F238E27FC236}">
                <a16:creationId xmlns:a16="http://schemas.microsoft.com/office/drawing/2014/main" id="{45225BCE-A87B-1048-9A6A-39FA50CD8D54}"/>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7" name="Line 13">
            <a:extLst>
              <a:ext uri="{FF2B5EF4-FFF2-40B4-BE49-F238E27FC236}">
                <a16:creationId xmlns:a16="http://schemas.microsoft.com/office/drawing/2014/main" id="{627521EE-1673-5945-BFE7-61CABAC9EFA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8" name="Line 14">
            <a:extLst>
              <a:ext uri="{FF2B5EF4-FFF2-40B4-BE49-F238E27FC236}">
                <a16:creationId xmlns:a16="http://schemas.microsoft.com/office/drawing/2014/main" id="{4F37F057-44EB-A54F-812D-6043844BB943}"/>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9" name="Line 15">
            <a:extLst>
              <a:ext uri="{FF2B5EF4-FFF2-40B4-BE49-F238E27FC236}">
                <a16:creationId xmlns:a16="http://schemas.microsoft.com/office/drawing/2014/main" id="{414FF018-960C-1D4D-B094-CC3E30029F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0" name="Line 16">
            <a:extLst>
              <a:ext uri="{FF2B5EF4-FFF2-40B4-BE49-F238E27FC236}">
                <a16:creationId xmlns:a16="http://schemas.microsoft.com/office/drawing/2014/main" id="{E4B87690-E824-8D47-AB86-8C05DF13A361}"/>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1" name="Line 17">
            <a:extLst>
              <a:ext uri="{FF2B5EF4-FFF2-40B4-BE49-F238E27FC236}">
                <a16:creationId xmlns:a16="http://schemas.microsoft.com/office/drawing/2014/main" id="{F728BB0B-B0B4-E446-ADFE-EC90D43E911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2" name="Line 18">
            <a:extLst>
              <a:ext uri="{FF2B5EF4-FFF2-40B4-BE49-F238E27FC236}">
                <a16:creationId xmlns:a16="http://schemas.microsoft.com/office/drawing/2014/main" id="{4B0807C7-1091-474E-9F42-EF6B107525C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3" name="Rectangle 19">
            <a:extLst>
              <a:ext uri="{FF2B5EF4-FFF2-40B4-BE49-F238E27FC236}">
                <a16:creationId xmlns:a16="http://schemas.microsoft.com/office/drawing/2014/main" id="{8A27F056-07A0-3D40-957C-7890048269D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93554" name="Rectangle 20">
            <a:extLst>
              <a:ext uri="{FF2B5EF4-FFF2-40B4-BE49-F238E27FC236}">
                <a16:creationId xmlns:a16="http://schemas.microsoft.com/office/drawing/2014/main" id="{72C7224E-D47B-ED40-960B-30E4983C942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93555" name="Rectangle 21">
            <a:extLst>
              <a:ext uri="{FF2B5EF4-FFF2-40B4-BE49-F238E27FC236}">
                <a16:creationId xmlns:a16="http://schemas.microsoft.com/office/drawing/2014/main" id="{D4AC239F-182A-5445-94E4-57E6EB94407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93556" name="Rectangle 22">
            <a:extLst>
              <a:ext uri="{FF2B5EF4-FFF2-40B4-BE49-F238E27FC236}">
                <a16:creationId xmlns:a16="http://schemas.microsoft.com/office/drawing/2014/main" id="{59F1C80E-17AF-E640-9F95-94CD6CF70C7F}"/>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93557" name="Rectangle 23">
            <a:extLst>
              <a:ext uri="{FF2B5EF4-FFF2-40B4-BE49-F238E27FC236}">
                <a16:creationId xmlns:a16="http://schemas.microsoft.com/office/drawing/2014/main" id="{7B8B8255-8AA9-8743-BFD3-9697D262DF9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93558" name="Rectangle 24">
            <a:extLst>
              <a:ext uri="{FF2B5EF4-FFF2-40B4-BE49-F238E27FC236}">
                <a16:creationId xmlns:a16="http://schemas.microsoft.com/office/drawing/2014/main" id="{F6289A96-E083-AF4F-A292-7D2D6D0E655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93559" name="Rectangle 25">
            <a:extLst>
              <a:ext uri="{FF2B5EF4-FFF2-40B4-BE49-F238E27FC236}">
                <a16:creationId xmlns:a16="http://schemas.microsoft.com/office/drawing/2014/main" id="{BAE7AFF8-D75E-E244-9F0B-53D474F0A64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93560" name="Rectangle 26">
            <a:extLst>
              <a:ext uri="{FF2B5EF4-FFF2-40B4-BE49-F238E27FC236}">
                <a16:creationId xmlns:a16="http://schemas.microsoft.com/office/drawing/2014/main" id="{E1D71F54-D97D-2141-9F23-1147205C3BDB}"/>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93561" name="Rectangle 27">
            <a:extLst>
              <a:ext uri="{FF2B5EF4-FFF2-40B4-BE49-F238E27FC236}">
                <a16:creationId xmlns:a16="http://schemas.microsoft.com/office/drawing/2014/main" id="{B9637532-1C8A-F444-834A-ADC3AC06414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93562" name="Rectangle 28">
            <a:extLst>
              <a:ext uri="{FF2B5EF4-FFF2-40B4-BE49-F238E27FC236}">
                <a16:creationId xmlns:a16="http://schemas.microsoft.com/office/drawing/2014/main" id="{E31CE6BB-E9E3-AF40-BCDF-FC934302D0A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93563" name="Rectangle 29">
            <a:extLst>
              <a:ext uri="{FF2B5EF4-FFF2-40B4-BE49-F238E27FC236}">
                <a16:creationId xmlns:a16="http://schemas.microsoft.com/office/drawing/2014/main" id="{08339944-CD98-AC4A-9121-DB792BF1F37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93564" name="Rectangle 30">
            <a:extLst>
              <a:ext uri="{FF2B5EF4-FFF2-40B4-BE49-F238E27FC236}">
                <a16:creationId xmlns:a16="http://schemas.microsoft.com/office/drawing/2014/main" id="{F36C8361-BAFD-CF4C-A1E1-18A847045F6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93565" name="Rectangle 32">
            <a:extLst>
              <a:ext uri="{FF2B5EF4-FFF2-40B4-BE49-F238E27FC236}">
                <a16:creationId xmlns:a16="http://schemas.microsoft.com/office/drawing/2014/main" id="{A2880BE4-E2DA-5C40-836F-EC7990705BC2}"/>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93566" name="Rectangle 33">
            <a:extLst>
              <a:ext uri="{FF2B5EF4-FFF2-40B4-BE49-F238E27FC236}">
                <a16:creationId xmlns:a16="http://schemas.microsoft.com/office/drawing/2014/main" id="{A11E7D14-EC75-254D-A0CE-760B55EE990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93567" name="Rectangle 34">
            <a:extLst>
              <a:ext uri="{FF2B5EF4-FFF2-40B4-BE49-F238E27FC236}">
                <a16:creationId xmlns:a16="http://schemas.microsoft.com/office/drawing/2014/main" id="{252C5966-ED20-3D4F-BB80-5AAD993B00A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93568" name="Rectangle 35">
            <a:extLst>
              <a:ext uri="{FF2B5EF4-FFF2-40B4-BE49-F238E27FC236}">
                <a16:creationId xmlns:a16="http://schemas.microsoft.com/office/drawing/2014/main" id="{0CEDDCDE-2245-3942-9142-E75DFD11E761}"/>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93569" name="Rectangle 36">
            <a:extLst>
              <a:ext uri="{FF2B5EF4-FFF2-40B4-BE49-F238E27FC236}">
                <a16:creationId xmlns:a16="http://schemas.microsoft.com/office/drawing/2014/main" id="{7BCD4B5A-0FF5-A843-936E-EED16A9FE4BF}"/>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93570" name="Rectangle 37">
            <a:extLst>
              <a:ext uri="{FF2B5EF4-FFF2-40B4-BE49-F238E27FC236}">
                <a16:creationId xmlns:a16="http://schemas.microsoft.com/office/drawing/2014/main" id="{DC08D561-E35D-1449-8FAF-3F2EB1E99E6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93571" name="Rectangle 38">
            <a:extLst>
              <a:ext uri="{FF2B5EF4-FFF2-40B4-BE49-F238E27FC236}">
                <a16:creationId xmlns:a16="http://schemas.microsoft.com/office/drawing/2014/main" id="{EB488DE7-6EBD-4140-8E48-E2E4471B76C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93572" name="Rectangle 39">
            <a:extLst>
              <a:ext uri="{FF2B5EF4-FFF2-40B4-BE49-F238E27FC236}">
                <a16:creationId xmlns:a16="http://schemas.microsoft.com/office/drawing/2014/main" id="{7D451CD0-CD2C-F049-B185-05EE2680CCB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93573" name="Rectangle 40">
            <a:extLst>
              <a:ext uri="{FF2B5EF4-FFF2-40B4-BE49-F238E27FC236}">
                <a16:creationId xmlns:a16="http://schemas.microsoft.com/office/drawing/2014/main" id="{6F87E85D-1A7F-C54B-9E3C-E7A503C952A0}"/>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93574" name="Group 41">
            <a:extLst>
              <a:ext uri="{FF2B5EF4-FFF2-40B4-BE49-F238E27FC236}">
                <a16:creationId xmlns:a16="http://schemas.microsoft.com/office/drawing/2014/main" id="{D1F2F613-3B0B-9440-88A7-8B38CCE1B3F0}"/>
              </a:ext>
            </a:extLst>
          </p:cNvPr>
          <p:cNvGrpSpPr>
            <a:grpSpLocks/>
          </p:cNvGrpSpPr>
          <p:nvPr/>
        </p:nvGrpSpPr>
        <p:grpSpPr bwMode="auto">
          <a:xfrm>
            <a:off x="1945482" y="2811066"/>
            <a:ext cx="98822" cy="52388"/>
            <a:chOff x="833" y="3024"/>
            <a:chExt cx="78" cy="51"/>
          </a:xfrm>
        </p:grpSpPr>
        <p:sp>
          <p:nvSpPr>
            <p:cNvPr id="193588" name="Rectangle 42">
              <a:extLst>
                <a:ext uri="{FF2B5EF4-FFF2-40B4-BE49-F238E27FC236}">
                  <a16:creationId xmlns:a16="http://schemas.microsoft.com/office/drawing/2014/main" id="{0CEE4DA4-52F7-224C-BCF9-1E897F1C2830}"/>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9" name="Line 43">
              <a:extLst>
                <a:ext uri="{FF2B5EF4-FFF2-40B4-BE49-F238E27FC236}">
                  <a16:creationId xmlns:a16="http://schemas.microsoft.com/office/drawing/2014/main" id="{741DE1D1-F705-0446-B8E0-C3351FFF01C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90" name="Line 44">
              <a:extLst>
                <a:ext uri="{FF2B5EF4-FFF2-40B4-BE49-F238E27FC236}">
                  <a16:creationId xmlns:a16="http://schemas.microsoft.com/office/drawing/2014/main" id="{0E5FCB8A-8749-2140-A787-30ADEACB2F1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93575" name="Group 45">
            <a:extLst>
              <a:ext uri="{FF2B5EF4-FFF2-40B4-BE49-F238E27FC236}">
                <a16:creationId xmlns:a16="http://schemas.microsoft.com/office/drawing/2014/main" id="{CCA7FC6B-54C2-9B49-9DDB-DF1E05744FC9}"/>
              </a:ext>
            </a:extLst>
          </p:cNvPr>
          <p:cNvGrpSpPr>
            <a:grpSpLocks/>
          </p:cNvGrpSpPr>
          <p:nvPr/>
        </p:nvGrpSpPr>
        <p:grpSpPr bwMode="auto">
          <a:xfrm>
            <a:off x="7846219" y="2818210"/>
            <a:ext cx="98822" cy="50006"/>
            <a:chOff x="5432" y="3030"/>
            <a:chExt cx="78" cy="51"/>
          </a:xfrm>
        </p:grpSpPr>
        <p:sp>
          <p:nvSpPr>
            <p:cNvPr id="193585" name="Rectangle 46">
              <a:extLst>
                <a:ext uri="{FF2B5EF4-FFF2-40B4-BE49-F238E27FC236}">
                  <a16:creationId xmlns:a16="http://schemas.microsoft.com/office/drawing/2014/main" id="{75A720D0-3729-874E-A338-B20E453B991C}"/>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6" name="Line 47">
              <a:extLst>
                <a:ext uri="{FF2B5EF4-FFF2-40B4-BE49-F238E27FC236}">
                  <a16:creationId xmlns:a16="http://schemas.microsoft.com/office/drawing/2014/main" id="{C418ED37-671A-7B4E-ABB4-1E95E48C6655}"/>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87" name="Line 48">
              <a:extLst>
                <a:ext uri="{FF2B5EF4-FFF2-40B4-BE49-F238E27FC236}">
                  <a16:creationId xmlns:a16="http://schemas.microsoft.com/office/drawing/2014/main" id="{A649FB39-0244-CE4F-8504-1E5DAE1F69D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93576" name="Rectangle 69">
            <a:extLst>
              <a:ext uri="{FF2B5EF4-FFF2-40B4-BE49-F238E27FC236}">
                <a16:creationId xmlns:a16="http://schemas.microsoft.com/office/drawing/2014/main" id="{149E84DC-05AF-AC46-B77E-29A7D416E75F}"/>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93577" name="Rectangle 71">
            <a:extLst>
              <a:ext uri="{FF2B5EF4-FFF2-40B4-BE49-F238E27FC236}">
                <a16:creationId xmlns:a16="http://schemas.microsoft.com/office/drawing/2014/main" id="{67E64379-17B4-A648-B2D8-4CF2A59140A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93578" name="Rectangle 72">
            <a:extLst>
              <a:ext uri="{FF2B5EF4-FFF2-40B4-BE49-F238E27FC236}">
                <a16:creationId xmlns:a16="http://schemas.microsoft.com/office/drawing/2014/main" id="{42ECE3B4-4145-A84A-A046-FC8812DE3AAF}"/>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80333" name="Group 77">
            <a:extLst>
              <a:ext uri="{FF2B5EF4-FFF2-40B4-BE49-F238E27FC236}">
                <a16:creationId xmlns:a16="http://schemas.microsoft.com/office/drawing/2014/main" id="{5CEBD974-36BF-434C-A28C-7C398760A5D1}"/>
              </a:ext>
            </a:extLst>
          </p:cNvPr>
          <p:cNvGrpSpPr>
            <a:grpSpLocks/>
          </p:cNvGrpSpPr>
          <p:nvPr/>
        </p:nvGrpSpPr>
        <p:grpSpPr bwMode="auto">
          <a:xfrm>
            <a:off x="1980010" y="2031207"/>
            <a:ext cx="5899547" cy="2349103"/>
            <a:chOff x="703" y="1706"/>
            <a:chExt cx="4955" cy="1973"/>
          </a:xfrm>
        </p:grpSpPr>
        <p:sp>
          <p:nvSpPr>
            <p:cNvPr id="193583" name="Text Box 74">
              <a:extLst>
                <a:ext uri="{FF2B5EF4-FFF2-40B4-BE49-F238E27FC236}">
                  <a16:creationId xmlns:a16="http://schemas.microsoft.com/office/drawing/2014/main" id="{3C77E9AC-353D-1C41-A961-A88A6EFF2EB5}"/>
                </a:ext>
              </a:extLst>
            </p:cNvPr>
            <p:cNvSpPr txBox="1">
              <a:spLocks noChangeArrowheads="1"/>
            </p:cNvSpPr>
            <p:nvPr/>
          </p:nvSpPr>
          <p:spPr bwMode="auto">
            <a:xfrm>
              <a:off x="1463" y="3330"/>
              <a:ext cx="3363"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源地址和目的地址都各占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p>
          </p:txBody>
        </p:sp>
        <p:sp>
          <p:nvSpPr>
            <p:cNvPr id="193584" name="Rectangle 75">
              <a:extLst>
                <a:ext uri="{FF2B5EF4-FFF2-40B4-BE49-F238E27FC236}">
                  <a16:creationId xmlns:a16="http://schemas.microsoft.com/office/drawing/2014/main" id="{DD58BABA-3111-6C43-BFC8-E041DDCB20AE}"/>
                </a:ext>
              </a:extLst>
            </p:cNvPr>
            <p:cNvSpPr>
              <a:spLocks noChangeArrowheads="1"/>
            </p:cNvSpPr>
            <p:nvPr/>
          </p:nvSpPr>
          <p:spPr bwMode="auto">
            <a:xfrm>
              <a:off x="703" y="1706"/>
              <a:ext cx="4955" cy="545"/>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93580" name="AutoShape 76">
            <a:extLst>
              <a:ext uri="{FF2B5EF4-FFF2-40B4-BE49-F238E27FC236}">
                <a16:creationId xmlns:a16="http://schemas.microsoft.com/office/drawing/2014/main" id="{A55332F4-7208-4046-A388-1DEE1EDBDFED}"/>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1" name="Rectangle 78">
            <a:extLst>
              <a:ext uri="{FF2B5EF4-FFF2-40B4-BE49-F238E27FC236}">
                <a16:creationId xmlns:a16="http://schemas.microsoft.com/office/drawing/2014/main" id="{6631BEFC-A9A4-1B47-B8EB-703720FD79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93582" name="幻灯片编号占位符 1">
            <a:extLst>
              <a:ext uri="{FF2B5EF4-FFF2-40B4-BE49-F238E27FC236}">
                <a16:creationId xmlns:a16="http://schemas.microsoft.com/office/drawing/2014/main" id="{88BD5772-645D-724D-AACE-029578081B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012BFBA-BFEC-DE43-BF20-1EAFA4B3F49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0344254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8033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Rectangle 212">
            <a:extLst>
              <a:ext uri="{FF2B5EF4-FFF2-40B4-BE49-F238E27FC236}">
                <a16:creationId xmlns:a16="http://schemas.microsoft.com/office/drawing/2014/main" id="{99332BFF-F269-664C-B454-4CFCBEB631B8}"/>
              </a:ext>
            </a:extLst>
          </p:cNvPr>
          <p:cNvSpPr>
            <a:spLocks noGrp="1" noChangeArrowheads="1"/>
          </p:cNvSpPr>
          <p:nvPr>
            <p:ph type="title"/>
          </p:nvPr>
        </p:nvSpPr>
        <p:spPr>
          <a:xfrm>
            <a:off x="148591" y="274797"/>
            <a:ext cx="7405926" cy="521494"/>
          </a:xfrm>
        </p:spPr>
        <p:txBody>
          <a:bodyPr/>
          <a:lstStyle/>
          <a:p>
            <a:pPr eaLnBrk="1" hangingPunct="1"/>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数据报首部的可变部分 </a:t>
            </a:r>
          </a:p>
        </p:txBody>
      </p:sp>
      <p:sp>
        <p:nvSpPr>
          <p:cNvPr id="251093" name="Rectangle 213">
            <a:extLst>
              <a:ext uri="{FF2B5EF4-FFF2-40B4-BE49-F238E27FC236}">
                <a16:creationId xmlns:a16="http://schemas.microsoft.com/office/drawing/2014/main" id="{76F248B2-0F05-F54B-96F7-0ECB3C099EE5}"/>
              </a:ext>
            </a:extLst>
          </p:cNvPr>
          <p:cNvSpPr>
            <a:spLocks noGrp="1" noChangeArrowheads="1"/>
          </p:cNvSpPr>
          <p:nvPr>
            <p:ph type="body" idx="1"/>
          </p:nvPr>
        </p:nvSpPr>
        <p:spPr>
          <a:xfrm>
            <a:off x="148591" y="1013936"/>
            <a:ext cx="8692989" cy="3725466"/>
          </a:xfrm>
        </p:spPr>
        <p:txBody>
          <a:bodyPr/>
          <a:lstStyle/>
          <a:p>
            <a:pPr algn="just" eaLnBrk="1" hangingPunct="1"/>
            <a:r>
              <a:rPr lang="en-US" altLang="zh-CN" dirty="0">
                <a:ea typeface="宋体" panose="02010600030101010101" pitchFamily="2" charset="-122"/>
              </a:rPr>
              <a:t>IP </a:t>
            </a:r>
            <a:r>
              <a:rPr lang="zh-CN" altLang="en-US" dirty="0">
                <a:ea typeface="宋体" panose="02010600030101010101" pitchFamily="2" charset="-122"/>
              </a:rPr>
              <a:t>首部的可变部分就是一个</a:t>
            </a:r>
            <a:r>
              <a:rPr lang="zh-CN" altLang="en-US" dirty="0">
                <a:solidFill>
                  <a:srgbClr val="FF0000"/>
                </a:solidFill>
                <a:ea typeface="宋体" panose="02010600030101010101" pitchFamily="2" charset="-122"/>
              </a:rPr>
              <a:t>选项字段</a:t>
            </a:r>
            <a:r>
              <a:rPr lang="zh-CN" altLang="en-US" dirty="0">
                <a:ea typeface="宋体" panose="02010600030101010101" pitchFamily="2" charset="-122"/>
              </a:rPr>
              <a:t>，用来支持</a:t>
            </a:r>
            <a:r>
              <a:rPr lang="zh-CN" altLang="en-US" dirty="0">
                <a:solidFill>
                  <a:srgbClr val="FF0000"/>
                </a:solidFill>
                <a:ea typeface="宋体" panose="02010600030101010101" pitchFamily="2" charset="-122"/>
              </a:rPr>
              <a:t>排错、测量以及安全</a:t>
            </a:r>
            <a:r>
              <a:rPr lang="zh-CN" altLang="en-US" dirty="0">
                <a:ea typeface="宋体" panose="02010600030101010101" pitchFamily="2" charset="-122"/>
              </a:rPr>
              <a:t>等措施，内容很丰富。</a:t>
            </a:r>
          </a:p>
          <a:p>
            <a:pPr algn="just" eaLnBrk="1" hangingPunct="1"/>
            <a:r>
              <a:rPr lang="zh-CN" altLang="en-US" dirty="0">
                <a:ea typeface="宋体" panose="02010600030101010101" pitchFamily="2" charset="-122"/>
              </a:rPr>
              <a:t>选项字段的长度可变，从 </a:t>
            </a:r>
            <a:r>
              <a:rPr lang="en-US" altLang="zh-CN" dirty="0">
                <a:solidFill>
                  <a:srgbClr val="FF0000"/>
                </a:solidFill>
                <a:ea typeface="宋体" panose="02010600030101010101" pitchFamily="2" charset="-122"/>
              </a:rPr>
              <a:t>1 </a:t>
            </a:r>
            <a:r>
              <a:rPr lang="zh-CN" altLang="en-US" dirty="0">
                <a:solidFill>
                  <a:srgbClr val="FF0000"/>
                </a:solidFill>
                <a:ea typeface="宋体" panose="02010600030101010101" pitchFamily="2" charset="-122"/>
              </a:rPr>
              <a:t>个字节到 </a:t>
            </a:r>
            <a:r>
              <a:rPr lang="en-US" altLang="zh-CN" dirty="0">
                <a:solidFill>
                  <a:srgbClr val="FF0000"/>
                </a:solidFill>
                <a:ea typeface="宋体" panose="02010600030101010101" pitchFamily="2" charset="-122"/>
              </a:rPr>
              <a:t>40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不等，取决于所选择的项目。</a:t>
            </a:r>
          </a:p>
          <a:p>
            <a:pPr algn="just" eaLnBrk="1" hangingPunct="1"/>
            <a:r>
              <a:rPr lang="zh-CN" altLang="en-US" dirty="0">
                <a:ea typeface="宋体" panose="02010600030101010101" pitchFamily="2" charset="-122"/>
              </a:rPr>
              <a:t>增加首部的可变部分是为了增加 </a:t>
            </a:r>
            <a:r>
              <a:rPr lang="en-US" altLang="zh-CN" dirty="0">
                <a:ea typeface="宋体" panose="02010600030101010101" pitchFamily="2" charset="-122"/>
              </a:rPr>
              <a:t>IP </a:t>
            </a:r>
            <a:r>
              <a:rPr lang="zh-CN" altLang="en-US" dirty="0">
                <a:ea typeface="宋体" panose="02010600030101010101" pitchFamily="2" charset="-122"/>
              </a:rPr>
              <a:t>数据报的功能，但这同时也使得 </a:t>
            </a:r>
            <a:r>
              <a:rPr lang="en-US" altLang="zh-CN" dirty="0">
                <a:ea typeface="宋体" panose="02010600030101010101" pitchFamily="2" charset="-122"/>
              </a:rPr>
              <a:t>IP </a:t>
            </a:r>
            <a:r>
              <a:rPr lang="zh-CN" altLang="en-US" dirty="0">
                <a:ea typeface="宋体" panose="02010600030101010101" pitchFamily="2" charset="-122"/>
              </a:rPr>
              <a:t>数据报的首部长度成为可变的。这就增加了每一个路由器处理数据报的开销。</a:t>
            </a:r>
          </a:p>
          <a:p>
            <a:pPr algn="just" eaLnBrk="1" hangingPunct="1"/>
            <a:r>
              <a:rPr lang="zh-CN" altLang="en-US" dirty="0">
                <a:ea typeface="宋体" panose="02010600030101010101" pitchFamily="2" charset="-122"/>
              </a:rPr>
              <a:t>实际上这些选项很少被使用。  </a:t>
            </a:r>
          </a:p>
        </p:txBody>
      </p:sp>
      <p:sp>
        <p:nvSpPr>
          <p:cNvPr id="195587" name="幻灯片编号占位符 1">
            <a:extLst>
              <a:ext uri="{FF2B5EF4-FFF2-40B4-BE49-F238E27FC236}">
                <a16:creationId xmlns:a16="http://schemas.microsoft.com/office/drawing/2014/main" id="{E212AD06-D2AE-244F-BDE3-D96319382F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C97E37-4C3A-9141-A900-3144F86E8B8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92458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Rectangle 45">
            <a:extLst>
              <a:ext uri="{FF2B5EF4-FFF2-40B4-BE49-F238E27FC236}">
                <a16:creationId xmlns:a16="http://schemas.microsoft.com/office/drawing/2014/main" id="{E2FBD5E6-57C1-004A-A7BC-F23937E98214}"/>
              </a:ext>
            </a:extLst>
          </p:cNvPr>
          <p:cNvSpPr>
            <a:spLocks noGrp="1" noChangeArrowheads="1"/>
          </p:cNvSpPr>
          <p:nvPr>
            <p:ph type="title"/>
          </p:nvPr>
        </p:nvSpPr>
        <p:spPr>
          <a:xfrm>
            <a:off x="182881" y="303609"/>
            <a:ext cx="7371636" cy="521494"/>
          </a:xfrm>
        </p:spPr>
        <p:txBody>
          <a:bodyPr/>
          <a:lstStyle/>
          <a:p>
            <a:pPr eaLnBrk="1" hangingPunct="1"/>
            <a:r>
              <a:rPr lang="en-US" altLang="zh-CN" dirty="0">
                <a:latin typeface="Times New Roman" panose="02020603050405020304" pitchFamily="18" charset="0"/>
                <a:ea typeface="宋体" panose="02010600030101010101" pitchFamily="2" charset="-122"/>
              </a:rPr>
              <a:t>4.2.6  IP </a:t>
            </a:r>
            <a:r>
              <a:rPr lang="zh-CN" altLang="en-US" dirty="0">
                <a:latin typeface="Times New Roman" panose="02020603050405020304" pitchFamily="18" charset="0"/>
                <a:ea typeface="宋体" panose="02010600030101010101" pitchFamily="2" charset="-122"/>
              </a:rPr>
              <a:t>层转发分组的流程 </a:t>
            </a:r>
          </a:p>
        </p:txBody>
      </p:sp>
      <p:sp>
        <p:nvSpPr>
          <p:cNvPr id="197634" name="Rectangle 49">
            <a:extLst>
              <a:ext uri="{FF2B5EF4-FFF2-40B4-BE49-F238E27FC236}">
                <a16:creationId xmlns:a16="http://schemas.microsoft.com/office/drawing/2014/main" id="{892A1A4A-F0CD-3C4E-8327-D1F0E0A5CB08}"/>
              </a:ext>
            </a:extLst>
          </p:cNvPr>
          <p:cNvSpPr>
            <a:spLocks noGrp="1" noChangeArrowheads="1"/>
          </p:cNvSpPr>
          <p:nvPr>
            <p:ph type="body" idx="1"/>
          </p:nvPr>
        </p:nvSpPr>
        <p:spPr>
          <a:xfrm>
            <a:off x="285750" y="1113235"/>
            <a:ext cx="8641080" cy="372665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有四个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类网络通过三个路由器连接在一起。每一个网络上都可能有成千上万个主机。</a:t>
            </a:r>
          </a:p>
          <a:p>
            <a:pPr eaLnBrk="1" hangingPunct="1">
              <a:lnSpc>
                <a:spcPct val="90000"/>
              </a:lnSpc>
            </a:pPr>
            <a:r>
              <a:rPr lang="zh-CN" altLang="en-US" dirty="0">
                <a:latin typeface="Times New Roman" panose="02020603050405020304" pitchFamily="18" charset="0"/>
                <a:ea typeface="宋体" panose="02010600030101010101" pitchFamily="2" charset="-122"/>
              </a:rPr>
              <a:t>可以想像，若按目的主机号来制作路由表，则所得出的路由表就会过于庞大。</a:t>
            </a:r>
          </a:p>
          <a:p>
            <a:pPr eaLnBrk="1" hangingPunct="1">
              <a:lnSpc>
                <a:spcPct val="90000"/>
              </a:lnSpc>
            </a:pPr>
            <a:r>
              <a:rPr lang="zh-CN" altLang="en-US" dirty="0">
                <a:latin typeface="Times New Roman" panose="02020603050405020304" pitchFamily="18" charset="0"/>
                <a:ea typeface="宋体" panose="02010600030101010101" pitchFamily="2" charset="-122"/>
              </a:rPr>
              <a:t>但若按主机所在的</a:t>
            </a:r>
            <a:r>
              <a:rPr lang="zh-CN" altLang="en-US" dirty="0">
                <a:solidFill>
                  <a:schemeClr val="hlink"/>
                </a:solidFill>
                <a:latin typeface="Times New Roman" panose="02020603050405020304" pitchFamily="18" charset="0"/>
                <a:ea typeface="宋体" panose="02010600030101010101" pitchFamily="2" charset="-122"/>
              </a:rPr>
              <a:t>网络地址</a:t>
            </a:r>
            <a:r>
              <a:rPr lang="zh-CN" altLang="en-US" dirty="0">
                <a:latin typeface="Times New Roman" panose="02020603050405020304" pitchFamily="18" charset="0"/>
                <a:ea typeface="宋体" panose="02010600030101010101" pitchFamily="2" charset="-122"/>
              </a:rPr>
              <a:t>来制作路由表，那么每一个路由器中的路由表就只包含 </a:t>
            </a: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个项目。这样就可使路由表大大简化。 </a:t>
            </a:r>
          </a:p>
        </p:txBody>
      </p:sp>
      <p:sp>
        <p:nvSpPr>
          <p:cNvPr id="197635" name="幻灯片编号占位符 1">
            <a:extLst>
              <a:ext uri="{FF2B5EF4-FFF2-40B4-BE49-F238E27FC236}">
                <a16:creationId xmlns:a16="http://schemas.microsoft.com/office/drawing/2014/main" id="{11F14047-99E6-294D-A102-07495692B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558E56F-4753-724B-A3BB-4E1BE89A51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762120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9681" name="Freeform 4">
            <a:extLst>
              <a:ext uri="{FF2B5EF4-FFF2-40B4-BE49-F238E27FC236}">
                <a16:creationId xmlns:a16="http://schemas.microsoft.com/office/drawing/2014/main" id="{0919F39D-A00D-C947-9806-119DDDD364AD}"/>
              </a:ext>
            </a:extLst>
          </p:cNvPr>
          <p:cNvSpPr>
            <a:spLocks/>
          </p:cNvSpPr>
          <p:nvPr/>
        </p:nvSpPr>
        <p:spPr bwMode="auto">
          <a:xfrm>
            <a:off x="2742010" y="1801416"/>
            <a:ext cx="3720703" cy="816769"/>
          </a:xfrm>
          <a:custGeom>
            <a:avLst/>
            <a:gdLst>
              <a:gd name="T0" fmla="*/ 0 w 3024"/>
              <a:gd name="T1" fmla="*/ 2147483646 h 636"/>
              <a:gd name="T2" fmla="*/ 2147483646 w 3024"/>
              <a:gd name="T3" fmla="*/ 0 h 636"/>
              <a:gd name="T4" fmla="*/ 2147483646 w 3024"/>
              <a:gd name="T5" fmla="*/ 2147483646 h 636"/>
              <a:gd name="T6" fmla="*/ 0 w 3024"/>
              <a:gd name="T7" fmla="*/ 2147483646 h 6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24" h="636">
                <a:moveTo>
                  <a:pt x="0" y="636"/>
                </a:moveTo>
                <a:lnTo>
                  <a:pt x="1520" y="0"/>
                </a:lnTo>
                <a:lnTo>
                  <a:pt x="3024" y="636"/>
                </a:lnTo>
                <a:lnTo>
                  <a:pt x="0" y="636"/>
                </a:lnTo>
                <a:close/>
              </a:path>
            </a:pathLst>
          </a:custGeom>
          <a:gradFill rotWithShape="1">
            <a:gsLst>
              <a:gs pos="0">
                <a:srgbClr val="D1D17D"/>
              </a:gs>
              <a:gs pos="100000">
                <a:srgbClr val="FFFF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99682" name="Group 5">
            <a:extLst>
              <a:ext uri="{FF2B5EF4-FFF2-40B4-BE49-F238E27FC236}">
                <a16:creationId xmlns:a16="http://schemas.microsoft.com/office/drawing/2014/main" id="{DFF2E96D-87F9-AE4D-BCCF-662D5B49E9BE}"/>
              </a:ext>
            </a:extLst>
          </p:cNvPr>
          <p:cNvGrpSpPr>
            <a:grpSpLocks/>
          </p:cNvGrpSpPr>
          <p:nvPr/>
        </p:nvGrpSpPr>
        <p:grpSpPr bwMode="auto">
          <a:xfrm>
            <a:off x="1143001" y="1391841"/>
            <a:ext cx="954881" cy="685800"/>
            <a:chOff x="912" y="768"/>
            <a:chExt cx="2400" cy="1584"/>
          </a:xfrm>
        </p:grpSpPr>
        <p:sp>
          <p:nvSpPr>
            <p:cNvPr id="199811" name="Oval 6">
              <a:extLst>
                <a:ext uri="{FF2B5EF4-FFF2-40B4-BE49-F238E27FC236}">
                  <a16:creationId xmlns:a16="http://schemas.microsoft.com/office/drawing/2014/main" id="{FD14BDC9-DDEB-6948-8810-333CBD7DC015}"/>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2" name="Oval 7">
              <a:extLst>
                <a:ext uri="{FF2B5EF4-FFF2-40B4-BE49-F238E27FC236}">
                  <a16:creationId xmlns:a16="http://schemas.microsoft.com/office/drawing/2014/main" id="{A6FDAC6C-93CA-9149-9C16-CAEE8F89F0B2}"/>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3" name="Oval 8">
              <a:extLst>
                <a:ext uri="{FF2B5EF4-FFF2-40B4-BE49-F238E27FC236}">
                  <a16:creationId xmlns:a16="http://schemas.microsoft.com/office/drawing/2014/main" id="{AF7BA29A-2927-3740-9025-2A6D04B7BAD0}"/>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4" name="Oval 9">
              <a:extLst>
                <a:ext uri="{FF2B5EF4-FFF2-40B4-BE49-F238E27FC236}">
                  <a16:creationId xmlns:a16="http://schemas.microsoft.com/office/drawing/2014/main" id="{AE920571-362A-4F48-92E0-CE8D44F0AEB5}"/>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5" name="Oval 10">
              <a:extLst>
                <a:ext uri="{FF2B5EF4-FFF2-40B4-BE49-F238E27FC236}">
                  <a16:creationId xmlns:a16="http://schemas.microsoft.com/office/drawing/2014/main" id="{C0E73485-2BCE-0C4A-8957-A13C3253A99A}"/>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6" name="Oval 11">
              <a:extLst>
                <a:ext uri="{FF2B5EF4-FFF2-40B4-BE49-F238E27FC236}">
                  <a16:creationId xmlns:a16="http://schemas.microsoft.com/office/drawing/2014/main" id="{392AE9B0-072F-B94A-94A3-4D97C68F14C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7" name="Oval 12">
              <a:extLst>
                <a:ext uri="{FF2B5EF4-FFF2-40B4-BE49-F238E27FC236}">
                  <a16:creationId xmlns:a16="http://schemas.microsoft.com/office/drawing/2014/main" id="{0FC7B878-6AE3-E74C-B2ED-BFEA7E0CEBDB}"/>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8" name="Oval 13">
              <a:extLst>
                <a:ext uri="{FF2B5EF4-FFF2-40B4-BE49-F238E27FC236}">
                  <a16:creationId xmlns:a16="http://schemas.microsoft.com/office/drawing/2014/main" id="{35850DFB-D381-8343-8243-8422AF1F2E24}"/>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9" name="Oval 14">
              <a:extLst>
                <a:ext uri="{FF2B5EF4-FFF2-40B4-BE49-F238E27FC236}">
                  <a16:creationId xmlns:a16="http://schemas.microsoft.com/office/drawing/2014/main" id="{6E82E90D-2AC0-2045-9DF2-13DF7E1BDE7C}"/>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20" name="Group 15">
              <a:extLst>
                <a:ext uri="{FF2B5EF4-FFF2-40B4-BE49-F238E27FC236}">
                  <a16:creationId xmlns:a16="http://schemas.microsoft.com/office/drawing/2014/main" id="{994EC62D-A944-F24B-9552-AF6E45D1AA51}"/>
                </a:ext>
              </a:extLst>
            </p:cNvPr>
            <p:cNvGrpSpPr>
              <a:grpSpLocks/>
            </p:cNvGrpSpPr>
            <p:nvPr/>
          </p:nvGrpSpPr>
          <p:grpSpPr bwMode="auto">
            <a:xfrm>
              <a:off x="912" y="768"/>
              <a:ext cx="2386" cy="1553"/>
              <a:chOff x="912" y="768"/>
              <a:chExt cx="2386" cy="1553"/>
            </a:xfrm>
          </p:grpSpPr>
          <p:sp>
            <p:nvSpPr>
              <p:cNvPr id="199821" name="Oval 16">
                <a:extLst>
                  <a:ext uri="{FF2B5EF4-FFF2-40B4-BE49-F238E27FC236}">
                    <a16:creationId xmlns:a16="http://schemas.microsoft.com/office/drawing/2014/main" id="{BB542201-1221-FE49-B3BE-D9AAD60D7B6E}"/>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2" name="Oval 17">
                <a:extLst>
                  <a:ext uri="{FF2B5EF4-FFF2-40B4-BE49-F238E27FC236}">
                    <a16:creationId xmlns:a16="http://schemas.microsoft.com/office/drawing/2014/main" id="{144797A1-2975-EE4E-A4C2-9FFA7AB1BB16}"/>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3" name="Oval 18">
                <a:extLst>
                  <a:ext uri="{FF2B5EF4-FFF2-40B4-BE49-F238E27FC236}">
                    <a16:creationId xmlns:a16="http://schemas.microsoft.com/office/drawing/2014/main" id="{AD5C8BEE-F7C7-934B-A023-E40BEB8E420C}"/>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4" name="Oval 19">
                <a:extLst>
                  <a:ext uri="{FF2B5EF4-FFF2-40B4-BE49-F238E27FC236}">
                    <a16:creationId xmlns:a16="http://schemas.microsoft.com/office/drawing/2014/main" id="{4B5B0E9D-C891-404B-AD50-4BB76E77F58C}"/>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5" name="Oval 20">
                <a:extLst>
                  <a:ext uri="{FF2B5EF4-FFF2-40B4-BE49-F238E27FC236}">
                    <a16:creationId xmlns:a16="http://schemas.microsoft.com/office/drawing/2014/main" id="{0DFEB763-25A3-6740-B383-47A67408D3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6" name="Oval 21">
                <a:extLst>
                  <a:ext uri="{FF2B5EF4-FFF2-40B4-BE49-F238E27FC236}">
                    <a16:creationId xmlns:a16="http://schemas.microsoft.com/office/drawing/2014/main" id="{F2894A5B-CE1E-E841-B97D-B78B9840D907}"/>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7" name="Oval 22">
                <a:extLst>
                  <a:ext uri="{FF2B5EF4-FFF2-40B4-BE49-F238E27FC236}">
                    <a16:creationId xmlns:a16="http://schemas.microsoft.com/office/drawing/2014/main" id="{848DEEE3-9F54-094E-A7C8-6B98D7FC5F91}"/>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8" name="Oval 23">
                <a:extLst>
                  <a:ext uri="{FF2B5EF4-FFF2-40B4-BE49-F238E27FC236}">
                    <a16:creationId xmlns:a16="http://schemas.microsoft.com/office/drawing/2014/main" id="{B97F6395-0FE7-3B45-88B1-D4CFBAE6DF1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9" name="Oval 24">
                <a:extLst>
                  <a:ext uri="{FF2B5EF4-FFF2-40B4-BE49-F238E27FC236}">
                    <a16:creationId xmlns:a16="http://schemas.microsoft.com/office/drawing/2014/main" id="{10CBF6AE-2A58-C44C-90EC-A4EB0B2EE63C}"/>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3" name="Line 25">
            <a:extLst>
              <a:ext uri="{FF2B5EF4-FFF2-40B4-BE49-F238E27FC236}">
                <a16:creationId xmlns:a16="http://schemas.microsoft.com/office/drawing/2014/main" id="{1BF9AAA2-0534-2D47-98F1-67E5FE63AA68}"/>
              </a:ext>
            </a:extLst>
          </p:cNvPr>
          <p:cNvSpPr>
            <a:spLocks noChangeShapeType="1"/>
          </p:cNvSpPr>
          <p:nvPr/>
        </p:nvSpPr>
        <p:spPr bwMode="auto">
          <a:xfrm>
            <a:off x="2097881" y="1714500"/>
            <a:ext cx="506849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99684" name="Group 26">
            <a:extLst>
              <a:ext uri="{FF2B5EF4-FFF2-40B4-BE49-F238E27FC236}">
                <a16:creationId xmlns:a16="http://schemas.microsoft.com/office/drawing/2014/main" id="{5A14F52A-F22E-4848-AD24-A9178861A9BF}"/>
              </a:ext>
            </a:extLst>
          </p:cNvPr>
          <p:cNvGrpSpPr>
            <a:grpSpLocks/>
          </p:cNvGrpSpPr>
          <p:nvPr/>
        </p:nvGrpSpPr>
        <p:grpSpPr bwMode="auto">
          <a:xfrm>
            <a:off x="6998494" y="1391841"/>
            <a:ext cx="954881" cy="685800"/>
            <a:chOff x="912" y="768"/>
            <a:chExt cx="2400" cy="1584"/>
          </a:xfrm>
        </p:grpSpPr>
        <p:sp>
          <p:nvSpPr>
            <p:cNvPr id="199792" name="Oval 27">
              <a:extLst>
                <a:ext uri="{FF2B5EF4-FFF2-40B4-BE49-F238E27FC236}">
                  <a16:creationId xmlns:a16="http://schemas.microsoft.com/office/drawing/2014/main" id="{405451C7-8372-F542-AEF6-9510A29BD557}"/>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3" name="Oval 28">
              <a:extLst>
                <a:ext uri="{FF2B5EF4-FFF2-40B4-BE49-F238E27FC236}">
                  <a16:creationId xmlns:a16="http://schemas.microsoft.com/office/drawing/2014/main" id="{309B25CF-E0CE-1441-B4A5-699C75D636D9}"/>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4" name="Oval 29">
              <a:extLst>
                <a:ext uri="{FF2B5EF4-FFF2-40B4-BE49-F238E27FC236}">
                  <a16:creationId xmlns:a16="http://schemas.microsoft.com/office/drawing/2014/main" id="{E6ED50B6-957F-964D-9F31-730DDC77D73A}"/>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5" name="Oval 30">
              <a:extLst>
                <a:ext uri="{FF2B5EF4-FFF2-40B4-BE49-F238E27FC236}">
                  <a16:creationId xmlns:a16="http://schemas.microsoft.com/office/drawing/2014/main" id="{620FE0F8-4D10-AC41-BF24-987E7436819D}"/>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6" name="Oval 31">
              <a:extLst>
                <a:ext uri="{FF2B5EF4-FFF2-40B4-BE49-F238E27FC236}">
                  <a16:creationId xmlns:a16="http://schemas.microsoft.com/office/drawing/2014/main" id="{A62FCDE3-D7C5-BA48-939C-C1A80C19D9F1}"/>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7" name="Oval 32">
              <a:extLst>
                <a:ext uri="{FF2B5EF4-FFF2-40B4-BE49-F238E27FC236}">
                  <a16:creationId xmlns:a16="http://schemas.microsoft.com/office/drawing/2014/main" id="{EF080C9D-C861-AF4F-AC71-CE5DE156742D}"/>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8" name="Oval 33">
              <a:extLst>
                <a:ext uri="{FF2B5EF4-FFF2-40B4-BE49-F238E27FC236}">
                  <a16:creationId xmlns:a16="http://schemas.microsoft.com/office/drawing/2014/main" id="{AB220BEC-87D6-EE41-BACF-CEA25BFC67A7}"/>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9" name="Oval 34">
              <a:extLst>
                <a:ext uri="{FF2B5EF4-FFF2-40B4-BE49-F238E27FC236}">
                  <a16:creationId xmlns:a16="http://schemas.microsoft.com/office/drawing/2014/main" id="{C022ECBA-0362-B544-A9FB-E7A9A25726F0}"/>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0" name="Oval 35">
              <a:extLst>
                <a:ext uri="{FF2B5EF4-FFF2-40B4-BE49-F238E27FC236}">
                  <a16:creationId xmlns:a16="http://schemas.microsoft.com/office/drawing/2014/main" id="{9908A9CE-22D6-944E-ACA4-BF9EFA5BAAE2}"/>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01" name="Group 36">
              <a:extLst>
                <a:ext uri="{FF2B5EF4-FFF2-40B4-BE49-F238E27FC236}">
                  <a16:creationId xmlns:a16="http://schemas.microsoft.com/office/drawing/2014/main" id="{C7E3EB56-5B02-C44B-B0A6-153A7276FC20}"/>
                </a:ext>
              </a:extLst>
            </p:cNvPr>
            <p:cNvGrpSpPr>
              <a:grpSpLocks/>
            </p:cNvGrpSpPr>
            <p:nvPr/>
          </p:nvGrpSpPr>
          <p:grpSpPr bwMode="auto">
            <a:xfrm>
              <a:off x="912" y="768"/>
              <a:ext cx="2386" cy="1553"/>
              <a:chOff x="912" y="768"/>
              <a:chExt cx="2386" cy="1553"/>
            </a:xfrm>
          </p:grpSpPr>
          <p:sp>
            <p:nvSpPr>
              <p:cNvPr id="199802" name="Oval 37">
                <a:extLst>
                  <a:ext uri="{FF2B5EF4-FFF2-40B4-BE49-F238E27FC236}">
                    <a16:creationId xmlns:a16="http://schemas.microsoft.com/office/drawing/2014/main" id="{0A4F2B0E-3D9F-154B-8C0D-60A54D8B3211}"/>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3" name="Oval 38">
                <a:extLst>
                  <a:ext uri="{FF2B5EF4-FFF2-40B4-BE49-F238E27FC236}">
                    <a16:creationId xmlns:a16="http://schemas.microsoft.com/office/drawing/2014/main" id="{F781C306-2E1D-7748-B4F8-4CDCF60CD265}"/>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4" name="Oval 39">
                <a:extLst>
                  <a:ext uri="{FF2B5EF4-FFF2-40B4-BE49-F238E27FC236}">
                    <a16:creationId xmlns:a16="http://schemas.microsoft.com/office/drawing/2014/main" id="{84573CA7-EC62-2F4A-BC9C-301245B3207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5" name="Oval 40">
                <a:extLst>
                  <a:ext uri="{FF2B5EF4-FFF2-40B4-BE49-F238E27FC236}">
                    <a16:creationId xmlns:a16="http://schemas.microsoft.com/office/drawing/2014/main" id="{0E48031E-9168-994F-81FB-A55B71BACE4D}"/>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6" name="Oval 41">
                <a:extLst>
                  <a:ext uri="{FF2B5EF4-FFF2-40B4-BE49-F238E27FC236}">
                    <a16:creationId xmlns:a16="http://schemas.microsoft.com/office/drawing/2014/main" id="{BBAB56CB-22E0-2F41-9630-ACB146FC66A3}"/>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7" name="Oval 42">
                <a:extLst>
                  <a:ext uri="{FF2B5EF4-FFF2-40B4-BE49-F238E27FC236}">
                    <a16:creationId xmlns:a16="http://schemas.microsoft.com/office/drawing/2014/main" id="{6CD981B3-C4C9-9444-86E5-095A773CC6A3}"/>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8" name="Oval 43">
                <a:extLst>
                  <a:ext uri="{FF2B5EF4-FFF2-40B4-BE49-F238E27FC236}">
                    <a16:creationId xmlns:a16="http://schemas.microsoft.com/office/drawing/2014/main" id="{5D0F3CF9-E6A6-804C-86EE-0E502BC439BA}"/>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9" name="Oval 44">
                <a:extLst>
                  <a:ext uri="{FF2B5EF4-FFF2-40B4-BE49-F238E27FC236}">
                    <a16:creationId xmlns:a16="http://schemas.microsoft.com/office/drawing/2014/main" id="{402A95D2-99E1-6D45-9168-92AB16205C22}"/>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0" name="Oval 45">
                <a:extLst>
                  <a:ext uri="{FF2B5EF4-FFF2-40B4-BE49-F238E27FC236}">
                    <a16:creationId xmlns:a16="http://schemas.microsoft.com/office/drawing/2014/main" id="{5DEB0464-1612-BA49-A0DF-6FB07EFF5253}"/>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5" name="Group 46">
            <a:extLst>
              <a:ext uri="{FF2B5EF4-FFF2-40B4-BE49-F238E27FC236}">
                <a16:creationId xmlns:a16="http://schemas.microsoft.com/office/drawing/2014/main" id="{F3CC050A-ED67-2945-A53B-FF51FB8F75A2}"/>
              </a:ext>
            </a:extLst>
          </p:cNvPr>
          <p:cNvGrpSpPr>
            <a:grpSpLocks/>
          </p:cNvGrpSpPr>
          <p:nvPr/>
        </p:nvGrpSpPr>
        <p:grpSpPr bwMode="auto">
          <a:xfrm>
            <a:off x="5112544" y="1418035"/>
            <a:ext cx="954881" cy="686990"/>
            <a:chOff x="912" y="768"/>
            <a:chExt cx="2400" cy="1584"/>
          </a:xfrm>
        </p:grpSpPr>
        <p:sp>
          <p:nvSpPr>
            <p:cNvPr id="199773" name="Oval 47">
              <a:extLst>
                <a:ext uri="{FF2B5EF4-FFF2-40B4-BE49-F238E27FC236}">
                  <a16:creationId xmlns:a16="http://schemas.microsoft.com/office/drawing/2014/main" id="{D0780119-20EF-5243-BAF9-CD7721194A5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4" name="Oval 48">
              <a:extLst>
                <a:ext uri="{FF2B5EF4-FFF2-40B4-BE49-F238E27FC236}">
                  <a16:creationId xmlns:a16="http://schemas.microsoft.com/office/drawing/2014/main" id="{910E6B04-7B67-734B-B090-77CEA00A878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5" name="Oval 49">
              <a:extLst>
                <a:ext uri="{FF2B5EF4-FFF2-40B4-BE49-F238E27FC236}">
                  <a16:creationId xmlns:a16="http://schemas.microsoft.com/office/drawing/2014/main" id="{7A25C6CF-A2CF-8643-8AF0-064192C5489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6" name="Oval 50">
              <a:extLst>
                <a:ext uri="{FF2B5EF4-FFF2-40B4-BE49-F238E27FC236}">
                  <a16:creationId xmlns:a16="http://schemas.microsoft.com/office/drawing/2014/main" id="{43232EEA-8756-2D40-A7EA-EA82ED67D760}"/>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7" name="Oval 51">
              <a:extLst>
                <a:ext uri="{FF2B5EF4-FFF2-40B4-BE49-F238E27FC236}">
                  <a16:creationId xmlns:a16="http://schemas.microsoft.com/office/drawing/2014/main" id="{55DB0438-24C9-CB42-98ED-BA43CC243B1F}"/>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8" name="Oval 52">
              <a:extLst>
                <a:ext uri="{FF2B5EF4-FFF2-40B4-BE49-F238E27FC236}">
                  <a16:creationId xmlns:a16="http://schemas.microsoft.com/office/drawing/2014/main" id="{3E69B81C-98BC-C644-9655-A97088427B0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9" name="Oval 53">
              <a:extLst>
                <a:ext uri="{FF2B5EF4-FFF2-40B4-BE49-F238E27FC236}">
                  <a16:creationId xmlns:a16="http://schemas.microsoft.com/office/drawing/2014/main" id="{4B655C72-444D-614B-BFA6-A5FC4D6ACA6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0" name="Oval 54">
              <a:extLst>
                <a:ext uri="{FF2B5EF4-FFF2-40B4-BE49-F238E27FC236}">
                  <a16:creationId xmlns:a16="http://schemas.microsoft.com/office/drawing/2014/main" id="{E1C65B9C-19FA-124F-9687-0A546AA5B2D7}"/>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1" name="Oval 55">
              <a:extLst>
                <a:ext uri="{FF2B5EF4-FFF2-40B4-BE49-F238E27FC236}">
                  <a16:creationId xmlns:a16="http://schemas.microsoft.com/office/drawing/2014/main" id="{D642EEA7-F4B0-B348-9520-4D8AEB3D886B}"/>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82" name="Group 56">
              <a:extLst>
                <a:ext uri="{FF2B5EF4-FFF2-40B4-BE49-F238E27FC236}">
                  <a16:creationId xmlns:a16="http://schemas.microsoft.com/office/drawing/2014/main" id="{DEB4D881-E630-014F-B34A-DDBBAD528460}"/>
                </a:ext>
              </a:extLst>
            </p:cNvPr>
            <p:cNvGrpSpPr>
              <a:grpSpLocks/>
            </p:cNvGrpSpPr>
            <p:nvPr/>
          </p:nvGrpSpPr>
          <p:grpSpPr bwMode="auto">
            <a:xfrm>
              <a:off x="912" y="768"/>
              <a:ext cx="2386" cy="1553"/>
              <a:chOff x="912" y="768"/>
              <a:chExt cx="2386" cy="1553"/>
            </a:xfrm>
          </p:grpSpPr>
          <p:sp>
            <p:nvSpPr>
              <p:cNvPr id="199783" name="Oval 57">
                <a:extLst>
                  <a:ext uri="{FF2B5EF4-FFF2-40B4-BE49-F238E27FC236}">
                    <a16:creationId xmlns:a16="http://schemas.microsoft.com/office/drawing/2014/main" id="{C99B85ED-6335-B64D-98CE-7078E9AD878B}"/>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4" name="Oval 58">
                <a:extLst>
                  <a:ext uri="{FF2B5EF4-FFF2-40B4-BE49-F238E27FC236}">
                    <a16:creationId xmlns:a16="http://schemas.microsoft.com/office/drawing/2014/main" id="{5A825F89-C794-0F42-BD7E-BB34015C343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5" name="Oval 59">
                <a:extLst>
                  <a:ext uri="{FF2B5EF4-FFF2-40B4-BE49-F238E27FC236}">
                    <a16:creationId xmlns:a16="http://schemas.microsoft.com/office/drawing/2014/main" id="{7A201A17-7B59-9443-B730-B23E8FABCA2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6" name="Oval 60">
                <a:extLst>
                  <a:ext uri="{FF2B5EF4-FFF2-40B4-BE49-F238E27FC236}">
                    <a16:creationId xmlns:a16="http://schemas.microsoft.com/office/drawing/2014/main" id="{04993DA5-22AF-F343-9205-0E1BD3FA4CB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7" name="Oval 61">
                <a:extLst>
                  <a:ext uri="{FF2B5EF4-FFF2-40B4-BE49-F238E27FC236}">
                    <a16:creationId xmlns:a16="http://schemas.microsoft.com/office/drawing/2014/main" id="{D1E10D9A-CF7E-9A47-8609-F16CA8D0D0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8" name="Oval 62">
                <a:extLst>
                  <a:ext uri="{FF2B5EF4-FFF2-40B4-BE49-F238E27FC236}">
                    <a16:creationId xmlns:a16="http://schemas.microsoft.com/office/drawing/2014/main" id="{D763ED4D-2183-E248-B8B2-EC90971A5E84}"/>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9" name="Oval 63">
                <a:extLst>
                  <a:ext uri="{FF2B5EF4-FFF2-40B4-BE49-F238E27FC236}">
                    <a16:creationId xmlns:a16="http://schemas.microsoft.com/office/drawing/2014/main" id="{AB1A0FEC-9264-0C44-A444-9C3984F01AC7}"/>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0" name="Oval 64">
                <a:extLst>
                  <a:ext uri="{FF2B5EF4-FFF2-40B4-BE49-F238E27FC236}">
                    <a16:creationId xmlns:a16="http://schemas.microsoft.com/office/drawing/2014/main" id="{5537995F-4803-F241-A40C-DEF3E1A00DDC}"/>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1" name="Oval 65">
                <a:extLst>
                  <a:ext uri="{FF2B5EF4-FFF2-40B4-BE49-F238E27FC236}">
                    <a16:creationId xmlns:a16="http://schemas.microsoft.com/office/drawing/2014/main" id="{2F3924E1-8CE2-9A4A-96EA-09878D9D48FD}"/>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6" name="Group 66">
            <a:extLst>
              <a:ext uri="{FF2B5EF4-FFF2-40B4-BE49-F238E27FC236}">
                <a16:creationId xmlns:a16="http://schemas.microsoft.com/office/drawing/2014/main" id="{490B4FB4-6D8E-E54B-A0B9-8CF23D6DC47A}"/>
              </a:ext>
            </a:extLst>
          </p:cNvPr>
          <p:cNvGrpSpPr>
            <a:grpSpLocks/>
          </p:cNvGrpSpPr>
          <p:nvPr/>
        </p:nvGrpSpPr>
        <p:grpSpPr bwMode="auto">
          <a:xfrm>
            <a:off x="3150394" y="1391841"/>
            <a:ext cx="954881" cy="685800"/>
            <a:chOff x="912" y="768"/>
            <a:chExt cx="2400" cy="1584"/>
          </a:xfrm>
        </p:grpSpPr>
        <p:sp>
          <p:nvSpPr>
            <p:cNvPr id="199754" name="Oval 67">
              <a:extLst>
                <a:ext uri="{FF2B5EF4-FFF2-40B4-BE49-F238E27FC236}">
                  <a16:creationId xmlns:a16="http://schemas.microsoft.com/office/drawing/2014/main" id="{B2F46405-D562-4C41-90BF-2C4C0FD6EC7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5" name="Oval 68">
              <a:extLst>
                <a:ext uri="{FF2B5EF4-FFF2-40B4-BE49-F238E27FC236}">
                  <a16:creationId xmlns:a16="http://schemas.microsoft.com/office/drawing/2014/main" id="{E214E670-2E26-094B-8624-714BCFF69BD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6" name="Oval 69">
              <a:extLst>
                <a:ext uri="{FF2B5EF4-FFF2-40B4-BE49-F238E27FC236}">
                  <a16:creationId xmlns:a16="http://schemas.microsoft.com/office/drawing/2014/main" id="{9258D5AE-F07D-3441-A76B-78590FC12FE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7" name="Oval 70">
              <a:extLst>
                <a:ext uri="{FF2B5EF4-FFF2-40B4-BE49-F238E27FC236}">
                  <a16:creationId xmlns:a16="http://schemas.microsoft.com/office/drawing/2014/main" id="{E395BA40-DDFB-5D49-BAE0-9C219CEF3E36}"/>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8" name="Oval 71">
              <a:extLst>
                <a:ext uri="{FF2B5EF4-FFF2-40B4-BE49-F238E27FC236}">
                  <a16:creationId xmlns:a16="http://schemas.microsoft.com/office/drawing/2014/main" id="{B59063FC-11C6-E544-AC30-F0E8003D0D49}"/>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9" name="Oval 72">
              <a:extLst>
                <a:ext uri="{FF2B5EF4-FFF2-40B4-BE49-F238E27FC236}">
                  <a16:creationId xmlns:a16="http://schemas.microsoft.com/office/drawing/2014/main" id="{F9CFB5D0-6632-A343-8B54-DCDCBEDFE64E}"/>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0" name="Oval 73">
              <a:extLst>
                <a:ext uri="{FF2B5EF4-FFF2-40B4-BE49-F238E27FC236}">
                  <a16:creationId xmlns:a16="http://schemas.microsoft.com/office/drawing/2014/main" id="{8001FA75-782E-D34D-9C14-989FA2CB217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1" name="Oval 74">
              <a:extLst>
                <a:ext uri="{FF2B5EF4-FFF2-40B4-BE49-F238E27FC236}">
                  <a16:creationId xmlns:a16="http://schemas.microsoft.com/office/drawing/2014/main" id="{E14049D1-621C-1946-B049-533883EEA6BC}"/>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2" name="Oval 75">
              <a:extLst>
                <a:ext uri="{FF2B5EF4-FFF2-40B4-BE49-F238E27FC236}">
                  <a16:creationId xmlns:a16="http://schemas.microsoft.com/office/drawing/2014/main" id="{EBF43F82-D73C-464E-9B44-4F70782D5FD6}"/>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63" name="Group 76">
              <a:extLst>
                <a:ext uri="{FF2B5EF4-FFF2-40B4-BE49-F238E27FC236}">
                  <a16:creationId xmlns:a16="http://schemas.microsoft.com/office/drawing/2014/main" id="{E4325DC4-A340-9F4E-B9DF-7361FB762A35}"/>
                </a:ext>
              </a:extLst>
            </p:cNvPr>
            <p:cNvGrpSpPr>
              <a:grpSpLocks/>
            </p:cNvGrpSpPr>
            <p:nvPr/>
          </p:nvGrpSpPr>
          <p:grpSpPr bwMode="auto">
            <a:xfrm>
              <a:off x="912" y="768"/>
              <a:ext cx="2386" cy="1553"/>
              <a:chOff x="912" y="768"/>
              <a:chExt cx="2386" cy="1553"/>
            </a:xfrm>
          </p:grpSpPr>
          <p:sp>
            <p:nvSpPr>
              <p:cNvPr id="199764" name="Oval 77">
                <a:extLst>
                  <a:ext uri="{FF2B5EF4-FFF2-40B4-BE49-F238E27FC236}">
                    <a16:creationId xmlns:a16="http://schemas.microsoft.com/office/drawing/2014/main" id="{2F185BA4-4967-D846-95EF-95AC58AB9F32}"/>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5" name="Oval 78">
                <a:extLst>
                  <a:ext uri="{FF2B5EF4-FFF2-40B4-BE49-F238E27FC236}">
                    <a16:creationId xmlns:a16="http://schemas.microsoft.com/office/drawing/2014/main" id="{BFF1AAE0-846B-454B-A91A-BC545DA4102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6" name="Oval 79">
                <a:extLst>
                  <a:ext uri="{FF2B5EF4-FFF2-40B4-BE49-F238E27FC236}">
                    <a16:creationId xmlns:a16="http://schemas.microsoft.com/office/drawing/2014/main" id="{C047B178-E6DF-1A44-8A8F-78108C730ED4}"/>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7" name="Oval 80">
                <a:extLst>
                  <a:ext uri="{FF2B5EF4-FFF2-40B4-BE49-F238E27FC236}">
                    <a16:creationId xmlns:a16="http://schemas.microsoft.com/office/drawing/2014/main" id="{2ADF8B12-37E7-F14E-BA52-93F7C6CCCF0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8" name="Oval 81">
                <a:extLst>
                  <a:ext uri="{FF2B5EF4-FFF2-40B4-BE49-F238E27FC236}">
                    <a16:creationId xmlns:a16="http://schemas.microsoft.com/office/drawing/2014/main" id="{75E0F41A-8306-854C-A90C-D50CC276E609}"/>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9" name="Oval 82">
                <a:extLst>
                  <a:ext uri="{FF2B5EF4-FFF2-40B4-BE49-F238E27FC236}">
                    <a16:creationId xmlns:a16="http://schemas.microsoft.com/office/drawing/2014/main" id="{E010EED7-2C94-6D4B-AC3C-DB6A9D54BF0C}"/>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0" name="Oval 83">
                <a:extLst>
                  <a:ext uri="{FF2B5EF4-FFF2-40B4-BE49-F238E27FC236}">
                    <a16:creationId xmlns:a16="http://schemas.microsoft.com/office/drawing/2014/main" id="{278BC706-FE0C-3B4F-842A-4A1FE4F4714B}"/>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1" name="Oval 84">
                <a:extLst>
                  <a:ext uri="{FF2B5EF4-FFF2-40B4-BE49-F238E27FC236}">
                    <a16:creationId xmlns:a16="http://schemas.microsoft.com/office/drawing/2014/main" id="{08735DBA-7D2F-B049-88B1-F039039399E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2" name="Oval 85">
                <a:extLst>
                  <a:ext uri="{FF2B5EF4-FFF2-40B4-BE49-F238E27FC236}">
                    <a16:creationId xmlns:a16="http://schemas.microsoft.com/office/drawing/2014/main" id="{82AF09D7-1A05-8945-8AC7-B682A8FCA00F}"/>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7" name="Text Box 86">
            <a:extLst>
              <a:ext uri="{FF2B5EF4-FFF2-40B4-BE49-F238E27FC236}">
                <a16:creationId xmlns:a16="http://schemas.microsoft.com/office/drawing/2014/main" id="{50168AFA-205E-4246-A988-91633B3A4529}"/>
              </a:ext>
            </a:extLst>
          </p:cNvPr>
          <p:cNvSpPr txBox="1">
            <a:spLocks noChangeArrowheads="1"/>
          </p:cNvSpPr>
          <p:nvPr/>
        </p:nvSpPr>
        <p:spPr bwMode="auto">
          <a:xfrm>
            <a:off x="123467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688" name="Text Box 87">
            <a:extLst>
              <a:ext uri="{FF2B5EF4-FFF2-40B4-BE49-F238E27FC236}">
                <a16:creationId xmlns:a16="http://schemas.microsoft.com/office/drawing/2014/main" id="{8300EC17-C277-2F4E-A042-D0C5ACDA8121}"/>
              </a:ext>
            </a:extLst>
          </p:cNvPr>
          <p:cNvSpPr txBox="1">
            <a:spLocks noChangeArrowheads="1"/>
          </p:cNvSpPr>
          <p:nvPr/>
        </p:nvSpPr>
        <p:spPr bwMode="auto">
          <a:xfrm>
            <a:off x="7166373"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689" name="Text Box 88">
            <a:extLst>
              <a:ext uri="{FF2B5EF4-FFF2-40B4-BE49-F238E27FC236}">
                <a16:creationId xmlns:a16="http://schemas.microsoft.com/office/drawing/2014/main" id="{F0868BCD-C655-6F42-A759-74E403030350}"/>
              </a:ext>
            </a:extLst>
          </p:cNvPr>
          <p:cNvSpPr txBox="1">
            <a:spLocks noChangeArrowheads="1"/>
          </p:cNvSpPr>
          <p:nvPr/>
        </p:nvSpPr>
        <p:spPr bwMode="auto">
          <a:xfrm>
            <a:off x="521731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690" name="Text Box 89">
            <a:extLst>
              <a:ext uri="{FF2B5EF4-FFF2-40B4-BE49-F238E27FC236}">
                <a16:creationId xmlns:a16="http://schemas.microsoft.com/office/drawing/2014/main" id="{FC112537-996E-0B48-807B-2ED699EE6462}"/>
              </a:ext>
            </a:extLst>
          </p:cNvPr>
          <p:cNvSpPr txBox="1">
            <a:spLocks noChangeArrowheads="1"/>
          </p:cNvSpPr>
          <p:nvPr/>
        </p:nvSpPr>
        <p:spPr bwMode="auto">
          <a:xfrm>
            <a:off x="325516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691" name="Text Box 90">
            <a:extLst>
              <a:ext uri="{FF2B5EF4-FFF2-40B4-BE49-F238E27FC236}">
                <a16:creationId xmlns:a16="http://schemas.microsoft.com/office/drawing/2014/main" id="{5B518B79-50DA-7945-B84C-B4604FD4FB63}"/>
              </a:ext>
            </a:extLst>
          </p:cNvPr>
          <p:cNvSpPr txBox="1">
            <a:spLocks noChangeArrowheads="1"/>
          </p:cNvSpPr>
          <p:nvPr/>
        </p:nvSpPr>
        <p:spPr bwMode="auto">
          <a:xfrm>
            <a:off x="1709738"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692" name="Text Box 91">
            <a:extLst>
              <a:ext uri="{FF2B5EF4-FFF2-40B4-BE49-F238E27FC236}">
                <a16:creationId xmlns:a16="http://schemas.microsoft.com/office/drawing/2014/main" id="{B9874A92-E3D9-CD4A-87F3-6331F3AB17F6}"/>
              </a:ext>
            </a:extLst>
          </p:cNvPr>
          <p:cNvSpPr txBox="1">
            <a:spLocks noChangeArrowheads="1"/>
          </p:cNvSpPr>
          <p:nvPr/>
        </p:nvSpPr>
        <p:spPr bwMode="auto">
          <a:xfrm>
            <a:off x="65520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693" name="Text Box 92">
            <a:extLst>
              <a:ext uri="{FF2B5EF4-FFF2-40B4-BE49-F238E27FC236}">
                <a16:creationId xmlns:a16="http://schemas.microsoft.com/office/drawing/2014/main" id="{4197A3B0-7CFA-564B-BF5A-BCB758F7C2B1}"/>
              </a:ext>
            </a:extLst>
          </p:cNvPr>
          <p:cNvSpPr txBox="1">
            <a:spLocks noChangeArrowheads="1"/>
          </p:cNvSpPr>
          <p:nvPr/>
        </p:nvSpPr>
        <p:spPr bwMode="auto">
          <a:xfrm>
            <a:off x="4711304"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694" name="Text Box 93">
            <a:extLst>
              <a:ext uri="{FF2B5EF4-FFF2-40B4-BE49-F238E27FC236}">
                <a16:creationId xmlns:a16="http://schemas.microsoft.com/office/drawing/2014/main" id="{F464EB80-4727-5E49-870E-3C531D5931C9}"/>
              </a:ext>
            </a:extLst>
          </p:cNvPr>
          <p:cNvSpPr txBox="1">
            <a:spLocks noChangeArrowheads="1"/>
          </p:cNvSpPr>
          <p:nvPr/>
        </p:nvSpPr>
        <p:spPr bwMode="auto">
          <a:xfrm>
            <a:off x="3773091"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695" name="Text Box 94">
            <a:extLst>
              <a:ext uri="{FF2B5EF4-FFF2-40B4-BE49-F238E27FC236}">
                <a16:creationId xmlns:a16="http://schemas.microsoft.com/office/drawing/2014/main" id="{B2F8BC19-A179-234B-AA5D-F5335A508578}"/>
              </a:ext>
            </a:extLst>
          </p:cNvPr>
          <p:cNvSpPr txBox="1">
            <a:spLocks noChangeArrowheads="1"/>
          </p:cNvSpPr>
          <p:nvPr/>
        </p:nvSpPr>
        <p:spPr bwMode="auto">
          <a:xfrm>
            <a:off x="26277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696" name="Line 95">
            <a:extLst>
              <a:ext uri="{FF2B5EF4-FFF2-40B4-BE49-F238E27FC236}">
                <a16:creationId xmlns:a16="http://schemas.microsoft.com/office/drawing/2014/main" id="{42A4637B-03F0-6A4F-9562-F507DBE5BFFB}"/>
              </a:ext>
            </a:extLst>
          </p:cNvPr>
          <p:cNvSpPr>
            <a:spLocks noChangeShapeType="1"/>
          </p:cNvSpPr>
          <p:nvPr/>
        </p:nvSpPr>
        <p:spPr bwMode="auto">
          <a:xfrm>
            <a:off x="2215754"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7" name="Line 96">
            <a:extLst>
              <a:ext uri="{FF2B5EF4-FFF2-40B4-BE49-F238E27FC236}">
                <a16:creationId xmlns:a16="http://schemas.microsoft.com/office/drawing/2014/main" id="{EBF7F7DD-65FB-F543-825D-6D4B120839E1}"/>
              </a:ext>
            </a:extLst>
          </p:cNvPr>
          <p:cNvSpPr>
            <a:spLocks noChangeShapeType="1"/>
          </p:cNvSpPr>
          <p:nvPr/>
        </p:nvSpPr>
        <p:spPr bwMode="auto">
          <a:xfrm>
            <a:off x="3042047"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8" name="Line 97">
            <a:extLst>
              <a:ext uri="{FF2B5EF4-FFF2-40B4-BE49-F238E27FC236}">
                <a16:creationId xmlns:a16="http://schemas.microsoft.com/office/drawing/2014/main" id="{95938812-EC6C-6C41-84A1-893F24145440}"/>
              </a:ext>
            </a:extLst>
          </p:cNvPr>
          <p:cNvSpPr>
            <a:spLocks noChangeShapeType="1"/>
          </p:cNvSpPr>
          <p:nvPr/>
        </p:nvSpPr>
        <p:spPr bwMode="auto">
          <a:xfrm>
            <a:off x="611266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9" name="Line 98">
            <a:extLst>
              <a:ext uri="{FF2B5EF4-FFF2-40B4-BE49-F238E27FC236}">
                <a16:creationId xmlns:a16="http://schemas.microsoft.com/office/drawing/2014/main" id="{4F13ED46-D5C3-8F48-A44C-4E4137E84BA8}"/>
              </a:ext>
            </a:extLst>
          </p:cNvPr>
          <p:cNvSpPr>
            <a:spLocks noChangeShapeType="1"/>
          </p:cNvSpPr>
          <p:nvPr/>
        </p:nvSpPr>
        <p:spPr bwMode="auto">
          <a:xfrm>
            <a:off x="428267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0" name="Line 99">
            <a:extLst>
              <a:ext uri="{FF2B5EF4-FFF2-40B4-BE49-F238E27FC236}">
                <a16:creationId xmlns:a16="http://schemas.microsoft.com/office/drawing/2014/main" id="{7F069D44-8157-F04A-8D6E-E98732A281E4}"/>
              </a:ext>
            </a:extLst>
          </p:cNvPr>
          <p:cNvSpPr>
            <a:spLocks noChangeShapeType="1"/>
          </p:cNvSpPr>
          <p:nvPr/>
        </p:nvSpPr>
        <p:spPr bwMode="auto">
          <a:xfrm>
            <a:off x="6940154" y="1395413"/>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1" name="Line 100">
            <a:extLst>
              <a:ext uri="{FF2B5EF4-FFF2-40B4-BE49-F238E27FC236}">
                <a16:creationId xmlns:a16="http://schemas.microsoft.com/office/drawing/2014/main" id="{09C69E15-0E42-A04A-9E5F-C1B0DAB99D55}"/>
              </a:ext>
            </a:extLst>
          </p:cNvPr>
          <p:cNvSpPr>
            <a:spLocks noChangeShapeType="1"/>
          </p:cNvSpPr>
          <p:nvPr/>
        </p:nvSpPr>
        <p:spPr bwMode="auto">
          <a:xfrm>
            <a:off x="5050631"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2405" name="Rectangle 101">
            <a:extLst>
              <a:ext uri="{FF2B5EF4-FFF2-40B4-BE49-F238E27FC236}">
                <a16:creationId xmlns:a16="http://schemas.microsoft.com/office/drawing/2014/main" id="{FD1C0B82-4427-1347-84FC-9987C5B9B6EA}"/>
              </a:ext>
            </a:extLst>
          </p:cNvPr>
          <p:cNvSpPr>
            <a:spLocks noChangeArrowheads="1"/>
          </p:cNvSpPr>
          <p:nvPr/>
        </p:nvSpPr>
        <p:spPr bwMode="auto">
          <a:xfrm>
            <a:off x="2711054" y="2622947"/>
            <a:ext cx="3779044" cy="1333500"/>
          </a:xfrm>
          <a:prstGeom prst="rect">
            <a:avLst/>
          </a:prstGeom>
          <a:solidFill>
            <a:srgbClr val="FFFF99"/>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199703" name="Line 102">
            <a:extLst>
              <a:ext uri="{FF2B5EF4-FFF2-40B4-BE49-F238E27FC236}">
                <a16:creationId xmlns:a16="http://schemas.microsoft.com/office/drawing/2014/main" id="{135B0025-D00C-A646-8D12-4FB1FFA2EA49}"/>
              </a:ext>
            </a:extLst>
          </p:cNvPr>
          <p:cNvSpPr>
            <a:spLocks noChangeShapeType="1"/>
          </p:cNvSpPr>
          <p:nvPr/>
        </p:nvSpPr>
        <p:spPr bwMode="auto">
          <a:xfrm>
            <a:off x="2711054" y="2987279"/>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4" name="Text Box 103">
            <a:extLst>
              <a:ext uri="{FF2B5EF4-FFF2-40B4-BE49-F238E27FC236}">
                <a16:creationId xmlns:a16="http://schemas.microsoft.com/office/drawing/2014/main" id="{1AEBEF04-FAC7-B640-9BEE-578D471E8261}"/>
              </a:ext>
            </a:extLst>
          </p:cNvPr>
          <p:cNvSpPr txBox="1">
            <a:spLocks noChangeArrowheads="1"/>
          </p:cNvSpPr>
          <p:nvPr/>
        </p:nvSpPr>
        <p:spPr bwMode="auto">
          <a:xfrm>
            <a:off x="2719388" y="2640807"/>
            <a:ext cx="19159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目的主机所在的网络</a:t>
            </a:r>
          </a:p>
        </p:txBody>
      </p:sp>
      <p:sp>
        <p:nvSpPr>
          <p:cNvPr id="199705" name="Text Box 104">
            <a:extLst>
              <a:ext uri="{FF2B5EF4-FFF2-40B4-BE49-F238E27FC236}">
                <a16:creationId xmlns:a16="http://schemas.microsoft.com/office/drawing/2014/main" id="{C854CD96-7587-2344-A1EC-4E65BE575547}"/>
              </a:ext>
            </a:extLst>
          </p:cNvPr>
          <p:cNvSpPr txBox="1">
            <a:spLocks noChangeArrowheads="1"/>
          </p:cNvSpPr>
          <p:nvPr/>
        </p:nvSpPr>
        <p:spPr bwMode="auto">
          <a:xfrm>
            <a:off x="4993481" y="2637235"/>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下一跳地址</a:t>
            </a:r>
          </a:p>
        </p:txBody>
      </p:sp>
      <p:sp>
        <p:nvSpPr>
          <p:cNvPr id="199706" name="Line 105">
            <a:extLst>
              <a:ext uri="{FF2B5EF4-FFF2-40B4-BE49-F238E27FC236}">
                <a16:creationId xmlns:a16="http://schemas.microsoft.com/office/drawing/2014/main" id="{536902F3-E8CF-664A-832A-EB3B9E8AA728}"/>
              </a:ext>
            </a:extLst>
          </p:cNvPr>
          <p:cNvSpPr>
            <a:spLocks noChangeShapeType="1"/>
          </p:cNvSpPr>
          <p:nvPr/>
        </p:nvSpPr>
        <p:spPr bwMode="auto">
          <a:xfrm>
            <a:off x="4600575" y="2622947"/>
            <a:ext cx="0" cy="133350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7" name="Line 106">
            <a:extLst>
              <a:ext uri="{FF2B5EF4-FFF2-40B4-BE49-F238E27FC236}">
                <a16:creationId xmlns:a16="http://schemas.microsoft.com/office/drawing/2014/main" id="{C4076896-08A4-994C-BE21-51EAD37193E3}"/>
              </a:ext>
            </a:extLst>
          </p:cNvPr>
          <p:cNvSpPr>
            <a:spLocks noChangeShapeType="1"/>
          </p:cNvSpPr>
          <p:nvPr/>
        </p:nvSpPr>
        <p:spPr bwMode="auto">
          <a:xfrm>
            <a:off x="2711054" y="3228975"/>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8" name="Line 107">
            <a:extLst>
              <a:ext uri="{FF2B5EF4-FFF2-40B4-BE49-F238E27FC236}">
                <a16:creationId xmlns:a16="http://schemas.microsoft.com/office/drawing/2014/main" id="{D10AF270-55DD-BB40-A364-3BED6F670AF6}"/>
              </a:ext>
            </a:extLst>
          </p:cNvPr>
          <p:cNvSpPr>
            <a:spLocks noChangeShapeType="1"/>
          </p:cNvSpPr>
          <p:nvPr/>
        </p:nvSpPr>
        <p:spPr bwMode="auto">
          <a:xfrm>
            <a:off x="2711054" y="3471863"/>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9" name="Line 108">
            <a:extLst>
              <a:ext uri="{FF2B5EF4-FFF2-40B4-BE49-F238E27FC236}">
                <a16:creationId xmlns:a16="http://schemas.microsoft.com/office/drawing/2014/main" id="{54B5BE22-BF75-464D-BF53-51CDA1B53F70}"/>
              </a:ext>
            </a:extLst>
          </p:cNvPr>
          <p:cNvSpPr>
            <a:spLocks noChangeShapeType="1"/>
          </p:cNvSpPr>
          <p:nvPr/>
        </p:nvSpPr>
        <p:spPr bwMode="auto">
          <a:xfrm>
            <a:off x="2711054" y="3714750"/>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10" name="Text Box 109">
            <a:extLst>
              <a:ext uri="{FF2B5EF4-FFF2-40B4-BE49-F238E27FC236}">
                <a16:creationId xmlns:a16="http://schemas.microsoft.com/office/drawing/2014/main" id="{DE46CCD7-07F9-1949-BE71-3FA9BE5ADE70}"/>
              </a:ext>
            </a:extLst>
          </p:cNvPr>
          <p:cNvSpPr txBox="1">
            <a:spLocks noChangeArrowheads="1"/>
          </p:cNvSpPr>
          <p:nvPr/>
        </p:nvSpPr>
        <p:spPr bwMode="auto">
          <a:xfrm>
            <a:off x="3221832" y="29491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711" name="Text Box 110">
            <a:extLst>
              <a:ext uri="{FF2B5EF4-FFF2-40B4-BE49-F238E27FC236}">
                <a16:creationId xmlns:a16="http://schemas.microsoft.com/office/drawing/2014/main" id="{8E9F1666-998A-DB49-8906-006AA7E4354C}"/>
              </a:ext>
            </a:extLst>
          </p:cNvPr>
          <p:cNvSpPr txBox="1">
            <a:spLocks noChangeArrowheads="1"/>
          </p:cNvSpPr>
          <p:nvPr/>
        </p:nvSpPr>
        <p:spPr bwMode="auto">
          <a:xfrm>
            <a:off x="3221832" y="318492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712" name="Text Box 111">
            <a:extLst>
              <a:ext uri="{FF2B5EF4-FFF2-40B4-BE49-F238E27FC236}">
                <a16:creationId xmlns:a16="http://schemas.microsoft.com/office/drawing/2014/main" id="{77012CC6-69AF-8A46-A018-46E50B59BE9C}"/>
              </a:ext>
            </a:extLst>
          </p:cNvPr>
          <p:cNvSpPr txBox="1">
            <a:spLocks noChangeArrowheads="1"/>
          </p:cNvSpPr>
          <p:nvPr/>
        </p:nvSpPr>
        <p:spPr bwMode="auto">
          <a:xfrm>
            <a:off x="3221832" y="34444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713" name="Text Box 112">
            <a:extLst>
              <a:ext uri="{FF2B5EF4-FFF2-40B4-BE49-F238E27FC236}">
                <a16:creationId xmlns:a16="http://schemas.microsoft.com/office/drawing/2014/main" id="{E2E10052-B45C-3344-B2AF-26BECFE18ACD}"/>
              </a:ext>
            </a:extLst>
          </p:cNvPr>
          <p:cNvSpPr txBox="1">
            <a:spLocks noChangeArrowheads="1"/>
          </p:cNvSpPr>
          <p:nvPr/>
        </p:nvSpPr>
        <p:spPr bwMode="auto">
          <a:xfrm>
            <a:off x="3221832" y="3668316"/>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714" name="Text Box 113">
            <a:extLst>
              <a:ext uri="{FF2B5EF4-FFF2-40B4-BE49-F238E27FC236}">
                <a16:creationId xmlns:a16="http://schemas.microsoft.com/office/drawing/2014/main" id="{06ECFF34-BC72-1147-872E-5CFD3F62F9EE}"/>
              </a:ext>
            </a:extLst>
          </p:cNvPr>
          <p:cNvSpPr txBox="1">
            <a:spLocks noChangeArrowheads="1"/>
          </p:cNvSpPr>
          <p:nvPr/>
        </p:nvSpPr>
        <p:spPr bwMode="auto">
          <a:xfrm>
            <a:off x="5063729" y="343495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15" name="Text Box 114">
            <a:extLst>
              <a:ext uri="{FF2B5EF4-FFF2-40B4-BE49-F238E27FC236}">
                <a16:creationId xmlns:a16="http://schemas.microsoft.com/office/drawing/2014/main" id="{5A23965B-60C5-E841-8991-AD0764BA21D6}"/>
              </a:ext>
            </a:extLst>
          </p:cNvPr>
          <p:cNvSpPr txBox="1">
            <a:spLocks noChangeArrowheads="1"/>
          </p:cNvSpPr>
          <p:nvPr/>
        </p:nvSpPr>
        <p:spPr bwMode="auto">
          <a:xfrm>
            <a:off x="5063729" y="3677841"/>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16" name="Text Box 115">
            <a:extLst>
              <a:ext uri="{FF2B5EF4-FFF2-40B4-BE49-F238E27FC236}">
                <a16:creationId xmlns:a16="http://schemas.microsoft.com/office/drawing/2014/main" id="{2A477339-A241-E243-9459-EB4BAA7CA522}"/>
              </a:ext>
            </a:extLst>
          </p:cNvPr>
          <p:cNvSpPr txBox="1">
            <a:spLocks noChangeArrowheads="1"/>
          </p:cNvSpPr>
          <p:nvPr/>
        </p:nvSpPr>
        <p:spPr bwMode="auto">
          <a:xfrm>
            <a:off x="4733925" y="3205163"/>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199717" name="Text Box 116">
            <a:extLst>
              <a:ext uri="{FF2B5EF4-FFF2-40B4-BE49-F238E27FC236}">
                <a16:creationId xmlns:a16="http://schemas.microsoft.com/office/drawing/2014/main" id="{A2D1F30F-BA8D-B54A-96FF-65E82F850600}"/>
              </a:ext>
            </a:extLst>
          </p:cNvPr>
          <p:cNvSpPr txBox="1">
            <a:spLocks noChangeArrowheads="1"/>
          </p:cNvSpPr>
          <p:nvPr/>
        </p:nvSpPr>
        <p:spPr bwMode="auto">
          <a:xfrm>
            <a:off x="4733925" y="2946798"/>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18" name="Text Box 117">
            <a:extLst>
              <a:ext uri="{FF2B5EF4-FFF2-40B4-BE49-F238E27FC236}">
                <a16:creationId xmlns:a16="http://schemas.microsoft.com/office/drawing/2014/main" id="{25992207-BA65-A646-A9B7-AA9040E50A9B}"/>
              </a:ext>
            </a:extLst>
          </p:cNvPr>
          <p:cNvSpPr txBox="1">
            <a:spLocks noChangeArrowheads="1"/>
          </p:cNvSpPr>
          <p:nvPr/>
        </p:nvSpPr>
        <p:spPr bwMode="auto">
          <a:xfrm>
            <a:off x="3537348" y="2246710"/>
            <a:ext cx="21804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路由器 </a:t>
            </a:r>
            <a:r>
              <a:rPr kumimoji="1" lang="en-US" altLang="zh-CN" sz="1800">
                <a:latin typeface="Arial" panose="020B0604020202020204" pitchFamily="34" charset="0"/>
                <a:ea typeface="宋体" panose="02010600030101010101" pitchFamily="2" charset="-122"/>
                <a:cs typeface="黑体" panose="02010609060101010101" pitchFamily="49" charset="-122"/>
              </a:rPr>
              <a:t>R</a:t>
            </a:r>
            <a:r>
              <a:rPr kumimoji="1" lang="en-US" altLang="zh-CN" sz="1800" baseline="-25000">
                <a:latin typeface="Arial" panose="020B0604020202020204" pitchFamily="34" charset="0"/>
                <a:ea typeface="宋体" panose="02010600030101010101" pitchFamily="2" charset="-122"/>
                <a:cs typeface="黑体" panose="02010609060101010101" pitchFamily="49" charset="-122"/>
              </a:rPr>
              <a:t>2</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zh-CN" altLang="en-US" sz="1800">
                <a:latin typeface="Arial" panose="020B0604020202020204" pitchFamily="34" charset="0"/>
                <a:ea typeface="宋体" panose="02010600030101010101" pitchFamily="2" charset="-122"/>
                <a:cs typeface="黑体" panose="02010609060101010101" pitchFamily="49" charset="-122"/>
              </a:rPr>
              <a:t>的路由表</a:t>
            </a:r>
          </a:p>
        </p:txBody>
      </p:sp>
      <p:sp>
        <p:nvSpPr>
          <p:cNvPr id="199719" name="Text Box 118">
            <a:extLst>
              <a:ext uri="{FF2B5EF4-FFF2-40B4-BE49-F238E27FC236}">
                <a16:creationId xmlns:a16="http://schemas.microsoft.com/office/drawing/2014/main" id="{3A92E71F-505F-2A42-8673-56E662D0C629}"/>
              </a:ext>
            </a:extLst>
          </p:cNvPr>
          <p:cNvSpPr txBox="1">
            <a:spLocks noChangeArrowheads="1"/>
          </p:cNvSpPr>
          <p:nvPr/>
        </p:nvSpPr>
        <p:spPr bwMode="auto">
          <a:xfrm>
            <a:off x="5666185"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20" name="Line 121">
            <a:extLst>
              <a:ext uri="{FF2B5EF4-FFF2-40B4-BE49-F238E27FC236}">
                <a16:creationId xmlns:a16="http://schemas.microsoft.com/office/drawing/2014/main" id="{426E3B84-513D-804C-A90A-465FF91F2498}"/>
              </a:ext>
            </a:extLst>
          </p:cNvPr>
          <p:cNvSpPr>
            <a:spLocks noChangeShapeType="1"/>
          </p:cNvSpPr>
          <p:nvPr/>
        </p:nvSpPr>
        <p:spPr bwMode="auto">
          <a:xfrm flipV="1">
            <a:off x="1175147" y="4747023"/>
            <a:ext cx="6591300" cy="11906"/>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1" name="Rectangle 122">
            <a:extLst>
              <a:ext uri="{FF2B5EF4-FFF2-40B4-BE49-F238E27FC236}">
                <a16:creationId xmlns:a16="http://schemas.microsoft.com/office/drawing/2014/main" id="{057325B0-C63F-BA48-899F-2E264F52C2B0}"/>
              </a:ext>
            </a:extLst>
          </p:cNvPr>
          <p:cNvSpPr>
            <a:spLocks noChangeArrowheads="1"/>
          </p:cNvSpPr>
          <p:nvPr/>
        </p:nvSpPr>
        <p:spPr bwMode="auto">
          <a:xfrm>
            <a:off x="6544866" y="4205288"/>
            <a:ext cx="691753" cy="20716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99722" name="Text Box 123">
            <a:extLst>
              <a:ext uri="{FF2B5EF4-FFF2-40B4-BE49-F238E27FC236}">
                <a16:creationId xmlns:a16="http://schemas.microsoft.com/office/drawing/2014/main" id="{039B6850-9CAF-D741-80A2-5E6F6356EA05}"/>
              </a:ext>
            </a:extLst>
          </p:cNvPr>
          <p:cNvSpPr txBox="1">
            <a:spLocks noChangeArrowheads="1"/>
          </p:cNvSpPr>
          <p:nvPr/>
        </p:nvSpPr>
        <p:spPr bwMode="auto">
          <a:xfrm>
            <a:off x="1763316"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723" name="Text Box 124">
            <a:extLst>
              <a:ext uri="{FF2B5EF4-FFF2-40B4-BE49-F238E27FC236}">
                <a16:creationId xmlns:a16="http://schemas.microsoft.com/office/drawing/2014/main" id="{52903946-4030-2347-8601-15C50665282A}"/>
              </a:ext>
            </a:extLst>
          </p:cNvPr>
          <p:cNvSpPr txBox="1">
            <a:spLocks noChangeArrowheads="1"/>
          </p:cNvSpPr>
          <p:nvPr/>
        </p:nvSpPr>
        <p:spPr bwMode="auto">
          <a:xfrm>
            <a:off x="6629400"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724" name="Text Box 125">
            <a:extLst>
              <a:ext uri="{FF2B5EF4-FFF2-40B4-BE49-F238E27FC236}">
                <a16:creationId xmlns:a16="http://schemas.microsoft.com/office/drawing/2014/main" id="{4A1CA3A6-51FF-434E-9E96-CB7F3E57F21C}"/>
              </a:ext>
            </a:extLst>
          </p:cNvPr>
          <p:cNvSpPr txBox="1">
            <a:spLocks noChangeArrowheads="1"/>
          </p:cNvSpPr>
          <p:nvPr/>
        </p:nvSpPr>
        <p:spPr bwMode="auto">
          <a:xfrm>
            <a:off x="4680348"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725" name="Text Box 126">
            <a:extLst>
              <a:ext uri="{FF2B5EF4-FFF2-40B4-BE49-F238E27FC236}">
                <a16:creationId xmlns:a16="http://schemas.microsoft.com/office/drawing/2014/main" id="{A7C972B9-2571-1B40-99CF-5165F2322EE0}"/>
              </a:ext>
            </a:extLst>
          </p:cNvPr>
          <p:cNvSpPr txBox="1">
            <a:spLocks noChangeArrowheads="1"/>
          </p:cNvSpPr>
          <p:nvPr/>
        </p:nvSpPr>
        <p:spPr bwMode="auto">
          <a:xfrm>
            <a:off x="370760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726" name="Text Box 127">
            <a:extLst>
              <a:ext uri="{FF2B5EF4-FFF2-40B4-BE49-F238E27FC236}">
                <a16:creationId xmlns:a16="http://schemas.microsoft.com/office/drawing/2014/main" id="{DBE3CCDD-2774-5D48-8744-F71BA2DFEF46}"/>
              </a:ext>
            </a:extLst>
          </p:cNvPr>
          <p:cNvSpPr txBox="1">
            <a:spLocks noChangeArrowheads="1"/>
          </p:cNvSpPr>
          <p:nvPr/>
        </p:nvSpPr>
        <p:spPr bwMode="auto">
          <a:xfrm>
            <a:off x="273605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27" name="Line 128">
            <a:extLst>
              <a:ext uri="{FF2B5EF4-FFF2-40B4-BE49-F238E27FC236}">
                <a16:creationId xmlns:a16="http://schemas.microsoft.com/office/drawing/2014/main" id="{BB816304-7D96-1546-8708-13203BA192FE}"/>
              </a:ext>
            </a:extLst>
          </p:cNvPr>
          <p:cNvSpPr>
            <a:spLocks noChangeShapeType="1"/>
          </p:cNvSpPr>
          <p:nvPr/>
        </p:nvSpPr>
        <p:spPr bwMode="auto">
          <a:xfrm>
            <a:off x="2215754"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8" name="Line 129">
            <a:extLst>
              <a:ext uri="{FF2B5EF4-FFF2-40B4-BE49-F238E27FC236}">
                <a16:creationId xmlns:a16="http://schemas.microsoft.com/office/drawing/2014/main" id="{22A0C773-6A4F-8D49-8A2E-3607A0B907B4}"/>
              </a:ext>
            </a:extLst>
          </p:cNvPr>
          <p:cNvSpPr>
            <a:spLocks noChangeShapeType="1"/>
          </p:cNvSpPr>
          <p:nvPr/>
        </p:nvSpPr>
        <p:spPr bwMode="auto">
          <a:xfrm>
            <a:off x="310157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9" name="Line 130">
            <a:extLst>
              <a:ext uri="{FF2B5EF4-FFF2-40B4-BE49-F238E27FC236}">
                <a16:creationId xmlns:a16="http://schemas.microsoft.com/office/drawing/2014/main" id="{71D06F8F-111B-3C47-BDDD-0777813D867D}"/>
              </a:ext>
            </a:extLst>
          </p:cNvPr>
          <p:cNvSpPr>
            <a:spLocks noChangeShapeType="1"/>
          </p:cNvSpPr>
          <p:nvPr/>
        </p:nvSpPr>
        <p:spPr bwMode="auto">
          <a:xfrm>
            <a:off x="611266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0" name="Line 131">
            <a:extLst>
              <a:ext uri="{FF2B5EF4-FFF2-40B4-BE49-F238E27FC236}">
                <a16:creationId xmlns:a16="http://schemas.microsoft.com/office/drawing/2014/main" id="{23088ED5-F4FE-E04B-A8D4-6DA1B0518472}"/>
              </a:ext>
            </a:extLst>
          </p:cNvPr>
          <p:cNvSpPr>
            <a:spLocks noChangeShapeType="1"/>
          </p:cNvSpPr>
          <p:nvPr/>
        </p:nvSpPr>
        <p:spPr bwMode="auto">
          <a:xfrm>
            <a:off x="4164806"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1" name="Line 132">
            <a:extLst>
              <a:ext uri="{FF2B5EF4-FFF2-40B4-BE49-F238E27FC236}">
                <a16:creationId xmlns:a16="http://schemas.microsoft.com/office/drawing/2014/main" id="{E1321A84-940C-4E4F-B8BE-17AB8C6509CA}"/>
              </a:ext>
            </a:extLst>
          </p:cNvPr>
          <p:cNvSpPr>
            <a:spLocks noChangeShapeType="1"/>
          </p:cNvSpPr>
          <p:nvPr/>
        </p:nvSpPr>
        <p:spPr bwMode="auto">
          <a:xfrm>
            <a:off x="6998494" y="4427935"/>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2" name="Line 133">
            <a:extLst>
              <a:ext uri="{FF2B5EF4-FFF2-40B4-BE49-F238E27FC236}">
                <a16:creationId xmlns:a16="http://schemas.microsoft.com/office/drawing/2014/main" id="{3C8DAEFE-D345-9E4A-B0E9-3CF546A8698E}"/>
              </a:ext>
            </a:extLst>
          </p:cNvPr>
          <p:cNvSpPr>
            <a:spLocks noChangeShapeType="1"/>
          </p:cNvSpPr>
          <p:nvPr/>
        </p:nvSpPr>
        <p:spPr bwMode="auto">
          <a:xfrm>
            <a:off x="5050631" y="4456510"/>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3" name="Text Box 134">
            <a:extLst>
              <a:ext uri="{FF2B5EF4-FFF2-40B4-BE49-F238E27FC236}">
                <a16:creationId xmlns:a16="http://schemas.microsoft.com/office/drawing/2014/main" id="{D1998FBD-CC2F-2D43-9E96-F59DD077D6A9}"/>
              </a:ext>
            </a:extLst>
          </p:cNvPr>
          <p:cNvSpPr txBox="1">
            <a:spLocks noChangeArrowheads="1"/>
          </p:cNvSpPr>
          <p:nvPr/>
        </p:nvSpPr>
        <p:spPr bwMode="auto">
          <a:xfrm>
            <a:off x="5635229"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34" name="Text Box 135">
            <a:extLst>
              <a:ext uri="{FF2B5EF4-FFF2-40B4-BE49-F238E27FC236}">
                <a16:creationId xmlns:a16="http://schemas.microsoft.com/office/drawing/2014/main" id="{E5893752-2DAC-8240-A670-07C4031E9722}"/>
              </a:ext>
            </a:extLst>
          </p:cNvPr>
          <p:cNvSpPr txBox="1">
            <a:spLocks noChangeArrowheads="1"/>
          </p:cNvSpPr>
          <p:nvPr/>
        </p:nvSpPr>
        <p:spPr bwMode="auto">
          <a:xfrm>
            <a:off x="7235429" y="4421982"/>
            <a:ext cx="70083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675">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99735" name="Text Box 136">
            <a:extLst>
              <a:ext uri="{FF2B5EF4-FFF2-40B4-BE49-F238E27FC236}">
                <a16:creationId xmlns:a16="http://schemas.microsoft.com/office/drawing/2014/main" id="{CE5C37DF-E7E5-D040-B2C9-8CEAF5349327}"/>
              </a:ext>
            </a:extLst>
          </p:cNvPr>
          <p:cNvSpPr txBox="1">
            <a:spLocks noChangeArrowheads="1"/>
          </p:cNvSpPr>
          <p:nvPr/>
        </p:nvSpPr>
        <p:spPr bwMode="auto">
          <a:xfrm>
            <a:off x="5305426"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p:txBody>
      </p:sp>
      <p:sp>
        <p:nvSpPr>
          <p:cNvPr id="199736" name="Text Box 137">
            <a:extLst>
              <a:ext uri="{FF2B5EF4-FFF2-40B4-BE49-F238E27FC236}">
                <a16:creationId xmlns:a16="http://schemas.microsoft.com/office/drawing/2014/main" id="{E5BC9770-5BC2-064F-AB78-70D9E2A00905}"/>
              </a:ext>
            </a:extLst>
          </p:cNvPr>
          <p:cNvSpPr txBox="1">
            <a:spLocks noChangeArrowheads="1"/>
          </p:cNvSpPr>
          <p:nvPr/>
        </p:nvSpPr>
        <p:spPr bwMode="auto">
          <a:xfrm>
            <a:off x="3337323"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p:txBody>
      </p:sp>
      <p:sp>
        <p:nvSpPr>
          <p:cNvPr id="199737" name="Text Box 138">
            <a:extLst>
              <a:ext uri="{FF2B5EF4-FFF2-40B4-BE49-F238E27FC236}">
                <a16:creationId xmlns:a16="http://schemas.microsoft.com/office/drawing/2014/main" id="{8D614AAE-7108-2D49-88D6-0440C38D910F}"/>
              </a:ext>
            </a:extLst>
          </p:cNvPr>
          <p:cNvSpPr txBox="1">
            <a:spLocks noChangeArrowheads="1"/>
          </p:cNvSpPr>
          <p:nvPr/>
        </p:nvSpPr>
        <p:spPr bwMode="auto">
          <a:xfrm>
            <a:off x="1212057"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38" name="Picture 139">
            <a:extLst>
              <a:ext uri="{FF2B5EF4-FFF2-40B4-BE49-F238E27FC236}">
                <a16:creationId xmlns:a16="http://schemas.microsoft.com/office/drawing/2014/main" id="{3B128BCF-44AF-084D-B0E5-67CCD6A85AD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3156" y="157757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39" name="Text Box 140">
            <a:extLst>
              <a:ext uri="{FF2B5EF4-FFF2-40B4-BE49-F238E27FC236}">
                <a16:creationId xmlns:a16="http://schemas.microsoft.com/office/drawing/2014/main" id="{A2544A68-416B-8A4E-AE75-4A85CDDBCDE9}"/>
              </a:ext>
            </a:extLst>
          </p:cNvPr>
          <p:cNvSpPr txBox="1">
            <a:spLocks noChangeArrowheads="1"/>
          </p:cNvSpPr>
          <p:nvPr/>
        </p:nvSpPr>
        <p:spPr bwMode="auto">
          <a:xfrm>
            <a:off x="4508897"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0" name="Text Box 141">
            <a:extLst>
              <a:ext uri="{FF2B5EF4-FFF2-40B4-BE49-F238E27FC236}">
                <a16:creationId xmlns:a16="http://schemas.microsoft.com/office/drawing/2014/main" id="{39B8F961-908B-8743-90EB-D2C38047BFDF}"/>
              </a:ext>
            </a:extLst>
          </p:cNvPr>
          <p:cNvSpPr txBox="1">
            <a:spLocks noChangeArrowheads="1"/>
          </p:cNvSpPr>
          <p:nvPr/>
        </p:nvSpPr>
        <p:spPr bwMode="auto">
          <a:xfrm>
            <a:off x="6417469"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1" name="Text Box 142">
            <a:extLst>
              <a:ext uri="{FF2B5EF4-FFF2-40B4-BE49-F238E27FC236}">
                <a16:creationId xmlns:a16="http://schemas.microsoft.com/office/drawing/2014/main" id="{791B3287-E037-A54A-BF4B-7F01489C39E6}"/>
              </a:ext>
            </a:extLst>
          </p:cNvPr>
          <p:cNvSpPr txBox="1">
            <a:spLocks noChangeArrowheads="1"/>
          </p:cNvSpPr>
          <p:nvPr/>
        </p:nvSpPr>
        <p:spPr bwMode="auto">
          <a:xfrm>
            <a:off x="2471738"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2" name="Text Box 146">
            <a:extLst>
              <a:ext uri="{FF2B5EF4-FFF2-40B4-BE49-F238E27FC236}">
                <a16:creationId xmlns:a16="http://schemas.microsoft.com/office/drawing/2014/main" id="{3350A001-336E-2C49-8818-E32D632AA75E}"/>
              </a:ext>
            </a:extLst>
          </p:cNvPr>
          <p:cNvSpPr txBox="1">
            <a:spLocks noChangeArrowheads="1"/>
          </p:cNvSpPr>
          <p:nvPr/>
        </p:nvSpPr>
        <p:spPr bwMode="auto">
          <a:xfrm>
            <a:off x="4136231" y="1674019"/>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43" name="Text Box 147">
            <a:extLst>
              <a:ext uri="{FF2B5EF4-FFF2-40B4-BE49-F238E27FC236}">
                <a16:creationId xmlns:a16="http://schemas.microsoft.com/office/drawing/2014/main" id="{7D2CBD76-DE7A-2A41-89BE-6246BF3459EC}"/>
              </a:ext>
            </a:extLst>
          </p:cNvPr>
          <p:cNvSpPr txBox="1">
            <a:spLocks noChangeArrowheads="1"/>
          </p:cNvSpPr>
          <p:nvPr/>
        </p:nvSpPr>
        <p:spPr bwMode="auto">
          <a:xfrm>
            <a:off x="4894660" y="1678782"/>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44" name="Picture 148">
            <a:extLst>
              <a:ext uri="{FF2B5EF4-FFF2-40B4-BE49-F238E27FC236}">
                <a16:creationId xmlns:a16="http://schemas.microsoft.com/office/drawing/2014/main" id="{FC31423F-E2DA-244B-9E89-2965CD4E6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7212" y="1560910"/>
            <a:ext cx="539354"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5" name="Picture 149">
            <a:extLst>
              <a:ext uri="{FF2B5EF4-FFF2-40B4-BE49-F238E27FC236}">
                <a16:creationId xmlns:a16="http://schemas.microsoft.com/office/drawing/2014/main" id="{18990963-592A-9A40-9ED9-1CD2E1EC99D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3403" y="1565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6" name="Picture 150">
            <a:extLst>
              <a:ext uri="{FF2B5EF4-FFF2-40B4-BE49-F238E27FC236}">
                <a16:creationId xmlns:a16="http://schemas.microsoft.com/office/drawing/2014/main" id="{10B27D88-1720-F847-9E05-C614D6019C0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9356" y="460771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7" name="Picture 151">
            <a:extLst>
              <a:ext uri="{FF2B5EF4-FFF2-40B4-BE49-F238E27FC236}">
                <a16:creationId xmlns:a16="http://schemas.microsoft.com/office/drawing/2014/main" id="{FC19D144-0672-DF44-80E1-15170932C4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6016" y="4613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8" name="Picture 152">
            <a:extLst>
              <a:ext uri="{FF2B5EF4-FFF2-40B4-BE49-F238E27FC236}">
                <a16:creationId xmlns:a16="http://schemas.microsoft.com/office/drawing/2014/main" id="{07935230-ADDA-504A-8F3A-DE58D4F6F66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9110" y="4618435"/>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49" name="Text Box 143">
            <a:extLst>
              <a:ext uri="{FF2B5EF4-FFF2-40B4-BE49-F238E27FC236}">
                <a16:creationId xmlns:a16="http://schemas.microsoft.com/office/drawing/2014/main" id="{5C336C3C-F002-154D-AE10-0FDFA1ECF0FE}"/>
              </a:ext>
            </a:extLst>
          </p:cNvPr>
          <p:cNvSpPr txBox="1">
            <a:spLocks noChangeArrowheads="1"/>
          </p:cNvSpPr>
          <p:nvPr/>
        </p:nvSpPr>
        <p:spPr bwMode="auto">
          <a:xfrm>
            <a:off x="4400550"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0" name="Text Box 145">
            <a:extLst>
              <a:ext uri="{FF2B5EF4-FFF2-40B4-BE49-F238E27FC236}">
                <a16:creationId xmlns:a16="http://schemas.microsoft.com/office/drawing/2014/main" id="{F3367959-042A-B741-8F44-F90BFE0AE771}"/>
              </a:ext>
            </a:extLst>
          </p:cNvPr>
          <p:cNvSpPr txBox="1">
            <a:spLocks noChangeArrowheads="1"/>
          </p:cNvSpPr>
          <p:nvPr/>
        </p:nvSpPr>
        <p:spPr bwMode="auto">
          <a:xfrm>
            <a:off x="637817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1" name="Text Box 144">
            <a:extLst>
              <a:ext uri="{FF2B5EF4-FFF2-40B4-BE49-F238E27FC236}">
                <a16:creationId xmlns:a16="http://schemas.microsoft.com/office/drawing/2014/main" id="{4A3B877B-CB0F-BD4A-A874-7B80F38F5DFD}"/>
              </a:ext>
            </a:extLst>
          </p:cNvPr>
          <p:cNvSpPr txBox="1">
            <a:spLocks noChangeArrowheads="1"/>
          </p:cNvSpPr>
          <p:nvPr/>
        </p:nvSpPr>
        <p:spPr bwMode="auto">
          <a:xfrm>
            <a:off x="251102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82459" name="Text Box 155">
            <a:extLst>
              <a:ext uri="{FF2B5EF4-FFF2-40B4-BE49-F238E27FC236}">
                <a16:creationId xmlns:a16="http://schemas.microsoft.com/office/drawing/2014/main" id="{85D7E338-80FE-0644-A90D-B1BBDC5B220F}"/>
              </a:ext>
            </a:extLst>
          </p:cNvPr>
          <p:cNvSpPr txBox="1">
            <a:spLocks noChangeArrowheads="1"/>
          </p:cNvSpPr>
          <p:nvPr/>
        </p:nvSpPr>
        <p:spPr bwMode="auto">
          <a:xfrm>
            <a:off x="1963058" y="128588"/>
            <a:ext cx="5032148" cy="772840"/>
          </a:xfrm>
          <a:prstGeom prst="rect">
            <a:avLst/>
          </a:prstGeom>
          <a:solidFill>
            <a:srgbClr val="FFC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在路由表中，对每一条路由，最主要的是</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（目的网络地址，下一跳地址） </a:t>
            </a:r>
          </a:p>
        </p:txBody>
      </p:sp>
      <p:sp>
        <p:nvSpPr>
          <p:cNvPr id="199753" name="幻灯片编号占位符 1">
            <a:extLst>
              <a:ext uri="{FF2B5EF4-FFF2-40B4-BE49-F238E27FC236}">
                <a16:creationId xmlns:a16="http://schemas.microsoft.com/office/drawing/2014/main" id="{E37F587B-FB03-0440-BE85-652E15B747AA}"/>
              </a:ext>
            </a:extLst>
          </p:cNvPr>
          <p:cNvSpPr>
            <a:spLocks noGrp="1" noChangeArrowheads="1"/>
          </p:cNvSpPr>
          <p:nvPr>
            <p:ph type="sldNum" sz="quarter" idx="10"/>
          </p:nvPr>
        </p:nvSpPr>
        <p:spPr>
          <a:xfrm>
            <a:off x="8687245" y="4866004"/>
            <a:ext cx="456755"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009D82C-E8B9-E54A-BAE5-C4D58794CB6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05627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Rectangle 2">
            <a:extLst>
              <a:ext uri="{FF2B5EF4-FFF2-40B4-BE49-F238E27FC236}">
                <a16:creationId xmlns:a16="http://schemas.microsoft.com/office/drawing/2014/main" id="{9DEB57FA-8EC6-8347-B5A4-0EF7BEA3192B}"/>
              </a:ext>
            </a:extLst>
          </p:cNvPr>
          <p:cNvSpPr>
            <a:spLocks noGrp="1" noChangeArrowheads="1"/>
          </p:cNvSpPr>
          <p:nvPr>
            <p:ph type="title"/>
          </p:nvPr>
        </p:nvSpPr>
        <p:spPr>
          <a:xfrm>
            <a:off x="171450" y="141685"/>
            <a:ext cx="7128273" cy="809625"/>
          </a:xfrm>
        </p:spPr>
        <p:txBody>
          <a:bodyPr/>
          <a:lstStyle/>
          <a:p>
            <a:pPr eaLnBrk="1" hangingPunct="1"/>
            <a:r>
              <a:rPr lang="zh-CN" altLang="en-US" dirty="0">
                <a:latin typeface="Times New Roman" panose="02020603050405020304" pitchFamily="18" charset="0"/>
                <a:ea typeface="宋体" panose="02010600030101010101" pitchFamily="2" charset="-122"/>
              </a:rPr>
              <a:t>查找路由表</a:t>
            </a:r>
          </a:p>
        </p:txBody>
      </p:sp>
      <p:sp>
        <p:nvSpPr>
          <p:cNvPr id="201730" name="Rectangle 3">
            <a:extLst>
              <a:ext uri="{FF2B5EF4-FFF2-40B4-BE49-F238E27FC236}">
                <a16:creationId xmlns:a16="http://schemas.microsoft.com/office/drawing/2014/main" id="{520530A8-A85E-C940-866B-CEB916DC9952}"/>
              </a:ext>
            </a:extLst>
          </p:cNvPr>
          <p:cNvSpPr>
            <a:spLocks noGrp="1" noChangeArrowheads="1"/>
          </p:cNvSpPr>
          <p:nvPr>
            <p:ph type="body" idx="1"/>
          </p:nvPr>
        </p:nvSpPr>
        <p:spPr>
          <a:xfrm>
            <a:off x="251460" y="1006079"/>
            <a:ext cx="8663940" cy="3563540"/>
          </a:xfrm>
        </p:spPr>
        <p:txBody>
          <a:bodyPr/>
          <a:lstStyle/>
          <a:p>
            <a:pPr marL="9525" indent="-9525" eaLnBrk="1" hangingPunct="1">
              <a:buNone/>
            </a:pPr>
            <a:r>
              <a:rPr lang="zh-CN" altLang="en-US" dirty="0">
                <a:latin typeface="Times New Roman" panose="02020603050405020304" pitchFamily="18" charset="0"/>
                <a:ea typeface="宋体" panose="02010600030101010101" pitchFamily="2" charset="-122"/>
              </a:rPr>
              <a:t>根据</a:t>
            </a:r>
            <a:r>
              <a:rPr lang="zh-CN" altLang="en-US" dirty="0">
                <a:solidFill>
                  <a:srgbClr val="FF0000"/>
                </a:solidFill>
                <a:latin typeface="Times New Roman" panose="02020603050405020304" pitchFamily="18" charset="0"/>
                <a:ea typeface="宋体" panose="02010600030101010101" pitchFamily="2" charset="-122"/>
              </a:rPr>
              <a:t>目的网络地址</a:t>
            </a:r>
            <a:r>
              <a:rPr lang="zh-CN" altLang="en-US" dirty="0">
                <a:latin typeface="Times New Roman" panose="02020603050405020304" pitchFamily="18" charset="0"/>
                <a:ea typeface="宋体" panose="02010600030101010101" pitchFamily="2" charset="-122"/>
              </a:rPr>
              <a:t>就能</a:t>
            </a:r>
            <a:r>
              <a:rPr lang="zh-CN" altLang="en-US" dirty="0">
                <a:solidFill>
                  <a:srgbClr val="FF0000"/>
                </a:solidFill>
                <a:latin typeface="Times New Roman" panose="02020603050405020304" pitchFamily="18" charset="0"/>
                <a:ea typeface="宋体" panose="02010600030101010101" pitchFamily="2" charset="-122"/>
              </a:rPr>
              <a:t>确定下一跳路由器</a:t>
            </a:r>
            <a:r>
              <a:rPr lang="zh-CN" altLang="en-US" dirty="0">
                <a:latin typeface="Times New Roman" panose="02020603050405020304" pitchFamily="18" charset="0"/>
                <a:ea typeface="宋体" panose="02010600030101010101" pitchFamily="2" charset="-122"/>
              </a:rPr>
              <a:t>，这样做的结果是：</a:t>
            </a:r>
          </a:p>
          <a:p>
            <a:pPr marL="9525" indent="-9525"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数据报最终一定可以找到目的主机所在目的网络上的路由器（可能要通过多次的间接交付）。</a:t>
            </a:r>
          </a:p>
          <a:p>
            <a:pPr marL="9525" indent="-9525" eaLnBrk="1" hangingPunct="1"/>
            <a:r>
              <a:rPr lang="zh-CN" altLang="en-US" dirty="0">
                <a:latin typeface="Times New Roman" panose="02020603050405020304" pitchFamily="18" charset="0"/>
                <a:ea typeface="宋体" panose="02010600030101010101" pitchFamily="2" charset="-122"/>
              </a:rPr>
              <a:t>只有到达最后一个路由器时，才试图向目的主机进行直接交付。 </a:t>
            </a:r>
          </a:p>
        </p:txBody>
      </p:sp>
      <p:sp>
        <p:nvSpPr>
          <p:cNvPr id="201731" name="幻灯片编号占位符 1">
            <a:extLst>
              <a:ext uri="{FF2B5EF4-FFF2-40B4-BE49-F238E27FC236}">
                <a16:creationId xmlns:a16="http://schemas.microsoft.com/office/drawing/2014/main" id="{D1461487-72DF-CE42-8475-FE1AF2D936B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E63EAB-D101-B444-8563-78DFFFD92D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2241803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Rectangle 2">
            <a:extLst>
              <a:ext uri="{FF2B5EF4-FFF2-40B4-BE49-F238E27FC236}">
                <a16:creationId xmlns:a16="http://schemas.microsoft.com/office/drawing/2014/main" id="{E49F684D-8515-CD45-9218-FF31C8BFC17F}"/>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8" name="Rectangle 3">
            <a:extLst>
              <a:ext uri="{FF2B5EF4-FFF2-40B4-BE49-F238E27FC236}">
                <a16:creationId xmlns:a16="http://schemas.microsoft.com/office/drawing/2014/main" id="{4045FDDC-3D0D-C34C-A26C-E24499A60C28}"/>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9" name="Rectangle 4">
            <a:extLst>
              <a:ext uri="{FF2B5EF4-FFF2-40B4-BE49-F238E27FC236}">
                <a16:creationId xmlns:a16="http://schemas.microsoft.com/office/drawing/2014/main" id="{7CF21B8C-39CC-9541-B1B6-1B1D13BEC36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0" name="Rectangle 5">
            <a:extLst>
              <a:ext uri="{FF2B5EF4-FFF2-40B4-BE49-F238E27FC236}">
                <a16:creationId xmlns:a16="http://schemas.microsoft.com/office/drawing/2014/main" id="{014964D6-1E06-5246-94C5-61A4072B813A}"/>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1" name="Rectangle 41">
            <a:extLst>
              <a:ext uri="{FF2B5EF4-FFF2-40B4-BE49-F238E27FC236}">
                <a16:creationId xmlns:a16="http://schemas.microsoft.com/office/drawing/2014/main" id="{A2E4AC61-8749-F740-9BAA-41D48C58822D}"/>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特定主机路由 </a:t>
            </a:r>
          </a:p>
        </p:txBody>
      </p:sp>
      <p:sp>
        <p:nvSpPr>
          <p:cNvPr id="395306" name="Rectangle 42">
            <a:extLst>
              <a:ext uri="{FF2B5EF4-FFF2-40B4-BE49-F238E27FC236}">
                <a16:creationId xmlns:a16="http://schemas.microsoft.com/office/drawing/2014/main" id="{CE7A3194-6107-9D40-B07D-511DF7D08200}"/>
              </a:ext>
            </a:extLst>
          </p:cNvPr>
          <p:cNvSpPr>
            <a:spLocks noGrp="1" noChangeArrowheads="1"/>
          </p:cNvSpPr>
          <p:nvPr>
            <p:ph type="body" idx="1"/>
          </p:nvPr>
        </p:nvSpPr>
        <p:spPr>
          <a:xfrm>
            <a:off x="228600" y="1116807"/>
            <a:ext cx="8709916" cy="3669506"/>
          </a:xfrm>
        </p:spPr>
        <p:txBody>
          <a:bodyPr/>
          <a:lstStyle/>
          <a:p>
            <a:pPr eaLnBrk="1" hangingPunct="1"/>
            <a:r>
              <a:rPr lang="zh-CN" altLang="en-US" dirty="0">
                <a:latin typeface="Times New Roman" panose="02020603050405020304" pitchFamily="18" charset="0"/>
                <a:ea typeface="宋体" panose="02010600030101010101" pitchFamily="2" charset="-122"/>
              </a:rPr>
              <a:t>这种路由是为特定的目的主机指明一个路由。</a:t>
            </a:r>
          </a:p>
          <a:p>
            <a:pPr eaLnBrk="1" hangingPunct="1"/>
            <a:r>
              <a:rPr lang="zh-CN" altLang="en-US" dirty="0">
                <a:latin typeface="Times New Roman" panose="02020603050405020304" pitchFamily="18" charset="0"/>
                <a:ea typeface="宋体" panose="02010600030101010101" pitchFamily="2" charset="-122"/>
              </a:rPr>
              <a:t>采用特定主机路由可使网络管理人员能更方便地控制网络和测试网络，同时也可在需要考虑某种安全问题时采用这种特定主机路由。 </a:t>
            </a:r>
          </a:p>
        </p:txBody>
      </p:sp>
      <p:sp>
        <p:nvSpPr>
          <p:cNvPr id="203783" name="Rectangle 7">
            <a:extLst>
              <a:ext uri="{FF2B5EF4-FFF2-40B4-BE49-F238E27FC236}">
                <a16:creationId xmlns:a16="http://schemas.microsoft.com/office/drawing/2014/main" id="{3EC6BD33-A9CC-1F44-8007-41087E792AEF}"/>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4" name="Rectangle 8">
            <a:extLst>
              <a:ext uri="{FF2B5EF4-FFF2-40B4-BE49-F238E27FC236}">
                <a16:creationId xmlns:a16="http://schemas.microsoft.com/office/drawing/2014/main" id="{DE84F559-077C-EA40-9220-21B9A4858C6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5" name="幻灯片编号占位符 1">
            <a:extLst>
              <a:ext uri="{FF2B5EF4-FFF2-40B4-BE49-F238E27FC236}">
                <a16:creationId xmlns:a16="http://schemas.microsoft.com/office/drawing/2014/main" id="{1BB5D660-6061-B84E-BD4D-F058ED1077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869EC1-4059-B643-B4D8-93D7BDE481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46984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5" name="Rectangle 2">
            <a:extLst>
              <a:ext uri="{FF2B5EF4-FFF2-40B4-BE49-F238E27FC236}">
                <a16:creationId xmlns:a16="http://schemas.microsoft.com/office/drawing/2014/main" id="{30906CA2-2D59-3740-990B-ED0CAC63D630}"/>
              </a:ext>
            </a:extLst>
          </p:cNvPr>
          <p:cNvSpPr>
            <a:spLocks noGrp="1" noChangeArrowheads="1"/>
          </p:cNvSpPr>
          <p:nvPr>
            <p:ph type="title"/>
          </p:nvPr>
        </p:nvSpPr>
        <p:spPr>
          <a:xfrm>
            <a:off x="171450" y="160735"/>
            <a:ext cx="7209235" cy="790575"/>
          </a:xfrm>
        </p:spPr>
        <p:txBody>
          <a:bodyPr/>
          <a:lstStyle/>
          <a:p>
            <a:pPr eaLnBrk="1" hangingPunct="1"/>
            <a:r>
              <a:rPr lang="zh-CN" altLang="en-US" sz="3000" dirty="0">
                <a:ea typeface="宋体" panose="02010600030101010101" pitchFamily="2" charset="-122"/>
              </a:rPr>
              <a:t>默认路由</a:t>
            </a:r>
            <a:r>
              <a:rPr lang="en-US" altLang="zh-CN" sz="3000" dirty="0">
                <a:ea typeface="宋体" panose="02010600030101010101" pitchFamily="2" charset="-122"/>
              </a:rPr>
              <a:t>(default route)</a:t>
            </a:r>
          </a:p>
        </p:txBody>
      </p:sp>
      <p:sp>
        <p:nvSpPr>
          <p:cNvPr id="205826" name="Rectangle 3">
            <a:extLst>
              <a:ext uri="{FF2B5EF4-FFF2-40B4-BE49-F238E27FC236}">
                <a16:creationId xmlns:a16="http://schemas.microsoft.com/office/drawing/2014/main" id="{5984398F-6CE4-FC4B-86BD-988E3D856C10}"/>
              </a:ext>
            </a:extLst>
          </p:cNvPr>
          <p:cNvSpPr>
            <a:spLocks noGrp="1" noChangeArrowheads="1"/>
          </p:cNvSpPr>
          <p:nvPr>
            <p:ph type="body" idx="1"/>
          </p:nvPr>
        </p:nvSpPr>
        <p:spPr>
          <a:xfrm>
            <a:off x="171450" y="1059656"/>
            <a:ext cx="8686800" cy="3833813"/>
          </a:xfrm>
        </p:spPr>
        <p:txBody>
          <a:bodyPr/>
          <a:lstStyle/>
          <a:p>
            <a:pPr eaLnBrk="1" hangingPunct="1"/>
            <a:r>
              <a:rPr lang="zh-CN" altLang="en-US" dirty="0">
                <a:ea typeface="宋体" panose="02010600030101010101" pitchFamily="2" charset="-122"/>
              </a:rPr>
              <a:t>路由器还可采用</a:t>
            </a:r>
            <a:r>
              <a:rPr lang="zh-CN" altLang="en-US" dirty="0">
                <a:solidFill>
                  <a:schemeClr val="hlink"/>
                </a:solidFill>
                <a:ea typeface="宋体" panose="02010600030101010101" pitchFamily="2" charset="-122"/>
              </a:rPr>
              <a:t>默认路由</a:t>
            </a:r>
            <a:r>
              <a:rPr lang="zh-CN" altLang="en-US" dirty="0">
                <a:ea typeface="宋体" panose="02010600030101010101" pitchFamily="2" charset="-122"/>
              </a:rPr>
              <a:t>以减少路由表所占用的空间和搜索路由表所用的时间。</a:t>
            </a:r>
          </a:p>
          <a:p>
            <a:pPr eaLnBrk="1" hangingPunct="1"/>
            <a:r>
              <a:rPr lang="zh-CN" altLang="en-US" dirty="0">
                <a:ea typeface="宋体" panose="02010600030101010101" pitchFamily="2" charset="-122"/>
              </a:rPr>
              <a:t>这种转发方式在一个网络只有很少的对外连接时是很有用的。</a:t>
            </a:r>
          </a:p>
          <a:p>
            <a:pPr eaLnBrk="1" hangingPunct="1"/>
            <a:r>
              <a:rPr lang="zh-CN" altLang="en-US" dirty="0">
                <a:ea typeface="宋体" panose="02010600030101010101" pitchFamily="2" charset="-122"/>
              </a:rPr>
              <a:t>默认路由在主机发送 </a:t>
            </a:r>
            <a:r>
              <a:rPr lang="en-US" altLang="zh-CN" dirty="0">
                <a:ea typeface="宋体" panose="02010600030101010101" pitchFamily="2" charset="-122"/>
              </a:rPr>
              <a:t>IP </a:t>
            </a:r>
            <a:r>
              <a:rPr lang="zh-CN" altLang="en-US" dirty="0">
                <a:ea typeface="宋体" panose="02010600030101010101" pitchFamily="2" charset="-122"/>
              </a:rPr>
              <a:t>数据报时往往更能显示出它的好处。</a:t>
            </a:r>
          </a:p>
          <a:p>
            <a:pPr eaLnBrk="1" hangingPunct="1"/>
            <a:r>
              <a:rPr lang="zh-CN" altLang="en-US" dirty="0">
                <a:ea typeface="宋体" panose="02010600030101010101" pitchFamily="2" charset="-122"/>
              </a:rPr>
              <a:t>如果一个主机连接在一个小网络上，而这个网络只用一个路由器和因特网连接，那么在这种情况下使用默认路由是非常合适的。 </a:t>
            </a:r>
          </a:p>
        </p:txBody>
      </p:sp>
      <p:sp>
        <p:nvSpPr>
          <p:cNvPr id="205827" name="幻灯片编号占位符 1">
            <a:extLst>
              <a:ext uri="{FF2B5EF4-FFF2-40B4-BE49-F238E27FC236}">
                <a16:creationId xmlns:a16="http://schemas.microsoft.com/office/drawing/2014/main" id="{36E5E88F-BFCC-DA4A-8E83-9EF1486E8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679A8B-E164-5E46-BE46-77493D6C42B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9744778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7873" name="Rectangle 36">
            <a:extLst>
              <a:ext uri="{FF2B5EF4-FFF2-40B4-BE49-F238E27FC236}">
                <a16:creationId xmlns:a16="http://schemas.microsoft.com/office/drawing/2014/main" id="{CAAB744B-9EFF-B346-8554-03A65436754B}"/>
              </a:ext>
            </a:extLst>
          </p:cNvPr>
          <p:cNvSpPr>
            <a:spLocks noChangeArrowheads="1"/>
          </p:cNvSpPr>
          <p:nvPr/>
        </p:nvSpPr>
        <p:spPr bwMode="auto">
          <a:xfrm>
            <a:off x="1277541" y="2465785"/>
            <a:ext cx="1624013" cy="1077515"/>
          </a:xfrm>
          <a:prstGeom prst="rect">
            <a:avLst/>
          </a:prstGeom>
          <a:solidFill>
            <a:srgbClr val="FFFF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874" name="Line 4">
            <a:extLst>
              <a:ext uri="{FF2B5EF4-FFF2-40B4-BE49-F238E27FC236}">
                <a16:creationId xmlns:a16="http://schemas.microsoft.com/office/drawing/2014/main" id="{64D0880D-8002-9F4D-B5C7-C93F5E259B78}"/>
              </a:ext>
            </a:extLst>
          </p:cNvPr>
          <p:cNvSpPr>
            <a:spLocks noChangeShapeType="1"/>
          </p:cNvSpPr>
          <p:nvPr/>
        </p:nvSpPr>
        <p:spPr bwMode="auto">
          <a:xfrm flipV="1">
            <a:off x="4991101" y="2149078"/>
            <a:ext cx="517922"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5" name="Line 5">
            <a:extLst>
              <a:ext uri="{FF2B5EF4-FFF2-40B4-BE49-F238E27FC236}">
                <a16:creationId xmlns:a16="http://schemas.microsoft.com/office/drawing/2014/main" id="{A6E12DFB-1420-6449-8021-CFA6F9D798B5}"/>
              </a:ext>
            </a:extLst>
          </p:cNvPr>
          <p:cNvSpPr>
            <a:spLocks noChangeShapeType="1"/>
          </p:cNvSpPr>
          <p:nvPr/>
        </p:nvSpPr>
        <p:spPr bwMode="auto">
          <a:xfrm flipV="1">
            <a:off x="4622006" y="2497932"/>
            <a:ext cx="296466"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6" name="Line 6">
            <a:extLst>
              <a:ext uri="{FF2B5EF4-FFF2-40B4-BE49-F238E27FC236}">
                <a16:creationId xmlns:a16="http://schemas.microsoft.com/office/drawing/2014/main" id="{B7FDA76D-B50F-A64F-AAD0-2A30E9D0E6BA}"/>
              </a:ext>
            </a:extLst>
          </p:cNvPr>
          <p:cNvSpPr>
            <a:spLocks noChangeShapeType="1"/>
          </p:cNvSpPr>
          <p:nvPr/>
        </p:nvSpPr>
        <p:spPr bwMode="auto">
          <a:xfrm flipV="1">
            <a:off x="4857750" y="2956323"/>
            <a:ext cx="848916" cy="16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7" name="Line 7">
            <a:extLst>
              <a:ext uri="{FF2B5EF4-FFF2-40B4-BE49-F238E27FC236}">
                <a16:creationId xmlns:a16="http://schemas.microsoft.com/office/drawing/2014/main" id="{2593753F-3943-0440-9EC4-13DAB0C29D17}"/>
              </a:ext>
            </a:extLst>
          </p:cNvPr>
          <p:cNvSpPr>
            <a:spLocks noChangeShapeType="1"/>
          </p:cNvSpPr>
          <p:nvPr/>
        </p:nvSpPr>
        <p:spPr bwMode="auto">
          <a:xfrm flipH="1">
            <a:off x="3883819" y="3056335"/>
            <a:ext cx="442913"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8" name="Line 8">
            <a:extLst>
              <a:ext uri="{FF2B5EF4-FFF2-40B4-BE49-F238E27FC236}">
                <a16:creationId xmlns:a16="http://schemas.microsoft.com/office/drawing/2014/main" id="{9BDD7209-B58E-B94C-B3E7-B618915B7AFF}"/>
              </a:ext>
            </a:extLst>
          </p:cNvPr>
          <p:cNvSpPr>
            <a:spLocks noChangeShapeType="1"/>
          </p:cNvSpPr>
          <p:nvPr/>
        </p:nvSpPr>
        <p:spPr bwMode="auto">
          <a:xfrm>
            <a:off x="4622007" y="3125391"/>
            <a:ext cx="221456"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9" name="Line 9">
            <a:extLst>
              <a:ext uri="{FF2B5EF4-FFF2-40B4-BE49-F238E27FC236}">
                <a16:creationId xmlns:a16="http://schemas.microsoft.com/office/drawing/2014/main" id="{CC8A5134-619C-384E-A285-C9C3B80BB930}"/>
              </a:ext>
            </a:extLst>
          </p:cNvPr>
          <p:cNvSpPr>
            <a:spLocks noChangeShapeType="1"/>
          </p:cNvSpPr>
          <p:nvPr/>
        </p:nvSpPr>
        <p:spPr bwMode="auto">
          <a:xfrm flipV="1">
            <a:off x="3587354" y="2987279"/>
            <a:ext cx="591740" cy="690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7880" name="Group 10">
            <a:extLst>
              <a:ext uri="{FF2B5EF4-FFF2-40B4-BE49-F238E27FC236}">
                <a16:creationId xmlns:a16="http://schemas.microsoft.com/office/drawing/2014/main" id="{908DD3A1-E54C-2D49-BBCD-6966DFA0031C}"/>
              </a:ext>
            </a:extLst>
          </p:cNvPr>
          <p:cNvGrpSpPr>
            <a:grpSpLocks/>
          </p:cNvGrpSpPr>
          <p:nvPr/>
        </p:nvGrpSpPr>
        <p:grpSpPr bwMode="auto">
          <a:xfrm>
            <a:off x="3955256" y="2638425"/>
            <a:ext cx="1034654" cy="627460"/>
            <a:chOff x="1746" y="2024"/>
            <a:chExt cx="1678" cy="1451"/>
          </a:xfrm>
        </p:grpSpPr>
        <p:sp>
          <p:nvSpPr>
            <p:cNvPr id="983051" name="Oval 11">
              <a:extLst>
                <a:ext uri="{FF2B5EF4-FFF2-40B4-BE49-F238E27FC236}">
                  <a16:creationId xmlns:a16="http://schemas.microsoft.com/office/drawing/2014/main" id="{694D74E0-6806-9E42-B4DE-B25A6BA53B71}"/>
                </a:ext>
              </a:extLst>
            </p:cNvPr>
            <p:cNvSpPr>
              <a:spLocks noChangeArrowheads="1"/>
            </p:cNvSpPr>
            <p:nvPr/>
          </p:nvSpPr>
          <p:spPr bwMode="auto">
            <a:xfrm>
              <a:off x="2333" y="2052"/>
              <a:ext cx="716" cy="57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2" name="Oval 12">
              <a:extLst>
                <a:ext uri="{FF2B5EF4-FFF2-40B4-BE49-F238E27FC236}">
                  <a16:creationId xmlns:a16="http://schemas.microsoft.com/office/drawing/2014/main" id="{795529D4-1AFC-7746-A410-B257ED662647}"/>
                </a:ext>
              </a:extLst>
            </p:cNvPr>
            <p:cNvSpPr>
              <a:spLocks noChangeArrowheads="1"/>
            </p:cNvSpPr>
            <p:nvPr/>
          </p:nvSpPr>
          <p:spPr bwMode="auto">
            <a:xfrm>
              <a:off x="1928" y="2208"/>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3" name="Oval 13">
              <a:extLst>
                <a:ext uri="{FF2B5EF4-FFF2-40B4-BE49-F238E27FC236}">
                  <a16:creationId xmlns:a16="http://schemas.microsoft.com/office/drawing/2014/main" id="{1D586D28-C66A-9846-9B56-1B111FE52FE0}"/>
                </a:ext>
              </a:extLst>
            </p:cNvPr>
            <p:cNvSpPr>
              <a:spLocks noChangeArrowheads="1"/>
            </p:cNvSpPr>
            <p:nvPr/>
          </p:nvSpPr>
          <p:spPr bwMode="auto">
            <a:xfrm>
              <a:off x="1756" y="2566"/>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4" name="Oval 14">
              <a:extLst>
                <a:ext uri="{FF2B5EF4-FFF2-40B4-BE49-F238E27FC236}">
                  <a16:creationId xmlns:a16="http://schemas.microsoft.com/office/drawing/2014/main" id="{2D9CC322-0183-B04A-9985-8F702C21F958}"/>
                </a:ext>
              </a:extLst>
            </p:cNvPr>
            <p:cNvSpPr>
              <a:spLocks noChangeArrowheads="1"/>
            </p:cNvSpPr>
            <p:nvPr/>
          </p:nvSpPr>
          <p:spPr bwMode="auto">
            <a:xfrm>
              <a:off x="1868" y="2778"/>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5" name="Oval 15">
              <a:extLst>
                <a:ext uri="{FF2B5EF4-FFF2-40B4-BE49-F238E27FC236}">
                  <a16:creationId xmlns:a16="http://schemas.microsoft.com/office/drawing/2014/main" id="{F94EF9C2-19AA-EC4E-B8F5-038DD1A083DD}"/>
                </a:ext>
              </a:extLst>
            </p:cNvPr>
            <p:cNvSpPr>
              <a:spLocks noChangeArrowheads="1"/>
            </p:cNvSpPr>
            <p:nvPr/>
          </p:nvSpPr>
          <p:spPr bwMode="auto">
            <a:xfrm>
              <a:off x="2271" y="2864"/>
              <a:ext cx="840" cy="600"/>
            </a:xfrm>
            <a:prstGeom prst="ellipse">
              <a:avLst/>
            </a:prstGeom>
            <a:solidFill>
              <a:srgbClr val="000000"/>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6" name="Oval 16">
              <a:extLst>
                <a:ext uri="{FF2B5EF4-FFF2-40B4-BE49-F238E27FC236}">
                  <a16:creationId xmlns:a16="http://schemas.microsoft.com/office/drawing/2014/main" id="{53E86FAB-9AC7-2D42-9789-775CD62E92A1}"/>
                </a:ext>
              </a:extLst>
            </p:cNvPr>
            <p:cNvSpPr>
              <a:spLocks noChangeArrowheads="1"/>
            </p:cNvSpPr>
            <p:nvPr/>
          </p:nvSpPr>
          <p:spPr bwMode="auto">
            <a:xfrm>
              <a:off x="2818" y="2225"/>
              <a:ext cx="525" cy="4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7" name="Oval 17">
              <a:extLst>
                <a:ext uri="{FF2B5EF4-FFF2-40B4-BE49-F238E27FC236}">
                  <a16:creationId xmlns:a16="http://schemas.microsoft.com/office/drawing/2014/main" id="{EA177EC1-BD86-DF47-BC4E-E1F059C3F165}"/>
                </a:ext>
              </a:extLst>
            </p:cNvPr>
            <p:cNvSpPr>
              <a:spLocks noChangeArrowheads="1"/>
            </p:cNvSpPr>
            <p:nvPr/>
          </p:nvSpPr>
          <p:spPr bwMode="auto">
            <a:xfrm>
              <a:off x="2899" y="2522"/>
              <a:ext cx="525"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8" name="Oval 18">
              <a:extLst>
                <a:ext uri="{FF2B5EF4-FFF2-40B4-BE49-F238E27FC236}">
                  <a16:creationId xmlns:a16="http://schemas.microsoft.com/office/drawing/2014/main" id="{E541EF62-6C66-0F48-A911-B0DBFC0CBFB8}"/>
                </a:ext>
              </a:extLst>
            </p:cNvPr>
            <p:cNvSpPr>
              <a:spLocks noChangeArrowheads="1"/>
            </p:cNvSpPr>
            <p:nvPr/>
          </p:nvSpPr>
          <p:spPr bwMode="auto">
            <a:xfrm rot="1140760">
              <a:off x="2849" y="2624"/>
              <a:ext cx="525"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9" name="Oval 19">
              <a:extLst>
                <a:ext uri="{FF2B5EF4-FFF2-40B4-BE49-F238E27FC236}">
                  <a16:creationId xmlns:a16="http://schemas.microsoft.com/office/drawing/2014/main" id="{6017EFD0-6EB4-744A-AC4C-DE77E285EDD2}"/>
                </a:ext>
              </a:extLst>
            </p:cNvPr>
            <p:cNvSpPr>
              <a:spLocks noChangeArrowheads="1"/>
            </p:cNvSpPr>
            <p:nvPr/>
          </p:nvSpPr>
          <p:spPr bwMode="auto">
            <a:xfrm>
              <a:off x="2059" y="2396"/>
              <a:ext cx="1081"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0" name="Oval 20">
              <a:extLst>
                <a:ext uri="{FF2B5EF4-FFF2-40B4-BE49-F238E27FC236}">
                  <a16:creationId xmlns:a16="http://schemas.microsoft.com/office/drawing/2014/main" id="{F9DA0FDF-0112-5D49-9249-E0FF50B96CA8}"/>
                </a:ext>
              </a:extLst>
            </p:cNvPr>
            <p:cNvSpPr>
              <a:spLocks noChangeArrowheads="1"/>
            </p:cNvSpPr>
            <p:nvPr/>
          </p:nvSpPr>
          <p:spPr bwMode="auto">
            <a:xfrm>
              <a:off x="2321" y="2024"/>
              <a:ext cx="718"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1" name="Oval 21">
              <a:extLst>
                <a:ext uri="{FF2B5EF4-FFF2-40B4-BE49-F238E27FC236}">
                  <a16:creationId xmlns:a16="http://schemas.microsoft.com/office/drawing/2014/main" id="{97FB5765-2EDD-B54E-9E0C-9715F61F5BDD}"/>
                </a:ext>
              </a:extLst>
            </p:cNvPr>
            <p:cNvSpPr>
              <a:spLocks noChangeArrowheads="1"/>
            </p:cNvSpPr>
            <p:nvPr/>
          </p:nvSpPr>
          <p:spPr bwMode="auto">
            <a:xfrm>
              <a:off x="1918" y="2181"/>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2" name="Oval 22">
              <a:extLst>
                <a:ext uri="{FF2B5EF4-FFF2-40B4-BE49-F238E27FC236}">
                  <a16:creationId xmlns:a16="http://schemas.microsoft.com/office/drawing/2014/main" id="{FF0B6D8B-E1FC-0448-8182-069C58EE87B3}"/>
                </a:ext>
              </a:extLst>
            </p:cNvPr>
            <p:cNvSpPr>
              <a:spLocks noChangeArrowheads="1"/>
            </p:cNvSpPr>
            <p:nvPr/>
          </p:nvSpPr>
          <p:spPr bwMode="auto">
            <a:xfrm>
              <a:off x="1746" y="2539"/>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3" name="Oval 23">
              <a:extLst>
                <a:ext uri="{FF2B5EF4-FFF2-40B4-BE49-F238E27FC236}">
                  <a16:creationId xmlns:a16="http://schemas.microsoft.com/office/drawing/2014/main" id="{5B14E32E-CAB8-1F4A-A5EE-596E38A70386}"/>
                </a:ext>
              </a:extLst>
            </p:cNvPr>
            <p:cNvSpPr>
              <a:spLocks noChangeArrowheads="1"/>
            </p:cNvSpPr>
            <p:nvPr/>
          </p:nvSpPr>
          <p:spPr bwMode="auto">
            <a:xfrm>
              <a:off x="1856" y="2751"/>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4" name="Oval 24">
              <a:extLst>
                <a:ext uri="{FF2B5EF4-FFF2-40B4-BE49-F238E27FC236}">
                  <a16:creationId xmlns:a16="http://schemas.microsoft.com/office/drawing/2014/main" id="{54EA892D-CEC2-4D45-B4AC-98E3B4D07077}"/>
                </a:ext>
              </a:extLst>
            </p:cNvPr>
            <p:cNvSpPr>
              <a:spLocks noChangeArrowheads="1"/>
            </p:cNvSpPr>
            <p:nvPr/>
          </p:nvSpPr>
          <p:spPr bwMode="auto">
            <a:xfrm>
              <a:off x="2262" y="2875"/>
              <a:ext cx="838" cy="600"/>
            </a:xfrm>
            <a:prstGeom prst="ellipse">
              <a:avLst/>
            </a:prstGeom>
            <a:solidFill>
              <a:srgbClr val="DDDDDD"/>
            </a:solidFill>
            <a:ln>
              <a:noFill/>
            </a:ln>
            <a:effectLst>
              <a:outerShdw blurRad="63500" dist="29783" dir="20085598"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5" name="Oval 25">
              <a:extLst>
                <a:ext uri="{FF2B5EF4-FFF2-40B4-BE49-F238E27FC236}">
                  <a16:creationId xmlns:a16="http://schemas.microsoft.com/office/drawing/2014/main" id="{0D8D2BC3-4111-A84D-B669-2F3C4E3290BF}"/>
                </a:ext>
              </a:extLst>
            </p:cNvPr>
            <p:cNvSpPr>
              <a:spLocks noChangeArrowheads="1"/>
            </p:cNvSpPr>
            <p:nvPr/>
          </p:nvSpPr>
          <p:spPr bwMode="auto">
            <a:xfrm>
              <a:off x="2806" y="21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6" name="Oval 26">
              <a:extLst>
                <a:ext uri="{FF2B5EF4-FFF2-40B4-BE49-F238E27FC236}">
                  <a16:creationId xmlns:a16="http://schemas.microsoft.com/office/drawing/2014/main" id="{1F47D390-6EC2-2346-B752-530161244F29}"/>
                </a:ext>
              </a:extLst>
            </p:cNvPr>
            <p:cNvSpPr>
              <a:spLocks noChangeArrowheads="1"/>
            </p:cNvSpPr>
            <p:nvPr/>
          </p:nvSpPr>
          <p:spPr bwMode="auto">
            <a:xfrm>
              <a:off x="2887" y="24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7" name="Oval 27">
              <a:extLst>
                <a:ext uri="{FF2B5EF4-FFF2-40B4-BE49-F238E27FC236}">
                  <a16:creationId xmlns:a16="http://schemas.microsoft.com/office/drawing/2014/main" id="{79A50AE7-1A1B-D04E-93DC-75DEAF750F59}"/>
                </a:ext>
              </a:extLst>
            </p:cNvPr>
            <p:cNvSpPr>
              <a:spLocks noChangeArrowheads="1"/>
            </p:cNvSpPr>
            <p:nvPr/>
          </p:nvSpPr>
          <p:spPr bwMode="auto">
            <a:xfrm rot="1336630">
              <a:off x="2837" y="2594"/>
              <a:ext cx="525"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8" name="Oval 28">
              <a:extLst>
                <a:ext uri="{FF2B5EF4-FFF2-40B4-BE49-F238E27FC236}">
                  <a16:creationId xmlns:a16="http://schemas.microsoft.com/office/drawing/2014/main" id="{50321396-4093-1943-8655-352A9E8507D1}"/>
                </a:ext>
              </a:extLst>
            </p:cNvPr>
            <p:cNvSpPr>
              <a:spLocks noChangeArrowheads="1"/>
            </p:cNvSpPr>
            <p:nvPr/>
          </p:nvSpPr>
          <p:spPr bwMode="auto">
            <a:xfrm>
              <a:off x="2049" y="2365"/>
              <a:ext cx="1081"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grpSp>
      <p:pic>
        <p:nvPicPr>
          <p:cNvPr id="207881" name="Picture 29">
            <a:extLst>
              <a:ext uri="{FF2B5EF4-FFF2-40B4-BE49-F238E27FC236}">
                <a16:creationId xmlns:a16="http://schemas.microsoft.com/office/drawing/2014/main" id="{CDABB67F-AA1D-B54F-8791-CE446EFB0FB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9928" y="2888456"/>
            <a:ext cx="385763"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2" name="Text Box 30">
            <a:extLst>
              <a:ext uri="{FF2B5EF4-FFF2-40B4-BE49-F238E27FC236}">
                <a16:creationId xmlns:a16="http://schemas.microsoft.com/office/drawing/2014/main" id="{00CFA8CF-5C43-F640-936F-F7D52D22E6CE}"/>
              </a:ext>
            </a:extLst>
          </p:cNvPr>
          <p:cNvSpPr txBox="1">
            <a:spLocks noChangeArrowheads="1"/>
          </p:cNvSpPr>
          <p:nvPr/>
        </p:nvSpPr>
        <p:spPr bwMode="auto">
          <a:xfrm>
            <a:off x="4326731" y="2752725"/>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p>
        </p:txBody>
      </p:sp>
      <p:sp>
        <p:nvSpPr>
          <p:cNvPr id="207883" name="Text Box 31">
            <a:extLst>
              <a:ext uri="{FF2B5EF4-FFF2-40B4-BE49-F238E27FC236}">
                <a16:creationId xmlns:a16="http://schemas.microsoft.com/office/drawing/2014/main" id="{EFB14F55-2715-ED4A-B0A2-4EBFFF18DB1F}"/>
              </a:ext>
            </a:extLst>
          </p:cNvPr>
          <p:cNvSpPr txBox="1">
            <a:spLocks noChangeArrowheads="1"/>
          </p:cNvSpPr>
          <p:nvPr/>
        </p:nvSpPr>
        <p:spPr bwMode="auto">
          <a:xfrm>
            <a:off x="5183981" y="2607469"/>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rgbClr val="FF0000"/>
                </a:solidFill>
                <a:latin typeface="微软雅黑" panose="020B0503020204020204" pitchFamily="34" charset="-122"/>
                <a:ea typeface="宋体" panose="02010600030101010101" pitchFamily="2" charset="-122"/>
              </a:rPr>
              <a:t>R</a:t>
            </a:r>
            <a:r>
              <a:rPr lang="en-US" altLang="zh-CN" sz="1500" baseline="-25000">
                <a:solidFill>
                  <a:srgbClr val="FF0000"/>
                </a:solidFill>
                <a:latin typeface="微软雅黑" panose="020B0503020204020204" pitchFamily="34" charset="-122"/>
                <a:ea typeface="宋体" panose="02010600030101010101" pitchFamily="2" charset="-122"/>
              </a:rPr>
              <a:t>1</a:t>
            </a:r>
          </a:p>
        </p:txBody>
      </p:sp>
      <p:graphicFrame>
        <p:nvGraphicFramePr>
          <p:cNvPr id="207884" name="Object 32">
            <a:extLst>
              <a:ext uri="{FF2B5EF4-FFF2-40B4-BE49-F238E27FC236}">
                <a16:creationId xmlns:a16="http://schemas.microsoft.com/office/drawing/2014/main" id="{7AA39C79-8831-BA41-B6CA-61B81562DF83}"/>
              </a:ext>
            </a:extLst>
          </p:cNvPr>
          <p:cNvGraphicFramePr>
            <a:graphicFrameLocks noChangeAspect="1"/>
          </p:cNvGraphicFramePr>
          <p:nvPr/>
        </p:nvGraphicFramePr>
        <p:xfrm>
          <a:off x="5656660" y="2393157"/>
          <a:ext cx="2289572" cy="1475185"/>
        </p:xfrm>
        <a:graphic>
          <a:graphicData uri="http://schemas.openxmlformats.org/presentationml/2006/ole">
            <mc:AlternateContent xmlns:mc="http://schemas.openxmlformats.org/markup-compatibility/2006">
              <mc:Choice xmlns:v="urn:schemas-microsoft-com:vml" Requires="v">
                <p:oleObj spid="_x0000_s192527" name="VISIO" r:id="rId5" imgW="3378200" imgH="1930400" progId="Visio.Drawing.6">
                  <p:embed/>
                </p:oleObj>
              </mc:Choice>
              <mc:Fallback>
                <p:oleObj name="VISIO" r:id="rId5" imgW="3378200" imgH="1930400" progId="Visio.Drawing.6">
                  <p:embed/>
                  <p:pic>
                    <p:nvPicPr>
                      <p:cNvPr id="207884" name="Object 32">
                        <a:extLst>
                          <a:ext uri="{FF2B5EF4-FFF2-40B4-BE49-F238E27FC236}">
                            <a16:creationId xmlns:a16="http://schemas.microsoft.com/office/drawing/2014/main" id="{7AA39C79-8831-BA41-B6CA-61B81562DF8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56660" y="2393157"/>
                        <a:ext cx="2289572" cy="1475185"/>
                      </a:xfrm>
                      <a:prstGeom prst="rect">
                        <a:avLst/>
                      </a:prstGeom>
                      <a:noFill/>
                      <a:ln>
                        <a:noFill/>
                      </a:ln>
                      <a:effectLst>
                        <a:outerShdw dist="25400" dir="5400000" algn="ctr" rotWithShape="0">
                          <a:schemeClr val="bg2">
                            <a:alpha val="74997"/>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07885" name="Text Box 33">
            <a:extLst>
              <a:ext uri="{FF2B5EF4-FFF2-40B4-BE49-F238E27FC236}">
                <a16:creationId xmlns:a16="http://schemas.microsoft.com/office/drawing/2014/main" id="{7302DC30-C15A-D447-AD4D-E3A4905F836B}"/>
              </a:ext>
            </a:extLst>
          </p:cNvPr>
          <p:cNvSpPr txBox="1">
            <a:spLocks noChangeArrowheads="1"/>
          </p:cNvSpPr>
          <p:nvPr/>
        </p:nvSpPr>
        <p:spPr bwMode="auto">
          <a:xfrm>
            <a:off x="6396038" y="287774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因特网</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pic>
        <p:nvPicPr>
          <p:cNvPr id="207886" name="Picture 34">
            <a:extLst>
              <a:ext uri="{FF2B5EF4-FFF2-40B4-BE49-F238E27FC236}">
                <a16:creationId xmlns:a16="http://schemas.microsoft.com/office/drawing/2014/main" id="{5568418B-0BDB-9846-B71D-286B2F8C754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97016" y="3474244"/>
            <a:ext cx="338138" cy="334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7" name="Text Box 35">
            <a:extLst>
              <a:ext uri="{FF2B5EF4-FFF2-40B4-BE49-F238E27FC236}">
                <a16:creationId xmlns:a16="http://schemas.microsoft.com/office/drawing/2014/main" id="{D338DB52-0018-164A-8618-EB8F950AF05A}"/>
              </a:ext>
            </a:extLst>
          </p:cNvPr>
          <p:cNvSpPr txBox="1">
            <a:spLocks noChangeArrowheads="1"/>
          </p:cNvSpPr>
          <p:nvPr/>
        </p:nvSpPr>
        <p:spPr bwMode="auto">
          <a:xfrm>
            <a:off x="1277541" y="2411016"/>
            <a:ext cx="1725152" cy="1174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目的网络  下一跳</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folHlink"/>
                </a:solidFill>
                <a:latin typeface="微软雅黑" panose="020B0503020204020204" pitchFamily="34" charset="-122"/>
                <a:ea typeface="宋体" panose="02010600030101010101" pitchFamily="2" charset="-122"/>
              </a:rPr>
              <a:t>直接 </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r>
              <a:rPr lang="en-US" altLang="zh-CN" sz="1500">
                <a:solidFill>
                  <a:schemeClr val="folHlink"/>
                </a:solidFill>
                <a:latin typeface="微软雅黑" panose="020B0503020204020204" pitchFamily="34" charset="-122"/>
                <a:ea typeface="宋体" panose="02010600030101010101" pitchFamily="2" charset="-122"/>
              </a:rPr>
              <a:t>     </a:t>
            </a:r>
            <a:r>
              <a:rPr lang="en-US" altLang="zh-CN" sz="75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    R</a:t>
            </a:r>
            <a:r>
              <a:rPr lang="en-US" altLang="zh-CN" sz="1500" baseline="-25000">
                <a:solidFill>
                  <a:schemeClr val="folHlink"/>
                </a:solidFill>
                <a:latin typeface="微软雅黑" panose="020B0503020204020204" pitchFamily="34" charset="-122"/>
                <a:ea typeface="宋体" panose="02010600030101010101" pitchFamily="2" charset="-122"/>
              </a:rPr>
              <a:t>2</a:t>
            </a:r>
          </a:p>
          <a:p>
            <a:pPr eaLnBrk="1" hangingPunct="1">
              <a:lnSpc>
                <a:spcPct val="120000"/>
              </a:lnSpc>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hlink"/>
                </a:solidFill>
                <a:latin typeface="微软雅黑" panose="020B0503020204020204" pitchFamily="34" charset="-122"/>
                <a:ea typeface="宋体" panose="02010600030101010101" pitchFamily="2" charset="-122"/>
              </a:rPr>
              <a:t>默认          </a:t>
            </a:r>
            <a:r>
              <a:rPr lang="en-US" altLang="zh-CN" sz="1500">
                <a:solidFill>
                  <a:schemeClr val="hlink"/>
                </a:solidFill>
                <a:latin typeface="微软雅黑" panose="020B0503020204020204" pitchFamily="34" charset="-122"/>
                <a:ea typeface="宋体" panose="02010600030101010101" pitchFamily="2" charset="-122"/>
              </a:rPr>
              <a:t>R</a:t>
            </a:r>
            <a:r>
              <a:rPr lang="en-US" altLang="zh-CN" sz="1500" baseline="-25000">
                <a:solidFill>
                  <a:schemeClr val="hlink"/>
                </a:solidFill>
                <a:latin typeface="微软雅黑" panose="020B0503020204020204" pitchFamily="34" charset="-122"/>
                <a:ea typeface="宋体" panose="02010600030101010101" pitchFamily="2" charset="-122"/>
              </a:rPr>
              <a:t>1</a:t>
            </a:r>
          </a:p>
        </p:txBody>
      </p:sp>
      <p:sp>
        <p:nvSpPr>
          <p:cNvPr id="207888" name="Line 37">
            <a:extLst>
              <a:ext uri="{FF2B5EF4-FFF2-40B4-BE49-F238E27FC236}">
                <a16:creationId xmlns:a16="http://schemas.microsoft.com/office/drawing/2014/main" id="{F0FE01DC-0D56-7D43-89AC-B45532A0AEA2}"/>
              </a:ext>
            </a:extLst>
          </p:cNvPr>
          <p:cNvSpPr>
            <a:spLocks noChangeShapeType="1"/>
          </p:cNvSpPr>
          <p:nvPr/>
        </p:nvSpPr>
        <p:spPr bwMode="auto">
          <a:xfrm>
            <a:off x="1277541" y="2739629"/>
            <a:ext cx="1624013" cy="0"/>
          </a:xfrm>
          <a:prstGeom prst="line">
            <a:avLst/>
          </a:prstGeom>
          <a:noFill/>
          <a:ln w="38100" cmpd="dbl">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89" name="Line 38">
            <a:extLst>
              <a:ext uri="{FF2B5EF4-FFF2-40B4-BE49-F238E27FC236}">
                <a16:creationId xmlns:a16="http://schemas.microsoft.com/office/drawing/2014/main" id="{C7A5EC50-17BF-9045-945F-367149AF4B49}"/>
              </a:ext>
            </a:extLst>
          </p:cNvPr>
          <p:cNvSpPr>
            <a:spLocks noChangeShapeType="1"/>
          </p:cNvSpPr>
          <p:nvPr/>
        </p:nvSpPr>
        <p:spPr bwMode="auto">
          <a:xfrm>
            <a:off x="1277541" y="3013472"/>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0" name="Line 39">
            <a:extLst>
              <a:ext uri="{FF2B5EF4-FFF2-40B4-BE49-F238E27FC236}">
                <a16:creationId xmlns:a16="http://schemas.microsoft.com/office/drawing/2014/main" id="{A1120E7D-3EA1-E145-8A1A-743DCF6FD3A3}"/>
              </a:ext>
            </a:extLst>
          </p:cNvPr>
          <p:cNvSpPr>
            <a:spLocks noChangeShapeType="1"/>
          </p:cNvSpPr>
          <p:nvPr/>
        </p:nvSpPr>
        <p:spPr bwMode="auto">
          <a:xfrm>
            <a:off x="2163366" y="2465785"/>
            <a:ext cx="3572" cy="106322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1" name="Text Box 40">
            <a:extLst>
              <a:ext uri="{FF2B5EF4-FFF2-40B4-BE49-F238E27FC236}">
                <a16:creationId xmlns:a16="http://schemas.microsoft.com/office/drawing/2014/main" id="{A47F621D-E6AA-FB40-9945-3CA693927E14}"/>
              </a:ext>
            </a:extLst>
          </p:cNvPr>
          <p:cNvSpPr txBox="1">
            <a:spLocks noChangeArrowheads="1"/>
          </p:cNvSpPr>
          <p:nvPr/>
        </p:nvSpPr>
        <p:spPr bwMode="auto">
          <a:xfrm>
            <a:off x="1701404" y="207883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路由表</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sp>
        <p:nvSpPr>
          <p:cNvPr id="207892" name="Freeform 41">
            <a:extLst>
              <a:ext uri="{FF2B5EF4-FFF2-40B4-BE49-F238E27FC236}">
                <a16:creationId xmlns:a16="http://schemas.microsoft.com/office/drawing/2014/main" id="{22D310B8-8986-464F-8DFC-26778773A683}"/>
              </a:ext>
            </a:extLst>
          </p:cNvPr>
          <p:cNvSpPr>
            <a:spLocks/>
          </p:cNvSpPr>
          <p:nvPr/>
        </p:nvSpPr>
        <p:spPr bwMode="auto">
          <a:xfrm>
            <a:off x="2905125" y="2462213"/>
            <a:ext cx="598885" cy="1096566"/>
          </a:xfrm>
          <a:custGeom>
            <a:avLst/>
            <a:gdLst>
              <a:gd name="T0" fmla="*/ 2147483646 w 368"/>
              <a:gd name="T1" fmla="*/ 0 h 524"/>
              <a:gd name="T2" fmla="*/ 2147483646 w 368"/>
              <a:gd name="T3" fmla="*/ 2147483646 h 524"/>
              <a:gd name="T4" fmla="*/ 2147483646 w 368"/>
              <a:gd name="T5" fmla="*/ 2147483646 h 524"/>
              <a:gd name="T6" fmla="*/ 0 w 368"/>
              <a:gd name="T7" fmla="*/ 2147483646 h 524"/>
              <a:gd name="T8" fmla="*/ 2147483646 w 368"/>
              <a:gd name="T9" fmla="*/ 0 h 5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8" h="524">
                <a:moveTo>
                  <a:pt x="4" y="0"/>
                </a:moveTo>
                <a:lnTo>
                  <a:pt x="368" y="256"/>
                </a:lnTo>
                <a:lnTo>
                  <a:pt x="367" y="277"/>
                </a:lnTo>
                <a:lnTo>
                  <a:pt x="0" y="524"/>
                </a:lnTo>
                <a:lnTo>
                  <a:pt x="4" y="0"/>
                </a:lnTo>
                <a:close/>
              </a:path>
            </a:pathLst>
          </a:custGeom>
          <a:gradFill rotWithShape="1">
            <a:gsLst>
              <a:gs pos="0">
                <a:srgbClr val="C1C19A"/>
              </a:gs>
              <a:gs pos="100000">
                <a:srgbClr val="FFFFCC"/>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207893" name="Picture 42">
            <a:extLst>
              <a:ext uri="{FF2B5EF4-FFF2-40B4-BE49-F238E27FC236}">
                <a16:creationId xmlns:a16="http://schemas.microsoft.com/office/drawing/2014/main" id="{2F058DDD-4BEB-444C-A3D6-11510844BA7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40906" y="2777729"/>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894" name="Picture 43">
            <a:extLst>
              <a:ext uri="{FF2B5EF4-FFF2-40B4-BE49-F238E27FC236}">
                <a16:creationId xmlns:a16="http://schemas.microsoft.com/office/drawing/2014/main" id="{79C28DBF-A416-5544-A09E-2FC8730B5CEA}"/>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36181" y="3405188"/>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7895" name="Group 44">
            <a:extLst>
              <a:ext uri="{FF2B5EF4-FFF2-40B4-BE49-F238E27FC236}">
                <a16:creationId xmlns:a16="http://schemas.microsoft.com/office/drawing/2014/main" id="{0182249C-2F26-C84B-BE05-470693C76E62}"/>
              </a:ext>
            </a:extLst>
          </p:cNvPr>
          <p:cNvGrpSpPr>
            <a:grpSpLocks/>
          </p:cNvGrpSpPr>
          <p:nvPr/>
        </p:nvGrpSpPr>
        <p:grpSpPr bwMode="auto">
          <a:xfrm>
            <a:off x="5139929" y="1870473"/>
            <a:ext cx="819150" cy="526256"/>
            <a:chOff x="1776" y="2768"/>
            <a:chExt cx="1824" cy="736"/>
          </a:xfrm>
        </p:grpSpPr>
        <p:grpSp>
          <p:nvGrpSpPr>
            <p:cNvPr id="207902" name="Group 45">
              <a:extLst>
                <a:ext uri="{FF2B5EF4-FFF2-40B4-BE49-F238E27FC236}">
                  <a16:creationId xmlns:a16="http://schemas.microsoft.com/office/drawing/2014/main" id="{886850E2-8793-F041-A8C2-3F7C2B31B2DF}"/>
                </a:ext>
              </a:extLst>
            </p:cNvPr>
            <p:cNvGrpSpPr>
              <a:grpSpLocks/>
            </p:cNvGrpSpPr>
            <p:nvPr/>
          </p:nvGrpSpPr>
          <p:grpSpPr bwMode="auto">
            <a:xfrm>
              <a:off x="1787" y="2783"/>
              <a:ext cx="1813" cy="721"/>
              <a:chOff x="1787" y="2783"/>
              <a:chExt cx="1813" cy="721"/>
            </a:xfrm>
          </p:grpSpPr>
          <p:sp>
            <p:nvSpPr>
              <p:cNvPr id="207912" name="Oval 46">
                <a:extLst>
                  <a:ext uri="{FF2B5EF4-FFF2-40B4-BE49-F238E27FC236}">
                    <a16:creationId xmlns:a16="http://schemas.microsoft.com/office/drawing/2014/main" id="{C7E35561-87FD-B041-9D67-B32EEC20EBF0}"/>
                  </a:ext>
                </a:extLst>
              </p:cNvPr>
              <p:cNvSpPr>
                <a:spLocks noChangeArrowheads="1"/>
              </p:cNvSpPr>
              <p:nvPr/>
            </p:nvSpPr>
            <p:spPr bwMode="auto">
              <a:xfrm>
                <a:off x="2413" y="2783"/>
                <a:ext cx="780"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3" name="Oval 47">
                <a:extLst>
                  <a:ext uri="{FF2B5EF4-FFF2-40B4-BE49-F238E27FC236}">
                    <a16:creationId xmlns:a16="http://schemas.microsoft.com/office/drawing/2014/main" id="{9DD24EEC-792F-A04E-9BDC-6779163CED87}"/>
                  </a:ext>
                </a:extLst>
              </p:cNvPr>
              <p:cNvSpPr>
                <a:spLocks noChangeArrowheads="1"/>
              </p:cNvSpPr>
              <p:nvPr/>
            </p:nvSpPr>
            <p:spPr bwMode="auto">
              <a:xfrm>
                <a:off x="1974" y="2863"/>
                <a:ext cx="593"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4" name="Oval 48">
                <a:extLst>
                  <a:ext uri="{FF2B5EF4-FFF2-40B4-BE49-F238E27FC236}">
                    <a16:creationId xmlns:a16="http://schemas.microsoft.com/office/drawing/2014/main" id="{46D22CA2-797D-5A4B-B4AE-5921A741747E}"/>
                  </a:ext>
                </a:extLst>
              </p:cNvPr>
              <p:cNvSpPr>
                <a:spLocks noChangeArrowheads="1"/>
              </p:cNvSpPr>
              <p:nvPr/>
            </p:nvSpPr>
            <p:spPr bwMode="auto">
              <a:xfrm>
                <a:off x="1787" y="3045"/>
                <a:ext cx="396" cy="23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5" name="Oval 49">
                <a:extLst>
                  <a:ext uri="{FF2B5EF4-FFF2-40B4-BE49-F238E27FC236}">
                    <a16:creationId xmlns:a16="http://schemas.microsoft.com/office/drawing/2014/main" id="{0B35CB93-49AC-294E-9448-ADAB5E64EB16}"/>
                  </a:ext>
                </a:extLst>
              </p:cNvPr>
              <p:cNvSpPr>
                <a:spLocks noChangeArrowheads="1"/>
              </p:cNvSpPr>
              <p:nvPr/>
            </p:nvSpPr>
            <p:spPr bwMode="auto">
              <a:xfrm>
                <a:off x="1908" y="3154"/>
                <a:ext cx="604" cy="25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6" name="Oval 50">
                <a:extLst>
                  <a:ext uri="{FF2B5EF4-FFF2-40B4-BE49-F238E27FC236}">
                    <a16:creationId xmlns:a16="http://schemas.microsoft.com/office/drawing/2014/main" id="{E18B423B-5BEC-7948-80F8-7C93EC0B39AF}"/>
                  </a:ext>
                </a:extLst>
              </p:cNvPr>
              <p:cNvSpPr>
                <a:spLocks noChangeArrowheads="1"/>
              </p:cNvSpPr>
              <p:nvPr/>
            </p:nvSpPr>
            <p:spPr bwMode="auto">
              <a:xfrm>
                <a:off x="2347" y="3198"/>
                <a:ext cx="912" cy="30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7" name="Oval 51">
                <a:extLst>
                  <a:ext uri="{FF2B5EF4-FFF2-40B4-BE49-F238E27FC236}">
                    <a16:creationId xmlns:a16="http://schemas.microsoft.com/office/drawing/2014/main" id="{29F3877B-1CB7-1A40-A48F-AEFA953C0EEC}"/>
                  </a:ext>
                </a:extLst>
              </p:cNvPr>
              <p:cNvSpPr>
                <a:spLocks noChangeArrowheads="1"/>
              </p:cNvSpPr>
              <p:nvPr/>
            </p:nvSpPr>
            <p:spPr bwMode="auto">
              <a:xfrm>
                <a:off x="2941" y="2870"/>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8" name="Oval 52">
                <a:extLst>
                  <a:ext uri="{FF2B5EF4-FFF2-40B4-BE49-F238E27FC236}">
                    <a16:creationId xmlns:a16="http://schemas.microsoft.com/office/drawing/2014/main" id="{A08B5775-3725-2246-AF8C-7A114829C4DF}"/>
                  </a:ext>
                </a:extLst>
              </p:cNvPr>
              <p:cNvSpPr>
                <a:spLocks noChangeArrowheads="1"/>
              </p:cNvSpPr>
              <p:nvPr/>
            </p:nvSpPr>
            <p:spPr bwMode="auto">
              <a:xfrm>
                <a:off x="3029" y="3023"/>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9" name="Oval 53">
                <a:extLst>
                  <a:ext uri="{FF2B5EF4-FFF2-40B4-BE49-F238E27FC236}">
                    <a16:creationId xmlns:a16="http://schemas.microsoft.com/office/drawing/2014/main" id="{E577E229-519B-644C-9CF5-6670183A20C4}"/>
                  </a:ext>
                </a:extLst>
              </p:cNvPr>
              <p:cNvSpPr>
                <a:spLocks noChangeArrowheads="1"/>
              </p:cNvSpPr>
              <p:nvPr/>
            </p:nvSpPr>
            <p:spPr bwMode="auto">
              <a:xfrm>
                <a:off x="2974" y="3074"/>
                <a:ext cx="571"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20" name="Oval 54">
                <a:extLst>
                  <a:ext uri="{FF2B5EF4-FFF2-40B4-BE49-F238E27FC236}">
                    <a16:creationId xmlns:a16="http://schemas.microsoft.com/office/drawing/2014/main" id="{B180C76D-6BAD-894E-B268-7156AD6EA980}"/>
                  </a:ext>
                </a:extLst>
              </p:cNvPr>
              <p:cNvSpPr>
                <a:spLocks noChangeArrowheads="1"/>
              </p:cNvSpPr>
              <p:nvPr/>
            </p:nvSpPr>
            <p:spPr bwMode="auto">
              <a:xfrm>
                <a:off x="2117" y="2957"/>
                <a:ext cx="1175"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903" name="Oval 55">
              <a:extLst>
                <a:ext uri="{FF2B5EF4-FFF2-40B4-BE49-F238E27FC236}">
                  <a16:creationId xmlns:a16="http://schemas.microsoft.com/office/drawing/2014/main" id="{AB71DE2C-3FB3-9B4A-878C-A94712FD5879}"/>
                </a:ext>
              </a:extLst>
            </p:cNvPr>
            <p:cNvSpPr>
              <a:spLocks noChangeArrowheads="1"/>
            </p:cNvSpPr>
            <p:nvPr/>
          </p:nvSpPr>
          <p:spPr bwMode="auto">
            <a:xfrm>
              <a:off x="2402" y="2768"/>
              <a:ext cx="780" cy="29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4" name="Oval 56">
              <a:extLst>
                <a:ext uri="{FF2B5EF4-FFF2-40B4-BE49-F238E27FC236}">
                  <a16:creationId xmlns:a16="http://schemas.microsoft.com/office/drawing/2014/main" id="{BCF5CF04-AB37-974D-AF6B-A0129699AB63}"/>
                </a:ext>
              </a:extLst>
            </p:cNvPr>
            <p:cNvSpPr>
              <a:spLocks noChangeArrowheads="1"/>
            </p:cNvSpPr>
            <p:nvPr/>
          </p:nvSpPr>
          <p:spPr bwMode="auto">
            <a:xfrm>
              <a:off x="1963" y="2848"/>
              <a:ext cx="593" cy="29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5" name="Oval 57">
              <a:extLst>
                <a:ext uri="{FF2B5EF4-FFF2-40B4-BE49-F238E27FC236}">
                  <a16:creationId xmlns:a16="http://schemas.microsoft.com/office/drawing/2014/main" id="{1799A136-8568-5541-851A-D38DF39722A6}"/>
                </a:ext>
              </a:extLst>
            </p:cNvPr>
            <p:cNvSpPr>
              <a:spLocks noChangeArrowheads="1"/>
            </p:cNvSpPr>
            <p:nvPr/>
          </p:nvSpPr>
          <p:spPr bwMode="auto">
            <a:xfrm>
              <a:off x="1776" y="3030"/>
              <a:ext cx="396" cy="23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6" name="Oval 58">
              <a:extLst>
                <a:ext uri="{FF2B5EF4-FFF2-40B4-BE49-F238E27FC236}">
                  <a16:creationId xmlns:a16="http://schemas.microsoft.com/office/drawing/2014/main" id="{DDE0AC61-3F4A-CC4A-8C61-F9A82B979674}"/>
                </a:ext>
              </a:extLst>
            </p:cNvPr>
            <p:cNvSpPr>
              <a:spLocks noChangeArrowheads="1"/>
            </p:cNvSpPr>
            <p:nvPr/>
          </p:nvSpPr>
          <p:spPr bwMode="auto">
            <a:xfrm>
              <a:off x="1897" y="3140"/>
              <a:ext cx="604" cy="25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7" name="Oval 59">
              <a:extLst>
                <a:ext uri="{FF2B5EF4-FFF2-40B4-BE49-F238E27FC236}">
                  <a16:creationId xmlns:a16="http://schemas.microsoft.com/office/drawing/2014/main" id="{87CAF0EC-D219-5F41-853D-7204F8604B01}"/>
                </a:ext>
              </a:extLst>
            </p:cNvPr>
            <p:cNvSpPr>
              <a:spLocks noChangeArrowheads="1"/>
            </p:cNvSpPr>
            <p:nvPr/>
          </p:nvSpPr>
          <p:spPr bwMode="auto">
            <a:xfrm>
              <a:off x="2336" y="3183"/>
              <a:ext cx="912" cy="30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8" name="Oval 60">
              <a:extLst>
                <a:ext uri="{FF2B5EF4-FFF2-40B4-BE49-F238E27FC236}">
                  <a16:creationId xmlns:a16="http://schemas.microsoft.com/office/drawing/2014/main" id="{32587654-3AED-3C41-95D9-299B371017C7}"/>
                </a:ext>
              </a:extLst>
            </p:cNvPr>
            <p:cNvSpPr>
              <a:spLocks noChangeArrowheads="1"/>
            </p:cNvSpPr>
            <p:nvPr/>
          </p:nvSpPr>
          <p:spPr bwMode="auto">
            <a:xfrm>
              <a:off x="2930" y="2855"/>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9" name="Oval 61">
              <a:extLst>
                <a:ext uri="{FF2B5EF4-FFF2-40B4-BE49-F238E27FC236}">
                  <a16:creationId xmlns:a16="http://schemas.microsoft.com/office/drawing/2014/main" id="{7550BCC2-24F4-F242-AA59-C0EC141304E3}"/>
                </a:ext>
              </a:extLst>
            </p:cNvPr>
            <p:cNvSpPr>
              <a:spLocks noChangeArrowheads="1"/>
            </p:cNvSpPr>
            <p:nvPr/>
          </p:nvSpPr>
          <p:spPr bwMode="auto">
            <a:xfrm>
              <a:off x="3018" y="3008"/>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0" name="Oval 62">
              <a:extLst>
                <a:ext uri="{FF2B5EF4-FFF2-40B4-BE49-F238E27FC236}">
                  <a16:creationId xmlns:a16="http://schemas.microsoft.com/office/drawing/2014/main" id="{273E70D8-2DF3-834C-BF0A-406E36C40963}"/>
                </a:ext>
              </a:extLst>
            </p:cNvPr>
            <p:cNvSpPr>
              <a:spLocks noChangeArrowheads="1"/>
            </p:cNvSpPr>
            <p:nvPr/>
          </p:nvSpPr>
          <p:spPr bwMode="auto">
            <a:xfrm>
              <a:off x="2963" y="3059"/>
              <a:ext cx="571"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1" name="Oval 63">
              <a:extLst>
                <a:ext uri="{FF2B5EF4-FFF2-40B4-BE49-F238E27FC236}">
                  <a16:creationId xmlns:a16="http://schemas.microsoft.com/office/drawing/2014/main" id="{D5C31F2C-7260-FA47-BA53-3237794D1173}"/>
                </a:ext>
              </a:extLst>
            </p:cNvPr>
            <p:cNvSpPr>
              <a:spLocks noChangeArrowheads="1"/>
            </p:cNvSpPr>
            <p:nvPr/>
          </p:nvSpPr>
          <p:spPr bwMode="auto">
            <a:xfrm>
              <a:off x="2106" y="2943"/>
              <a:ext cx="1175"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896" name="Text Box 64">
            <a:extLst>
              <a:ext uri="{FF2B5EF4-FFF2-40B4-BE49-F238E27FC236}">
                <a16:creationId xmlns:a16="http://schemas.microsoft.com/office/drawing/2014/main" id="{AA161299-2007-1349-95ED-35DFE8AC2F38}"/>
              </a:ext>
            </a:extLst>
          </p:cNvPr>
          <p:cNvSpPr txBox="1">
            <a:spLocks noChangeArrowheads="1"/>
          </p:cNvSpPr>
          <p:nvPr/>
        </p:nvSpPr>
        <p:spPr bwMode="auto">
          <a:xfrm>
            <a:off x="5353050" y="1938338"/>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pic>
        <p:nvPicPr>
          <p:cNvPr id="207897" name="Picture 65">
            <a:extLst>
              <a:ext uri="{FF2B5EF4-FFF2-40B4-BE49-F238E27FC236}">
                <a16:creationId xmlns:a16="http://schemas.microsoft.com/office/drawing/2014/main" id="{87219A1D-87E5-CF4A-B639-F16991ACF8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9644" y="2359819"/>
            <a:ext cx="386954" cy="208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98" name="Text Box 66">
            <a:extLst>
              <a:ext uri="{FF2B5EF4-FFF2-40B4-BE49-F238E27FC236}">
                <a16:creationId xmlns:a16="http://schemas.microsoft.com/office/drawing/2014/main" id="{5A96CB24-2C1A-D347-8DB8-44AD152772DC}"/>
              </a:ext>
            </a:extLst>
          </p:cNvPr>
          <p:cNvSpPr txBox="1">
            <a:spLocks noChangeArrowheads="1"/>
          </p:cNvSpPr>
          <p:nvPr/>
        </p:nvSpPr>
        <p:spPr bwMode="auto">
          <a:xfrm>
            <a:off x="4592241" y="2049066"/>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R</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sp>
        <p:nvSpPr>
          <p:cNvPr id="207899" name="Line 67">
            <a:extLst>
              <a:ext uri="{FF2B5EF4-FFF2-40B4-BE49-F238E27FC236}">
                <a16:creationId xmlns:a16="http://schemas.microsoft.com/office/drawing/2014/main" id="{5304BD7B-28B5-F24C-899B-3293CE8CE4FE}"/>
              </a:ext>
            </a:extLst>
          </p:cNvPr>
          <p:cNvSpPr>
            <a:spLocks noChangeShapeType="1"/>
          </p:cNvSpPr>
          <p:nvPr/>
        </p:nvSpPr>
        <p:spPr bwMode="auto">
          <a:xfrm>
            <a:off x="1277541" y="3265885"/>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900" name="Text Box 69">
            <a:extLst>
              <a:ext uri="{FF2B5EF4-FFF2-40B4-BE49-F238E27FC236}">
                <a16:creationId xmlns:a16="http://schemas.microsoft.com/office/drawing/2014/main" id="{F491B1DC-3D30-1A41-BED1-68418B2DE6AB}"/>
              </a:ext>
            </a:extLst>
          </p:cNvPr>
          <p:cNvSpPr txBox="1">
            <a:spLocks noChangeArrowheads="1"/>
          </p:cNvSpPr>
          <p:nvPr/>
        </p:nvSpPr>
        <p:spPr bwMode="auto">
          <a:xfrm>
            <a:off x="2534357" y="171451"/>
            <a:ext cx="404790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只要目的网络不是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和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2</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就一律选择</a:t>
            </a:r>
            <a:r>
              <a:rPr lang="zh-CN" altLang="en-US" sz="2100">
                <a:solidFill>
                  <a:schemeClr val="hlink"/>
                </a:solidFill>
                <a:latin typeface="微软雅黑" panose="020B0503020204020204" pitchFamily="34" charset="-122"/>
                <a:ea typeface="宋体" panose="02010600030101010101" pitchFamily="2" charset="-122"/>
              </a:rPr>
              <a:t>默认路由</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把数据报先间接交付路由器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让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再转发给下一个路由器。 </a:t>
            </a:r>
          </a:p>
        </p:txBody>
      </p:sp>
      <p:sp>
        <p:nvSpPr>
          <p:cNvPr id="207901" name="幻灯片编号占位符 1">
            <a:extLst>
              <a:ext uri="{FF2B5EF4-FFF2-40B4-BE49-F238E27FC236}">
                <a16:creationId xmlns:a16="http://schemas.microsoft.com/office/drawing/2014/main" id="{502C5D87-6794-EF42-8DA3-A8FF9729A4F9}"/>
              </a:ext>
            </a:extLst>
          </p:cNvPr>
          <p:cNvSpPr>
            <a:spLocks noGrp="1" noChangeArrowheads="1"/>
          </p:cNvSpPr>
          <p:nvPr>
            <p:ph type="sldNum" sz="quarter" idx="10"/>
          </p:nvPr>
        </p:nvSpPr>
        <p:spPr>
          <a:xfrm>
            <a:off x="8755380" y="4868862"/>
            <a:ext cx="38862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BD0FCF5-0D45-7347-9699-C162ED0FA8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93</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527080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Rectangle 2">
            <a:extLst>
              <a:ext uri="{FF2B5EF4-FFF2-40B4-BE49-F238E27FC236}">
                <a16:creationId xmlns:a16="http://schemas.microsoft.com/office/drawing/2014/main" id="{583411BC-76EA-714B-8E91-AD8B88A4E132}"/>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2" name="Rectangle 3">
            <a:extLst>
              <a:ext uri="{FF2B5EF4-FFF2-40B4-BE49-F238E27FC236}">
                <a16:creationId xmlns:a16="http://schemas.microsoft.com/office/drawing/2014/main" id="{B8A1AFEB-A6C8-3F42-A41F-176CCFEB5947}"/>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3" name="Rectangle 4">
            <a:extLst>
              <a:ext uri="{FF2B5EF4-FFF2-40B4-BE49-F238E27FC236}">
                <a16:creationId xmlns:a16="http://schemas.microsoft.com/office/drawing/2014/main" id="{71B1DD9C-7F9E-D34B-A245-17F015FA71D4}"/>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4" name="Rectangle 5">
            <a:extLst>
              <a:ext uri="{FF2B5EF4-FFF2-40B4-BE49-F238E27FC236}">
                <a16:creationId xmlns:a16="http://schemas.microsoft.com/office/drawing/2014/main" id="{D732E8B5-CDC8-3344-BDC5-0C39FDBD34C0}"/>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5" name="Rectangle 6">
            <a:extLst>
              <a:ext uri="{FF2B5EF4-FFF2-40B4-BE49-F238E27FC236}">
                <a16:creationId xmlns:a16="http://schemas.microsoft.com/office/drawing/2014/main" id="{9E2B60A1-CB07-8747-B690-1C5CACDE252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必须强调指出 </a:t>
            </a:r>
          </a:p>
        </p:txBody>
      </p:sp>
      <p:sp>
        <p:nvSpPr>
          <p:cNvPr id="397319" name="Rectangle 7">
            <a:extLst>
              <a:ext uri="{FF2B5EF4-FFF2-40B4-BE49-F238E27FC236}">
                <a16:creationId xmlns:a16="http://schemas.microsoft.com/office/drawing/2014/main" id="{7B8933B9-8720-0747-93AF-5115C04CFE0E}"/>
              </a:ext>
            </a:extLst>
          </p:cNvPr>
          <p:cNvSpPr>
            <a:spLocks noGrp="1" noChangeArrowheads="1"/>
          </p:cNvSpPr>
          <p:nvPr>
            <p:ph type="body" idx="1"/>
          </p:nvPr>
        </p:nvSpPr>
        <p:spPr>
          <a:xfrm>
            <a:off x="251460" y="1116806"/>
            <a:ext cx="8687056" cy="3406379"/>
          </a:xfrm>
        </p:spPr>
        <p:txBody>
          <a:bodyPr/>
          <a:lstStyle/>
          <a:p>
            <a:pPr algn="just" eaLnBrk="1" hangingPunct="1"/>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数据报的首部中没有地方可以用来指明“下一跳路由器的 </a:t>
            </a:r>
            <a:r>
              <a:rPr lang="en-US" altLang="zh-CN" dirty="0">
                <a:ea typeface="宋体" panose="02010600030101010101" pitchFamily="2" charset="-122"/>
              </a:rPr>
              <a:t>IP </a:t>
            </a:r>
            <a:r>
              <a:rPr lang="zh-CN" altLang="en-US" dirty="0">
                <a:ea typeface="宋体" panose="02010600030101010101" pitchFamily="2" charset="-122"/>
              </a:rPr>
              <a:t>地址”。</a:t>
            </a:r>
          </a:p>
          <a:p>
            <a:pPr algn="just" eaLnBrk="1" hangingPunct="1"/>
            <a:r>
              <a:rPr lang="zh-CN" altLang="en-US" dirty="0">
                <a:ea typeface="宋体" panose="02010600030101010101" pitchFamily="2" charset="-122"/>
              </a:rPr>
              <a:t>当路由器收到待转发的数据报，不是将下一跳路由器的</a:t>
            </a:r>
            <a:r>
              <a:rPr lang="zh-CN" altLang="en-US" sz="1400" dirty="0">
                <a:ea typeface="宋体" panose="02010600030101010101" pitchFamily="2" charset="-122"/>
              </a:rPr>
              <a:t> </a:t>
            </a:r>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地址填入 </a:t>
            </a:r>
            <a:r>
              <a:rPr lang="en-US" altLang="zh-CN" dirty="0">
                <a:ea typeface="宋体" panose="02010600030101010101" pitchFamily="2" charset="-122"/>
              </a:rPr>
              <a:t>IP </a:t>
            </a:r>
            <a:r>
              <a:rPr lang="zh-CN" altLang="en-US" dirty="0">
                <a:ea typeface="宋体" panose="02010600030101010101" pitchFamily="2" charset="-122"/>
              </a:rPr>
              <a:t>数据报，而是送交下层的</a:t>
            </a:r>
            <a:r>
              <a:rPr lang="zh-CN" altLang="en-US" dirty="0">
                <a:solidFill>
                  <a:srgbClr val="FF0000"/>
                </a:solidFill>
                <a:ea typeface="宋体" panose="02010600030101010101" pitchFamily="2" charset="-122"/>
              </a:rPr>
              <a:t>网络接口软件</a:t>
            </a:r>
            <a:r>
              <a:rPr lang="zh-CN" altLang="en-US" dirty="0">
                <a:ea typeface="宋体" panose="02010600030101010101" pitchFamily="2" charset="-122"/>
              </a:rPr>
              <a:t>。</a:t>
            </a:r>
          </a:p>
          <a:p>
            <a:pPr algn="just" eaLnBrk="1" hangingPunct="1"/>
            <a:r>
              <a:rPr lang="zh-CN" altLang="en-US" dirty="0">
                <a:solidFill>
                  <a:srgbClr val="FF0000"/>
                </a:solidFill>
                <a:ea typeface="宋体" panose="02010600030101010101" pitchFamily="2" charset="-122"/>
              </a:rPr>
              <a:t>网络接口软件使用</a:t>
            </a:r>
            <a:r>
              <a:rPr lang="zh-CN" altLang="en-US" sz="1400" dirty="0">
                <a:solidFill>
                  <a:srgbClr val="FF0000"/>
                </a:solidFill>
                <a:ea typeface="宋体" panose="02010600030101010101" pitchFamily="2" charset="-122"/>
              </a:rPr>
              <a:t> </a:t>
            </a:r>
            <a:r>
              <a:rPr lang="en-US" altLang="zh-CN" dirty="0">
                <a:solidFill>
                  <a:srgbClr val="FF0000"/>
                </a:solidFill>
                <a:ea typeface="宋体" panose="02010600030101010101" pitchFamily="2" charset="-122"/>
              </a:rPr>
              <a:t>ARP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负责将下一跳路由器的 </a:t>
            </a:r>
            <a:r>
              <a:rPr lang="en-US" altLang="zh-CN" dirty="0">
                <a:solidFill>
                  <a:srgbClr val="FF0000"/>
                </a:solidFill>
                <a:ea typeface="宋体" panose="02010600030101010101" pitchFamily="2" charset="-122"/>
              </a:rPr>
              <a:t>IP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地址转换成硬件地址</a:t>
            </a:r>
            <a:r>
              <a:rPr lang="zh-CN" altLang="en-US" dirty="0">
                <a:ea typeface="宋体" panose="02010600030101010101" pitchFamily="2" charset="-122"/>
              </a:rPr>
              <a:t>，并将此硬件地址放在链路层的</a:t>
            </a:r>
            <a:r>
              <a:rPr lang="zh-CN" altLang="en-US" sz="1400" dirty="0">
                <a:ea typeface="宋体" panose="02010600030101010101" pitchFamily="2" charset="-122"/>
              </a:rPr>
              <a:t> </a:t>
            </a:r>
            <a:r>
              <a:rPr lang="en-US" altLang="zh-CN" dirty="0">
                <a:ea typeface="宋体" panose="02010600030101010101" pitchFamily="2" charset="-122"/>
              </a:rPr>
              <a:t>MAC</a:t>
            </a:r>
            <a:r>
              <a:rPr lang="en-US" altLang="zh-CN" sz="1400" dirty="0">
                <a:ea typeface="宋体" panose="02010600030101010101" pitchFamily="2" charset="-122"/>
              </a:rPr>
              <a:t> </a:t>
            </a:r>
            <a:r>
              <a:rPr lang="zh-CN" altLang="en-US" dirty="0">
                <a:ea typeface="宋体" panose="02010600030101010101" pitchFamily="2" charset="-122"/>
              </a:rPr>
              <a:t>帧的首部，然后根据这个硬件地址找到下一跳路由器。  </a:t>
            </a:r>
          </a:p>
        </p:txBody>
      </p:sp>
      <p:sp>
        <p:nvSpPr>
          <p:cNvPr id="209927" name="Rectangle 8">
            <a:extLst>
              <a:ext uri="{FF2B5EF4-FFF2-40B4-BE49-F238E27FC236}">
                <a16:creationId xmlns:a16="http://schemas.microsoft.com/office/drawing/2014/main" id="{16CE8B41-35EF-6F48-AB69-3DA1E59511A8}"/>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8" name="Rectangle 9">
            <a:extLst>
              <a:ext uri="{FF2B5EF4-FFF2-40B4-BE49-F238E27FC236}">
                <a16:creationId xmlns:a16="http://schemas.microsoft.com/office/drawing/2014/main" id="{BD56A2FA-727F-F446-BCB6-0FB1A5ACBD5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9" name="幻灯片编号占位符 1">
            <a:extLst>
              <a:ext uri="{FF2B5EF4-FFF2-40B4-BE49-F238E27FC236}">
                <a16:creationId xmlns:a16="http://schemas.microsoft.com/office/drawing/2014/main" id="{CAF99341-0A69-C143-998E-5FFB8762671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DD7B22B-37D9-644C-9B82-A09E6AC25C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774644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4">
            <a:extLst>
              <a:ext uri="{FF2B5EF4-FFF2-40B4-BE49-F238E27FC236}">
                <a16:creationId xmlns:a16="http://schemas.microsoft.com/office/drawing/2014/main" id="{430DBCB8-B78A-CB49-85AE-9AC2A05DC120}"/>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11971" name="Rectangle 7">
            <a:extLst>
              <a:ext uri="{FF2B5EF4-FFF2-40B4-BE49-F238E27FC236}">
                <a16:creationId xmlns:a16="http://schemas.microsoft.com/office/drawing/2014/main" id="{723B4753-2BBE-1B4A-AF5C-806D6EB64BE9}"/>
              </a:ext>
            </a:extLst>
          </p:cNvPr>
          <p:cNvSpPr>
            <a:spLocks noGrp="1" noChangeArrowheads="1"/>
          </p:cNvSpPr>
          <p:nvPr>
            <p:ph idx="1"/>
          </p:nvPr>
        </p:nvSpPr>
        <p:spPr>
          <a:ln>
            <a:solidFill>
              <a:schemeClr val="tx2"/>
            </a:solidFill>
            <a:miter lim="800000"/>
            <a:headEnd/>
            <a:tailEnd/>
          </a:ln>
        </p:spPr>
        <p:txBody>
          <a:bodyPr/>
          <a:lstStyle/>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(1) </a:t>
            </a:r>
            <a:r>
              <a:rPr lang="zh-CN" altLang="en-US" sz="2100" dirty="0">
                <a:latin typeface="微软雅黑" panose="020B0503020204020204" pitchFamily="34" charset="-122"/>
                <a:ea typeface="宋体" panose="02010600030101010101" pitchFamily="2" charset="-122"/>
              </a:rPr>
              <a:t>从数据报的首部提取</a:t>
            </a:r>
            <a:r>
              <a:rPr lang="zh-CN" altLang="en-US" sz="2100" dirty="0">
                <a:solidFill>
                  <a:srgbClr val="FF0000"/>
                </a:solidFill>
                <a:latin typeface="微软雅黑" panose="020B0503020204020204" pitchFamily="34" charset="-122"/>
                <a:ea typeface="宋体" panose="02010600030101010101" pitchFamily="2" charset="-122"/>
              </a:rPr>
              <a:t>目的主机的</a:t>
            </a:r>
            <a:r>
              <a:rPr lang="zh-CN" altLang="en-US" sz="1350" dirty="0">
                <a:solidFill>
                  <a:srgbClr val="FF0000"/>
                </a:solidFill>
                <a:latin typeface="微软雅黑" panose="020B0503020204020204" pitchFamily="34" charset="-122"/>
                <a:ea typeface="宋体" panose="02010600030101010101" pitchFamily="2" charset="-122"/>
              </a:rPr>
              <a:t> </a:t>
            </a:r>
            <a:r>
              <a:rPr lang="en-US" altLang="zh-CN" sz="2100" dirty="0">
                <a:solidFill>
                  <a:srgbClr val="FF0000"/>
                </a:solidFill>
                <a:latin typeface="微软雅黑" panose="020B0503020204020204" pitchFamily="34" charset="-122"/>
                <a:ea typeface="宋体" panose="02010600030101010101" pitchFamily="2" charset="-122"/>
              </a:rPr>
              <a:t>IP</a:t>
            </a:r>
            <a:r>
              <a:rPr lang="en-US" altLang="zh-CN" sz="1350" dirty="0">
                <a:solidFill>
                  <a:srgbClr val="FF0000"/>
                </a:solidFill>
                <a:latin typeface="微软雅黑" panose="020B0503020204020204" pitchFamily="34" charset="-122"/>
                <a:ea typeface="宋体" panose="02010600030101010101" pitchFamily="2" charset="-122"/>
              </a:rPr>
              <a:t> </a:t>
            </a:r>
            <a:r>
              <a:rPr lang="zh-CN" altLang="en-US" sz="2100" dirty="0">
                <a:solidFill>
                  <a:srgbClr val="FF0000"/>
                </a:solidFill>
                <a:latin typeface="微软雅黑" panose="020B0503020204020204" pitchFamily="34" charset="-122"/>
                <a:ea typeface="宋体" panose="02010600030101010101" pitchFamily="2" charset="-122"/>
              </a:rPr>
              <a:t>地址</a:t>
            </a:r>
            <a:r>
              <a:rPr lang="zh-CN" altLang="en-US" sz="1200" dirty="0">
                <a:solidFill>
                  <a:srgbClr val="FF0000"/>
                </a:solidFill>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en-US" altLang="zh-CN" sz="2100" dirty="0">
                <a:latin typeface="微软雅黑" panose="020B0503020204020204" pitchFamily="34" charset="-122"/>
                <a:ea typeface="宋体" panose="02010600030101010101" pitchFamily="2" charset="-122"/>
              </a:rPr>
              <a:t>, </a:t>
            </a:r>
            <a:r>
              <a:rPr lang="zh-CN" altLang="en-US" sz="2100" dirty="0">
                <a:latin typeface="微软雅黑" panose="020B0503020204020204" pitchFamily="34" charset="-122"/>
                <a:ea typeface="宋体" panose="02010600030101010101" pitchFamily="2" charset="-122"/>
              </a:rPr>
              <a:t>得出目的网络地址为</a:t>
            </a:r>
            <a:r>
              <a:rPr lang="zh-CN" altLang="en-US" sz="120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(2) </a:t>
            </a:r>
            <a:r>
              <a:rPr lang="zh-CN" altLang="en-US" sz="2100" dirty="0">
                <a:latin typeface="微软雅黑" panose="020B0503020204020204" pitchFamily="34" charset="-122"/>
                <a:ea typeface="宋体" panose="02010600030101010101" pitchFamily="2" charset="-122"/>
              </a:rPr>
              <a:t>若网络</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与此路由器直接相连，则把数据报</a:t>
            </a:r>
            <a:r>
              <a:rPr lang="zh-CN" altLang="en-US" sz="2100" dirty="0">
                <a:solidFill>
                  <a:schemeClr val="hlink"/>
                </a:solidFill>
                <a:latin typeface="微软雅黑" panose="020B0503020204020204" pitchFamily="34" charset="-122"/>
                <a:ea typeface="宋体" panose="02010600030101010101" pitchFamily="2" charset="-122"/>
              </a:rPr>
              <a:t>直接交付</a:t>
            </a:r>
            <a:r>
              <a:rPr lang="zh-CN" altLang="en-US" sz="2100" dirty="0">
                <a:latin typeface="微软雅黑" panose="020B0503020204020204" pitchFamily="34" charset="-122"/>
                <a:ea typeface="宋体" panose="02010600030101010101" pitchFamily="2" charset="-122"/>
              </a:rPr>
              <a:t>目的主机</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；否则是</a:t>
            </a:r>
            <a:r>
              <a:rPr lang="zh-CN" altLang="en-US" sz="2100" dirty="0">
                <a:solidFill>
                  <a:schemeClr val="hlink"/>
                </a:solidFill>
                <a:latin typeface="微软雅黑" panose="020B0503020204020204" pitchFamily="34" charset="-122"/>
                <a:ea typeface="宋体" panose="02010600030101010101" pitchFamily="2" charset="-122"/>
              </a:rPr>
              <a:t>间接</a:t>
            </a:r>
            <a:r>
              <a:rPr lang="zh-CN" altLang="en-US" sz="2100" dirty="0">
                <a:latin typeface="微软雅黑" panose="020B0503020204020204" pitchFamily="34" charset="-122"/>
                <a:ea typeface="宋体" panose="02010600030101010101" pitchFamily="2" charset="-122"/>
              </a:rPr>
              <a:t>交付，执行</a:t>
            </a:r>
            <a:r>
              <a:rPr lang="en-US" altLang="zh-CN" sz="2100" dirty="0">
                <a:latin typeface="微软雅黑" panose="020B0503020204020204" pitchFamily="34" charset="-122"/>
                <a:ea typeface="宋体" panose="02010600030101010101" pitchFamily="2" charset="-122"/>
              </a:rPr>
              <a:t>(3)</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(3) </a:t>
            </a:r>
            <a:r>
              <a:rPr lang="zh-CN" altLang="en-US" sz="2100" dirty="0">
                <a:latin typeface="微软雅黑" panose="020B0503020204020204" pitchFamily="34" charset="-122"/>
                <a:ea typeface="宋体" panose="02010600030101010101" pitchFamily="2" charset="-122"/>
              </a:rPr>
              <a:t>若路由表中有目的地址为 </a:t>
            </a:r>
            <a:r>
              <a:rPr lang="en-US" altLang="zh-CN" sz="2100" i="1" dirty="0">
                <a:latin typeface="微软雅黑" panose="020B0503020204020204" pitchFamily="34" charset="-122"/>
                <a:ea typeface="宋体" panose="02010600030101010101" pitchFamily="2" charset="-122"/>
              </a:rPr>
              <a:t>D </a:t>
            </a:r>
            <a:r>
              <a:rPr lang="zh-CN" altLang="en-US" sz="2100" dirty="0">
                <a:latin typeface="微软雅黑" panose="020B0503020204020204" pitchFamily="34" charset="-122"/>
                <a:ea typeface="宋体" panose="02010600030101010101" pitchFamily="2" charset="-122"/>
              </a:rPr>
              <a:t>的特定主机路由，则把数据报传送给路由表中所指明的下一跳路由器；否则，执行</a:t>
            </a:r>
            <a:r>
              <a:rPr lang="en-US" altLang="zh-CN" sz="2100" dirty="0">
                <a:latin typeface="微软雅黑" panose="020B0503020204020204" pitchFamily="34" charset="-122"/>
                <a:ea typeface="宋体" panose="02010600030101010101" pitchFamily="2" charset="-122"/>
              </a:rPr>
              <a:t>(4)</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(4) </a:t>
            </a:r>
            <a:r>
              <a:rPr lang="zh-CN" altLang="en-US" sz="2100" dirty="0">
                <a:latin typeface="微软雅黑" panose="020B0503020204020204" pitchFamily="34" charset="-122"/>
                <a:ea typeface="宋体" panose="02010600030101010101" pitchFamily="2" charset="-122"/>
              </a:rPr>
              <a:t>若路由表中有到达网络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的路由，则把数据报传送给路由表指明的下一跳路由器；否则，执行</a:t>
            </a:r>
            <a:r>
              <a:rPr lang="en-US" altLang="zh-CN" sz="2100" dirty="0">
                <a:latin typeface="微软雅黑" panose="020B0503020204020204" pitchFamily="34" charset="-122"/>
                <a:ea typeface="宋体" panose="02010600030101010101" pitchFamily="2" charset="-122"/>
              </a:rPr>
              <a:t>(5)</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(5) </a:t>
            </a:r>
            <a:r>
              <a:rPr lang="zh-CN" altLang="en-US" sz="2100" dirty="0">
                <a:latin typeface="微软雅黑" panose="020B0503020204020204" pitchFamily="34" charset="-122"/>
                <a:ea typeface="宋体" panose="02010600030101010101" pitchFamily="2" charset="-122"/>
              </a:rPr>
              <a:t>若路由表中有一个默认路由，则把数据报传送给路由表中所指明的默认路由器；否则，执行</a:t>
            </a:r>
            <a:r>
              <a:rPr lang="en-US" altLang="zh-CN" sz="2100" dirty="0">
                <a:latin typeface="微软雅黑" panose="020B0503020204020204" pitchFamily="34" charset="-122"/>
                <a:ea typeface="宋体" panose="02010600030101010101" pitchFamily="2" charset="-122"/>
              </a:rPr>
              <a:t>(6)</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(6)  </a:t>
            </a:r>
            <a:r>
              <a:rPr lang="zh-CN" altLang="en-US" sz="2100" dirty="0">
                <a:latin typeface="微软雅黑" panose="020B0503020204020204" pitchFamily="34" charset="-122"/>
                <a:ea typeface="宋体" panose="02010600030101010101" pitchFamily="2" charset="-122"/>
              </a:rPr>
              <a:t>报告转发分组出错。 </a:t>
            </a:r>
          </a:p>
        </p:txBody>
      </p:sp>
      <p:sp>
        <p:nvSpPr>
          <p:cNvPr id="211973" name="幻灯片编号占位符 1">
            <a:extLst>
              <a:ext uri="{FF2B5EF4-FFF2-40B4-BE49-F238E27FC236}">
                <a16:creationId xmlns:a16="http://schemas.microsoft.com/office/drawing/2014/main" id="{6BB0721D-C96A-D642-B8C5-99339DB27F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6D63BA7-17D5-8A46-B507-9F840D0DC1E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1970" name="Rectangle 6">
            <a:extLst>
              <a:ext uri="{FF2B5EF4-FFF2-40B4-BE49-F238E27FC236}">
                <a16:creationId xmlns:a16="http://schemas.microsoft.com/office/drawing/2014/main" id="{5B0D8F17-2D80-DC47-9C6C-B6D7185DE0FE}"/>
              </a:ext>
            </a:extLst>
          </p:cNvPr>
          <p:cNvSpPr>
            <a:spLocks noGrp="1" noChangeArrowheads="1"/>
          </p:cNvSpPr>
          <p:nvPr>
            <p:ph type="title"/>
          </p:nvPr>
        </p:nvSpPr>
        <p:spPr/>
        <p:txBody>
          <a:bodyPr/>
          <a:lstStyle/>
          <a:p>
            <a:pPr eaLnBrk="1" hangingPunct="1"/>
            <a:r>
              <a:rPr lang="zh-CN" altLang="en-US" sz="3000" dirty="0">
                <a:latin typeface="微软雅黑" panose="020B0503020204020204" pitchFamily="34" charset="-122"/>
                <a:ea typeface="宋体" panose="02010600030101010101" pitchFamily="2" charset="-122"/>
              </a:rPr>
              <a:t>分组转发算法 </a:t>
            </a:r>
          </a:p>
        </p:txBody>
      </p:sp>
      <p:sp>
        <p:nvSpPr>
          <p:cNvPr id="211972" name="Rectangle 9">
            <a:extLst>
              <a:ext uri="{FF2B5EF4-FFF2-40B4-BE49-F238E27FC236}">
                <a16:creationId xmlns:a16="http://schemas.microsoft.com/office/drawing/2014/main" id="{8F6A8A24-BD9C-774E-8316-1846B6BF94F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38885062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Rectangle 2">
            <a:extLst>
              <a:ext uri="{FF2B5EF4-FFF2-40B4-BE49-F238E27FC236}">
                <a16:creationId xmlns:a16="http://schemas.microsoft.com/office/drawing/2014/main" id="{2FA3E808-512C-2B44-9564-D4C0B265ECFE}"/>
              </a:ext>
            </a:extLst>
          </p:cNvPr>
          <p:cNvSpPr>
            <a:spLocks noGrp="1" noChangeArrowheads="1"/>
          </p:cNvSpPr>
          <p:nvPr>
            <p:ph type="title"/>
          </p:nvPr>
        </p:nvSpPr>
        <p:spPr/>
        <p:txBody>
          <a:bodyPr/>
          <a:lstStyle/>
          <a:p>
            <a:pPr eaLnBrk="1" hangingPunct="1"/>
            <a:r>
              <a:rPr lang="en-US" altLang="zh-CN" dirty="0">
                <a:latin typeface="微软雅黑" panose="020B0503020204020204" pitchFamily="34" charset="-122"/>
                <a:ea typeface="宋体" panose="02010600030101010101" pitchFamily="2" charset="-122"/>
              </a:rPr>
              <a:t>4.3   </a:t>
            </a:r>
            <a:r>
              <a:rPr lang="zh-CN" altLang="en-US" dirty="0">
                <a:latin typeface="微软雅黑" panose="020B0503020204020204" pitchFamily="34" charset="-122"/>
                <a:ea typeface="宋体" panose="02010600030101010101" pitchFamily="2" charset="-122"/>
              </a:rPr>
              <a:t>划分子网和构造超网</a:t>
            </a:r>
            <a:endParaRPr lang="zh-CN" altLang="en-US" sz="2700" dirty="0">
              <a:latin typeface="微软雅黑" panose="020B0503020204020204" pitchFamily="34" charset="-122"/>
              <a:ea typeface="宋体" panose="02010600030101010101" pitchFamily="2" charset="-122"/>
            </a:endParaRPr>
          </a:p>
        </p:txBody>
      </p:sp>
      <p:sp>
        <p:nvSpPr>
          <p:cNvPr id="500739" name="Rectangle 3">
            <a:extLst>
              <a:ext uri="{FF2B5EF4-FFF2-40B4-BE49-F238E27FC236}">
                <a16:creationId xmlns:a16="http://schemas.microsoft.com/office/drawing/2014/main" id="{43E786FF-5E53-DD44-9882-B6F36C735ACB}"/>
              </a:ext>
            </a:extLst>
          </p:cNvPr>
          <p:cNvSpPr>
            <a:spLocks noGrp="1" noChangeArrowheads="1"/>
          </p:cNvSpPr>
          <p:nvPr>
            <p:ph type="body" idx="1"/>
          </p:nvPr>
        </p:nvSpPr>
        <p:spPr>
          <a:xfrm>
            <a:off x="175366" y="1707028"/>
            <a:ext cx="8721346" cy="2625805"/>
          </a:xfrm>
        </p:spPr>
        <p:txBody>
          <a:bodyPr/>
          <a:lstStyle/>
          <a:p>
            <a:pPr algn="just" eaLnBrk="1" hangingPunct="1">
              <a:buFont typeface="Wingdings" pitchFamily="2" charset="2"/>
              <a:buNone/>
            </a:pPr>
            <a:r>
              <a:rPr lang="en-US" altLang="zh-CN" dirty="0">
                <a:latin typeface="微软雅黑" panose="020B0503020204020204" pitchFamily="34" charset="-122"/>
                <a:ea typeface="宋体" panose="02010600030101010101" pitchFamily="2" charset="-122"/>
              </a:rPr>
              <a:t>1. </a:t>
            </a:r>
            <a:r>
              <a:rPr lang="zh-CN" altLang="en-US" dirty="0">
                <a:latin typeface="微软雅黑" panose="020B0503020204020204" pitchFamily="34" charset="-122"/>
                <a:ea typeface="宋体" panose="02010600030101010101" pitchFamily="2" charset="-122"/>
              </a:rPr>
              <a:t>从</a:t>
            </a:r>
            <a:r>
              <a:rPr lang="zh-CN" altLang="en-US" dirty="0">
                <a:solidFill>
                  <a:srgbClr val="FF0000"/>
                </a:solidFill>
                <a:latin typeface="微软雅黑" panose="020B0503020204020204" pitchFamily="34" charset="-122"/>
                <a:ea typeface="宋体" panose="02010600030101010101" pitchFamily="2" charset="-122"/>
              </a:rPr>
              <a:t>两级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地址到</a:t>
            </a:r>
            <a:r>
              <a:rPr lang="zh-CN" altLang="en-US" dirty="0">
                <a:solidFill>
                  <a:srgbClr val="FF0000"/>
                </a:solidFill>
                <a:latin typeface="微软雅黑" panose="020B0503020204020204" pitchFamily="34" charset="-122"/>
                <a:ea typeface="宋体" panose="02010600030101010101" pitchFamily="2" charset="-122"/>
              </a:rPr>
              <a:t>三级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 </a:t>
            </a:r>
          </a:p>
          <a:p>
            <a:pPr algn="just" eaLnBrk="1" hangingPunct="1"/>
            <a:r>
              <a:rPr lang="zh-CN" altLang="en-US" dirty="0">
                <a:latin typeface="微软雅黑" panose="020B0503020204020204" pitchFamily="34" charset="-122"/>
                <a:ea typeface="宋体" panose="02010600030101010101" pitchFamily="2" charset="-122"/>
              </a:rPr>
              <a:t>在 </a:t>
            </a:r>
            <a:r>
              <a:rPr lang="en-US" altLang="zh-CN" dirty="0">
                <a:latin typeface="微软雅黑" panose="020B0503020204020204" pitchFamily="34" charset="-122"/>
                <a:ea typeface="宋体" panose="02010600030101010101" pitchFamily="2" charset="-122"/>
              </a:rPr>
              <a:t>ARPANET </a:t>
            </a:r>
            <a:r>
              <a:rPr lang="zh-CN" altLang="en-US" dirty="0">
                <a:latin typeface="微软雅黑" panose="020B0503020204020204" pitchFamily="34" charset="-122"/>
                <a:ea typeface="宋体" panose="02010600030101010101" pitchFamily="2" charset="-122"/>
              </a:rPr>
              <a:t>的早期，</a:t>
            </a:r>
            <a:r>
              <a:rPr lang="en-US" altLang="zh-CN" dirty="0">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地址的设计确实不够合理。</a:t>
            </a:r>
          </a:p>
          <a:p>
            <a:pPr lvl="1" algn="just" eaLnBrk="1" hangingPunct="1"/>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地址空间的利用率有时很低。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给每一个物理网络分配一个网络号会使路由表变得太大因而使网络性能变坏。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两级的 </a:t>
            </a:r>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地址不够灵活。</a:t>
            </a:r>
            <a:r>
              <a:rPr lang="zh-CN" altLang="en-US" dirty="0">
                <a:latin typeface="微软雅黑" panose="020B0503020204020204" pitchFamily="34" charset="-122"/>
                <a:ea typeface="宋体" panose="02010600030101010101" pitchFamily="2" charset="-122"/>
              </a:rPr>
              <a:t>  </a:t>
            </a:r>
          </a:p>
        </p:txBody>
      </p:sp>
      <p:sp>
        <p:nvSpPr>
          <p:cNvPr id="214019" name="幻灯片编号占位符 1">
            <a:extLst>
              <a:ext uri="{FF2B5EF4-FFF2-40B4-BE49-F238E27FC236}">
                <a16:creationId xmlns:a16="http://schemas.microsoft.com/office/drawing/2014/main" id="{CC00397D-454F-CE41-8D64-B1CE10CF2B0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B3B522-EFC4-0D4B-8C39-289CFD85C63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B7C92DB0-6DB1-4D49-BC96-7D4082BF436F}"/>
              </a:ext>
            </a:extLst>
          </p:cNvPr>
          <p:cNvSpPr/>
          <p:nvPr/>
        </p:nvSpPr>
        <p:spPr>
          <a:xfrm>
            <a:off x="133563" y="1138089"/>
            <a:ext cx="4572000" cy="523220"/>
          </a:xfrm>
          <a:prstGeom prst="rect">
            <a:avLst/>
          </a:prstGeom>
        </p:spPr>
        <p:txBody>
          <a:bodyPr>
            <a:spAutoFit/>
          </a:bodyPr>
          <a:lstStyle/>
          <a:p>
            <a:r>
              <a:rPr lang="en-US" altLang="zh-CN" sz="2800" dirty="0">
                <a:latin typeface="微软雅黑" panose="020B0503020204020204" pitchFamily="34" charset="-122"/>
              </a:rPr>
              <a:t>4.3.1   </a:t>
            </a:r>
            <a:r>
              <a:rPr lang="zh-CN" altLang="en-US" sz="2800" dirty="0">
                <a:latin typeface="微软雅黑" panose="020B0503020204020204" pitchFamily="34" charset="-122"/>
              </a:rPr>
              <a:t>划分子网</a:t>
            </a:r>
            <a:endParaRPr lang="zh-CN" altLang="en-US" sz="2800" dirty="0"/>
          </a:p>
        </p:txBody>
      </p:sp>
    </p:spTree>
    <p:extLst>
      <p:ext uri="{BB962C8B-B14F-4D97-AF65-F5344CB8AC3E}">
        <p14:creationId xmlns:p14="http://schemas.microsoft.com/office/powerpoint/2010/main" val="3954303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a:extLst>
              <a:ext uri="{FF2B5EF4-FFF2-40B4-BE49-F238E27FC236}">
                <a16:creationId xmlns:a16="http://schemas.microsoft.com/office/drawing/2014/main" id="{2C3F1CFE-691B-3540-9378-1ED8B425A68D}"/>
              </a:ext>
            </a:extLst>
          </p:cNvPr>
          <p:cNvSpPr>
            <a:spLocks noGrp="1" noChangeArrowheads="1"/>
          </p:cNvSpPr>
          <p:nvPr>
            <p:ph type="body" idx="1"/>
          </p:nvPr>
        </p:nvSpPr>
        <p:spPr>
          <a:xfrm>
            <a:off x="240030" y="1059656"/>
            <a:ext cx="8698485" cy="3671888"/>
          </a:xfrm>
        </p:spPr>
        <p:txBody>
          <a:bodyPr/>
          <a:lstStyle/>
          <a:p>
            <a:pPr eaLnBrk="1" hangingPunct="1"/>
            <a:r>
              <a:rPr lang="zh-CN" altLang="en-US" dirty="0">
                <a:latin typeface="Times New Roman" panose="02020603050405020304" pitchFamily="18" charset="0"/>
                <a:ea typeface="宋体" panose="02010600030101010101" pitchFamily="2" charset="-122"/>
              </a:rPr>
              <a:t>从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年起在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地址中又增加了一个“子网号字段”，使两级的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地址变成为</a:t>
            </a:r>
            <a:r>
              <a:rPr lang="zh-CN" altLang="en-US" dirty="0">
                <a:solidFill>
                  <a:schemeClr val="hlink"/>
                </a:solidFill>
                <a:latin typeface="Times New Roman" panose="02020603050405020304" pitchFamily="18" charset="0"/>
                <a:ea typeface="宋体" panose="02010600030101010101" pitchFamily="2" charset="-122"/>
              </a:rPr>
              <a:t>三级的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a:t>
            </a:r>
          </a:p>
          <a:p>
            <a:pPr eaLnBrk="1" hangingPunct="1"/>
            <a:r>
              <a:rPr lang="zh-CN" altLang="en-US" dirty="0">
                <a:latin typeface="Times New Roman" panose="02020603050405020304" pitchFamily="18" charset="0"/>
                <a:ea typeface="宋体" panose="02010600030101010101" pitchFamily="2" charset="-122"/>
              </a:rPr>
              <a:t>这种做法叫作</a:t>
            </a:r>
            <a:r>
              <a:rPr lang="zh-CN" altLang="en-US" dirty="0">
                <a:solidFill>
                  <a:schemeClr val="hlink"/>
                </a:solidFill>
                <a:latin typeface="Times New Roman" panose="02020603050405020304" pitchFamily="18" charset="0"/>
                <a:ea typeface="宋体" panose="02010600030101010101" pitchFamily="2" charset="-122"/>
              </a:rPr>
              <a:t>划分子网</a:t>
            </a:r>
            <a:r>
              <a:rPr lang="en-US" altLang="zh-CN" dirty="0">
                <a:latin typeface="Times New Roman" panose="02020603050405020304" pitchFamily="18" charset="0"/>
                <a:ea typeface="宋体" panose="02010600030101010101" pitchFamily="2" charset="-122"/>
              </a:rPr>
              <a:t>(subnetting) </a:t>
            </a:r>
            <a:r>
              <a:rPr lang="zh-CN" altLang="en-US" dirty="0">
                <a:latin typeface="Times New Roman" panose="02020603050405020304" pitchFamily="18" charset="0"/>
                <a:ea typeface="宋体" panose="02010600030101010101" pitchFamily="2" charset="-122"/>
              </a:rPr>
              <a:t>。划分子网已成为因特网的正式标准协议。 </a:t>
            </a:r>
          </a:p>
        </p:txBody>
      </p:sp>
      <p:sp>
        <p:nvSpPr>
          <p:cNvPr id="216066" name="Rectangle 3">
            <a:extLst>
              <a:ext uri="{FF2B5EF4-FFF2-40B4-BE49-F238E27FC236}">
                <a16:creationId xmlns:a16="http://schemas.microsoft.com/office/drawing/2014/main" id="{85628B73-4421-AD40-B2A2-10E79B7748B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三级的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216067" name="幻灯片编号占位符 1">
            <a:extLst>
              <a:ext uri="{FF2B5EF4-FFF2-40B4-BE49-F238E27FC236}">
                <a16:creationId xmlns:a16="http://schemas.microsoft.com/office/drawing/2014/main" id="{33DA22CD-F168-C744-9619-D4129F4ECC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22A740E-5FD2-F54A-974E-FBB2001B19B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074344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2">
            <a:extLst>
              <a:ext uri="{FF2B5EF4-FFF2-40B4-BE49-F238E27FC236}">
                <a16:creationId xmlns:a16="http://schemas.microsoft.com/office/drawing/2014/main" id="{924909E3-3D1F-764D-9289-2CCF7198FD74}"/>
              </a:ext>
            </a:extLst>
          </p:cNvPr>
          <p:cNvSpPr>
            <a:spLocks noChangeArrowheads="1"/>
          </p:cNvSpPr>
          <p:nvPr/>
        </p:nvSpPr>
        <p:spPr bwMode="auto">
          <a:xfrm>
            <a:off x="1304925" y="3155395"/>
            <a:ext cx="6602016" cy="614363"/>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18114" name="Rectangle 3">
            <a:extLst>
              <a:ext uri="{FF2B5EF4-FFF2-40B4-BE49-F238E27FC236}">
                <a16:creationId xmlns:a16="http://schemas.microsoft.com/office/drawing/2014/main" id="{4FA9D60E-4DDF-5741-8732-73C87F768E4F}"/>
              </a:ext>
            </a:extLst>
          </p:cNvPr>
          <p:cNvSpPr>
            <a:spLocks noGrp="1" noChangeArrowheads="1"/>
          </p:cNvSpPr>
          <p:nvPr>
            <p:ph type="body" idx="1"/>
          </p:nvPr>
        </p:nvSpPr>
        <p:spPr>
          <a:xfrm>
            <a:off x="240030" y="1168004"/>
            <a:ext cx="8698485" cy="3193256"/>
          </a:xfrm>
        </p:spPr>
        <p:txBody>
          <a:bodyPr/>
          <a:lstStyle/>
          <a:p>
            <a:pPr algn="just" eaLnBrk="1" hangingPunct="1">
              <a:spcAft>
                <a:spcPct val="40000"/>
              </a:spcAft>
            </a:pPr>
            <a:r>
              <a:rPr lang="zh-CN" altLang="en-US" dirty="0">
                <a:ea typeface="宋体" panose="02010600030101010101" pitchFamily="2" charset="-122"/>
              </a:rPr>
              <a:t>划分子网纯属一个</a:t>
            </a:r>
            <a:r>
              <a:rPr lang="zh-CN" altLang="en-US" dirty="0">
                <a:solidFill>
                  <a:schemeClr val="hlink"/>
                </a:solidFill>
                <a:ea typeface="宋体" panose="02010600030101010101" pitchFamily="2" charset="-122"/>
              </a:rPr>
              <a:t>单位内部的事情</a:t>
            </a:r>
            <a:r>
              <a:rPr lang="zh-CN" altLang="en-US" dirty="0">
                <a:ea typeface="宋体" panose="02010600030101010101" pitchFamily="2" charset="-122"/>
              </a:rPr>
              <a:t>。单位对外仍然表现为没有划分子网的网络。</a:t>
            </a:r>
          </a:p>
          <a:p>
            <a:pPr algn="just" eaLnBrk="1" hangingPunct="1">
              <a:spcAft>
                <a:spcPct val="80000"/>
              </a:spcAft>
            </a:pPr>
            <a:r>
              <a:rPr lang="zh-CN" altLang="en-US" dirty="0">
                <a:ea typeface="宋体" panose="02010600030101010101" pitchFamily="2" charset="-122"/>
              </a:rPr>
              <a:t>从主机号</a:t>
            </a:r>
            <a:r>
              <a:rPr lang="zh-CN" altLang="en-US" dirty="0">
                <a:solidFill>
                  <a:schemeClr val="hlink"/>
                </a:solidFill>
                <a:ea typeface="宋体" panose="02010600030101010101" pitchFamily="2" charset="-122"/>
              </a:rPr>
              <a:t>借用</a:t>
            </a:r>
            <a:r>
              <a:rPr lang="zh-CN" altLang="en-US" dirty="0">
                <a:ea typeface="宋体" panose="02010600030101010101" pitchFamily="2" charset="-122"/>
              </a:rPr>
              <a:t>若干个位作为</a:t>
            </a:r>
            <a:r>
              <a:rPr lang="zh-CN" altLang="en-US" dirty="0">
                <a:solidFill>
                  <a:schemeClr val="hlink"/>
                </a:solidFill>
                <a:ea typeface="宋体" panose="02010600030101010101" pitchFamily="2" charset="-122"/>
              </a:rPr>
              <a:t>子网号</a:t>
            </a:r>
            <a:r>
              <a:rPr lang="zh-CN" altLang="en-US" dirty="0">
                <a:ea typeface="宋体" panose="02010600030101010101" pitchFamily="2" charset="-122"/>
              </a:rPr>
              <a:t> </a:t>
            </a:r>
            <a:r>
              <a:rPr lang="en-US" altLang="zh-CN" dirty="0">
                <a:ea typeface="宋体" panose="02010600030101010101" pitchFamily="2" charset="-122"/>
              </a:rPr>
              <a:t>subnet-id</a:t>
            </a:r>
            <a:r>
              <a:rPr lang="zh-CN" altLang="en-US" dirty="0">
                <a:ea typeface="宋体" panose="02010600030101010101" pitchFamily="2" charset="-122"/>
              </a:rPr>
              <a:t>，而主机号 </a:t>
            </a:r>
            <a:r>
              <a:rPr lang="en-US" altLang="zh-CN" dirty="0">
                <a:ea typeface="宋体" panose="02010600030101010101" pitchFamily="2" charset="-122"/>
              </a:rPr>
              <a:t>host-id </a:t>
            </a:r>
            <a:r>
              <a:rPr lang="zh-CN" altLang="en-US" dirty="0">
                <a:ea typeface="宋体" panose="02010600030101010101" pitchFamily="2" charset="-122"/>
              </a:rPr>
              <a:t>也就相应减少了若干个位。</a:t>
            </a:r>
            <a:endParaRPr lang="en-US" altLang="zh-CN" dirty="0">
              <a:ea typeface="宋体" panose="02010600030101010101" pitchFamily="2" charset="-122"/>
            </a:endParaRPr>
          </a:p>
          <a:p>
            <a:pPr marL="0" indent="0" algn="just" eaLnBrk="1" hangingPunct="1">
              <a:spcAft>
                <a:spcPct val="80000"/>
              </a:spcAft>
              <a:buNone/>
            </a:pPr>
            <a:r>
              <a:rPr lang="en-US" altLang="zh-CN" sz="2100" dirty="0">
                <a:ea typeface="宋体" panose="02010600030101010101" pitchFamily="2" charset="-122"/>
              </a:rPr>
              <a:t>                    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网络号</a:t>
            </a:r>
            <a:r>
              <a:rPr lang="en-US" altLang="zh-CN" sz="2100" dirty="0">
                <a:ea typeface="宋体" panose="02010600030101010101" pitchFamily="2" charset="-122"/>
              </a:rPr>
              <a:t>&gt;, &lt;</a:t>
            </a:r>
            <a:r>
              <a:rPr lang="zh-CN" altLang="en-US" sz="2100" dirty="0">
                <a:ea typeface="宋体" panose="02010600030101010101" pitchFamily="2" charset="-122"/>
              </a:rPr>
              <a:t>子网号</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(4-2) </a:t>
            </a:r>
          </a:p>
          <a:p>
            <a:pPr algn="just" eaLnBrk="1" hangingPunct="1">
              <a:buFont typeface="Wingdings" pitchFamily="2" charset="2"/>
              <a:buNone/>
            </a:pPr>
            <a:endParaRPr lang="en-US" altLang="zh-CN" sz="2100" dirty="0">
              <a:ea typeface="宋体" panose="02010600030101010101" pitchFamily="2" charset="-122"/>
            </a:endParaRPr>
          </a:p>
        </p:txBody>
      </p:sp>
      <p:sp>
        <p:nvSpPr>
          <p:cNvPr id="218115" name="Rectangle 4">
            <a:extLst>
              <a:ext uri="{FF2B5EF4-FFF2-40B4-BE49-F238E27FC236}">
                <a16:creationId xmlns:a16="http://schemas.microsoft.com/office/drawing/2014/main" id="{69EAA7D1-3D67-2A49-8189-D2F19988F1E3}"/>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 </a:t>
            </a:r>
          </a:p>
        </p:txBody>
      </p:sp>
      <p:sp>
        <p:nvSpPr>
          <p:cNvPr id="218116" name="幻灯片编号占位符 1">
            <a:extLst>
              <a:ext uri="{FF2B5EF4-FFF2-40B4-BE49-F238E27FC236}">
                <a16:creationId xmlns:a16="http://schemas.microsoft.com/office/drawing/2014/main" id="{91E5E0E0-2B2A-E147-BC6D-DBF4ED9EED8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B291795-9186-CC4A-8326-E05FA9AEBA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7887371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a:extLst>
              <a:ext uri="{FF2B5EF4-FFF2-40B4-BE49-F238E27FC236}">
                <a16:creationId xmlns:a16="http://schemas.microsoft.com/office/drawing/2014/main" id="{8BAA7932-00E3-1B49-9656-6A1D15177C88}"/>
              </a:ext>
            </a:extLst>
          </p:cNvPr>
          <p:cNvSpPr>
            <a:spLocks noGrp="1" noChangeArrowheads="1"/>
          </p:cNvSpPr>
          <p:nvPr>
            <p:ph type="body" idx="1"/>
          </p:nvPr>
        </p:nvSpPr>
        <p:spPr>
          <a:xfrm>
            <a:off x="251460" y="1113235"/>
            <a:ext cx="8687055" cy="3618309"/>
          </a:xfrm>
        </p:spPr>
        <p:txBody>
          <a:bodyPr/>
          <a:lstStyle/>
          <a:p>
            <a:pPr algn="just" eaLnBrk="1" hangingPunct="1">
              <a:spcAft>
                <a:spcPct val="30000"/>
              </a:spcAft>
            </a:pPr>
            <a:r>
              <a:rPr lang="zh-CN" altLang="en-US" dirty="0">
                <a:ea typeface="宋体" panose="02010600030101010101" pitchFamily="2" charset="-122"/>
              </a:rPr>
              <a:t>凡是从其他网络发送给本单位某个主机的 </a:t>
            </a:r>
            <a:r>
              <a:rPr lang="en-US" altLang="zh-CN" dirty="0">
                <a:ea typeface="宋体" panose="02010600030101010101" pitchFamily="2" charset="-122"/>
              </a:rPr>
              <a:t>IP </a:t>
            </a:r>
            <a:r>
              <a:rPr lang="zh-CN" altLang="en-US" dirty="0">
                <a:ea typeface="宋体" panose="02010600030101010101" pitchFamily="2" charset="-122"/>
              </a:rPr>
              <a:t>数据报，仍然是根据 </a:t>
            </a:r>
            <a:r>
              <a:rPr lang="en-US" altLang="zh-CN" dirty="0">
                <a:ea typeface="宋体" panose="02010600030101010101" pitchFamily="2" charset="-122"/>
              </a:rPr>
              <a:t>IP </a:t>
            </a:r>
            <a:r>
              <a:rPr lang="zh-CN" altLang="en-US" dirty="0">
                <a:ea typeface="宋体" panose="02010600030101010101" pitchFamily="2" charset="-122"/>
              </a:rPr>
              <a:t>数据报的</a:t>
            </a:r>
            <a:r>
              <a:rPr lang="zh-CN" altLang="en-US" dirty="0">
                <a:solidFill>
                  <a:schemeClr val="hlink"/>
                </a:solidFill>
                <a:ea typeface="宋体" panose="02010600030101010101" pitchFamily="2" charset="-122"/>
              </a:rPr>
              <a:t>目的网络号</a:t>
            </a:r>
            <a:r>
              <a:rPr lang="zh-CN" altLang="en-US" dirty="0">
                <a:ea typeface="宋体" panose="02010600030101010101" pitchFamily="2" charset="-122"/>
              </a:rPr>
              <a:t> </a:t>
            </a:r>
            <a:r>
              <a:rPr lang="en-US" altLang="zh-CN" dirty="0">
                <a:ea typeface="宋体" panose="02010600030101010101" pitchFamily="2" charset="-122"/>
              </a:rPr>
              <a:t>net-id</a:t>
            </a:r>
            <a:r>
              <a:rPr lang="zh-CN" altLang="en-US" dirty="0">
                <a:ea typeface="宋体" panose="02010600030101010101" pitchFamily="2" charset="-122"/>
              </a:rPr>
              <a:t>，先找到连接在</a:t>
            </a:r>
            <a:r>
              <a:rPr lang="zh-CN" altLang="en-US" dirty="0">
                <a:solidFill>
                  <a:schemeClr val="hlink"/>
                </a:solidFill>
                <a:ea typeface="宋体" panose="02010600030101010101" pitchFamily="2" charset="-122"/>
              </a:rPr>
              <a:t>本单位网络上的路由器</a:t>
            </a:r>
            <a:r>
              <a:rPr lang="zh-CN" altLang="en-US" dirty="0">
                <a:ea typeface="宋体" panose="02010600030101010101" pitchFamily="2" charset="-122"/>
              </a:rPr>
              <a:t>。</a:t>
            </a:r>
          </a:p>
          <a:p>
            <a:pPr algn="just" eaLnBrk="1" hangingPunct="1">
              <a:spcAft>
                <a:spcPct val="30000"/>
              </a:spcAft>
            </a:pPr>
            <a:r>
              <a:rPr lang="zh-CN" altLang="en-US" dirty="0">
                <a:ea typeface="宋体" panose="02010600030101010101" pitchFamily="2" charset="-122"/>
              </a:rPr>
              <a:t>然后</a:t>
            </a:r>
            <a:r>
              <a:rPr lang="zh-CN" altLang="en-US" dirty="0">
                <a:solidFill>
                  <a:schemeClr val="hlink"/>
                </a:solidFill>
                <a:ea typeface="宋体" panose="02010600030101010101" pitchFamily="2" charset="-122"/>
              </a:rPr>
              <a:t>此路由器</a:t>
            </a:r>
            <a:r>
              <a:rPr lang="zh-CN" altLang="en-US" dirty="0">
                <a:ea typeface="宋体" panose="02010600030101010101" pitchFamily="2" charset="-122"/>
              </a:rPr>
              <a:t>在收到 </a:t>
            </a:r>
            <a:r>
              <a:rPr lang="en-US" altLang="zh-CN" dirty="0">
                <a:ea typeface="宋体" panose="02010600030101010101" pitchFamily="2" charset="-122"/>
              </a:rPr>
              <a:t>IP </a:t>
            </a:r>
            <a:r>
              <a:rPr lang="zh-CN" altLang="en-US" dirty="0">
                <a:ea typeface="宋体" panose="02010600030101010101" pitchFamily="2" charset="-122"/>
              </a:rPr>
              <a:t>数据报后，再按目的网络号 </a:t>
            </a:r>
            <a:r>
              <a:rPr lang="en-US" altLang="zh-CN" dirty="0">
                <a:ea typeface="宋体" panose="02010600030101010101" pitchFamily="2" charset="-122"/>
              </a:rPr>
              <a:t>net-id </a:t>
            </a:r>
            <a:r>
              <a:rPr lang="zh-CN" altLang="en-US" dirty="0">
                <a:ea typeface="宋体" panose="02010600030101010101" pitchFamily="2" charset="-122"/>
              </a:rPr>
              <a:t>和子网号 </a:t>
            </a:r>
            <a:r>
              <a:rPr lang="en-US" altLang="zh-CN" dirty="0">
                <a:ea typeface="宋体" panose="02010600030101010101" pitchFamily="2" charset="-122"/>
              </a:rPr>
              <a:t>subnet-id </a:t>
            </a:r>
            <a:r>
              <a:rPr lang="zh-CN" altLang="en-US" dirty="0">
                <a:ea typeface="宋体" panose="02010600030101010101" pitchFamily="2" charset="-122"/>
              </a:rPr>
              <a:t>找到目的子网。</a:t>
            </a:r>
          </a:p>
          <a:p>
            <a:pPr algn="just" eaLnBrk="1" hangingPunct="1">
              <a:spcAft>
                <a:spcPct val="30000"/>
              </a:spcAft>
            </a:pPr>
            <a:r>
              <a:rPr lang="zh-CN" altLang="en-US" dirty="0">
                <a:ea typeface="宋体" panose="02010600030101010101" pitchFamily="2" charset="-122"/>
              </a:rPr>
              <a:t>最后就将 </a:t>
            </a:r>
            <a:r>
              <a:rPr lang="en-US" altLang="zh-CN" dirty="0">
                <a:ea typeface="宋体" panose="02010600030101010101" pitchFamily="2" charset="-122"/>
              </a:rPr>
              <a:t>IP </a:t>
            </a:r>
            <a:r>
              <a:rPr lang="zh-CN" altLang="en-US" dirty="0">
                <a:ea typeface="宋体" panose="02010600030101010101" pitchFamily="2" charset="-122"/>
              </a:rPr>
              <a:t>数据报直接交付目的主机。 </a:t>
            </a:r>
          </a:p>
        </p:txBody>
      </p:sp>
      <p:sp>
        <p:nvSpPr>
          <p:cNvPr id="220162" name="Rectangle 3">
            <a:extLst>
              <a:ext uri="{FF2B5EF4-FFF2-40B4-BE49-F238E27FC236}">
                <a16:creationId xmlns:a16="http://schemas.microsoft.com/office/drawing/2014/main" id="{9386E190-25F1-8C48-9DEB-68331D4522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划分子网的基本思路（续） </a:t>
            </a:r>
          </a:p>
        </p:txBody>
      </p:sp>
      <p:sp>
        <p:nvSpPr>
          <p:cNvPr id="220163" name="幻灯片编号占位符 1">
            <a:extLst>
              <a:ext uri="{FF2B5EF4-FFF2-40B4-BE49-F238E27FC236}">
                <a16:creationId xmlns:a16="http://schemas.microsoft.com/office/drawing/2014/main" id="{175AD0AB-B85E-0B43-A725-339FE74559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117A16-8B72-2D47-9096-61015A5F0C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378743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4834" name="AutoShape 2">
            <a:extLst>
              <a:ext uri="{FF2B5EF4-FFF2-40B4-BE49-F238E27FC236}">
                <a16:creationId xmlns:a16="http://schemas.microsoft.com/office/drawing/2014/main" id="{7B86D312-80DB-B34C-8926-554DF1B308CA}"/>
              </a:ext>
            </a:extLst>
          </p:cNvPr>
          <p:cNvSpPr>
            <a:spLocks noChangeArrowheads="1"/>
          </p:cNvSpPr>
          <p:nvPr/>
        </p:nvSpPr>
        <p:spPr bwMode="auto">
          <a:xfrm>
            <a:off x="1502569" y="1129904"/>
            <a:ext cx="1341835" cy="507206"/>
          </a:xfrm>
          <a:prstGeom prst="roundRect">
            <a:avLst>
              <a:gd name="adj" fmla="val 16667"/>
            </a:avLst>
          </a:prstGeom>
          <a:solidFill>
            <a:srgbClr val="FFCCFF"/>
          </a:solidFill>
          <a:ln w="9525">
            <a:solidFill>
              <a:srgbClr val="333399"/>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22210" name="Line 3">
            <a:extLst>
              <a:ext uri="{FF2B5EF4-FFF2-40B4-BE49-F238E27FC236}">
                <a16:creationId xmlns:a16="http://schemas.microsoft.com/office/drawing/2014/main" id="{6CCCAE4F-1107-BA43-AAD5-A9BDA9A51489}"/>
              </a:ext>
            </a:extLst>
          </p:cNvPr>
          <p:cNvSpPr>
            <a:spLocks noChangeShapeType="1"/>
          </p:cNvSpPr>
          <p:nvPr/>
        </p:nvSpPr>
        <p:spPr bwMode="auto">
          <a:xfrm flipV="1">
            <a:off x="2462213" y="3132535"/>
            <a:ext cx="70246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1" name="Line 4">
            <a:extLst>
              <a:ext uri="{FF2B5EF4-FFF2-40B4-BE49-F238E27FC236}">
                <a16:creationId xmlns:a16="http://schemas.microsoft.com/office/drawing/2014/main" id="{42C893E4-E249-9D40-8E77-577DFE627F06}"/>
              </a:ext>
            </a:extLst>
          </p:cNvPr>
          <p:cNvSpPr>
            <a:spLocks noChangeShapeType="1"/>
          </p:cNvSpPr>
          <p:nvPr/>
        </p:nvSpPr>
        <p:spPr bwMode="auto">
          <a:xfrm>
            <a:off x="3515916" y="1953816"/>
            <a:ext cx="176213"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2" name="Line 5">
            <a:extLst>
              <a:ext uri="{FF2B5EF4-FFF2-40B4-BE49-F238E27FC236}">
                <a16:creationId xmlns:a16="http://schemas.microsoft.com/office/drawing/2014/main" id="{F38F25BE-2B9B-5546-8677-EB296585A7CC}"/>
              </a:ext>
            </a:extLst>
          </p:cNvPr>
          <p:cNvSpPr>
            <a:spLocks noChangeShapeType="1"/>
          </p:cNvSpPr>
          <p:nvPr/>
        </p:nvSpPr>
        <p:spPr bwMode="auto">
          <a:xfrm flipH="1">
            <a:off x="6796088" y="2189560"/>
            <a:ext cx="466725" cy="58935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3" name="Line 6">
            <a:extLst>
              <a:ext uri="{FF2B5EF4-FFF2-40B4-BE49-F238E27FC236}">
                <a16:creationId xmlns:a16="http://schemas.microsoft.com/office/drawing/2014/main" id="{4AC5F181-6828-9E44-AD14-830F48450194}"/>
              </a:ext>
            </a:extLst>
          </p:cNvPr>
          <p:cNvSpPr>
            <a:spLocks noChangeShapeType="1"/>
          </p:cNvSpPr>
          <p:nvPr/>
        </p:nvSpPr>
        <p:spPr bwMode="auto">
          <a:xfrm flipH="1">
            <a:off x="5272088" y="1777604"/>
            <a:ext cx="58341"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4" name="Line 7">
            <a:extLst>
              <a:ext uri="{FF2B5EF4-FFF2-40B4-BE49-F238E27FC236}">
                <a16:creationId xmlns:a16="http://schemas.microsoft.com/office/drawing/2014/main" id="{01F6C3CA-34DA-CD48-BE8D-5CDF9CD26EA4}"/>
              </a:ext>
            </a:extLst>
          </p:cNvPr>
          <p:cNvSpPr>
            <a:spLocks noChangeShapeType="1"/>
          </p:cNvSpPr>
          <p:nvPr/>
        </p:nvSpPr>
        <p:spPr bwMode="auto">
          <a:xfrm flipV="1">
            <a:off x="5570935" y="3780235"/>
            <a:ext cx="0"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5" name="Line 8">
            <a:extLst>
              <a:ext uri="{FF2B5EF4-FFF2-40B4-BE49-F238E27FC236}">
                <a16:creationId xmlns:a16="http://schemas.microsoft.com/office/drawing/2014/main" id="{E1FF0249-DC02-3241-95B6-D7ED5A3D8D99}"/>
              </a:ext>
            </a:extLst>
          </p:cNvPr>
          <p:cNvSpPr>
            <a:spLocks noChangeShapeType="1"/>
          </p:cNvSpPr>
          <p:nvPr/>
        </p:nvSpPr>
        <p:spPr bwMode="auto">
          <a:xfrm>
            <a:off x="4101704" y="1837135"/>
            <a:ext cx="0"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6" name="Line 9">
            <a:extLst>
              <a:ext uri="{FF2B5EF4-FFF2-40B4-BE49-F238E27FC236}">
                <a16:creationId xmlns:a16="http://schemas.microsoft.com/office/drawing/2014/main" id="{F6E6ED34-B326-D543-8AD7-65E33B926FEF}"/>
              </a:ext>
            </a:extLst>
          </p:cNvPr>
          <p:cNvSpPr>
            <a:spLocks noChangeShapeType="1"/>
          </p:cNvSpPr>
          <p:nvPr/>
        </p:nvSpPr>
        <p:spPr bwMode="auto">
          <a:xfrm flipH="1">
            <a:off x="6443662" y="1953816"/>
            <a:ext cx="176213" cy="5310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7" name="Line 10">
            <a:extLst>
              <a:ext uri="{FF2B5EF4-FFF2-40B4-BE49-F238E27FC236}">
                <a16:creationId xmlns:a16="http://schemas.microsoft.com/office/drawing/2014/main" id="{9D848184-DA3D-AC4A-8462-D7D40AFB5DF0}"/>
              </a:ext>
            </a:extLst>
          </p:cNvPr>
          <p:cNvSpPr>
            <a:spLocks noChangeShapeType="1"/>
          </p:cNvSpPr>
          <p:nvPr/>
        </p:nvSpPr>
        <p:spPr bwMode="auto">
          <a:xfrm flipV="1">
            <a:off x="4807744" y="3720704"/>
            <a:ext cx="58341"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8" name="Line 11">
            <a:extLst>
              <a:ext uri="{FF2B5EF4-FFF2-40B4-BE49-F238E27FC236}">
                <a16:creationId xmlns:a16="http://schemas.microsoft.com/office/drawing/2014/main" id="{15C1B6D1-091A-EB4B-A5A3-34804445A7DA}"/>
              </a:ext>
            </a:extLst>
          </p:cNvPr>
          <p:cNvSpPr>
            <a:spLocks noChangeShapeType="1"/>
          </p:cNvSpPr>
          <p:nvPr/>
        </p:nvSpPr>
        <p:spPr bwMode="auto">
          <a:xfrm flipV="1">
            <a:off x="3574257" y="3426619"/>
            <a:ext cx="117872"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9" name="Line 12">
            <a:extLst>
              <a:ext uri="{FF2B5EF4-FFF2-40B4-BE49-F238E27FC236}">
                <a16:creationId xmlns:a16="http://schemas.microsoft.com/office/drawing/2014/main" id="{522C00E5-E6F8-014F-922D-A7608BC44AC4}"/>
              </a:ext>
            </a:extLst>
          </p:cNvPr>
          <p:cNvSpPr>
            <a:spLocks noChangeShapeType="1"/>
          </p:cNvSpPr>
          <p:nvPr/>
        </p:nvSpPr>
        <p:spPr bwMode="auto">
          <a:xfrm flipH="1" flipV="1">
            <a:off x="6911579" y="3544491"/>
            <a:ext cx="644128" cy="11787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2220" name="Picture 13">
            <a:extLst>
              <a:ext uri="{FF2B5EF4-FFF2-40B4-BE49-F238E27FC236}">
                <a16:creationId xmlns:a16="http://schemas.microsoft.com/office/drawing/2014/main" id="{E84F2E8A-BA2A-5440-81FE-B007700BAF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85022" y="16597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1" name="Picture 14">
            <a:extLst>
              <a:ext uri="{FF2B5EF4-FFF2-40B4-BE49-F238E27FC236}">
                <a16:creationId xmlns:a16="http://schemas.microsoft.com/office/drawing/2014/main" id="{1754CEEE-5418-1847-982E-81B99E3DAE8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98044" y="190023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2" name="Picture 15">
            <a:extLst>
              <a:ext uri="{FF2B5EF4-FFF2-40B4-BE49-F238E27FC236}">
                <a16:creationId xmlns:a16="http://schemas.microsoft.com/office/drawing/2014/main" id="{23067130-F5FE-3049-A1E9-F3AE17144CF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4938" y="1541860"/>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3" name="Picture 16">
            <a:extLst>
              <a:ext uri="{FF2B5EF4-FFF2-40B4-BE49-F238E27FC236}">
                <a16:creationId xmlns:a16="http://schemas.microsoft.com/office/drawing/2014/main" id="{94CE685B-ADC0-AF45-AA59-768F5669D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87791" y="2012157"/>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4" name="Picture 17">
            <a:extLst>
              <a:ext uri="{FF2B5EF4-FFF2-40B4-BE49-F238E27FC236}">
                <a16:creationId xmlns:a16="http://schemas.microsoft.com/office/drawing/2014/main" id="{FC8E953E-7EF5-F44B-847E-65FDC89AC02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2003" y="1719262"/>
            <a:ext cx="289322" cy="291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5" name="Picture 18">
            <a:extLst>
              <a:ext uri="{FF2B5EF4-FFF2-40B4-BE49-F238E27FC236}">
                <a16:creationId xmlns:a16="http://schemas.microsoft.com/office/drawing/2014/main" id="{603FA2F4-BD23-3544-98BD-8DE6B411A0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2338" y="3436144"/>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6" name="Picture 19">
            <a:extLst>
              <a:ext uri="{FF2B5EF4-FFF2-40B4-BE49-F238E27FC236}">
                <a16:creationId xmlns:a16="http://schemas.microsoft.com/office/drawing/2014/main" id="{4F0724CD-F8EA-364F-A398-20A7154DC45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4013" y="42505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7" name="Picture 20">
            <a:extLst>
              <a:ext uri="{FF2B5EF4-FFF2-40B4-BE49-F238E27FC236}">
                <a16:creationId xmlns:a16="http://schemas.microsoft.com/office/drawing/2014/main" id="{C127277D-6C16-1649-9E62-86CD1121A7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9872" y="4192191"/>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8" name="Picture 21">
            <a:extLst>
              <a:ext uri="{FF2B5EF4-FFF2-40B4-BE49-F238E27FC236}">
                <a16:creationId xmlns:a16="http://schemas.microsoft.com/office/drawing/2014/main" id="{832470EF-62A2-2C4A-BEDE-504269745A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7576" y="395644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29" name="Text Box 22">
            <a:extLst>
              <a:ext uri="{FF2B5EF4-FFF2-40B4-BE49-F238E27FC236}">
                <a16:creationId xmlns:a16="http://schemas.microsoft.com/office/drawing/2014/main" id="{F93B4897-9462-E642-A921-7ED5F5197542}"/>
              </a:ext>
            </a:extLst>
          </p:cNvPr>
          <p:cNvSpPr txBox="1">
            <a:spLocks noChangeArrowheads="1"/>
          </p:cNvSpPr>
          <p:nvPr/>
        </p:nvSpPr>
        <p:spPr bwMode="auto">
          <a:xfrm rot="5211293">
            <a:off x="7385277" y="2608079"/>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0" name="Text Box 23">
            <a:extLst>
              <a:ext uri="{FF2B5EF4-FFF2-40B4-BE49-F238E27FC236}">
                <a16:creationId xmlns:a16="http://schemas.microsoft.com/office/drawing/2014/main" id="{9C1F07A1-9C89-5B4D-8B11-D687AB2304E8}"/>
              </a:ext>
            </a:extLst>
          </p:cNvPr>
          <p:cNvSpPr txBox="1">
            <a:spLocks noChangeArrowheads="1"/>
          </p:cNvSpPr>
          <p:nvPr/>
        </p:nvSpPr>
        <p:spPr bwMode="auto">
          <a:xfrm rot="546999">
            <a:off x="4116415" y="3869547"/>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1" name="Text Box 24">
            <a:extLst>
              <a:ext uri="{FF2B5EF4-FFF2-40B4-BE49-F238E27FC236}">
                <a16:creationId xmlns:a16="http://schemas.microsoft.com/office/drawing/2014/main" id="{37332962-36B7-0542-9ADE-AFE929E00D1E}"/>
              </a:ext>
            </a:extLst>
          </p:cNvPr>
          <p:cNvSpPr txBox="1">
            <a:spLocks noChangeArrowheads="1"/>
          </p:cNvSpPr>
          <p:nvPr/>
        </p:nvSpPr>
        <p:spPr bwMode="auto">
          <a:xfrm rot="21237460">
            <a:off x="4549803" y="1465674"/>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2" name="Text Box 25">
            <a:extLst>
              <a:ext uri="{FF2B5EF4-FFF2-40B4-BE49-F238E27FC236}">
                <a16:creationId xmlns:a16="http://schemas.microsoft.com/office/drawing/2014/main" id="{2126305C-C3C2-8E4F-910F-0B670D87FC12}"/>
              </a:ext>
            </a:extLst>
          </p:cNvPr>
          <p:cNvSpPr txBox="1">
            <a:spLocks noChangeArrowheads="1"/>
          </p:cNvSpPr>
          <p:nvPr/>
        </p:nvSpPr>
        <p:spPr bwMode="auto">
          <a:xfrm>
            <a:off x="2844404" y="1626394"/>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2233" name="Text Box 26">
            <a:extLst>
              <a:ext uri="{FF2B5EF4-FFF2-40B4-BE49-F238E27FC236}">
                <a16:creationId xmlns:a16="http://schemas.microsoft.com/office/drawing/2014/main" id="{CEC1B3F5-4DFA-9F41-9554-4503873C9B1A}"/>
              </a:ext>
            </a:extLst>
          </p:cNvPr>
          <p:cNvSpPr txBox="1">
            <a:spLocks noChangeArrowheads="1"/>
          </p:cNvSpPr>
          <p:nvPr/>
        </p:nvSpPr>
        <p:spPr bwMode="auto">
          <a:xfrm>
            <a:off x="3652837" y="1356123"/>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2234" name="Text Box 27">
            <a:extLst>
              <a:ext uri="{FF2B5EF4-FFF2-40B4-BE49-F238E27FC236}">
                <a16:creationId xmlns:a16="http://schemas.microsoft.com/office/drawing/2014/main" id="{7F7596F8-8955-0641-B307-93952146DB37}"/>
              </a:ext>
            </a:extLst>
          </p:cNvPr>
          <p:cNvSpPr txBox="1">
            <a:spLocks noChangeArrowheads="1"/>
          </p:cNvSpPr>
          <p:nvPr/>
        </p:nvSpPr>
        <p:spPr bwMode="auto">
          <a:xfrm>
            <a:off x="4794647" y="1247775"/>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2235" name="Text Box 28">
            <a:extLst>
              <a:ext uri="{FF2B5EF4-FFF2-40B4-BE49-F238E27FC236}">
                <a16:creationId xmlns:a16="http://schemas.microsoft.com/office/drawing/2014/main" id="{365ACF21-04EB-4C42-8DC5-DC211BA00363}"/>
              </a:ext>
            </a:extLst>
          </p:cNvPr>
          <p:cNvSpPr txBox="1">
            <a:spLocks noChangeArrowheads="1"/>
          </p:cNvSpPr>
          <p:nvPr/>
        </p:nvSpPr>
        <p:spPr bwMode="auto">
          <a:xfrm>
            <a:off x="6111479" y="14644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2236" name="Text Box 29">
            <a:extLst>
              <a:ext uri="{FF2B5EF4-FFF2-40B4-BE49-F238E27FC236}">
                <a16:creationId xmlns:a16="http://schemas.microsoft.com/office/drawing/2014/main" id="{F254D1AC-156E-9D4A-B090-CECB9F0BBB48}"/>
              </a:ext>
            </a:extLst>
          </p:cNvPr>
          <p:cNvSpPr txBox="1">
            <a:spLocks noChangeArrowheads="1"/>
          </p:cNvSpPr>
          <p:nvPr/>
        </p:nvSpPr>
        <p:spPr bwMode="auto">
          <a:xfrm>
            <a:off x="6786563" y="17621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2237" name="Text Box 30">
            <a:extLst>
              <a:ext uri="{FF2B5EF4-FFF2-40B4-BE49-F238E27FC236}">
                <a16:creationId xmlns:a16="http://schemas.microsoft.com/office/drawing/2014/main" id="{3FAC495E-8652-864C-8C68-A0226A7A65FE}"/>
              </a:ext>
            </a:extLst>
          </p:cNvPr>
          <p:cNvSpPr txBox="1">
            <a:spLocks noChangeArrowheads="1"/>
          </p:cNvSpPr>
          <p:nvPr/>
        </p:nvSpPr>
        <p:spPr bwMode="auto">
          <a:xfrm>
            <a:off x="6840141" y="3709988"/>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2238" name="Text Box 31">
            <a:extLst>
              <a:ext uri="{FF2B5EF4-FFF2-40B4-BE49-F238E27FC236}">
                <a16:creationId xmlns:a16="http://schemas.microsoft.com/office/drawing/2014/main" id="{D3C16879-3FAB-4F40-8D33-99F249919453}"/>
              </a:ext>
            </a:extLst>
          </p:cNvPr>
          <p:cNvSpPr txBox="1">
            <a:spLocks noChangeArrowheads="1"/>
          </p:cNvSpPr>
          <p:nvPr/>
        </p:nvSpPr>
        <p:spPr bwMode="auto">
          <a:xfrm>
            <a:off x="3061097" y="4194573"/>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2239" name="Text Box 32">
            <a:extLst>
              <a:ext uri="{FF2B5EF4-FFF2-40B4-BE49-F238E27FC236}">
                <a16:creationId xmlns:a16="http://schemas.microsoft.com/office/drawing/2014/main" id="{9C662C32-3F78-B443-B27E-C1D92ED9BDEA}"/>
              </a:ext>
            </a:extLst>
          </p:cNvPr>
          <p:cNvSpPr txBox="1">
            <a:spLocks noChangeArrowheads="1"/>
          </p:cNvSpPr>
          <p:nvPr/>
        </p:nvSpPr>
        <p:spPr bwMode="auto">
          <a:xfrm>
            <a:off x="4248150" y="4460082"/>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2240" name="Text Box 33">
            <a:extLst>
              <a:ext uri="{FF2B5EF4-FFF2-40B4-BE49-F238E27FC236}">
                <a16:creationId xmlns:a16="http://schemas.microsoft.com/office/drawing/2014/main" id="{58EC0A5A-9525-1E47-8191-36644BACEB7A}"/>
              </a:ext>
            </a:extLst>
          </p:cNvPr>
          <p:cNvSpPr txBox="1">
            <a:spLocks noChangeArrowheads="1"/>
          </p:cNvSpPr>
          <p:nvPr/>
        </p:nvSpPr>
        <p:spPr bwMode="auto">
          <a:xfrm>
            <a:off x="5697141" y="42457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2241" name="Line 34">
            <a:extLst>
              <a:ext uri="{FF2B5EF4-FFF2-40B4-BE49-F238E27FC236}">
                <a16:creationId xmlns:a16="http://schemas.microsoft.com/office/drawing/2014/main" id="{4870C4D0-B797-C949-BC63-2B900A640652}"/>
              </a:ext>
            </a:extLst>
          </p:cNvPr>
          <p:cNvSpPr>
            <a:spLocks noChangeShapeType="1"/>
          </p:cNvSpPr>
          <p:nvPr/>
        </p:nvSpPr>
        <p:spPr bwMode="auto">
          <a:xfrm>
            <a:off x="1701404" y="2130029"/>
            <a:ext cx="1112044" cy="10025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2" name="Line 35">
            <a:extLst>
              <a:ext uri="{FF2B5EF4-FFF2-40B4-BE49-F238E27FC236}">
                <a16:creationId xmlns:a16="http://schemas.microsoft.com/office/drawing/2014/main" id="{D2FE7879-95F6-4B44-A72C-0842AE2653BB}"/>
              </a:ext>
            </a:extLst>
          </p:cNvPr>
          <p:cNvSpPr>
            <a:spLocks noChangeShapeType="1"/>
          </p:cNvSpPr>
          <p:nvPr/>
        </p:nvSpPr>
        <p:spPr bwMode="auto">
          <a:xfrm>
            <a:off x="1583531" y="2130029"/>
            <a:ext cx="0" cy="1532334"/>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3" name="Line 36">
            <a:extLst>
              <a:ext uri="{FF2B5EF4-FFF2-40B4-BE49-F238E27FC236}">
                <a16:creationId xmlns:a16="http://schemas.microsoft.com/office/drawing/2014/main" id="{03E725F8-D7CF-944E-9BED-860BA1C76722}"/>
              </a:ext>
            </a:extLst>
          </p:cNvPr>
          <p:cNvSpPr>
            <a:spLocks noChangeShapeType="1"/>
          </p:cNvSpPr>
          <p:nvPr/>
        </p:nvSpPr>
        <p:spPr bwMode="auto">
          <a:xfrm flipV="1">
            <a:off x="1643063" y="3189685"/>
            <a:ext cx="1112044" cy="59055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4869" name="AutoShape 37">
            <a:extLst>
              <a:ext uri="{FF2B5EF4-FFF2-40B4-BE49-F238E27FC236}">
                <a16:creationId xmlns:a16="http://schemas.microsoft.com/office/drawing/2014/main" id="{79BB871C-DC53-7544-8758-430734B68CED}"/>
              </a:ext>
            </a:extLst>
          </p:cNvPr>
          <p:cNvSpPr>
            <a:spLocks noChangeArrowheads="1"/>
          </p:cNvSpPr>
          <p:nvPr/>
        </p:nvSpPr>
        <p:spPr bwMode="auto">
          <a:xfrm>
            <a:off x="1253729" y="4137422"/>
            <a:ext cx="1859756" cy="790575"/>
          </a:xfrm>
          <a:prstGeom prst="wedgeRoundRectCallout">
            <a:avLst>
              <a:gd name="adj1" fmla="val 34699"/>
              <a:gd name="adj2" fmla="val -169426"/>
              <a:gd name="adj3" fmla="val 16667"/>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2245" name="Text Box 38">
            <a:extLst>
              <a:ext uri="{FF2B5EF4-FFF2-40B4-BE49-F238E27FC236}">
                <a16:creationId xmlns:a16="http://schemas.microsoft.com/office/drawing/2014/main" id="{E9B74CDE-BDB0-F648-A5EB-3E938CE3565C}"/>
              </a:ext>
            </a:extLst>
          </p:cNvPr>
          <p:cNvSpPr txBox="1">
            <a:spLocks noChangeArrowheads="1"/>
          </p:cNvSpPr>
          <p:nvPr/>
        </p:nvSpPr>
        <p:spPr bwMode="auto">
          <a:xfrm>
            <a:off x="1277541" y="4118372"/>
            <a:ext cx="190142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的分组均到达此路由器</a:t>
            </a:r>
          </a:p>
        </p:txBody>
      </p:sp>
      <p:pic>
        <p:nvPicPr>
          <p:cNvPr id="222246" name="Picture 39">
            <a:extLst>
              <a:ext uri="{FF2B5EF4-FFF2-40B4-BE49-F238E27FC236}">
                <a16:creationId xmlns:a16="http://schemas.microsoft.com/office/drawing/2014/main" id="{CB2DE40E-29A9-B047-9A51-5AAFD1C3A9E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36028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47" name="Picture 40">
            <a:extLst>
              <a:ext uri="{FF2B5EF4-FFF2-40B4-BE49-F238E27FC236}">
                <a16:creationId xmlns:a16="http://schemas.microsoft.com/office/drawing/2014/main" id="{87FFA342-9EDF-814F-A618-99702BF3A93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1953817"/>
            <a:ext cx="526256"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48" name="AutoShape 41">
            <a:extLst>
              <a:ext uri="{FF2B5EF4-FFF2-40B4-BE49-F238E27FC236}">
                <a16:creationId xmlns:a16="http://schemas.microsoft.com/office/drawing/2014/main" id="{76C64E8D-7655-B849-A342-A1143D1128C2}"/>
              </a:ext>
            </a:extLst>
          </p:cNvPr>
          <p:cNvSpPr>
            <a:spLocks noChangeArrowheads="1"/>
          </p:cNvSpPr>
          <p:nvPr/>
        </p:nvSpPr>
        <p:spPr bwMode="auto">
          <a:xfrm rot="19956702">
            <a:off x="1803797" y="3167063"/>
            <a:ext cx="703659" cy="292894"/>
          </a:xfrm>
          <a:prstGeom prst="leftArrow">
            <a:avLst>
              <a:gd name="adj1" fmla="val 42500"/>
              <a:gd name="adj2" fmla="val 90514"/>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49" name="AutoShape 42">
            <a:extLst>
              <a:ext uri="{FF2B5EF4-FFF2-40B4-BE49-F238E27FC236}">
                <a16:creationId xmlns:a16="http://schemas.microsoft.com/office/drawing/2014/main" id="{0AD17BBC-23F4-A344-8BFE-1F98702BFEEF}"/>
              </a:ext>
            </a:extLst>
          </p:cNvPr>
          <p:cNvSpPr>
            <a:spLocks noChangeArrowheads="1"/>
          </p:cNvSpPr>
          <p:nvPr/>
        </p:nvSpPr>
        <p:spPr bwMode="auto">
          <a:xfrm rot="2494205">
            <a:off x="2041923" y="2334816"/>
            <a:ext cx="702469" cy="295275"/>
          </a:xfrm>
          <a:prstGeom prst="leftArrow">
            <a:avLst>
              <a:gd name="adj1" fmla="val 42500"/>
              <a:gd name="adj2" fmla="val 89632"/>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50" name="Text Box 43">
            <a:extLst>
              <a:ext uri="{FF2B5EF4-FFF2-40B4-BE49-F238E27FC236}">
                <a16:creationId xmlns:a16="http://schemas.microsoft.com/office/drawing/2014/main" id="{18124D6A-9D3D-884C-BB02-D82788EB8186}"/>
              </a:ext>
            </a:extLst>
          </p:cNvPr>
          <p:cNvSpPr txBox="1">
            <a:spLocks noChangeArrowheads="1"/>
          </p:cNvSpPr>
          <p:nvPr/>
        </p:nvSpPr>
        <p:spPr bwMode="auto">
          <a:xfrm>
            <a:off x="1501379" y="1107281"/>
            <a:ext cx="13404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我的网络地址</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是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p:txBody>
      </p:sp>
      <p:sp>
        <p:nvSpPr>
          <p:cNvPr id="222251" name="Line 44">
            <a:extLst>
              <a:ext uri="{FF2B5EF4-FFF2-40B4-BE49-F238E27FC236}">
                <a16:creationId xmlns:a16="http://schemas.microsoft.com/office/drawing/2014/main" id="{3A8B5C62-5435-2945-9F9D-45E6B169E938}"/>
              </a:ext>
            </a:extLst>
          </p:cNvPr>
          <p:cNvSpPr>
            <a:spLocks noChangeShapeType="1"/>
          </p:cNvSpPr>
          <p:nvPr/>
        </p:nvSpPr>
        <p:spPr bwMode="auto">
          <a:xfrm>
            <a:off x="2170510" y="1659731"/>
            <a:ext cx="258365" cy="8632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2" name="Line 45">
            <a:extLst>
              <a:ext uri="{FF2B5EF4-FFF2-40B4-BE49-F238E27FC236}">
                <a16:creationId xmlns:a16="http://schemas.microsoft.com/office/drawing/2014/main" id="{5991D19E-4E27-904C-B68E-E45F38EC0CF8}"/>
              </a:ext>
            </a:extLst>
          </p:cNvPr>
          <p:cNvSpPr>
            <a:spLocks noChangeShapeType="1"/>
          </p:cNvSpPr>
          <p:nvPr/>
        </p:nvSpPr>
        <p:spPr bwMode="auto">
          <a:xfrm>
            <a:off x="2052638" y="1659731"/>
            <a:ext cx="117872" cy="1649016"/>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3" name="Text Box 46">
            <a:extLst>
              <a:ext uri="{FF2B5EF4-FFF2-40B4-BE49-F238E27FC236}">
                <a16:creationId xmlns:a16="http://schemas.microsoft.com/office/drawing/2014/main" id="{474A672D-7422-6C4F-B65E-6239B3F311A2}"/>
              </a:ext>
            </a:extLst>
          </p:cNvPr>
          <p:cNvSpPr txBox="1">
            <a:spLocks noChangeArrowheads="1"/>
          </p:cNvSpPr>
          <p:nvPr/>
        </p:nvSpPr>
        <p:spPr bwMode="auto">
          <a:xfrm>
            <a:off x="2700338" y="26146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2254" name="Text Box 47">
            <a:extLst>
              <a:ext uri="{FF2B5EF4-FFF2-40B4-BE49-F238E27FC236}">
                <a16:creationId xmlns:a16="http://schemas.microsoft.com/office/drawing/2014/main" id="{30D9386A-B00B-EA41-BA03-BFADC77BBF54}"/>
              </a:ext>
            </a:extLst>
          </p:cNvPr>
          <p:cNvSpPr txBox="1">
            <a:spLocks noChangeArrowheads="1"/>
          </p:cNvSpPr>
          <p:nvPr/>
        </p:nvSpPr>
        <p:spPr bwMode="auto">
          <a:xfrm>
            <a:off x="1202531" y="33004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2255" name="Text Box 48">
            <a:extLst>
              <a:ext uri="{FF2B5EF4-FFF2-40B4-BE49-F238E27FC236}">
                <a16:creationId xmlns:a16="http://schemas.microsoft.com/office/drawing/2014/main" id="{0A9646F4-9C11-0D49-B3A0-CE16C282A107}"/>
              </a:ext>
            </a:extLst>
          </p:cNvPr>
          <p:cNvSpPr txBox="1">
            <a:spLocks noChangeArrowheads="1"/>
          </p:cNvSpPr>
          <p:nvPr/>
        </p:nvSpPr>
        <p:spPr bwMode="auto">
          <a:xfrm>
            <a:off x="1202531" y="1653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grpSp>
        <p:nvGrpSpPr>
          <p:cNvPr id="222256" name="Group 49">
            <a:extLst>
              <a:ext uri="{FF2B5EF4-FFF2-40B4-BE49-F238E27FC236}">
                <a16:creationId xmlns:a16="http://schemas.microsoft.com/office/drawing/2014/main" id="{4DCCBE30-8BD4-8541-8DB8-7A27B748FE1D}"/>
              </a:ext>
            </a:extLst>
          </p:cNvPr>
          <p:cNvGrpSpPr>
            <a:grpSpLocks/>
          </p:cNvGrpSpPr>
          <p:nvPr/>
        </p:nvGrpSpPr>
        <p:grpSpPr bwMode="auto">
          <a:xfrm>
            <a:off x="2996804" y="1958579"/>
            <a:ext cx="4254103" cy="2133600"/>
            <a:chOff x="1746" y="890"/>
            <a:chExt cx="3221" cy="1950"/>
          </a:xfrm>
        </p:grpSpPr>
        <p:grpSp>
          <p:nvGrpSpPr>
            <p:cNvPr id="222260" name="Group 50">
              <a:extLst>
                <a:ext uri="{FF2B5EF4-FFF2-40B4-BE49-F238E27FC236}">
                  <a16:creationId xmlns:a16="http://schemas.microsoft.com/office/drawing/2014/main" id="{412A9D48-F26E-A946-872A-02ED1C58A427}"/>
                </a:ext>
              </a:extLst>
            </p:cNvPr>
            <p:cNvGrpSpPr>
              <a:grpSpLocks/>
            </p:cNvGrpSpPr>
            <p:nvPr/>
          </p:nvGrpSpPr>
          <p:grpSpPr bwMode="auto">
            <a:xfrm>
              <a:off x="1746" y="890"/>
              <a:ext cx="3221" cy="1950"/>
              <a:chOff x="912" y="768"/>
              <a:chExt cx="2400" cy="1584"/>
            </a:xfrm>
          </p:grpSpPr>
          <p:sp>
            <p:nvSpPr>
              <p:cNvPr id="222262" name="Oval 51">
                <a:extLst>
                  <a:ext uri="{FF2B5EF4-FFF2-40B4-BE49-F238E27FC236}">
                    <a16:creationId xmlns:a16="http://schemas.microsoft.com/office/drawing/2014/main" id="{1FF01BEF-CFBF-954C-92ED-3161AACB776A}"/>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3" name="Oval 52">
                <a:extLst>
                  <a:ext uri="{FF2B5EF4-FFF2-40B4-BE49-F238E27FC236}">
                    <a16:creationId xmlns:a16="http://schemas.microsoft.com/office/drawing/2014/main" id="{2E48307A-A988-054C-8303-64C850FB8451}"/>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4" name="Oval 53">
                <a:extLst>
                  <a:ext uri="{FF2B5EF4-FFF2-40B4-BE49-F238E27FC236}">
                    <a16:creationId xmlns:a16="http://schemas.microsoft.com/office/drawing/2014/main" id="{B9187E31-2AFA-5248-89EB-E70BAE0FED2E}"/>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5" name="Oval 54">
                <a:extLst>
                  <a:ext uri="{FF2B5EF4-FFF2-40B4-BE49-F238E27FC236}">
                    <a16:creationId xmlns:a16="http://schemas.microsoft.com/office/drawing/2014/main" id="{64F00EB3-20EE-DC41-96B9-ACEA45C50617}"/>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6" name="Oval 55">
                <a:extLst>
                  <a:ext uri="{FF2B5EF4-FFF2-40B4-BE49-F238E27FC236}">
                    <a16:creationId xmlns:a16="http://schemas.microsoft.com/office/drawing/2014/main" id="{5A0042B0-D7D5-6F47-B371-25BC100A5A18}"/>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7" name="Oval 56">
                <a:extLst>
                  <a:ext uri="{FF2B5EF4-FFF2-40B4-BE49-F238E27FC236}">
                    <a16:creationId xmlns:a16="http://schemas.microsoft.com/office/drawing/2014/main" id="{1C72BF3F-2D0B-194B-8D6D-B3F22A959D87}"/>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8" name="Oval 57">
                <a:extLst>
                  <a:ext uri="{FF2B5EF4-FFF2-40B4-BE49-F238E27FC236}">
                    <a16:creationId xmlns:a16="http://schemas.microsoft.com/office/drawing/2014/main" id="{2CBE0879-D539-DB44-BD3E-29EC423950A1}"/>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9" name="Oval 58">
                <a:extLst>
                  <a:ext uri="{FF2B5EF4-FFF2-40B4-BE49-F238E27FC236}">
                    <a16:creationId xmlns:a16="http://schemas.microsoft.com/office/drawing/2014/main" id="{B4DE5A33-849B-FD47-B0EA-D34F61EC13F3}"/>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0" name="Oval 59">
                <a:extLst>
                  <a:ext uri="{FF2B5EF4-FFF2-40B4-BE49-F238E27FC236}">
                    <a16:creationId xmlns:a16="http://schemas.microsoft.com/office/drawing/2014/main" id="{11631ADD-1EB3-C14B-9479-0626A80A1D0D}"/>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222271" name="Group 60">
                <a:extLst>
                  <a:ext uri="{FF2B5EF4-FFF2-40B4-BE49-F238E27FC236}">
                    <a16:creationId xmlns:a16="http://schemas.microsoft.com/office/drawing/2014/main" id="{02E7E49E-94DA-D14B-99BF-6F80EA46D066}"/>
                  </a:ext>
                </a:extLst>
              </p:cNvPr>
              <p:cNvGrpSpPr>
                <a:grpSpLocks/>
              </p:cNvGrpSpPr>
              <p:nvPr/>
            </p:nvGrpSpPr>
            <p:grpSpPr bwMode="auto">
              <a:xfrm>
                <a:off x="912" y="768"/>
                <a:ext cx="2386" cy="1553"/>
                <a:chOff x="912" y="768"/>
                <a:chExt cx="2386" cy="1553"/>
              </a:xfrm>
            </p:grpSpPr>
            <p:sp>
              <p:nvSpPr>
                <p:cNvPr id="222272" name="Oval 61">
                  <a:extLst>
                    <a:ext uri="{FF2B5EF4-FFF2-40B4-BE49-F238E27FC236}">
                      <a16:creationId xmlns:a16="http://schemas.microsoft.com/office/drawing/2014/main" id="{AB979926-69D3-B647-BDF2-C536872C3A31}"/>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3" name="Oval 62">
                  <a:extLst>
                    <a:ext uri="{FF2B5EF4-FFF2-40B4-BE49-F238E27FC236}">
                      <a16:creationId xmlns:a16="http://schemas.microsoft.com/office/drawing/2014/main" id="{B27A7D03-C09F-D748-B617-16D98797B27C}"/>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4" name="Oval 63">
                  <a:extLst>
                    <a:ext uri="{FF2B5EF4-FFF2-40B4-BE49-F238E27FC236}">
                      <a16:creationId xmlns:a16="http://schemas.microsoft.com/office/drawing/2014/main" id="{E35EFDE9-D2B0-604D-B5A7-E1B33F289982}"/>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5" name="Oval 64">
                  <a:extLst>
                    <a:ext uri="{FF2B5EF4-FFF2-40B4-BE49-F238E27FC236}">
                      <a16:creationId xmlns:a16="http://schemas.microsoft.com/office/drawing/2014/main" id="{6A67E7BB-4BAA-F54E-999C-B0AB3C803E45}"/>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6" name="Oval 65">
                  <a:extLst>
                    <a:ext uri="{FF2B5EF4-FFF2-40B4-BE49-F238E27FC236}">
                      <a16:creationId xmlns:a16="http://schemas.microsoft.com/office/drawing/2014/main" id="{5DE6AA63-D3E5-DB40-8143-E3E52147057B}"/>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7" name="Oval 66">
                  <a:extLst>
                    <a:ext uri="{FF2B5EF4-FFF2-40B4-BE49-F238E27FC236}">
                      <a16:creationId xmlns:a16="http://schemas.microsoft.com/office/drawing/2014/main" id="{FDAAF07A-5427-9A4F-A806-12F0B32FCB18}"/>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8" name="Oval 67">
                  <a:extLst>
                    <a:ext uri="{FF2B5EF4-FFF2-40B4-BE49-F238E27FC236}">
                      <a16:creationId xmlns:a16="http://schemas.microsoft.com/office/drawing/2014/main" id="{5D52055C-0C2F-E647-893B-573063B5E7C3}"/>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9" name="Oval 68">
                  <a:extLst>
                    <a:ext uri="{FF2B5EF4-FFF2-40B4-BE49-F238E27FC236}">
                      <a16:creationId xmlns:a16="http://schemas.microsoft.com/office/drawing/2014/main" id="{08C445A9-099B-1C4C-8F61-9F6D5FA63B2D}"/>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80" name="Oval 69">
                  <a:extLst>
                    <a:ext uri="{FF2B5EF4-FFF2-40B4-BE49-F238E27FC236}">
                      <a16:creationId xmlns:a16="http://schemas.microsoft.com/office/drawing/2014/main" id="{57E75C1B-6902-9745-A35B-897B8CB4C36D}"/>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222261" name="Text Box 70">
              <a:extLst>
                <a:ext uri="{FF2B5EF4-FFF2-40B4-BE49-F238E27FC236}">
                  <a16:creationId xmlns:a16="http://schemas.microsoft.com/office/drawing/2014/main" id="{E0B72F16-FFAF-024B-8594-89F6B47FE07C}"/>
                </a:ext>
              </a:extLst>
            </p:cNvPr>
            <p:cNvSpPr txBox="1">
              <a:spLocks noChangeArrowheads="1"/>
            </p:cNvSpPr>
            <p:nvPr/>
          </p:nvSpPr>
          <p:spPr bwMode="auto">
            <a:xfrm>
              <a:off x="2937" y="1410"/>
              <a:ext cx="1242" cy="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4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400">
                  <a:latin typeface="Arial" panose="020B0604020202020204" pitchFamily="34" charset="0"/>
                  <a:ea typeface="宋体" panose="02010600030101010101" pitchFamily="2" charset="-122"/>
                  <a:cs typeface="黑体" panose="02010609060101010101" pitchFamily="49" charset="-122"/>
                </a:rPr>
                <a:t>145.13.0.0</a:t>
              </a:r>
            </a:p>
          </p:txBody>
        </p:sp>
      </p:grpSp>
      <p:pic>
        <p:nvPicPr>
          <p:cNvPr id="222257" name="Picture 71">
            <a:extLst>
              <a:ext uri="{FF2B5EF4-FFF2-40B4-BE49-F238E27FC236}">
                <a16:creationId xmlns:a16="http://schemas.microsoft.com/office/drawing/2014/main" id="{F260680A-24C0-1D43-A914-7F7183116C6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0085" y="29551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58" name="Rectangle 72">
            <a:extLst>
              <a:ext uri="{FF2B5EF4-FFF2-40B4-BE49-F238E27FC236}">
                <a16:creationId xmlns:a16="http://schemas.microsoft.com/office/drawing/2014/main" id="{0A874B85-2A5B-6748-83EB-2EF07B98EAF1}"/>
              </a:ext>
            </a:extLst>
          </p:cNvPr>
          <p:cNvSpPr>
            <a:spLocks noGrp="1" noChangeArrowheads="1"/>
          </p:cNvSpPr>
          <p:nvPr>
            <p:ph type="title"/>
          </p:nvPr>
        </p:nvSpPr>
        <p:spPr>
          <a:xfrm>
            <a:off x="1602581" y="267892"/>
            <a:ext cx="5778104" cy="467915"/>
          </a:xfrm>
        </p:spPr>
        <p:txBody>
          <a:bodyPr/>
          <a:lstStyle/>
          <a:p>
            <a:pPr algn="ctr" eaLnBrk="1" hangingPunct="1"/>
            <a:r>
              <a:rPr lang="zh-CN" altLang="en-US" sz="2700">
                <a:latin typeface="Times New Roman" panose="02020603050405020304" pitchFamily="18" charset="0"/>
                <a:ea typeface="宋体" panose="02010600030101010101" pitchFamily="2" charset="-122"/>
              </a:rPr>
              <a:t>一个未划分子网的 </a:t>
            </a:r>
            <a:r>
              <a:rPr lang="en-US" altLang="zh-CN" sz="2700">
                <a:latin typeface="Times New Roman" panose="02020603050405020304" pitchFamily="18" charset="0"/>
                <a:ea typeface="宋体" panose="02010600030101010101" pitchFamily="2" charset="-122"/>
              </a:rPr>
              <a:t>B </a:t>
            </a:r>
            <a:r>
              <a:rPr lang="zh-CN" altLang="en-US" sz="2700">
                <a:latin typeface="Times New Roman" panose="02020603050405020304" pitchFamily="18" charset="0"/>
                <a:ea typeface="宋体" panose="02010600030101010101" pitchFamily="2" charset="-122"/>
              </a:rPr>
              <a:t>类网络</a:t>
            </a:r>
            <a:r>
              <a:rPr lang="en-US" altLang="zh-CN" sz="2700">
                <a:latin typeface="Times New Roman" panose="02020603050405020304" pitchFamily="18" charset="0"/>
                <a:ea typeface="宋体" panose="02010600030101010101" pitchFamily="2" charset="-122"/>
              </a:rPr>
              <a:t>145.13.0.0</a:t>
            </a:r>
          </a:p>
        </p:txBody>
      </p:sp>
      <p:sp>
        <p:nvSpPr>
          <p:cNvPr id="222259" name="幻灯片编号占位符 1">
            <a:extLst>
              <a:ext uri="{FF2B5EF4-FFF2-40B4-BE49-F238E27FC236}">
                <a16:creationId xmlns:a16="http://schemas.microsoft.com/office/drawing/2014/main" id="{8F9F1C64-843B-394C-A219-DF979BAB1A80}"/>
              </a:ext>
            </a:extLst>
          </p:cNvPr>
          <p:cNvSpPr>
            <a:spLocks noGrp="1" noChangeArrowheads="1"/>
          </p:cNvSpPr>
          <p:nvPr>
            <p:ph type="sldNum" sz="quarter" idx="10"/>
          </p:nvPr>
        </p:nvSpPr>
        <p:spPr>
          <a:xfrm>
            <a:off x="8628460" y="4836289"/>
            <a:ext cx="51554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2B364F5-9275-0843-A9BA-2D30BBFA359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067120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24257" name="Rectangle 2">
            <a:extLst>
              <a:ext uri="{FF2B5EF4-FFF2-40B4-BE49-F238E27FC236}">
                <a16:creationId xmlns:a16="http://schemas.microsoft.com/office/drawing/2014/main" id="{7EBAC6D9-6ED3-CE48-9F20-8086339964B8}"/>
              </a:ext>
            </a:extLst>
          </p:cNvPr>
          <p:cNvSpPr>
            <a:spLocks noGrp="1" noChangeArrowheads="1"/>
          </p:cNvSpPr>
          <p:nvPr>
            <p:ph type="title"/>
          </p:nvPr>
        </p:nvSpPr>
        <p:spPr>
          <a:xfrm>
            <a:off x="1709737" y="33337"/>
            <a:ext cx="5844779" cy="576263"/>
          </a:xfrm>
        </p:spPr>
        <p:txBody>
          <a:bodyPr/>
          <a:lstStyle/>
          <a:p>
            <a:pPr eaLnBrk="1" hangingPunct="1"/>
            <a:r>
              <a:rPr lang="zh-CN" altLang="en-US" sz="2700">
                <a:latin typeface="Times New Roman" panose="02020603050405020304" pitchFamily="18" charset="0"/>
                <a:ea typeface="宋体" panose="02010600030101010101" pitchFamily="2" charset="-122"/>
              </a:rPr>
              <a:t>划分为三个子网后对外仍是一个网络 </a:t>
            </a:r>
          </a:p>
        </p:txBody>
      </p:sp>
      <p:sp>
        <p:nvSpPr>
          <p:cNvPr id="224258" name="Line 3">
            <a:extLst>
              <a:ext uri="{FF2B5EF4-FFF2-40B4-BE49-F238E27FC236}">
                <a16:creationId xmlns:a16="http://schemas.microsoft.com/office/drawing/2014/main" id="{D784D686-9FB0-CF4D-B13F-CFDA311724B4}"/>
              </a:ext>
            </a:extLst>
          </p:cNvPr>
          <p:cNvSpPr>
            <a:spLocks noChangeShapeType="1"/>
          </p:cNvSpPr>
          <p:nvPr/>
        </p:nvSpPr>
        <p:spPr bwMode="auto">
          <a:xfrm>
            <a:off x="1704975" y="1971675"/>
            <a:ext cx="1102519" cy="102751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59" name="Line 4">
            <a:extLst>
              <a:ext uri="{FF2B5EF4-FFF2-40B4-BE49-F238E27FC236}">
                <a16:creationId xmlns:a16="http://schemas.microsoft.com/office/drawing/2014/main" id="{9BB9FC82-5E06-C842-933A-D0A0322D2034}"/>
              </a:ext>
            </a:extLst>
          </p:cNvPr>
          <p:cNvSpPr>
            <a:spLocks noChangeShapeType="1"/>
          </p:cNvSpPr>
          <p:nvPr/>
        </p:nvSpPr>
        <p:spPr bwMode="auto">
          <a:xfrm>
            <a:off x="1588294" y="1971675"/>
            <a:ext cx="0" cy="1571625"/>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0" name="Line 5">
            <a:extLst>
              <a:ext uri="{FF2B5EF4-FFF2-40B4-BE49-F238E27FC236}">
                <a16:creationId xmlns:a16="http://schemas.microsoft.com/office/drawing/2014/main" id="{D286D66D-1608-564B-B191-9362652DC8CC}"/>
              </a:ext>
            </a:extLst>
          </p:cNvPr>
          <p:cNvSpPr>
            <a:spLocks noChangeShapeType="1"/>
          </p:cNvSpPr>
          <p:nvPr/>
        </p:nvSpPr>
        <p:spPr bwMode="auto">
          <a:xfrm flipV="1">
            <a:off x="1646635" y="3058716"/>
            <a:ext cx="1102519" cy="603647"/>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1" name="AutoShape 6">
            <a:extLst>
              <a:ext uri="{FF2B5EF4-FFF2-40B4-BE49-F238E27FC236}">
                <a16:creationId xmlns:a16="http://schemas.microsoft.com/office/drawing/2014/main" id="{DCBDA09E-98F4-1646-83C4-4736A2C5CE65}"/>
              </a:ext>
            </a:extLst>
          </p:cNvPr>
          <p:cNvSpPr>
            <a:spLocks noChangeArrowheads="1"/>
          </p:cNvSpPr>
          <p:nvPr/>
        </p:nvSpPr>
        <p:spPr bwMode="auto">
          <a:xfrm>
            <a:off x="2913460" y="1006079"/>
            <a:ext cx="5006578" cy="4050506"/>
          </a:xfrm>
          <a:prstGeom prst="roundRect">
            <a:avLst>
              <a:gd name="adj" fmla="val 1666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4262" name="Freeform 7">
            <a:extLst>
              <a:ext uri="{FF2B5EF4-FFF2-40B4-BE49-F238E27FC236}">
                <a16:creationId xmlns:a16="http://schemas.microsoft.com/office/drawing/2014/main" id="{340B4402-54D3-EC48-8EB7-18901B734CDB}"/>
              </a:ext>
            </a:extLst>
          </p:cNvPr>
          <p:cNvSpPr>
            <a:spLocks/>
          </p:cNvSpPr>
          <p:nvPr/>
        </p:nvSpPr>
        <p:spPr bwMode="auto">
          <a:xfrm>
            <a:off x="3026569" y="1066800"/>
            <a:ext cx="2811066" cy="1553766"/>
          </a:xfrm>
          <a:custGeom>
            <a:avLst/>
            <a:gdLst>
              <a:gd name="T0" fmla="*/ 2147483646 w 2326"/>
              <a:gd name="T1" fmla="*/ 2147483646 h 1235"/>
              <a:gd name="T2" fmla="*/ 2147483646 w 2326"/>
              <a:gd name="T3" fmla="*/ 2147483646 h 1235"/>
              <a:gd name="T4" fmla="*/ 2147483646 w 2326"/>
              <a:gd name="T5" fmla="*/ 2147483646 h 1235"/>
              <a:gd name="T6" fmla="*/ 2147483646 w 2326"/>
              <a:gd name="T7" fmla="*/ 2147483646 h 1235"/>
              <a:gd name="T8" fmla="*/ 2147483646 w 2326"/>
              <a:gd name="T9" fmla="*/ 2147483646 h 1235"/>
              <a:gd name="T10" fmla="*/ 2147483646 w 2326"/>
              <a:gd name="T11" fmla="*/ 2147483646 h 1235"/>
              <a:gd name="T12" fmla="*/ 2147483646 w 2326"/>
              <a:gd name="T13" fmla="*/ 2147483646 h 1235"/>
              <a:gd name="T14" fmla="*/ 2147483646 w 2326"/>
              <a:gd name="T15" fmla="*/ 2147483646 h 1235"/>
              <a:gd name="T16" fmla="*/ 2147483646 w 2326"/>
              <a:gd name="T17" fmla="*/ 2147483646 h 1235"/>
              <a:gd name="T18" fmla="*/ 2147483646 w 2326"/>
              <a:gd name="T19" fmla="*/ 2147483646 h 1235"/>
              <a:gd name="T20" fmla="*/ 2147483646 w 2326"/>
              <a:gd name="T21" fmla="*/ 2147483646 h 1235"/>
              <a:gd name="T22" fmla="*/ 2147483646 w 2326"/>
              <a:gd name="T23" fmla="*/ 2147483646 h 1235"/>
              <a:gd name="T24" fmla="*/ 2147483646 w 2326"/>
              <a:gd name="T25" fmla="*/ 2147483646 h 1235"/>
              <a:gd name="T26" fmla="*/ 2147483646 w 2326"/>
              <a:gd name="T27" fmla="*/ 2147483646 h 1235"/>
              <a:gd name="T28" fmla="*/ 2147483646 w 2326"/>
              <a:gd name="T29" fmla="*/ 2147483646 h 1235"/>
              <a:gd name="T30" fmla="*/ 2147483646 w 2326"/>
              <a:gd name="T31" fmla="*/ 2147483646 h 1235"/>
              <a:gd name="T32" fmla="*/ 2147483646 w 2326"/>
              <a:gd name="T33" fmla="*/ 2147483646 h 1235"/>
              <a:gd name="T34" fmla="*/ 2147483646 w 2326"/>
              <a:gd name="T35" fmla="*/ 2147483646 h 1235"/>
              <a:gd name="T36" fmla="*/ 2147483646 w 2326"/>
              <a:gd name="T37" fmla="*/ 2147483646 h 1235"/>
              <a:gd name="T38" fmla="*/ 2147483646 w 2326"/>
              <a:gd name="T39" fmla="*/ 2147483646 h 1235"/>
              <a:gd name="T40" fmla="*/ 2147483646 w 2326"/>
              <a:gd name="T41" fmla="*/ 2147483646 h 1235"/>
              <a:gd name="T42" fmla="*/ 2147483646 w 2326"/>
              <a:gd name="T43" fmla="*/ 2147483646 h 1235"/>
              <a:gd name="T44" fmla="*/ 2147483646 w 2326"/>
              <a:gd name="T45" fmla="*/ 2147483646 h 1235"/>
              <a:gd name="T46" fmla="*/ 2147483646 w 2326"/>
              <a:gd name="T47" fmla="*/ 2147483646 h 1235"/>
              <a:gd name="T48" fmla="*/ 2147483646 w 2326"/>
              <a:gd name="T49" fmla="*/ 2147483646 h 1235"/>
              <a:gd name="T50" fmla="*/ 2147483646 w 2326"/>
              <a:gd name="T51" fmla="*/ 2147483646 h 1235"/>
              <a:gd name="T52" fmla="*/ 2147483646 w 2326"/>
              <a:gd name="T53" fmla="*/ 2147483646 h 1235"/>
              <a:gd name="T54" fmla="*/ 2147483646 w 2326"/>
              <a:gd name="T55" fmla="*/ 2147483646 h 123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3" name="Freeform 8">
            <a:extLst>
              <a:ext uri="{FF2B5EF4-FFF2-40B4-BE49-F238E27FC236}">
                <a16:creationId xmlns:a16="http://schemas.microsoft.com/office/drawing/2014/main" id="{324249DF-4209-274F-BACF-55BCCE0A2C07}"/>
              </a:ext>
            </a:extLst>
          </p:cNvPr>
          <p:cNvSpPr>
            <a:spLocks/>
          </p:cNvSpPr>
          <p:nvPr/>
        </p:nvSpPr>
        <p:spPr bwMode="auto">
          <a:xfrm>
            <a:off x="2980135" y="2093119"/>
            <a:ext cx="871538" cy="846535"/>
          </a:xfrm>
          <a:custGeom>
            <a:avLst/>
            <a:gdLst>
              <a:gd name="T0" fmla="*/ 0 w 732"/>
              <a:gd name="T1" fmla="*/ 2147483646 h 711"/>
              <a:gd name="T2" fmla="*/ 2147483646 w 732"/>
              <a:gd name="T3" fmla="*/ 2147483646 h 711"/>
              <a:gd name="T4" fmla="*/ 2147483646 w 732"/>
              <a:gd name="T5" fmla="*/ 0 h 711"/>
              <a:gd name="T6" fmla="*/ 0 60000 65536"/>
              <a:gd name="T7" fmla="*/ 0 60000 65536"/>
              <a:gd name="T8" fmla="*/ 0 60000 65536"/>
            </a:gdLst>
            <a:ahLst/>
            <a:cxnLst>
              <a:cxn ang="T6">
                <a:pos x="T0" y="T1"/>
              </a:cxn>
              <a:cxn ang="T7">
                <a:pos x="T2" y="T3"/>
              </a:cxn>
              <a:cxn ang="T8">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4" name="Freeform 9">
            <a:extLst>
              <a:ext uri="{FF2B5EF4-FFF2-40B4-BE49-F238E27FC236}">
                <a16:creationId xmlns:a16="http://schemas.microsoft.com/office/drawing/2014/main" id="{AB32FC3D-74B9-D545-BA3D-47FF29EADA7B}"/>
              </a:ext>
            </a:extLst>
          </p:cNvPr>
          <p:cNvSpPr>
            <a:spLocks/>
          </p:cNvSpPr>
          <p:nvPr/>
        </p:nvSpPr>
        <p:spPr bwMode="auto">
          <a:xfrm>
            <a:off x="3211116" y="3188494"/>
            <a:ext cx="3064669" cy="1859756"/>
          </a:xfrm>
          <a:custGeom>
            <a:avLst/>
            <a:gdLst>
              <a:gd name="T0" fmla="*/ 2147483646 w 2574"/>
              <a:gd name="T1" fmla="*/ 2147483646 h 1562"/>
              <a:gd name="T2" fmla="*/ 2147483646 w 2574"/>
              <a:gd name="T3" fmla="*/ 2147483646 h 1562"/>
              <a:gd name="T4" fmla="*/ 2147483646 w 2574"/>
              <a:gd name="T5" fmla="*/ 2147483646 h 1562"/>
              <a:gd name="T6" fmla="*/ 2147483646 w 2574"/>
              <a:gd name="T7" fmla="*/ 2147483646 h 1562"/>
              <a:gd name="T8" fmla="*/ 2147483646 w 2574"/>
              <a:gd name="T9" fmla="*/ 2147483646 h 1562"/>
              <a:gd name="T10" fmla="*/ 2147483646 w 2574"/>
              <a:gd name="T11" fmla="*/ 2147483646 h 1562"/>
              <a:gd name="T12" fmla="*/ 2147483646 w 2574"/>
              <a:gd name="T13" fmla="*/ 2147483646 h 1562"/>
              <a:gd name="T14" fmla="*/ 2147483646 w 2574"/>
              <a:gd name="T15" fmla="*/ 2147483646 h 1562"/>
              <a:gd name="T16" fmla="*/ 2147483646 w 2574"/>
              <a:gd name="T17" fmla="*/ 2147483646 h 1562"/>
              <a:gd name="T18" fmla="*/ 2147483646 w 2574"/>
              <a:gd name="T19" fmla="*/ 2147483646 h 1562"/>
              <a:gd name="T20" fmla="*/ 2147483646 w 2574"/>
              <a:gd name="T21" fmla="*/ 2147483646 h 1562"/>
              <a:gd name="T22" fmla="*/ 2147483646 w 2574"/>
              <a:gd name="T23" fmla="*/ 2147483646 h 1562"/>
              <a:gd name="T24" fmla="*/ 2147483646 w 2574"/>
              <a:gd name="T25" fmla="*/ 2147483646 h 1562"/>
              <a:gd name="T26" fmla="*/ 2147483646 w 2574"/>
              <a:gd name="T27" fmla="*/ 2147483646 h 1562"/>
              <a:gd name="T28" fmla="*/ 2147483646 w 2574"/>
              <a:gd name="T29" fmla="*/ 2147483646 h 1562"/>
              <a:gd name="T30" fmla="*/ 2147483646 w 2574"/>
              <a:gd name="T31" fmla="*/ 2147483646 h 1562"/>
              <a:gd name="T32" fmla="*/ 2147483646 w 2574"/>
              <a:gd name="T33" fmla="*/ 2147483646 h 1562"/>
              <a:gd name="T34" fmla="*/ 2147483646 w 2574"/>
              <a:gd name="T35" fmla="*/ 2147483646 h 1562"/>
              <a:gd name="T36" fmla="*/ 2147483646 w 2574"/>
              <a:gd name="T37" fmla="*/ 2147483646 h 1562"/>
              <a:gd name="T38" fmla="*/ 2147483646 w 2574"/>
              <a:gd name="T39" fmla="*/ 2147483646 h 1562"/>
              <a:gd name="T40" fmla="*/ 2147483646 w 2574"/>
              <a:gd name="T41" fmla="*/ 2147483646 h 1562"/>
              <a:gd name="T42" fmla="*/ 0 w 2574"/>
              <a:gd name="T43" fmla="*/ 2147483646 h 1562"/>
              <a:gd name="T44" fmla="*/ 2147483646 w 2574"/>
              <a:gd name="T45" fmla="*/ 2147483646 h 15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5" name="Freeform 10">
            <a:extLst>
              <a:ext uri="{FF2B5EF4-FFF2-40B4-BE49-F238E27FC236}">
                <a16:creationId xmlns:a16="http://schemas.microsoft.com/office/drawing/2014/main" id="{D9C6B1B4-8E86-3342-B56E-14943CA47D6E}"/>
              </a:ext>
            </a:extLst>
          </p:cNvPr>
          <p:cNvSpPr>
            <a:spLocks/>
          </p:cNvSpPr>
          <p:nvPr/>
        </p:nvSpPr>
        <p:spPr bwMode="auto">
          <a:xfrm>
            <a:off x="2980135" y="3058716"/>
            <a:ext cx="1044178" cy="603647"/>
          </a:xfrm>
          <a:custGeom>
            <a:avLst/>
            <a:gdLst>
              <a:gd name="T0" fmla="*/ 0 w 877"/>
              <a:gd name="T1" fmla="*/ 0 h 507"/>
              <a:gd name="T2" fmla="*/ 2147483646 w 877"/>
              <a:gd name="T3" fmla="*/ 2147483646 h 507"/>
              <a:gd name="T4" fmla="*/ 2147483646 w 877"/>
              <a:gd name="T5" fmla="*/ 2147483646 h 507"/>
              <a:gd name="T6" fmla="*/ 0 60000 65536"/>
              <a:gd name="T7" fmla="*/ 0 60000 65536"/>
              <a:gd name="T8" fmla="*/ 0 60000 65536"/>
            </a:gdLst>
            <a:ahLst/>
            <a:cxnLst>
              <a:cxn ang="T6">
                <a:pos x="T0" y="T1"/>
              </a:cxn>
              <a:cxn ang="T7">
                <a:pos x="T2" y="T3"/>
              </a:cxn>
              <a:cxn ang="T8">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6" name="Freeform 11">
            <a:extLst>
              <a:ext uri="{FF2B5EF4-FFF2-40B4-BE49-F238E27FC236}">
                <a16:creationId xmlns:a16="http://schemas.microsoft.com/office/drawing/2014/main" id="{9AB21B94-981A-3B4E-BDFF-61E6B8EFF94B}"/>
              </a:ext>
            </a:extLst>
          </p:cNvPr>
          <p:cNvSpPr>
            <a:spLocks/>
          </p:cNvSpPr>
          <p:nvPr/>
        </p:nvSpPr>
        <p:spPr bwMode="auto">
          <a:xfrm>
            <a:off x="5697141" y="1127523"/>
            <a:ext cx="2127647" cy="2972990"/>
          </a:xfrm>
          <a:custGeom>
            <a:avLst/>
            <a:gdLst>
              <a:gd name="T0" fmla="*/ 2147483646 w 1787"/>
              <a:gd name="T1" fmla="*/ 2147483646 h 2497"/>
              <a:gd name="T2" fmla="*/ 2147483646 w 1787"/>
              <a:gd name="T3" fmla="*/ 2147483646 h 2497"/>
              <a:gd name="T4" fmla="*/ 2147483646 w 1787"/>
              <a:gd name="T5" fmla="*/ 2147483646 h 2497"/>
              <a:gd name="T6" fmla="*/ 2147483646 w 1787"/>
              <a:gd name="T7" fmla="*/ 2147483646 h 2497"/>
              <a:gd name="T8" fmla="*/ 2147483646 w 1787"/>
              <a:gd name="T9" fmla="*/ 2147483646 h 2497"/>
              <a:gd name="T10" fmla="*/ 2147483646 w 1787"/>
              <a:gd name="T11" fmla="*/ 2147483646 h 2497"/>
              <a:gd name="T12" fmla="*/ 2147483646 w 1787"/>
              <a:gd name="T13" fmla="*/ 2147483646 h 2497"/>
              <a:gd name="T14" fmla="*/ 2147483646 w 1787"/>
              <a:gd name="T15" fmla="*/ 0 h 2497"/>
              <a:gd name="T16" fmla="*/ 2147483646 w 1787"/>
              <a:gd name="T17" fmla="*/ 2147483646 h 2497"/>
              <a:gd name="T18" fmla="*/ 2147483646 w 1787"/>
              <a:gd name="T19" fmla="*/ 2147483646 h 2497"/>
              <a:gd name="T20" fmla="*/ 2147483646 w 1787"/>
              <a:gd name="T21" fmla="*/ 2147483646 h 2497"/>
              <a:gd name="T22" fmla="*/ 2147483646 w 1787"/>
              <a:gd name="T23" fmla="*/ 2147483646 h 2497"/>
              <a:gd name="T24" fmla="*/ 2147483646 w 1787"/>
              <a:gd name="T25" fmla="*/ 2147483646 h 2497"/>
              <a:gd name="T26" fmla="*/ 2147483646 w 1787"/>
              <a:gd name="T27" fmla="*/ 2147483646 h 2497"/>
              <a:gd name="T28" fmla="*/ 2147483646 w 1787"/>
              <a:gd name="T29" fmla="*/ 2147483646 h 2497"/>
              <a:gd name="T30" fmla="*/ 2147483646 w 1787"/>
              <a:gd name="T31" fmla="*/ 2147483646 h 2497"/>
              <a:gd name="T32" fmla="*/ 2147483646 w 1787"/>
              <a:gd name="T33" fmla="*/ 2147483646 h 2497"/>
              <a:gd name="T34" fmla="*/ 2147483646 w 1787"/>
              <a:gd name="T35" fmla="*/ 2147483646 h 2497"/>
              <a:gd name="T36" fmla="*/ 2147483646 w 1787"/>
              <a:gd name="T37" fmla="*/ 2147483646 h 2497"/>
              <a:gd name="T38" fmla="*/ 2147483646 w 1787"/>
              <a:gd name="T39" fmla="*/ 2147483646 h 2497"/>
              <a:gd name="T40" fmla="*/ 2147483646 w 1787"/>
              <a:gd name="T41" fmla="*/ 2147483646 h 2497"/>
              <a:gd name="T42" fmla="*/ 2147483646 w 1787"/>
              <a:gd name="T43" fmla="*/ 2147483646 h 2497"/>
              <a:gd name="T44" fmla="*/ 2147483646 w 1787"/>
              <a:gd name="T45" fmla="*/ 2147483646 h 2497"/>
              <a:gd name="T46" fmla="*/ 2147483646 w 1787"/>
              <a:gd name="T47" fmla="*/ 2147483646 h 24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7" name="Line 12">
            <a:extLst>
              <a:ext uri="{FF2B5EF4-FFF2-40B4-BE49-F238E27FC236}">
                <a16:creationId xmlns:a16="http://schemas.microsoft.com/office/drawing/2014/main" id="{0F6C4DDD-88AE-0B4B-B227-9517ED6C3179}"/>
              </a:ext>
            </a:extLst>
          </p:cNvPr>
          <p:cNvSpPr>
            <a:spLocks noChangeShapeType="1"/>
          </p:cNvSpPr>
          <p:nvPr/>
        </p:nvSpPr>
        <p:spPr bwMode="auto">
          <a:xfrm flipV="1">
            <a:off x="2980135" y="2999185"/>
            <a:ext cx="383024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8" name="Line 13">
            <a:extLst>
              <a:ext uri="{FF2B5EF4-FFF2-40B4-BE49-F238E27FC236}">
                <a16:creationId xmlns:a16="http://schemas.microsoft.com/office/drawing/2014/main" id="{5BB1C935-294C-EE47-9F38-C35E112F20CA}"/>
              </a:ext>
            </a:extLst>
          </p:cNvPr>
          <p:cNvSpPr>
            <a:spLocks noChangeShapeType="1"/>
          </p:cNvSpPr>
          <p:nvPr/>
        </p:nvSpPr>
        <p:spPr bwMode="auto">
          <a:xfrm>
            <a:off x="3525441" y="1791891"/>
            <a:ext cx="0" cy="3095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9" name="Freeform 14">
            <a:extLst>
              <a:ext uri="{FF2B5EF4-FFF2-40B4-BE49-F238E27FC236}">
                <a16:creationId xmlns:a16="http://schemas.microsoft.com/office/drawing/2014/main" id="{7392E438-77F3-2642-B66C-0941FDA72170}"/>
              </a:ext>
            </a:extLst>
          </p:cNvPr>
          <p:cNvSpPr>
            <a:spLocks/>
          </p:cNvSpPr>
          <p:nvPr/>
        </p:nvSpPr>
        <p:spPr bwMode="auto">
          <a:xfrm>
            <a:off x="6800850" y="2082404"/>
            <a:ext cx="371475" cy="381000"/>
          </a:xfrm>
          <a:custGeom>
            <a:avLst/>
            <a:gdLst>
              <a:gd name="T0" fmla="*/ 2147483646 w 308"/>
              <a:gd name="T1" fmla="*/ 0 h 396"/>
              <a:gd name="T2" fmla="*/ 2147483646 w 308"/>
              <a:gd name="T3" fmla="*/ 2147483646 h 396"/>
              <a:gd name="T4" fmla="*/ 0 w 308"/>
              <a:gd name="T5" fmla="*/ 2147483646 h 396"/>
              <a:gd name="T6" fmla="*/ 0 60000 65536"/>
              <a:gd name="T7" fmla="*/ 0 60000 65536"/>
              <a:gd name="T8" fmla="*/ 0 60000 65536"/>
            </a:gdLst>
            <a:ahLst/>
            <a:cxnLst>
              <a:cxn ang="T6">
                <a:pos x="T0" y="T1"/>
              </a:cxn>
              <a:cxn ang="T7">
                <a:pos x="T2" y="T3"/>
              </a:cxn>
              <a:cxn ang="T8">
                <a:pos x="T4" y="T5"/>
              </a:cxn>
            </a:cxnLst>
            <a:rect l="0" t="0" r="r" b="b"/>
            <a:pathLst>
              <a:path w="308" h="396">
                <a:moveTo>
                  <a:pt x="308" y="0"/>
                </a:moveTo>
                <a:lnTo>
                  <a:pt x="308" y="396"/>
                </a:lnTo>
                <a:lnTo>
                  <a:pt x="0"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0" name="Line 15">
            <a:extLst>
              <a:ext uri="{FF2B5EF4-FFF2-40B4-BE49-F238E27FC236}">
                <a16:creationId xmlns:a16="http://schemas.microsoft.com/office/drawing/2014/main" id="{0DF74686-016C-4041-A2B5-20CAE290F660}"/>
              </a:ext>
            </a:extLst>
          </p:cNvPr>
          <p:cNvSpPr>
            <a:spLocks noChangeShapeType="1"/>
          </p:cNvSpPr>
          <p:nvPr/>
        </p:nvSpPr>
        <p:spPr bwMode="auto">
          <a:xfrm>
            <a:off x="5324475" y="1610916"/>
            <a:ext cx="0" cy="4738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1" name="Line 16">
            <a:extLst>
              <a:ext uri="{FF2B5EF4-FFF2-40B4-BE49-F238E27FC236}">
                <a16:creationId xmlns:a16="http://schemas.microsoft.com/office/drawing/2014/main" id="{F3F1B393-9B3E-0244-B7AE-23BAED871B16}"/>
              </a:ext>
            </a:extLst>
          </p:cNvPr>
          <p:cNvSpPr>
            <a:spLocks noChangeShapeType="1"/>
          </p:cNvSpPr>
          <p:nvPr/>
        </p:nvSpPr>
        <p:spPr bwMode="auto">
          <a:xfrm flipV="1">
            <a:off x="5610225" y="3652838"/>
            <a:ext cx="7144" cy="8072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2" name="Line 17">
            <a:extLst>
              <a:ext uri="{FF2B5EF4-FFF2-40B4-BE49-F238E27FC236}">
                <a16:creationId xmlns:a16="http://schemas.microsoft.com/office/drawing/2014/main" id="{54B47578-78DC-8341-AF6B-8EE6385EFDDA}"/>
              </a:ext>
            </a:extLst>
          </p:cNvPr>
          <p:cNvSpPr>
            <a:spLocks noChangeShapeType="1"/>
          </p:cNvSpPr>
          <p:nvPr/>
        </p:nvSpPr>
        <p:spPr bwMode="auto">
          <a:xfrm flipH="1">
            <a:off x="4321969" y="1709738"/>
            <a:ext cx="0" cy="39171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3" name="Freeform 18">
            <a:extLst>
              <a:ext uri="{FF2B5EF4-FFF2-40B4-BE49-F238E27FC236}">
                <a16:creationId xmlns:a16="http://schemas.microsoft.com/office/drawing/2014/main" id="{DBC2B43E-D5DF-C545-A244-39895F34A448}"/>
              </a:ext>
            </a:extLst>
          </p:cNvPr>
          <p:cNvSpPr>
            <a:spLocks/>
          </p:cNvSpPr>
          <p:nvPr/>
        </p:nvSpPr>
        <p:spPr bwMode="auto">
          <a:xfrm>
            <a:off x="6597253" y="1781175"/>
            <a:ext cx="213122" cy="492919"/>
          </a:xfrm>
          <a:custGeom>
            <a:avLst/>
            <a:gdLst>
              <a:gd name="T0" fmla="*/ 0 w 176"/>
              <a:gd name="T1" fmla="*/ 0 h 392"/>
              <a:gd name="T2" fmla="*/ 0 w 176"/>
              <a:gd name="T3" fmla="*/ 2147483646 h 392"/>
              <a:gd name="T4" fmla="*/ 2147483646 w 176"/>
              <a:gd name="T5" fmla="*/ 2147483646 h 392"/>
              <a:gd name="T6" fmla="*/ 0 60000 65536"/>
              <a:gd name="T7" fmla="*/ 0 60000 65536"/>
              <a:gd name="T8" fmla="*/ 0 60000 65536"/>
            </a:gdLst>
            <a:ahLst/>
            <a:cxnLst>
              <a:cxn ang="T6">
                <a:pos x="T0" y="T1"/>
              </a:cxn>
              <a:cxn ang="T7">
                <a:pos x="T2" y="T3"/>
              </a:cxn>
              <a:cxn ang="T8">
                <a:pos x="T4" y="T5"/>
              </a:cxn>
            </a:cxnLst>
            <a:rect l="0" t="0" r="r" b="b"/>
            <a:pathLst>
              <a:path w="176" h="392">
                <a:moveTo>
                  <a:pt x="0" y="0"/>
                </a:moveTo>
                <a:lnTo>
                  <a:pt x="0" y="392"/>
                </a:lnTo>
                <a:lnTo>
                  <a:pt x="176"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4" name="Line 19">
            <a:extLst>
              <a:ext uri="{FF2B5EF4-FFF2-40B4-BE49-F238E27FC236}">
                <a16:creationId xmlns:a16="http://schemas.microsoft.com/office/drawing/2014/main" id="{BCEF9B89-7D22-4947-8B0C-2FCB8AC68CF0}"/>
              </a:ext>
            </a:extLst>
          </p:cNvPr>
          <p:cNvSpPr>
            <a:spLocks noChangeShapeType="1"/>
          </p:cNvSpPr>
          <p:nvPr/>
        </p:nvSpPr>
        <p:spPr bwMode="auto">
          <a:xfrm flipH="1" flipV="1">
            <a:off x="4812506" y="3662363"/>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5" name="Line 20">
            <a:extLst>
              <a:ext uri="{FF2B5EF4-FFF2-40B4-BE49-F238E27FC236}">
                <a16:creationId xmlns:a16="http://schemas.microsoft.com/office/drawing/2014/main" id="{AA57F84C-2D6C-F148-AE94-8F4BABE4540A}"/>
              </a:ext>
            </a:extLst>
          </p:cNvPr>
          <p:cNvSpPr>
            <a:spLocks noChangeShapeType="1"/>
          </p:cNvSpPr>
          <p:nvPr/>
        </p:nvSpPr>
        <p:spPr bwMode="auto">
          <a:xfrm flipH="1" flipV="1">
            <a:off x="3768329" y="3662363"/>
            <a:ext cx="0" cy="3036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6" name="Line 21">
            <a:extLst>
              <a:ext uri="{FF2B5EF4-FFF2-40B4-BE49-F238E27FC236}">
                <a16:creationId xmlns:a16="http://schemas.microsoft.com/office/drawing/2014/main" id="{0F836B28-07CE-5E47-816A-09D81147721D}"/>
              </a:ext>
            </a:extLst>
          </p:cNvPr>
          <p:cNvSpPr>
            <a:spLocks noChangeShapeType="1"/>
          </p:cNvSpPr>
          <p:nvPr/>
        </p:nvSpPr>
        <p:spPr bwMode="auto">
          <a:xfrm flipH="1" flipV="1">
            <a:off x="6810375" y="3512344"/>
            <a:ext cx="638175"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4277" name="Picture 22">
            <a:extLst>
              <a:ext uri="{FF2B5EF4-FFF2-40B4-BE49-F238E27FC236}">
                <a16:creationId xmlns:a16="http://schemas.microsoft.com/office/drawing/2014/main" id="{16B11277-B66A-FD41-9631-5920ECE401A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76713" y="1489473"/>
            <a:ext cx="286941"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8" name="Picture 23">
            <a:extLst>
              <a:ext uri="{FF2B5EF4-FFF2-40B4-BE49-F238E27FC236}">
                <a16:creationId xmlns:a16="http://schemas.microsoft.com/office/drawing/2014/main" id="{440FCE45-6810-A346-BF63-26AD3879C65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5322" y="2817019"/>
            <a:ext cx="522684" cy="364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9" name="Picture 24">
            <a:extLst>
              <a:ext uri="{FF2B5EF4-FFF2-40B4-BE49-F238E27FC236}">
                <a16:creationId xmlns:a16="http://schemas.microsoft.com/office/drawing/2014/main" id="{EE10EA0D-F9F7-4D4D-B934-FC8068868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87329" y="1677591"/>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0" name="Picture 25">
            <a:extLst>
              <a:ext uri="{FF2B5EF4-FFF2-40B4-BE49-F238E27FC236}">
                <a16:creationId xmlns:a16="http://schemas.microsoft.com/office/drawing/2014/main" id="{36F99799-7ECB-1C4E-AACC-B7049185B9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6363" y="1369219"/>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1" name="Picture 26">
            <a:extLst>
              <a:ext uri="{FF2B5EF4-FFF2-40B4-BE49-F238E27FC236}">
                <a16:creationId xmlns:a16="http://schemas.microsoft.com/office/drawing/2014/main" id="{8B461877-C774-5D41-8ADC-0F731E3963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2548" y="1851423"/>
            <a:ext cx="286940"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2" name="Picture 27">
            <a:extLst>
              <a:ext uri="{FF2B5EF4-FFF2-40B4-BE49-F238E27FC236}">
                <a16:creationId xmlns:a16="http://schemas.microsoft.com/office/drawing/2014/main" id="{CB9C2876-6063-C743-9A63-607228A6EC5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2713" y="1550194"/>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3" name="Picture 28">
            <a:extLst>
              <a:ext uri="{FF2B5EF4-FFF2-40B4-BE49-F238E27FC236}">
                <a16:creationId xmlns:a16="http://schemas.microsoft.com/office/drawing/2014/main" id="{E68CC663-54F7-2B4A-80A6-2F8B8C6D9A1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31869" y="3301603"/>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4" name="Picture 29">
            <a:extLst>
              <a:ext uri="{FF2B5EF4-FFF2-40B4-BE49-F238E27FC236}">
                <a16:creationId xmlns:a16="http://schemas.microsoft.com/office/drawing/2014/main" id="{B13B55EA-76B2-794A-9B33-C380B242B5B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3304" y="4300537"/>
            <a:ext cx="28694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5" name="Picture 30">
            <a:extLst>
              <a:ext uri="{FF2B5EF4-FFF2-40B4-BE49-F238E27FC236}">
                <a16:creationId xmlns:a16="http://schemas.microsoft.com/office/drawing/2014/main" id="{A18693E8-F6A4-D447-B72F-8B4B5C3A114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67250" y="4086225"/>
            <a:ext cx="285750" cy="301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6" name="Picture 31">
            <a:extLst>
              <a:ext uri="{FF2B5EF4-FFF2-40B4-BE49-F238E27FC236}">
                <a16:creationId xmlns:a16="http://schemas.microsoft.com/office/drawing/2014/main" id="{08DF1EB1-B8AD-4A4A-A40C-C1F44ABB31B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881" y="3844528"/>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87" name="Text Box 32">
            <a:extLst>
              <a:ext uri="{FF2B5EF4-FFF2-40B4-BE49-F238E27FC236}">
                <a16:creationId xmlns:a16="http://schemas.microsoft.com/office/drawing/2014/main" id="{3AB147DA-2CA6-4748-B9E8-6FE50A754291}"/>
              </a:ext>
            </a:extLst>
          </p:cNvPr>
          <p:cNvSpPr txBox="1">
            <a:spLocks noChangeArrowheads="1"/>
          </p:cNvSpPr>
          <p:nvPr/>
        </p:nvSpPr>
        <p:spPr bwMode="auto">
          <a:xfrm>
            <a:off x="2897982" y="1409700"/>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4288" name="Text Box 33">
            <a:extLst>
              <a:ext uri="{FF2B5EF4-FFF2-40B4-BE49-F238E27FC236}">
                <a16:creationId xmlns:a16="http://schemas.microsoft.com/office/drawing/2014/main" id="{E27E3C6B-0C21-3740-8A82-DBF37D39B4EE}"/>
              </a:ext>
            </a:extLst>
          </p:cNvPr>
          <p:cNvSpPr txBox="1">
            <a:spLocks noChangeArrowheads="1"/>
          </p:cNvSpPr>
          <p:nvPr/>
        </p:nvSpPr>
        <p:spPr bwMode="auto">
          <a:xfrm>
            <a:off x="3638550" y="1247775"/>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4289" name="Text Box 34">
            <a:extLst>
              <a:ext uri="{FF2B5EF4-FFF2-40B4-BE49-F238E27FC236}">
                <a16:creationId xmlns:a16="http://schemas.microsoft.com/office/drawing/2014/main" id="{9C291F94-D5A4-C14A-95B3-55DA0D7E1BC5}"/>
              </a:ext>
            </a:extLst>
          </p:cNvPr>
          <p:cNvSpPr txBox="1">
            <a:spLocks noChangeArrowheads="1"/>
          </p:cNvSpPr>
          <p:nvPr/>
        </p:nvSpPr>
        <p:spPr bwMode="auto">
          <a:xfrm>
            <a:off x="4624387" y="113942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4290" name="Text Box 35">
            <a:extLst>
              <a:ext uri="{FF2B5EF4-FFF2-40B4-BE49-F238E27FC236}">
                <a16:creationId xmlns:a16="http://schemas.microsoft.com/office/drawing/2014/main" id="{67E7C4E8-4198-BE46-879C-942DA306D5DD}"/>
              </a:ext>
            </a:extLst>
          </p:cNvPr>
          <p:cNvSpPr txBox="1">
            <a:spLocks noChangeArrowheads="1"/>
          </p:cNvSpPr>
          <p:nvPr/>
        </p:nvSpPr>
        <p:spPr bwMode="auto">
          <a:xfrm>
            <a:off x="6132910" y="124182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4291" name="Text Box 36">
            <a:extLst>
              <a:ext uri="{FF2B5EF4-FFF2-40B4-BE49-F238E27FC236}">
                <a16:creationId xmlns:a16="http://schemas.microsoft.com/office/drawing/2014/main" id="{53F26674-BA78-074A-8043-B405C7C5D963}"/>
              </a:ext>
            </a:extLst>
          </p:cNvPr>
          <p:cNvSpPr txBox="1">
            <a:spLocks noChangeArrowheads="1"/>
          </p:cNvSpPr>
          <p:nvPr/>
        </p:nvSpPr>
        <p:spPr bwMode="auto">
          <a:xfrm>
            <a:off x="6811566" y="15335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4292" name="Text Box 37">
            <a:extLst>
              <a:ext uri="{FF2B5EF4-FFF2-40B4-BE49-F238E27FC236}">
                <a16:creationId xmlns:a16="http://schemas.microsoft.com/office/drawing/2014/main" id="{70BAC129-09C8-0A4C-849D-A50B763F65F0}"/>
              </a:ext>
            </a:extLst>
          </p:cNvPr>
          <p:cNvSpPr txBox="1">
            <a:spLocks noChangeArrowheads="1"/>
          </p:cNvSpPr>
          <p:nvPr/>
        </p:nvSpPr>
        <p:spPr bwMode="auto">
          <a:xfrm>
            <a:off x="6786563" y="3030141"/>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4293" name="Text Box 38">
            <a:extLst>
              <a:ext uri="{FF2B5EF4-FFF2-40B4-BE49-F238E27FC236}">
                <a16:creationId xmlns:a16="http://schemas.microsoft.com/office/drawing/2014/main" id="{52E7A9C4-EF35-1A4C-B5EF-2DC781816755}"/>
              </a:ext>
            </a:extLst>
          </p:cNvPr>
          <p:cNvSpPr txBox="1">
            <a:spLocks noChangeArrowheads="1"/>
          </p:cNvSpPr>
          <p:nvPr/>
        </p:nvSpPr>
        <p:spPr bwMode="auto">
          <a:xfrm>
            <a:off x="3168253" y="413027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4294" name="Text Box 39">
            <a:extLst>
              <a:ext uri="{FF2B5EF4-FFF2-40B4-BE49-F238E27FC236}">
                <a16:creationId xmlns:a16="http://schemas.microsoft.com/office/drawing/2014/main" id="{327076F2-6DB2-454F-A312-0BCEC003117B}"/>
              </a:ext>
            </a:extLst>
          </p:cNvPr>
          <p:cNvSpPr txBox="1">
            <a:spLocks noChangeArrowheads="1"/>
          </p:cNvSpPr>
          <p:nvPr/>
        </p:nvSpPr>
        <p:spPr bwMode="auto">
          <a:xfrm>
            <a:off x="4185048" y="4354116"/>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4295" name="Text Box 40">
            <a:extLst>
              <a:ext uri="{FF2B5EF4-FFF2-40B4-BE49-F238E27FC236}">
                <a16:creationId xmlns:a16="http://schemas.microsoft.com/office/drawing/2014/main" id="{20C4055C-9A04-4B4B-A78B-AA98CD563679}"/>
              </a:ext>
            </a:extLst>
          </p:cNvPr>
          <p:cNvSpPr txBox="1">
            <a:spLocks noChangeArrowheads="1"/>
          </p:cNvSpPr>
          <p:nvPr/>
        </p:nvSpPr>
        <p:spPr bwMode="auto">
          <a:xfrm>
            <a:off x="5012532" y="459581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4296" name="Line 41">
            <a:extLst>
              <a:ext uri="{FF2B5EF4-FFF2-40B4-BE49-F238E27FC236}">
                <a16:creationId xmlns:a16="http://schemas.microsoft.com/office/drawing/2014/main" id="{66DD2C9A-502F-1741-B515-B1C4419BF8EC}"/>
              </a:ext>
            </a:extLst>
          </p:cNvPr>
          <p:cNvSpPr>
            <a:spLocks noChangeShapeType="1"/>
          </p:cNvSpPr>
          <p:nvPr/>
        </p:nvSpPr>
        <p:spPr bwMode="auto">
          <a:xfrm flipV="1">
            <a:off x="3502819" y="3651648"/>
            <a:ext cx="2365772" cy="10715"/>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7" name="Line 42">
            <a:extLst>
              <a:ext uri="{FF2B5EF4-FFF2-40B4-BE49-F238E27FC236}">
                <a16:creationId xmlns:a16="http://schemas.microsoft.com/office/drawing/2014/main" id="{ADAA7D60-7E07-4049-A597-D0D63460F122}"/>
              </a:ext>
            </a:extLst>
          </p:cNvPr>
          <p:cNvSpPr>
            <a:spLocks noChangeShapeType="1"/>
          </p:cNvSpPr>
          <p:nvPr/>
        </p:nvSpPr>
        <p:spPr bwMode="auto">
          <a:xfrm>
            <a:off x="3328987" y="2093119"/>
            <a:ext cx="2320529"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8" name="Text Box 43">
            <a:extLst>
              <a:ext uri="{FF2B5EF4-FFF2-40B4-BE49-F238E27FC236}">
                <a16:creationId xmlns:a16="http://schemas.microsoft.com/office/drawing/2014/main" id="{FDAF6B20-DE42-D542-8F86-382A6A907AEC}"/>
              </a:ext>
            </a:extLst>
          </p:cNvPr>
          <p:cNvSpPr txBox="1">
            <a:spLocks noChangeArrowheads="1"/>
          </p:cNvSpPr>
          <p:nvPr/>
        </p:nvSpPr>
        <p:spPr bwMode="auto">
          <a:xfrm>
            <a:off x="4135041" y="375999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299" name="Text Box 44">
            <a:extLst>
              <a:ext uri="{FF2B5EF4-FFF2-40B4-BE49-F238E27FC236}">
                <a16:creationId xmlns:a16="http://schemas.microsoft.com/office/drawing/2014/main" id="{E3EA4B05-61A8-6849-88E6-3E2516F4F5F5}"/>
              </a:ext>
            </a:extLst>
          </p:cNvPr>
          <p:cNvSpPr txBox="1">
            <a:spLocks noChangeArrowheads="1"/>
          </p:cNvSpPr>
          <p:nvPr/>
        </p:nvSpPr>
        <p:spPr bwMode="auto">
          <a:xfrm>
            <a:off x="4470797" y="139303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0" name="Line 45">
            <a:extLst>
              <a:ext uri="{FF2B5EF4-FFF2-40B4-BE49-F238E27FC236}">
                <a16:creationId xmlns:a16="http://schemas.microsoft.com/office/drawing/2014/main" id="{D3BFCDA3-5535-1542-B3D0-EB249F4EAEAD}"/>
              </a:ext>
            </a:extLst>
          </p:cNvPr>
          <p:cNvSpPr>
            <a:spLocks noChangeShapeType="1"/>
          </p:cNvSpPr>
          <p:nvPr/>
        </p:nvSpPr>
        <p:spPr bwMode="auto">
          <a:xfrm rot="5400000">
            <a:off x="5934075" y="2847975"/>
            <a:ext cx="175260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301" name="Text Box 46">
            <a:extLst>
              <a:ext uri="{FF2B5EF4-FFF2-40B4-BE49-F238E27FC236}">
                <a16:creationId xmlns:a16="http://schemas.microsoft.com/office/drawing/2014/main" id="{DBB0F5FC-540C-144C-AB01-9D467E76DB84}"/>
              </a:ext>
            </a:extLst>
          </p:cNvPr>
          <p:cNvSpPr txBox="1">
            <a:spLocks noChangeArrowheads="1"/>
          </p:cNvSpPr>
          <p:nvPr/>
        </p:nvSpPr>
        <p:spPr bwMode="auto">
          <a:xfrm rot="5400000">
            <a:off x="7124307" y="2628053"/>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2" name="Text Box 47">
            <a:extLst>
              <a:ext uri="{FF2B5EF4-FFF2-40B4-BE49-F238E27FC236}">
                <a16:creationId xmlns:a16="http://schemas.microsoft.com/office/drawing/2014/main" id="{BDA7208C-FD7F-4C42-8B64-28DB41B340F9}"/>
              </a:ext>
            </a:extLst>
          </p:cNvPr>
          <p:cNvSpPr txBox="1">
            <a:spLocks noChangeArrowheads="1"/>
          </p:cNvSpPr>
          <p:nvPr/>
        </p:nvSpPr>
        <p:spPr bwMode="auto">
          <a:xfrm>
            <a:off x="4086225" y="3353991"/>
            <a:ext cx="164019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145.13.21</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3" name="Text Box 48">
            <a:extLst>
              <a:ext uri="{FF2B5EF4-FFF2-40B4-BE49-F238E27FC236}">
                <a16:creationId xmlns:a16="http://schemas.microsoft.com/office/drawing/2014/main" id="{3A8B1499-5475-354D-8B69-FF784908BDCF}"/>
              </a:ext>
            </a:extLst>
          </p:cNvPr>
          <p:cNvSpPr txBox="1">
            <a:spLocks noChangeArrowheads="1"/>
          </p:cNvSpPr>
          <p:nvPr/>
        </p:nvSpPr>
        <p:spPr bwMode="auto">
          <a:xfrm>
            <a:off x="4031456" y="2112169"/>
            <a:ext cx="15327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145.13.3</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4" name="Text Box 49">
            <a:extLst>
              <a:ext uri="{FF2B5EF4-FFF2-40B4-BE49-F238E27FC236}">
                <a16:creationId xmlns:a16="http://schemas.microsoft.com/office/drawing/2014/main" id="{E8D10932-4D62-6447-95CA-F85AE0E56254}"/>
              </a:ext>
            </a:extLst>
          </p:cNvPr>
          <p:cNvSpPr txBox="1">
            <a:spLocks noChangeArrowheads="1"/>
          </p:cNvSpPr>
          <p:nvPr/>
        </p:nvSpPr>
        <p:spPr bwMode="auto">
          <a:xfrm>
            <a:off x="5651897" y="2446735"/>
            <a:ext cx="109517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p>
          <a:p>
            <a:pPr eaLnBrk="1" hangingPunct="1">
              <a:spcBef>
                <a:spcPct val="0"/>
              </a:spcBef>
              <a:buClrTx/>
              <a:buSzTx/>
              <a:buFontTx/>
              <a:buNone/>
            </a:pP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145.13.7</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pic>
        <p:nvPicPr>
          <p:cNvPr id="224305" name="Picture 50">
            <a:extLst>
              <a:ext uri="{FF2B5EF4-FFF2-40B4-BE49-F238E27FC236}">
                <a16:creationId xmlns:a16="http://schemas.microsoft.com/office/drawing/2014/main" id="{4C05FBDE-849A-6747-96B4-4E61B5CD72C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3482579"/>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306" name="Picture 51">
            <a:extLst>
              <a:ext uri="{FF2B5EF4-FFF2-40B4-BE49-F238E27FC236}">
                <a16:creationId xmlns:a16="http://schemas.microsoft.com/office/drawing/2014/main" id="{5F528505-628E-B64F-8D6D-1F43F95421D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1791891"/>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5908" name="AutoShape 52">
            <a:extLst>
              <a:ext uri="{FF2B5EF4-FFF2-40B4-BE49-F238E27FC236}">
                <a16:creationId xmlns:a16="http://schemas.microsoft.com/office/drawing/2014/main" id="{B19965F7-6325-B047-843D-C0165A20177D}"/>
              </a:ext>
            </a:extLst>
          </p:cNvPr>
          <p:cNvSpPr>
            <a:spLocks noChangeArrowheads="1"/>
          </p:cNvSpPr>
          <p:nvPr/>
        </p:nvSpPr>
        <p:spPr bwMode="auto">
          <a:xfrm>
            <a:off x="1240631" y="657225"/>
            <a:ext cx="1363266" cy="1045369"/>
          </a:xfrm>
          <a:prstGeom prst="wedgeRoundRectCallout">
            <a:avLst>
              <a:gd name="adj1" fmla="val 67731"/>
              <a:gd name="adj2" fmla="val 164009"/>
              <a:gd name="adj3" fmla="val 16667"/>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4308" name="Text Box 53">
            <a:extLst>
              <a:ext uri="{FF2B5EF4-FFF2-40B4-BE49-F238E27FC236}">
                <a16:creationId xmlns:a16="http://schemas.microsoft.com/office/drawing/2014/main" id="{F4026ECC-43B3-5745-9BC7-CA1DE304634A}"/>
              </a:ext>
            </a:extLst>
          </p:cNvPr>
          <p:cNvSpPr txBox="1">
            <a:spLocks noChangeArrowheads="1"/>
          </p:cNvSpPr>
          <p:nvPr/>
        </p:nvSpPr>
        <p:spPr bwMode="auto">
          <a:xfrm>
            <a:off x="860821" y="681037"/>
            <a:ext cx="20824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所有到达网络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此路由器</a:t>
            </a:r>
          </a:p>
        </p:txBody>
      </p:sp>
      <p:sp>
        <p:nvSpPr>
          <p:cNvPr id="224309" name="Line 54">
            <a:extLst>
              <a:ext uri="{FF2B5EF4-FFF2-40B4-BE49-F238E27FC236}">
                <a16:creationId xmlns:a16="http://schemas.microsoft.com/office/drawing/2014/main" id="{2F3CC007-6C2D-AB47-A5CF-20910AB8BA6B}"/>
              </a:ext>
            </a:extLst>
          </p:cNvPr>
          <p:cNvSpPr>
            <a:spLocks noChangeShapeType="1"/>
          </p:cNvSpPr>
          <p:nvPr/>
        </p:nvSpPr>
        <p:spPr bwMode="auto">
          <a:xfrm>
            <a:off x="2110978" y="2153841"/>
            <a:ext cx="403622" cy="394097"/>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0" name="Line 55">
            <a:extLst>
              <a:ext uri="{FF2B5EF4-FFF2-40B4-BE49-F238E27FC236}">
                <a16:creationId xmlns:a16="http://schemas.microsoft.com/office/drawing/2014/main" id="{A811AC53-B444-D045-8027-58462AF875F5}"/>
              </a:ext>
            </a:extLst>
          </p:cNvPr>
          <p:cNvSpPr>
            <a:spLocks noChangeShapeType="1"/>
          </p:cNvSpPr>
          <p:nvPr/>
        </p:nvSpPr>
        <p:spPr bwMode="auto">
          <a:xfrm rot="17213177">
            <a:off x="1996083" y="2984302"/>
            <a:ext cx="423863" cy="398859"/>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1" name="Text Box 56">
            <a:extLst>
              <a:ext uri="{FF2B5EF4-FFF2-40B4-BE49-F238E27FC236}">
                <a16:creationId xmlns:a16="http://schemas.microsoft.com/office/drawing/2014/main" id="{BFB91F64-55FA-4242-B036-F567EDA052C3}"/>
              </a:ext>
            </a:extLst>
          </p:cNvPr>
          <p:cNvSpPr txBox="1">
            <a:spLocks noChangeArrowheads="1"/>
          </p:cNvSpPr>
          <p:nvPr/>
        </p:nvSpPr>
        <p:spPr bwMode="auto">
          <a:xfrm>
            <a:off x="6274349" y="4260056"/>
            <a:ext cx="145424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1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100">
                <a:latin typeface="Arial" panose="020B0604020202020204" pitchFamily="34" charset="0"/>
                <a:ea typeface="宋体" panose="02010600030101010101" pitchFamily="2" charset="-122"/>
                <a:cs typeface="黑体" panose="02010609060101010101" pitchFamily="49" charset="-122"/>
              </a:rPr>
              <a:t>145.13.0.0</a:t>
            </a:r>
          </a:p>
        </p:txBody>
      </p:sp>
      <p:sp>
        <p:nvSpPr>
          <p:cNvPr id="224312" name="Text Box 57">
            <a:extLst>
              <a:ext uri="{FF2B5EF4-FFF2-40B4-BE49-F238E27FC236}">
                <a16:creationId xmlns:a16="http://schemas.microsoft.com/office/drawing/2014/main" id="{5266877E-83D9-2949-8CA0-76EAFB9CB0CF}"/>
              </a:ext>
            </a:extLst>
          </p:cNvPr>
          <p:cNvSpPr txBox="1">
            <a:spLocks noChangeArrowheads="1"/>
          </p:cNvSpPr>
          <p:nvPr/>
        </p:nvSpPr>
        <p:spPr bwMode="auto">
          <a:xfrm>
            <a:off x="2599135" y="3125391"/>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4313" name="Text Box 58">
            <a:extLst>
              <a:ext uri="{FF2B5EF4-FFF2-40B4-BE49-F238E27FC236}">
                <a16:creationId xmlns:a16="http://schemas.microsoft.com/office/drawing/2014/main" id="{6AFD69CB-E209-794A-99FD-C0FD3855A5B5}"/>
              </a:ext>
            </a:extLst>
          </p:cNvPr>
          <p:cNvSpPr txBox="1">
            <a:spLocks noChangeArrowheads="1"/>
          </p:cNvSpPr>
          <p:nvPr/>
        </p:nvSpPr>
        <p:spPr bwMode="auto">
          <a:xfrm>
            <a:off x="1202531" y="321349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4314" name="Text Box 59">
            <a:extLst>
              <a:ext uri="{FF2B5EF4-FFF2-40B4-BE49-F238E27FC236}">
                <a16:creationId xmlns:a16="http://schemas.microsoft.com/office/drawing/2014/main" id="{83AEA038-FF56-5D40-9E6A-A761DB3F81F3}"/>
              </a:ext>
            </a:extLst>
          </p:cNvPr>
          <p:cNvSpPr txBox="1">
            <a:spLocks noChangeArrowheads="1"/>
          </p:cNvSpPr>
          <p:nvPr/>
        </p:nvSpPr>
        <p:spPr bwMode="auto">
          <a:xfrm>
            <a:off x="1256110" y="2059782"/>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224315" name="幻灯片编号占位符 1">
            <a:extLst>
              <a:ext uri="{FF2B5EF4-FFF2-40B4-BE49-F238E27FC236}">
                <a16:creationId xmlns:a16="http://schemas.microsoft.com/office/drawing/2014/main" id="{02F4BE44-0922-0642-963E-723C9CEB7F1F}"/>
              </a:ext>
            </a:extLst>
          </p:cNvPr>
          <p:cNvSpPr>
            <a:spLocks noGrp="1" noChangeArrowheads="1"/>
          </p:cNvSpPr>
          <p:nvPr>
            <p:ph type="sldNum" sz="quarter" idx="10"/>
          </p:nvPr>
        </p:nvSpPr>
        <p:spPr>
          <a:xfrm>
            <a:off x="8698230" y="4861401"/>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C10C6D1-F03E-ED4E-AB56-AD5DE822BA2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4689379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a:extLst>
              <a:ext uri="{FF2B5EF4-FFF2-40B4-BE49-F238E27FC236}">
                <a16:creationId xmlns:a16="http://schemas.microsoft.com/office/drawing/2014/main" id="{AB7A9C4A-1717-AC4B-89FC-E18D48A1D38F}"/>
              </a:ext>
            </a:extLst>
          </p:cNvPr>
          <p:cNvSpPr>
            <a:spLocks noGrp="1" noChangeArrowheads="1"/>
          </p:cNvSpPr>
          <p:nvPr>
            <p:ph type="body" idx="1"/>
          </p:nvPr>
        </p:nvSpPr>
        <p:spPr>
          <a:xfrm>
            <a:off x="283845" y="1113235"/>
            <a:ext cx="8608695" cy="3618309"/>
          </a:xfrm>
        </p:spPr>
        <p:txBody>
          <a:bodyPr/>
          <a:lstStyle/>
          <a:p>
            <a:pPr algn="just" eaLnBrk="1" hangingPunct="1"/>
            <a:r>
              <a:rPr lang="zh-CN" altLang="en-US" dirty="0">
                <a:latin typeface="Times New Roman" panose="02020603050405020304" pitchFamily="18" charset="0"/>
                <a:ea typeface="宋体" panose="02010600030101010101" pitchFamily="2" charset="-122"/>
              </a:rPr>
              <a:t>当没有划分子网时，</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地址是</a:t>
            </a:r>
            <a:r>
              <a:rPr lang="zh-CN" altLang="en-US" dirty="0">
                <a:solidFill>
                  <a:srgbClr val="FF0000"/>
                </a:solidFill>
                <a:latin typeface="Times New Roman" panose="02020603050405020304" pitchFamily="18" charset="0"/>
                <a:ea typeface="宋体" panose="02010600030101010101" pitchFamily="2" charset="-122"/>
              </a:rPr>
              <a:t>两级结构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地址就变成了</a:t>
            </a:r>
            <a:r>
              <a:rPr lang="zh-CN" altLang="en-US" dirty="0">
                <a:solidFill>
                  <a:schemeClr val="hlink"/>
                </a:solidFill>
                <a:latin typeface="Times New Roman" panose="02020603050405020304" pitchFamily="18" charset="0"/>
                <a:ea typeface="宋体" panose="02010600030101010101" pitchFamily="2" charset="-122"/>
              </a:rPr>
              <a:t>三级结构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划分子网只是把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地址的主机号 </a:t>
            </a:r>
            <a:r>
              <a:rPr lang="en-US" altLang="zh-CN" dirty="0">
                <a:latin typeface="Times New Roman" panose="02020603050405020304" pitchFamily="18" charset="0"/>
                <a:ea typeface="宋体" panose="02010600030101010101" pitchFamily="2" charset="-122"/>
              </a:rPr>
              <a:t>host-id </a:t>
            </a:r>
            <a:r>
              <a:rPr lang="zh-CN" altLang="en-US" dirty="0">
                <a:latin typeface="Times New Roman" panose="02020603050405020304" pitchFamily="18" charset="0"/>
                <a:ea typeface="宋体" panose="02010600030101010101" pitchFamily="2" charset="-122"/>
              </a:rPr>
              <a:t>这部分进行再划分，而不改变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地址原来的网络号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 </a:t>
            </a:r>
          </a:p>
        </p:txBody>
      </p:sp>
      <p:sp>
        <p:nvSpPr>
          <p:cNvPr id="226306" name="Rectangle 3">
            <a:extLst>
              <a:ext uri="{FF2B5EF4-FFF2-40B4-BE49-F238E27FC236}">
                <a16:creationId xmlns:a16="http://schemas.microsoft.com/office/drawing/2014/main" id="{437EAF67-1919-8347-ADAF-FA4ABA28AAC3}"/>
              </a:ext>
            </a:extLst>
          </p:cNvPr>
          <p:cNvSpPr>
            <a:spLocks noGrp="1" noChangeArrowheads="1"/>
          </p:cNvSpPr>
          <p:nvPr>
            <p:ph type="title"/>
          </p:nvPr>
        </p:nvSpPr>
        <p:spPr>
          <a:xfrm>
            <a:off x="160020" y="250031"/>
            <a:ext cx="7529037" cy="647700"/>
          </a:xfrm>
        </p:spPr>
        <p:txBody>
          <a:bodyPr/>
          <a:lstStyle/>
          <a:p>
            <a:pPr eaLnBrk="1" hangingPunct="1"/>
            <a:r>
              <a:rPr lang="zh-CN" altLang="en-US" dirty="0">
                <a:latin typeface="Times New Roman" panose="02020603050405020304" pitchFamily="18" charset="0"/>
                <a:ea typeface="宋体" panose="02010600030101010101" pitchFamily="2" charset="-122"/>
              </a:rPr>
              <a:t>划分子网后变成了三级结构 </a:t>
            </a:r>
          </a:p>
        </p:txBody>
      </p:sp>
      <p:sp>
        <p:nvSpPr>
          <p:cNvPr id="226307" name="幻灯片编号占位符 1">
            <a:extLst>
              <a:ext uri="{FF2B5EF4-FFF2-40B4-BE49-F238E27FC236}">
                <a16:creationId xmlns:a16="http://schemas.microsoft.com/office/drawing/2014/main" id="{6E959506-D727-7D47-AE82-5683EFAD16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BD3BB6C-860D-5E4E-9588-2499F7B58B1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871071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a:extLst>
              <a:ext uri="{FF2B5EF4-FFF2-40B4-BE49-F238E27FC236}">
                <a16:creationId xmlns:a16="http://schemas.microsoft.com/office/drawing/2014/main" id="{BC6760B3-BFB1-154D-8427-8AF9EED39971}"/>
              </a:ext>
            </a:extLst>
          </p:cNvPr>
          <p:cNvSpPr>
            <a:spLocks noGrp="1" noChangeArrowheads="1"/>
          </p:cNvSpPr>
          <p:nvPr>
            <p:ph type="body" idx="1"/>
          </p:nvPr>
        </p:nvSpPr>
        <p:spPr>
          <a:xfrm>
            <a:off x="160020" y="1059656"/>
            <a:ext cx="8686799" cy="3671888"/>
          </a:xfrm>
        </p:spPr>
        <p:txBody>
          <a:bodyPr/>
          <a:lstStyle/>
          <a:p>
            <a:pPr algn="just" eaLnBrk="1" hangingPunct="1"/>
            <a:r>
              <a:rPr lang="zh-CN" altLang="en-US" dirty="0">
                <a:latin typeface="Times New Roman" panose="02020603050405020304" pitchFamily="18" charset="0"/>
                <a:ea typeface="宋体" panose="02010600030101010101" pitchFamily="2" charset="-122"/>
              </a:rPr>
              <a:t>从一个</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数据报的首部</a:t>
            </a:r>
            <a:r>
              <a:rPr lang="zh-CN" altLang="en-US" dirty="0">
                <a:solidFill>
                  <a:schemeClr val="hlink"/>
                </a:solidFill>
                <a:latin typeface="Times New Roman" panose="02020603050405020304" pitchFamily="18" charset="0"/>
                <a:ea typeface="宋体" panose="02010600030101010101" pitchFamily="2" charset="-122"/>
              </a:rPr>
              <a:t>并不能判断</a:t>
            </a:r>
            <a:r>
              <a:rPr lang="zh-CN" altLang="en-US" dirty="0">
                <a:latin typeface="Times New Roman" panose="02020603050405020304" pitchFamily="18" charset="0"/>
                <a:ea typeface="宋体" panose="02010600030101010101" pitchFamily="2" charset="-122"/>
              </a:rPr>
              <a:t>源主机或目的主机所连接的网络是否进行了子网的划分。</a:t>
            </a:r>
          </a:p>
          <a:p>
            <a:pPr algn="just" eaLnBrk="1" hangingPunct="1"/>
            <a:r>
              <a:rPr lang="zh-CN" altLang="en-US" dirty="0">
                <a:latin typeface="Times New Roman" panose="02020603050405020304" pitchFamily="18" charset="0"/>
                <a:ea typeface="宋体" panose="02010600030101010101" pitchFamily="2" charset="-122"/>
              </a:rPr>
              <a:t>使用</a:t>
            </a:r>
            <a:r>
              <a:rPr lang="zh-CN" altLang="en-US" dirty="0">
                <a:solidFill>
                  <a:schemeClr val="hlink"/>
                </a:solidFill>
                <a:latin typeface="Times New Roman" panose="02020603050405020304" pitchFamily="18" charset="0"/>
                <a:ea typeface="宋体" panose="02010600030101010101" pitchFamily="2" charset="-122"/>
              </a:rPr>
              <a:t>子网掩码</a:t>
            </a:r>
            <a:r>
              <a:rPr lang="en-US" altLang="zh-CN" dirty="0">
                <a:latin typeface="Times New Roman" panose="02020603050405020304" pitchFamily="18" charset="0"/>
                <a:ea typeface="宋体" panose="02010600030101010101" pitchFamily="2" charset="-122"/>
              </a:rPr>
              <a:t>(subnet mask)</a:t>
            </a:r>
            <a:r>
              <a:rPr lang="zh-CN" altLang="en-US" dirty="0">
                <a:latin typeface="Times New Roman" panose="02020603050405020304" pitchFamily="18" charset="0"/>
                <a:ea typeface="宋体" panose="02010600030101010101" pitchFamily="2" charset="-122"/>
              </a:rPr>
              <a:t>可以找出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地址中的子网部分。  </a:t>
            </a:r>
          </a:p>
        </p:txBody>
      </p:sp>
      <p:sp>
        <p:nvSpPr>
          <p:cNvPr id="228354" name="Rectangle 3">
            <a:extLst>
              <a:ext uri="{FF2B5EF4-FFF2-40B4-BE49-F238E27FC236}">
                <a16:creationId xmlns:a16="http://schemas.microsoft.com/office/drawing/2014/main" id="{6F7C7319-E031-F74C-B1FA-B7D4D4A00E24}"/>
              </a:ext>
            </a:extLst>
          </p:cNvPr>
          <p:cNvSpPr>
            <a:spLocks noGrp="1" noChangeArrowheads="1"/>
          </p:cNvSpPr>
          <p:nvPr>
            <p:ph type="title"/>
          </p:nvPr>
        </p:nvSpPr>
        <p:spPr>
          <a:xfrm>
            <a:off x="160021" y="160735"/>
            <a:ext cx="7327822"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子网掩码</a:t>
            </a:r>
          </a:p>
        </p:txBody>
      </p:sp>
      <p:sp>
        <p:nvSpPr>
          <p:cNvPr id="228355" name="幻灯片编号占位符 1">
            <a:extLst>
              <a:ext uri="{FF2B5EF4-FFF2-40B4-BE49-F238E27FC236}">
                <a16:creationId xmlns:a16="http://schemas.microsoft.com/office/drawing/2014/main" id="{C67C0A28-4978-3745-86CC-7F56661AC4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7163D8-DE8D-6146-86EA-3C5D7D2B3B7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2910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a:extLst>
              <a:ext uri="{FF2B5EF4-FFF2-40B4-BE49-F238E27FC236}">
                <a16:creationId xmlns:a16="http://schemas.microsoft.com/office/drawing/2014/main" id="{A2E08BDD-9AA3-084B-9E2F-9C1D8A577C6D}"/>
              </a:ext>
            </a:extLst>
          </p:cNvPr>
          <p:cNvSpPr>
            <a:spLocks noChangeArrowheads="1"/>
          </p:cNvSpPr>
          <p:nvPr/>
        </p:nvSpPr>
        <p:spPr bwMode="auto">
          <a:xfrm>
            <a:off x="2490788" y="2733676"/>
            <a:ext cx="5332810" cy="354806"/>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2" name="Rectangle 3">
            <a:extLst>
              <a:ext uri="{FF2B5EF4-FFF2-40B4-BE49-F238E27FC236}">
                <a16:creationId xmlns:a16="http://schemas.microsoft.com/office/drawing/2014/main" id="{4C6B9439-8C68-D94E-8C6B-17E265ACCDBD}"/>
              </a:ext>
            </a:extLst>
          </p:cNvPr>
          <p:cNvSpPr>
            <a:spLocks noChangeArrowheads="1"/>
          </p:cNvSpPr>
          <p:nvPr/>
        </p:nvSpPr>
        <p:spPr bwMode="auto">
          <a:xfrm>
            <a:off x="2490788" y="1778794"/>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3" name="Rectangle 4">
            <a:extLst>
              <a:ext uri="{FF2B5EF4-FFF2-40B4-BE49-F238E27FC236}">
                <a16:creationId xmlns:a16="http://schemas.microsoft.com/office/drawing/2014/main" id="{61BC0C54-4209-C049-91DD-FAF18637A458}"/>
              </a:ext>
            </a:extLst>
          </p:cNvPr>
          <p:cNvSpPr>
            <a:spLocks noGrp="1" noChangeArrowheads="1"/>
          </p:cNvSpPr>
          <p:nvPr>
            <p:ph type="title"/>
          </p:nvPr>
        </p:nvSpPr>
        <p:spPr/>
        <p:txBody>
          <a:bodyPr/>
          <a:lstStyle/>
          <a:p>
            <a:pPr algn="ctr" eaLnBrk="1" hangingPunct="1"/>
            <a:r>
              <a:rPr lang="en-US" altLang="zh-CN">
                <a:latin typeface="Times New Roman" panose="02020603050405020304" pitchFamily="18" charset="0"/>
                <a:ea typeface="宋体" panose="02010600030101010101" pitchFamily="2" charset="-122"/>
              </a:rPr>
              <a:t>IP </a:t>
            </a:r>
            <a:r>
              <a:rPr lang="zh-CN" altLang="en-US">
                <a:latin typeface="Times New Roman" panose="02020603050405020304" pitchFamily="18" charset="0"/>
                <a:ea typeface="宋体" panose="02010600030101010101" pitchFamily="2" charset="-122"/>
              </a:rPr>
              <a:t>地址的各字段和子网掩码 </a:t>
            </a:r>
          </a:p>
        </p:txBody>
      </p:sp>
      <p:sp>
        <p:nvSpPr>
          <p:cNvPr id="508933" name="Line 5">
            <a:extLst>
              <a:ext uri="{FF2B5EF4-FFF2-40B4-BE49-F238E27FC236}">
                <a16:creationId xmlns:a16="http://schemas.microsoft.com/office/drawing/2014/main" id="{FB14BCB5-26CE-A14A-BD20-E1B925237E6A}"/>
              </a:ext>
            </a:extLst>
          </p:cNvPr>
          <p:cNvSpPr>
            <a:spLocks noChangeShapeType="1"/>
          </p:cNvSpPr>
          <p:nvPr/>
        </p:nvSpPr>
        <p:spPr bwMode="auto">
          <a:xfrm>
            <a:off x="2516981" y="3306366"/>
            <a:ext cx="3933825" cy="4763"/>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34" name="Line 6">
            <a:extLst>
              <a:ext uri="{FF2B5EF4-FFF2-40B4-BE49-F238E27FC236}">
                <a16:creationId xmlns:a16="http://schemas.microsoft.com/office/drawing/2014/main" id="{6E7733FA-968B-5C42-A4CB-41B378A59F79}"/>
              </a:ext>
            </a:extLst>
          </p:cNvPr>
          <p:cNvSpPr>
            <a:spLocks noChangeShapeType="1"/>
          </p:cNvSpPr>
          <p:nvPr/>
        </p:nvSpPr>
        <p:spPr bwMode="auto">
          <a:xfrm flipV="1">
            <a:off x="6474619" y="3306366"/>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06" name="Rectangle 8">
            <a:extLst>
              <a:ext uri="{FF2B5EF4-FFF2-40B4-BE49-F238E27FC236}">
                <a16:creationId xmlns:a16="http://schemas.microsoft.com/office/drawing/2014/main" id="{7CEF1314-0028-F246-876C-228E569FCC98}"/>
              </a:ext>
            </a:extLst>
          </p:cNvPr>
          <p:cNvSpPr>
            <a:spLocks noChangeArrowheads="1"/>
          </p:cNvSpPr>
          <p:nvPr/>
        </p:nvSpPr>
        <p:spPr bwMode="auto">
          <a:xfrm>
            <a:off x="2501504" y="1788319"/>
            <a:ext cx="261818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7" name="Rectangle 9">
            <a:extLst>
              <a:ext uri="{FF2B5EF4-FFF2-40B4-BE49-F238E27FC236}">
                <a16:creationId xmlns:a16="http://schemas.microsoft.com/office/drawing/2014/main" id="{02F13CB9-52F6-A94A-A4BC-CB684EEE680D}"/>
              </a:ext>
            </a:extLst>
          </p:cNvPr>
          <p:cNvSpPr>
            <a:spLocks noChangeArrowheads="1"/>
          </p:cNvSpPr>
          <p:nvPr/>
        </p:nvSpPr>
        <p:spPr bwMode="auto">
          <a:xfrm>
            <a:off x="2951560" y="176212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08" name="Rectangle 10">
            <a:extLst>
              <a:ext uri="{FF2B5EF4-FFF2-40B4-BE49-F238E27FC236}">
                <a16:creationId xmlns:a16="http://schemas.microsoft.com/office/drawing/2014/main" id="{A7FA9DA9-BF08-AE4C-A7D2-4477C4F70463}"/>
              </a:ext>
            </a:extLst>
          </p:cNvPr>
          <p:cNvSpPr>
            <a:spLocks noChangeArrowheads="1"/>
          </p:cNvSpPr>
          <p:nvPr/>
        </p:nvSpPr>
        <p:spPr bwMode="auto">
          <a:xfrm>
            <a:off x="5760244" y="176212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09" name="Rectangle 11">
            <a:extLst>
              <a:ext uri="{FF2B5EF4-FFF2-40B4-BE49-F238E27FC236}">
                <a16:creationId xmlns:a16="http://schemas.microsoft.com/office/drawing/2014/main" id="{7E62BDB6-27BF-1140-AF90-29CC42AD8519}"/>
              </a:ext>
            </a:extLst>
          </p:cNvPr>
          <p:cNvSpPr>
            <a:spLocks noChangeArrowheads="1"/>
          </p:cNvSpPr>
          <p:nvPr/>
        </p:nvSpPr>
        <p:spPr bwMode="auto">
          <a:xfrm>
            <a:off x="1277541" y="1788319"/>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两级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0" name="Rectangle 12">
            <a:extLst>
              <a:ext uri="{FF2B5EF4-FFF2-40B4-BE49-F238E27FC236}">
                <a16:creationId xmlns:a16="http://schemas.microsoft.com/office/drawing/2014/main" id="{1339B5E5-5816-0540-B516-A80421261F57}"/>
              </a:ext>
            </a:extLst>
          </p:cNvPr>
          <p:cNvSpPr>
            <a:spLocks noChangeArrowheads="1"/>
          </p:cNvSpPr>
          <p:nvPr/>
        </p:nvSpPr>
        <p:spPr bwMode="auto">
          <a:xfrm>
            <a:off x="3359944" y="3227785"/>
            <a:ext cx="870347" cy="19645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11" name="Line 13">
            <a:extLst>
              <a:ext uri="{FF2B5EF4-FFF2-40B4-BE49-F238E27FC236}">
                <a16:creationId xmlns:a16="http://schemas.microsoft.com/office/drawing/2014/main" id="{6370C89A-0BB8-1E41-8079-4C481B0D2E7D}"/>
              </a:ext>
            </a:extLst>
          </p:cNvPr>
          <p:cNvSpPr>
            <a:spLocks noChangeShapeType="1"/>
          </p:cNvSpPr>
          <p:nvPr/>
        </p:nvSpPr>
        <p:spPr bwMode="auto">
          <a:xfrm>
            <a:off x="5125641" y="17847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2" name="Rectangle 14">
            <a:extLst>
              <a:ext uri="{FF2B5EF4-FFF2-40B4-BE49-F238E27FC236}">
                <a16:creationId xmlns:a16="http://schemas.microsoft.com/office/drawing/2014/main" id="{E1FC7324-A774-BE40-B987-3702BCF88651}"/>
              </a:ext>
            </a:extLst>
          </p:cNvPr>
          <p:cNvSpPr>
            <a:spLocks noChangeArrowheads="1"/>
          </p:cNvSpPr>
          <p:nvPr/>
        </p:nvSpPr>
        <p:spPr bwMode="auto">
          <a:xfrm>
            <a:off x="3330178" y="3161110"/>
            <a:ext cx="2480648"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子网号为 </a:t>
            </a:r>
            <a:r>
              <a:rPr kumimoji="1" lang="en-US" altLang="zh-CN" sz="1500">
                <a:latin typeface="微软雅黑" panose="020B0503020204020204" pitchFamily="34" charset="-122"/>
                <a:ea typeface="宋体" panose="02010600030101010101" pitchFamily="2" charset="-122"/>
              </a:rPr>
              <a:t>3 </a:t>
            </a:r>
            <a:r>
              <a:rPr kumimoji="1" lang="zh-CN" altLang="en-US" sz="1500">
                <a:latin typeface="微软雅黑" panose="020B0503020204020204" pitchFamily="34" charset="-122"/>
                <a:ea typeface="宋体" panose="02010600030101010101" pitchFamily="2" charset="-122"/>
              </a:rPr>
              <a:t>的网络的网络号</a:t>
            </a:r>
          </a:p>
        </p:txBody>
      </p:sp>
      <p:sp>
        <p:nvSpPr>
          <p:cNvPr id="508943" name="Rectangle 15">
            <a:extLst>
              <a:ext uri="{FF2B5EF4-FFF2-40B4-BE49-F238E27FC236}">
                <a16:creationId xmlns:a16="http://schemas.microsoft.com/office/drawing/2014/main" id="{0C874B8D-9DF4-9247-BF38-DE957B006AD7}"/>
              </a:ext>
            </a:extLst>
          </p:cNvPr>
          <p:cNvSpPr>
            <a:spLocks noChangeArrowheads="1"/>
          </p:cNvSpPr>
          <p:nvPr/>
        </p:nvSpPr>
        <p:spPr bwMode="auto">
          <a:xfrm>
            <a:off x="2511029" y="2749154"/>
            <a:ext cx="39516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6" name="Rectangle 18">
            <a:extLst>
              <a:ext uri="{FF2B5EF4-FFF2-40B4-BE49-F238E27FC236}">
                <a16:creationId xmlns:a16="http://schemas.microsoft.com/office/drawing/2014/main" id="{275C657F-E1B2-FA43-B899-8C5FC2D11AEB}"/>
              </a:ext>
            </a:extLst>
          </p:cNvPr>
          <p:cNvSpPr>
            <a:spLocks noChangeArrowheads="1"/>
          </p:cNvSpPr>
          <p:nvPr/>
        </p:nvSpPr>
        <p:spPr bwMode="auto">
          <a:xfrm>
            <a:off x="1277541" y="2749154"/>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7" name="Rectangle 19">
            <a:extLst>
              <a:ext uri="{FF2B5EF4-FFF2-40B4-BE49-F238E27FC236}">
                <a16:creationId xmlns:a16="http://schemas.microsoft.com/office/drawing/2014/main" id="{50B6E135-1584-4E44-AB64-D430270A01DD}"/>
              </a:ext>
            </a:extLst>
          </p:cNvPr>
          <p:cNvSpPr>
            <a:spLocks noChangeArrowheads="1"/>
          </p:cNvSpPr>
          <p:nvPr/>
        </p:nvSpPr>
        <p:spPr bwMode="auto">
          <a:xfrm>
            <a:off x="6873479" y="3227785"/>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8" name="Line 20">
            <a:extLst>
              <a:ext uri="{FF2B5EF4-FFF2-40B4-BE49-F238E27FC236}">
                <a16:creationId xmlns:a16="http://schemas.microsoft.com/office/drawing/2014/main" id="{21EB7C0D-732D-4148-B0D9-A7DAFD594A71}"/>
              </a:ext>
            </a:extLst>
          </p:cNvPr>
          <p:cNvSpPr>
            <a:spLocks noChangeShapeType="1"/>
          </p:cNvSpPr>
          <p:nvPr/>
        </p:nvSpPr>
        <p:spPr bwMode="auto">
          <a:xfrm>
            <a:off x="5125641" y="274796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9" name="Rectangle 21">
            <a:extLst>
              <a:ext uri="{FF2B5EF4-FFF2-40B4-BE49-F238E27FC236}">
                <a16:creationId xmlns:a16="http://schemas.microsoft.com/office/drawing/2014/main" id="{475DEF27-9B47-E44F-BC78-BAC727279F6B}"/>
              </a:ext>
            </a:extLst>
          </p:cNvPr>
          <p:cNvSpPr>
            <a:spLocks noChangeArrowheads="1"/>
          </p:cNvSpPr>
          <p:nvPr/>
        </p:nvSpPr>
        <p:spPr bwMode="auto">
          <a:xfrm>
            <a:off x="6835379" y="31122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508951" name="Line 23">
            <a:extLst>
              <a:ext uri="{FF2B5EF4-FFF2-40B4-BE49-F238E27FC236}">
                <a16:creationId xmlns:a16="http://schemas.microsoft.com/office/drawing/2014/main" id="{1E3DD3F8-C05B-3F4C-A217-567CC8E562A8}"/>
              </a:ext>
            </a:extLst>
          </p:cNvPr>
          <p:cNvSpPr>
            <a:spLocks noChangeShapeType="1"/>
          </p:cNvSpPr>
          <p:nvPr/>
        </p:nvSpPr>
        <p:spPr bwMode="auto">
          <a:xfrm>
            <a:off x="6474619" y="2738437"/>
            <a:ext cx="0" cy="3393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55" name="Line 27">
            <a:extLst>
              <a:ext uri="{FF2B5EF4-FFF2-40B4-BE49-F238E27FC236}">
                <a16:creationId xmlns:a16="http://schemas.microsoft.com/office/drawing/2014/main" id="{49620D51-04A2-E149-9CB3-4EC3251C1CF0}"/>
              </a:ext>
            </a:extLst>
          </p:cNvPr>
          <p:cNvSpPr>
            <a:spLocks noChangeShapeType="1"/>
          </p:cNvSpPr>
          <p:nvPr/>
        </p:nvSpPr>
        <p:spPr bwMode="auto">
          <a:xfrm>
            <a:off x="2500313" y="311705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6" name="Line 28">
            <a:extLst>
              <a:ext uri="{FF2B5EF4-FFF2-40B4-BE49-F238E27FC236}">
                <a16:creationId xmlns:a16="http://schemas.microsoft.com/office/drawing/2014/main" id="{744366EE-AFE2-A34C-A636-991039A997D4}"/>
              </a:ext>
            </a:extLst>
          </p:cNvPr>
          <p:cNvSpPr>
            <a:spLocks noChangeShapeType="1"/>
          </p:cNvSpPr>
          <p:nvPr/>
        </p:nvSpPr>
        <p:spPr bwMode="auto">
          <a:xfrm>
            <a:off x="6474619" y="2356248"/>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7" name="Rectangle 29">
            <a:extLst>
              <a:ext uri="{FF2B5EF4-FFF2-40B4-BE49-F238E27FC236}">
                <a16:creationId xmlns:a16="http://schemas.microsoft.com/office/drawing/2014/main" id="{A98F4782-7515-D241-939B-E8516D212AE0}"/>
              </a:ext>
            </a:extLst>
          </p:cNvPr>
          <p:cNvSpPr>
            <a:spLocks noChangeArrowheads="1"/>
          </p:cNvSpPr>
          <p:nvPr/>
        </p:nvSpPr>
        <p:spPr bwMode="auto">
          <a:xfrm>
            <a:off x="1277541" y="3489723"/>
            <a:ext cx="119503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的子网掩码</a:t>
            </a:r>
          </a:p>
        </p:txBody>
      </p:sp>
      <p:sp>
        <p:nvSpPr>
          <p:cNvPr id="230422" name="Line 30">
            <a:extLst>
              <a:ext uri="{FF2B5EF4-FFF2-40B4-BE49-F238E27FC236}">
                <a16:creationId xmlns:a16="http://schemas.microsoft.com/office/drawing/2014/main" id="{EE2DB05E-474D-6C44-958E-C7E3F84D448D}"/>
              </a:ext>
            </a:extLst>
          </p:cNvPr>
          <p:cNvSpPr>
            <a:spLocks noChangeShapeType="1"/>
          </p:cNvSpPr>
          <p:nvPr/>
        </p:nvSpPr>
        <p:spPr bwMode="auto">
          <a:xfrm>
            <a:off x="2500313" y="1569244"/>
            <a:ext cx="261223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3" name="Line 31">
            <a:extLst>
              <a:ext uri="{FF2B5EF4-FFF2-40B4-BE49-F238E27FC236}">
                <a16:creationId xmlns:a16="http://schemas.microsoft.com/office/drawing/2014/main" id="{4D98E108-2554-0947-A11F-C8814EF392FC}"/>
              </a:ext>
            </a:extLst>
          </p:cNvPr>
          <p:cNvSpPr>
            <a:spLocks noChangeShapeType="1"/>
          </p:cNvSpPr>
          <p:nvPr/>
        </p:nvSpPr>
        <p:spPr bwMode="auto">
          <a:xfrm>
            <a:off x="2500313"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4" name="Line 32">
            <a:extLst>
              <a:ext uri="{FF2B5EF4-FFF2-40B4-BE49-F238E27FC236}">
                <a16:creationId xmlns:a16="http://schemas.microsoft.com/office/drawing/2014/main" id="{A93A7E58-C803-774F-9BC2-8C4B8E281E8A}"/>
              </a:ext>
            </a:extLst>
          </p:cNvPr>
          <p:cNvSpPr>
            <a:spLocks noChangeShapeType="1"/>
          </p:cNvSpPr>
          <p:nvPr/>
        </p:nvSpPr>
        <p:spPr bwMode="auto">
          <a:xfrm>
            <a:off x="7823597" y="1410892"/>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5" name="Rectangle 33">
            <a:extLst>
              <a:ext uri="{FF2B5EF4-FFF2-40B4-BE49-F238E27FC236}">
                <a16:creationId xmlns:a16="http://schemas.microsoft.com/office/drawing/2014/main" id="{77270BA4-F4DD-0D4D-A793-3FFDC7FA17A9}"/>
              </a:ext>
            </a:extLst>
          </p:cNvPr>
          <p:cNvSpPr>
            <a:spLocks noChangeArrowheads="1"/>
          </p:cNvSpPr>
          <p:nvPr/>
        </p:nvSpPr>
        <p:spPr bwMode="auto">
          <a:xfrm>
            <a:off x="3474244"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26" name="Line 34">
            <a:extLst>
              <a:ext uri="{FF2B5EF4-FFF2-40B4-BE49-F238E27FC236}">
                <a16:creationId xmlns:a16="http://schemas.microsoft.com/office/drawing/2014/main" id="{B0E24C95-F6D2-4549-B0E9-CFC75071967F}"/>
              </a:ext>
            </a:extLst>
          </p:cNvPr>
          <p:cNvSpPr>
            <a:spLocks noChangeShapeType="1"/>
          </p:cNvSpPr>
          <p:nvPr/>
        </p:nvSpPr>
        <p:spPr bwMode="auto">
          <a:xfrm>
            <a:off x="5145881" y="1569244"/>
            <a:ext cx="26872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7" name="Rectangle 35">
            <a:extLst>
              <a:ext uri="{FF2B5EF4-FFF2-40B4-BE49-F238E27FC236}">
                <a16:creationId xmlns:a16="http://schemas.microsoft.com/office/drawing/2014/main" id="{25233AD8-BECD-CD47-99E7-91155D93CA3F}"/>
              </a:ext>
            </a:extLst>
          </p:cNvPr>
          <p:cNvSpPr>
            <a:spLocks noChangeArrowheads="1"/>
          </p:cNvSpPr>
          <p:nvPr/>
        </p:nvSpPr>
        <p:spPr bwMode="auto">
          <a:xfrm>
            <a:off x="6132910"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主机号</a:t>
            </a:r>
          </a:p>
        </p:txBody>
      </p:sp>
      <p:sp>
        <p:nvSpPr>
          <p:cNvPr id="230428" name="Line 36">
            <a:extLst>
              <a:ext uri="{FF2B5EF4-FFF2-40B4-BE49-F238E27FC236}">
                <a16:creationId xmlns:a16="http://schemas.microsoft.com/office/drawing/2014/main" id="{F68BDCB2-A578-ED40-B0B8-E395E31DE3B2}"/>
              </a:ext>
            </a:extLst>
          </p:cNvPr>
          <p:cNvSpPr>
            <a:spLocks noChangeShapeType="1"/>
          </p:cNvSpPr>
          <p:nvPr/>
        </p:nvSpPr>
        <p:spPr bwMode="auto">
          <a:xfrm>
            <a:off x="5125641"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5" name="Line 37">
            <a:extLst>
              <a:ext uri="{FF2B5EF4-FFF2-40B4-BE49-F238E27FC236}">
                <a16:creationId xmlns:a16="http://schemas.microsoft.com/office/drawing/2014/main" id="{D05B2889-B6D7-034F-A1CF-7DB9A3DD4A21}"/>
              </a:ext>
            </a:extLst>
          </p:cNvPr>
          <p:cNvSpPr>
            <a:spLocks noChangeShapeType="1"/>
          </p:cNvSpPr>
          <p:nvPr/>
        </p:nvSpPr>
        <p:spPr bwMode="auto">
          <a:xfrm flipV="1">
            <a:off x="2500313" y="2507456"/>
            <a:ext cx="262175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66" name="Line 38">
            <a:extLst>
              <a:ext uri="{FF2B5EF4-FFF2-40B4-BE49-F238E27FC236}">
                <a16:creationId xmlns:a16="http://schemas.microsoft.com/office/drawing/2014/main" id="{0AB25D72-6847-C84F-81B8-16F0CD99E611}"/>
              </a:ext>
            </a:extLst>
          </p:cNvPr>
          <p:cNvSpPr>
            <a:spLocks noChangeShapeType="1"/>
          </p:cNvSpPr>
          <p:nvPr/>
        </p:nvSpPr>
        <p:spPr bwMode="auto">
          <a:xfrm>
            <a:off x="2500313"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7" name="Line 39">
            <a:extLst>
              <a:ext uri="{FF2B5EF4-FFF2-40B4-BE49-F238E27FC236}">
                <a16:creationId xmlns:a16="http://schemas.microsoft.com/office/drawing/2014/main" id="{305490EF-70DD-F24B-B630-6370796D7D55}"/>
              </a:ext>
            </a:extLst>
          </p:cNvPr>
          <p:cNvSpPr>
            <a:spLocks noChangeShapeType="1"/>
          </p:cNvSpPr>
          <p:nvPr/>
        </p:nvSpPr>
        <p:spPr bwMode="auto">
          <a:xfrm>
            <a:off x="7823597" y="2358629"/>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9" name="Line 41">
            <a:extLst>
              <a:ext uri="{FF2B5EF4-FFF2-40B4-BE49-F238E27FC236}">
                <a16:creationId xmlns:a16="http://schemas.microsoft.com/office/drawing/2014/main" id="{0A5F038A-3DA5-4D43-9B5A-FC19B7D0D93A}"/>
              </a:ext>
            </a:extLst>
          </p:cNvPr>
          <p:cNvSpPr>
            <a:spLocks noChangeShapeType="1"/>
          </p:cNvSpPr>
          <p:nvPr/>
        </p:nvSpPr>
        <p:spPr bwMode="auto">
          <a:xfrm flipV="1">
            <a:off x="5145881" y="2507456"/>
            <a:ext cx="267771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71" name="Line 43">
            <a:extLst>
              <a:ext uri="{FF2B5EF4-FFF2-40B4-BE49-F238E27FC236}">
                <a16:creationId xmlns:a16="http://schemas.microsoft.com/office/drawing/2014/main" id="{AD3DEB9A-F334-D440-A33E-CA54BAFDEC0B}"/>
              </a:ext>
            </a:extLst>
          </p:cNvPr>
          <p:cNvSpPr>
            <a:spLocks noChangeShapeType="1"/>
          </p:cNvSpPr>
          <p:nvPr/>
        </p:nvSpPr>
        <p:spPr bwMode="auto">
          <a:xfrm>
            <a:off x="5125641"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72" name="Line 44">
            <a:extLst>
              <a:ext uri="{FF2B5EF4-FFF2-40B4-BE49-F238E27FC236}">
                <a16:creationId xmlns:a16="http://schemas.microsoft.com/office/drawing/2014/main" id="{8100A6E9-B305-F44D-9665-71706F913D1E}"/>
              </a:ext>
            </a:extLst>
          </p:cNvPr>
          <p:cNvSpPr>
            <a:spLocks noChangeShapeType="1"/>
          </p:cNvSpPr>
          <p:nvPr/>
        </p:nvSpPr>
        <p:spPr bwMode="auto">
          <a:xfrm>
            <a:off x="6462713" y="31563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3" name="Line 45">
            <a:extLst>
              <a:ext uri="{FF2B5EF4-FFF2-40B4-BE49-F238E27FC236}">
                <a16:creationId xmlns:a16="http://schemas.microsoft.com/office/drawing/2014/main" id="{75DDB62E-0600-4D47-9B8E-D2D8B3EC709B}"/>
              </a:ext>
            </a:extLst>
          </p:cNvPr>
          <p:cNvSpPr>
            <a:spLocks noChangeShapeType="1"/>
          </p:cNvSpPr>
          <p:nvPr/>
        </p:nvSpPr>
        <p:spPr bwMode="auto">
          <a:xfrm>
            <a:off x="7823597" y="311705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4" name="Rectangle 46">
            <a:extLst>
              <a:ext uri="{FF2B5EF4-FFF2-40B4-BE49-F238E27FC236}">
                <a16:creationId xmlns:a16="http://schemas.microsoft.com/office/drawing/2014/main" id="{EEFE2686-C91D-B44F-A7DF-F5A62CDF91CC}"/>
              </a:ext>
            </a:extLst>
          </p:cNvPr>
          <p:cNvSpPr>
            <a:spLocks noChangeArrowheads="1"/>
          </p:cNvSpPr>
          <p:nvPr/>
        </p:nvSpPr>
        <p:spPr bwMode="auto">
          <a:xfrm>
            <a:off x="1401745" y="4127898"/>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子网的</a:t>
            </a:r>
          </a:p>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网络地址</a:t>
            </a:r>
          </a:p>
        </p:txBody>
      </p:sp>
      <p:sp>
        <p:nvSpPr>
          <p:cNvPr id="508975" name="Rectangle 47">
            <a:extLst>
              <a:ext uri="{FF2B5EF4-FFF2-40B4-BE49-F238E27FC236}">
                <a16:creationId xmlns:a16="http://schemas.microsoft.com/office/drawing/2014/main" id="{6DF775A7-2707-7E4A-8236-901F587B5132}"/>
              </a:ext>
            </a:extLst>
          </p:cNvPr>
          <p:cNvSpPr>
            <a:spLocks noChangeArrowheads="1"/>
          </p:cNvSpPr>
          <p:nvPr/>
        </p:nvSpPr>
        <p:spPr bwMode="auto">
          <a:xfrm>
            <a:off x="6462713" y="35980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76" name="Rectangle 48">
            <a:extLst>
              <a:ext uri="{FF2B5EF4-FFF2-40B4-BE49-F238E27FC236}">
                <a16:creationId xmlns:a16="http://schemas.microsoft.com/office/drawing/2014/main" id="{B0482EEA-529D-9943-8C8C-EFE2F0EB28CC}"/>
              </a:ext>
            </a:extLst>
          </p:cNvPr>
          <p:cNvSpPr>
            <a:spLocks noChangeArrowheads="1"/>
          </p:cNvSpPr>
          <p:nvPr/>
        </p:nvSpPr>
        <p:spPr bwMode="auto">
          <a:xfrm>
            <a:off x="2519363" y="35980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508977" name="Group 49">
            <a:extLst>
              <a:ext uri="{FF2B5EF4-FFF2-40B4-BE49-F238E27FC236}">
                <a16:creationId xmlns:a16="http://schemas.microsoft.com/office/drawing/2014/main" id="{CE9DB7C1-B211-214F-AEFA-0FB6711E1337}"/>
              </a:ext>
            </a:extLst>
          </p:cNvPr>
          <p:cNvGrpSpPr>
            <a:grpSpLocks/>
          </p:cNvGrpSpPr>
          <p:nvPr/>
        </p:nvGrpSpPr>
        <p:grpSpPr bwMode="auto">
          <a:xfrm>
            <a:off x="2424113" y="3620698"/>
            <a:ext cx="5472113" cy="301229"/>
            <a:chOff x="1064" y="3111"/>
            <a:chExt cx="4596" cy="253"/>
          </a:xfrm>
        </p:grpSpPr>
        <p:sp>
          <p:nvSpPr>
            <p:cNvPr id="230452" name="Rectangle 50">
              <a:extLst>
                <a:ext uri="{FF2B5EF4-FFF2-40B4-BE49-F238E27FC236}">
                  <a16:creationId xmlns:a16="http://schemas.microsoft.com/office/drawing/2014/main" id="{51C05077-40D8-F040-A20C-6CE128ED385F}"/>
                </a:ext>
              </a:extLst>
            </p:cNvPr>
            <p:cNvSpPr>
              <a:spLocks noChangeArrowheads="1"/>
            </p:cNvSpPr>
            <p:nvPr/>
          </p:nvSpPr>
          <p:spPr bwMode="auto">
            <a:xfrm>
              <a:off x="1064" y="3114"/>
              <a:ext cx="344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1 1 1 1 1 1 1 1 1 1 1 1 1 1 1 11 1 1 1 1 1 1 1</a:t>
              </a:r>
            </a:p>
          </p:txBody>
        </p:sp>
        <p:sp>
          <p:nvSpPr>
            <p:cNvPr id="230453" name="Rectangle 51">
              <a:extLst>
                <a:ext uri="{FF2B5EF4-FFF2-40B4-BE49-F238E27FC236}">
                  <a16:creationId xmlns:a16="http://schemas.microsoft.com/office/drawing/2014/main" id="{3502ED70-2A60-9144-9386-0AA1DE5C890D}"/>
                </a:ext>
              </a:extLst>
            </p:cNvPr>
            <p:cNvSpPr>
              <a:spLocks noChangeArrowheads="1"/>
            </p:cNvSpPr>
            <p:nvPr/>
          </p:nvSpPr>
          <p:spPr bwMode="auto">
            <a:xfrm>
              <a:off x="4452" y="3111"/>
              <a:ext cx="1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0 0 0 0 0 0 0 0</a:t>
              </a:r>
            </a:p>
          </p:txBody>
        </p:sp>
      </p:grpSp>
      <p:sp>
        <p:nvSpPr>
          <p:cNvPr id="508980" name="Line 52">
            <a:extLst>
              <a:ext uri="{FF2B5EF4-FFF2-40B4-BE49-F238E27FC236}">
                <a16:creationId xmlns:a16="http://schemas.microsoft.com/office/drawing/2014/main" id="{9ED5E48B-B670-0145-925B-5CEF69BF03B0}"/>
              </a:ext>
            </a:extLst>
          </p:cNvPr>
          <p:cNvSpPr>
            <a:spLocks noChangeShapeType="1"/>
          </p:cNvSpPr>
          <p:nvPr/>
        </p:nvSpPr>
        <p:spPr bwMode="auto">
          <a:xfrm>
            <a:off x="5125642" y="35980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1" name="Rectangle 53">
            <a:extLst>
              <a:ext uri="{FF2B5EF4-FFF2-40B4-BE49-F238E27FC236}">
                <a16:creationId xmlns:a16="http://schemas.microsoft.com/office/drawing/2014/main" id="{A4FF89B8-F001-204F-A9FE-6B0842B52AFB}"/>
              </a:ext>
            </a:extLst>
          </p:cNvPr>
          <p:cNvSpPr>
            <a:spLocks noChangeArrowheads="1"/>
          </p:cNvSpPr>
          <p:nvPr/>
        </p:nvSpPr>
        <p:spPr bwMode="auto">
          <a:xfrm>
            <a:off x="6462713" y="42457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2" name="Rectangle 54">
            <a:extLst>
              <a:ext uri="{FF2B5EF4-FFF2-40B4-BE49-F238E27FC236}">
                <a16:creationId xmlns:a16="http://schemas.microsoft.com/office/drawing/2014/main" id="{698C8892-7F82-184F-AE27-B29C94EB642F}"/>
              </a:ext>
            </a:extLst>
          </p:cNvPr>
          <p:cNvSpPr>
            <a:spLocks noChangeArrowheads="1"/>
          </p:cNvSpPr>
          <p:nvPr/>
        </p:nvSpPr>
        <p:spPr bwMode="auto">
          <a:xfrm>
            <a:off x="2519363" y="42457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3" name="Line 55">
            <a:extLst>
              <a:ext uri="{FF2B5EF4-FFF2-40B4-BE49-F238E27FC236}">
                <a16:creationId xmlns:a16="http://schemas.microsoft.com/office/drawing/2014/main" id="{C5CC0A88-00BD-3D44-B961-983B8DE387BA}"/>
              </a:ext>
            </a:extLst>
          </p:cNvPr>
          <p:cNvSpPr>
            <a:spLocks noChangeShapeType="1"/>
          </p:cNvSpPr>
          <p:nvPr/>
        </p:nvSpPr>
        <p:spPr bwMode="auto">
          <a:xfrm>
            <a:off x="5125642" y="42457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6" name="Rectangle 58">
            <a:extLst>
              <a:ext uri="{FF2B5EF4-FFF2-40B4-BE49-F238E27FC236}">
                <a16:creationId xmlns:a16="http://schemas.microsoft.com/office/drawing/2014/main" id="{1B54F4FF-3F89-0C48-8442-05E244004C51}"/>
              </a:ext>
            </a:extLst>
          </p:cNvPr>
          <p:cNvSpPr>
            <a:spLocks noChangeArrowheads="1"/>
          </p:cNvSpPr>
          <p:nvPr/>
        </p:nvSpPr>
        <p:spPr bwMode="auto">
          <a:xfrm>
            <a:off x="7002066" y="4263629"/>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230445" name="Rectangle 60">
            <a:extLst>
              <a:ext uri="{FF2B5EF4-FFF2-40B4-BE49-F238E27FC236}">
                <a16:creationId xmlns:a16="http://schemas.microsoft.com/office/drawing/2014/main" id="{22969885-1320-F948-BACA-6900A035060E}"/>
              </a:ext>
            </a:extLst>
          </p:cNvPr>
          <p:cNvSpPr>
            <a:spLocks noChangeArrowheads="1"/>
          </p:cNvSpPr>
          <p:nvPr/>
        </p:nvSpPr>
        <p:spPr bwMode="auto">
          <a:xfrm>
            <a:off x="3492104"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46" name="Rectangle 25">
            <a:extLst>
              <a:ext uri="{FF2B5EF4-FFF2-40B4-BE49-F238E27FC236}">
                <a16:creationId xmlns:a16="http://schemas.microsoft.com/office/drawing/2014/main" id="{F9B046F5-10BB-EF4C-A4B7-5F33A7E8077C}"/>
              </a:ext>
            </a:extLst>
          </p:cNvPr>
          <p:cNvSpPr>
            <a:spLocks noChangeArrowheads="1"/>
          </p:cNvSpPr>
          <p:nvPr/>
        </p:nvSpPr>
        <p:spPr bwMode="auto">
          <a:xfrm>
            <a:off x="54852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a:t>
            </a:r>
          </a:p>
        </p:txBody>
      </p:sp>
      <p:sp>
        <p:nvSpPr>
          <p:cNvPr id="508945" name="Rectangle 17">
            <a:extLst>
              <a:ext uri="{FF2B5EF4-FFF2-40B4-BE49-F238E27FC236}">
                <a16:creationId xmlns:a16="http://schemas.microsoft.com/office/drawing/2014/main" id="{51C95532-3FBA-4448-98E8-BE4738B0E970}"/>
              </a:ext>
            </a:extLst>
          </p:cNvPr>
          <p:cNvSpPr>
            <a:spLocks noChangeArrowheads="1"/>
          </p:cNvSpPr>
          <p:nvPr/>
        </p:nvSpPr>
        <p:spPr bwMode="auto">
          <a:xfrm>
            <a:off x="68187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230448" name="Rectangle 61">
            <a:extLst>
              <a:ext uri="{FF2B5EF4-FFF2-40B4-BE49-F238E27FC236}">
                <a16:creationId xmlns:a16="http://schemas.microsoft.com/office/drawing/2014/main" id="{A085E285-1AC1-2347-B0C6-2F166D507A57}"/>
              </a:ext>
            </a:extLst>
          </p:cNvPr>
          <p:cNvSpPr>
            <a:spLocks noChangeArrowheads="1"/>
          </p:cNvSpPr>
          <p:nvPr/>
        </p:nvSpPr>
        <p:spPr bwMode="auto">
          <a:xfrm>
            <a:off x="2951560" y="273367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49" name="Rectangle 63">
            <a:extLst>
              <a:ext uri="{FF2B5EF4-FFF2-40B4-BE49-F238E27FC236}">
                <a16:creationId xmlns:a16="http://schemas.microsoft.com/office/drawing/2014/main" id="{7B263620-E36B-8C4C-9AD0-F6B16AA8C3BC}"/>
              </a:ext>
            </a:extLst>
          </p:cNvPr>
          <p:cNvSpPr>
            <a:spLocks noChangeArrowheads="1"/>
          </p:cNvSpPr>
          <p:nvPr/>
        </p:nvSpPr>
        <p:spPr bwMode="auto">
          <a:xfrm>
            <a:off x="2951560" y="4245769"/>
            <a:ext cx="3192381"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3</a:t>
            </a:r>
          </a:p>
        </p:txBody>
      </p:sp>
      <p:sp>
        <p:nvSpPr>
          <p:cNvPr id="230450" name="Rectangle 64">
            <a:extLst>
              <a:ext uri="{FF2B5EF4-FFF2-40B4-BE49-F238E27FC236}">
                <a16:creationId xmlns:a16="http://schemas.microsoft.com/office/drawing/2014/main" id="{6C72CCF8-AF7B-464B-8F02-4E55A7E8FBF0}"/>
              </a:ext>
            </a:extLst>
          </p:cNvPr>
          <p:cNvSpPr>
            <a:spLocks noChangeArrowheads="1"/>
          </p:cNvSpPr>
          <p:nvPr/>
        </p:nvSpPr>
        <p:spPr bwMode="auto">
          <a:xfrm>
            <a:off x="5760244" y="273367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51" name="幻灯片编号占位符 1">
            <a:extLst>
              <a:ext uri="{FF2B5EF4-FFF2-40B4-BE49-F238E27FC236}">
                <a16:creationId xmlns:a16="http://schemas.microsoft.com/office/drawing/2014/main" id="{D668CD64-F449-8541-BA56-95974910B82F}"/>
              </a:ext>
            </a:extLst>
          </p:cNvPr>
          <p:cNvSpPr>
            <a:spLocks noGrp="1" noChangeArrowheads="1"/>
          </p:cNvSpPr>
          <p:nvPr>
            <p:ph type="sldNum" sz="quarter" idx="10"/>
          </p:nvPr>
        </p:nvSpPr>
        <p:spPr>
          <a:xfrm>
            <a:off x="8709660" y="4856162"/>
            <a:ext cx="434340" cy="2873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E07088E-38C5-D442-9094-25A75F9991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291609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nodeType="afterGroup">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nodeType="afterGroup">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40" grpId="0" animBg="1"/>
      <p:bldP spid="508942" grpId="0" animBg="1"/>
      <p:bldP spid="508943" grpId="0" animBg="1"/>
      <p:bldP spid="508946" grpId="0"/>
      <p:bldP spid="508947" grpId="0" animBg="1"/>
      <p:bldP spid="508949" grpId="0"/>
      <p:bldP spid="508957" grpId="0"/>
      <p:bldP spid="508974" grpId="0"/>
      <p:bldP spid="508974" grpId="1"/>
      <p:bldP spid="508975" grpId="0" animBg="1"/>
      <p:bldP spid="508976" grpId="0" animBg="1"/>
      <p:bldP spid="508981" grpId="0" animBg="1"/>
      <p:bldP spid="508982" grpId="0" animBg="1"/>
      <p:bldP spid="508986" grpId="0"/>
      <p:bldP spid="508945"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Rectangle 2">
            <a:extLst>
              <a:ext uri="{FF2B5EF4-FFF2-40B4-BE49-F238E27FC236}">
                <a16:creationId xmlns:a16="http://schemas.microsoft.com/office/drawing/2014/main" id="{B77146ED-295C-4C43-AAD6-D1C2AE439019}"/>
              </a:ext>
            </a:extLst>
          </p:cNvPr>
          <p:cNvSpPr>
            <a:spLocks noChangeArrowheads="1"/>
          </p:cNvSpPr>
          <p:nvPr/>
        </p:nvSpPr>
        <p:spPr bwMode="auto">
          <a:xfrm>
            <a:off x="2490788" y="2415778"/>
            <a:ext cx="5332810" cy="347663"/>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0" name="Rectangle 3">
            <a:extLst>
              <a:ext uri="{FF2B5EF4-FFF2-40B4-BE49-F238E27FC236}">
                <a16:creationId xmlns:a16="http://schemas.microsoft.com/office/drawing/2014/main" id="{1D54EE1B-761C-FB43-A1D7-62E82805B433}"/>
              </a:ext>
            </a:extLst>
          </p:cNvPr>
          <p:cNvSpPr>
            <a:spLocks noChangeArrowheads="1"/>
          </p:cNvSpPr>
          <p:nvPr/>
        </p:nvSpPr>
        <p:spPr bwMode="auto">
          <a:xfrm>
            <a:off x="2490788" y="1453753"/>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09956" name="Rectangle 4">
            <a:extLst>
              <a:ext uri="{FF2B5EF4-FFF2-40B4-BE49-F238E27FC236}">
                <a16:creationId xmlns:a16="http://schemas.microsoft.com/office/drawing/2014/main" id="{2EC59DBB-05B4-864A-B522-BA4F9CE365AD}"/>
              </a:ext>
            </a:extLst>
          </p:cNvPr>
          <p:cNvSpPr>
            <a:spLocks noGrp="1" noChangeArrowheads="1"/>
          </p:cNvSpPr>
          <p:nvPr>
            <p:ph type="title"/>
          </p:nvPr>
        </p:nvSpPr>
        <p:spPr>
          <a:xfrm>
            <a:off x="1331119" y="160735"/>
            <a:ext cx="6519863" cy="683419"/>
          </a:xfrm>
        </p:spPr>
        <p:txBody>
          <a:bodyPr/>
          <a:lstStyle/>
          <a:p>
            <a:pPr algn="ctr" eaLnBrk="1" hangingPunct="1"/>
            <a:r>
              <a:rPr lang="en-US" altLang="zh-CN" sz="3000">
                <a:latin typeface="Times New Roman" panose="02020603050405020304" pitchFamily="18" charset="0"/>
                <a:ea typeface="宋体" panose="02010600030101010101" pitchFamily="2" charset="-122"/>
              </a:rPr>
              <a:t>(IP</a:t>
            </a:r>
            <a:r>
              <a:rPr lang="en-US" altLang="zh-CN" sz="135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地址</a:t>
            </a:r>
            <a:r>
              <a:rPr lang="en-US" altLang="zh-CN" sz="3000">
                <a:latin typeface="Times New Roman" panose="02020603050405020304" pitchFamily="18" charset="0"/>
                <a:ea typeface="宋体" panose="02010600030101010101" pitchFamily="2" charset="-122"/>
              </a:rPr>
              <a:t>) AND (</a:t>
            </a:r>
            <a:r>
              <a:rPr lang="zh-CN" altLang="en-US" sz="3000">
                <a:latin typeface="Times New Roman" panose="02020603050405020304" pitchFamily="18" charset="0"/>
                <a:ea typeface="宋体" panose="02010600030101010101" pitchFamily="2" charset="-122"/>
              </a:rPr>
              <a:t>子网掩码</a:t>
            </a:r>
            <a:r>
              <a:rPr lang="en-US" altLang="zh-CN" sz="300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网络地址</a:t>
            </a:r>
          </a:p>
        </p:txBody>
      </p:sp>
      <p:sp>
        <p:nvSpPr>
          <p:cNvPr id="232452" name="Line 5">
            <a:extLst>
              <a:ext uri="{FF2B5EF4-FFF2-40B4-BE49-F238E27FC236}">
                <a16:creationId xmlns:a16="http://schemas.microsoft.com/office/drawing/2014/main" id="{FB030FE7-2F88-B347-B52F-0A3EAC9796DD}"/>
              </a:ext>
            </a:extLst>
          </p:cNvPr>
          <p:cNvSpPr>
            <a:spLocks noChangeShapeType="1"/>
          </p:cNvSpPr>
          <p:nvPr/>
        </p:nvSpPr>
        <p:spPr bwMode="auto">
          <a:xfrm flipV="1">
            <a:off x="2516982" y="2981325"/>
            <a:ext cx="2608660"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3" name="Line 6">
            <a:extLst>
              <a:ext uri="{FF2B5EF4-FFF2-40B4-BE49-F238E27FC236}">
                <a16:creationId xmlns:a16="http://schemas.microsoft.com/office/drawing/2014/main" id="{37FCD631-1554-0C44-BED6-2A9A27A98A5D}"/>
              </a:ext>
            </a:extLst>
          </p:cNvPr>
          <p:cNvSpPr>
            <a:spLocks noChangeShapeType="1"/>
          </p:cNvSpPr>
          <p:nvPr/>
        </p:nvSpPr>
        <p:spPr bwMode="auto">
          <a:xfrm flipV="1">
            <a:off x="6474619" y="2981325"/>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4" name="Line 7">
            <a:extLst>
              <a:ext uri="{FF2B5EF4-FFF2-40B4-BE49-F238E27FC236}">
                <a16:creationId xmlns:a16="http://schemas.microsoft.com/office/drawing/2014/main" id="{3EAEF011-BD25-E348-A625-A8AB5EAF60DC}"/>
              </a:ext>
            </a:extLst>
          </p:cNvPr>
          <p:cNvSpPr>
            <a:spLocks noChangeShapeType="1"/>
          </p:cNvSpPr>
          <p:nvPr/>
        </p:nvSpPr>
        <p:spPr bwMode="auto">
          <a:xfrm flipV="1">
            <a:off x="5125641" y="2981325"/>
            <a:ext cx="1343025"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5" name="Rectangle 8">
            <a:extLst>
              <a:ext uri="{FF2B5EF4-FFF2-40B4-BE49-F238E27FC236}">
                <a16:creationId xmlns:a16="http://schemas.microsoft.com/office/drawing/2014/main" id="{87FC6EA9-EED5-E546-B932-A384AD839143}"/>
              </a:ext>
            </a:extLst>
          </p:cNvPr>
          <p:cNvSpPr>
            <a:spLocks noChangeArrowheads="1"/>
          </p:cNvSpPr>
          <p:nvPr/>
        </p:nvSpPr>
        <p:spPr bwMode="auto">
          <a:xfrm>
            <a:off x="2501504" y="1463279"/>
            <a:ext cx="26181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6" name="Rectangle 9">
            <a:extLst>
              <a:ext uri="{FF2B5EF4-FFF2-40B4-BE49-F238E27FC236}">
                <a16:creationId xmlns:a16="http://schemas.microsoft.com/office/drawing/2014/main" id="{EA039F8D-AFE2-1043-B411-3278E98CA418}"/>
              </a:ext>
            </a:extLst>
          </p:cNvPr>
          <p:cNvSpPr>
            <a:spLocks noChangeArrowheads="1"/>
          </p:cNvSpPr>
          <p:nvPr/>
        </p:nvSpPr>
        <p:spPr bwMode="auto">
          <a:xfrm>
            <a:off x="3432572" y="1437085"/>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57" name="Rectangle 10">
            <a:extLst>
              <a:ext uri="{FF2B5EF4-FFF2-40B4-BE49-F238E27FC236}">
                <a16:creationId xmlns:a16="http://schemas.microsoft.com/office/drawing/2014/main" id="{8586A4A3-12BF-EF4C-AE96-DEA5706B3885}"/>
              </a:ext>
            </a:extLst>
          </p:cNvPr>
          <p:cNvSpPr>
            <a:spLocks noChangeArrowheads="1"/>
          </p:cNvSpPr>
          <p:nvPr/>
        </p:nvSpPr>
        <p:spPr bwMode="auto">
          <a:xfrm>
            <a:off x="6132910" y="147994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58" name="Rectangle 11">
            <a:extLst>
              <a:ext uri="{FF2B5EF4-FFF2-40B4-BE49-F238E27FC236}">
                <a16:creationId xmlns:a16="http://schemas.microsoft.com/office/drawing/2014/main" id="{10455956-C98D-5F4B-9765-B44AB73EDCFC}"/>
              </a:ext>
            </a:extLst>
          </p:cNvPr>
          <p:cNvSpPr>
            <a:spLocks noChangeArrowheads="1"/>
          </p:cNvSpPr>
          <p:nvPr/>
        </p:nvSpPr>
        <p:spPr bwMode="auto">
          <a:xfrm>
            <a:off x="1277541" y="1463279"/>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两级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59" name="Rectangle 12">
            <a:extLst>
              <a:ext uri="{FF2B5EF4-FFF2-40B4-BE49-F238E27FC236}">
                <a16:creationId xmlns:a16="http://schemas.microsoft.com/office/drawing/2014/main" id="{B34DCEB5-DEB5-D945-97F3-F160A504E891}"/>
              </a:ext>
            </a:extLst>
          </p:cNvPr>
          <p:cNvSpPr>
            <a:spLocks noChangeArrowheads="1"/>
          </p:cNvSpPr>
          <p:nvPr/>
        </p:nvSpPr>
        <p:spPr bwMode="auto">
          <a:xfrm>
            <a:off x="3359944" y="2902744"/>
            <a:ext cx="870347" cy="1964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0" name="Line 13">
            <a:extLst>
              <a:ext uri="{FF2B5EF4-FFF2-40B4-BE49-F238E27FC236}">
                <a16:creationId xmlns:a16="http://schemas.microsoft.com/office/drawing/2014/main" id="{ACE22FEA-0BC8-E04D-B88D-26F86B4A815C}"/>
              </a:ext>
            </a:extLst>
          </p:cNvPr>
          <p:cNvSpPr>
            <a:spLocks noChangeShapeType="1"/>
          </p:cNvSpPr>
          <p:nvPr/>
        </p:nvSpPr>
        <p:spPr bwMode="auto">
          <a:xfrm>
            <a:off x="5125641" y="14597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1" name="Rectangle 14">
            <a:extLst>
              <a:ext uri="{FF2B5EF4-FFF2-40B4-BE49-F238E27FC236}">
                <a16:creationId xmlns:a16="http://schemas.microsoft.com/office/drawing/2014/main" id="{10817725-DF72-114F-B5C6-A52ED996ACEE}"/>
              </a:ext>
            </a:extLst>
          </p:cNvPr>
          <p:cNvSpPr>
            <a:spLocks noChangeArrowheads="1"/>
          </p:cNvSpPr>
          <p:nvPr/>
        </p:nvSpPr>
        <p:spPr bwMode="auto">
          <a:xfrm>
            <a:off x="3423047"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62" name="Rectangle 15">
            <a:extLst>
              <a:ext uri="{FF2B5EF4-FFF2-40B4-BE49-F238E27FC236}">
                <a16:creationId xmlns:a16="http://schemas.microsoft.com/office/drawing/2014/main" id="{BDDD5910-E812-E446-B19D-CA3166403840}"/>
              </a:ext>
            </a:extLst>
          </p:cNvPr>
          <p:cNvSpPr>
            <a:spLocks noChangeArrowheads="1"/>
          </p:cNvSpPr>
          <p:nvPr/>
        </p:nvSpPr>
        <p:spPr bwMode="auto">
          <a:xfrm>
            <a:off x="2511029" y="2424113"/>
            <a:ext cx="259913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3" name="Rectangle 16">
            <a:extLst>
              <a:ext uri="{FF2B5EF4-FFF2-40B4-BE49-F238E27FC236}">
                <a16:creationId xmlns:a16="http://schemas.microsoft.com/office/drawing/2014/main" id="{E5E15C19-87E0-3F4D-8B20-E932157EDDBE}"/>
              </a:ext>
            </a:extLst>
          </p:cNvPr>
          <p:cNvSpPr>
            <a:spLocks noChangeArrowheads="1"/>
          </p:cNvSpPr>
          <p:nvPr/>
        </p:nvSpPr>
        <p:spPr bwMode="auto">
          <a:xfrm>
            <a:off x="1277541" y="2424113"/>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64" name="Rectangle 17">
            <a:extLst>
              <a:ext uri="{FF2B5EF4-FFF2-40B4-BE49-F238E27FC236}">
                <a16:creationId xmlns:a16="http://schemas.microsoft.com/office/drawing/2014/main" id="{E164DEC6-363E-844E-BB3D-A5AD8B08A2DC}"/>
              </a:ext>
            </a:extLst>
          </p:cNvPr>
          <p:cNvSpPr>
            <a:spLocks noChangeArrowheads="1"/>
          </p:cNvSpPr>
          <p:nvPr/>
        </p:nvSpPr>
        <p:spPr bwMode="auto">
          <a:xfrm>
            <a:off x="6873479" y="2902744"/>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5" name="Line 18">
            <a:extLst>
              <a:ext uri="{FF2B5EF4-FFF2-40B4-BE49-F238E27FC236}">
                <a16:creationId xmlns:a16="http://schemas.microsoft.com/office/drawing/2014/main" id="{E401A4D0-FDDC-7542-9781-24E74F075CEC}"/>
              </a:ext>
            </a:extLst>
          </p:cNvPr>
          <p:cNvSpPr>
            <a:spLocks noChangeShapeType="1"/>
          </p:cNvSpPr>
          <p:nvPr/>
        </p:nvSpPr>
        <p:spPr bwMode="auto">
          <a:xfrm>
            <a:off x="5125641" y="242292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6" name="Rectangle 19">
            <a:extLst>
              <a:ext uri="{FF2B5EF4-FFF2-40B4-BE49-F238E27FC236}">
                <a16:creationId xmlns:a16="http://schemas.microsoft.com/office/drawing/2014/main" id="{026F7456-8B42-1843-A514-84A2B8C42AF1}"/>
              </a:ext>
            </a:extLst>
          </p:cNvPr>
          <p:cNvSpPr>
            <a:spLocks noChangeArrowheads="1"/>
          </p:cNvSpPr>
          <p:nvPr/>
        </p:nvSpPr>
        <p:spPr bwMode="auto">
          <a:xfrm>
            <a:off x="6805613" y="283606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67" name="Rectangle 20">
            <a:extLst>
              <a:ext uri="{FF2B5EF4-FFF2-40B4-BE49-F238E27FC236}">
                <a16:creationId xmlns:a16="http://schemas.microsoft.com/office/drawing/2014/main" id="{CCE107AC-AE0E-0D44-88EB-EB2C1AC4A010}"/>
              </a:ext>
            </a:extLst>
          </p:cNvPr>
          <p:cNvSpPr>
            <a:spLocks noChangeArrowheads="1"/>
          </p:cNvSpPr>
          <p:nvPr/>
        </p:nvSpPr>
        <p:spPr bwMode="auto">
          <a:xfrm>
            <a:off x="5488781" y="2894410"/>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8" name="Line 21">
            <a:extLst>
              <a:ext uri="{FF2B5EF4-FFF2-40B4-BE49-F238E27FC236}">
                <a16:creationId xmlns:a16="http://schemas.microsoft.com/office/drawing/2014/main" id="{1973A01C-0F4C-F448-BF1A-5DDD59ADB182}"/>
              </a:ext>
            </a:extLst>
          </p:cNvPr>
          <p:cNvSpPr>
            <a:spLocks noChangeShapeType="1"/>
          </p:cNvSpPr>
          <p:nvPr/>
        </p:nvSpPr>
        <p:spPr bwMode="auto">
          <a:xfrm>
            <a:off x="6474619" y="2413398"/>
            <a:ext cx="0" cy="3393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9" name="Rectangle 23">
            <a:extLst>
              <a:ext uri="{FF2B5EF4-FFF2-40B4-BE49-F238E27FC236}">
                <a16:creationId xmlns:a16="http://schemas.microsoft.com/office/drawing/2014/main" id="{104C8A15-DAF3-744E-BAFF-57DCAA69E3B8}"/>
              </a:ext>
            </a:extLst>
          </p:cNvPr>
          <p:cNvSpPr>
            <a:spLocks noChangeArrowheads="1"/>
          </p:cNvSpPr>
          <p:nvPr/>
        </p:nvSpPr>
        <p:spPr bwMode="auto">
          <a:xfrm>
            <a:off x="3437335"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70" name="Rectangle 24">
            <a:extLst>
              <a:ext uri="{FF2B5EF4-FFF2-40B4-BE49-F238E27FC236}">
                <a16:creationId xmlns:a16="http://schemas.microsoft.com/office/drawing/2014/main" id="{2DE75826-588F-1C40-AC8D-5ED8AFA937FC}"/>
              </a:ext>
            </a:extLst>
          </p:cNvPr>
          <p:cNvSpPr>
            <a:spLocks noChangeArrowheads="1"/>
          </p:cNvSpPr>
          <p:nvPr/>
        </p:nvSpPr>
        <p:spPr bwMode="auto">
          <a:xfrm>
            <a:off x="6788944" y="2439591"/>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hlink"/>
                </a:solidFill>
                <a:latin typeface="Arial" panose="020B0604020202020204" pitchFamily="34" charset="0"/>
                <a:ea typeface="宋体" panose="02010600030101010101" pitchFamily="2" charset="-122"/>
                <a:cs typeface="黑体" panose="02010609060101010101" pitchFamily="49" charset="-122"/>
              </a:rPr>
              <a:t>主机号</a:t>
            </a:r>
          </a:p>
        </p:txBody>
      </p:sp>
      <p:sp>
        <p:nvSpPr>
          <p:cNvPr id="232471" name="Rectangle 25">
            <a:extLst>
              <a:ext uri="{FF2B5EF4-FFF2-40B4-BE49-F238E27FC236}">
                <a16:creationId xmlns:a16="http://schemas.microsoft.com/office/drawing/2014/main" id="{7B69B3D7-AA85-B747-888B-5065D4D184DD}"/>
              </a:ext>
            </a:extLst>
          </p:cNvPr>
          <p:cNvSpPr>
            <a:spLocks noChangeArrowheads="1"/>
          </p:cNvSpPr>
          <p:nvPr/>
        </p:nvSpPr>
        <p:spPr bwMode="auto">
          <a:xfrm>
            <a:off x="5485210"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2" name="Rectangle 26">
            <a:extLst>
              <a:ext uri="{FF2B5EF4-FFF2-40B4-BE49-F238E27FC236}">
                <a16:creationId xmlns:a16="http://schemas.microsoft.com/office/drawing/2014/main" id="{1586001B-37A7-FD49-B9EA-69435FF51EEF}"/>
              </a:ext>
            </a:extLst>
          </p:cNvPr>
          <p:cNvSpPr>
            <a:spLocks noChangeArrowheads="1"/>
          </p:cNvSpPr>
          <p:nvPr/>
        </p:nvSpPr>
        <p:spPr bwMode="auto">
          <a:xfrm>
            <a:off x="5411391"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3" name="Line 27">
            <a:extLst>
              <a:ext uri="{FF2B5EF4-FFF2-40B4-BE49-F238E27FC236}">
                <a16:creationId xmlns:a16="http://schemas.microsoft.com/office/drawing/2014/main" id="{E5F4D943-0B17-B647-82A6-F9FF5CDACAC9}"/>
              </a:ext>
            </a:extLst>
          </p:cNvPr>
          <p:cNvSpPr>
            <a:spLocks noChangeShapeType="1"/>
          </p:cNvSpPr>
          <p:nvPr/>
        </p:nvSpPr>
        <p:spPr bwMode="auto">
          <a:xfrm>
            <a:off x="2500313" y="279201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4" name="Line 28">
            <a:extLst>
              <a:ext uri="{FF2B5EF4-FFF2-40B4-BE49-F238E27FC236}">
                <a16:creationId xmlns:a16="http://schemas.microsoft.com/office/drawing/2014/main" id="{591A69B5-A161-1246-9B67-CBC71E5A2E10}"/>
              </a:ext>
            </a:extLst>
          </p:cNvPr>
          <p:cNvSpPr>
            <a:spLocks noChangeShapeType="1"/>
          </p:cNvSpPr>
          <p:nvPr/>
        </p:nvSpPr>
        <p:spPr bwMode="auto">
          <a:xfrm>
            <a:off x="6474619" y="2792017"/>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5" name="Rectangle 29">
            <a:extLst>
              <a:ext uri="{FF2B5EF4-FFF2-40B4-BE49-F238E27FC236}">
                <a16:creationId xmlns:a16="http://schemas.microsoft.com/office/drawing/2014/main" id="{1F9DCD2E-BD52-D749-9CE1-08A4CC62BED8}"/>
              </a:ext>
            </a:extLst>
          </p:cNvPr>
          <p:cNvSpPr>
            <a:spLocks noChangeArrowheads="1"/>
          </p:cNvSpPr>
          <p:nvPr/>
        </p:nvSpPr>
        <p:spPr bwMode="auto">
          <a:xfrm>
            <a:off x="1277541" y="3218260"/>
            <a:ext cx="1189974"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的子网掩码</a:t>
            </a:r>
          </a:p>
        </p:txBody>
      </p:sp>
      <p:sp>
        <p:nvSpPr>
          <p:cNvPr id="232476" name="Line 44">
            <a:extLst>
              <a:ext uri="{FF2B5EF4-FFF2-40B4-BE49-F238E27FC236}">
                <a16:creationId xmlns:a16="http://schemas.microsoft.com/office/drawing/2014/main" id="{F348AB74-136C-4F46-9EB6-68F39815FC44}"/>
              </a:ext>
            </a:extLst>
          </p:cNvPr>
          <p:cNvSpPr>
            <a:spLocks noChangeShapeType="1"/>
          </p:cNvSpPr>
          <p:nvPr/>
        </p:nvSpPr>
        <p:spPr bwMode="auto">
          <a:xfrm>
            <a:off x="5125641" y="28313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7" name="Line 45">
            <a:extLst>
              <a:ext uri="{FF2B5EF4-FFF2-40B4-BE49-F238E27FC236}">
                <a16:creationId xmlns:a16="http://schemas.microsoft.com/office/drawing/2014/main" id="{70EDFABB-F47E-A946-9878-3380C76C0AB9}"/>
              </a:ext>
            </a:extLst>
          </p:cNvPr>
          <p:cNvSpPr>
            <a:spLocks noChangeShapeType="1"/>
          </p:cNvSpPr>
          <p:nvPr/>
        </p:nvSpPr>
        <p:spPr bwMode="auto">
          <a:xfrm>
            <a:off x="7823597" y="2792016"/>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8" name="Rectangle 46">
            <a:extLst>
              <a:ext uri="{FF2B5EF4-FFF2-40B4-BE49-F238E27FC236}">
                <a16:creationId xmlns:a16="http://schemas.microsoft.com/office/drawing/2014/main" id="{46A7BD2B-1D7E-6643-9C7F-3A74425D9595}"/>
              </a:ext>
            </a:extLst>
          </p:cNvPr>
          <p:cNvSpPr>
            <a:spLocks noChangeArrowheads="1"/>
          </p:cNvSpPr>
          <p:nvPr/>
        </p:nvSpPr>
        <p:spPr bwMode="auto">
          <a:xfrm>
            <a:off x="1455323" y="3802857"/>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子网的</a:t>
            </a:r>
          </a:p>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232479" name="Rectangle 47">
            <a:extLst>
              <a:ext uri="{FF2B5EF4-FFF2-40B4-BE49-F238E27FC236}">
                <a16:creationId xmlns:a16="http://schemas.microsoft.com/office/drawing/2014/main" id="{11E998CE-6857-D047-9A81-78B0EC0A8E94}"/>
              </a:ext>
            </a:extLst>
          </p:cNvPr>
          <p:cNvSpPr>
            <a:spLocks noChangeArrowheads="1"/>
          </p:cNvSpPr>
          <p:nvPr/>
        </p:nvSpPr>
        <p:spPr bwMode="auto">
          <a:xfrm>
            <a:off x="6462713" y="32730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0" name="Rectangle 48">
            <a:extLst>
              <a:ext uri="{FF2B5EF4-FFF2-40B4-BE49-F238E27FC236}">
                <a16:creationId xmlns:a16="http://schemas.microsoft.com/office/drawing/2014/main" id="{68E86C3D-BED5-274A-9FD4-952CF02819E0}"/>
              </a:ext>
            </a:extLst>
          </p:cNvPr>
          <p:cNvSpPr>
            <a:spLocks noChangeArrowheads="1"/>
          </p:cNvSpPr>
          <p:nvPr/>
        </p:nvSpPr>
        <p:spPr bwMode="auto">
          <a:xfrm>
            <a:off x="2519363" y="32730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0001" name="Group 49">
            <a:extLst>
              <a:ext uri="{FF2B5EF4-FFF2-40B4-BE49-F238E27FC236}">
                <a16:creationId xmlns:a16="http://schemas.microsoft.com/office/drawing/2014/main" id="{5346B4DC-1110-0948-8E7A-C85FC9B00000}"/>
              </a:ext>
            </a:extLst>
          </p:cNvPr>
          <p:cNvGrpSpPr>
            <a:grpSpLocks/>
          </p:cNvGrpSpPr>
          <p:nvPr/>
        </p:nvGrpSpPr>
        <p:grpSpPr bwMode="auto">
          <a:xfrm>
            <a:off x="2486026" y="3273030"/>
            <a:ext cx="5338762" cy="344091"/>
            <a:chOff x="1128" y="3022"/>
            <a:chExt cx="4484" cy="289"/>
          </a:xfrm>
        </p:grpSpPr>
        <p:sp>
          <p:nvSpPr>
            <p:cNvPr id="232492" name="Rectangle 50">
              <a:extLst>
                <a:ext uri="{FF2B5EF4-FFF2-40B4-BE49-F238E27FC236}">
                  <a16:creationId xmlns:a16="http://schemas.microsoft.com/office/drawing/2014/main" id="{6DDC2925-5B61-5A4C-AEE9-D1AEFCEA49DC}"/>
                </a:ext>
              </a:extLst>
            </p:cNvPr>
            <p:cNvSpPr>
              <a:spLocks noChangeArrowheads="1"/>
            </p:cNvSpPr>
            <p:nvPr/>
          </p:nvSpPr>
          <p:spPr bwMode="auto">
            <a:xfrm>
              <a:off x="1128" y="3022"/>
              <a:ext cx="3388"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1 1 1 1 1 1 1 1 1 1 1 1 1 1 1 1</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a:t>
              </a:r>
            </a:p>
          </p:txBody>
        </p:sp>
        <p:sp>
          <p:nvSpPr>
            <p:cNvPr id="232493" name="Rectangle 51">
              <a:extLst>
                <a:ext uri="{FF2B5EF4-FFF2-40B4-BE49-F238E27FC236}">
                  <a16:creationId xmlns:a16="http://schemas.microsoft.com/office/drawing/2014/main" id="{0BBB0154-E70F-8F43-B407-660697C1BD39}"/>
                </a:ext>
              </a:extLst>
            </p:cNvPr>
            <p:cNvSpPr>
              <a:spLocks noChangeArrowheads="1"/>
            </p:cNvSpPr>
            <p:nvPr/>
          </p:nvSpPr>
          <p:spPr bwMode="auto">
            <a:xfrm>
              <a:off x="4464" y="3041"/>
              <a:ext cx="114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0 0 0 0 0 0 0 0</a:t>
              </a:r>
            </a:p>
          </p:txBody>
        </p:sp>
      </p:grpSp>
      <p:sp>
        <p:nvSpPr>
          <p:cNvPr id="232482" name="Line 52">
            <a:extLst>
              <a:ext uri="{FF2B5EF4-FFF2-40B4-BE49-F238E27FC236}">
                <a16:creationId xmlns:a16="http://schemas.microsoft.com/office/drawing/2014/main" id="{1A5BA26D-D52E-D44E-9374-EE91AFB0B35E}"/>
              </a:ext>
            </a:extLst>
          </p:cNvPr>
          <p:cNvSpPr>
            <a:spLocks noChangeShapeType="1"/>
          </p:cNvSpPr>
          <p:nvPr/>
        </p:nvSpPr>
        <p:spPr bwMode="auto">
          <a:xfrm>
            <a:off x="5125642" y="32730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3" name="Rectangle 53">
            <a:extLst>
              <a:ext uri="{FF2B5EF4-FFF2-40B4-BE49-F238E27FC236}">
                <a16:creationId xmlns:a16="http://schemas.microsoft.com/office/drawing/2014/main" id="{F47E2AB4-0CDC-6E48-B893-2579CC865BAC}"/>
              </a:ext>
            </a:extLst>
          </p:cNvPr>
          <p:cNvSpPr>
            <a:spLocks noChangeArrowheads="1"/>
          </p:cNvSpPr>
          <p:nvPr/>
        </p:nvSpPr>
        <p:spPr bwMode="auto">
          <a:xfrm>
            <a:off x="6462713" y="39207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4" name="Rectangle 54">
            <a:extLst>
              <a:ext uri="{FF2B5EF4-FFF2-40B4-BE49-F238E27FC236}">
                <a16:creationId xmlns:a16="http://schemas.microsoft.com/office/drawing/2014/main" id="{EF195341-293F-994F-8941-2E1F0D8A999F}"/>
              </a:ext>
            </a:extLst>
          </p:cNvPr>
          <p:cNvSpPr>
            <a:spLocks noChangeArrowheads="1"/>
          </p:cNvSpPr>
          <p:nvPr/>
        </p:nvSpPr>
        <p:spPr bwMode="auto">
          <a:xfrm>
            <a:off x="2519363" y="39207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5" name="Line 55">
            <a:extLst>
              <a:ext uri="{FF2B5EF4-FFF2-40B4-BE49-F238E27FC236}">
                <a16:creationId xmlns:a16="http://schemas.microsoft.com/office/drawing/2014/main" id="{34C930DE-484B-0646-A73F-AF3B0CE51256}"/>
              </a:ext>
            </a:extLst>
          </p:cNvPr>
          <p:cNvSpPr>
            <a:spLocks noChangeShapeType="1"/>
          </p:cNvSpPr>
          <p:nvPr/>
        </p:nvSpPr>
        <p:spPr bwMode="auto">
          <a:xfrm>
            <a:off x="5125642" y="39207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6" name="Rectangle 57">
            <a:extLst>
              <a:ext uri="{FF2B5EF4-FFF2-40B4-BE49-F238E27FC236}">
                <a16:creationId xmlns:a16="http://schemas.microsoft.com/office/drawing/2014/main" id="{F1D03F56-9A1B-2E4C-8041-4603B13A2E98}"/>
              </a:ext>
            </a:extLst>
          </p:cNvPr>
          <p:cNvSpPr>
            <a:spLocks noChangeArrowheads="1"/>
          </p:cNvSpPr>
          <p:nvPr/>
        </p:nvSpPr>
        <p:spPr bwMode="auto">
          <a:xfrm>
            <a:off x="3492104"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87" name="Rectangle 58">
            <a:extLst>
              <a:ext uri="{FF2B5EF4-FFF2-40B4-BE49-F238E27FC236}">
                <a16:creationId xmlns:a16="http://schemas.microsoft.com/office/drawing/2014/main" id="{9B6F1FDF-4FB6-A947-A539-7DD9D48F3AAD}"/>
              </a:ext>
            </a:extLst>
          </p:cNvPr>
          <p:cNvSpPr>
            <a:spLocks noChangeArrowheads="1"/>
          </p:cNvSpPr>
          <p:nvPr/>
        </p:nvSpPr>
        <p:spPr bwMode="auto">
          <a:xfrm>
            <a:off x="5430441"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88" name="Rectangle 59">
            <a:extLst>
              <a:ext uri="{FF2B5EF4-FFF2-40B4-BE49-F238E27FC236}">
                <a16:creationId xmlns:a16="http://schemas.microsoft.com/office/drawing/2014/main" id="{54672CD2-0C23-2B4C-99E4-98C04454BCFE}"/>
              </a:ext>
            </a:extLst>
          </p:cNvPr>
          <p:cNvSpPr>
            <a:spLocks noChangeArrowheads="1"/>
          </p:cNvSpPr>
          <p:nvPr/>
        </p:nvSpPr>
        <p:spPr bwMode="auto">
          <a:xfrm>
            <a:off x="7030641" y="393858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a:t>
            </a:r>
          </a:p>
        </p:txBody>
      </p:sp>
      <p:sp>
        <p:nvSpPr>
          <p:cNvPr id="510012" name="Rectangle 60">
            <a:extLst>
              <a:ext uri="{FF2B5EF4-FFF2-40B4-BE49-F238E27FC236}">
                <a16:creationId xmlns:a16="http://schemas.microsoft.com/office/drawing/2014/main" id="{79CF0E9C-FFD0-5748-8FD3-3E4E08668CE5}"/>
              </a:ext>
            </a:extLst>
          </p:cNvPr>
          <p:cNvSpPr>
            <a:spLocks noChangeArrowheads="1"/>
          </p:cNvSpPr>
          <p:nvPr/>
        </p:nvSpPr>
        <p:spPr bwMode="auto">
          <a:xfrm>
            <a:off x="2438401" y="2787254"/>
            <a:ext cx="5441156" cy="450056"/>
          </a:xfrm>
          <a:prstGeom prst="rect">
            <a:avLst/>
          </a:prstGeom>
          <a:solidFill>
            <a:srgbClr val="66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a:latin typeface="Arial" panose="020B0604020202020204" pitchFamily="34" charset="0"/>
                <a:ea typeface="宋体" panose="02010600030101010101" pitchFamily="2" charset="-122"/>
                <a:cs typeface="黑体" panose="02010609060101010101" pitchFamily="49" charset="-122"/>
              </a:rPr>
              <a:t>逐位进行 </a:t>
            </a:r>
            <a:r>
              <a:rPr lang="en-US" altLang="zh-CN" sz="2700">
                <a:latin typeface="Arial" panose="020B0604020202020204" pitchFamily="34" charset="0"/>
                <a:ea typeface="宋体" panose="02010600030101010101" pitchFamily="2" charset="-122"/>
                <a:cs typeface="黑体" panose="02010609060101010101" pitchFamily="49" charset="-122"/>
              </a:rPr>
              <a:t>AND </a:t>
            </a:r>
            <a:r>
              <a:rPr lang="zh-CN" altLang="en-US" sz="2700">
                <a:latin typeface="Arial" panose="020B0604020202020204" pitchFamily="34" charset="0"/>
                <a:ea typeface="宋体" panose="02010600030101010101" pitchFamily="2" charset="-122"/>
                <a:cs typeface="黑体" panose="02010609060101010101" pitchFamily="49" charset="-122"/>
              </a:rPr>
              <a:t>运算</a:t>
            </a:r>
          </a:p>
        </p:txBody>
      </p:sp>
      <p:sp>
        <p:nvSpPr>
          <p:cNvPr id="510013" name="AutoShape 61">
            <a:extLst>
              <a:ext uri="{FF2B5EF4-FFF2-40B4-BE49-F238E27FC236}">
                <a16:creationId xmlns:a16="http://schemas.microsoft.com/office/drawing/2014/main" id="{D38326F4-69C0-0E4F-82EE-44BF6F797708}"/>
              </a:ext>
            </a:extLst>
          </p:cNvPr>
          <p:cNvSpPr>
            <a:spLocks noChangeArrowheads="1"/>
          </p:cNvSpPr>
          <p:nvPr/>
        </p:nvSpPr>
        <p:spPr bwMode="auto">
          <a:xfrm>
            <a:off x="4787504" y="3705225"/>
            <a:ext cx="648890" cy="377429"/>
          </a:xfrm>
          <a:prstGeom prst="downArrow">
            <a:avLst>
              <a:gd name="adj1" fmla="val 50000"/>
              <a:gd name="adj2" fmla="val 25000"/>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91" name="幻灯片编号占位符 1">
            <a:extLst>
              <a:ext uri="{FF2B5EF4-FFF2-40B4-BE49-F238E27FC236}">
                <a16:creationId xmlns:a16="http://schemas.microsoft.com/office/drawing/2014/main" id="{601EFACD-3212-F846-A272-88A6921F11CF}"/>
              </a:ext>
            </a:extLst>
          </p:cNvPr>
          <p:cNvSpPr>
            <a:spLocks noGrp="1" noChangeArrowheads="1"/>
          </p:cNvSpPr>
          <p:nvPr>
            <p:ph type="sldNum" sz="quarter" idx="10"/>
          </p:nvPr>
        </p:nvSpPr>
        <p:spPr>
          <a:xfrm>
            <a:off x="8709659" y="4845446"/>
            <a:ext cx="40528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78A07F-88A3-4045-A83E-78A558EA9A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725796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1" presetClass="entr" presetSubtype="0" fill="hold" grpId="0"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1" presetClass="entr" presetSubtype="0" fill="hold" grpId="0"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p:bldP spid="510012" grpId="0" animBg="1"/>
      <p:bldP spid="510013" grpId="0" animBg="1"/>
    </p:bldLst>
  </p:timing>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4497" name="Rectangle 54">
            <a:extLst>
              <a:ext uri="{FF2B5EF4-FFF2-40B4-BE49-F238E27FC236}">
                <a16:creationId xmlns:a16="http://schemas.microsoft.com/office/drawing/2014/main" id="{1353B5AA-F58C-964C-8064-1AB31C2BB6D4}"/>
              </a:ext>
            </a:extLst>
          </p:cNvPr>
          <p:cNvSpPr>
            <a:spLocks noChangeArrowheads="1"/>
          </p:cNvSpPr>
          <p:nvPr/>
        </p:nvSpPr>
        <p:spPr bwMode="auto">
          <a:xfrm>
            <a:off x="6477000" y="4502944"/>
            <a:ext cx="1191816" cy="37266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8" name="Rectangle 35">
            <a:extLst>
              <a:ext uri="{FF2B5EF4-FFF2-40B4-BE49-F238E27FC236}">
                <a16:creationId xmlns:a16="http://schemas.microsoft.com/office/drawing/2014/main" id="{708C3370-CEAD-7B48-8D1A-C6D4E5D5D594}"/>
              </a:ext>
            </a:extLst>
          </p:cNvPr>
          <p:cNvSpPr>
            <a:spLocks noChangeArrowheads="1"/>
          </p:cNvSpPr>
          <p:nvPr/>
        </p:nvSpPr>
        <p:spPr bwMode="auto">
          <a:xfrm>
            <a:off x="2968228" y="4512469"/>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9" name="Rectangle 39">
            <a:extLst>
              <a:ext uri="{FF2B5EF4-FFF2-40B4-BE49-F238E27FC236}">
                <a16:creationId xmlns:a16="http://schemas.microsoft.com/office/drawing/2014/main" id="{9A12E00A-B349-F648-A5B5-9CDA65DEA42E}"/>
              </a:ext>
            </a:extLst>
          </p:cNvPr>
          <p:cNvSpPr>
            <a:spLocks noChangeArrowheads="1"/>
          </p:cNvSpPr>
          <p:nvPr/>
        </p:nvSpPr>
        <p:spPr bwMode="auto">
          <a:xfrm>
            <a:off x="2987279" y="4544616"/>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1 1 1 1 1 1 1 1 1 1 1 1 1 1 1 1 1 1 1 1 1 1 1 1</a:t>
            </a:r>
          </a:p>
        </p:txBody>
      </p:sp>
      <p:sp>
        <p:nvSpPr>
          <p:cNvPr id="234500" name="Rectangle 44">
            <a:extLst>
              <a:ext uri="{FF2B5EF4-FFF2-40B4-BE49-F238E27FC236}">
                <a16:creationId xmlns:a16="http://schemas.microsoft.com/office/drawing/2014/main" id="{BE86F07E-27E1-B043-B6FD-2A9D98B9D98E}"/>
              </a:ext>
            </a:extLst>
          </p:cNvPr>
          <p:cNvSpPr>
            <a:spLocks noChangeArrowheads="1"/>
          </p:cNvSpPr>
          <p:nvPr/>
        </p:nvSpPr>
        <p:spPr bwMode="auto">
          <a:xfrm>
            <a:off x="6440092" y="4544616"/>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a:t>
            </a:r>
          </a:p>
        </p:txBody>
      </p:sp>
      <p:sp>
        <p:nvSpPr>
          <p:cNvPr id="234501" name="Rectangle 53">
            <a:extLst>
              <a:ext uri="{FF2B5EF4-FFF2-40B4-BE49-F238E27FC236}">
                <a16:creationId xmlns:a16="http://schemas.microsoft.com/office/drawing/2014/main" id="{ABC3430D-80B7-5C46-B4D3-5DCBC6BB8652}"/>
              </a:ext>
            </a:extLst>
          </p:cNvPr>
          <p:cNvSpPr>
            <a:spLocks noChangeArrowheads="1"/>
          </p:cNvSpPr>
          <p:nvPr/>
        </p:nvSpPr>
        <p:spPr bwMode="auto">
          <a:xfrm>
            <a:off x="5274469" y="3189685"/>
            <a:ext cx="2391966"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2" name="Rectangle 42">
            <a:extLst>
              <a:ext uri="{FF2B5EF4-FFF2-40B4-BE49-F238E27FC236}">
                <a16:creationId xmlns:a16="http://schemas.microsoft.com/office/drawing/2014/main" id="{80CF4E38-CCBE-664F-B51C-488DFEFFE5A3}"/>
              </a:ext>
            </a:extLst>
          </p:cNvPr>
          <p:cNvSpPr>
            <a:spLocks noChangeArrowheads="1"/>
          </p:cNvSpPr>
          <p:nvPr/>
        </p:nvSpPr>
        <p:spPr bwMode="auto">
          <a:xfrm>
            <a:off x="5279232"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a:t>
            </a:r>
          </a:p>
        </p:txBody>
      </p:sp>
      <p:sp>
        <p:nvSpPr>
          <p:cNvPr id="234503" name="Rectangle 29">
            <a:extLst>
              <a:ext uri="{FF2B5EF4-FFF2-40B4-BE49-F238E27FC236}">
                <a16:creationId xmlns:a16="http://schemas.microsoft.com/office/drawing/2014/main" id="{9D07F44D-688A-0C42-B4A1-74962BE5016A}"/>
              </a:ext>
            </a:extLst>
          </p:cNvPr>
          <p:cNvSpPr>
            <a:spLocks noChangeArrowheads="1"/>
          </p:cNvSpPr>
          <p:nvPr/>
        </p:nvSpPr>
        <p:spPr bwMode="auto">
          <a:xfrm>
            <a:off x="2972992" y="3194447"/>
            <a:ext cx="2306240"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4" name="Rectangle 41">
            <a:extLst>
              <a:ext uri="{FF2B5EF4-FFF2-40B4-BE49-F238E27FC236}">
                <a16:creationId xmlns:a16="http://schemas.microsoft.com/office/drawing/2014/main" id="{FDFDFCA9-B67C-A946-A7A3-CEF74B617D24}"/>
              </a:ext>
            </a:extLst>
          </p:cNvPr>
          <p:cNvSpPr>
            <a:spLocks noChangeArrowheads="1"/>
          </p:cNvSpPr>
          <p:nvPr/>
        </p:nvSpPr>
        <p:spPr bwMode="auto">
          <a:xfrm>
            <a:off x="2949179"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a:t>
            </a:r>
          </a:p>
        </p:txBody>
      </p:sp>
      <p:sp>
        <p:nvSpPr>
          <p:cNvPr id="234505" name="Rectangle 19">
            <a:extLst>
              <a:ext uri="{FF2B5EF4-FFF2-40B4-BE49-F238E27FC236}">
                <a16:creationId xmlns:a16="http://schemas.microsoft.com/office/drawing/2014/main" id="{ACC0774D-57DF-554C-90F8-5EF77589789D}"/>
              </a:ext>
            </a:extLst>
          </p:cNvPr>
          <p:cNvSpPr>
            <a:spLocks noChangeArrowheads="1"/>
          </p:cNvSpPr>
          <p:nvPr/>
        </p:nvSpPr>
        <p:spPr bwMode="auto">
          <a:xfrm>
            <a:off x="2972992" y="1876425"/>
            <a:ext cx="1202531"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6" name="Rectangle 52">
            <a:extLst>
              <a:ext uri="{FF2B5EF4-FFF2-40B4-BE49-F238E27FC236}">
                <a16:creationId xmlns:a16="http://schemas.microsoft.com/office/drawing/2014/main" id="{89B20EC4-F152-464F-A137-49F589B5D27E}"/>
              </a:ext>
            </a:extLst>
          </p:cNvPr>
          <p:cNvSpPr>
            <a:spLocks noChangeArrowheads="1"/>
          </p:cNvSpPr>
          <p:nvPr/>
        </p:nvSpPr>
        <p:spPr bwMode="auto">
          <a:xfrm>
            <a:off x="4160044" y="1877616"/>
            <a:ext cx="3489722"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7" name="Rectangle 43">
            <a:extLst>
              <a:ext uri="{FF2B5EF4-FFF2-40B4-BE49-F238E27FC236}">
                <a16:creationId xmlns:a16="http://schemas.microsoft.com/office/drawing/2014/main" id="{2A0283CB-DECC-1A42-9EA8-2FB17E9655A5}"/>
              </a:ext>
            </a:extLst>
          </p:cNvPr>
          <p:cNvSpPr>
            <a:spLocks noChangeArrowheads="1"/>
          </p:cNvSpPr>
          <p:nvPr/>
        </p:nvSpPr>
        <p:spPr bwMode="auto">
          <a:xfrm>
            <a:off x="2958704" y="191333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a:t>
            </a:r>
          </a:p>
        </p:txBody>
      </p:sp>
      <p:sp>
        <p:nvSpPr>
          <p:cNvPr id="234508" name="Rectangle 40">
            <a:extLst>
              <a:ext uri="{FF2B5EF4-FFF2-40B4-BE49-F238E27FC236}">
                <a16:creationId xmlns:a16="http://schemas.microsoft.com/office/drawing/2014/main" id="{3A8C254C-955B-C14E-8771-CAE310025BAC}"/>
              </a:ext>
            </a:extLst>
          </p:cNvPr>
          <p:cNvSpPr>
            <a:spLocks noChangeArrowheads="1"/>
          </p:cNvSpPr>
          <p:nvPr/>
        </p:nvSpPr>
        <p:spPr bwMode="auto">
          <a:xfrm>
            <a:off x="4139804" y="1913335"/>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0 0 0 0 0 0 0 0 0 0 0 0 0 0 0 0 0 0 0 0 0 0 0 0</a:t>
            </a:r>
          </a:p>
        </p:txBody>
      </p:sp>
      <p:sp>
        <p:nvSpPr>
          <p:cNvPr id="234509" name="Rectangle 2">
            <a:extLst>
              <a:ext uri="{FF2B5EF4-FFF2-40B4-BE49-F238E27FC236}">
                <a16:creationId xmlns:a16="http://schemas.microsoft.com/office/drawing/2014/main" id="{EF9834B2-3AE2-9D4C-8040-677B09D2F8A9}"/>
              </a:ext>
            </a:extLst>
          </p:cNvPr>
          <p:cNvSpPr>
            <a:spLocks noChangeArrowheads="1"/>
          </p:cNvSpPr>
          <p:nvPr/>
        </p:nvSpPr>
        <p:spPr bwMode="auto">
          <a:xfrm>
            <a:off x="1159669" y="1184672"/>
            <a:ext cx="6774656" cy="38719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0" name="Rectangle 3">
            <a:extLst>
              <a:ext uri="{FF2B5EF4-FFF2-40B4-BE49-F238E27FC236}">
                <a16:creationId xmlns:a16="http://schemas.microsoft.com/office/drawing/2014/main" id="{7AD8DE90-EA88-2547-B36D-5B3E057919FD}"/>
              </a:ext>
            </a:extLst>
          </p:cNvPr>
          <p:cNvSpPr>
            <a:spLocks noChangeArrowheads="1"/>
          </p:cNvSpPr>
          <p:nvPr/>
        </p:nvSpPr>
        <p:spPr bwMode="auto">
          <a:xfrm>
            <a:off x="2970610" y="3914775"/>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1" name="Rectangle 4">
            <a:extLst>
              <a:ext uri="{FF2B5EF4-FFF2-40B4-BE49-F238E27FC236}">
                <a16:creationId xmlns:a16="http://schemas.microsoft.com/office/drawing/2014/main" id="{2C06461B-B205-354C-B3D4-B42995543720}"/>
              </a:ext>
            </a:extLst>
          </p:cNvPr>
          <p:cNvSpPr>
            <a:spLocks noChangeArrowheads="1"/>
          </p:cNvSpPr>
          <p:nvPr/>
        </p:nvSpPr>
        <p:spPr bwMode="auto">
          <a:xfrm>
            <a:off x="4650581" y="393025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2" name="Line 5">
            <a:extLst>
              <a:ext uri="{FF2B5EF4-FFF2-40B4-BE49-F238E27FC236}">
                <a16:creationId xmlns:a16="http://schemas.microsoft.com/office/drawing/2014/main" id="{F2C42AD6-D85A-3544-8D4A-6C72963D431A}"/>
              </a:ext>
            </a:extLst>
          </p:cNvPr>
          <p:cNvSpPr>
            <a:spLocks noChangeShapeType="1"/>
          </p:cNvSpPr>
          <p:nvPr/>
        </p:nvSpPr>
        <p:spPr bwMode="auto">
          <a:xfrm>
            <a:off x="6484144" y="3902869"/>
            <a:ext cx="0" cy="37981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3" name="Rectangle 6">
            <a:extLst>
              <a:ext uri="{FF2B5EF4-FFF2-40B4-BE49-F238E27FC236}">
                <a16:creationId xmlns:a16="http://schemas.microsoft.com/office/drawing/2014/main" id="{4FBC7ED2-DF92-8449-927F-954F90E9108D}"/>
              </a:ext>
            </a:extLst>
          </p:cNvPr>
          <p:cNvSpPr>
            <a:spLocks noChangeArrowheads="1"/>
          </p:cNvSpPr>
          <p:nvPr/>
        </p:nvSpPr>
        <p:spPr bwMode="auto">
          <a:xfrm>
            <a:off x="2967038" y="3905250"/>
            <a:ext cx="4707731"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4" name="Rectangle 7">
            <a:extLst>
              <a:ext uri="{FF2B5EF4-FFF2-40B4-BE49-F238E27FC236}">
                <a16:creationId xmlns:a16="http://schemas.microsoft.com/office/drawing/2014/main" id="{CE5970F2-FA8C-4544-AACA-51EB8FC704A3}"/>
              </a:ext>
            </a:extLst>
          </p:cNvPr>
          <p:cNvSpPr>
            <a:spLocks noChangeArrowheads="1"/>
          </p:cNvSpPr>
          <p:nvPr/>
        </p:nvSpPr>
        <p:spPr bwMode="auto">
          <a:xfrm>
            <a:off x="2974181" y="1328738"/>
            <a:ext cx="1177529"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5" name="Rectangle 8">
            <a:extLst>
              <a:ext uri="{FF2B5EF4-FFF2-40B4-BE49-F238E27FC236}">
                <a16:creationId xmlns:a16="http://schemas.microsoft.com/office/drawing/2014/main" id="{B705E664-2A05-3B41-AEB0-A7FFE763B6E2}"/>
              </a:ext>
            </a:extLst>
          </p:cNvPr>
          <p:cNvSpPr>
            <a:spLocks noChangeArrowheads="1"/>
          </p:cNvSpPr>
          <p:nvPr/>
        </p:nvSpPr>
        <p:spPr bwMode="auto">
          <a:xfrm>
            <a:off x="4176713" y="1343025"/>
            <a:ext cx="348615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6" name="Rectangle 9">
            <a:extLst>
              <a:ext uri="{FF2B5EF4-FFF2-40B4-BE49-F238E27FC236}">
                <a16:creationId xmlns:a16="http://schemas.microsoft.com/office/drawing/2014/main" id="{348939DE-0F6A-934A-8363-449FA0EC01D8}"/>
              </a:ext>
            </a:extLst>
          </p:cNvPr>
          <p:cNvSpPr>
            <a:spLocks noChangeArrowheads="1"/>
          </p:cNvSpPr>
          <p:nvPr/>
        </p:nvSpPr>
        <p:spPr bwMode="auto">
          <a:xfrm>
            <a:off x="3253979" y="136802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7" name="Rectangle 10">
            <a:extLst>
              <a:ext uri="{FF2B5EF4-FFF2-40B4-BE49-F238E27FC236}">
                <a16:creationId xmlns:a16="http://schemas.microsoft.com/office/drawing/2014/main" id="{6444808E-D68B-BA42-8539-DF36973ED80E}"/>
              </a:ext>
            </a:extLst>
          </p:cNvPr>
          <p:cNvSpPr>
            <a:spLocks noChangeArrowheads="1"/>
          </p:cNvSpPr>
          <p:nvPr/>
        </p:nvSpPr>
        <p:spPr bwMode="auto">
          <a:xfrm>
            <a:off x="5357813" y="1368029"/>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18" name="Line 11">
            <a:extLst>
              <a:ext uri="{FF2B5EF4-FFF2-40B4-BE49-F238E27FC236}">
                <a16:creationId xmlns:a16="http://schemas.microsoft.com/office/drawing/2014/main" id="{74E9E296-AFD2-2642-B066-3308F684A18A}"/>
              </a:ext>
            </a:extLst>
          </p:cNvPr>
          <p:cNvSpPr>
            <a:spLocks noChangeShapeType="1"/>
          </p:cNvSpPr>
          <p:nvPr/>
        </p:nvSpPr>
        <p:spPr bwMode="auto">
          <a:xfrm>
            <a:off x="4162425" y="1325166"/>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9" name="Rectangle 12">
            <a:extLst>
              <a:ext uri="{FF2B5EF4-FFF2-40B4-BE49-F238E27FC236}">
                <a16:creationId xmlns:a16="http://schemas.microsoft.com/office/drawing/2014/main" id="{17757D66-2EA3-904F-AA02-3D74016CE1B3}"/>
              </a:ext>
            </a:extLst>
          </p:cNvPr>
          <p:cNvSpPr>
            <a:spLocks noChangeArrowheads="1"/>
          </p:cNvSpPr>
          <p:nvPr/>
        </p:nvSpPr>
        <p:spPr bwMode="auto">
          <a:xfrm>
            <a:off x="2968228" y="1318022"/>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0" name="Rectangle 13">
            <a:extLst>
              <a:ext uri="{FF2B5EF4-FFF2-40B4-BE49-F238E27FC236}">
                <a16:creationId xmlns:a16="http://schemas.microsoft.com/office/drawing/2014/main" id="{EE53D51D-B051-A647-859E-3F74D7FEA7ED}"/>
              </a:ext>
            </a:extLst>
          </p:cNvPr>
          <p:cNvSpPr>
            <a:spLocks noChangeArrowheads="1"/>
          </p:cNvSpPr>
          <p:nvPr/>
        </p:nvSpPr>
        <p:spPr bwMode="auto">
          <a:xfrm>
            <a:off x="2970610" y="2611041"/>
            <a:ext cx="2308622"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1" name="Rectangle 14">
            <a:extLst>
              <a:ext uri="{FF2B5EF4-FFF2-40B4-BE49-F238E27FC236}">
                <a16:creationId xmlns:a16="http://schemas.microsoft.com/office/drawing/2014/main" id="{5D7F3DB8-E55B-8749-BB4F-C631C2DDC478}"/>
              </a:ext>
            </a:extLst>
          </p:cNvPr>
          <p:cNvSpPr>
            <a:spLocks noChangeArrowheads="1"/>
          </p:cNvSpPr>
          <p:nvPr/>
        </p:nvSpPr>
        <p:spPr bwMode="auto">
          <a:xfrm>
            <a:off x="3827860" y="26550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22" name="Line 15">
            <a:extLst>
              <a:ext uri="{FF2B5EF4-FFF2-40B4-BE49-F238E27FC236}">
                <a16:creationId xmlns:a16="http://schemas.microsoft.com/office/drawing/2014/main" id="{7FC107D1-592D-F441-A93B-24D5A099298A}"/>
              </a:ext>
            </a:extLst>
          </p:cNvPr>
          <p:cNvSpPr>
            <a:spLocks noChangeShapeType="1"/>
          </p:cNvSpPr>
          <p:nvPr/>
        </p:nvSpPr>
        <p:spPr bwMode="auto">
          <a:xfrm>
            <a:off x="5293519" y="2607469"/>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23" name="Rectangle 16">
            <a:extLst>
              <a:ext uri="{FF2B5EF4-FFF2-40B4-BE49-F238E27FC236}">
                <a16:creationId xmlns:a16="http://schemas.microsoft.com/office/drawing/2014/main" id="{69D4C376-1B19-D24E-8BBD-7FBCC6AB8189}"/>
              </a:ext>
            </a:extLst>
          </p:cNvPr>
          <p:cNvSpPr>
            <a:spLocks noChangeArrowheads="1"/>
          </p:cNvSpPr>
          <p:nvPr/>
        </p:nvSpPr>
        <p:spPr bwMode="auto">
          <a:xfrm>
            <a:off x="2965847" y="2600325"/>
            <a:ext cx="4708922"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4" name="Rectangle 18">
            <a:extLst>
              <a:ext uri="{FF2B5EF4-FFF2-40B4-BE49-F238E27FC236}">
                <a16:creationId xmlns:a16="http://schemas.microsoft.com/office/drawing/2014/main" id="{0C915138-AB07-5E4B-8818-C220545C178A}"/>
              </a:ext>
            </a:extLst>
          </p:cNvPr>
          <p:cNvSpPr>
            <a:spLocks noChangeArrowheads="1"/>
          </p:cNvSpPr>
          <p:nvPr/>
        </p:nvSpPr>
        <p:spPr bwMode="auto">
          <a:xfrm>
            <a:off x="6491287" y="3914775"/>
            <a:ext cx="1166813"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5" name="Rectangle 21">
            <a:extLst>
              <a:ext uri="{FF2B5EF4-FFF2-40B4-BE49-F238E27FC236}">
                <a16:creationId xmlns:a16="http://schemas.microsoft.com/office/drawing/2014/main" id="{72D0A56E-029B-6E40-ABE4-5B731BBDFA76}"/>
              </a:ext>
            </a:extLst>
          </p:cNvPr>
          <p:cNvSpPr>
            <a:spLocks noChangeArrowheads="1"/>
          </p:cNvSpPr>
          <p:nvPr/>
        </p:nvSpPr>
        <p:spPr bwMode="auto">
          <a:xfrm>
            <a:off x="2967037" y="1865710"/>
            <a:ext cx="4710113" cy="389334"/>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6" name="Rectangle 22">
            <a:extLst>
              <a:ext uri="{FF2B5EF4-FFF2-40B4-BE49-F238E27FC236}">
                <a16:creationId xmlns:a16="http://schemas.microsoft.com/office/drawing/2014/main" id="{69666EB5-24AF-E648-8F51-A6E9083B3E90}"/>
              </a:ext>
            </a:extLst>
          </p:cNvPr>
          <p:cNvSpPr>
            <a:spLocks noChangeArrowheads="1"/>
          </p:cNvSpPr>
          <p:nvPr/>
        </p:nvSpPr>
        <p:spPr bwMode="auto">
          <a:xfrm>
            <a:off x="1920858" y="1368029"/>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27" name="Text Box 23">
            <a:extLst>
              <a:ext uri="{FF2B5EF4-FFF2-40B4-BE49-F238E27FC236}">
                <a16:creationId xmlns:a16="http://schemas.microsoft.com/office/drawing/2014/main" id="{7340C2D8-D782-F349-9C85-83751D8D2BC3}"/>
              </a:ext>
            </a:extLst>
          </p:cNvPr>
          <p:cNvSpPr txBox="1">
            <a:spLocks noChangeArrowheads="1"/>
          </p:cNvSpPr>
          <p:nvPr/>
        </p:nvSpPr>
        <p:spPr bwMode="auto">
          <a:xfrm>
            <a:off x="1217020" y="1304926"/>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A</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28" name="Rectangle 24">
            <a:extLst>
              <a:ext uri="{FF2B5EF4-FFF2-40B4-BE49-F238E27FC236}">
                <a16:creationId xmlns:a16="http://schemas.microsoft.com/office/drawing/2014/main" id="{F52C008E-AABF-6240-B976-ADDC94EE5D42}"/>
              </a:ext>
            </a:extLst>
          </p:cNvPr>
          <p:cNvSpPr>
            <a:spLocks noChangeArrowheads="1"/>
          </p:cNvSpPr>
          <p:nvPr/>
        </p:nvSpPr>
        <p:spPr bwMode="auto">
          <a:xfrm>
            <a:off x="1713018" y="1844279"/>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255.0.0.0</a:t>
            </a:r>
          </a:p>
        </p:txBody>
      </p:sp>
      <p:sp>
        <p:nvSpPr>
          <p:cNvPr id="234529" name="Rectangle 25">
            <a:extLst>
              <a:ext uri="{FF2B5EF4-FFF2-40B4-BE49-F238E27FC236}">
                <a16:creationId xmlns:a16="http://schemas.microsoft.com/office/drawing/2014/main" id="{C5FC09DF-B87F-FC4D-9E72-48129DCB9135}"/>
              </a:ext>
            </a:extLst>
          </p:cNvPr>
          <p:cNvSpPr>
            <a:spLocks noChangeArrowheads="1"/>
          </p:cNvSpPr>
          <p:nvPr/>
        </p:nvSpPr>
        <p:spPr bwMode="auto">
          <a:xfrm>
            <a:off x="1926810" y="26550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0" name="Text Box 26">
            <a:extLst>
              <a:ext uri="{FF2B5EF4-FFF2-40B4-BE49-F238E27FC236}">
                <a16:creationId xmlns:a16="http://schemas.microsoft.com/office/drawing/2014/main" id="{B4AB1E2C-67B6-4345-A7F6-C17F46C23D14}"/>
              </a:ext>
            </a:extLst>
          </p:cNvPr>
          <p:cNvSpPr txBox="1">
            <a:spLocks noChangeArrowheads="1"/>
          </p:cNvSpPr>
          <p:nvPr/>
        </p:nvSpPr>
        <p:spPr bwMode="auto">
          <a:xfrm>
            <a:off x="1218806" y="2571751"/>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B</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1" name="Rectangle 27">
            <a:extLst>
              <a:ext uri="{FF2B5EF4-FFF2-40B4-BE49-F238E27FC236}">
                <a16:creationId xmlns:a16="http://schemas.microsoft.com/office/drawing/2014/main" id="{221A49C0-9FDE-4B4F-AF75-26FA1D1B5C71}"/>
              </a:ext>
            </a:extLst>
          </p:cNvPr>
          <p:cNvSpPr>
            <a:spLocks noChangeArrowheads="1"/>
          </p:cNvSpPr>
          <p:nvPr/>
        </p:nvSpPr>
        <p:spPr bwMode="auto">
          <a:xfrm>
            <a:off x="1688015" y="3112294"/>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255.255.0.0</a:t>
            </a:r>
          </a:p>
        </p:txBody>
      </p:sp>
      <p:sp>
        <p:nvSpPr>
          <p:cNvPr id="234532" name="Rectangle 31">
            <a:extLst>
              <a:ext uri="{FF2B5EF4-FFF2-40B4-BE49-F238E27FC236}">
                <a16:creationId xmlns:a16="http://schemas.microsoft.com/office/drawing/2014/main" id="{2EDD7532-D68B-354B-9072-4D3D61E3D70B}"/>
              </a:ext>
            </a:extLst>
          </p:cNvPr>
          <p:cNvSpPr>
            <a:spLocks noChangeArrowheads="1"/>
          </p:cNvSpPr>
          <p:nvPr/>
        </p:nvSpPr>
        <p:spPr bwMode="auto">
          <a:xfrm>
            <a:off x="2967037" y="3183731"/>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3" name="Rectangle 32">
            <a:extLst>
              <a:ext uri="{FF2B5EF4-FFF2-40B4-BE49-F238E27FC236}">
                <a16:creationId xmlns:a16="http://schemas.microsoft.com/office/drawing/2014/main" id="{72B1367E-4251-4942-B83F-6236003D4887}"/>
              </a:ext>
            </a:extLst>
          </p:cNvPr>
          <p:cNvSpPr>
            <a:spLocks noChangeArrowheads="1"/>
          </p:cNvSpPr>
          <p:nvPr/>
        </p:nvSpPr>
        <p:spPr bwMode="auto">
          <a:xfrm>
            <a:off x="1926810" y="39504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4" name="Text Box 33">
            <a:extLst>
              <a:ext uri="{FF2B5EF4-FFF2-40B4-BE49-F238E27FC236}">
                <a16:creationId xmlns:a16="http://schemas.microsoft.com/office/drawing/2014/main" id="{56BE24A0-FD43-2C4C-8A2A-D0A1CC883FAF}"/>
              </a:ext>
            </a:extLst>
          </p:cNvPr>
          <p:cNvSpPr txBox="1">
            <a:spLocks noChangeArrowheads="1"/>
          </p:cNvSpPr>
          <p:nvPr/>
        </p:nvSpPr>
        <p:spPr bwMode="auto">
          <a:xfrm>
            <a:off x="1218806" y="3893344"/>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C</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5" name="Rectangle 34">
            <a:extLst>
              <a:ext uri="{FF2B5EF4-FFF2-40B4-BE49-F238E27FC236}">
                <a16:creationId xmlns:a16="http://schemas.microsoft.com/office/drawing/2014/main" id="{273EF7E6-B8C3-6E40-B06E-87D11A9E53D6}"/>
              </a:ext>
            </a:extLst>
          </p:cNvPr>
          <p:cNvSpPr>
            <a:spLocks noChangeArrowheads="1"/>
          </p:cNvSpPr>
          <p:nvPr/>
        </p:nvSpPr>
        <p:spPr bwMode="auto">
          <a:xfrm>
            <a:off x="1688015" y="4468417"/>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255.255.255.0</a:t>
            </a:r>
          </a:p>
        </p:txBody>
      </p:sp>
      <p:sp>
        <p:nvSpPr>
          <p:cNvPr id="234536" name="Rectangle 37">
            <a:extLst>
              <a:ext uri="{FF2B5EF4-FFF2-40B4-BE49-F238E27FC236}">
                <a16:creationId xmlns:a16="http://schemas.microsoft.com/office/drawing/2014/main" id="{699E30BC-E060-B149-80C5-27E32C081681}"/>
              </a:ext>
            </a:extLst>
          </p:cNvPr>
          <p:cNvSpPr>
            <a:spLocks noChangeArrowheads="1"/>
          </p:cNvSpPr>
          <p:nvPr/>
        </p:nvSpPr>
        <p:spPr bwMode="auto">
          <a:xfrm>
            <a:off x="2963466" y="4501754"/>
            <a:ext cx="4708922"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7" name="Rectangle 45">
            <a:extLst>
              <a:ext uri="{FF2B5EF4-FFF2-40B4-BE49-F238E27FC236}">
                <a16:creationId xmlns:a16="http://schemas.microsoft.com/office/drawing/2014/main" id="{99C0CB51-AFD4-854F-BA2D-C3AA751E9BD8}"/>
              </a:ext>
            </a:extLst>
          </p:cNvPr>
          <p:cNvSpPr>
            <a:spLocks noChangeArrowheads="1"/>
          </p:cNvSpPr>
          <p:nvPr/>
        </p:nvSpPr>
        <p:spPr bwMode="auto">
          <a:xfrm>
            <a:off x="5300663" y="2609850"/>
            <a:ext cx="236220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8" name="Rectangle 46">
            <a:extLst>
              <a:ext uri="{FF2B5EF4-FFF2-40B4-BE49-F238E27FC236}">
                <a16:creationId xmlns:a16="http://schemas.microsoft.com/office/drawing/2014/main" id="{8EA80257-B0A6-1D41-BCFD-C27993F59ADE}"/>
              </a:ext>
            </a:extLst>
          </p:cNvPr>
          <p:cNvSpPr>
            <a:spLocks noChangeArrowheads="1"/>
          </p:cNvSpPr>
          <p:nvPr/>
        </p:nvSpPr>
        <p:spPr bwMode="auto">
          <a:xfrm>
            <a:off x="6457951" y="393382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39" name="Rectangle 47">
            <a:extLst>
              <a:ext uri="{FF2B5EF4-FFF2-40B4-BE49-F238E27FC236}">
                <a16:creationId xmlns:a16="http://schemas.microsoft.com/office/drawing/2014/main" id="{16D1729C-1C6B-184D-8AB3-109ABCC915E9}"/>
              </a:ext>
            </a:extLst>
          </p:cNvPr>
          <p:cNvSpPr>
            <a:spLocks noChangeArrowheads="1"/>
          </p:cNvSpPr>
          <p:nvPr/>
        </p:nvSpPr>
        <p:spPr bwMode="auto">
          <a:xfrm>
            <a:off x="5865019" y="2655094"/>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40" name="Line 48">
            <a:extLst>
              <a:ext uri="{FF2B5EF4-FFF2-40B4-BE49-F238E27FC236}">
                <a16:creationId xmlns:a16="http://schemas.microsoft.com/office/drawing/2014/main" id="{8E1096A8-DCD7-524B-B49F-E39DB568A2B6}"/>
              </a:ext>
            </a:extLst>
          </p:cNvPr>
          <p:cNvSpPr>
            <a:spLocks noChangeShapeType="1"/>
          </p:cNvSpPr>
          <p:nvPr/>
        </p:nvSpPr>
        <p:spPr bwMode="auto">
          <a:xfrm>
            <a:off x="1159669" y="2420541"/>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1" name="Line 49">
            <a:extLst>
              <a:ext uri="{FF2B5EF4-FFF2-40B4-BE49-F238E27FC236}">
                <a16:creationId xmlns:a16="http://schemas.microsoft.com/office/drawing/2014/main" id="{14CB1E1E-5749-CB43-A1F5-9752F20043C5}"/>
              </a:ext>
            </a:extLst>
          </p:cNvPr>
          <p:cNvSpPr>
            <a:spLocks noChangeShapeType="1"/>
          </p:cNvSpPr>
          <p:nvPr/>
        </p:nvSpPr>
        <p:spPr bwMode="auto">
          <a:xfrm>
            <a:off x="1159669" y="3738563"/>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2" name="Line 50">
            <a:extLst>
              <a:ext uri="{FF2B5EF4-FFF2-40B4-BE49-F238E27FC236}">
                <a16:creationId xmlns:a16="http://schemas.microsoft.com/office/drawing/2014/main" id="{820334FC-75D0-A840-A20E-3AB6BF3D737B}"/>
              </a:ext>
            </a:extLst>
          </p:cNvPr>
          <p:cNvSpPr>
            <a:spLocks noChangeShapeType="1"/>
          </p:cNvSpPr>
          <p:nvPr/>
        </p:nvSpPr>
        <p:spPr bwMode="auto">
          <a:xfrm>
            <a:off x="1649016" y="1184672"/>
            <a:ext cx="0" cy="3871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1027" name="Rectangle 51">
            <a:extLst>
              <a:ext uri="{FF2B5EF4-FFF2-40B4-BE49-F238E27FC236}">
                <a16:creationId xmlns:a16="http://schemas.microsoft.com/office/drawing/2014/main" id="{2452FE01-36E1-B348-A5AA-C3F036E9D8B1}"/>
              </a:ext>
            </a:extLst>
          </p:cNvPr>
          <p:cNvSpPr>
            <a:spLocks noGrp="1" noChangeArrowheads="1"/>
          </p:cNvSpPr>
          <p:nvPr>
            <p:ph type="title"/>
          </p:nvPr>
        </p:nvSpPr>
        <p:spPr>
          <a:xfrm>
            <a:off x="3492103" y="322660"/>
            <a:ext cx="2538413" cy="521494"/>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zh-CN" altLang="en-US" sz="3000">
                <a:latin typeface="Times New Roman" panose="02020603050405020304" pitchFamily="18" charset="0"/>
                <a:ea typeface="宋体" panose="02010600030101010101" pitchFamily="2" charset="-122"/>
              </a:rPr>
              <a:t>默认子网掩码 </a:t>
            </a:r>
          </a:p>
        </p:txBody>
      </p:sp>
      <p:sp>
        <p:nvSpPr>
          <p:cNvPr id="234544" name="幻灯片编号占位符 1">
            <a:extLst>
              <a:ext uri="{FF2B5EF4-FFF2-40B4-BE49-F238E27FC236}">
                <a16:creationId xmlns:a16="http://schemas.microsoft.com/office/drawing/2014/main" id="{3A6404DD-A903-B345-BE36-20875285BA18}"/>
              </a:ext>
            </a:extLst>
          </p:cNvPr>
          <p:cNvSpPr>
            <a:spLocks noGrp="1" noChangeArrowheads="1"/>
          </p:cNvSpPr>
          <p:nvPr>
            <p:ph type="sldNum" sz="quarter" idx="10"/>
          </p:nvPr>
        </p:nvSpPr>
        <p:spPr>
          <a:xfrm>
            <a:off x="8686801" y="4833398"/>
            <a:ext cx="45719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30EA13-5ABB-A14B-94E5-0E6BCBDA0B9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4973032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2">
            <a:extLst>
              <a:ext uri="{FF2B5EF4-FFF2-40B4-BE49-F238E27FC236}">
                <a16:creationId xmlns:a16="http://schemas.microsoft.com/office/drawing/2014/main" id="{7367E5C8-9853-5D48-A1C3-EFADE2AE03B6}"/>
              </a:ext>
            </a:extLst>
          </p:cNvPr>
          <p:cNvSpPr>
            <a:spLocks noGrp="1" noChangeArrowheads="1"/>
          </p:cNvSpPr>
          <p:nvPr>
            <p:ph type="title"/>
          </p:nvPr>
        </p:nvSpPr>
        <p:spPr>
          <a:xfrm>
            <a:off x="160020" y="195263"/>
            <a:ext cx="7286149" cy="683419"/>
          </a:xfrm>
        </p:spPr>
        <p:txBody>
          <a:bodyPr/>
          <a:lstStyle/>
          <a:p>
            <a:pPr eaLnBrk="1" hangingPunct="1"/>
            <a:r>
              <a:rPr lang="zh-CN" altLang="en-US" sz="3000" dirty="0">
                <a:ea typeface="宋体" panose="02010600030101010101" pitchFamily="2" charset="-122"/>
              </a:rPr>
              <a:t>子网掩码是一个重要属性</a:t>
            </a:r>
          </a:p>
        </p:txBody>
      </p:sp>
      <p:sp>
        <p:nvSpPr>
          <p:cNvPr id="236546" name="Rectangle 3">
            <a:extLst>
              <a:ext uri="{FF2B5EF4-FFF2-40B4-BE49-F238E27FC236}">
                <a16:creationId xmlns:a16="http://schemas.microsoft.com/office/drawing/2014/main" id="{1C396442-B2E3-B544-AABB-23E0FFEBD93D}"/>
              </a:ext>
            </a:extLst>
          </p:cNvPr>
          <p:cNvSpPr>
            <a:spLocks noGrp="1" noChangeArrowheads="1"/>
          </p:cNvSpPr>
          <p:nvPr>
            <p:ph type="body" idx="1"/>
          </p:nvPr>
        </p:nvSpPr>
        <p:spPr>
          <a:xfrm>
            <a:off x="251460" y="1059657"/>
            <a:ext cx="8606790" cy="3726656"/>
          </a:xfrm>
        </p:spPr>
        <p:txBody>
          <a:bodyPr/>
          <a:lstStyle/>
          <a:p>
            <a:pPr eaLnBrk="1" hangingPunct="1"/>
            <a:r>
              <a:rPr lang="zh-CN" altLang="en-US" dirty="0">
                <a:ea typeface="宋体" panose="02010600030101010101" pitchFamily="2" charset="-122"/>
              </a:rPr>
              <a:t>子网掩码是一个网络或一个子网的重要属性。</a:t>
            </a:r>
          </a:p>
          <a:p>
            <a:pPr eaLnBrk="1" hangingPunct="1"/>
            <a:r>
              <a:rPr lang="zh-CN" altLang="en-US" dirty="0">
                <a:ea typeface="宋体" panose="02010600030101010101" pitchFamily="2" charset="-122"/>
              </a:rPr>
              <a:t>路由器在和相邻路由器</a:t>
            </a:r>
            <a:r>
              <a:rPr lang="zh-CN" altLang="en-US" dirty="0">
                <a:solidFill>
                  <a:srgbClr val="FF0000"/>
                </a:solidFill>
                <a:ea typeface="宋体" panose="02010600030101010101" pitchFamily="2" charset="-122"/>
              </a:rPr>
              <a:t>交换路由信息</a:t>
            </a:r>
            <a:r>
              <a:rPr lang="zh-CN" altLang="en-US" dirty="0">
                <a:ea typeface="宋体" panose="02010600030101010101" pitchFamily="2" charset="-122"/>
              </a:rPr>
              <a:t>时，必须把自己所在网络（或子网）的子网掩码</a:t>
            </a:r>
            <a:r>
              <a:rPr lang="zh-CN" altLang="en-US" dirty="0">
                <a:solidFill>
                  <a:srgbClr val="FF0000"/>
                </a:solidFill>
                <a:ea typeface="宋体" panose="02010600030101010101" pitchFamily="2" charset="-122"/>
              </a:rPr>
              <a:t>告诉相邻路由器</a:t>
            </a:r>
            <a:r>
              <a:rPr lang="zh-CN" altLang="en-US" dirty="0">
                <a:ea typeface="宋体" panose="02010600030101010101" pitchFamily="2" charset="-122"/>
              </a:rPr>
              <a:t>。</a:t>
            </a:r>
          </a:p>
          <a:p>
            <a:pPr eaLnBrk="1" hangingPunct="1"/>
            <a:r>
              <a:rPr lang="zh-CN" altLang="en-US" dirty="0">
                <a:ea typeface="宋体" panose="02010600030101010101" pitchFamily="2" charset="-122"/>
              </a:rPr>
              <a:t>路由器的路由表中的每一个项目，除了要给</a:t>
            </a:r>
            <a:r>
              <a:rPr lang="zh-CN" altLang="en-US" dirty="0">
                <a:solidFill>
                  <a:srgbClr val="FF0000"/>
                </a:solidFill>
                <a:ea typeface="宋体" panose="02010600030101010101" pitchFamily="2" charset="-122"/>
              </a:rPr>
              <a:t>出目的网络地址</a:t>
            </a:r>
            <a:r>
              <a:rPr lang="zh-CN" altLang="en-US" dirty="0">
                <a:ea typeface="宋体" panose="02010600030101010101" pitchFamily="2" charset="-122"/>
              </a:rPr>
              <a:t>外，还必须</a:t>
            </a:r>
            <a:r>
              <a:rPr lang="zh-CN" altLang="en-US" dirty="0">
                <a:solidFill>
                  <a:srgbClr val="FF0000"/>
                </a:solidFill>
                <a:ea typeface="宋体" panose="02010600030101010101" pitchFamily="2" charset="-122"/>
              </a:rPr>
              <a:t>同时给出该网络的子网掩码</a:t>
            </a:r>
            <a:r>
              <a:rPr lang="zh-CN" altLang="en-US" dirty="0">
                <a:ea typeface="宋体" panose="02010600030101010101" pitchFamily="2" charset="-122"/>
              </a:rPr>
              <a:t>。</a:t>
            </a:r>
          </a:p>
          <a:p>
            <a:pPr eaLnBrk="1" hangingPunct="1"/>
            <a:r>
              <a:rPr lang="zh-CN" altLang="en-US" dirty="0">
                <a:ea typeface="宋体" panose="02010600030101010101" pitchFamily="2" charset="-122"/>
              </a:rPr>
              <a:t>若一个路由器连接在两个子网上就拥有两个网络地址和两个子网掩码。</a:t>
            </a:r>
          </a:p>
        </p:txBody>
      </p:sp>
      <p:sp>
        <p:nvSpPr>
          <p:cNvPr id="236547" name="幻灯片编号占位符 1">
            <a:extLst>
              <a:ext uri="{FF2B5EF4-FFF2-40B4-BE49-F238E27FC236}">
                <a16:creationId xmlns:a16="http://schemas.microsoft.com/office/drawing/2014/main" id="{0350F9F6-0366-6F4D-84B0-E97DA0ABD2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E9B475-8AF8-2F43-AD71-3649180200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9569296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8593" name="Freeform 57">
            <a:extLst>
              <a:ext uri="{FF2B5EF4-FFF2-40B4-BE49-F238E27FC236}">
                <a16:creationId xmlns:a16="http://schemas.microsoft.com/office/drawing/2014/main" id="{FB117CC7-19CE-1847-98DB-F056C92E9A47}"/>
              </a:ext>
            </a:extLst>
          </p:cNvPr>
          <p:cNvSpPr>
            <a:spLocks/>
          </p:cNvSpPr>
          <p:nvPr/>
        </p:nvSpPr>
        <p:spPr bwMode="auto">
          <a:xfrm>
            <a:off x="5828110"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94" name="Rectangle 43">
            <a:extLst>
              <a:ext uri="{FF2B5EF4-FFF2-40B4-BE49-F238E27FC236}">
                <a16:creationId xmlns:a16="http://schemas.microsoft.com/office/drawing/2014/main" id="{DA328D8C-162D-A54A-A78B-7B4D447FE930}"/>
              </a:ext>
            </a:extLst>
          </p:cNvPr>
          <p:cNvSpPr>
            <a:spLocks noChangeArrowheads="1"/>
          </p:cNvSpPr>
          <p:nvPr/>
        </p:nvSpPr>
        <p:spPr bwMode="auto">
          <a:xfrm>
            <a:off x="3896916" y="2849167"/>
            <a:ext cx="21871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5" name="Text Box 49">
            <a:extLst>
              <a:ext uri="{FF2B5EF4-FFF2-40B4-BE49-F238E27FC236}">
                <a16:creationId xmlns:a16="http://schemas.microsoft.com/office/drawing/2014/main" id="{1F586B67-24F7-E34E-B855-B24B4B2EC9E2}"/>
              </a:ext>
            </a:extLst>
          </p:cNvPr>
          <p:cNvSpPr txBox="1">
            <a:spLocks noChangeArrowheads="1"/>
          </p:cNvSpPr>
          <p:nvPr/>
        </p:nvSpPr>
        <p:spPr bwMode="auto">
          <a:xfrm>
            <a:off x="4261247"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a:t>
            </a:r>
            <a:r>
              <a:rPr kumimoji="1" lang="en-US" altLang="zh-CN" sz="1200">
                <a:solidFill>
                  <a:schemeClr val="folHlink"/>
                </a:solidFill>
                <a:ea typeface="宋体" panose="02010600030101010101" pitchFamily="2" charset="-122"/>
                <a:cs typeface="黑体" panose="02010609060101010101" pitchFamily="49" charset="-122"/>
              </a:rPr>
              <a:t>0 0 0 0 0 0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38596" name="Rectangle 36">
            <a:extLst>
              <a:ext uri="{FF2B5EF4-FFF2-40B4-BE49-F238E27FC236}">
                <a16:creationId xmlns:a16="http://schemas.microsoft.com/office/drawing/2014/main" id="{DC002904-5F96-2D4F-813F-9F4B1A85AC3C}"/>
              </a:ext>
            </a:extLst>
          </p:cNvPr>
          <p:cNvSpPr>
            <a:spLocks noChangeArrowheads="1"/>
          </p:cNvSpPr>
          <p:nvPr/>
        </p:nvSpPr>
        <p:spPr bwMode="auto">
          <a:xfrm>
            <a:off x="3890963" y="2313385"/>
            <a:ext cx="21526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7" name="Rectangle 41">
            <a:extLst>
              <a:ext uri="{FF2B5EF4-FFF2-40B4-BE49-F238E27FC236}">
                <a16:creationId xmlns:a16="http://schemas.microsoft.com/office/drawing/2014/main" id="{2D1E4331-8222-3740-94CD-62311888C2E9}"/>
              </a:ext>
            </a:extLst>
          </p:cNvPr>
          <p:cNvSpPr>
            <a:spLocks noChangeArrowheads="1"/>
          </p:cNvSpPr>
          <p:nvPr/>
        </p:nvSpPr>
        <p:spPr bwMode="auto">
          <a:xfrm>
            <a:off x="3873103"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1 1 0 0 0 0 0 0</a:t>
            </a:r>
          </a:p>
        </p:txBody>
      </p:sp>
      <p:sp>
        <p:nvSpPr>
          <p:cNvPr id="987138" name="Rectangle 2">
            <a:extLst>
              <a:ext uri="{FF2B5EF4-FFF2-40B4-BE49-F238E27FC236}">
                <a16:creationId xmlns:a16="http://schemas.microsoft.com/office/drawing/2014/main" id="{759A8E8D-BFB2-2C40-A876-1154782F3236}"/>
              </a:ext>
            </a:extLst>
          </p:cNvPr>
          <p:cNvSpPr>
            <a:spLocks noGrp="1" noChangeArrowheads="1"/>
          </p:cNvSpPr>
          <p:nvPr>
            <p:ph type="title"/>
          </p:nvPr>
        </p:nvSpPr>
        <p:spPr>
          <a:xfrm>
            <a:off x="1494235" y="195263"/>
            <a:ext cx="6356747"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a:ea typeface="宋体" panose="02010600030101010101" pitchFamily="2" charset="-122"/>
              </a:rPr>
              <a:t>【</a:t>
            </a:r>
            <a:r>
              <a:rPr lang="zh-CN" altLang="en-US" sz="2400">
                <a:ea typeface="宋体" panose="02010600030101010101" pitchFamily="2" charset="-122"/>
              </a:rPr>
              <a:t>例</a:t>
            </a:r>
            <a:r>
              <a:rPr lang="en-US" altLang="zh-CN" sz="2400">
                <a:ea typeface="宋体" panose="02010600030101010101" pitchFamily="2" charset="-122"/>
              </a:rPr>
              <a:t>4-2】</a:t>
            </a:r>
            <a:r>
              <a:rPr lang="zh-CN" altLang="en-US" sz="2400">
                <a:ea typeface="宋体" panose="02010600030101010101" pitchFamily="2" charset="-122"/>
              </a:rPr>
              <a:t>已知 </a:t>
            </a:r>
            <a:r>
              <a:rPr lang="en-US" altLang="zh-CN" sz="2400">
                <a:ea typeface="宋体" panose="02010600030101010101" pitchFamily="2" charset="-122"/>
              </a:rPr>
              <a:t>IP </a:t>
            </a:r>
            <a:r>
              <a:rPr lang="zh-CN" altLang="en-US" sz="2400">
                <a:ea typeface="宋体" panose="02010600030101010101" pitchFamily="2" charset="-122"/>
              </a:rPr>
              <a:t>地址是 </a:t>
            </a:r>
            <a:r>
              <a:rPr lang="en-US" altLang="zh-CN" sz="2400">
                <a:ea typeface="宋体" panose="02010600030101010101" pitchFamily="2" charset="-122"/>
              </a:rPr>
              <a:t>141.14.72.24</a:t>
            </a:r>
            <a:r>
              <a:rPr lang="zh-CN" altLang="en-US" sz="2400">
                <a:ea typeface="宋体" panose="02010600030101010101" pitchFamily="2" charset="-122"/>
              </a:rPr>
              <a:t>，子网掩码是 </a:t>
            </a:r>
            <a:r>
              <a:rPr lang="en-US" altLang="zh-CN" sz="2400">
                <a:ea typeface="宋体" panose="02010600030101010101" pitchFamily="2" charset="-122"/>
              </a:rPr>
              <a:t>255.255.192.0</a:t>
            </a:r>
            <a:r>
              <a:rPr lang="zh-CN" altLang="en-US" sz="2400">
                <a:ea typeface="宋体" panose="02010600030101010101" pitchFamily="2" charset="-122"/>
              </a:rPr>
              <a:t>。试求网络地址。 </a:t>
            </a:r>
          </a:p>
        </p:txBody>
      </p:sp>
      <p:sp>
        <p:nvSpPr>
          <p:cNvPr id="238599" name="Rectangle 33">
            <a:extLst>
              <a:ext uri="{FF2B5EF4-FFF2-40B4-BE49-F238E27FC236}">
                <a16:creationId xmlns:a16="http://schemas.microsoft.com/office/drawing/2014/main" id="{1776A8E6-0877-A64B-89FF-73A9454A67AF}"/>
              </a:ext>
            </a:extLst>
          </p:cNvPr>
          <p:cNvSpPr>
            <a:spLocks noChangeArrowheads="1"/>
          </p:cNvSpPr>
          <p:nvPr/>
        </p:nvSpPr>
        <p:spPr bwMode="auto">
          <a:xfrm>
            <a:off x="3886200"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0" name="Rectangle 34">
            <a:extLst>
              <a:ext uri="{FF2B5EF4-FFF2-40B4-BE49-F238E27FC236}">
                <a16:creationId xmlns:a16="http://schemas.microsoft.com/office/drawing/2014/main" id="{F6AE3E1B-F259-7A47-A556-960A895AC19B}"/>
              </a:ext>
            </a:extLst>
          </p:cNvPr>
          <p:cNvSpPr>
            <a:spLocks noChangeArrowheads="1"/>
          </p:cNvSpPr>
          <p:nvPr/>
        </p:nvSpPr>
        <p:spPr bwMode="auto">
          <a:xfrm>
            <a:off x="1115616"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38601" name="Rectangle 35">
            <a:extLst>
              <a:ext uri="{FF2B5EF4-FFF2-40B4-BE49-F238E27FC236}">
                <a16:creationId xmlns:a16="http://schemas.microsoft.com/office/drawing/2014/main" id="{6B6355B9-A9CD-2F44-B269-2E06AD813AFC}"/>
              </a:ext>
            </a:extLst>
          </p:cNvPr>
          <p:cNvSpPr>
            <a:spLocks noChangeArrowheads="1"/>
          </p:cNvSpPr>
          <p:nvPr/>
        </p:nvSpPr>
        <p:spPr bwMode="auto">
          <a:xfrm>
            <a:off x="3886200"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2" name="Rectangle 37">
            <a:extLst>
              <a:ext uri="{FF2B5EF4-FFF2-40B4-BE49-F238E27FC236}">
                <a16:creationId xmlns:a16="http://schemas.microsoft.com/office/drawing/2014/main" id="{A91DD706-A044-7040-B656-15B87A45C041}"/>
              </a:ext>
            </a:extLst>
          </p:cNvPr>
          <p:cNvSpPr>
            <a:spLocks noChangeArrowheads="1"/>
          </p:cNvSpPr>
          <p:nvPr/>
        </p:nvSpPr>
        <p:spPr bwMode="auto">
          <a:xfrm>
            <a:off x="1115616"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255.255.192.0</a:t>
            </a:r>
          </a:p>
        </p:txBody>
      </p:sp>
      <p:sp>
        <p:nvSpPr>
          <p:cNvPr id="238603" name="Line 38">
            <a:extLst>
              <a:ext uri="{FF2B5EF4-FFF2-40B4-BE49-F238E27FC236}">
                <a16:creationId xmlns:a16="http://schemas.microsoft.com/office/drawing/2014/main" id="{CE79C95B-1683-984B-AF10-33C121246E4B}"/>
              </a:ext>
            </a:extLst>
          </p:cNvPr>
          <p:cNvSpPr>
            <a:spLocks noChangeShapeType="1"/>
          </p:cNvSpPr>
          <p:nvPr/>
        </p:nvSpPr>
        <p:spPr bwMode="auto">
          <a:xfrm>
            <a:off x="5790010"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4" name="Line 39">
            <a:extLst>
              <a:ext uri="{FF2B5EF4-FFF2-40B4-BE49-F238E27FC236}">
                <a16:creationId xmlns:a16="http://schemas.microsoft.com/office/drawing/2014/main" id="{518AB5F9-6B26-E943-B0C0-5D88424C4FEA}"/>
              </a:ext>
            </a:extLst>
          </p:cNvPr>
          <p:cNvSpPr>
            <a:spLocks noChangeShapeType="1"/>
          </p:cNvSpPr>
          <p:nvPr/>
        </p:nvSpPr>
        <p:spPr bwMode="auto">
          <a:xfrm>
            <a:off x="6765131"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5" name="Rectangle 40">
            <a:extLst>
              <a:ext uri="{FF2B5EF4-FFF2-40B4-BE49-F238E27FC236}">
                <a16:creationId xmlns:a16="http://schemas.microsoft.com/office/drawing/2014/main" id="{1859846F-5D34-344C-8B35-3CAB89481106}"/>
              </a:ext>
            </a:extLst>
          </p:cNvPr>
          <p:cNvSpPr>
            <a:spLocks noChangeArrowheads="1"/>
          </p:cNvSpPr>
          <p:nvPr/>
        </p:nvSpPr>
        <p:spPr bwMode="auto">
          <a:xfrm>
            <a:off x="3886200"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6" name="Rectangle 42">
            <a:extLst>
              <a:ext uri="{FF2B5EF4-FFF2-40B4-BE49-F238E27FC236}">
                <a16:creationId xmlns:a16="http://schemas.microsoft.com/office/drawing/2014/main" id="{0A40217C-58E4-944B-9C18-72D41E51202B}"/>
              </a:ext>
            </a:extLst>
          </p:cNvPr>
          <p:cNvSpPr>
            <a:spLocks noChangeArrowheads="1"/>
          </p:cNvSpPr>
          <p:nvPr/>
        </p:nvSpPr>
        <p:spPr bwMode="auto">
          <a:xfrm>
            <a:off x="6746082"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38607" name="Rectangle 44">
            <a:extLst>
              <a:ext uri="{FF2B5EF4-FFF2-40B4-BE49-F238E27FC236}">
                <a16:creationId xmlns:a16="http://schemas.microsoft.com/office/drawing/2014/main" id="{E9CB214C-E691-884B-868C-852921D16713}"/>
              </a:ext>
            </a:extLst>
          </p:cNvPr>
          <p:cNvSpPr>
            <a:spLocks noChangeArrowheads="1"/>
          </p:cNvSpPr>
          <p:nvPr/>
        </p:nvSpPr>
        <p:spPr bwMode="auto">
          <a:xfrm>
            <a:off x="3893344"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8" name="Text Box 45">
            <a:extLst>
              <a:ext uri="{FF2B5EF4-FFF2-40B4-BE49-F238E27FC236}">
                <a16:creationId xmlns:a16="http://schemas.microsoft.com/office/drawing/2014/main" id="{7ACDCCC7-FA8F-7F4D-8A25-EA0321F25EAA}"/>
              </a:ext>
            </a:extLst>
          </p:cNvPr>
          <p:cNvSpPr txBox="1">
            <a:spLocks noChangeArrowheads="1"/>
          </p:cNvSpPr>
          <p:nvPr/>
        </p:nvSpPr>
        <p:spPr bwMode="auto">
          <a:xfrm>
            <a:off x="4261248"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09" name="Text Box 46">
            <a:extLst>
              <a:ext uri="{FF2B5EF4-FFF2-40B4-BE49-F238E27FC236}">
                <a16:creationId xmlns:a16="http://schemas.microsoft.com/office/drawing/2014/main" id="{4265B54F-58F3-7E4F-B7B2-860D3BBA948F}"/>
              </a:ext>
            </a:extLst>
          </p:cNvPr>
          <p:cNvSpPr txBox="1">
            <a:spLocks noChangeArrowheads="1"/>
          </p:cNvSpPr>
          <p:nvPr/>
        </p:nvSpPr>
        <p:spPr bwMode="auto">
          <a:xfrm>
            <a:off x="6098381"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38610" name="Text Box 47">
            <a:extLst>
              <a:ext uri="{FF2B5EF4-FFF2-40B4-BE49-F238E27FC236}">
                <a16:creationId xmlns:a16="http://schemas.microsoft.com/office/drawing/2014/main" id="{2D3DE24F-F96B-C44E-AF2D-44A615B34F98}"/>
              </a:ext>
            </a:extLst>
          </p:cNvPr>
          <p:cNvSpPr txBox="1">
            <a:spLocks noChangeArrowheads="1"/>
          </p:cNvSpPr>
          <p:nvPr/>
        </p:nvSpPr>
        <p:spPr bwMode="auto">
          <a:xfrm>
            <a:off x="4261248"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1" name="Text Box 48">
            <a:extLst>
              <a:ext uri="{FF2B5EF4-FFF2-40B4-BE49-F238E27FC236}">
                <a16:creationId xmlns:a16="http://schemas.microsoft.com/office/drawing/2014/main" id="{6AC43394-DD3B-F54A-BE01-A4B0B7DF8D8A}"/>
              </a:ext>
            </a:extLst>
          </p:cNvPr>
          <p:cNvSpPr txBox="1">
            <a:spLocks noChangeArrowheads="1"/>
          </p:cNvSpPr>
          <p:nvPr/>
        </p:nvSpPr>
        <p:spPr bwMode="auto">
          <a:xfrm>
            <a:off x="6138863"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2" name="Text Box 50">
            <a:extLst>
              <a:ext uri="{FF2B5EF4-FFF2-40B4-BE49-F238E27FC236}">
                <a16:creationId xmlns:a16="http://schemas.microsoft.com/office/drawing/2014/main" id="{FA1B114E-7BAB-574C-B36B-240C754AC52A}"/>
              </a:ext>
            </a:extLst>
          </p:cNvPr>
          <p:cNvSpPr txBox="1">
            <a:spLocks noChangeArrowheads="1"/>
          </p:cNvSpPr>
          <p:nvPr/>
        </p:nvSpPr>
        <p:spPr bwMode="auto">
          <a:xfrm>
            <a:off x="6709173"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3" name="Line 51">
            <a:extLst>
              <a:ext uri="{FF2B5EF4-FFF2-40B4-BE49-F238E27FC236}">
                <a16:creationId xmlns:a16="http://schemas.microsoft.com/office/drawing/2014/main" id="{AFEB26C1-A1CC-7742-B9C9-986D23070D9A}"/>
              </a:ext>
            </a:extLst>
          </p:cNvPr>
          <p:cNvSpPr>
            <a:spLocks noChangeShapeType="1"/>
          </p:cNvSpPr>
          <p:nvPr/>
        </p:nvSpPr>
        <p:spPr bwMode="auto">
          <a:xfrm>
            <a:off x="4855369"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14" name="Rectangle 52">
            <a:extLst>
              <a:ext uri="{FF2B5EF4-FFF2-40B4-BE49-F238E27FC236}">
                <a16:creationId xmlns:a16="http://schemas.microsoft.com/office/drawing/2014/main" id="{21D1B77D-CF82-B64A-A17C-5AD69FCA4B5D}"/>
              </a:ext>
            </a:extLst>
          </p:cNvPr>
          <p:cNvSpPr>
            <a:spLocks noChangeArrowheads="1"/>
          </p:cNvSpPr>
          <p:nvPr/>
        </p:nvSpPr>
        <p:spPr bwMode="auto">
          <a:xfrm>
            <a:off x="5773341"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38615" name="Rectangle 53">
            <a:extLst>
              <a:ext uri="{FF2B5EF4-FFF2-40B4-BE49-F238E27FC236}">
                <a16:creationId xmlns:a16="http://schemas.microsoft.com/office/drawing/2014/main" id="{281CE903-46AA-B943-8DC2-A72CFF37B048}"/>
              </a:ext>
            </a:extLst>
          </p:cNvPr>
          <p:cNvSpPr>
            <a:spLocks noChangeArrowheads="1"/>
          </p:cNvSpPr>
          <p:nvPr/>
        </p:nvSpPr>
        <p:spPr bwMode="auto">
          <a:xfrm>
            <a:off x="3883819"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6" name="Text Box 54">
            <a:extLst>
              <a:ext uri="{FF2B5EF4-FFF2-40B4-BE49-F238E27FC236}">
                <a16:creationId xmlns:a16="http://schemas.microsoft.com/office/drawing/2014/main" id="{634A8362-077B-C843-9C7D-16761C4AF421}"/>
              </a:ext>
            </a:extLst>
          </p:cNvPr>
          <p:cNvSpPr txBox="1">
            <a:spLocks noChangeArrowheads="1"/>
          </p:cNvSpPr>
          <p:nvPr/>
        </p:nvSpPr>
        <p:spPr bwMode="auto">
          <a:xfrm>
            <a:off x="4261248"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7" name="Text Box 55">
            <a:extLst>
              <a:ext uri="{FF2B5EF4-FFF2-40B4-BE49-F238E27FC236}">
                <a16:creationId xmlns:a16="http://schemas.microsoft.com/office/drawing/2014/main" id="{EFCC6DAF-6C4B-B74F-8ECC-F1AEBEE4DA1A}"/>
              </a:ext>
            </a:extLst>
          </p:cNvPr>
          <p:cNvSpPr txBox="1">
            <a:spLocks noChangeArrowheads="1"/>
          </p:cNvSpPr>
          <p:nvPr/>
        </p:nvSpPr>
        <p:spPr bwMode="auto">
          <a:xfrm>
            <a:off x="6692504"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38618" name="Rectangle 56">
            <a:extLst>
              <a:ext uri="{FF2B5EF4-FFF2-40B4-BE49-F238E27FC236}">
                <a16:creationId xmlns:a16="http://schemas.microsoft.com/office/drawing/2014/main" id="{5792772D-AF86-E74F-BB76-588C0C58F41F}"/>
              </a:ext>
            </a:extLst>
          </p:cNvPr>
          <p:cNvSpPr>
            <a:spLocks noChangeArrowheads="1"/>
          </p:cNvSpPr>
          <p:nvPr/>
        </p:nvSpPr>
        <p:spPr bwMode="auto">
          <a:xfrm>
            <a:off x="6043613"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9" name="Rectangle 58">
            <a:extLst>
              <a:ext uri="{FF2B5EF4-FFF2-40B4-BE49-F238E27FC236}">
                <a16:creationId xmlns:a16="http://schemas.microsoft.com/office/drawing/2014/main" id="{A5E3A515-FADB-7947-88EB-3431E5A51034}"/>
              </a:ext>
            </a:extLst>
          </p:cNvPr>
          <p:cNvSpPr>
            <a:spLocks noChangeArrowheads="1"/>
          </p:cNvSpPr>
          <p:nvPr/>
        </p:nvSpPr>
        <p:spPr bwMode="auto">
          <a:xfrm>
            <a:off x="1115616"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38620" name="Rectangle 59">
            <a:extLst>
              <a:ext uri="{FF2B5EF4-FFF2-40B4-BE49-F238E27FC236}">
                <a16:creationId xmlns:a16="http://schemas.microsoft.com/office/drawing/2014/main" id="{74CD0338-A186-7E40-BF39-920BAC4F4A29}"/>
              </a:ext>
            </a:extLst>
          </p:cNvPr>
          <p:cNvSpPr>
            <a:spLocks noChangeArrowheads="1"/>
          </p:cNvSpPr>
          <p:nvPr/>
        </p:nvSpPr>
        <p:spPr bwMode="auto">
          <a:xfrm>
            <a:off x="1115615"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38621" name="Rectangle 60">
            <a:extLst>
              <a:ext uri="{FF2B5EF4-FFF2-40B4-BE49-F238E27FC236}">
                <a16:creationId xmlns:a16="http://schemas.microsoft.com/office/drawing/2014/main" id="{670FA8D6-9952-9B4D-BC9B-AB1DDBF4A177}"/>
              </a:ext>
            </a:extLst>
          </p:cNvPr>
          <p:cNvSpPr>
            <a:spLocks noChangeArrowheads="1"/>
          </p:cNvSpPr>
          <p:nvPr/>
        </p:nvSpPr>
        <p:spPr bwMode="auto">
          <a:xfrm>
            <a:off x="1115615"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238622" name="幻灯片编号占位符 1">
            <a:extLst>
              <a:ext uri="{FF2B5EF4-FFF2-40B4-BE49-F238E27FC236}">
                <a16:creationId xmlns:a16="http://schemas.microsoft.com/office/drawing/2014/main" id="{F1D81807-9C39-4F4C-9C7E-2776724D59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C23528E-5718-CB43-BDFA-DA790B84F8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1237499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0641" name="Rectangle 3">
            <a:extLst>
              <a:ext uri="{FF2B5EF4-FFF2-40B4-BE49-F238E27FC236}">
                <a16:creationId xmlns:a16="http://schemas.microsoft.com/office/drawing/2014/main" id="{B6F44CE5-8352-B047-9DD2-2171A36C20EC}"/>
              </a:ext>
            </a:extLst>
          </p:cNvPr>
          <p:cNvSpPr>
            <a:spLocks noChangeArrowheads="1"/>
          </p:cNvSpPr>
          <p:nvPr/>
        </p:nvSpPr>
        <p:spPr bwMode="auto">
          <a:xfrm>
            <a:off x="3951685" y="2849167"/>
            <a:ext cx="22633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2" name="Text Box 4">
            <a:extLst>
              <a:ext uri="{FF2B5EF4-FFF2-40B4-BE49-F238E27FC236}">
                <a16:creationId xmlns:a16="http://schemas.microsoft.com/office/drawing/2014/main" id="{77BAE107-1F90-BF4D-A55C-04B8ACEE7CB7}"/>
              </a:ext>
            </a:extLst>
          </p:cNvPr>
          <p:cNvSpPr txBox="1">
            <a:spLocks noChangeArrowheads="1"/>
          </p:cNvSpPr>
          <p:nvPr/>
        </p:nvSpPr>
        <p:spPr bwMode="auto">
          <a:xfrm>
            <a:off x="4316016"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141       .        14            . 0 1 0</a:t>
            </a:r>
            <a:r>
              <a:rPr kumimoji="1" lang="en-US" altLang="zh-CN" sz="1200">
                <a:solidFill>
                  <a:schemeClr val="folHlink"/>
                </a:solidFill>
                <a:ea typeface="宋体" panose="02010600030101010101" pitchFamily="2" charset="-122"/>
                <a:cs typeface="黑体" panose="02010609060101010101" pitchFamily="49" charset="-122"/>
              </a:rPr>
              <a:t>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40643" name="Rectangle 5">
            <a:extLst>
              <a:ext uri="{FF2B5EF4-FFF2-40B4-BE49-F238E27FC236}">
                <a16:creationId xmlns:a16="http://schemas.microsoft.com/office/drawing/2014/main" id="{AB9FB1A8-818D-D14A-9EE2-8BC82D6E5650}"/>
              </a:ext>
            </a:extLst>
          </p:cNvPr>
          <p:cNvSpPr>
            <a:spLocks noChangeArrowheads="1"/>
          </p:cNvSpPr>
          <p:nvPr/>
        </p:nvSpPr>
        <p:spPr bwMode="auto">
          <a:xfrm>
            <a:off x="3945731" y="2313385"/>
            <a:ext cx="22669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4" name="Rectangle 6">
            <a:extLst>
              <a:ext uri="{FF2B5EF4-FFF2-40B4-BE49-F238E27FC236}">
                <a16:creationId xmlns:a16="http://schemas.microsoft.com/office/drawing/2014/main" id="{BA808EDE-5D4F-664B-AFF3-D7B8EF0E9AEC}"/>
              </a:ext>
            </a:extLst>
          </p:cNvPr>
          <p:cNvSpPr>
            <a:spLocks noChangeArrowheads="1"/>
          </p:cNvSpPr>
          <p:nvPr/>
        </p:nvSpPr>
        <p:spPr bwMode="auto">
          <a:xfrm>
            <a:off x="3927872"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1 1 1 0 0 0 0 0</a:t>
            </a:r>
          </a:p>
        </p:txBody>
      </p:sp>
      <p:sp>
        <p:nvSpPr>
          <p:cNvPr id="240645" name="Freeform 2">
            <a:extLst>
              <a:ext uri="{FF2B5EF4-FFF2-40B4-BE49-F238E27FC236}">
                <a16:creationId xmlns:a16="http://schemas.microsoft.com/office/drawing/2014/main" id="{C1FE2A5F-CEAF-7543-AE32-8529092FD721}"/>
              </a:ext>
            </a:extLst>
          </p:cNvPr>
          <p:cNvSpPr>
            <a:spLocks/>
          </p:cNvSpPr>
          <p:nvPr/>
        </p:nvSpPr>
        <p:spPr bwMode="auto">
          <a:xfrm>
            <a:off x="5882878"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89191" name="Rectangle 7">
            <a:extLst>
              <a:ext uri="{FF2B5EF4-FFF2-40B4-BE49-F238E27FC236}">
                <a16:creationId xmlns:a16="http://schemas.microsoft.com/office/drawing/2014/main" id="{9E42F51A-1395-3147-9B09-F442D888B2AF}"/>
              </a:ext>
            </a:extLst>
          </p:cNvPr>
          <p:cNvSpPr>
            <a:spLocks noGrp="1" noChangeArrowheads="1"/>
          </p:cNvSpPr>
          <p:nvPr>
            <p:ph type="title"/>
          </p:nvPr>
        </p:nvSpPr>
        <p:spPr>
          <a:xfrm>
            <a:off x="857251" y="195263"/>
            <a:ext cx="7062788"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dirty="0">
                <a:ea typeface="宋体" panose="02010600030101010101" pitchFamily="2" charset="-122"/>
              </a:rPr>
              <a:t>【</a:t>
            </a:r>
            <a:r>
              <a:rPr lang="zh-CN" altLang="en-US" sz="2400" dirty="0">
                <a:ea typeface="宋体" panose="02010600030101010101" pitchFamily="2" charset="-122"/>
              </a:rPr>
              <a:t>例</a:t>
            </a:r>
            <a:r>
              <a:rPr lang="en-US" altLang="zh-CN" sz="2400" dirty="0">
                <a:ea typeface="宋体" panose="02010600030101010101" pitchFamily="2" charset="-122"/>
              </a:rPr>
              <a:t>4-3】</a:t>
            </a:r>
            <a:r>
              <a:rPr lang="zh-CN" altLang="en-US" sz="2400" dirty="0">
                <a:ea typeface="宋体" panose="02010600030101010101" pitchFamily="2" charset="-122"/>
              </a:rPr>
              <a:t>在上例中，若子网掩码改为</a:t>
            </a:r>
            <a:r>
              <a:rPr lang="en-US" altLang="zh-CN" sz="2400" dirty="0">
                <a:ea typeface="宋体" panose="02010600030101010101" pitchFamily="2" charset="-122"/>
              </a:rPr>
              <a:t>255.255.224.0</a:t>
            </a:r>
            <a:r>
              <a:rPr lang="zh-CN" altLang="en-US" sz="2400" dirty="0">
                <a:ea typeface="宋体" panose="02010600030101010101" pitchFamily="2" charset="-122"/>
              </a:rPr>
              <a:t>。试求网络地址，讨论所得结果。 </a:t>
            </a:r>
          </a:p>
        </p:txBody>
      </p:sp>
      <p:sp>
        <p:nvSpPr>
          <p:cNvPr id="240647" name="Rectangle 8">
            <a:extLst>
              <a:ext uri="{FF2B5EF4-FFF2-40B4-BE49-F238E27FC236}">
                <a16:creationId xmlns:a16="http://schemas.microsoft.com/office/drawing/2014/main" id="{D3F50E27-F074-3840-8EE9-09B3479A6453}"/>
              </a:ext>
            </a:extLst>
          </p:cNvPr>
          <p:cNvSpPr>
            <a:spLocks noChangeArrowheads="1"/>
          </p:cNvSpPr>
          <p:nvPr/>
        </p:nvSpPr>
        <p:spPr bwMode="auto">
          <a:xfrm>
            <a:off x="3940969"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8" name="Rectangle 9">
            <a:extLst>
              <a:ext uri="{FF2B5EF4-FFF2-40B4-BE49-F238E27FC236}">
                <a16:creationId xmlns:a16="http://schemas.microsoft.com/office/drawing/2014/main" id="{49887010-43E6-1D40-856B-0B1B6B28D909}"/>
              </a:ext>
            </a:extLst>
          </p:cNvPr>
          <p:cNvSpPr>
            <a:spLocks noChangeArrowheads="1"/>
          </p:cNvSpPr>
          <p:nvPr/>
        </p:nvSpPr>
        <p:spPr bwMode="auto">
          <a:xfrm>
            <a:off x="1169194"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40649" name="Rectangle 10">
            <a:extLst>
              <a:ext uri="{FF2B5EF4-FFF2-40B4-BE49-F238E27FC236}">
                <a16:creationId xmlns:a16="http://schemas.microsoft.com/office/drawing/2014/main" id="{163AA820-74C5-F64D-90A4-A2BCBC49FA50}"/>
              </a:ext>
            </a:extLst>
          </p:cNvPr>
          <p:cNvSpPr>
            <a:spLocks noChangeArrowheads="1"/>
          </p:cNvSpPr>
          <p:nvPr/>
        </p:nvSpPr>
        <p:spPr bwMode="auto">
          <a:xfrm>
            <a:off x="3940969"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0" name="Rectangle 11">
            <a:extLst>
              <a:ext uri="{FF2B5EF4-FFF2-40B4-BE49-F238E27FC236}">
                <a16:creationId xmlns:a16="http://schemas.microsoft.com/office/drawing/2014/main" id="{F01303C1-B9D4-A743-B30A-08314C550BB2}"/>
              </a:ext>
            </a:extLst>
          </p:cNvPr>
          <p:cNvSpPr>
            <a:spLocks noChangeArrowheads="1"/>
          </p:cNvSpPr>
          <p:nvPr/>
        </p:nvSpPr>
        <p:spPr bwMode="auto">
          <a:xfrm>
            <a:off x="1169194"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255.255.224.0</a:t>
            </a:r>
          </a:p>
        </p:txBody>
      </p:sp>
      <p:sp>
        <p:nvSpPr>
          <p:cNvPr id="240651" name="Line 12">
            <a:extLst>
              <a:ext uri="{FF2B5EF4-FFF2-40B4-BE49-F238E27FC236}">
                <a16:creationId xmlns:a16="http://schemas.microsoft.com/office/drawing/2014/main" id="{AF665827-2559-BE46-9CBE-5C77C34FB7F3}"/>
              </a:ext>
            </a:extLst>
          </p:cNvPr>
          <p:cNvSpPr>
            <a:spLocks noChangeShapeType="1"/>
          </p:cNvSpPr>
          <p:nvPr/>
        </p:nvSpPr>
        <p:spPr bwMode="auto">
          <a:xfrm>
            <a:off x="5844779"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2" name="Line 13">
            <a:extLst>
              <a:ext uri="{FF2B5EF4-FFF2-40B4-BE49-F238E27FC236}">
                <a16:creationId xmlns:a16="http://schemas.microsoft.com/office/drawing/2014/main" id="{D00890D4-4F28-4C4F-9652-FBDBA873E28F}"/>
              </a:ext>
            </a:extLst>
          </p:cNvPr>
          <p:cNvSpPr>
            <a:spLocks noChangeShapeType="1"/>
          </p:cNvSpPr>
          <p:nvPr/>
        </p:nvSpPr>
        <p:spPr bwMode="auto">
          <a:xfrm>
            <a:off x="6819900"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3" name="Rectangle 14">
            <a:extLst>
              <a:ext uri="{FF2B5EF4-FFF2-40B4-BE49-F238E27FC236}">
                <a16:creationId xmlns:a16="http://schemas.microsoft.com/office/drawing/2014/main" id="{B14382CF-BC9B-F848-AE49-D386E34FE12B}"/>
              </a:ext>
            </a:extLst>
          </p:cNvPr>
          <p:cNvSpPr>
            <a:spLocks noChangeArrowheads="1"/>
          </p:cNvSpPr>
          <p:nvPr/>
        </p:nvSpPr>
        <p:spPr bwMode="auto">
          <a:xfrm>
            <a:off x="3940969"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4" name="Rectangle 15">
            <a:extLst>
              <a:ext uri="{FF2B5EF4-FFF2-40B4-BE49-F238E27FC236}">
                <a16:creationId xmlns:a16="http://schemas.microsoft.com/office/drawing/2014/main" id="{1ACF879D-9220-B445-BB7E-F984FA1069C6}"/>
              </a:ext>
            </a:extLst>
          </p:cNvPr>
          <p:cNvSpPr>
            <a:spLocks noChangeArrowheads="1"/>
          </p:cNvSpPr>
          <p:nvPr/>
        </p:nvSpPr>
        <p:spPr bwMode="auto">
          <a:xfrm>
            <a:off x="6800850"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40655" name="Rectangle 16">
            <a:extLst>
              <a:ext uri="{FF2B5EF4-FFF2-40B4-BE49-F238E27FC236}">
                <a16:creationId xmlns:a16="http://schemas.microsoft.com/office/drawing/2014/main" id="{87F005E6-C4C9-2346-8A17-AE6B28BCAE29}"/>
              </a:ext>
            </a:extLst>
          </p:cNvPr>
          <p:cNvSpPr>
            <a:spLocks noChangeArrowheads="1"/>
          </p:cNvSpPr>
          <p:nvPr/>
        </p:nvSpPr>
        <p:spPr bwMode="auto">
          <a:xfrm>
            <a:off x="3948112"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6" name="Text Box 17">
            <a:extLst>
              <a:ext uri="{FF2B5EF4-FFF2-40B4-BE49-F238E27FC236}">
                <a16:creationId xmlns:a16="http://schemas.microsoft.com/office/drawing/2014/main" id="{E68A4D9D-96A8-2E4F-BB46-8FC35046A4ED}"/>
              </a:ext>
            </a:extLst>
          </p:cNvPr>
          <p:cNvSpPr txBox="1">
            <a:spLocks noChangeArrowheads="1"/>
          </p:cNvSpPr>
          <p:nvPr/>
        </p:nvSpPr>
        <p:spPr bwMode="auto">
          <a:xfrm>
            <a:off x="4316016"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7" name="Text Box 18">
            <a:extLst>
              <a:ext uri="{FF2B5EF4-FFF2-40B4-BE49-F238E27FC236}">
                <a16:creationId xmlns:a16="http://schemas.microsoft.com/office/drawing/2014/main" id="{3E47B1D4-DF73-D644-96D8-00BB80C79F70}"/>
              </a:ext>
            </a:extLst>
          </p:cNvPr>
          <p:cNvSpPr txBox="1">
            <a:spLocks noChangeArrowheads="1"/>
          </p:cNvSpPr>
          <p:nvPr/>
        </p:nvSpPr>
        <p:spPr bwMode="auto">
          <a:xfrm>
            <a:off x="6153150"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40658" name="Text Box 19">
            <a:extLst>
              <a:ext uri="{FF2B5EF4-FFF2-40B4-BE49-F238E27FC236}">
                <a16:creationId xmlns:a16="http://schemas.microsoft.com/office/drawing/2014/main" id="{5310AD18-708B-4444-9E59-3B3C728626A8}"/>
              </a:ext>
            </a:extLst>
          </p:cNvPr>
          <p:cNvSpPr txBox="1">
            <a:spLocks noChangeArrowheads="1"/>
          </p:cNvSpPr>
          <p:nvPr/>
        </p:nvSpPr>
        <p:spPr bwMode="auto">
          <a:xfrm>
            <a:off x="4316016"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9" name="Text Box 20">
            <a:extLst>
              <a:ext uri="{FF2B5EF4-FFF2-40B4-BE49-F238E27FC236}">
                <a16:creationId xmlns:a16="http://schemas.microsoft.com/office/drawing/2014/main" id="{7090ECD9-5DAD-3849-AA90-E1BC21DF4344}"/>
              </a:ext>
            </a:extLst>
          </p:cNvPr>
          <p:cNvSpPr txBox="1">
            <a:spLocks noChangeArrowheads="1"/>
          </p:cNvSpPr>
          <p:nvPr/>
        </p:nvSpPr>
        <p:spPr bwMode="auto">
          <a:xfrm>
            <a:off x="6193631"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0" name="Text Box 21">
            <a:extLst>
              <a:ext uri="{FF2B5EF4-FFF2-40B4-BE49-F238E27FC236}">
                <a16:creationId xmlns:a16="http://schemas.microsoft.com/office/drawing/2014/main" id="{EB32E2C8-C94F-1A47-BB14-2AEA76792E86}"/>
              </a:ext>
            </a:extLst>
          </p:cNvPr>
          <p:cNvSpPr txBox="1">
            <a:spLocks noChangeArrowheads="1"/>
          </p:cNvSpPr>
          <p:nvPr/>
        </p:nvSpPr>
        <p:spPr bwMode="auto">
          <a:xfrm>
            <a:off x="6763942"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1" name="Line 22">
            <a:extLst>
              <a:ext uri="{FF2B5EF4-FFF2-40B4-BE49-F238E27FC236}">
                <a16:creationId xmlns:a16="http://schemas.microsoft.com/office/drawing/2014/main" id="{D02A1667-0552-4F4D-B876-CC3207AF4475}"/>
              </a:ext>
            </a:extLst>
          </p:cNvPr>
          <p:cNvSpPr>
            <a:spLocks noChangeShapeType="1"/>
          </p:cNvSpPr>
          <p:nvPr/>
        </p:nvSpPr>
        <p:spPr bwMode="auto">
          <a:xfrm>
            <a:off x="4910138"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62" name="Rectangle 23">
            <a:extLst>
              <a:ext uri="{FF2B5EF4-FFF2-40B4-BE49-F238E27FC236}">
                <a16:creationId xmlns:a16="http://schemas.microsoft.com/office/drawing/2014/main" id="{9DDCDE6A-E665-A643-96F8-59D3B330A679}"/>
              </a:ext>
            </a:extLst>
          </p:cNvPr>
          <p:cNvSpPr>
            <a:spLocks noChangeArrowheads="1"/>
          </p:cNvSpPr>
          <p:nvPr/>
        </p:nvSpPr>
        <p:spPr bwMode="auto">
          <a:xfrm>
            <a:off x="5828110"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40663" name="Rectangle 24">
            <a:extLst>
              <a:ext uri="{FF2B5EF4-FFF2-40B4-BE49-F238E27FC236}">
                <a16:creationId xmlns:a16="http://schemas.microsoft.com/office/drawing/2014/main" id="{CFC93407-BB65-D043-BBA1-F38269D49E8D}"/>
              </a:ext>
            </a:extLst>
          </p:cNvPr>
          <p:cNvSpPr>
            <a:spLocks noChangeArrowheads="1"/>
          </p:cNvSpPr>
          <p:nvPr/>
        </p:nvSpPr>
        <p:spPr bwMode="auto">
          <a:xfrm>
            <a:off x="3938587"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4" name="Text Box 25">
            <a:extLst>
              <a:ext uri="{FF2B5EF4-FFF2-40B4-BE49-F238E27FC236}">
                <a16:creationId xmlns:a16="http://schemas.microsoft.com/office/drawing/2014/main" id="{F8CCC51B-CFF7-EC44-96AB-B3F08F7A10AC}"/>
              </a:ext>
            </a:extLst>
          </p:cNvPr>
          <p:cNvSpPr txBox="1">
            <a:spLocks noChangeArrowheads="1"/>
          </p:cNvSpPr>
          <p:nvPr/>
        </p:nvSpPr>
        <p:spPr bwMode="auto">
          <a:xfrm>
            <a:off x="4316016"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65" name="Text Box 26">
            <a:extLst>
              <a:ext uri="{FF2B5EF4-FFF2-40B4-BE49-F238E27FC236}">
                <a16:creationId xmlns:a16="http://schemas.microsoft.com/office/drawing/2014/main" id="{A16488CB-107E-F544-A852-F0010DE9ABC9}"/>
              </a:ext>
            </a:extLst>
          </p:cNvPr>
          <p:cNvSpPr txBox="1">
            <a:spLocks noChangeArrowheads="1"/>
          </p:cNvSpPr>
          <p:nvPr/>
        </p:nvSpPr>
        <p:spPr bwMode="auto">
          <a:xfrm>
            <a:off x="6747273"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40666" name="Rectangle 27">
            <a:extLst>
              <a:ext uri="{FF2B5EF4-FFF2-40B4-BE49-F238E27FC236}">
                <a16:creationId xmlns:a16="http://schemas.microsoft.com/office/drawing/2014/main" id="{34C6408E-CFE8-9C4A-9481-5BEAB57398FA}"/>
              </a:ext>
            </a:extLst>
          </p:cNvPr>
          <p:cNvSpPr>
            <a:spLocks noChangeArrowheads="1"/>
          </p:cNvSpPr>
          <p:nvPr/>
        </p:nvSpPr>
        <p:spPr bwMode="auto">
          <a:xfrm>
            <a:off x="6098381"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7" name="Rectangle 28">
            <a:extLst>
              <a:ext uri="{FF2B5EF4-FFF2-40B4-BE49-F238E27FC236}">
                <a16:creationId xmlns:a16="http://schemas.microsoft.com/office/drawing/2014/main" id="{7234A8E1-6A63-304C-BF86-6A88441AA616}"/>
              </a:ext>
            </a:extLst>
          </p:cNvPr>
          <p:cNvSpPr>
            <a:spLocks noChangeArrowheads="1"/>
          </p:cNvSpPr>
          <p:nvPr/>
        </p:nvSpPr>
        <p:spPr bwMode="auto">
          <a:xfrm>
            <a:off x="1169194"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40668" name="Rectangle 29">
            <a:extLst>
              <a:ext uri="{FF2B5EF4-FFF2-40B4-BE49-F238E27FC236}">
                <a16:creationId xmlns:a16="http://schemas.microsoft.com/office/drawing/2014/main" id="{661C9D58-C71D-F64E-8C58-4ADFD2DD5AF7}"/>
              </a:ext>
            </a:extLst>
          </p:cNvPr>
          <p:cNvSpPr>
            <a:spLocks noChangeArrowheads="1"/>
          </p:cNvSpPr>
          <p:nvPr/>
        </p:nvSpPr>
        <p:spPr bwMode="auto">
          <a:xfrm>
            <a:off x="1169194"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40669" name="Rectangle 30">
            <a:extLst>
              <a:ext uri="{FF2B5EF4-FFF2-40B4-BE49-F238E27FC236}">
                <a16:creationId xmlns:a16="http://schemas.microsoft.com/office/drawing/2014/main" id="{FA053450-C7AF-E849-B36D-16CB240AB3B2}"/>
              </a:ext>
            </a:extLst>
          </p:cNvPr>
          <p:cNvSpPr>
            <a:spLocks noChangeArrowheads="1"/>
          </p:cNvSpPr>
          <p:nvPr/>
        </p:nvSpPr>
        <p:spPr bwMode="auto">
          <a:xfrm>
            <a:off x="1169194"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989215" name="Text Box 31">
            <a:extLst>
              <a:ext uri="{FF2B5EF4-FFF2-40B4-BE49-F238E27FC236}">
                <a16:creationId xmlns:a16="http://schemas.microsoft.com/office/drawing/2014/main" id="{FD092B31-1207-AF42-8FED-143B845D1F69}"/>
              </a:ext>
            </a:extLst>
          </p:cNvPr>
          <p:cNvSpPr txBox="1">
            <a:spLocks noChangeArrowheads="1"/>
          </p:cNvSpPr>
          <p:nvPr/>
        </p:nvSpPr>
        <p:spPr bwMode="auto">
          <a:xfrm>
            <a:off x="2205276" y="4015979"/>
            <a:ext cx="5416868" cy="830997"/>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2400">
                <a:solidFill>
                  <a:schemeClr val="folHlink"/>
                </a:solidFill>
                <a:ea typeface="宋体" panose="02010600030101010101" pitchFamily="2" charset="-122"/>
              </a:rPr>
              <a:t>不同的子网掩码得出</a:t>
            </a:r>
            <a:r>
              <a:rPr lang="zh-CN" altLang="en-US" sz="2400">
                <a:solidFill>
                  <a:schemeClr val="hlink"/>
                </a:solidFill>
                <a:ea typeface="宋体" panose="02010600030101010101" pitchFamily="2" charset="-122"/>
              </a:rPr>
              <a:t>相同</a:t>
            </a:r>
            <a:r>
              <a:rPr lang="zh-CN" altLang="en-US" sz="2400">
                <a:solidFill>
                  <a:schemeClr val="folHlink"/>
                </a:solidFill>
                <a:ea typeface="宋体" panose="02010600030101010101" pitchFamily="2" charset="-122"/>
              </a:rPr>
              <a:t>的网络地址。</a:t>
            </a:r>
          </a:p>
          <a:p>
            <a:pPr algn="ctr" eaLnBrk="1" hangingPunct="1">
              <a:defRPr/>
            </a:pPr>
            <a:r>
              <a:rPr lang="zh-CN" altLang="en-US" sz="2400">
                <a:solidFill>
                  <a:schemeClr val="folHlink"/>
                </a:solidFill>
                <a:ea typeface="宋体" panose="02010600030101010101" pitchFamily="2" charset="-122"/>
              </a:rPr>
              <a:t>但不同的掩码的效果是不同的。</a:t>
            </a:r>
            <a:r>
              <a:rPr lang="zh-CN" altLang="en-US" sz="2400">
                <a:ea typeface="宋体" panose="02010600030101010101" pitchFamily="2" charset="-122"/>
              </a:rPr>
              <a:t> </a:t>
            </a:r>
          </a:p>
        </p:txBody>
      </p:sp>
      <p:sp>
        <p:nvSpPr>
          <p:cNvPr id="240671" name="幻灯片编号占位符 1">
            <a:extLst>
              <a:ext uri="{FF2B5EF4-FFF2-40B4-BE49-F238E27FC236}">
                <a16:creationId xmlns:a16="http://schemas.microsoft.com/office/drawing/2014/main" id="{E6FC2B9B-B092-FD46-8D51-B56C4E6F89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46DC98C-07F4-C44D-BFC8-F1E3F0B04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88534296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a:extLst>
              <a:ext uri="{FF2B5EF4-FFF2-40B4-BE49-F238E27FC236}">
                <a16:creationId xmlns:a16="http://schemas.microsoft.com/office/drawing/2014/main" id="{22F1F081-E2D5-6641-ADC6-6A77FA82A298}"/>
              </a:ext>
            </a:extLst>
          </p:cNvPr>
          <p:cNvSpPr>
            <a:spLocks noGrp="1" noChangeArrowheads="1"/>
          </p:cNvSpPr>
          <p:nvPr>
            <p:ph type="body" idx="1"/>
          </p:nvPr>
        </p:nvSpPr>
        <p:spPr>
          <a:xfrm>
            <a:off x="160020" y="1059656"/>
            <a:ext cx="8778240" cy="3671888"/>
          </a:xfrm>
        </p:spPr>
        <p:txBody>
          <a:bodyPr/>
          <a:lstStyle/>
          <a:p>
            <a:pPr eaLnBrk="1" hangingPunct="1"/>
            <a:r>
              <a:rPr lang="zh-CN" altLang="en-US" dirty="0">
                <a:latin typeface="Times New Roman" panose="02020603050405020304" pitchFamily="18" charset="0"/>
                <a:ea typeface="宋体" panose="02010600030101010101" pitchFamily="2" charset="-122"/>
              </a:rPr>
              <a:t>在</a:t>
            </a:r>
            <a:r>
              <a:rPr lang="zh-CN" altLang="en-US" dirty="0">
                <a:solidFill>
                  <a:srgbClr val="C00000"/>
                </a:solidFill>
                <a:latin typeface="Times New Roman" panose="02020603050405020304" pitchFamily="18" charset="0"/>
                <a:ea typeface="宋体" panose="02010600030101010101" pitchFamily="2" charset="-122"/>
              </a:rPr>
              <a:t>不划分子网</a:t>
            </a:r>
            <a:r>
              <a:rPr lang="zh-CN" altLang="en-US" dirty="0">
                <a:latin typeface="Times New Roman" panose="02020603050405020304" pitchFamily="18" charset="0"/>
                <a:ea typeface="宋体" panose="02010600030101010101" pitchFamily="2" charset="-122"/>
              </a:rPr>
              <a:t>的两级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地址得出网络地址是个很简单的事。</a:t>
            </a:r>
          </a:p>
          <a:p>
            <a:pPr eaLnBrk="1" hangingPunct="1"/>
            <a:r>
              <a:rPr lang="zh-CN" altLang="en-US" dirty="0">
                <a:latin typeface="Times New Roman" panose="02020603050405020304" pitchFamily="18" charset="0"/>
                <a:ea typeface="宋体" panose="02010600030101010101" pitchFamily="2" charset="-122"/>
              </a:rPr>
              <a:t>但在</a:t>
            </a:r>
            <a:r>
              <a:rPr lang="zh-CN" altLang="en-US" dirty="0">
                <a:solidFill>
                  <a:srgbClr val="C00000"/>
                </a:solidFill>
                <a:latin typeface="Times New Roman" panose="02020603050405020304" pitchFamily="18" charset="0"/>
                <a:ea typeface="宋体" panose="02010600030101010101" pitchFamily="2" charset="-122"/>
              </a:rPr>
              <a:t>划分子网</a:t>
            </a:r>
            <a:r>
              <a:rPr lang="zh-CN" altLang="en-US" dirty="0">
                <a:latin typeface="Times New Roman" panose="02020603050405020304" pitchFamily="18" charset="0"/>
                <a:ea typeface="宋体" panose="02010600030101010101" pitchFamily="2" charset="-122"/>
              </a:rPr>
              <a:t>的情况下，从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地址却不能唯一地得出网络地址来，这是因为网络地址取决于那个网络所采用的</a:t>
            </a:r>
            <a:r>
              <a:rPr lang="zh-CN" altLang="en-US" dirty="0">
                <a:solidFill>
                  <a:srgbClr val="C00000"/>
                </a:solidFill>
                <a:latin typeface="Times New Roman" panose="02020603050405020304" pitchFamily="18" charset="0"/>
                <a:ea typeface="宋体" panose="02010600030101010101" pitchFamily="2" charset="-122"/>
              </a:rPr>
              <a:t>子网掩码</a:t>
            </a:r>
            <a:r>
              <a:rPr lang="zh-CN" altLang="en-US" dirty="0">
                <a:latin typeface="Times New Roman" panose="02020603050405020304" pitchFamily="18" charset="0"/>
                <a:ea typeface="宋体" panose="02010600030101010101" pitchFamily="2" charset="-122"/>
              </a:rPr>
              <a:t>，但数据报的首部并没有提供子网掩码的信息。</a:t>
            </a:r>
          </a:p>
          <a:p>
            <a:pPr eaLnBrk="1" hangingPunct="1"/>
            <a:r>
              <a:rPr lang="zh-CN" altLang="en-US" dirty="0">
                <a:latin typeface="Times New Roman" panose="02020603050405020304" pitchFamily="18" charset="0"/>
                <a:ea typeface="宋体" panose="02010600030101010101" pitchFamily="2" charset="-122"/>
              </a:rPr>
              <a:t>因此分组转发的算法也必须做相应的改动。 </a:t>
            </a:r>
          </a:p>
        </p:txBody>
      </p:sp>
      <p:sp>
        <p:nvSpPr>
          <p:cNvPr id="242690" name="Rectangle 3">
            <a:extLst>
              <a:ext uri="{FF2B5EF4-FFF2-40B4-BE49-F238E27FC236}">
                <a16:creationId xmlns:a16="http://schemas.microsoft.com/office/drawing/2014/main" id="{A5CAA14D-7A6A-C24E-8846-B45A1BA50A09}"/>
              </a:ext>
            </a:extLst>
          </p:cNvPr>
          <p:cNvSpPr>
            <a:spLocks noGrp="1" noChangeArrowheads="1"/>
          </p:cNvSpPr>
          <p:nvPr>
            <p:ph type="title"/>
          </p:nvPr>
        </p:nvSpPr>
        <p:spPr>
          <a:xfrm>
            <a:off x="160020" y="141685"/>
            <a:ext cx="7770734" cy="756047"/>
          </a:xfrm>
        </p:spPr>
        <p:txBody>
          <a:bodyPr/>
          <a:lstStyle/>
          <a:p>
            <a:pPr eaLnBrk="1" hangingPunct="1"/>
            <a:r>
              <a:rPr lang="en-US" altLang="zh-CN" sz="3000" dirty="0">
                <a:ea typeface="宋体" panose="02010600030101010101" pitchFamily="2" charset="-122"/>
              </a:rPr>
              <a:t>4.3.2  </a:t>
            </a:r>
            <a:r>
              <a:rPr lang="zh-CN" altLang="en-US" sz="3000" dirty="0">
                <a:ea typeface="宋体" panose="02010600030101010101" pitchFamily="2" charset="-122"/>
              </a:rPr>
              <a:t>使用子网掩码的分组转发过程</a:t>
            </a:r>
          </a:p>
        </p:txBody>
      </p:sp>
      <p:sp>
        <p:nvSpPr>
          <p:cNvPr id="242691" name="幻灯片编号占位符 1">
            <a:extLst>
              <a:ext uri="{FF2B5EF4-FFF2-40B4-BE49-F238E27FC236}">
                <a16:creationId xmlns:a16="http://schemas.microsoft.com/office/drawing/2014/main" id="{F32CC302-8312-6D4A-8F43-6913ED76B97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665FC47-21F6-974C-97A6-418D52A2B8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44095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9" name="幻灯片编号占位符 1">
            <a:extLst>
              <a:ext uri="{FF2B5EF4-FFF2-40B4-BE49-F238E27FC236}">
                <a16:creationId xmlns:a16="http://schemas.microsoft.com/office/drawing/2014/main" id="{61DDCB8E-88DA-C04F-A15F-2BD265F75EC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038C98-AC2C-DE40-8B4C-A3F3750A61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4737" name="Rectangle 2">
            <a:extLst>
              <a:ext uri="{FF2B5EF4-FFF2-40B4-BE49-F238E27FC236}">
                <a16:creationId xmlns:a16="http://schemas.microsoft.com/office/drawing/2014/main" id="{4476DBE1-B076-034F-A9B3-2F8B3EC49718}"/>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在划分子网的情况下路由器转发分组的算法 </a:t>
            </a:r>
          </a:p>
        </p:txBody>
      </p:sp>
      <p:sp>
        <p:nvSpPr>
          <p:cNvPr id="244738" name="Text Box 3">
            <a:extLst>
              <a:ext uri="{FF2B5EF4-FFF2-40B4-BE49-F238E27FC236}">
                <a16:creationId xmlns:a16="http://schemas.microsoft.com/office/drawing/2014/main" id="{45FC880B-77AE-8843-BB3A-60D1EA009010}"/>
              </a:ext>
            </a:extLst>
          </p:cNvPr>
          <p:cNvSpPr txBox="1">
            <a:spLocks noChangeArrowheads="1"/>
          </p:cNvSpPr>
          <p:nvPr/>
        </p:nvSpPr>
        <p:spPr bwMode="auto">
          <a:xfrm>
            <a:off x="213574" y="1005520"/>
            <a:ext cx="8713256" cy="4034951"/>
          </a:xfrm>
          <a:prstGeom prst="rect">
            <a:avLst/>
          </a:prstGeom>
          <a:solidFill>
            <a:srgbClr val="FFFF99"/>
          </a:solidFill>
          <a:ln w="9525">
            <a:solidFill>
              <a:srgbClr val="333399"/>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spcAft>
                <a:spcPct val="10000"/>
              </a:spcAft>
            </a:pPr>
            <a:r>
              <a:rPr lang="en-US" altLang="zh-CN" sz="2100" dirty="0">
                <a:solidFill>
                  <a:schemeClr val="tx2"/>
                </a:solidFill>
                <a:latin typeface="微软雅黑" panose="020B0503020204020204" pitchFamily="34" charset="-122"/>
              </a:rPr>
              <a:t>(1) </a:t>
            </a:r>
            <a:r>
              <a:rPr lang="zh-CN" altLang="en-US" sz="2100" dirty="0">
                <a:solidFill>
                  <a:schemeClr val="tx2"/>
                </a:solidFill>
                <a:latin typeface="微软雅黑" panose="020B0503020204020204" pitchFamily="34" charset="-122"/>
              </a:rPr>
              <a:t>从收到的分组的首部提取目的 </a:t>
            </a:r>
            <a:r>
              <a:rPr lang="en-US" altLang="zh-CN" sz="2100" dirty="0">
                <a:solidFill>
                  <a:srgbClr val="FF0000"/>
                </a:solidFill>
                <a:latin typeface="微软雅黑" panose="020B0503020204020204" pitchFamily="34" charset="-122"/>
              </a:rPr>
              <a:t>IP </a:t>
            </a:r>
            <a:r>
              <a:rPr lang="zh-CN" altLang="en-US" sz="2100" dirty="0">
                <a:solidFill>
                  <a:srgbClr val="FF0000"/>
                </a:solidFill>
                <a:latin typeface="微软雅黑" panose="020B0503020204020204" pitchFamily="34" charset="-122"/>
              </a:rPr>
              <a:t>地址 </a:t>
            </a:r>
            <a:r>
              <a:rPr lang="en-US" altLang="zh-CN" sz="2100" i="1" dirty="0">
                <a:solidFill>
                  <a:schemeClr val="tx2"/>
                </a:solidFill>
                <a:latin typeface="微软雅黑" panose="020B0503020204020204" pitchFamily="34" charset="-122"/>
              </a:rPr>
              <a:t>D</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(2) </a:t>
            </a:r>
            <a:r>
              <a:rPr lang="zh-CN" altLang="en-US" sz="2100" dirty="0">
                <a:solidFill>
                  <a:schemeClr val="tx2"/>
                </a:solidFill>
                <a:latin typeface="微软雅黑" panose="020B0503020204020204" pitchFamily="34" charset="-122"/>
              </a:rPr>
              <a:t>先用</a:t>
            </a:r>
            <a:r>
              <a:rPr lang="zh-CN" altLang="en-US" sz="2100" dirty="0">
                <a:solidFill>
                  <a:srgbClr val="FF0000"/>
                </a:solidFill>
                <a:latin typeface="微软雅黑" panose="020B0503020204020204" pitchFamily="34" charset="-122"/>
              </a:rPr>
              <a:t>各网络</a:t>
            </a:r>
            <a:r>
              <a:rPr lang="zh-CN" altLang="en-US" sz="2100" dirty="0">
                <a:solidFill>
                  <a:schemeClr val="tx2"/>
                </a:solidFill>
                <a:latin typeface="微软雅黑" panose="020B0503020204020204" pitchFamily="34" charset="-122"/>
              </a:rPr>
              <a:t>的</a:t>
            </a:r>
            <a:r>
              <a:rPr lang="zh-CN" altLang="en-US" sz="2100" dirty="0">
                <a:solidFill>
                  <a:srgbClr val="FF0000"/>
                </a:solidFill>
                <a:latin typeface="微软雅黑" panose="020B0503020204020204" pitchFamily="34" charset="-122"/>
              </a:rPr>
              <a:t>子网掩码</a:t>
            </a:r>
            <a:r>
              <a:rPr lang="zh-CN" altLang="en-US" sz="2100" dirty="0">
                <a:solidFill>
                  <a:schemeClr val="tx2"/>
                </a:solidFill>
                <a:latin typeface="微软雅黑" panose="020B0503020204020204" pitchFamily="34" charset="-122"/>
              </a:rPr>
              <a:t>和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，看是否和相应的网络地址匹配。若匹配，则将分组直接交付。</a:t>
            </a:r>
          </a:p>
          <a:p>
            <a:pPr eaLnBrk="1" hangingPunct="1">
              <a:spcBef>
                <a:spcPct val="10000"/>
              </a:spcBef>
            </a:pPr>
            <a:r>
              <a:rPr lang="zh-CN" altLang="en-US" sz="2100" dirty="0">
                <a:solidFill>
                  <a:schemeClr val="tx2"/>
                </a:solidFill>
                <a:latin typeface="微软雅黑" panose="020B0503020204020204" pitchFamily="34" charset="-122"/>
              </a:rPr>
              <a:t>     否则就是间接交付，执行</a:t>
            </a:r>
            <a:r>
              <a:rPr lang="en-US" altLang="zh-CN" sz="2100" dirty="0">
                <a:solidFill>
                  <a:schemeClr val="tx2"/>
                </a:solidFill>
                <a:latin typeface="微软雅黑" panose="020B0503020204020204" pitchFamily="34" charset="-122"/>
              </a:rPr>
              <a:t>(3)</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(3) </a:t>
            </a:r>
            <a:r>
              <a:rPr lang="zh-CN" altLang="en-US" sz="2100" dirty="0">
                <a:solidFill>
                  <a:schemeClr val="tx2"/>
                </a:solidFill>
                <a:latin typeface="微软雅黑" panose="020B0503020204020204" pitchFamily="34" charset="-122"/>
              </a:rPr>
              <a:t>若</a:t>
            </a:r>
            <a:r>
              <a:rPr lang="zh-CN" altLang="en-US" sz="2100" dirty="0">
                <a:solidFill>
                  <a:srgbClr val="FF0000"/>
                </a:solidFill>
                <a:latin typeface="微软雅黑" panose="020B0503020204020204" pitchFamily="34" charset="-122"/>
              </a:rPr>
              <a:t>路由表中</a:t>
            </a:r>
            <a:r>
              <a:rPr lang="zh-CN" altLang="en-US" sz="2100" dirty="0">
                <a:solidFill>
                  <a:schemeClr val="tx2"/>
                </a:solidFill>
                <a:latin typeface="微软雅黑" panose="020B0503020204020204" pitchFamily="34" charset="-122"/>
              </a:rPr>
              <a:t>有目的地址为 </a:t>
            </a:r>
            <a:r>
              <a:rPr lang="en-US" altLang="zh-CN" sz="2100" i="1" dirty="0">
                <a:solidFill>
                  <a:schemeClr val="tx2"/>
                </a:solidFill>
                <a:latin typeface="微软雅黑" panose="020B0503020204020204" pitchFamily="34" charset="-122"/>
              </a:rPr>
              <a:t>D </a:t>
            </a:r>
            <a:r>
              <a:rPr lang="zh-CN" altLang="en-US" sz="2100" dirty="0">
                <a:solidFill>
                  <a:schemeClr val="tx2"/>
                </a:solidFill>
                <a:latin typeface="微软雅黑" panose="020B0503020204020204" pitchFamily="34" charset="-122"/>
              </a:rPr>
              <a:t>的特定主机路由，则将</a:t>
            </a:r>
          </a:p>
          <a:p>
            <a:pPr eaLnBrk="1" hangingPunct="1"/>
            <a:r>
              <a:rPr lang="zh-CN" altLang="en-US" sz="2100" dirty="0">
                <a:solidFill>
                  <a:schemeClr val="tx2"/>
                </a:solidFill>
                <a:latin typeface="微软雅黑" panose="020B0503020204020204" pitchFamily="34" charset="-122"/>
              </a:rPr>
              <a:t>     分组传送给指明的下一跳路由器；否则，执行</a:t>
            </a:r>
            <a:r>
              <a:rPr lang="en-US" altLang="zh-CN" sz="2100" dirty="0">
                <a:solidFill>
                  <a:schemeClr val="tx2"/>
                </a:solidFill>
                <a:latin typeface="微软雅黑" panose="020B0503020204020204" pitchFamily="34" charset="-122"/>
              </a:rPr>
              <a:t>(4)</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(4) </a:t>
            </a:r>
            <a:r>
              <a:rPr lang="zh-CN" altLang="en-US" sz="2100" dirty="0">
                <a:solidFill>
                  <a:schemeClr val="tx2"/>
                </a:solidFill>
                <a:latin typeface="微软雅黑" panose="020B0503020204020204" pitchFamily="34" charset="-122"/>
              </a:rPr>
              <a:t>对路由表中的</a:t>
            </a:r>
            <a:r>
              <a:rPr lang="zh-CN" altLang="en-US" sz="2100" dirty="0">
                <a:solidFill>
                  <a:srgbClr val="FF0000"/>
                </a:solidFill>
                <a:latin typeface="微软雅黑" panose="020B0503020204020204" pitchFamily="34" charset="-122"/>
              </a:rPr>
              <a:t>每一行的子网掩码</a:t>
            </a:r>
            <a:r>
              <a:rPr lang="zh-CN" altLang="en-US" sz="2100" dirty="0">
                <a:solidFill>
                  <a:schemeClr val="tx2"/>
                </a:solidFill>
                <a:latin typeface="微软雅黑" panose="020B0503020204020204" pitchFamily="34" charset="-122"/>
              </a:rPr>
              <a:t>和</a:t>
            </a:r>
            <a:r>
              <a:rPr lang="zh-CN" altLang="en-US" sz="1350" dirty="0">
                <a:solidFill>
                  <a:schemeClr val="tx2"/>
                </a:solidFill>
                <a:latin typeface="微软雅黑" panose="020B0503020204020204" pitchFamily="34" charset="-122"/>
              </a:rPr>
              <a:t>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a:t>
            </a:r>
          </a:p>
          <a:p>
            <a:pPr eaLnBrk="1" hangingPunct="1"/>
            <a:r>
              <a:rPr lang="zh-CN" altLang="en-US" sz="2100" dirty="0">
                <a:solidFill>
                  <a:schemeClr val="tx2"/>
                </a:solidFill>
                <a:latin typeface="微软雅黑" panose="020B0503020204020204" pitchFamily="34" charset="-122"/>
              </a:rPr>
              <a:t>     若其结果与该行的目的网络地址匹配，则将分组传送</a:t>
            </a:r>
          </a:p>
          <a:p>
            <a:pPr eaLnBrk="1" hangingPunct="1"/>
            <a:r>
              <a:rPr lang="zh-CN" altLang="en-US" sz="2100" dirty="0">
                <a:solidFill>
                  <a:schemeClr val="tx2"/>
                </a:solidFill>
                <a:latin typeface="微软雅黑" panose="020B0503020204020204" pitchFamily="34" charset="-122"/>
              </a:rPr>
              <a:t>     给该行指明的下一跳路由器；否则，执行</a:t>
            </a:r>
            <a:r>
              <a:rPr lang="en-US" altLang="zh-CN" sz="2100" dirty="0">
                <a:solidFill>
                  <a:schemeClr val="tx2"/>
                </a:solidFill>
                <a:latin typeface="微软雅黑" panose="020B0503020204020204" pitchFamily="34" charset="-122"/>
              </a:rPr>
              <a:t>(5)</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(5) </a:t>
            </a:r>
            <a:r>
              <a:rPr lang="zh-CN" altLang="en-US" sz="2100" dirty="0">
                <a:solidFill>
                  <a:schemeClr val="tx2"/>
                </a:solidFill>
                <a:latin typeface="微软雅黑" panose="020B0503020204020204" pitchFamily="34" charset="-122"/>
              </a:rPr>
              <a:t>若路由表中有一个默认路由，则将分组传送给路由表</a:t>
            </a:r>
          </a:p>
          <a:p>
            <a:pPr eaLnBrk="1" hangingPunct="1"/>
            <a:r>
              <a:rPr lang="zh-CN" altLang="en-US" sz="2100" dirty="0">
                <a:solidFill>
                  <a:schemeClr val="tx2"/>
                </a:solidFill>
                <a:latin typeface="微软雅黑" panose="020B0503020204020204" pitchFamily="34" charset="-122"/>
              </a:rPr>
              <a:t>     中所指明的默认路由器；否则，执行</a:t>
            </a:r>
            <a:r>
              <a:rPr lang="en-US" altLang="zh-CN" sz="2100" dirty="0">
                <a:solidFill>
                  <a:schemeClr val="tx2"/>
                </a:solidFill>
                <a:latin typeface="微软雅黑" panose="020B0503020204020204" pitchFamily="34" charset="-122"/>
              </a:rPr>
              <a:t>(6)</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(6) </a:t>
            </a:r>
            <a:r>
              <a:rPr lang="zh-CN" altLang="en-US" sz="2100" dirty="0">
                <a:solidFill>
                  <a:schemeClr val="tx2"/>
                </a:solidFill>
                <a:latin typeface="微软雅黑" panose="020B0503020204020204" pitchFamily="34" charset="-122"/>
              </a:rPr>
              <a:t>报告转发分组出错。</a:t>
            </a:r>
          </a:p>
        </p:txBody>
      </p:sp>
    </p:spTree>
    <p:extLst>
      <p:ext uri="{BB962C8B-B14F-4D97-AF65-F5344CB8AC3E}">
        <p14:creationId xmlns:p14="http://schemas.microsoft.com/office/powerpoint/2010/main" val="149631558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6785" name="Freeform 2">
            <a:extLst>
              <a:ext uri="{FF2B5EF4-FFF2-40B4-BE49-F238E27FC236}">
                <a16:creationId xmlns:a16="http://schemas.microsoft.com/office/drawing/2014/main" id="{852CE35D-E86E-9448-BA06-95F04FB761D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B9B96F"/>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786" name="Text Box 4">
            <a:extLst>
              <a:ext uri="{FF2B5EF4-FFF2-40B4-BE49-F238E27FC236}">
                <a16:creationId xmlns:a16="http://schemas.microsoft.com/office/drawing/2014/main" id="{361284BA-5A6A-0644-BD68-68A451819A55}"/>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3029" name="Group 5">
            <a:extLst>
              <a:ext uri="{FF2B5EF4-FFF2-40B4-BE49-F238E27FC236}">
                <a16:creationId xmlns:a16="http://schemas.microsoft.com/office/drawing/2014/main" id="{487BAAE7-3B5A-8D46-9206-077FA3D607AC}"/>
              </a:ext>
            </a:extLst>
          </p:cNvPr>
          <p:cNvGraphicFramePr>
            <a:graphicFrameLocks noGrp="1"/>
          </p:cNvGraphicFramePr>
          <p:nvPr>
            <p:extLst>
              <p:ext uri="{D42A27DB-BD31-4B8C-83A1-F6EECF244321}">
                <p14:modId xmlns:p14="http://schemas.microsoft.com/office/powerpoint/2010/main" val="951094448"/>
              </p:ext>
            </p:extLst>
          </p:nvPr>
        </p:nvGraphicFramePr>
        <p:xfrm>
          <a:off x="4316016" y="1539146"/>
          <a:ext cx="3604021" cy="1039153"/>
        </p:xfrm>
        <a:graphic>
          <a:graphicData uri="http://schemas.openxmlformats.org/drawingml/2006/table">
            <a:tbl>
              <a:tblPr/>
              <a:tblGrid>
                <a:gridCol w="1294541">
                  <a:extLst>
                    <a:ext uri="{9D8B030D-6E8A-4147-A177-3AD203B41FA5}">
                      <a16:colId xmlns:a16="http://schemas.microsoft.com/office/drawing/2014/main" val="20000"/>
                    </a:ext>
                  </a:extLst>
                </a:gridCol>
                <a:gridCol w="1550739">
                  <a:extLst>
                    <a:ext uri="{9D8B030D-6E8A-4147-A177-3AD203B41FA5}">
                      <a16:colId xmlns:a16="http://schemas.microsoft.com/office/drawing/2014/main" val="20001"/>
                    </a:ext>
                  </a:extLst>
                </a:gridCol>
                <a:gridCol w="758741">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6801" name="Line 19">
            <a:extLst>
              <a:ext uri="{FF2B5EF4-FFF2-40B4-BE49-F238E27FC236}">
                <a16:creationId xmlns:a16="http://schemas.microsoft.com/office/drawing/2014/main" id="{CCF70423-47EF-1C42-8467-A49294ABEC5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2" name="Line 20">
            <a:extLst>
              <a:ext uri="{FF2B5EF4-FFF2-40B4-BE49-F238E27FC236}">
                <a16:creationId xmlns:a16="http://schemas.microsoft.com/office/drawing/2014/main" id="{52A72CD1-2C4E-8B48-812B-4E6FB0D63608}"/>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3" name="Line 21">
            <a:extLst>
              <a:ext uri="{FF2B5EF4-FFF2-40B4-BE49-F238E27FC236}">
                <a16:creationId xmlns:a16="http://schemas.microsoft.com/office/drawing/2014/main" id="{2EE9320F-F2A1-1145-91CF-A398D187A3E8}"/>
              </a:ext>
            </a:extLst>
          </p:cNvPr>
          <p:cNvSpPr>
            <a:spLocks noChangeShapeType="1"/>
          </p:cNvSpPr>
          <p:nvPr/>
        </p:nvSpPr>
        <p:spPr bwMode="auto">
          <a:xfrm flipV="1">
            <a:off x="1215628" y="2328863"/>
            <a:ext cx="3032522"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4" name="Line 22">
            <a:extLst>
              <a:ext uri="{FF2B5EF4-FFF2-40B4-BE49-F238E27FC236}">
                <a16:creationId xmlns:a16="http://schemas.microsoft.com/office/drawing/2014/main" id="{A0EE001E-E11E-C44C-BE88-0ED6A986B6DA}"/>
              </a:ext>
            </a:extLst>
          </p:cNvPr>
          <p:cNvSpPr>
            <a:spLocks noChangeShapeType="1"/>
          </p:cNvSpPr>
          <p:nvPr/>
        </p:nvSpPr>
        <p:spPr bwMode="auto">
          <a:xfrm>
            <a:off x="1864519" y="1901429"/>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05" name="Picture 23">
            <a:extLst>
              <a:ext uri="{FF2B5EF4-FFF2-40B4-BE49-F238E27FC236}">
                <a16:creationId xmlns:a16="http://schemas.microsoft.com/office/drawing/2014/main" id="{CE42C094-E2D3-F348-8C04-BFAE4D3DF45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593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06" name="Text Box 24">
            <a:extLst>
              <a:ext uri="{FF2B5EF4-FFF2-40B4-BE49-F238E27FC236}">
                <a16:creationId xmlns:a16="http://schemas.microsoft.com/office/drawing/2014/main" id="{DAC2BA7F-9731-3D43-AB64-1D79D4CF8E1C}"/>
              </a:ext>
            </a:extLst>
          </p:cNvPr>
          <p:cNvSpPr txBox="1">
            <a:spLocks noChangeArrowheads="1"/>
          </p:cNvSpPr>
          <p:nvPr/>
        </p:nvSpPr>
        <p:spPr bwMode="auto">
          <a:xfrm>
            <a:off x="1332310"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a:t>
            </a:r>
          </a:p>
        </p:txBody>
      </p:sp>
      <p:sp>
        <p:nvSpPr>
          <p:cNvPr id="246807" name="Text Box 25">
            <a:extLst>
              <a:ext uri="{FF2B5EF4-FFF2-40B4-BE49-F238E27FC236}">
                <a16:creationId xmlns:a16="http://schemas.microsoft.com/office/drawing/2014/main" id="{CD441D70-C3E8-8F4E-A298-7D89A800DD04}"/>
              </a:ext>
            </a:extLst>
          </p:cNvPr>
          <p:cNvSpPr txBox="1">
            <a:spLocks noChangeArrowheads="1"/>
          </p:cNvSpPr>
          <p:nvPr/>
        </p:nvSpPr>
        <p:spPr bwMode="auto">
          <a:xfrm>
            <a:off x="1139834" y="1653779"/>
            <a:ext cx="70404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源主机</a:t>
            </a:r>
          </a:p>
          <a:p>
            <a:pPr algn="ct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1</a:t>
            </a:r>
          </a:p>
        </p:txBody>
      </p:sp>
      <p:sp>
        <p:nvSpPr>
          <p:cNvPr id="246808" name="Line 27">
            <a:extLst>
              <a:ext uri="{FF2B5EF4-FFF2-40B4-BE49-F238E27FC236}">
                <a16:creationId xmlns:a16="http://schemas.microsoft.com/office/drawing/2014/main" id="{7EF09156-50D3-3A46-B0F6-BCE426D25C15}"/>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9" name="Line 28">
            <a:extLst>
              <a:ext uri="{FF2B5EF4-FFF2-40B4-BE49-F238E27FC236}">
                <a16:creationId xmlns:a16="http://schemas.microsoft.com/office/drawing/2014/main" id="{8E8CBDA4-3158-324E-8CEE-3964DA352B5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0" name="Line 29">
            <a:extLst>
              <a:ext uri="{FF2B5EF4-FFF2-40B4-BE49-F238E27FC236}">
                <a16:creationId xmlns:a16="http://schemas.microsoft.com/office/drawing/2014/main" id="{7D38964E-F47C-2D40-AE68-5BA4402E93C5}"/>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1" name="Line 30">
            <a:extLst>
              <a:ext uri="{FF2B5EF4-FFF2-40B4-BE49-F238E27FC236}">
                <a16:creationId xmlns:a16="http://schemas.microsoft.com/office/drawing/2014/main" id="{E78D4092-1EFA-1248-BFF4-1CBA4F0E8B29}"/>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2" name="Line 31">
            <a:extLst>
              <a:ext uri="{FF2B5EF4-FFF2-40B4-BE49-F238E27FC236}">
                <a16:creationId xmlns:a16="http://schemas.microsoft.com/office/drawing/2014/main" id="{21CE9164-5F8A-C54A-8059-641548698752}"/>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13" name="Picture 32">
            <a:extLst>
              <a:ext uri="{FF2B5EF4-FFF2-40B4-BE49-F238E27FC236}">
                <a16:creationId xmlns:a16="http://schemas.microsoft.com/office/drawing/2014/main" id="{EE65BB44-C170-2D41-A422-4D8D623C92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4" name="Picture 33">
            <a:extLst>
              <a:ext uri="{FF2B5EF4-FFF2-40B4-BE49-F238E27FC236}">
                <a16:creationId xmlns:a16="http://schemas.microsoft.com/office/drawing/2014/main" id="{E1444E71-FFC1-F348-8832-00CEE5BD24C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15" name="Group 34">
            <a:extLst>
              <a:ext uri="{FF2B5EF4-FFF2-40B4-BE49-F238E27FC236}">
                <a16:creationId xmlns:a16="http://schemas.microsoft.com/office/drawing/2014/main" id="{178EE1B9-26EC-0F45-ABBF-017727AAD383}"/>
              </a:ext>
            </a:extLst>
          </p:cNvPr>
          <p:cNvGrpSpPr>
            <a:grpSpLocks/>
          </p:cNvGrpSpPr>
          <p:nvPr/>
        </p:nvGrpSpPr>
        <p:grpSpPr bwMode="auto">
          <a:xfrm>
            <a:off x="2844404" y="2594373"/>
            <a:ext cx="459581" cy="345281"/>
            <a:chOff x="864" y="1824"/>
            <a:chExt cx="432" cy="288"/>
          </a:xfrm>
        </p:grpSpPr>
        <p:pic>
          <p:nvPicPr>
            <p:cNvPr id="246847" name="Picture 35">
              <a:extLst>
                <a:ext uri="{FF2B5EF4-FFF2-40B4-BE49-F238E27FC236}">
                  <a16:creationId xmlns:a16="http://schemas.microsoft.com/office/drawing/2014/main" id="{7EBEA937-F73E-6040-AD4D-32091A3330E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8" name="Picture 36">
              <a:extLst>
                <a:ext uri="{FF2B5EF4-FFF2-40B4-BE49-F238E27FC236}">
                  <a16:creationId xmlns:a16="http://schemas.microsoft.com/office/drawing/2014/main" id="{DB4EB253-917F-C844-863A-67450107BB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6816" name="Picture 37">
            <a:extLst>
              <a:ext uri="{FF2B5EF4-FFF2-40B4-BE49-F238E27FC236}">
                <a16:creationId xmlns:a16="http://schemas.microsoft.com/office/drawing/2014/main" id="{586CA134-056F-1949-9090-5024470B4E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17" name="Line 38">
            <a:extLst>
              <a:ext uri="{FF2B5EF4-FFF2-40B4-BE49-F238E27FC236}">
                <a16:creationId xmlns:a16="http://schemas.microsoft.com/office/drawing/2014/main" id="{6555279A-4AD4-7F40-ACA4-96807FF7A3A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8" name="Line 39">
            <a:extLst>
              <a:ext uri="{FF2B5EF4-FFF2-40B4-BE49-F238E27FC236}">
                <a16:creationId xmlns:a16="http://schemas.microsoft.com/office/drawing/2014/main" id="{40F4B014-3A45-B441-920F-DB4004C7182F}"/>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9" name="Text Box 40">
            <a:extLst>
              <a:ext uri="{FF2B5EF4-FFF2-40B4-BE49-F238E27FC236}">
                <a16:creationId xmlns:a16="http://schemas.microsoft.com/office/drawing/2014/main" id="{A0D6D70C-C036-444C-A0BD-30C0ACEFD312}"/>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grpSp>
        <p:nvGrpSpPr>
          <p:cNvPr id="513065" name="Group 41">
            <a:extLst>
              <a:ext uri="{FF2B5EF4-FFF2-40B4-BE49-F238E27FC236}">
                <a16:creationId xmlns:a16="http://schemas.microsoft.com/office/drawing/2014/main" id="{DB3A0264-0FFB-4342-A556-B16EE94F9775}"/>
              </a:ext>
            </a:extLst>
          </p:cNvPr>
          <p:cNvGrpSpPr>
            <a:grpSpLocks/>
          </p:cNvGrpSpPr>
          <p:nvPr/>
        </p:nvGrpSpPr>
        <p:grpSpPr bwMode="auto">
          <a:xfrm>
            <a:off x="3328987" y="1221582"/>
            <a:ext cx="4400551" cy="1731169"/>
            <a:chOff x="1836" y="1026"/>
            <a:chExt cx="3696" cy="1454"/>
          </a:xfrm>
        </p:grpSpPr>
        <p:sp>
          <p:nvSpPr>
            <p:cNvPr id="246845" name="Text Box 42">
              <a:extLst>
                <a:ext uri="{FF2B5EF4-FFF2-40B4-BE49-F238E27FC236}">
                  <a16:creationId xmlns:a16="http://schemas.microsoft.com/office/drawing/2014/main" id="{AFCFCFF7-32BE-1344-AC0F-C32DD5F8C309}"/>
                </a:ext>
              </a:extLst>
            </p:cNvPr>
            <p:cNvSpPr txBox="1">
              <a:spLocks noChangeArrowheads="1"/>
            </p:cNvSpPr>
            <p:nvPr/>
          </p:nvSpPr>
          <p:spPr bwMode="auto">
            <a:xfrm>
              <a:off x="2894" y="1026"/>
              <a:ext cx="263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46" name="Text Box 43">
              <a:extLst>
                <a:ext uri="{FF2B5EF4-FFF2-40B4-BE49-F238E27FC236}">
                  <a16:creationId xmlns:a16="http://schemas.microsoft.com/office/drawing/2014/main" id="{71DFC828-57DA-1D46-BBF9-FECD9CD7AB69}"/>
                </a:ext>
              </a:extLst>
            </p:cNvPr>
            <p:cNvSpPr txBox="1">
              <a:spLocks noChangeArrowheads="1"/>
            </p:cNvSpPr>
            <p:nvPr/>
          </p:nvSpPr>
          <p:spPr bwMode="auto">
            <a:xfrm>
              <a:off x="1836" y="2228"/>
              <a:ext cx="3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grpSp>
      <p:sp>
        <p:nvSpPr>
          <p:cNvPr id="246821" name="Text Box 44">
            <a:extLst>
              <a:ext uri="{FF2B5EF4-FFF2-40B4-BE49-F238E27FC236}">
                <a16:creationId xmlns:a16="http://schemas.microsoft.com/office/drawing/2014/main" id="{DD7BBA45-D4C2-0F46-9FA4-B7815EA8014D}"/>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2" name="Line 45">
            <a:extLst>
              <a:ext uri="{FF2B5EF4-FFF2-40B4-BE49-F238E27FC236}">
                <a16:creationId xmlns:a16="http://schemas.microsoft.com/office/drawing/2014/main" id="{3E8BB002-506E-FA40-94D2-6F28DB8C6B7B}"/>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6823" name="Group 46">
            <a:extLst>
              <a:ext uri="{FF2B5EF4-FFF2-40B4-BE49-F238E27FC236}">
                <a16:creationId xmlns:a16="http://schemas.microsoft.com/office/drawing/2014/main" id="{E2857911-82EA-AF44-ADF6-7818C087477F}"/>
              </a:ext>
            </a:extLst>
          </p:cNvPr>
          <p:cNvGrpSpPr>
            <a:grpSpLocks/>
          </p:cNvGrpSpPr>
          <p:nvPr/>
        </p:nvGrpSpPr>
        <p:grpSpPr bwMode="auto">
          <a:xfrm>
            <a:off x="2169319" y="3632598"/>
            <a:ext cx="459581" cy="345281"/>
            <a:chOff x="864" y="1824"/>
            <a:chExt cx="432" cy="288"/>
          </a:xfrm>
        </p:grpSpPr>
        <p:pic>
          <p:nvPicPr>
            <p:cNvPr id="246843" name="Picture 47">
              <a:extLst>
                <a:ext uri="{FF2B5EF4-FFF2-40B4-BE49-F238E27FC236}">
                  <a16:creationId xmlns:a16="http://schemas.microsoft.com/office/drawing/2014/main" id="{5C59AB2B-5410-C848-B336-218B7A0756E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4" name="Picture 48">
              <a:extLst>
                <a:ext uri="{FF2B5EF4-FFF2-40B4-BE49-F238E27FC236}">
                  <a16:creationId xmlns:a16="http://schemas.microsoft.com/office/drawing/2014/main" id="{30759DE1-C2AB-D744-9C24-D5F68AC978E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824" name="Text Box 49">
            <a:extLst>
              <a:ext uri="{FF2B5EF4-FFF2-40B4-BE49-F238E27FC236}">
                <a16:creationId xmlns:a16="http://schemas.microsoft.com/office/drawing/2014/main" id="{91901C5C-164E-A64F-8611-3DD85C5412F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6825" name="Line 50">
            <a:extLst>
              <a:ext uri="{FF2B5EF4-FFF2-40B4-BE49-F238E27FC236}">
                <a16:creationId xmlns:a16="http://schemas.microsoft.com/office/drawing/2014/main" id="{149EE3AC-AD2A-0945-87C0-A4EE3FA1E1A4}"/>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26" name="Picture 51">
            <a:extLst>
              <a:ext uri="{FF2B5EF4-FFF2-40B4-BE49-F238E27FC236}">
                <a16:creationId xmlns:a16="http://schemas.microsoft.com/office/drawing/2014/main" id="{BCF95798-E572-3C4B-8E8E-7D33155DA0D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27" name="Text Box 52">
            <a:extLst>
              <a:ext uri="{FF2B5EF4-FFF2-40B4-BE49-F238E27FC236}">
                <a16:creationId xmlns:a16="http://schemas.microsoft.com/office/drawing/2014/main" id="{AADF23BA-865A-EE45-8DD8-595D6B19BDC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8" name="Text Box 53">
            <a:extLst>
              <a:ext uri="{FF2B5EF4-FFF2-40B4-BE49-F238E27FC236}">
                <a16:creationId xmlns:a16="http://schemas.microsoft.com/office/drawing/2014/main" id="{A222B989-0E1B-AD44-B1BD-E54D4364FD21}"/>
              </a:ext>
            </a:extLst>
          </p:cNvPr>
          <p:cNvSpPr txBox="1">
            <a:spLocks noChangeArrowheads="1"/>
          </p:cNvSpPr>
          <p:nvPr/>
        </p:nvSpPr>
        <p:spPr bwMode="auto">
          <a:xfrm>
            <a:off x="3654029" y="3921919"/>
            <a:ext cx="111440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目的主机 </a:t>
            </a: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2</a:t>
            </a:r>
          </a:p>
        </p:txBody>
      </p:sp>
      <p:sp>
        <p:nvSpPr>
          <p:cNvPr id="246829" name="Text Box 54">
            <a:extLst>
              <a:ext uri="{FF2B5EF4-FFF2-40B4-BE49-F238E27FC236}">
                <a16:creationId xmlns:a16="http://schemas.microsoft.com/office/drawing/2014/main" id="{793B91BA-747E-4045-BE32-4D3FC9B3BCEB}"/>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128.30.33.138</a:t>
            </a:r>
          </a:p>
        </p:txBody>
      </p:sp>
      <p:sp>
        <p:nvSpPr>
          <p:cNvPr id="246830" name="Text Box 55">
            <a:extLst>
              <a:ext uri="{FF2B5EF4-FFF2-40B4-BE49-F238E27FC236}">
                <a16:creationId xmlns:a16="http://schemas.microsoft.com/office/drawing/2014/main" id="{D166837A-0DEF-D04C-AA3C-31574C83C8E5}"/>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1" name="Text Box 56">
            <a:extLst>
              <a:ext uri="{FF2B5EF4-FFF2-40B4-BE49-F238E27FC236}">
                <a16:creationId xmlns:a16="http://schemas.microsoft.com/office/drawing/2014/main" id="{E0181C90-FDD6-EE40-BDAE-057641D7F03A}"/>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2" name="Text Box 57">
            <a:extLst>
              <a:ext uri="{FF2B5EF4-FFF2-40B4-BE49-F238E27FC236}">
                <a16:creationId xmlns:a16="http://schemas.microsoft.com/office/drawing/2014/main" id="{BC3C1D93-2CC8-AF42-85F9-93777C029CF3}"/>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6833" name="Picture 58">
            <a:extLst>
              <a:ext uri="{FF2B5EF4-FFF2-40B4-BE49-F238E27FC236}">
                <a16:creationId xmlns:a16="http://schemas.microsoft.com/office/drawing/2014/main" id="{B3A0D113-540F-DB4A-B1AE-2A1B3C7876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34" name="Text Box 59">
            <a:extLst>
              <a:ext uri="{FF2B5EF4-FFF2-40B4-BE49-F238E27FC236}">
                <a16:creationId xmlns:a16="http://schemas.microsoft.com/office/drawing/2014/main" id="{24D8EBC3-7650-A74A-9ACA-A92A5946391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6835" name="Text Box 60">
            <a:extLst>
              <a:ext uri="{FF2B5EF4-FFF2-40B4-BE49-F238E27FC236}">
                <a16:creationId xmlns:a16="http://schemas.microsoft.com/office/drawing/2014/main" id="{3A320B1E-69FA-A142-9673-F9D6810CE4CB}"/>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6836" name="Text Box 61">
            <a:extLst>
              <a:ext uri="{FF2B5EF4-FFF2-40B4-BE49-F238E27FC236}">
                <a16:creationId xmlns:a16="http://schemas.microsoft.com/office/drawing/2014/main" id="{1DFD19D9-3F7D-B446-85BF-B20EB3C20579}"/>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7" name="Text Box 62">
            <a:extLst>
              <a:ext uri="{FF2B5EF4-FFF2-40B4-BE49-F238E27FC236}">
                <a16:creationId xmlns:a16="http://schemas.microsoft.com/office/drawing/2014/main" id="{6DAA08EC-7901-D045-A27B-269E376D7C49}"/>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3087" name="Rectangle 63">
            <a:extLst>
              <a:ext uri="{FF2B5EF4-FFF2-40B4-BE49-F238E27FC236}">
                <a16:creationId xmlns:a16="http://schemas.microsoft.com/office/drawing/2014/main" id="{E1C58A6B-6E4B-B84B-A1DB-53AD07C98D4A}"/>
              </a:ext>
            </a:extLst>
          </p:cNvPr>
          <p:cNvSpPr>
            <a:spLocks noGrp="1" noChangeArrowheads="1"/>
          </p:cNvSpPr>
          <p:nvPr>
            <p:ph type="title"/>
          </p:nvPr>
        </p:nvSpPr>
        <p:spPr>
          <a:xfrm>
            <a:off x="1331119" y="72629"/>
            <a:ext cx="6426994" cy="1095375"/>
          </a:xfrm>
          <a:solidFill>
            <a:srgbClr val="CCECFF"/>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100">
                <a:latin typeface="Times New Roman" panose="02020603050405020304" pitchFamily="18" charset="0"/>
                <a:ea typeface="宋体" panose="02010600030101010101" pitchFamily="2" charset="-122"/>
              </a:rPr>
              <a:t>【</a:t>
            </a:r>
            <a:r>
              <a:rPr lang="zh-CN" altLang="en-US" sz="2100">
                <a:latin typeface="Times New Roman" panose="02020603050405020304" pitchFamily="18" charset="0"/>
                <a:ea typeface="宋体" panose="02010600030101010101" pitchFamily="2" charset="-122"/>
              </a:rPr>
              <a:t>例</a:t>
            </a:r>
            <a:r>
              <a:rPr lang="en-US" altLang="zh-CN" sz="2100">
                <a:latin typeface="Times New Roman" panose="02020603050405020304" pitchFamily="18" charset="0"/>
                <a:ea typeface="宋体" panose="02010600030101010101" pitchFamily="2" charset="-122"/>
              </a:rPr>
              <a:t>4-4】</a:t>
            </a:r>
            <a:r>
              <a:rPr lang="zh-CN" altLang="en-US" sz="2100">
                <a:latin typeface="Times New Roman" panose="02020603050405020304" pitchFamily="18" charset="0"/>
                <a:ea typeface="宋体" panose="02010600030101010101" pitchFamily="2" charset="-122"/>
              </a:rPr>
              <a:t>已知互联网和路由器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中的路由表。主机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发送分组。试讨论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br>
              <a:rPr lang="en-US" altLang="zh-CN" sz="2100" baseline="-250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发送的分组后查找路由表的过程。 </a:t>
            </a:r>
          </a:p>
        </p:txBody>
      </p:sp>
      <p:sp>
        <p:nvSpPr>
          <p:cNvPr id="246839" name="Line 64">
            <a:extLst>
              <a:ext uri="{FF2B5EF4-FFF2-40B4-BE49-F238E27FC236}">
                <a16:creationId xmlns:a16="http://schemas.microsoft.com/office/drawing/2014/main" id="{80276F3E-F480-BD4B-94F6-50FDC4C57897}"/>
              </a:ext>
            </a:extLst>
          </p:cNvPr>
          <p:cNvSpPr>
            <a:spLocks noChangeShapeType="1"/>
          </p:cNvSpPr>
          <p:nvPr/>
        </p:nvSpPr>
        <p:spPr bwMode="auto">
          <a:xfrm>
            <a:off x="1871663" y="1977628"/>
            <a:ext cx="2268141" cy="1728788"/>
          </a:xfrm>
          <a:prstGeom prst="line">
            <a:avLst/>
          </a:prstGeom>
          <a:noFill/>
          <a:ln w="76200">
            <a:solidFill>
              <a:srgbClr val="FF9933">
                <a:alpha val="61176"/>
              </a:srgbClr>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6840" name="Text Box 26">
            <a:extLst>
              <a:ext uri="{FF2B5EF4-FFF2-40B4-BE49-F238E27FC236}">
                <a16:creationId xmlns:a16="http://schemas.microsoft.com/office/drawing/2014/main" id="{1B0C4B89-F3C7-EC4C-B14F-DD11FCB322EB}"/>
              </a:ext>
            </a:extLst>
          </p:cNvPr>
          <p:cNvSpPr txBox="1">
            <a:spLocks noChangeArrowheads="1"/>
          </p:cNvSpPr>
          <p:nvPr/>
        </p:nvSpPr>
        <p:spPr bwMode="auto">
          <a:xfrm>
            <a:off x="1547813"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6841" name="Text Box 3">
            <a:extLst>
              <a:ext uri="{FF2B5EF4-FFF2-40B4-BE49-F238E27FC236}">
                <a16:creationId xmlns:a16="http://schemas.microsoft.com/office/drawing/2014/main" id="{36DE58BD-84D5-3149-A0F1-4029E570345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6842" name="幻灯片编号占位符 1">
            <a:extLst>
              <a:ext uri="{FF2B5EF4-FFF2-40B4-BE49-F238E27FC236}">
                <a16:creationId xmlns:a16="http://schemas.microsoft.com/office/drawing/2014/main" id="{6F0C6159-C556-5B48-B47B-E2E898057233}"/>
              </a:ext>
            </a:extLst>
          </p:cNvPr>
          <p:cNvSpPr>
            <a:spLocks noGrp="1" noChangeArrowheads="1"/>
          </p:cNvSpPr>
          <p:nvPr>
            <p:ph type="sldNum" sz="quarter" idx="10"/>
          </p:nvPr>
        </p:nvSpPr>
        <p:spPr>
          <a:xfrm>
            <a:off x="8663940" y="4853315"/>
            <a:ext cx="48006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D09DE45-FEA6-254C-8A19-5F667B46098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112</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052705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8833" name="Rectangle 2">
            <a:extLst>
              <a:ext uri="{FF2B5EF4-FFF2-40B4-BE49-F238E27FC236}">
                <a16:creationId xmlns:a16="http://schemas.microsoft.com/office/drawing/2014/main" id="{BABB299E-FE7A-C549-869D-E31088CE97D0}"/>
              </a:ext>
            </a:extLst>
          </p:cNvPr>
          <p:cNvSpPr>
            <a:spLocks noGrp="1" noChangeArrowheads="1"/>
          </p:cNvSpPr>
          <p:nvPr>
            <p:ph type="title"/>
          </p:nvPr>
        </p:nvSpPr>
        <p:spPr>
          <a:xfrm>
            <a:off x="2222898" y="195263"/>
            <a:ext cx="4455319" cy="467916"/>
          </a:xfrm>
        </p:spPr>
        <p:txBody>
          <a:bodyPr/>
          <a:lstStyle/>
          <a:p>
            <a:pPr algn="ctr" eaLnBrk="1" hangingPunct="1"/>
            <a:r>
              <a:rPr lang="zh-CN" altLang="en-US">
                <a:latin typeface="Times New Roman" panose="02020603050405020304" pitchFamily="18" charset="0"/>
                <a:ea typeface="宋体" panose="02010600030101010101" pitchFamily="2" charset="-122"/>
              </a:rPr>
              <a:t>主机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要发送分组给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2</a:t>
            </a:r>
            <a:r>
              <a:rPr lang="en-US" altLang="zh-CN">
                <a:latin typeface="Times New Roman" panose="02020603050405020304" pitchFamily="18" charset="0"/>
                <a:ea typeface="宋体" panose="02010600030101010101" pitchFamily="2" charset="-122"/>
              </a:rPr>
              <a:t> </a:t>
            </a:r>
          </a:p>
        </p:txBody>
      </p:sp>
      <p:sp>
        <p:nvSpPr>
          <p:cNvPr id="248834" name="Freeform 3">
            <a:extLst>
              <a:ext uri="{FF2B5EF4-FFF2-40B4-BE49-F238E27FC236}">
                <a16:creationId xmlns:a16="http://schemas.microsoft.com/office/drawing/2014/main" id="{46A3EA51-E531-C643-A2C9-455BE0E507D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8835" name="Text Box 4">
            <a:extLst>
              <a:ext uri="{FF2B5EF4-FFF2-40B4-BE49-F238E27FC236}">
                <a16:creationId xmlns:a16="http://schemas.microsoft.com/office/drawing/2014/main" id="{2561C8BD-AC18-AF41-BC9A-F33BC37D14B3}"/>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8836" name="Text Box 5">
            <a:extLst>
              <a:ext uri="{FF2B5EF4-FFF2-40B4-BE49-F238E27FC236}">
                <a16:creationId xmlns:a16="http://schemas.microsoft.com/office/drawing/2014/main" id="{8C36A19F-6B8B-4842-A2C4-09FAE572BF3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4054" name="Group 6">
            <a:extLst>
              <a:ext uri="{FF2B5EF4-FFF2-40B4-BE49-F238E27FC236}">
                <a16:creationId xmlns:a16="http://schemas.microsoft.com/office/drawing/2014/main" id="{08C0C946-724D-0A49-937E-B57366EB3F59}"/>
              </a:ext>
            </a:extLst>
          </p:cNvPr>
          <p:cNvGraphicFramePr>
            <a:graphicFrameLocks noGrp="1"/>
          </p:cNvGraphicFramePr>
          <p:nvPr>
            <p:extLst>
              <p:ext uri="{D42A27DB-BD31-4B8C-83A1-F6EECF244321}">
                <p14:modId xmlns:p14="http://schemas.microsoft.com/office/powerpoint/2010/main" val="2129672707"/>
              </p:ext>
            </p:extLst>
          </p:nvPr>
        </p:nvGraphicFramePr>
        <p:xfrm>
          <a:off x="4335066" y="1562606"/>
          <a:ext cx="3606403"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3">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8851" name="Text Box 20">
            <a:extLst>
              <a:ext uri="{FF2B5EF4-FFF2-40B4-BE49-F238E27FC236}">
                <a16:creationId xmlns:a16="http://schemas.microsoft.com/office/drawing/2014/main" id="{70062E6C-3A24-3246-B7FE-0A6E73C67BBA}"/>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52" name="Line 21">
            <a:extLst>
              <a:ext uri="{FF2B5EF4-FFF2-40B4-BE49-F238E27FC236}">
                <a16:creationId xmlns:a16="http://schemas.microsoft.com/office/drawing/2014/main" id="{592C1BFA-29ED-DD4C-88BC-3C353CFAA782}"/>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3" name="Line 22">
            <a:extLst>
              <a:ext uri="{FF2B5EF4-FFF2-40B4-BE49-F238E27FC236}">
                <a16:creationId xmlns:a16="http://schemas.microsoft.com/office/drawing/2014/main" id="{A2767802-E552-0049-968C-0DFDAA65AF95}"/>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4" name="Line 23">
            <a:extLst>
              <a:ext uri="{FF2B5EF4-FFF2-40B4-BE49-F238E27FC236}">
                <a16:creationId xmlns:a16="http://schemas.microsoft.com/office/drawing/2014/main" id="{EE31D5C5-044F-E448-853F-CE5984B291BF}"/>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5" name="Line 24">
            <a:extLst>
              <a:ext uri="{FF2B5EF4-FFF2-40B4-BE49-F238E27FC236}">
                <a16:creationId xmlns:a16="http://schemas.microsoft.com/office/drawing/2014/main" id="{B0793500-3458-BB42-965B-3539BC390562}"/>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56" name="Picture 25">
            <a:extLst>
              <a:ext uri="{FF2B5EF4-FFF2-40B4-BE49-F238E27FC236}">
                <a16:creationId xmlns:a16="http://schemas.microsoft.com/office/drawing/2014/main" id="{5B300423-E5EE-B744-9D28-6DE592FE97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57" name="Text Box 26">
            <a:extLst>
              <a:ext uri="{FF2B5EF4-FFF2-40B4-BE49-F238E27FC236}">
                <a16:creationId xmlns:a16="http://schemas.microsoft.com/office/drawing/2014/main" id="{D251B750-232A-924B-AB34-D4E9F3C83E6B}"/>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48858" name="Text Box 27">
            <a:extLst>
              <a:ext uri="{FF2B5EF4-FFF2-40B4-BE49-F238E27FC236}">
                <a16:creationId xmlns:a16="http://schemas.microsoft.com/office/drawing/2014/main" id="{1DFBFF4D-1F68-7549-8BF9-8A07AF735E02}"/>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59" name="Text Box 28">
            <a:extLst>
              <a:ext uri="{FF2B5EF4-FFF2-40B4-BE49-F238E27FC236}">
                <a16:creationId xmlns:a16="http://schemas.microsoft.com/office/drawing/2014/main" id="{CAF990BC-F0A3-B84C-86D1-46B92049597B}"/>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8860" name="Line 29">
            <a:extLst>
              <a:ext uri="{FF2B5EF4-FFF2-40B4-BE49-F238E27FC236}">
                <a16:creationId xmlns:a16="http://schemas.microsoft.com/office/drawing/2014/main" id="{56461467-7405-AD48-B786-E7621F77859C}"/>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1" name="Line 30">
            <a:extLst>
              <a:ext uri="{FF2B5EF4-FFF2-40B4-BE49-F238E27FC236}">
                <a16:creationId xmlns:a16="http://schemas.microsoft.com/office/drawing/2014/main" id="{29FC7409-8EE8-834D-9F72-8E726968DA71}"/>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2" name="Line 31">
            <a:extLst>
              <a:ext uri="{FF2B5EF4-FFF2-40B4-BE49-F238E27FC236}">
                <a16:creationId xmlns:a16="http://schemas.microsoft.com/office/drawing/2014/main" id="{1D20F0FA-B5FB-9B46-9A31-85B951DC06C2}"/>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3" name="Line 32">
            <a:extLst>
              <a:ext uri="{FF2B5EF4-FFF2-40B4-BE49-F238E27FC236}">
                <a16:creationId xmlns:a16="http://schemas.microsoft.com/office/drawing/2014/main" id="{F56233B7-3249-5B4B-BA65-4FEDACE90DCB}"/>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4" name="Line 33">
            <a:extLst>
              <a:ext uri="{FF2B5EF4-FFF2-40B4-BE49-F238E27FC236}">
                <a16:creationId xmlns:a16="http://schemas.microsoft.com/office/drawing/2014/main" id="{F98A01C5-2AA5-AC4E-9818-5685FAFCEF2F}"/>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65" name="Picture 34">
            <a:extLst>
              <a:ext uri="{FF2B5EF4-FFF2-40B4-BE49-F238E27FC236}">
                <a16:creationId xmlns:a16="http://schemas.microsoft.com/office/drawing/2014/main" id="{2521ABF4-7B30-C64A-A0F7-922F2D6AAB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66" name="Picture 35">
            <a:extLst>
              <a:ext uri="{FF2B5EF4-FFF2-40B4-BE49-F238E27FC236}">
                <a16:creationId xmlns:a16="http://schemas.microsoft.com/office/drawing/2014/main" id="{5CFEFA36-552C-5045-BD76-38A81BA06D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67" name="Group 36">
            <a:extLst>
              <a:ext uri="{FF2B5EF4-FFF2-40B4-BE49-F238E27FC236}">
                <a16:creationId xmlns:a16="http://schemas.microsoft.com/office/drawing/2014/main" id="{978571F7-5CD5-774E-B522-83FF647D6DB0}"/>
              </a:ext>
            </a:extLst>
          </p:cNvPr>
          <p:cNvGrpSpPr>
            <a:grpSpLocks/>
          </p:cNvGrpSpPr>
          <p:nvPr/>
        </p:nvGrpSpPr>
        <p:grpSpPr bwMode="auto">
          <a:xfrm>
            <a:off x="2844404" y="2594373"/>
            <a:ext cx="459581" cy="345281"/>
            <a:chOff x="864" y="1824"/>
            <a:chExt cx="432" cy="288"/>
          </a:xfrm>
        </p:grpSpPr>
        <p:pic>
          <p:nvPicPr>
            <p:cNvPr id="248898" name="Picture 37">
              <a:extLst>
                <a:ext uri="{FF2B5EF4-FFF2-40B4-BE49-F238E27FC236}">
                  <a16:creationId xmlns:a16="http://schemas.microsoft.com/office/drawing/2014/main" id="{8E1FF07A-3FAC-EF43-AC50-646AEFFE83B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9" name="Picture 38">
              <a:extLst>
                <a:ext uri="{FF2B5EF4-FFF2-40B4-BE49-F238E27FC236}">
                  <a16:creationId xmlns:a16="http://schemas.microsoft.com/office/drawing/2014/main" id="{5EDD10F5-D527-A349-99CD-44CF946E53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8868" name="Picture 39">
            <a:extLst>
              <a:ext uri="{FF2B5EF4-FFF2-40B4-BE49-F238E27FC236}">
                <a16:creationId xmlns:a16="http://schemas.microsoft.com/office/drawing/2014/main" id="{C43094C5-ABEB-AB43-9096-5CA2EED0A1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69" name="Line 40">
            <a:extLst>
              <a:ext uri="{FF2B5EF4-FFF2-40B4-BE49-F238E27FC236}">
                <a16:creationId xmlns:a16="http://schemas.microsoft.com/office/drawing/2014/main" id="{66C8EC26-2EF2-A545-AB8A-B315EF789990}"/>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0" name="Line 41">
            <a:extLst>
              <a:ext uri="{FF2B5EF4-FFF2-40B4-BE49-F238E27FC236}">
                <a16:creationId xmlns:a16="http://schemas.microsoft.com/office/drawing/2014/main" id="{23FAF06B-7B81-B04C-8719-BD1B5DE03363}"/>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1" name="Text Box 42">
            <a:extLst>
              <a:ext uri="{FF2B5EF4-FFF2-40B4-BE49-F238E27FC236}">
                <a16:creationId xmlns:a16="http://schemas.microsoft.com/office/drawing/2014/main" id="{8AD838C0-F83F-5E4C-8401-449474B3DFE3}"/>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48872" name="Text Box 43">
            <a:extLst>
              <a:ext uri="{FF2B5EF4-FFF2-40B4-BE49-F238E27FC236}">
                <a16:creationId xmlns:a16="http://schemas.microsoft.com/office/drawing/2014/main" id="{969BFB0B-3B38-4149-A2C2-F9CD4172A4EB}"/>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73" name="Text Box 44">
            <a:extLst>
              <a:ext uri="{FF2B5EF4-FFF2-40B4-BE49-F238E27FC236}">
                <a16:creationId xmlns:a16="http://schemas.microsoft.com/office/drawing/2014/main" id="{731B148D-06F4-6440-BFD7-E0F7BC8EE5AB}"/>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74" name="Line 45">
            <a:extLst>
              <a:ext uri="{FF2B5EF4-FFF2-40B4-BE49-F238E27FC236}">
                <a16:creationId xmlns:a16="http://schemas.microsoft.com/office/drawing/2014/main" id="{BF4678DA-BFA1-5946-AB95-C4A7FAE52441}"/>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8875" name="Group 46">
            <a:extLst>
              <a:ext uri="{FF2B5EF4-FFF2-40B4-BE49-F238E27FC236}">
                <a16:creationId xmlns:a16="http://schemas.microsoft.com/office/drawing/2014/main" id="{D328E013-72C5-B24D-B112-073CAF999F2E}"/>
              </a:ext>
            </a:extLst>
          </p:cNvPr>
          <p:cNvGrpSpPr>
            <a:grpSpLocks/>
          </p:cNvGrpSpPr>
          <p:nvPr/>
        </p:nvGrpSpPr>
        <p:grpSpPr bwMode="auto">
          <a:xfrm>
            <a:off x="2169319" y="3632598"/>
            <a:ext cx="459581" cy="345281"/>
            <a:chOff x="864" y="1824"/>
            <a:chExt cx="432" cy="288"/>
          </a:xfrm>
        </p:grpSpPr>
        <p:pic>
          <p:nvPicPr>
            <p:cNvPr id="248896" name="Picture 47">
              <a:extLst>
                <a:ext uri="{FF2B5EF4-FFF2-40B4-BE49-F238E27FC236}">
                  <a16:creationId xmlns:a16="http://schemas.microsoft.com/office/drawing/2014/main" id="{9C556538-7062-804E-8037-BA66C19F911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7" name="Picture 48">
              <a:extLst>
                <a:ext uri="{FF2B5EF4-FFF2-40B4-BE49-F238E27FC236}">
                  <a16:creationId xmlns:a16="http://schemas.microsoft.com/office/drawing/2014/main" id="{63F4EE90-72BC-B649-80B9-6985E2CEB3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8876" name="Text Box 49">
            <a:extLst>
              <a:ext uri="{FF2B5EF4-FFF2-40B4-BE49-F238E27FC236}">
                <a16:creationId xmlns:a16="http://schemas.microsoft.com/office/drawing/2014/main" id="{D1FF78AD-402A-1940-8409-7290E16D5080}"/>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77" name="Line 50">
            <a:extLst>
              <a:ext uri="{FF2B5EF4-FFF2-40B4-BE49-F238E27FC236}">
                <a16:creationId xmlns:a16="http://schemas.microsoft.com/office/drawing/2014/main" id="{1EFDDF58-C871-BD40-9C9B-E1AA96E056AA}"/>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78" name="Picture 51">
            <a:extLst>
              <a:ext uri="{FF2B5EF4-FFF2-40B4-BE49-F238E27FC236}">
                <a16:creationId xmlns:a16="http://schemas.microsoft.com/office/drawing/2014/main" id="{B899CC74-D939-EA42-8516-17435802C57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9" name="Text Box 52">
            <a:extLst>
              <a:ext uri="{FF2B5EF4-FFF2-40B4-BE49-F238E27FC236}">
                <a16:creationId xmlns:a16="http://schemas.microsoft.com/office/drawing/2014/main" id="{08314F8F-A46F-0B46-91BF-5F1471700575}"/>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0" name="Text Box 53">
            <a:extLst>
              <a:ext uri="{FF2B5EF4-FFF2-40B4-BE49-F238E27FC236}">
                <a16:creationId xmlns:a16="http://schemas.microsoft.com/office/drawing/2014/main" id="{9F288F26-6721-0747-95D0-41B7EFF23CFE}"/>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81" name="Text Box 54">
            <a:extLst>
              <a:ext uri="{FF2B5EF4-FFF2-40B4-BE49-F238E27FC236}">
                <a16:creationId xmlns:a16="http://schemas.microsoft.com/office/drawing/2014/main" id="{B68C90ED-3742-344E-B7FE-8F2B7005F7E1}"/>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48882" name="Text Box 55">
            <a:extLst>
              <a:ext uri="{FF2B5EF4-FFF2-40B4-BE49-F238E27FC236}">
                <a16:creationId xmlns:a16="http://schemas.microsoft.com/office/drawing/2014/main" id="{7FE9C4F1-96D9-EA4B-B82D-2995DF62E556}"/>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3" name="Text Box 56">
            <a:extLst>
              <a:ext uri="{FF2B5EF4-FFF2-40B4-BE49-F238E27FC236}">
                <a16:creationId xmlns:a16="http://schemas.microsoft.com/office/drawing/2014/main" id="{07F2637A-4D5D-F24F-A2D1-33E3445AFE71}"/>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4" name="Text Box 57">
            <a:extLst>
              <a:ext uri="{FF2B5EF4-FFF2-40B4-BE49-F238E27FC236}">
                <a16:creationId xmlns:a16="http://schemas.microsoft.com/office/drawing/2014/main" id="{014FE8A2-3BED-7B44-9E51-3D187FC28037}"/>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8885" name="Picture 58">
            <a:extLst>
              <a:ext uri="{FF2B5EF4-FFF2-40B4-BE49-F238E27FC236}">
                <a16:creationId xmlns:a16="http://schemas.microsoft.com/office/drawing/2014/main" id="{1B1E11F3-577D-5947-ABAA-98A03350277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6" name="Text Box 59">
            <a:extLst>
              <a:ext uri="{FF2B5EF4-FFF2-40B4-BE49-F238E27FC236}">
                <a16:creationId xmlns:a16="http://schemas.microsoft.com/office/drawing/2014/main" id="{A6E7236B-6367-C844-8825-B8CEBCE6CD79}"/>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8887" name="Text Box 60">
            <a:extLst>
              <a:ext uri="{FF2B5EF4-FFF2-40B4-BE49-F238E27FC236}">
                <a16:creationId xmlns:a16="http://schemas.microsoft.com/office/drawing/2014/main" id="{ADE83009-5020-D549-9745-D9360FE1636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8888" name="Text Box 61">
            <a:extLst>
              <a:ext uri="{FF2B5EF4-FFF2-40B4-BE49-F238E27FC236}">
                <a16:creationId xmlns:a16="http://schemas.microsoft.com/office/drawing/2014/main" id="{3748C636-AF8C-8F46-AF2E-01A44827580A}"/>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9" name="Text Box 62">
            <a:extLst>
              <a:ext uri="{FF2B5EF4-FFF2-40B4-BE49-F238E27FC236}">
                <a16:creationId xmlns:a16="http://schemas.microsoft.com/office/drawing/2014/main" id="{EB9C6844-3F2A-8244-8E15-F7E3B20523CD}"/>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4111" name="Line 63">
            <a:extLst>
              <a:ext uri="{FF2B5EF4-FFF2-40B4-BE49-F238E27FC236}">
                <a16:creationId xmlns:a16="http://schemas.microsoft.com/office/drawing/2014/main" id="{EC442DE5-137A-4149-99D5-72311778641D}"/>
              </a:ext>
            </a:extLst>
          </p:cNvPr>
          <p:cNvSpPr>
            <a:spLocks noChangeShapeType="1"/>
          </p:cNvSpPr>
          <p:nvPr/>
        </p:nvSpPr>
        <p:spPr bwMode="auto">
          <a:xfrm>
            <a:off x="1494235" y="1815703"/>
            <a:ext cx="2645569" cy="1890713"/>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8891" name="Rectangle 64">
            <a:extLst>
              <a:ext uri="{FF2B5EF4-FFF2-40B4-BE49-F238E27FC236}">
                <a16:creationId xmlns:a16="http://schemas.microsoft.com/office/drawing/2014/main" id="{5F060551-B27A-AE44-BB3F-17EA3AFE98F5}"/>
              </a:ext>
            </a:extLst>
          </p:cNvPr>
          <p:cNvSpPr>
            <a:spLocks noChangeArrowheads="1"/>
          </p:cNvSpPr>
          <p:nvPr/>
        </p:nvSpPr>
        <p:spPr bwMode="auto">
          <a:xfrm>
            <a:off x="1980010" y="735807"/>
            <a:ext cx="4860131"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要发送的分组的目的 </a:t>
            </a:r>
            <a:r>
              <a:rPr lang="en-US" altLang="zh-CN" sz="1800">
                <a:latin typeface="Arial" panose="020B0604020202020204" pitchFamily="34" charset="0"/>
                <a:ea typeface="宋体" panose="02010600030101010101" pitchFamily="2" charset="-122"/>
                <a:cs typeface="黑体" panose="02010609060101010101" pitchFamily="49" charset="-122"/>
              </a:rPr>
              <a:t>IP </a:t>
            </a:r>
            <a:r>
              <a:rPr lang="zh-CN" altLang="en-US" sz="1800">
                <a:latin typeface="Arial" panose="020B0604020202020204" pitchFamily="34" charset="0"/>
                <a:ea typeface="宋体" panose="02010600030101010101" pitchFamily="2" charset="-122"/>
                <a:cs typeface="黑体" panose="02010609060101010101" pitchFamily="49" charset="-122"/>
              </a:rPr>
              <a:t>地址：</a:t>
            </a:r>
            <a:r>
              <a:rPr lang="en-US" altLang="zh-CN" sz="1800">
                <a:latin typeface="Arial" panose="020B0604020202020204" pitchFamily="34" charset="0"/>
                <a:ea typeface="宋体" panose="02010600030101010101" pitchFamily="2" charset="-122"/>
                <a:cs typeface="黑体" panose="02010609060101010101" pitchFamily="49" charset="-122"/>
              </a:rPr>
              <a:t>128.30.33.138</a:t>
            </a:r>
          </a:p>
        </p:txBody>
      </p:sp>
      <p:sp>
        <p:nvSpPr>
          <p:cNvPr id="248892" name="Line 65">
            <a:extLst>
              <a:ext uri="{FF2B5EF4-FFF2-40B4-BE49-F238E27FC236}">
                <a16:creationId xmlns:a16="http://schemas.microsoft.com/office/drawing/2014/main" id="{C79EE496-1705-9341-A601-B4F46CAE3FFD}"/>
              </a:ext>
            </a:extLst>
          </p:cNvPr>
          <p:cNvSpPr>
            <a:spLocks noChangeShapeType="1"/>
          </p:cNvSpPr>
          <p:nvPr/>
        </p:nvSpPr>
        <p:spPr bwMode="auto">
          <a:xfrm flipH="1">
            <a:off x="2627710" y="1113235"/>
            <a:ext cx="972740" cy="1512094"/>
          </a:xfrm>
          <a:prstGeom prst="line">
            <a:avLst/>
          </a:prstGeom>
          <a:noFill/>
          <a:ln w="28575">
            <a:solidFill>
              <a:schemeClr val="hlink"/>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14" name="Rectangle 66">
            <a:extLst>
              <a:ext uri="{FF2B5EF4-FFF2-40B4-BE49-F238E27FC236}">
                <a16:creationId xmlns:a16="http://schemas.microsoft.com/office/drawing/2014/main" id="{9C4419BB-9205-5A47-B2E0-5D9A3BCB1B34}"/>
              </a:ext>
            </a:extLst>
          </p:cNvPr>
          <p:cNvSpPr>
            <a:spLocks noChangeArrowheads="1"/>
          </p:cNvSpPr>
          <p:nvPr/>
        </p:nvSpPr>
        <p:spPr bwMode="auto">
          <a:xfrm>
            <a:off x="1143000" y="3975498"/>
            <a:ext cx="6858000" cy="116800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请注意：</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900">
                <a:latin typeface="Arial" panose="020B0604020202020204" pitchFamily="34" charset="0"/>
                <a:ea typeface="宋体" panose="02010600030101010101" pitchFamily="2" charset="-122"/>
                <a:cs typeface="黑体" panose="02010609060101010101" pitchFamily="49" charset="-122"/>
              </a:rPr>
              <a:t> </a:t>
            </a:r>
            <a:r>
              <a:rPr lang="zh-CN" altLang="en-US" sz="2100">
                <a:solidFill>
                  <a:schemeClr val="hlink"/>
                </a:solidFill>
                <a:latin typeface="Arial" panose="020B0604020202020204" pitchFamily="34" charset="0"/>
                <a:ea typeface="宋体" panose="02010600030101010101" pitchFamily="2" charset="-122"/>
                <a:cs typeface="黑体" panose="02010609060101010101" pitchFamily="49" charset="-122"/>
              </a:rPr>
              <a:t>并不知道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连接在哪一个网络上。</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仅仅知道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地址是</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sp>
        <p:nvSpPr>
          <p:cNvPr id="514115" name="Rectangle 67">
            <a:extLst>
              <a:ext uri="{FF2B5EF4-FFF2-40B4-BE49-F238E27FC236}">
                <a16:creationId xmlns:a16="http://schemas.microsoft.com/office/drawing/2014/main" id="{82ADEC6D-C939-5C4E-86F1-074FF8AF154C}"/>
              </a:ext>
            </a:extLst>
          </p:cNvPr>
          <p:cNvSpPr>
            <a:spLocks noChangeArrowheads="1"/>
          </p:cNvSpPr>
          <p:nvPr/>
        </p:nvSpPr>
        <p:spPr bwMode="auto">
          <a:xfrm>
            <a:off x="588169" y="4097170"/>
            <a:ext cx="8001000" cy="86201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因此</a:t>
            </a:r>
            <a:r>
              <a:rPr lang="zh-CN" altLang="en-US" sz="7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H</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en-US" altLang="zh-CN" sz="1050" baseline="-250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首先检查主机</a:t>
            </a:r>
            <a:r>
              <a:rPr lang="zh-CN" altLang="en-US" sz="10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128.30.33.138</a:t>
            </a:r>
            <a:r>
              <a:rPr lang="en-US" altLang="zh-CN" sz="12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是否连接在本网络上</a:t>
            </a:r>
          </a:p>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如果是，则直接交付；否则，就送交路由器</a:t>
            </a:r>
            <a:r>
              <a:rPr lang="zh-CN" altLang="en-US" sz="90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R</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，并逐项查找路由表。</a:t>
            </a:r>
          </a:p>
        </p:txBody>
      </p:sp>
      <p:sp>
        <p:nvSpPr>
          <p:cNvPr id="248895" name="幻灯片编号占位符 1">
            <a:extLst>
              <a:ext uri="{FF2B5EF4-FFF2-40B4-BE49-F238E27FC236}">
                <a16:creationId xmlns:a16="http://schemas.microsoft.com/office/drawing/2014/main" id="{9E44A20C-56EA-564B-ACBB-5887F6C59D75}"/>
              </a:ext>
            </a:extLst>
          </p:cNvPr>
          <p:cNvSpPr>
            <a:spLocks noGrp="1" noChangeArrowheads="1"/>
          </p:cNvSpPr>
          <p:nvPr>
            <p:ph type="sldNum" sz="quarter" idx="10"/>
          </p:nvPr>
        </p:nvSpPr>
        <p:spPr>
          <a:xfrm>
            <a:off x="8740378" y="4849222"/>
            <a:ext cx="419076"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184D614-6224-254D-B8DB-9A78A338AEF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809647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514111"/>
                                        </p:tgtEl>
                                        <p:attrNameLst>
                                          <p:attrName>style.visibility</p:attrName>
                                        </p:attrNameLst>
                                      </p:cBhvr>
                                      <p:to>
                                        <p:strVal val="visible"/>
                                      </p:to>
                                    </p:set>
                                    <p:animEffect transition="in" filter="wipe(left)">
                                      <p:cBhvr>
                                        <p:cTn id="7" dur="2000"/>
                                        <p:tgtEl>
                                          <p:spTgt spid="514111"/>
                                        </p:tgtEl>
                                      </p:cBhvr>
                                    </p:animEffect>
                                  </p:childTnLst>
                                </p:cTn>
                              </p:par>
                            </p:childTnLst>
                          </p:cTn>
                        </p:par>
                        <p:par>
                          <p:cTn id="8" fill="hold" nodeType="afterGroup">
                            <p:stCondLst>
                              <p:cond delay="2000"/>
                            </p:stCondLst>
                            <p:childTnLst>
                              <p:par>
                                <p:cTn id="9" presetID="4" presetClass="entr" presetSubtype="32" fill="hold" grpId="0"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14" grpId="0" animBg="1"/>
      <p:bldP spid="514115"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0881" name="Freeform 2">
            <a:extLst>
              <a:ext uri="{FF2B5EF4-FFF2-40B4-BE49-F238E27FC236}">
                <a16:creationId xmlns:a16="http://schemas.microsoft.com/office/drawing/2014/main" id="{C52AC460-3D2A-F14D-BE9A-E5D114C0C29B}"/>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0882" name="Text Box 3">
            <a:extLst>
              <a:ext uri="{FF2B5EF4-FFF2-40B4-BE49-F238E27FC236}">
                <a16:creationId xmlns:a16="http://schemas.microsoft.com/office/drawing/2014/main" id="{110D479F-48C2-2444-8F45-969292F8BAB3}"/>
              </a:ext>
            </a:extLst>
          </p:cNvPr>
          <p:cNvSpPr txBox="1">
            <a:spLocks noChangeArrowheads="1"/>
          </p:cNvSpPr>
          <p:nvPr/>
        </p:nvSpPr>
        <p:spPr bwMode="auto">
          <a:xfrm>
            <a:off x="2141935" y="1968103"/>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0883" name="Text Box 4">
            <a:extLst>
              <a:ext uri="{FF2B5EF4-FFF2-40B4-BE49-F238E27FC236}">
                <a16:creationId xmlns:a16="http://schemas.microsoft.com/office/drawing/2014/main" id="{F476BF20-5944-7F4F-BAA0-5A842BC2263E}"/>
              </a:ext>
            </a:extLst>
          </p:cNvPr>
          <p:cNvSpPr txBox="1">
            <a:spLocks noChangeArrowheads="1"/>
          </p:cNvSpPr>
          <p:nvPr/>
        </p:nvSpPr>
        <p:spPr bwMode="auto">
          <a:xfrm>
            <a:off x="3217069" y="198953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5077" name="Group 5">
            <a:extLst>
              <a:ext uri="{FF2B5EF4-FFF2-40B4-BE49-F238E27FC236}">
                <a16:creationId xmlns:a16="http://schemas.microsoft.com/office/drawing/2014/main" id="{910CC2F0-892D-D44A-B692-AEAA686CB8F2}"/>
              </a:ext>
            </a:extLst>
          </p:cNvPr>
          <p:cNvGraphicFramePr>
            <a:graphicFrameLocks noGrp="1"/>
          </p:cNvGraphicFramePr>
          <p:nvPr/>
        </p:nvGraphicFramePr>
        <p:xfrm>
          <a:off x="4316016" y="1539478"/>
          <a:ext cx="3483769" cy="1182584"/>
        </p:xfrm>
        <a:graphic>
          <a:graphicData uri="http://schemas.openxmlformats.org/drawingml/2006/table">
            <a:tbl>
              <a:tblPr/>
              <a:tblGrid>
                <a:gridCol w="1251347">
                  <a:extLst>
                    <a:ext uri="{9D8B030D-6E8A-4147-A177-3AD203B41FA5}">
                      <a16:colId xmlns:a16="http://schemas.microsoft.com/office/drawing/2014/main" val="20000"/>
                    </a:ext>
                  </a:extLst>
                </a:gridCol>
                <a:gridCol w="1498997">
                  <a:extLst>
                    <a:ext uri="{9D8B030D-6E8A-4147-A177-3AD203B41FA5}">
                      <a16:colId xmlns:a16="http://schemas.microsoft.com/office/drawing/2014/main" val="20001"/>
                    </a:ext>
                  </a:extLst>
                </a:gridCol>
                <a:gridCol w="733425">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0898" name="Line 20">
            <a:extLst>
              <a:ext uri="{FF2B5EF4-FFF2-40B4-BE49-F238E27FC236}">
                <a16:creationId xmlns:a16="http://schemas.microsoft.com/office/drawing/2014/main" id="{D500AA6D-9BBB-5A4E-862D-C523A3F9BBA4}"/>
              </a:ext>
            </a:extLst>
          </p:cNvPr>
          <p:cNvSpPr>
            <a:spLocks noChangeShapeType="1"/>
          </p:cNvSpPr>
          <p:nvPr/>
        </p:nvSpPr>
        <p:spPr bwMode="auto">
          <a:xfrm>
            <a:off x="3196829" y="1972866"/>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899" name="Line 21">
            <a:extLst>
              <a:ext uri="{FF2B5EF4-FFF2-40B4-BE49-F238E27FC236}">
                <a16:creationId xmlns:a16="http://schemas.microsoft.com/office/drawing/2014/main" id="{34D40850-7CDA-964C-9A91-E4BDE4C6B81D}"/>
              </a:ext>
            </a:extLst>
          </p:cNvPr>
          <p:cNvSpPr>
            <a:spLocks noChangeShapeType="1"/>
          </p:cNvSpPr>
          <p:nvPr/>
        </p:nvSpPr>
        <p:spPr bwMode="auto">
          <a:xfrm>
            <a:off x="1540669" y="1959769"/>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0" name="Line 22">
            <a:extLst>
              <a:ext uri="{FF2B5EF4-FFF2-40B4-BE49-F238E27FC236}">
                <a16:creationId xmlns:a16="http://schemas.microsoft.com/office/drawing/2014/main" id="{66462473-875E-E94A-91CA-E86DDC4C56AC}"/>
              </a:ext>
            </a:extLst>
          </p:cNvPr>
          <p:cNvSpPr>
            <a:spLocks noChangeShapeType="1"/>
          </p:cNvSpPr>
          <p:nvPr/>
        </p:nvSpPr>
        <p:spPr bwMode="auto">
          <a:xfrm>
            <a:off x="1331119" y="1972866"/>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1" name="Line 23">
            <a:extLst>
              <a:ext uri="{FF2B5EF4-FFF2-40B4-BE49-F238E27FC236}">
                <a16:creationId xmlns:a16="http://schemas.microsoft.com/office/drawing/2014/main" id="{2DF81C18-9B85-4A41-BDB9-86957A4CBE5C}"/>
              </a:ext>
            </a:extLst>
          </p:cNvPr>
          <p:cNvSpPr>
            <a:spLocks noChangeShapeType="1"/>
          </p:cNvSpPr>
          <p:nvPr/>
        </p:nvSpPr>
        <p:spPr bwMode="auto">
          <a:xfrm>
            <a:off x="1665685" y="1545432"/>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02" name="Picture 24">
            <a:extLst>
              <a:ext uri="{FF2B5EF4-FFF2-40B4-BE49-F238E27FC236}">
                <a16:creationId xmlns:a16="http://schemas.microsoft.com/office/drawing/2014/main" id="{1674202F-2DE0-5445-9F54-4AC6ACB1B29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7097" y="1576388"/>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03" name="Text Box 25">
            <a:extLst>
              <a:ext uri="{FF2B5EF4-FFF2-40B4-BE49-F238E27FC236}">
                <a16:creationId xmlns:a16="http://schemas.microsoft.com/office/drawing/2014/main" id="{2E18F866-F71F-C146-BF81-A92A519BCA1C}"/>
              </a:ext>
            </a:extLst>
          </p:cNvPr>
          <p:cNvSpPr txBox="1">
            <a:spLocks noChangeArrowheads="1"/>
          </p:cNvSpPr>
          <p:nvPr/>
        </p:nvSpPr>
        <p:spPr bwMode="auto">
          <a:xfrm>
            <a:off x="1115615" y="149185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04" name="Text Box 26">
            <a:extLst>
              <a:ext uri="{FF2B5EF4-FFF2-40B4-BE49-F238E27FC236}">
                <a16:creationId xmlns:a16="http://schemas.microsoft.com/office/drawing/2014/main" id="{0906A7F5-C8FA-D745-A6D8-855DBDCCCD42}"/>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0905" name="Line 27">
            <a:extLst>
              <a:ext uri="{FF2B5EF4-FFF2-40B4-BE49-F238E27FC236}">
                <a16:creationId xmlns:a16="http://schemas.microsoft.com/office/drawing/2014/main" id="{C6E4C29F-F20C-F94C-A463-2F6B682C46BA}"/>
              </a:ext>
            </a:extLst>
          </p:cNvPr>
          <p:cNvSpPr>
            <a:spLocks noChangeShapeType="1"/>
          </p:cNvSpPr>
          <p:nvPr/>
        </p:nvSpPr>
        <p:spPr bwMode="auto">
          <a:xfrm>
            <a:off x="2796779" y="375880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6" name="Line 28">
            <a:extLst>
              <a:ext uri="{FF2B5EF4-FFF2-40B4-BE49-F238E27FC236}">
                <a16:creationId xmlns:a16="http://schemas.microsoft.com/office/drawing/2014/main" id="{95BCB72B-3B38-2C40-B75D-591373BA4BC6}"/>
              </a:ext>
            </a:extLst>
          </p:cNvPr>
          <p:cNvSpPr>
            <a:spLocks noChangeShapeType="1"/>
          </p:cNvSpPr>
          <p:nvPr/>
        </p:nvSpPr>
        <p:spPr bwMode="auto">
          <a:xfrm>
            <a:off x="5922169"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7" name="Line 29">
            <a:extLst>
              <a:ext uri="{FF2B5EF4-FFF2-40B4-BE49-F238E27FC236}">
                <a16:creationId xmlns:a16="http://schemas.microsoft.com/office/drawing/2014/main" id="{4F480F7B-D422-D445-945D-DE340CDE22C7}"/>
              </a:ext>
            </a:extLst>
          </p:cNvPr>
          <p:cNvSpPr>
            <a:spLocks noChangeShapeType="1"/>
          </p:cNvSpPr>
          <p:nvPr/>
        </p:nvSpPr>
        <p:spPr bwMode="auto">
          <a:xfrm>
            <a:off x="2200275" y="4281488"/>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8" name="Line 30">
            <a:extLst>
              <a:ext uri="{FF2B5EF4-FFF2-40B4-BE49-F238E27FC236}">
                <a16:creationId xmlns:a16="http://schemas.microsoft.com/office/drawing/2014/main" id="{CBEE6CAD-E721-3D4A-A29C-CD67DF47AFCE}"/>
              </a:ext>
            </a:extLst>
          </p:cNvPr>
          <p:cNvSpPr>
            <a:spLocks noChangeShapeType="1"/>
          </p:cNvSpPr>
          <p:nvPr/>
        </p:nvSpPr>
        <p:spPr bwMode="auto">
          <a:xfrm>
            <a:off x="2526506" y="2944416"/>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9" name="Line 31">
            <a:extLst>
              <a:ext uri="{FF2B5EF4-FFF2-40B4-BE49-F238E27FC236}">
                <a16:creationId xmlns:a16="http://schemas.microsoft.com/office/drawing/2014/main" id="{6A170AA4-35C2-1640-B3F3-9713A4318279}"/>
              </a:ext>
            </a:extLst>
          </p:cNvPr>
          <p:cNvSpPr>
            <a:spLocks noChangeShapeType="1"/>
          </p:cNvSpPr>
          <p:nvPr/>
        </p:nvSpPr>
        <p:spPr bwMode="auto">
          <a:xfrm>
            <a:off x="3201592" y="2401491"/>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10" name="Picture 32">
            <a:extLst>
              <a:ext uri="{FF2B5EF4-FFF2-40B4-BE49-F238E27FC236}">
                <a16:creationId xmlns:a16="http://schemas.microsoft.com/office/drawing/2014/main" id="{0024BC04-1D31-0849-8F2A-BDF8356961D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9307"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11" name="Picture 33">
            <a:extLst>
              <a:ext uri="{FF2B5EF4-FFF2-40B4-BE49-F238E27FC236}">
                <a16:creationId xmlns:a16="http://schemas.microsoft.com/office/drawing/2014/main" id="{325C6EBF-3619-8945-AA17-ADC052F8FF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3507" y="22038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0912" name="Group 34">
            <a:extLst>
              <a:ext uri="{FF2B5EF4-FFF2-40B4-BE49-F238E27FC236}">
                <a16:creationId xmlns:a16="http://schemas.microsoft.com/office/drawing/2014/main" id="{4A785B97-4143-8240-9244-3DAC8005EBC9}"/>
              </a:ext>
            </a:extLst>
          </p:cNvPr>
          <p:cNvGrpSpPr>
            <a:grpSpLocks/>
          </p:cNvGrpSpPr>
          <p:nvPr/>
        </p:nvGrpSpPr>
        <p:grpSpPr bwMode="auto">
          <a:xfrm>
            <a:off x="3006329" y="2238376"/>
            <a:ext cx="459581" cy="345281"/>
            <a:chOff x="864" y="1824"/>
            <a:chExt cx="432" cy="288"/>
          </a:xfrm>
        </p:grpSpPr>
        <p:pic>
          <p:nvPicPr>
            <p:cNvPr id="250958" name="Picture 35">
              <a:extLst>
                <a:ext uri="{FF2B5EF4-FFF2-40B4-BE49-F238E27FC236}">
                  <a16:creationId xmlns:a16="http://schemas.microsoft.com/office/drawing/2014/main" id="{19AB76FE-29AE-0C47-AE08-CF6FA73A5F7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9" name="Picture 36">
              <a:extLst>
                <a:ext uri="{FF2B5EF4-FFF2-40B4-BE49-F238E27FC236}">
                  <a16:creationId xmlns:a16="http://schemas.microsoft.com/office/drawing/2014/main" id="{91E4B0A0-A5FC-424B-9DE0-ECB19507C2D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0913" name="Picture 37">
            <a:extLst>
              <a:ext uri="{FF2B5EF4-FFF2-40B4-BE49-F238E27FC236}">
                <a16:creationId xmlns:a16="http://schemas.microsoft.com/office/drawing/2014/main" id="{FC990520-5011-BF4E-859E-B923138A754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8344" y="3228975"/>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14" name="Line 38">
            <a:extLst>
              <a:ext uri="{FF2B5EF4-FFF2-40B4-BE49-F238E27FC236}">
                <a16:creationId xmlns:a16="http://schemas.microsoft.com/office/drawing/2014/main" id="{8E386309-2FBD-F445-B560-B393F513E571}"/>
              </a:ext>
            </a:extLst>
          </p:cNvPr>
          <p:cNvSpPr>
            <a:spLocks noChangeShapeType="1"/>
          </p:cNvSpPr>
          <p:nvPr/>
        </p:nvSpPr>
        <p:spPr bwMode="auto">
          <a:xfrm>
            <a:off x="2006204" y="2928938"/>
            <a:ext cx="5211365" cy="11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5" name="Line 39">
            <a:extLst>
              <a:ext uri="{FF2B5EF4-FFF2-40B4-BE49-F238E27FC236}">
                <a16:creationId xmlns:a16="http://schemas.microsoft.com/office/drawing/2014/main" id="{CEB30870-1AE0-7545-BB2D-A818BE24F411}"/>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6" name="Text Box 40">
            <a:extLst>
              <a:ext uri="{FF2B5EF4-FFF2-40B4-BE49-F238E27FC236}">
                <a16:creationId xmlns:a16="http://schemas.microsoft.com/office/drawing/2014/main" id="{D2CB41FC-6645-D742-AD0D-D9AD1A0D7849}"/>
              </a:ext>
            </a:extLst>
          </p:cNvPr>
          <p:cNvSpPr txBox="1">
            <a:spLocks noChangeArrowheads="1"/>
          </p:cNvSpPr>
          <p:nvPr/>
        </p:nvSpPr>
        <p:spPr bwMode="auto">
          <a:xfrm>
            <a:off x="3123010" y="256222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0917" name="Text Box 41">
            <a:extLst>
              <a:ext uri="{FF2B5EF4-FFF2-40B4-BE49-F238E27FC236}">
                <a16:creationId xmlns:a16="http://schemas.microsoft.com/office/drawing/2014/main" id="{329FF31B-AB59-6848-93F9-6A170DC25124}"/>
              </a:ext>
            </a:extLst>
          </p:cNvPr>
          <p:cNvSpPr txBox="1">
            <a:spLocks noChangeArrowheads="1"/>
          </p:cNvSpPr>
          <p:nvPr/>
        </p:nvSpPr>
        <p:spPr bwMode="auto">
          <a:xfrm>
            <a:off x="3490913" y="229671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18" name="Text Box 42">
            <a:extLst>
              <a:ext uri="{FF2B5EF4-FFF2-40B4-BE49-F238E27FC236}">
                <a16:creationId xmlns:a16="http://schemas.microsoft.com/office/drawing/2014/main" id="{898B557C-39A5-A540-ADC4-40656396F7DD}"/>
              </a:ext>
            </a:extLst>
          </p:cNvPr>
          <p:cNvSpPr txBox="1">
            <a:spLocks noChangeArrowheads="1"/>
          </p:cNvSpPr>
          <p:nvPr/>
        </p:nvSpPr>
        <p:spPr bwMode="auto">
          <a:xfrm>
            <a:off x="4393406" y="256698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19" name="Line 43">
            <a:extLst>
              <a:ext uri="{FF2B5EF4-FFF2-40B4-BE49-F238E27FC236}">
                <a16:creationId xmlns:a16="http://schemas.microsoft.com/office/drawing/2014/main" id="{B27089B9-E4F6-C64F-A434-B267D04B5114}"/>
              </a:ext>
            </a:extLst>
          </p:cNvPr>
          <p:cNvSpPr>
            <a:spLocks noChangeShapeType="1"/>
          </p:cNvSpPr>
          <p:nvPr/>
        </p:nvSpPr>
        <p:spPr bwMode="auto">
          <a:xfrm>
            <a:off x="4841081"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0920" name="Group 44">
            <a:extLst>
              <a:ext uri="{FF2B5EF4-FFF2-40B4-BE49-F238E27FC236}">
                <a16:creationId xmlns:a16="http://schemas.microsoft.com/office/drawing/2014/main" id="{0659497B-9958-924A-A2AA-C23569A1B03B}"/>
              </a:ext>
            </a:extLst>
          </p:cNvPr>
          <p:cNvGrpSpPr>
            <a:grpSpLocks/>
          </p:cNvGrpSpPr>
          <p:nvPr/>
        </p:nvGrpSpPr>
        <p:grpSpPr bwMode="auto">
          <a:xfrm>
            <a:off x="2331244" y="3276601"/>
            <a:ext cx="459581" cy="345281"/>
            <a:chOff x="864" y="1824"/>
            <a:chExt cx="432" cy="288"/>
          </a:xfrm>
        </p:grpSpPr>
        <p:pic>
          <p:nvPicPr>
            <p:cNvPr id="250956" name="Picture 45">
              <a:extLst>
                <a:ext uri="{FF2B5EF4-FFF2-40B4-BE49-F238E27FC236}">
                  <a16:creationId xmlns:a16="http://schemas.microsoft.com/office/drawing/2014/main" id="{915B8546-B531-9944-BC37-ED78C834515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7" name="Picture 46">
              <a:extLst>
                <a:ext uri="{FF2B5EF4-FFF2-40B4-BE49-F238E27FC236}">
                  <a16:creationId xmlns:a16="http://schemas.microsoft.com/office/drawing/2014/main" id="{6D98845D-DF9F-8845-B311-E7E0D4702B7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921" name="Text Box 47">
            <a:extLst>
              <a:ext uri="{FF2B5EF4-FFF2-40B4-BE49-F238E27FC236}">
                <a16:creationId xmlns:a16="http://schemas.microsoft.com/office/drawing/2014/main" id="{3B8418E8-8624-6148-97ED-C5F88FFF676B}"/>
              </a:ext>
            </a:extLst>
          </p:cNvPr>
          <p:cNvSpPr txBox="1">
            <a:spLocks noChangeArrowheads="1"/>
          </p:cNvSpPr>
          <p:nvPr/>
        </p:nvSpPr>
        <p:spPr bwMode="auto">
          <a:xfrm>
            <a:off x="2033588" y="326350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2" name="Line 48">
            <a:extLst>
              <a:ext uri="{FF2B5EF4-FFF2-40B4-BE49-F238E27FC236}">
                <a16:creationId xmlns:a16="http://schemas.microsoft.com/office/drawing/2014/main" id="{96B48BF8-E1EE-4042-A059-2CD75E8A5C46}"/>
              </a:ext>
            </a:extLst>
          </p:cNvPr>
          <p:cNvSpPr>
            <a:spLocks noChangeShapeType="1"/>
          </p:cNvSpPr>
          <p:nvPr/>
        </p:nvSpPr>
        <p:spPr bwMode="auto">
          <a:xfrm>
            <a:off x="3238500" y="4280297"/>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23" name="Picture 49">
            <a:extLst>
              <a:ext uri="{FF2B5EF4-FFF2-40B4-BE49-F238E27FC236}">
                <a16:creationId xmlns:a16="http://schemas.microsoft.com/office/drawing/2014/main" id="{133CA075-1EEE-BB45-8B68-5DDD206AAD1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8619" y="32325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24" name="Text Box 50">
            <a:extLst>
              <a:ext uri="{FF2B5EF4-FFF2-40B4-BE49-F238E27FC236}">
                <a16:creationId xmlns:a16="http://schemas.microsoft.com/office/drawing/2014/main" id="{7D503340-5148-3443-BE6F-EA793F9DB105}"/>
              </a:ext>
            </a:extLst>
          </p:cNvPr>
          <p:cNvSpPr txBox="1">
            <a:spLocks noChangeArrowheads="1"/>
          </p:cNvSpPr>
          <p:nvPr/>
        </p:nvSpPr>
        <p:spPr bwMode="auto">
          <a:xfrm>
            <a:off x="4268391" y="2405062"/>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5" name="Text Box 51">
            <a:extLst>
              <a:ext uri="{FF2B5EF4-FFF2-40B4-BE49-F238E27FC236}">
                <a16:creationId xmlns:a16="http://schemas.microsoft.com/office/drawing/2014/main" id="{E67CD00A-85F7-A34A-AED6-C6D7C07E30C9}"/>
              </a:ext>
            </a:extLst>
          </p:cNvPr>
          <p:cNvSpPr txBox="1">
            <a:spLocks noChangeArrowheads="1"/>
          </p:cNvSpPr>
          <p:nvPr/>
        </p:nvSpPr>
        <p:spPr bwMode="auto">
          <a:xfrm>
            <a:off x="3977879" y="316111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6" name="Text Box 52">
            <a:extLst>
              <a:ext uri="{FF2B5EF4-FFF2-40B4-BE49-F238E27FC236}">
                <a16:creationId xmlns:a16="http://schemas.microsoft.com/office/drawing/2014/main" id="{25FB6767-722B-384D-B84E-27D960CD7581}"/>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0927" name="Text Box 53">
            <a:extLst>
              <a:ext uri="{FF2B5EF4-FFF2-40B4-BE49-F238E27FC236}">
                <a16:creationId xmlns:a16="http://schemas.microsoft.com/office/drawing/2014/main" id="{2332CED7-8D44-AE48-81C8-E58BA4203194}"/>
              </a:ext>
            </a:extLst>
          </p:cNvPr>
          <p:cNvSpPr txBox="1">
            <a:spLocks noChangeArrowheads="1"/>
          </p:cNvSpPr>
          <p:nvPr/>
        </p:nvSpPr>
        <p:spPr bwMode="auto">
          <a:xfrm>
            <a:off x="4410075" y="321468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0928" name="Text Box 54">
            <a:extLst>
              <a:ext uri="{FF2B5EF4-FFF2-40B4-BE49-F238E27FC236}">
                <a16:creationId xmlns:a16="http://schemas.microsoft.com/office/drawing/2014/main" id="{5117D630-0342-B64B-9934-EEFA420ABC4D}"/>
              </a:ext>
            </a:extLst>
          </p:cNvPr>
          <p:cNvSpPr txBox="1">
            <a:spLocks noChangeArrowheads="1"/>
          </p:cNvSpPr>
          <p:nvPr/>
        </p:nvSpPr>
        <p:spPr bwMode="auto">
          <a:xfrm>
            <a:off x="3474244" y="3048000"/>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9" name="Text Box 55">
            <a:extLst>
              <a:ext uri="{FF2B5EF4-FFF2-40B4-BE49-F238E27FC236}">
                <a16:creationId xmlns:a16="http://schemas.microsoft.com/office/drawing/2014/main" id="{B12F6B5E-E9AE-774F-B035-A80308DCB5F2}"/>
              </a:ext>
            </a:extLst>
          </p:cNvPr>
          <p:cNvSpPr txBox="1">
            <a:spLocks noChangeArrowheads="1"/>
          </p:cNvSpPr>
          <p:nvPr/>
        </p:nvSpPr>
        <p:spPr bwMode="auto">
          <a:xfrm>
            <a:off x="2556272" y="3719512"/>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0" name="Text Box 56">
            <a:extLst>
              <a:ext uri="{FF2B5EF4-FFF2-40B4-BE49-F238E27FC236}">
                <a16:creationId xmlns:a16="http://schemas.microsoft.com/office/drawing/2014/main" id="{6CA33FD8-0270-A745-86A4-C420D0E29868}"/>
              </a:ext>
            </a:extLst>
          </p:cNvPr>
          <p:cNvSpPr txBox="1">
            <a:spLocks noChangeArrowheads="1"/>
          </p:cNvSpPr>
          <p:nvPr/>
        </p:nvSpPr>
        <p:spPr bwMode="auto">
          <a:xfrm>
            <a:off x="3707606" y="3048000"/>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0931" name="Picture 57">
            <a:extLst>
              <a:ext uri="{FF2B5EF4-FFF2-40B4-BE49-F238E27FC236}">
                <a16:creationId xmlns:a16="http://schemas.microsoft.com/office/drawing/2014/main" id="{8B8776E4-FE68-BA4E-A0AA-F6C6CD7A90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7531"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 Box 58">
            <a:extLst>
              <a:ext uri="{FF2B5EF4-FFF2-40B4-BE49-F238E27FC236}">
                <a16:creationId xmlns:a16="http://schemas.microsoft.com/office/drawing/2014/main" id="{A3BF02A8-EA80-0241-8945-F98CCDBCC8A7}"/>
              </a:ext>
            </a:extLst>
          </p:cNvPr>
          <p:cNvSpPr txBox="1">
            <a:spLocks noChangeArrowheads="1"/>
          </p:cNvSpPr>
          <p:nvPr/>
        </p:nvSpPr>
        <p:spPr bwMode="auto">
          <a:xfrm>
            <a:off x="2844404"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0933" name="Text Box 59">
            <a:extLst>
              <a:ext uri="{FF2B5EF4-FFF2-40B4-BE49-F238E27FC236}">
                <a16:creationId xmlns:a16="http://schemas.microsoft.com/office/drawing/2014/main" id="{3FBCF43C-DDE3-FD4C-B0BD-8DB147D0D2F0}"/>
              </a:ext>
            </a:extLst>
          </p:cNvPr>
          <p:cNvSpPr txBox="1">
            <a:spLocks noChangeArrowheads="1"/>
          </p:cNvSpPr>
          <p:nvPr/>
        </p:nvSpPr>
        <p:spPr bwMode="auto">
          <a:xfrm>
            <a:off x="2840831" y="3718322"/>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0934" name="Text Box 60">
            <a:extLst>
              <a:ext uri="{FF2B5EF4-FFF2-40B4-BE49-F238E27FC236}">
                <a16:creationId xmlns:a16="http://schemas.microsoft.com/office/drawing/2014/main" id="{2CCF9BEE-3B4F-1644-9C93-9BEBFCA51250}"/>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5" name="Text Box 61">
            <a:extLst>
              <a:ext uri="{FF2B5EF4-FFF2-40B4-BE49-F238E27FC236}">
                <a16:creationId xmlns:a16="http://schemas.microsoft.com/office/drawing/2014/main" id="{BD6AE848-E3A1-E34D-863A-C71EF6F5F529}"/>
              </a:ext>
            </a:extLst>
          </p:cNvPr>
          <p:cNvSpPr txBox="1">
            <a:spLocks noChangeArrowheads="1"/>
          </p:cNvSpPr>
          <p:nvPr/>
        </p:nvSpPr>
        <p:spPr bwMode="auto">
          <a:xfrm>
            <a:off x="3325416"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250936" name="Line 62">
            <a:extLst>
              <a:ext uri="{FF2B5EF4-FFF2-40B4-BE49-F238E27FC236}">
                <a16:creationId xmlns:a16="http://schemas.microsoft.com/office/drawing/2014/main" id="{072F746D-3192-9C47-877E-1E1AEBCFA523}"/>
              </a:ext>
            </a:extLst>
          </p:cNvPr>
          <p:cNvSpPr>
            <a:spLocks noChangeShapeType="1"/>
          </p:cNvSpPr>
          <p:nvPr/>
        </p:nvSpPr>
        <p:spPr bwMode="auto">
          <a:xfrm>
            <a:off x="1494235" y="1590675"/>
            <a:ext cx="2699147" cy="1782366"/>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0937" name="Rectangle 63">
            <a:extLst>
              <a:ext uri="{FF2B5EF4-FFF2-40B4-BE49-F238E27FC236}">
                <a16:creationId xmlns:a16="http://schemas.microsoft.com/office/drawing/2014/main" id="{2DCE01BF-4E76-F847-91BE-0E884136D847}"/>
              </a:ext>
            </a:extLst>
          </p:cNvPr>
          <p:cNvSpPr>
            <a:spLocks noGrp="1" noChangeArrowheads="1"/>
          </p:cNvSpPr>
          <p:nvPr>
            <p:ph type="title"/>
          </p:nvPr>
        </p:nvSpPr>
        <p:spPr>
          <a:xfrm>
            <a:off x="182879" y="141685"/>
            <a:ext cx="8943261" cy="972740"/>
          </a:xfrm>
        </p:spPr>
        <p:txBody>
          <a:bodyPr/>
          <a:lstStyle/>
          <a:p>
            <a:pPr eaLnBrk="1" hangingPunct="1">
              <a:lnSpc>
                <a:spcPct val="110000"/>
              </a:lnSpc>
            </a:pPr>
            <a:r>
              <a:rPr lang="zh-CN" altLang="en-US" sz="2100" dirty="0">
                <a:latin typeface="Times New Roman" panose="02020603050405020304" pitchFamily="18" charset="0"/>
                <a:ea typeface="宋体" panose="02010600030101010101" pitchFamily="2" charset="-122"/>
              </a:rPr>
              <a:t>主机 </a:t>
            </a:r>
            <a:r>
              <a:rPr lang="en-US" altLang="zh-CN" sz="2100" dirty="0">
                <a:latin typeface="Times New Roman" panose="02020603050405020304" pitchFamily="18" charset="0"/>
                <a:ea typeface="宋体" panose="02010600030101010101" pitchFamily="2" charset="-122"/>
              </a:rPr>
              <a:t>H</a:t>
            </a:r>
            <a:r>
              <a:rPr lang="en-US" altLang="zh-CN" sz="2100" baseline="-25000" dirty="0">
                <a:latin typeface="Times New Roman" panose="02020603050405020304" pitchFamily="18" charset="0"/>
                <a:ea typeface="宋体" panose="02010600030101010101" pitchFamily="2" charset="-122"/>
              </a:rPr>
              <a:t>1</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首先将</a:t>
            </a:r>
            <a:br>
              <a:rPr lang="zh-CN" altLang="en-US"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本子网的子网掩码 </a:t>
            </a:r>
            <a:r>
              <a:rPr lang="en-US" altLang="zh-CN" sz="2100" dirty="0">
                <a:latin typeface="Times New Roman" panose="02020603050405020304" pitchFamily="18" charset="0"/>
                <a:ea typeface="宋体" panose="02010600030101010101" pitchFamily="2" charset="-122"/>
              </a:rPr>
              <a:t>255.255.255.128</a:t>
            </a:r>
            <a:br>
              <a:rPr lang="en-US" altLang="zh-CN"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与分组的</a:t>
            </a:r>
            <a:r>
              <a:rPr lang="zh-CN" altLang="en-US" sz="1200" dirty="0">
                <a:latin typeface="Times New Roman" panose="02020603050405020304" pitchFamily="18" charset="0"/>
                <a:ea typeface="宋体" panose="02010600030101010101" pitchFamily="2" charset="-122"/>
              </a:rPr>
              <a:t> </a:t>
            </a:r>
            <a:r>
              <a:rPr lang="en-US" altLang="zh-CN" sz="2100" dirty="0">
                <a:latin typeface="Times New Roman" panose="02020603050405020304" pitchFamily="18" charset="0"/>
                <a:ea typeface="宋体" panose="02010600030101010101" pitchFamily="2" charset="-122"/>
              </a:rPr>
              <a:t>IP</a:t>
            </a:r>
            <a:r>
              <a:rPr lang="en-US" altLang="zh-CN" sz="12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地址 </a:t>
            </a:r>
            <a:r>
              <a:rPr lang="en-US" altLang="zh-CN" sz="2100" dirty="0">
                <a:latin typeface="Times New Roman" panose="02020603050405020304" pitchFamily="18" charset="0"/>
                <a:ea typeface="宋体" panose="02010600030101010101" pitchFamily="2" charset="-122"/>
              </a:rPr>
              <a:t>128.30.33.138 </a:t>
            </a:r>
            <a:r>
              <a:rPr lang="zh-CN" altLang="en-US" sz="2100" dirty="0">
                <a:latin typeface="Times New Roman" panose="02020603050405020304" pitchFamily="18" charset="0"/>
                <a:ea typeface="宋体" panose="02010600030101010101" pitchFamily="2" charset="-122"/>
              </a:rPr>
              <a:t>逐比特相“</a:t>
            </a:r>
            <a:r>
              <a:rPr lang="zh-CN" altLang="en-US" sz="2100" dirty="0">
                <a:solidFill>
                  <a:schemeClr val="hlink"/>
                </a:solidFill>
                <a:latin typeface="Times New Roman" panose="02020603050405020304" pitchFamily="18" charset="0"/>
                <a:ea typeface="宋体" panose="02010600030101010101" pitchFamily="2" charset="-122"/>
              </a:rPr>
              <a:t>与</a:t>
            </a:r>
            <a:r>
              <a:rPr lang="zh-CN" altLang="en-US" sz="2100" dirty="0">
                <a:latin typeface="Times New Roman" panose="02020603050405020304" pitchFamily="18" charset="0"/>
                <a:ea typeface="宋体" panose="02010600030101010101" pitchFamily="2" charset="-122"/>
              </a:rPr>
              <a:t>”</a:t>
            </a:r>
            <a:r>
              <a:rPr lang="en-US" altLang="zh-CN" sz="2100" dirty="0">
                <a:latin typeface="Times New Roman" panose="02020603050405020304" pitchFamily="18" charset="0"/>
                <a:ea typeface="宋体" panose="02010600030101010101" pitchFamily="2" charset="-122"/>
              </a:rPr>
              <a:t>(</a:t>
            </a:r>
            <a:r>
              <a:rPr lang="en-US" altLang="zh-CN" sz="2100" dirty="0">
                <a:solidFill>
                  <a:schemeClr val="hlink"/>
                </a:solidFill>
                <a:latin typeface="Times New Roman" panose="02020603050405020304" pitchFamily="18" charset="0"/>
                <a:ea typeface="宋体" panose="02010600030101010101" pitchFamily="2" charset="-122"/>
              </a:rPr>
              <a:t>AND</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操作</a:t>
            </a:r>
            <a:r>
              <a:rPr lang="en-US" altLang="zh-CN" sz="2100" dirty="0">
                <a:latin typeface="Times New Roman" panose="02020603050405020304" pitchFamily="18" charset="0"/>
                <a:ea typeface="宋体" panose="02010600030101010101" pitchFamily="2" charset="-122"/>
              </a:rPr>
              <a:t>) </a:t>
            </a:r>
          </a:p>
        </p:txBody>
      </p:sp>
      <p:sp>
        <p:nvSpPr>
          <p:cNvPr id="250938" name="Rectangle 64">
            <a:extLst>
              <a:ext uri="{FF2B5EF4-FFF2-40B4-BE49-F238E27FC236}">
                <a16:creationId xmlns:a16="http://schemas.microsoft.com/office/drawing/2014/main" id="{6D9571DD-01CE-7E48-A2C4-A6EAB2F79B51}"/>
              </a:ext>
            </a:extLst>
          </p:cNvPr>
          <p:cNvSpPr>
            <a:spLocks noChangeArrowheads="1"/>
          </p:cNvSpPr>
          <p:nvPr/>
        </p:nvSpPr>
        <p:spPr bwMode="auto">
          <a:xfrm>
            <a:off x="880111" y="1350170"/>
            <a:ext cx="7463789" cy="3761036"/>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50939" name="Text Box 65">
            <a:extLst>
              <a:ext uri="{FF2B5EF4-FFF2-40B4-BE49-F238E27FC236}">
                <a16:creationId xmlns:a16="http://schemas.microsoft.com/office/drawing/2014/main" id="{E56933C6-B6E0-3B42-8A7B-C2DBCA36D194}"/>
              </a:ext>
            </a:extLst>
          </p:cNvPr>
          <p:cNvSpPr txBox="1">
            <a:spLocks noChangeArrowheads="1"/>
          </p:cNvSpPr>
          <p:nvPr/>
        </p:nvSpPr>
        <p:spPr bwMode="auto">
          <a:xfrm>
            <a:off x="1818085" y="1329928"/>
            <a:ext cx="550298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255.255.255.128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128.30.33.138 </a:t>
            </a:r>
            <a:r>
              <a:rPr lang="zh-CN" altLang="en-US" sz="2100" dirty="0">
                <a:latin typeface="Arial" panose="020B0604020202020204" pitchFamily="34" charset="0"/>
                <a:ea typeface="宋体" panose="02010600030101010101" pitchFamily="2" charset="-122"/>
                <a:cs typeface="黑体" panose="02010609060101010101" pitchFamily="49" charset="-122"/>
              </a:rPr>
              <a:t>的计算</a:t>
            </a:r>
          </a:p>
        </p:txBody>
      </p:sp>
      <p:sp>
        <p:nvSpPr>
          <p:cNvPr id="250940" name="Text Box 66">
            <a:extLst>
              <a:ext uri="{FF2B5EF4-FFF2-40B4-BE49-F238E27FC236}">
                <a16:creationId xmlns:a16="http://schemas.microsoft.com/office/drawing/2014/main" id="{AB3E110C-B11A-C045-959A-22A0C5C1D041}"/>
              </a:ext>
            </a:extLst>
          </p:cNvPr>
          <p:cNvSpPr txBox="1">
            <a:spLocks noChangeArrowheads="1"/>
          </p:cNvSpPr>
          <p:nvPr/>
        </p:nvSpPr>
        <p:spPr bwMode="auto">
          <a:xfrm>
            <a:off x="1493044" y="1783556"/>
            <a:ext cx="623555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zh-CN" altLang="en-US" sz="2100" dirty="0">
                <a:latin typeface="Arial" panose="020B0604020202020204" pitchFamily="34" charset="0"/>
                <a:ea typeface="宋体" panose="02010600030101010101" pitchFamily="2" charset="-122"/>
                <a:cs typeface="黑体" panose="02010609060101010101" pitchFamily="49" charset="-122"/>
              </a:rPr>
              <a:t>就是二进制的全 </a:t>
            </a:r>
            <a:r>
              <a:rPr lang="en-US" altLang="zh-CN" sz="21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，因此 </a:t>
            </a: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en-US" altLang="zh-CN" sz="2100" dirty="0">
                <a:latin typeface="Arial" panose="020B0604020202020204" pitchFamily="34" charset="0"/>
                <a:ea typeface="宋体" panose="02010600030101010101" pitchFamily="2" charset="-122"/>
                <a:cs typeface="黑体" panose="02010609060101010101" pitchFamily="49" charset="-122"/>
              </a:rPr>
              <a:t> =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zh-CN" altLang="en-US" sz="2100" dirty="0">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这里只需计算最后的 </a:t>
            </a:r>
            <a:r>
              <a:rPr lang="en-US" altLang="zh-CN" sz="2100" dirty="0">
                <a:latin typeface="Arial" panose="020B0604020202020204" pitchFamily="34" charset="0"/>
                <a:ea typeface="宋体" panose="02010600030101010101" pitchFamily="2" charset="-122"/>
                <a:cs typeface="黑体" panose="02010609060101010101" pitchFamily="49" charset="-122"/>
              </a:rPr>
              <a:t>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138 </a:t>
            </a:r>
            <a:r>
              <a:rPr lang="zh-CN" altLang="en-US" sz="2100" dirty="0">
                <a:latin typeface="Arial" panose="020B0604020202020204" pitchFamily="34" charset="0"/>
                <a:ea typeface="宋体" panose="02010600030101010101" pitchFamily="2" charset="-122"/>
                <a:cs typeface="黑体" panose="02010609060101010101" pitchFamily="49" charset="-122"/>
              </a:rPr>
              <a:t>即可。</a:t>
            </a:r>
          </a:p>
        </p:txBody>
      </p:sp>
      <p:sp>
        <p:nvSpPr>
          <p:cNvPr id="250941" name="Text Box 67">
            <a:extLst>
              <a:ext uri="{FF2B5EF4-FFF2-40B4-BE49-F238E27FC236}">
                <a16:creationId xmlns:a16="http://schemas.microsoft.com/office/drawing/2014/main" id="{5C4B6A18-59AF-804A-97CE-3C3B0C4A7876}"/>
              </a:ext>
            </a:extLst>
          </p:cNvPr>
          <p:cNvSpPr txBox="1">
            <a:spLocks noChangeArrowheads="1"/>
          </p:cNvSpPr>
          <p:nvPr/>
        </p:nvSpPr>
        <p:spPr bwMode="auto">
          <a:xfrm>
            <a:off x="3006329" y="2486025"/>
            <a:ext cx="224452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 10000000</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138 → 10001010</a:t>
            </a:r>
          </a:p>
        </p:txBody>
      </p:sp>
      <p:sp>
        <p:nvSpPr>
          <p:cNvPr id="250942" name="Line 68">
            <a:extLst>
              <a:ext uri="{FF2B5EF4-FFF2-40B4-BE49-F238E27FC236}">
                <a16:creationId xmlns:a16="http://schemas.microsoft.com/office/drawing/2014/main" id="{B40C031D-E7D9-6F41-B5C5-B92D84B118DC}"/>
              </a:ext>
            </a:extLst>
          </p:cNvPr>
          <p:cNvSpPr>
            <a:spLocks noChangeShapeType="1"/>
          </p:cNvSpPr>
          <p:nvPr/>
        </p:nvSpPr>
        <p:spPr bwMode="auto">
          <a:xfrm>
            <a:off x="2844404" y="3187304"/>
            <a:ext cx="248364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43" name="Text Box 69">
            <a:extLst>
              <a:ext uri="{FF2B5EF4-FFF2-40B4-BE49-F238E27FC236}">
                <a16:creationId xmlns:a16="http://schemas.microsoft.com/office/drawing/2014/main" id="{C33CCF9A-0A22-6F4D-96DC-E3752915AE21}"/>
              </a:ext>
            </a:extLst>
          </p:cNvPr>
          <p:cNvSpPr txBox="1">
            <a:spLocks noChangeArrowheads="1"/>
          </p:cNvSpPr>
          <p:nvPr/>
        </p:nvSpPr>
        <p:spPr bwMode="auto">
          <a:xfrm>
            <a:off x="1307306" y="3231356"/>
            <a:ext cx="482375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操作后：</a:t>
            </a:r>
            <a:r>
              <a:rPr lang="en-US" altLang="zh-CN" sz="2100">
                <a:latin typeface="Arial" panose="020B0604020202020204" pitchFamily="34" charset="0"/>
                <a:ea typeface="宋体" panose="02010600030101010101" pitchFamily="2" charset="-122"/>
                <a:cs typeface="黑体" panose="02010609060101010101" pitchFamily="49" charset="-122"/>
              </a:rPr>
              <a:t>10000000 → 128</a:t>
            </a:r>
          </a:p>
        </p:txBody>
      </p:sp>
      <p:sp>
        <p:nvSpPr>
          <p:cNvPr id="515142" name="Rectangle 70">
            <a:extLst>
              <a:ext uri="{FF2B5EF4-FFF2-40B4-BE49-F238E27FC236}">
                <a16:creationId xmlns:a16="http://schemas.microsoft.com/office/drawing/2014/main" id="{DFE5362B-4EFB-6441-A175-F2BCA577292A}"/>
              </a:ext>
            </a:extLst>
          </p:cNvPr>
          <p:cNvSpPr>
            <a:spLocks noChangeArrowheads="1"/>
          </p:cNvSpPr>
          <p:nvPr/>
        </p:nvSpPr>
        <p:spPr bwMode="auto">
          <a:xfrm>
            <a:off x="3944541" y="2486025"/>
            <a:ext cx="148828" cy="113823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43" name="Rectangle 71">
            <a:extLst>
              <a:ext uri="{FF2B5EF4-FFF2-40B4-BE49-F238E27FC236}">
                <a16:creationId xmlns:a16="http://schemas.microsoft.com/office/drawing/2014/main" id="{7B2FED53-F8B2-214C-9C0E-1A302C88263B}"/>
              </a:ext>
            </a:extLst>
          </p:cNvPr>
          <p:cNvSpPr>
            <a:spLocks noChangeArrowheads="1"/>
          </p:cNvSpPr>
          <p:nvPr/>
        </p:nvSpPr>
        <p:spPr bwMode="auto">
          <a:xfrm>
            <a:off x="4094560" y="2486026"/>
            <a:ext cx="1109663" cy="1135856"/>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5144" name="Group 72">
            <a:extLst>
              <a:ext uri="{FF2B5EF4-FFF2-40B4-BE49-F238E27FC236}">
                <a16:creationId xmlns:a16="http://schemas.microsoft.com/office/drawing/2014/main" id="{0CA3569E-D081-AB43-8CB1-C99DD752987F}"/>
              </a:ext>
            </a:extLst>
          </p:cNvPr>
          <p:cNvGrpSpPr>
            <a:grpSpLocks/>
          </p:cNvGrpSpPr>
          <p:nvPr/>
        </p:nvGrpSpPr>
        <p:grpSpPr bwMode="auto">
          <a:xfrm>
            <a:off x="1443038" y="3759994"/>
            <a:ext cx="4360068" cy="1171575"/>
            <a:chOff x="252" y="3158"/>
            <a:chExt cx="3662" cy="984"/>
          </a:xfrm>
        </p:grpSpPr>
        <p:sp>
          <p:nvSpPr>
            <p:cNvPr id="250952" name="Text Box 73">
              <a:extLst>
                <a:ext uri="{FF2B5EF4-FFF2-40B4-BE49-F238E27FC236}">
                  <a16:creationId xmlns:a16="http://schemas.microsoft.com/office/drawing/2014/main" id="{6C077517-35B4-074E-9B0C-6C45D5006A8B}"/>
                </a:ext>
              </a:extLst>
            </p:cNvPr>
            <p:cNvSpPr txBox="1">
              <a:spLocks noChangeArrowheads="1"/>
            </p:cNvSpPr>
            <p:nvPr/>
          </p:nvSpPr>
          <p:spPr bwMode="auto">
            <a:xfrm>
              <a:off x="2064" y="3158"/>
              <a:ext cx="185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255.255.255.128</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128.  30.  33.138</a:t>
              </a:r>
            </a:p>
          </p:txBody>
        </p:sp>
        <p:sp>
          <p:nvSpPr>
            <p:cNvPr id="250953" name="Text Box 74">
              <a:extLst>
                <a:ext uri="{FF2B5EF4-FFF2-40B4-BE49-F238E27FC236}">
                  <a16:creationId xmlns:a16="http://schemas.microsoft.com/office/drawing/2014/main" id="{0E7E3127-9DF5-124A-B900-8E330C4A89B6}"/>
                </a:ext>
              </a:extLst>
            </p:cNvPr>
            <p:cNvSpPr txBox="1">
              <a:spLocks noChangeArrowheads="1"/>
            </p:cNvSpPr>
            <p:nvPr/>
          </p:nvSpPr>
          <p:spPr bwMode="auto">
            <a:xfrm>
              <a:off x="2064" y="3793"/>
              <a:ext cx="1850"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128.  30.  33.128</a:t>
              </a:r>
            </a:p>
          </p:txBody>
        </p:sp>
        <p:sp>
          <p:nvSpPr>
            <p:cNvPr id="250954" name="Line 75">
              <a:extLst>
                <a:ext uri="{FF2B5EF4-FFF2-40B4-BE49-F238E27FC236}">
                  <a16:creationId xmlns:a16="http://schemas.microsoft.com/office/drawing/2014/main" id="{9E366456-28F8-A343-A961-6129402344CD}"/>
                </a:ext>
              </a:extLst>
            </p:cNvPr>
            <p:cNvSpPr>
              <a:spLocks noChangeShapeType="1"/>
            </p:cNvSpPr>
            <p:nvPr/>
          </p:nvSpPr>
          <p:spPr bwMode="auto">
            <a:xfrm>
              <a:off x="295" y="3748"/>
              <a:ext cx="358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55" name="Text Box 76">
              <a:extLst>
                <a:ext uri="{FF2B5EF4-FFF2-40B4-BE49-F238E27FC236}">
                  <a16:creationId xmlns:a16="http://schemas.microsoft.com/office/drawing/2014/main" id="{B3B41B2F-B0DA-634F-9EEE-39611BE10ABD}"/>
                </a:ext>
              </a:extLst>
            </p:cNvPr>
            <p:cNvSpPr txBox="1">
              <a:spLocks noChangeArrowheads="1"/>
            </p:cNvSpPr>
            <p:nvPr/>
          </p:nvSpPr>
          <p:spPr bwMode="auto">
            <a:xfrm>
              <a:off x="252" y="3421"/>
              <a:ext cx="1869"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a:t>
              </a:r>
              <a:endParaRPr lang="zh-CN" altLang="en-US" sz="2100">
                <a:latin typeface="Arial" panose="020B0604020202020204" pitchFamily="34" charset="0"/>
                <a:ea typeface="宋体" panose="02010600030101010101" pitchFamily="2" charset="-122"/>
                <a:cs typeface="黑体" panose="02010609060101010101" pitchFamily="49" charset="-122"/>
              </a:endParaRPr>
            </a:p>
          </p:txBody>
        </p:sp>
      </p:grpSp>
      <p:sp>
        <p:nvSpPr>
          <p:cNvPr id="515149" name="Rectangle 77">
            <a:extLst>
              <a:ext uri="{FF2B5EF4-FFF2-40B4-BE49-F238E27FC236}">
                <a16:creationId xmlns:a16="http://schemas.microsoft.com/office/drawing/2014/main" id="{E7B7AA32-1F78-2B41-9C84-3F498B167D82}"/>
              </a:ext>
            </a:extLst>
          </p:cNvPr>
          <p:cNvSpPr>
            <a:spLocks noChangeArrowheads="1"/>
          </p:cNvSpPr>
          <p:nvPr/>
        </p:nvSpPr>
        <p:spPr bwMode="auto">
          <a:xfrm>
            <a:off x="3600450" y="3768329"/>
            <a:ext cx="1619250" cy="112514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0" name="Rectangle 78">
            <a:extLst>
              <a:ext uri="{FF2B5EF4-FFF2-40B4-BE49-F238E27FC236}">
                <a16:creationId xmlns:a16="http://schemas.microsoft.com/office/drawing/2014/main" id="{1930F61C-6A36-2340-A90E-9BCB63A27C96}"/>
              </a:ext>
            </a:extLst>
          </p:cNvPr>
          <p:cNvSpPr>
            <a:spLocks noChangeArrowheads="1"/>
          </p:cNvSpPr>
          <p:nvPr/>
        </p:nvSpPr>
        <p:spPr bwMode="auto">
          <a:xfrm>
            <a:off x="5220891" y="3773091"/>
            <a:ext cx="539353" cy="112037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1" name="Text Box 79">
            <a:extLst>
              <a:ext uri="{FF2B5EF4-FFF2-40B4-BE49-F238E27FC236}">
                <a16:creationId xmlns:a16="http://schemas.microsoft.com/office/drawing/2014/main" id="{B4CEE543-093C-4B49-B897-CBAC1CF49CF0}"/>
              </a:ext>
            </a:extLst>
          </p:cNvPr>
          <p:cNvSpPr txBox="1">
            <a:spLocks noChangeArrowheads="1"/>
          </p:cNvSpPr>
          <p:nvPr/>
        </p:nvSpPr>
        <p:spPr bwMode="auto">
          <a:xfrm>
            <a:off x="5773342" y="4435079"/>
            <a:ext cx="21002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b="1" dirty="0">
                <a:solidFill>
                  <a:schemeClr val="hlink"/>
                </a:solidFill>
                <a:latin typeface="Arial" panose="020B0604020202020204" pitchFamily="34" charset="0"/>
                <a:ea typeface="宋体" panose="02010600030101010101" pitchFamily="2" charset="-122"/>
                <a:cs typeface="黑体" panose="02010609060101010101" pitchFamily="49" charset="-122"/>
                <a:sym typeface="Symbol" pitchFamily="2" charset="2"/>
              </a:rPr>
              <a:t></a:t>
            </a:r>
            <a:r>
              <a:rPr lang="en-US" altLang="zh-CN" sz="2100" dirty="0">
                <a:latin typeface="Arial" panose="020B0604020202020204" pitchFamily="34" charset="0"/>
                <a:ea typeface="宋体" panose="02010600030101010101" pitchFamily="2" charset="-122"/>
                <a:cs typeface="黑体" panose="02010609060101010101" pitchFamily="49" charset="-122"/>
                <a:sym typeface="Symbol" pitchFamily="2" charset="2"/>
              </a:rPr>
              <a:t> H</a:t>
            </a:r>
            <a:r>
              <a:rPr lang="en-US" altLang="zh-CN" sz="2100" baseline="-25000" dirty="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900" dirty="0">
                <a:latin typeface="Arial" panose="020B0604020202020204" pitchFamily="34" charset="0"/>
                <a:ea typeface="宋体" panose="02010600030101010101" pitchFamily="2" charset="-122"/>
                <a:cs typeface="黑体" panose="02010609060101010101" pitchFamily="49" charset="-122"/>
                <a:sym typeface="Symbol" pitchFamily="2" charset="2"/>
              </a:rPr>
              <a:t> </a:t>
            </a:r>
            <a:r>
              <a:rPr lang="zh-CN" altLang="en-US" sz="2100" dirty="0">
                <a:latin typeface="Arial" panose="020B0604020202020204" pitchFamily="34" charset="0"/>
                <a:ea typeface="宋体" panose="02010600030101010101" pitchFamily="2" charset="-122"/>
                <a:cs typeface="黑体" panose="02010609060101010101" pitchFamily="49" charset="-122"/>
                <a:sym typeface="Symbol" pitchFamily="2" charset="2"/>
              </a:rPr>
              <a:t>的网络地址</a:t>
            </a:r>
          </a:p>
        </p:txBody>
      </p:sp>
      <p:sp>
        <p:nvSpPr>
          <p:cNvPr id="250950" name="幻灯片编号占位符 1">
            <a:extLst>
              <a:ext uri="{FF2B5EF4-FFF2-40B4-BE49-F238E27FC236}">
                <a16:creationId xmlns:a16="http://schemas.microsoft.com/office/drawing/2014/main" id="{BCDDE3BF-3F28-7947-98E1-BDA45914B69C}"/>
              </a:ext>
            </a:extLst>
          </p:cNvPr>
          <p:cNvSpPr>
            <a:spLocks noGrp="1" noChangeArrowheads="1"/>
          </p:cNvSpPr>
          <p:nvPr>
            <p:ph type="sldNum" sz="quarter" idx="10"/>
          </p:nvPr>
        </p:nvSpPr>
        <p:spPr>
          <a:xfrm>
            <a:off x="8647847" y="4836567"/>
            <a:ext cx="478294"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B0927A-155B-274C-9974-982141A6963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0951" name="Text Box 74">
            <a:extLst>
              <a:ext uri="{FF2B5EF4-FFF2-40B4-BE49-F238E27FC236}">
                <a16:creationId xmlns:a16="http://schemas.microsoft.com/office/drawing/2014/main" id="{5B354421-4DF9-4B45-9577-6454D8E453A5}"/>
              </a:ext>
            </a:extLst>
          </p:cNvPr>
          <p:cNvSpPr txBox="1">
            <a:spLocks noChangeArrowheads="1"/>
          </p:cNvSpPr>
          <p:nvPr/>
        </p:nvSpPr>
        <p:spPr bwMode="auto">
          <a:xfrm>
            <a:off x="5995987" y="4740178"/>
            <a:ext cx="17828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(128.30.33.0)</a:t>
            </a:r>
          </a:p>
        </p:txBody>
      </p:sp>
    </p:spTree>
    <p:extLst>
      <p:ext uri="{BB962C8B-B14F-4D97-AF65-F5344CB8AC3E}">
        <p14:creationId xmlns:p14="http://schemas.microsoft.com/office/powerpoint/2010/main" val="15636962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514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5142"/>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5142"/>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grpId="0" nodeType="afterEffect">
                                  <p:stCondLst>
                                    <p:cond delay="0"/>
                                  </p:stCondLst>
                                  <p:childTnLst>
                                    <p:set>
                                      <p:cBhvr>
                                        <p:cTn id="15" dur="1" fill="hold">
                                          <p:stCondLst>
                                            <p:cond delay="0"/>
                                          </p:stCondLst>
                                        </p:cTn>
                                        <p:tgtEl>
                                          <p:spTgt spid="515143"/>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grpId="1" nodeType="afterEffect">
                                  <p:stCondLst>
                                    <p:cond delay="0"/>
                                  </p:stCondLst>
                                  <p:childTnLst>
                                    <p:anim calcmode="discrete" valueType="str">
                                      <p:cBhvr>
                                        <p:cTn id="18" dur="1000" fill="hold"/>
                                        <p:tgtEl>
                                          <p:spTgt spid="51514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1" presetClass="exit" presetSubtype="0" fill="hold" grpId="2" nodeType="afterEffect">
                                  <p:stCondLst>
                                    <p:cond delay="0"/>
                                  </p:stCondLst>
                                  <p:childTnLst>
                                    <p:set>
                                      <p:cBhvr>
                                        <p:cTn id="21" dur="1" fill="hold">
                                          <p:stCondLst>
                                            <p:cond delay="0"/>
                                          </p:stCondLst>
                                        </p:cTn>
                                        <p:tgtEl>
                                          <p:spTgt spid="515143"/>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515144"/>
                                        </p:tgtEl>
                                        <p:attrNameLst>
                                          <p:attrName>style.visibility</p:attrName>
                                        </p:attrNameLst>
                                      </p:cBhvr>
                                      <p:to>
                                        <p:strVal val="visible"/>
                                      </p:to>
                                    </p:set>
                                  </p:childTnLst>
                                </p:cTn>
                              </p:par>
                            </p:childTnLst>
                          </p:cTn>
                        </p:par>
                        <p:par>
                          <p:cTn id="26" fill="hold" nodeType="afterGroup">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515149"/>
                                        </p:tgtEl>
                                        <p:attrNameLst>
                                          <p:attrName>style.visibility</p:attrName>
                                        </p:attrNameLst>
                                      </p:cBhvr>
                                      <p:to>
                                        <p:strVal val="visible"/>
                                      </p:to>
                                    </p:set>
                                  </p:childTnLst>
                                </p:cTn>
                              </p:par>
                            </p:childTnLst>
                          </p:cTn>
                        </p:par>
                        <p:par>
                          <p:cTn id="29" fill="hold" nodeType="afterGroup">
                            <p:stCondLst>
                              <p:cond delay="0"/>
                            </p:stCondLst>
                            <p:childTnLst>
                              <p:par>
                                <p:cTn id="30" presetID="35" presetClass="emph" presetSubtype="0" repeatCount="3000" fill="hold" grpId="1" nodeType="afterEffect">
                                  <p:stCondLst>
                                    <p:cond delay="0"/>
                                  </p:stCondLst>
                                  <p:childTnLst>
                                    <p:anim calcmode="discrete" valueType="str">
                                      <p:cBhvr>
                                        <p:cTn id="31" dur="1000" fill="hold"/>
                                        <p:tgtEl>
                                          <p:spTgt spid="515149"/>
                                        </p:tgtEl>
                                        <p:attrNameLst>
                                          <p:attrName>style.visibility</p:attrName>
                                        </p:attrNameLst>
                                      </p:cBhvr>
                                      <p:tavLst>
                                        <p:tav tm="0">
                                          <p:val>
                                            <p:strVal val="hidden"/>
                                          </p:val>
                                        </p:tav>
                                        <p:tav tm="50000">
                                          <p:val>
                                            <p:strVal val="visible"/>
                                          </p:val>
                                        </p:tav>
                                      </p:tavLst>
                                    </p:anim>
                                  </p:childTnLst>
                                </p:cTn>
                              </p:par>
                            </p:childTnLst>
                          </p:cTn>
                        </p:par>
                        <p:par>
                          <p:cTn id="32" fill="hold" nodeType="afterGroup">
                            <p:stCondLst>
                              <p:cond delay="3000"/>
                            </p:stCondLst>
                            <p:childTnLst>
                              <p:par>
                                <p:cTn id="33" presetID="1" presetClass="exit" presetSubtype="0" fill="hold" grpId="2" nodeType="afterEffect">
                                  <p:stCondLst>
                                    <p:cond delay="0"/>
                                  </p:stCondLst>
                                  <p:childTnLst>
                                    <p:set>
                                      <p:cBhvr>
                                        <p:cTn id="34" dur="1" fill="hold">
                                          <p:stCondLst>
                                            <p:cond delay="0"/>
                                          </p:stCondLst>
                                        </p:cTn>
                                        <p:tgtEl>
                                          <p:spTgt spid="515149"/>
                                        </p:tgtEl>
                                        <p:attrNameLst>
                                          <p:attrName>style.visibility</p:attrName>
                                        </p:attrNameLst>
                                      </p:cBhvr>
                                      <p:to>
                                        <p:strVal val="hidden"/>
                                      </p:to>
                                    </p:set>
                                  </p:childTnLst>
                                </p:cTn>
                              </p:par>
                            </p:childTnLst>
                          </p:cTn>
                        </p:par>
                        <p:par>
                          <p:cTn id="35" fill="hold" nodeType="afterGroup">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515150"/>
                                        </p:tgtEl>
                                        <p:attrNameLst>
                                          <p:attrName>style.visibility</p:attrName>
                                        </p:attrNameLst>
                                      </p:cBhvr>
                                      <p:to>
                                        <p:strVal val="visible"/>
                                      </p:to>
                                    </p:set>
                                  </p:childTnLst>
                                </p:cTn>
                              </p:par>
                            </p:childTnLst>
                          </p:cTn>
                        </p:par>
                        <p:par>
                          <p:cTn id="38" fill="hold" nodeType="afterGroup">
                            <p:stCondLst>
                              <p:cond delay="3000"/>
                            </p:stCondLst>
                            <p:childTnLst>
                              <p:par>
                                <p:cTn id="39" presetID="35" presetClass="emph" presetSubtype="0" repeatCount="3000" fill="hold" grpId="1" nodeType="afterEffect">
                                  <p:stCondLst>
                                    <p:cond delay="0"/>
                                  </p:stCondLst>
                                  <p:childTnLst>
                                    <p:anim calcmode="discrete" valueType="str">
                                      <p:cBhvr>
                                        <p:cTn id="40" dur="1000" fill="hold"/>
                                        <p:tgtEl>
                                          <p:spTgt spid="515150"/>
                                        </p:tgtEl>
                                        <p:attrNameLst>
                                          <p:attrName>style.visibility</p:attrName>
                                        </p:attrNameLst>
                                      </p:cBhvr>
                                      <p:tavLst>
                                        <p:tav tm="0">
                                          <p:val>
                                            <p:strVal val="hidden"/>
                                          </p:val>
                                        </p:tav>
                                        <p:tav tm="50000">
                                          <p:val>
                                            <p:strVal val="visible"/>
                                          </p:val>
                                        </p:tav>
                                      </p:tavLst>
                                    </p:anim>
                                  </p:childTnLst>
                                </p:cTn>
                              </p:par>
                            </p:childTnLst>
                          </p:cTn>
                        </p:par>
                        <p:par>
                          <p:cTn id="41" fill="hold" nodeType="afterGroup">
                            <p:stCondLst>
                              <p:cond delay="6000"/>
                            </p:stCondLst>
                            <p:childTnLst>
                              <p:par>
                                <p:cTn id="42" presetID="1" presetClass="exit" presetSubtype="0" fill="hold" grpId="2" nodeType="afterEffect">
                                  <p:stCondLst>
                                    <p:cond delay="0"/>
                                  </p:stCondLst>
                                  <p:childTnLst>
                                    <p:set>
                                      <p:cBhvr>
                                        <p:cTn id="43" dur="1" fill="hold">
                                          <p:stCondLst>
                                            <p:cond delay="0"/>
                                          </p:stCondLst>
                                        </p:cTn>
                                        <p:tgtEl>
                                          <p:spTgt spid="515150"/>
                                        </p:tgtEl>
                                        <p:attrNameLst>
                                          <p:attrName>style.visibility</p:attrName>
                                        </p:attrNameLst>
                                      </p:cBhvr>
                                      <p:to>
                                        <p:strVal val="hidden"/>
                                      </p:to>
                                    </p:set>
                                  </p:childTnLst>
                                </p:cTn>
                              </p:par>
                            </p:childTnLst>
                          </p:cTn>
                        </p:par>
                        <p:par>
                          <p:cTn id="44" fill="hold" nodeType="afterGroup">
                            <p:stCondLst>
                              <p:cond delay="6000"/>
                            </p:stCondLst>
                            <p:childTnLst>
                              <p:par>
                                <p:cTn id="45" presetID="1" presetClass="entr" presetSubtype="0" fill="hold" grpId="0" nodeType="afterEffect">
                                  <p:stCondLst>
                                    <p:cond delay="500"/>
                                  </p:stCondLst>
                                  <p:childTnLst>
                                    <p:set>
                                      <p:cBhvr>
                                        <p:cTn id="46" dur="1" fill="hold">
                                          <p:stCondLst>
                                            <p:cond delay="0"/>
                                          </p:stCondLst>
                                        </p:cTn>
                                        <p:tgtEl>
                                          <p:spTgt spid="515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142" grpId="0" animBg="1"/>
      <p:bldP spid="515142" grpId="1" animBg="1"/>
      <p:bldP spid="515142" grpId="2" animBg="1"/>
      <p:bldP spid="515143" grpId="0" animBg="1"/>
      <p:bldP spid="515143" grpId="1" animBg="1"/>
      <p:bldP spid="515143" grpId="2" animBg="1"/>
      <p:bldP spid="515149" grpId="0" animBg="1"/>
      <p:bldP spid="515149" grpId="1" animBg="1"/>
      <p:bldP spid="515149" grpId="2" animBg="1"/>
      <p:bldP spid="515150" grpId="0" animBg="1"/>
      <p:bldP spid="515150" grpId="1" animBg="1"/>
      <p:bldP spid="515150" grpId="2" animBg="1"/>
      <p:bldP spid="515151" grpId="0"/>
    </p:bldLst>
  </p:timing>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2929" name="Rectangle 2">
            <a:extLst>
              <a:ext uri="{FF2B5EF4-FFF2-40B4-BE49-F238E27FC236}">
                <a16:creationId xmlns:a16="http://schemas.microsoft.com/office/drawing/2014/main" id="{0FDEDADF-3957-E64E-8707-92AD9E276298}"/>
              </a:ext>
            </a:extLst>
          </p:cNvPr>
          <p:cNvSpPr>
            <a:spLocks noGrp="1" noChangeArrowheads="1"/>
          </p:cNvSpPr>
          <p:nvPr>
            <p:ph type="title"/>
          </p:nvPr>
        </p:nvSpPr>
        <p:spPr>
          <a:xfrm>
            <a:off x="1223963" y="153591"/>
            <a:ext cx="6669881" cy="797719"/>
          </a:xfrm>
          <a:solidFill>
            <a:srgbClr val="CCECFF"/>
          </a:solidFill>
          <a:ln>
            <a:solidFill>
              <a:schemeClr val="tx2"/>
            </a:solidFill>
            <a:miter lim="800000"/>
            <a:headEnd/>
            <a:tailEnd/>
          </a:ln>
        </p:spPr>
        <p:txBody>
          <a:bodyPr/>
          <a:lstStyle/>
          <a:p>
            <a:pPr algn="ctr" eaLnBrk="1" hangingPunct="1"/>
            <a:r>
              <a:rPr lang="zh-CN" altLang="en-US">
                <a:latin typeface="Times New Roman" panose="02020603050405020304" pitchFamily="18" charset="0"/>
                <a:ea typeface="宋体" panose="02010600030101010101" pitchFamily="2" charset="-122"/>
              </a:rPr>
              <a:t>因此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必须把分组传送到路由器 </a:t>
            </a:r>
            <a:r>
              <a:rPr lang="en-US" altLang="zh-CN">
                <a:latin typeface="Times New Roman" panose="02020603050405020304" pitchFamily="18" charset="0"/>
                <a:ea typeface="宋体" panose="02010600030101010101" pitchFamily="2" charset="-122"/>
              </a:rPr>
              <a:t>R</a:t>
            </a:r>
            <a:r>
              <a:rPr lang="en-US" altLang="zh-CN" baseline="-25000">
                <a:latin typeface="Times New Roman" panose="02020603050405020304" pitchFamily="18" charset="0"/>
                <a:ea typeface="宋体" panose="02010600030101010101" pitchFamily="2" charset="-122"/>
              </a:rPr>
              <a:t>1</a:t>
            </a:r>
            <a:br>
              <a:rPr lang="en-US" altLang="zh-CN">
                <a:latin typeface="Times New Roman" panose="02020603050405020304" pitchFamily="18" charset="0"/>
                <a:ea typeface="宋体" panose="02010600030101010101" pitchFamily="2" charset="-122"/>
              </a:rPr>
            </a:br>
            <a:r>
              <a:rPr lang="zh-CN" altLang="en-US">
                <a:latin typeface="Times New Roman" panose="02020603050405020304" pitchFamily="18" charset="0"/>
                <a:ea typeface="宋体" panose="02010600030101010101" pitchFamily="2" charset="-122"/>
              </a:rPr>
              <a:t>然后逐项查找路由表</a:t>
            </a:r>
          </a:p>
        </p:txBody>
      </p:sp>
      <p:sp>
        <p:nvSpPr>
          <p:cNvPr id="252930" name="Freeform 3">
            <a:extLst>
              <a:ext uri="{FF2B5EF4-FFF2-40B4-BE49-F238E27FC236}">
                <a16:creationId xmlns:a16="http://schemas.microsoft.com/office/drawing/2014/main" id="{BD7DB70E-7F07-2648-A23C-DE312D3E4F1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2931" name="Text Box 4">
            <a:extLst>
              <a:ext uri="{FF2B5EF4-FFF2-40B4-BE49-F238E27FC236}">
                <a16:creationId xmlns:a16="http://schemas.microsoft.com/office/drawing/2014/main" id="{51B50C6F-8909-2E43-BD07-CE676F88B0C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2932" name="Text Box 5">
            <a:extLst>
              <a:ext uri="{FF2B5EF4-FFF2-40B4-BE49-F238E27FC236}">
                <a16:creationId xmlns:a16="http://schemas.microsoft.com/office/drawing/2014/main" id="{F8788B87-9585-0348-8387-D65B5013985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6102" name="Group 6">
            <a:extLst>
              <a:ext uri="{FF2B5EF4-FFF2-40B4-BE49-F238E27FC236}">
                <a16:creationId xmlns:a16="http://schemas.microsoft.com/office/drawing/2014/main" id="{CD997C5E-966A-6C4C-89EC-59865661616E}"/>
              </a:ext>
            </a:extLst>
          </p:cNvPr>
          <p:cNvGraphicFramePr>
            <a:graphicFrameLocks noGrp="1"/>
          </p:cNvGraphicFramePr>
          <p:nvPr>
            <p:extLst>
              <p:ext uri="{D42A27DB-BD31-4B8C-83A1-F6EECF244321}">
                <p14:modId xmlns:p14="http://schemas.microsoft.com/office/powerpoint/2010/main" val="321583829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2947" name="Text Box 20">
            <a:extLst>
              <a:ext uri="{FF2B5EF4-FFF2-40B4-BE49-F238E27FC236}">
                <a16:creationId xmlns:a16="http://schemas.microsoft.com/office/drawing/2014/main" id="{7F0EEA35-E202-4748-96B3-2F68961E86EC}"/>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48" name="Line 21">
            <a:extLst>
              <a:ext uri="{FF2B5EF4-FFF2-40B4-BE49-F238E27FC236}">
                <a16:creationId xmlns:a16="http://schemas.microsoft.com/office/drawing/2014/main" id="{5FA22563-E270-D148-A506-499BCFB80D74}"/>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49" name="Line 22">
            <a:extLst>
              <a:ext uri="{FF2B5EF4-FFF2-40B4-BE49-F238E27FC236}">
                <a16:creationId xmlns:a16="http://schemas.microsoft.com/office/drawing/2014/main" id="{F4F96452-C30B-9F46-B985-E62D4124880C}"/>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0" name="Line 23">
            <a:extLst>
              <a:ext uri="{FF2B5EF4-FFF2-40B4-BE49-F238E27FC236}">
                <a16:creationId xmlns:a16="http://schemas.microsoft.com/office/drawing/2014/main" id="{07C8FAFB-AB30-7F4F-8B7C-7F23C5D1CF0E}"/>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1" name="Line 24">
            <a:extLst>
              <a:ext uri="{FF2B5EF4-FFF2-40B4-BE49-F238E27FC236}">
                <a16:creationId xmlns:a16="http://schemas.microsoft.com/office/drawing/2014/main" id="{A3F55B04-BC8E-244B-82FB-0A186B9371C6}"/>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52" name="Picture 25">
            <a:extLst>
              <a:ext uri="{FF2B5EF4-FFF2-40B4-BE49-F238E27FC236}">
                <a16:creationId xmlns:a16="http://schemas.microsoft.com/office/drawing/2014/main" id="{72260E97-FD0C-7045-B9EA-FBD16378C36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3" name="Text Box 26">
            <a:extLst>
              <a:ext uri="{FF2B5EF4-FFF2-40B4-BE49-F238E27FC236}">
                <a16:creationId xmlns:a16="http://schemas.microsoft.com/office/drawing/2014/main" id="{39B3EC0F-BC2D-F046-BEE3-DF6AEC11C53D}"/>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2954" name="Text Box 27">
            <a:extLst>
              <a:ext uri="{FF2B5EF4-FFF2-40B4-BE49-F238E27FC236}">
                <a16:creationId xmlns:a16="http://schemas.microsoft.com/office/drawing/2014/main" id="{4DA57F39-BF95-D247-A24D-204EE1FF622F}"/>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55" name="Text Box 28">
            <a:extLst>
              <a:ext uri="{FF2B5EF4-FFF2-40B4-BE49-F238E27FC236}">
                <a16:creationId xmlns:a16="http://schemas.microsoft.com/office/drawing/2014/main" id="{118AA423-5813-0040-80C1-7C4AC84AAE28}"/>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2956" name="Line 29">
            <a:extLst>
              <a:ext uri="{FF2B5EF4-FFF2-40B4-BE49-F238E27FC236}">
                <a16:creationId xmlns:a16="http://schemas.microsoft.com/office/drawing/2014/main" id="{0EDAAB6A-2876-0046-9D76-3D6940211C12}"/>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7" name="Line 30">
            <a:extLst>
              <a:ext uri="{FF2B5EF4-FFF2-40B4-BE49-F238E27FC236}">
                <a16:creationId xmlns:a16="http://schemas.microsoft.com/office/drawing/2014/main" id="{0C7923E1-8B1B-2240-8F07-5F0934C3602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8" name="Line 31">
            <a:extLst>
              <a:ext uri="{FF2B5EF4-FFF2-40B4-BE49-F238E27FC236}">
                <a16:creationId xmlns:a16="http://schemas.microsoft.com/office/drawing/2014/main" id="{D95FD9C7-C2A7-4B4F-8319-7EEEB5B890A7}"/>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9" name="Line 32">
            <a:extLst>
              <a:ext uri="{FF2B5EF4-FFF2-40B4-BE49-F238E27FC236}">
                <a16:creationId xmlns:a16="http://schemas.microsoft.com/office/drawing/2014/main" id="{C2FA9B76-C2AA-A94D-BAA3-88C113E15C55}"/>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0" name="Line 33">
            <a:extLst>
              <a:ext uri="{FF2B5EF4-FFF2-40B4-BE49-F238E27FC236}">
                <a16:creationId xmlns:a16="http://schemas.microsoft.com/office/drawing/2014/main" id="{D18AE4AE-4778-F84F-9579-EA45B421488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61" name="Picture 34">
            <a:extLst>
              <a:ext uri="{FF2B5EF4-FFF2-40B4-BE49-F238E27FC236}">
                <a16:creationId xmlns:a16="http://schemas.microsoft.com/office/drawing/2014/main" id="{8A618E94-9962-D046-B18F-716CD4DB868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62" name="Picture 35">
            <a:extLst>
              <a:ext uri="{FF2B5EF4-FFF2-40B4-BE49-F238E27FC236}">
                <a16:creationId xmlns:a16="http://schemas.microsoft.com/office/drawing/2014/main" id="{CA049037-2DB9-1142-8185-67CEF2E150D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63" name="Group 36">
            <a:extLst>
              <a:ext uri="{FF2B5EF4-FFF2-40B4-BE49-F238E27FC236}">
                <a16:creationId xmlns:a16="http://schemas.microsoft.com/office/drawing/2014/main" id="{7AEC81EC-B7B7-1E4B-9AF5-AC5CDDEC792D}"/>
              </a:ext>
            </a:extLst>
          </p:cNvPr>
          <p:cNvGrpSpPr>
            <a:grpSpLocks/>
          </p:cNvGrpSpPr>
          <p:nvPr/>
        </p:nvGrpSpPr>
        <p:grpSpPr bwMode="auto">
          <a:xfrm>
            <a:off x="2844404" y="2594373"/>
            <a:ext cx="459581" cy="345281"/>
            <a:chOff x="864" y="1824"/>
            <a:chExt cx="432" cy="288"/>
          </a:xfrm>
        </p:grpSpPr>
        <p:pic>
          <p:nvPicPr>
            <p:cNvPr id="252992" name="Picture 37">
              <a:extLst>
                <a:ext uri="{FF2B5EF4-FFF2-40B4-BE49-F238E27FC236}">
                  <a16:creationId xmlns:a16="http://schemas.microsoft.com/office/drawing/2014/main" id="{C84FD85F-B949-9B43-B24F-D6C92532B80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3" name="Picture 38">
              <a:extLst>
                <a:ext uri="{FF2B5EF4-FFF2-40B4-BE49-F238E27FC236}">
                  <a16:creationId xmlns:a16="http://schemas.microsoft.com/office/drawing/2014/main" id="{4DD19F5E-0F1F-1C49-B249-4E1BA3A9C6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2964" name="Picture 39">
            <a:extLst>
              <a:ext uri="{FF2B5EF4-FFF2-40B4-BE49-F238E27FC236}">
                <a16:creationId xmlns:a16="http://schemas.microsoft.com/office/drawing/2014/main" id="{76AE8B47-D5F0-5C46-B63D-876E68E329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5" name="Line 40">
            <a:extLst>
              <a:ext uri="{FF2B5EF4-FFF2-40B4-BE49-F238E27FC236}">
                <a16:creationId xmlns:a16="http://schemas.microsoft.com/office/drawing/2014/main" id="{18BA83F2-F96C-0342-AF0B-DEA88D9E408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6" name="Line 41">
            <a:extLst>
              <a:ext uri="{FF2B5EF4-FFF2-40B4-BE49-F238E27FC236}">
                <a16:creationId xmlns:a16="http://schemas.microsoft.com/office/drawing/2014/main" id="{D7A261AD-9826-BE4D-83CF-51A52126DB6B}"/>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7" name="Text Box 42">
            <a:extLst>
              <a:ext uri="{FF2B5EF4-FFF2-40B4-BE49-F238E27FC236}">
                <a16:creationId xmlns:a16="http://schemas.microsoft.com/office/drawing/2014/main" id="{E5E96FE1-E062-284F-ACEA-429AAD3FBC1D}"/>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2968" name="Text Box 43">
            <a:extLst>
              <a:ext uri="{FF2B5EF4-FFF2-40B4-BE49-F238E27FC236}">
                <a16:creationId xmlns:a16="http://schemas.microsoft.com/office/drawing/2014/main" id="{40CB508D-BD7B-CC47-B96D-1DDEB477345E}"/>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69" name="Text Box 44">
            <a:extLst>
              <a:ext uri="{FF2B5EF4-FFF2-40B4-BE49-F238E27FC236}">
                <a16:creationId xmlns:a16="http://schemas.microsoft.com/office/drawing/2014/main" id="{996A1650-B63E-FB42-9AF7-46D84E136499}"/>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0" name="Line 45">
            <a:extLst>
              <a:ext uri="{FF2B5EF4-FFF2-40B4-BE49-F238E27FC236}">
                <a16:creationId xmlns:a16="http://schemas.microsoft.com/office/drawing/2014/main" id="{EFA41820-BED7-9940-8FAD-373A728B36FA}"/>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2971" name="Group 46">
            <a:extLst>
              <a:ext uri="{FF2B5EF4-FFF2-40B4-BE49-F238E27FC236}">
                <a16:creationId xmlns:a16="http://schemas.microsoft.com/office/drawing/2014/main" id="{76EA8075-66F2-C140-8F83-3CA16A45BAC0}"/>
              </a:ext>
            </a:extLst>
          </p:cNvPr>
          <p:cNvGrpSpPr>
            <a:grpSpLocks/>
          </p:cNvGrpSpPr>
          <p:nvPr/>
        </p:nvGrpSpPr>
        <p:grpSpPr bwMode="auto">
          <a:xfrm>
            <a:off x="2169319" y="3632598"/>
            <a:ext cx="459581" cy="345281"/>
            <a:chOff x="864" y="1824"/>
            <a:chExt cx="432" cy="288"/>
          </a:xfrm>
        </p:grpSpPr>
        <p:pic>
          <p:nvPicPr>
            <p:cNvPr id="252990" name="Picture 47">
              <a:extLst>
                <a:ext uri="{FF2B5EF4-FFF2-40B4-BE49-F238E27FC236}">
                  <a16:creationId xmlns:a16="http://schemas.microsoft.com/office/drawing/2014/main" id="{AABD1CF8-9E9F-9C48-BD03-40D9937A9A9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1" name="Picture 48">
              <a:extLst>
                <a:ext uri="{FF2B5EF4-FFF2-40B4-BE49-F238E27FC236}">
                  <a16:creationId xmlns:a16="http://schemas.microsoft.com/office/drawing/2014/main" id="{291C3C36-E819-5A47-B8DA-58F21211CA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72" name="Text Box 49">
            <a:extLst>
              <a:ext uri="{FF2B5EF4-FFF2-40B4-BE49-F238E27FC236}">
                <a16:creationId xmlns:a16="http://schemas.microsoft.com/office/drawing/2014/main" id="{7F734A6F-CD60-FE44-9369-14A5CFFAF321}"/>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3" name="Line 50">
            <a:extLst>
              <a:ext uri="{FF2B5EF4-FFF2-40B4-BE49-F238E27FC236}">
                <a16:creationId xmlns:a16="http://schemas.microsoft.com/office/drawing/2014/main" id="{B28D226B-3CE2-2342-A4C9-5F3BE16E60A1}"/>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74" name="Picture 51">
            <a:extLst>
              <a:ext uri="{FF2B5EF4-FFF2-40B4-BE49-F238E27FC236}">
                <a16:creationId xmlns:a16="http://schemas.microsoft.com/office/drawing/2014/main" id="{F2D11F4E-87B2-244A-8B66-CF89F01208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75" name="Text Box 52">
            <a:extLst>
              <a:ext uri="{FF2B5EF4-FFF2-40B4-BE49-F238E27FC236}">
                <a16:creationId xmlns:a16="http://schemas.microsoft.com/office/drawing/2014/main" id="{6C6E4B7B-173A-5348-B7CE-6CBC73A83A5C}"/>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6" name="Text Box 53">
            <a:extLst>
              <a:ext uri="{FF2B5EF4-FFF2-40B4-BE49-F238E27FC236}">
                <a16:creationId xmlns:a16="http://schemas.microsoft.com/office/drawing/2014/main" id="{BE3EBC67-ED15-CB4E-A218-56EEE5B28E0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7" name="Text Box 54">
            <a:extLst>
              <a:ext uri="{FF2B5EF4-FFF2-40B4-BE49-F238E27FC236}">
                <a16:creationId xmlns:a16="http://schemas.microsoft.com/office/drawing/2014/main" id="{3CEA6A5E-A4EE-9247-81F3-836CDA06164F}"/>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2978" name="Text Box 55">
            <a:extLst>
              <a:ext uri="{FF2B5EF4-FFF2-40B4-BE49-F238E27FC236}">
                <a16:creationId xmlns:a16="http://schemas.microsoft.com/office/drawing/2014/main" id="{A477017D-06A3-2E47-92CD-12430FAD7EC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9" name="Text Box 56">
            <a:extLst>
              <a:ext uri="{FF2B5EF4-FFF2-40B4-BE49-F238E27FC236}">
                <a16:creationId xmlns:a16="http://schemas.microsoft.com/office/drawing/2014/main" id="{F29E3554-F904-164B-A428-896F2ADF8576}"/>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0" name="Text Box 57">
            <a:extLst>
              <a:ext uri="{FF2B5EF4-FFF2-40B4-BE49-F238E27FC236}">
                <a16:creationId xmlns:a16="http://schemas.microsoft.com/office/drawing/2014/main" id="{74A7EB57-94DE-C84E-BB0C-38082258F2B2}"/>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2981" name="Picture 58">
            <a:extLst>
              <a:ext uri="{FF2B5EF4-FFF2-40B4-BE49-F238E27FC236}">
                <a16:creationId xmlns:a16="http://schemas.microsoft.com/office/drawing/2014/main" id="{C49FCFAF-C76F-194B-AFD0-6251CCED82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2" name="Text Box 59">
            <a:extLst>
              <a:ext uri="{FF2B5EF4-FFF2-40B4-BE49-F238E27FC236}">
                <a16:creationId xmlns:a16="http://schemas.microsoft.com/office/drawing/2014/main" id="{C799F1D6-980D-2E43-A742-13E827F293C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2983" name="Text Box 60">
            <a:extLst>
              <a:ext uri="{FF2B5EF4-FFF2-40B4-BE49-F238E27FC236}">
                <a16:creationId xmlns:a16="http://schemas.microsoft.com/office/drawing/2014/main" id="{D1525F43-17F4-B343-8212-18F2F9C1F685}"/>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2984" name="Text Box 61">
            <a:extLst>
              <a:ext uri="{FF2B5EF4-FFF2-40B4-BE49-F238E27FC236}">
                <a16:creationId xmlns:a16="http://schemas.microsoft.com/office/drawing/2014/main" id="{F05C3EDB-7EB4-4D46-BD16-3957878BAFA6}"/>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5" name="Text Box 62">
            <a:extLst>
              <a:ext uri="{FF2B5EF4-FFF2-40B4-BE49-F238E27FC236}">
                <a16:creationId xmlns:a16="http://schemas.microsoft.com/office/drawing/2014/main" id="{904168E9-030F-B443-AAD1-BFDF739CC5D3}"/>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6159" name="AutoShape 63">
            <a:extLst>
              <a:ext uri="{FF2B5EF4-FFF2-40B4-BE49-F238E27FC236}">
                <a16:creationId xmlns:a16="http://schemas.microsoft.com/office/drawing/2014/main" id="{28C661F7-E208-E84A-942A-37E659A07645}"/>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0" name="AutoShape 64">
            <a:extLst>
              <a:ext uri="{FF2B5EF4-FFF2-40B4-BE49-F238E27FC236}">
                <a16:creationId xmlns:a16="http://schemas.microsoft.com/office/drawing/2014/main" id="{4691ABD4-D2C5-4F4B-81DF-F596AE526698}"/>
              </a:ext>
            </a:extLst>
          </p:cNvPr>
          <p:cNvSpPr>
            <a:spLocks noChangeArrowheads="1"/>
          </p:cNvSpPr>
          <p:nvPr/>
        </p:nvSpPr>
        <p:spPr bwMode="auto">
          <a:xfrm>
            <a:off x="3924301" y="20443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1" name="AutoShape 65">
            <a:extLst>
              <a:ext uri="{FF2B5EF4-FFF2-40B4-BE49-F238E27FC236}">
                <a16:creationId xmlns:a16="http://schemas.microsoft.com/office/drawing/2014/main" id="{4E3E140F-1374-7445-8E38-1FDCA8AC76FD}"/>
              </a:ext>
            </a:extLst>
          </p:cNvPr>
          <p:cNvSpPr>
            <a:spLocks noChangeArrowheads="1"/>
          </p:cNvSpPr>
          <p:nvPr/>
        </p:nvSpPr>
        <p:spPr bwMode="auto">
          <a:xfrm>
            <a:off x="3924301" y="22740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2989" name="幻灯片编号占位符 1">
            <a:extLst>
              <a:ext uri="{FF2B5EF4-FFF2-40B4-BE49-F238E27FC236}">
                <a16:creationId xmlns:a16="http://schemas.microsoft.com/office/drawing/2014/main" id="{6182A6CD-9BE7-8D42-86D5-ED30A43CF568}"/>
              </a:ext>
            </a:extLst>
          </p:cNvPr>
          <p:cNvSpPr>
            <a:spLocks noGrp="1" noChangeArrowheads="1"/>
          </p:cNvSpPr>
          <p:nvPr>
            <p:ph type="sldNum" sz="quarter" idx="10"/>
          </p:nvPr>
        </p:nvSpPr>
        <p:spPr>
          <a:xfrm>
            <a:off x="8698230" y="4844573"/>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EF3D144-D2C1-2E42-A8C8-1A47BB86672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115</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116027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nodeType="afterGroup">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nodeType="afterGroup">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nodeType="afterGroup">
                            <p:stCondLst>
                              <p:cond delay="1000"/>
                            </p:stCondLst>
                            <p:childTnLst>
                              <p:par>
                                <p:cTn id="14" presetID="1" presetClass="exit" presetSubtype="0" fill="hold" grpId="1"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nodeType="afterGroup">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Rectangle 2">
            <a:extLst>
              <a:ext uri="{FF2B5EF4-FFF2-40B4-BE49-F238E27FC236}">
                <a16:creationId xmlns:a16="http://schemas.microsoft.com/office/drawing/2014/main" id="{BDEBD86F-043A-7449-A5E6-4E5F9A7D5853}"/>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收到分组后就用路由表中第 </a:t>
            </a:r>
            <a:r>
              <a:rPr lang="en-US" altLang="zh-CN" sz="21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4978" name="Freeform 3">
            <a:extLst>
              <a:ext uri="{FF2B5EF4-FFF2-40B4-BE49-F238E27FC236}">
                <a16:creationId xmlns:a16="http://schemas.microsoft.com/office/drawing/2014/main" id="{16C1264A-CC03-D14B-ABF4-442271BF4536}"/>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4979" name="Text Box 4">
            <a:extLst>
              <a:ext uri="{FF2B5EF4-FFF2-40B4-BE49-F238E27FC236}">
                <a16:creationId xmlns:a16="http://schemas.microsoft.com/office/drawing/2014/main" id="{1BD53C3B-7C1D-8F47-ACA0-CDB0149E246C}"/>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4980" name="Text Box 5">
            <a:extLst>
              <a:ext uri="{FF2B5EF4-FFF2-40B4-BE49-F238E27FC236}">
                <a16:creationId xmlns:a16="http://schemas.microsoft.com/office/drawing/2014/main" id="{05BFB364-5A90-E248-B9B7-1C482CCA6452}"/>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7126" name="Group 6">
            <a:extLst>
              <a:ext uri="{FF2B5EF4-FFF2-40B4-BE49-F238E27FC236}">
                <a16:creationId xmlns:a16="http://schemas.microsoft.com/office/drawing/2014/main" id="{F507880D-40E2-8445-A264-17DE27F650F2}"/>
              </a:ext>
            </a:extLst>
          </p:cNvPr>
          <p:cNvGraphicFramePr>
            <a:graphicFrameLocks noGrp="1"/>
          </p:cNvGraphicFramePr>
          <p:nvPr>
            <p:extLst>
              <p:ext uri="{D42A27DB-BD31-4B8C-83A1-F6EECF244321}">
                <p14:modId xmlns:p14="http://schemas.microsoft.com/office/powerpoint/2010/main" val="2264350170"/>
              </p:ext>
            </p:extLst>
          </p:nvPr>
        </p:nvGraphicFramePr>
        <p:xfrm>
          <a:off x="4316016" y="1539478"/>
          <a:ext cx="3577828" cy="1039153"/>
        </p:xfrm>
        <a:graphic>
          <a:graphicData uri="http://schemas.openxmlformats.org/drawingml/2006/table">
            <a:tbl>
              <a:tblPr/>
              <a:tblGrid>
                <a:gridCol w="1285132">
                  <a:extLst>
                    <a:ext uri="{9D8B030D-6E8A-4147-A177-3AD203B41FA5}">
                      <a16:colId xmlns:a16="http://schemas.microsoft.com/office/drawing/2014/main" val="20000"/>
                    </a:ext>
                  </a:extLst>
                </a:gridCol>
                <a:gridCol w="1539469">
                  <a:extLst>
                    <a:ext uri="{9D8B030D-6E8A-4147-A177-3AD203B41FA5}">
                      <a16:colId xmlns:a16="http://schemas.microsoft.com/office/drawing/2014/main" val="20001"/>
                    </a:ext>
                  </a:extLst>
                </a:gridCol>
                <a:gridCol w="753227">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4995" name="Text Box 20">
            <a:extLst>
              <a:ext uri="{FF2B5EF4-FFF2-40B4-BE49-F238E27FC236}">
                <a16:creationId xmlns:a16="http://schemas.microsoft.com/office/drawing/2014/main" id="{913BC07F-839E-8943-99E4-BE2BEB90A9F0}"/>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4996" name="Line 21">
            <a:extLst>
              <a:ext uri="{FF2B5EF4-FFF2-40B4-BE49-F238E27FC236}">
                <a16:creationId xmlns:a16="http://schemas.microsoft.com/office/drawing/2014/main" id="{11EAA0DE-69A2-9448-B253-62E93166B658}"/>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7" name="Line 22">
            <a:extLst>
              <a:ext uri="{FF2B5EF4-FFF2-40B4-BE49-F238E27FC236}">
                <a16:creationId xmlns:a16="http://schemas.microsoft.com/office/drawing/2014/main" id="{4A01B8BF-D2FC-6049-811D-DD884625FF6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8" name="Line 23">
            <a:extLst>
              <a:ext uri="{FF2B5EF4-FFF2-40B4-BE49-F238E27FC236}">
                <a16:creationId xmlns:a16="http://schemas.microsoft.com/office/drawing/2014/main" id="{A3307D84-A9DE-094F-959B-411E03DA6074}"/>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9" name="Line 24">
            <a:extLst>
              <a:ext uri="{FF2B5EF4-FFF2-40B4-BE49-F238E27FC236}">
                <a16:creationId xmlns:a16="http://schemas.microsoft.com/office/drawing/2014/main" id="{758CA1D5-66C7-CC41-8348-514E6A5B2DE1}"/>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0" name="Picture 25">
            <a:extLst>
              <a:ext uri="{FF2B5EF4-FFF2-40B4-BE49-F238E27FC236}">
                <a16:creationId xmlns:a16="http://schemas.microsoft.com/office/drawing/2014/main" id="{0689EBA3-E54A-2840-B198-B2453379AE3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01" name="Text Box 26">
            <a:extLst>
              <a:ext uri="{FF2B5EF4-FFF2-40B4-BE49-F238E27FC236}">
                <a16:creationId xmlns:a16="http://schemas.microsoft.com/office/drawing/2014/main" id="{EC6B2591-18EC-CB48-B6F6-400A6DBA0A9E}"/>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5002" name="Text Box 27">
            <a:extLst>
              <a:ext uri="{FF2B5EF4-FFF2-40B4-BE49-F238E27FC236}">
                <a16:creationId xmlns:a16="http://schemas.microsoft.com/office/drawing/2014/main" id="{00711998-293F-E243-8E28-4B8292419A7C}"/>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03" name="Text Box 28">
            <a:extLst>
              <a:ext uri="{FF2B5EF4-FFF2-40B4-BE49-F238E27FC236}">
                <a16:creationId xmlns:a16="http://schemas.microsoft.com/office/drawing/2014/main" id="{76705B36-AF06-CA4F-A6EA-6856536B1DEF}"/>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5004" name="Line 29">
            <a:extLst>
              <a:ext uri="{FF2B5EF4-FFF2-40B4-BE49-F238E27FC236}">
                <a16:creationId xmlns:a16="http://schemas.microsoft.com/office/drawing/2014/main" id="{79101541-17AB-D145-89F1-BF48A903F8AE}"/>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5" name="Line 30">
            <a:extLst>
              <a:ext uri="{FF2B5EF4-FFF2-40B4-BE49-F238E27FC236}">
                <a16:creationId xmlns:a16="http://schemas.microsoft.com/office/drawing/2014/main" id="{C48182AC-4ACD-8C43-B033-6D8704FA002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6" name="Line 31">
            <a:extLst>
              <a:ext uri="{FF2B5EF4-FFF2-40B4-BE49-F238E27FC236}">
                <a16:creationId xmlns:a16="http://schemas.microsoft.com/office/drawing/2014/main" id="{DE55E46C-FEDE-FF42-BEC9-AB9FE517C9B3}"/>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7" name="Line 32">
            <a:extLst>
              <a:ext uri="{FF2B5EF4-FFF2-40B4-BE49-F238E27FC236}">
                <a16:creationId xmlns:a16="http://schemas.microsoft.com/office/drawing/2014/main" id="{EF55EBA4-FD53-BF4C-8D72-AE3D4B84D971}"/>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8" name="Line 33">
            <a:extLst>
              <a:ext uri="{FF2B5EF4-FFF2-40B4-BE49-F238E27FC236}">
                <a16:creationId xmlns:a16="http://schemas.microsoft.com/office/drawing/2014/main" id="{0B5CC8E1-608F-B140-9620-038ABFF28773}"/>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9" name="Picture 34">
            <a:extLst>
              <a:ext uri="{FF2B5EF4-FFF2-40B4-BE49-F238E27FC236}">
                <a16:creationId xmlns:a16="http://schemas.microsoft.com/office/drawing/2014/main" id="{4D0F5100-31D8-A040-8228-B188D86E5B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10" name="Picture 35">
            <a:extLst>
              <a:ext uri="{FF2B5EF4-FFF2-40B4-BE49-F238E27FC236}">
                <a16:creationId xmlns:a16="http://schemas.microsoft.com/office/drawing/2014/main" id="{D99D6767-0BCF-C149-9395-7F5C4B90A99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5011" name="Group 36">
            <a:extLst>
              <a:ext uri="{FF2B5EF4-FFF2-40B4-BE49-F238E27FC236}">
                <a16:creationId xmlns:a16="http://schemas.microsoft.com/office/drawing/2014/main" id="{DCD2A7BE-6F85-7949-80AF-595AFFC087AE}"/>
              </a:ext>
            </a:extLst>
          </p:cNvPr>
          <p:cNvGrpSpPr>
            <a:grpSpLocks/>
          </p:cNvGrpSpPr>
          <p:nvPr/>
        </p:nvGrpSpPr>
        <p:grpSpPr bwMode="auto">
          <a:xfrm>
            <a:off x="2844404" y="2594373"/>
            <a:ext cx="459581" cy="345281"/>
            <a:chOff x="864" y="1824"/>
            <a:chExt cx="432" cy="288"/>
          </a:xfrm>
        </p:grpSpPr>
        <p:pic>
          <p:nvPicPr>
            <p:cNvPr id="255049" name="Picture 37">
              <a:extLst>
                <a:ext uri="{FF2B5EF4-FFF2-40B4-BE49-F238E27FC236}">
                  <a16:creationId xmlns:a16="http://schemas.microsoft.com/office/drawing/2014/main" id="{047AF7F3-3517-3D4A-AEF6-0CEDC93F085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50" name="Picture 38">
              <a:extLst>
                <a:ext uri="{FF2B5EF4-FFF2-40B4-BE49-F238E27FC236}">
                  <a16:creationId xmlns:a16="http://schemas.microsoft.com/office/drawing/2014/main" id="{10D88FEA-5B1E-B148-8707-02887DB932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5012" name="Picture 39">
            <a:extLst>
              <a:ext uri="{FF2B5EF4-FFF2-40B4-BE49-F238E27FC236}">
                <a16:creationId xmlns:a16="http://schemas.microsoft.com/office/drawing/2014/main" id="{B4C9BD71-11F7-2E45-B951-D9E62B2D4D6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13" name="Line 40">
            <a:extLst>
              <a:ext uri="{FF2B5EF4-FFF2-40B4-BE49-F238E27FC236}">
                <a16:creationId xmlns:a16="http://schemas.microsoft.com/office/drawing/2014/main" id="{5F2A4C9A-37D9-9D42-9775-AA5BECF5D07F}"/>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4" name="Line 41">
            <a:extLst>
              <a:ext uri="{FF2B5EF4-FFF2-40B4-BE49-F238E27FC236}">
                <a16:creationId xmlns:a16="http://schemas.microsoft.com/office/drawing/2014/main" id="{38C041EA-76C9-7F4F-82BE-3C007A52713E}"/>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5" name="Text Box 42">
            <a:extLst>
              <a:ext uri="{FF2B5EF4-FFF2-40B4-BE49-F238E27FC236}">
                <a16:creationId xmlns:a16="http://schemas.microsoft.com/office/drawing/2014/main" id="{7FE981B6-7DF2-2244-8CA4-4B884ABC6757}"/>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5016" name="Text Box 43">
            <a:extLst>
              <a:ext uri="{FF2B5EF4-FFF2-40B4-BE49-F238E27FC236}">
                <a16:creationId xmlns:a16="http://schemas.microsoft.com/office/drawing/2014/main" id="{76C8B585-D916-A740-B2A4-31FA52D72D42}"/>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17" name="Text Box 44">
            <a:extLst>
              <a:ext uri="{FF2B5EF4-FFF2-40B4-BE49-F238E27FC236}">
                <a16:creationId xmlns:a16="http://schemas.microsoft.com/office/drawing/2014/main" id="{A5260229-BB88-9946-916B-D05EF2133737}"/>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18" name="Line 45">
            <a:extLst>
              <a:ext uri="{FF2B5EF4-FFF2-40B4-BE49-F238E27FC236}">
                <a16:creationId xmlns:a16="http://schemas.microsoft.com/office/drawing/2014/main" id="{A88B19F3-96D0-9244-8CA0-8DF355D539BD}"/>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5019" name="Group 46">
            <a:extLst>
              <a:ext uri="{FF2B5EF4-FFF2-40B4-BE49-F238E27FC236}">
                <a16:creationId xmlns:a16="http://schemas.microsoft.com/office/drawing/2014/main" id="{1FB1C48A-7E68-0342-A00B-3625B65773E3}"/>
              </a:ext>
            </a:extLst>
          </p:cNvPr>
          <p:cNvGrpSpPr>
            <a:grpSpLocks/>
          </p:cNvGrpSpPr>
          <p:nvPr/>
        </p:nvGrpSpPr>
        <p:grpSpPr bwMode="auto">
          <a:xfrm>
            <a:off x="2169319" y="3632598"/>
            <a:ext cx="459581" cy="345281"/>
            <a:chOff x="864" y="1824"/>
            <a:chExt cx="432" cy="288"/>
          </a:xfrm>
        </p:grpSpPr>
        <p:pic>
          <p:nvPicPr>
            <p:cNvPr id="255047" name="Picture 47">
              <a:extLst>
                <a:ext uri="{FF2B5EF4-FFF2-40B4-BE49-F238E27FC236}">
                  <a16:creationId xmlns:a16="http://schemas.microsoft.com/office/drawing/2014/main" id="{1E615187-3A27-474A-855A-A62144156FE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48" name="Picture 48">
              <a:extLst>
                <a:ext uri="{FF2B5EF4-FFF2-40B4-BE49-F238E27FC236}">
                  <a16:creationId xmlns:a16="http://schemas.microsoft.com/office/drawing/2014/main" id="{C3DB2456-6005-1241-AD6C-DB27BD0B2E6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5020" name="Text Box 49">
            <a:extLst>
              <a:ext uri="{FF2B5EF4-FFF2-40B4-BE49-F238E27FC236}">
                <a16:creationId xmlns:a16="http://schemas.microsoft.com/office/drawing/2014/main" id="{F94A7D2A-0587-3641-8EA8-47AF5DFE4C2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1" name="Line 50">
            <a:extLst>
              <a:ext uri="{FF2B5EF4-FFF2-40B4-BE49-F238E27FC236}">
                <a16:creationId xmlns:a16="http://schemas.microsoft.com/office/drawing/2014/main" id="{5000E42E-C6B8-1747-A810-F78C6E0DC78D}"/>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22" name="Picture 51">
            <a:extLst>
              <a:ext uri="{FF2B5EF4-FFF2-40B4-BE49-F238E27FC236}">
                <a16:creationId xmlns:a16="http://schemas.microsoft.com/office/drawing/2014/main" id="{2A041CCA-8467-C14A-8711-12A0189870A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23" name="Text Box 52">
            <a:extLst>
              <a:ext uri="{FF2B5EF4-FFF2-40B4-BE49-F238E27FC236}">
                <a16:creationId xmlns:a16="http://schemas.microsoft.com/office/drawing/2014/main" id="{2E231188-0E3C-DC41-B225-BA30555E172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4" name="Text Box 53">
            <a:extLst>
              <a:ext uri="{FF2B5EF4-FFF2-40B4-BE49-F238E27FC236}">
                <a16:creationId xmlns:a16="http://schemas.microsoft.com/office/drawing/2014/main" id="{05E371DC-9547-1A4B-923D-7C399C7C7DD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5" name="Text Box 54">
            <a:extLst>
              <a:ext uri="{FF2B5EF4-FFF2-40B4-BE49-F238E27FC236}">
                <a16:creationId xmlns:a16="http://schemas.microsoft.com/office/drawing/2014/main" id="{DE6368E3-152C-2441-8025-A571A2CAC9AE}"/>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5026" name="Text Box 55">
            <a:extLst>
              <a:ext uri="{FF2B5EF4-FFF2-40B4-BE49-F238E27FC236}">
                <a16:creationId xmlns:a16="http://schemas.microsoft.com/office/drawing/2014/main" id="{41019986-47C2-8E4E-89EF-55E0883BB04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7" name="Text Box 56">
            <a:extLst>
              <a:ext uri="{FF2B5EF4-FFF2-40B4-BE49-F238E27FC236}">
                <a16:creationId xmlns:a16="http://schemas.microsoft.com/office/drawing/2014/main" id="{EDEA2712-81C6-384A-8BFF-675935D2FF1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8" name="Text Box 57">
            <a:extLst>
              <a:ext uri="{FF2B5EF4-FFF2-40B4-BE49-F238E27FC236}">
                <a16:creationId xmlns:a16="http://schemas.microsoft.com/office/drawing/2014/main" id="{67442FF5-03BA-9648-8887-4B0D642EA9A1}"/>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5029" name="Picture 58">
            <a:extLst>
              <a:ext uri="{FF2B5EF4-FFF2-40B4-BE49-F238E27FC236}">
                <a16:creationId xmlns:a16="http://schemas.microsoft.com/office/drawing/2014/main" id="{4AB1A2F5-2DC2-9747-A1FB-5A9AF2A7EFA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30" name="Text Box 59">
            <a:extLst>
              <a:ext uri="{FF2B5EF4-FFF2-40B4-BE49-F238E27FC236}">
                <a16:creationId xmlns:a16="http://schemas.microsoft.com/office/drawing/2014/main" id="{94C71302-7EE7-624E-9779-AF67B377779F}"/>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5031" name="Text Box 60">
            <a:extLst>
              <a:ext uri="{FF2B5EF4-FFF2-40B4-BE49-F238E27FC236}">
                <a16:creationId xmlns:a16="http://schemas.microsoft.com/office/drawing/2014/main" id="{1CA72478-2866-FC46-8E22-ED09920567C4}"/>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5032" name="Text Box 61">
            <a:extLst>
              <a:ext uri="{FF2B5EF4-FFF2-40B4-BE49-F238E27FC236}">
                <a16:creationId xmlns:a16="http://schemas.microsoft.com/office/drawing/2014/main" id="{3C7E2144-3C3F-6D4C-A7FC-720ADD9DC5B1}"/>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33" name="Text Box 62">
            <a:extLst>
              <a:ext uri="{FF2B5EF4-FFF2-40B4-BE49-F238E27FC236}">
                <a16:creationId xmlns:a16="http://schemas.microsoft.com/office/drawing/2014/main" id="{98D3261E-A388-A14A-8AFD-D9CAD06E6017}"/>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7183" name="Rectangle 63">
            <a:extLst>
              <a:ext uri="{FF2B5EF4-FFF2-40B4-BE49-F238E27FC236}">
                <a16:creationId xmlns:a16="http://schemas.microsoft.com/office/drawing/2014/main" id="{28377F21-BCA6-C045-AE7E-6DE9F06FD612}"/>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不匹配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（因为</a:t>
            </a:r>
            <a:r>
              <a:rPr lang="en-US" altLang="zh-CN" sz="2100">
                <a:latin typeface="Arial" panose="020B0604020202020204" pitchFamily="34" charset="0"/>
                <a:ea typeface="宋体" panose="02010600030101010101" pitchFamily="2" charset="-122"/>
              </a:rPr>
              <a:t>128.30.33.128 </a:t>
            </a:r>
            <a:r>
              <a:rPr lang="zh-CN" altLang="en-US" sz="2100">
                <a:latin typeface="Arial" panose="020B0604020202020204" pitchFamily="34" charset="0"/>
                <a:ea typeface="宋体" panose="02010600030101010101" pitchFamily="2" charset="-122"/>
              </a:rPr>
              <a:t>与路由表中的 </a:t>
            </a:r>
            <a:r>
              <a:rPr lang="en-US" altLang="zh-CN" sz="2100">
                <a:latin typeface="Arial" panose="020B0604020202020204" pitchFamily="34" charset="0"/>
                <a:ea typeface="宋体" panose="02010600030101010101" pitchFamily="2" charset="-122"/>
              </a:rPr>
              <a:t>128.30.33.0 </a:t>
            </a:r>
            <a:r>
              <a:rPr lang="zh-CN" altLang="en-US" sz="2100">
                <a:latin typeface="Arial" panose="020B0604020202020204" pitchFamily="34" charset="0"/>
                <a:ea typeface="宋体" panose="02010600030101010101" pitchFamily="2" charset="-122"/>
              </a:rPr>
              <a:t>不一致）</a:t>
            </a:r>
          </a:p>
        </p:txBody>
      </p:sp>
      <p:sp>
        <p:nvSpPr>
          <p:cNvPr id="255035" name="Rectangle 64">
            <a:extLst>
              <a:ext uri="{FF2B5EF4-FFF2-40B4-BE49-F238E27FC236}">
                <a16:creationId xmlns:a16="http://schemas.microsoft.com/office/drawing/2014/main" id="{F200DC58-6C20-0741-9AA1-18BAC8396649}"/>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7185" name="Group 65">
            <a:extLst>
              <a:ext uri="{FF2B5EF4-FFF2-40B4-BE49-F238E27FC236}">
                <a16:creationId xmlns:a16="http://schemas.microsoft.com/office/drawing/2014/main" id="{AF0B2D45-F58B-1C4C-8033-659243041984}"/>
              </a:ext>
            </a:extLst>
          </p:cNvPr>
          <p:cNvGrpSpPr>
            <a:grpSpLocks/>
          </p:cNvGrpSpPr>
          <p:nvPr/>
        </p:nvGrpSpPr>
        <p:grpSpPr bwMode="auto">
          <a:xfrm>
            <a:off x="5008960" y="1240631"/>
            <a:ext cx="1939528" cy="790575"/>
            <a:chOff x="3247" y="1042"/>
            <a:chExt cx="1629" cy="664"/>
          </a:xfrm>
        </p:grpSpPr>
        <p:sp>
          <p:nvSpPr>
            <p:cNvPr id="255045" name="Line 66">
              <a:extLst>
                <a:ext uri="{FF2B5EF4-FFF2-40B4-BE49-F238E27FC236}">
                  <a16:creationId xmlns:a16="http://schemas.microsoft.com/office/drawing/2014/main" id="{AE57FA14-A71A-1949-9088-F879EB4A35E1}"/>
                </a:ext>
              </a:extLst>
            </p:cNvPr>
            <p:cNvSpPr>
              <a:spLocks noChangeShapeType="1"/>
            </p:cNvSpPr>
            <p:nvPr/>
          </p:nvSpPr>
          <p:spPr bwMode="auto">
            <a:xfrm>
              <a:off x="3742" y="1706"/>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6" name="Line 67">
              <a:extLst>
                <a:ext uri="{FF2B5EF4-FFF2-40B4-BE49-F238E27FC236}">
                  <a16:creationId xmlns:a16="http://schemas.microsoft.com/office/drawing/2014/main" id="{7A9DF749-0B1A-0142-8BE4-4996FC52E94A}"/>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5037" name="AutoShape 68">
            <a:extLst>
              <a:ext uri="{FF2B5EF4-FFF2-40B4-BE49-F238E27FC236}">
                <a16:creationId xmlns:a16="http://schemas.microsoft.com/office/drawing/2014/main" id="{F2EB34E8-E2FF-5B44-929E-4E0C85A8B321}"/>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7189" name="AutoShape 69">
            <a:extLst>
              <a:ext uri="{FF2B5EF4-FFF2-40B4-BE49-F238E27FC236}">
                <a16:creationId xmlns:a16="http://schemas.microsoft.com/office/drawing/2014/main" id="{4D630D3C-68D1-0F4B-BD07-DBD3E55446F1}"/>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7190" name="Group 70">
            <a:extLst>
              <a:ext uri="{FF2B5EF4-FFF2-40B4-BE49-F238E27FC236}">
                <a16:creationId xmlns:a16="http://schemas.microsoft.com/office/drawing/2014/main" id="{7273C644-4B3A-DD4B-BCBF-5FC80AE3BC01}"/>
              </a:ext>
            </a:extLst>
          </p:cNvPr>
          <p:cNvGrpSpPr>
            <a:grpSpLocks/>
          </p:cNvGrpSpPr>
          <p:nvPr/>
        </p:nvGrpSpPr>
        <p:grpSpPr bwMode="auto">
          <a:xfrm>
            <a:off x="4252913" y="2024062"/>
            <a:ext cx="3545681" cy="2368154"/>
            <a:chOff x="2612" y="1700"/>
            <a:chExt cx="2978" cy="1989"/>
          </a:xfrm>
        </p:grpSpPr>
        <p:sp>
          <p:nvSpPr>
            <p:cNvPr id="255043" name="Line 71">
              <a:extLst>
                <a:ext uri="{FF2B5EF4-FFF2-40B4-BE49-F238E27FC236}">
                  <a16:creationId xmlns:a16="http://schemas.microsoft.com/office/drawing/2014/main" id="{EEA4FD96-2E00-864E-8807-8E23A08D8FFA}"/>
                </a:ext>
              </a:extLst>
            </p:cNvPr>
            <p:cNvSpPr>
              <a:spLocks noChangeShapeType="1"/>
            </p:cNvSpPr>
            <p:nvPr/>
          </p:nvSpPr>
          <p:spPr bwMode="auto">
            <a:xfrm>
              <a:off x="2612" y="1700"/>
              <a:ext cx="1134" cy="0"/>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4" name="Line 72">
              <a:extLst>
                <a:ext uri="{FF2B5EF4-FFF2-40B4-BE49-F238E27FC236}">
                  <a16:creationId xmlns:a16="http://schemas.microsoft.com/office/drawing/2014/main" id="{CCF48229-FB83-8640-8C56-0A333BBF16AE}"/>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7193" name="Line 73">
            <a:extLst>
              <a:ext uri="{FF2B5EF4-FFF2-40B4-BE49-F238E27FC236}">
                <a16:creationId xmlns:a16="http://schemas.microsoft.com/office/drawing/2014/main" id="{5C6BBFD9-07AD-F94D-A659-D8F5F7B9FF12}"/>
              </a:ext>
            </a:extLst>
          </p:cNvPr>
          <p:cNvSpPr>
            <a:spLocks noChangeShapeType="1"/>
          </p:cNvSpPr>
          <p:nvPr/>
        </p:nvSpPr>
        <p:spPr bwMode="auto">
          <a:xfrm>
            <a:off x="4895850" y="2031206"/>
            <a:ext cx="1997869" cy="2052638"/>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17194" name="Text Box 74">
            <a:extLst>
              <a:ext uri="{FF2B5EF4-FFF2-40B4-BE49-F238E27FC236}">
                <a16:creationId xmlns:a16="http://schemas.microsoft.com/office/drawing/2014/main" id="{9B2FA7A8-167A-0D49-98A0-DA7FFAA6E7F8}"/>
              </a:ext>
            </a:extLst>
          </p:cNvPr>
          <p:cNvSpPr txBox="1">
            <a:spLocks noChangeArrowheads="1"/>
          </p:cNvSpPr>
          <p:nvPr/>
        </p:nvSpPr>
        <p:spPr bwMode="auto">
          <a:xfrm>
            <a:off x="5112544" y="2725341"/>
            <a:ext cx="1454244" cy="60016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latin typeface="Tahoma" panose="020B0604030504040204" pitchFamily="34" charset="0"/>
                <a:ea typeface="宋体" panose="02010600030101010101" pitchFamily="2" charset="-122"/>
                <a:cs typeface="黑体" panose="02010609060101010101" pitchFamily="49" charset="-122"/>
              </a:rPr>
              <a:t>不一致</a:t>
            </a:r>
          </a:p>
        </p:txBody>
      </p:sp>
      <p:sp>
        <p:nvSpPr>
          <p:cNvPr id="255042" name="幻灯片编号占位符 1">
            <a:extLst>
              <a:ext uri="{FF2B5EF4-FFF2-40B4-BE49-F238E27FC236}">
                <a16:creationId xmlns:a16="http://schemas.microsoft.com/office/drawing/2014/main" id="{5F2A8C04-2F5D-CF40-9A21-E847FC8FDAE7}"/>
              </a:ext>
            </a:extLst>
          </p:cNvPr>
          <p:cNvSpPr>
            <a:spLocks noGrp="1" noChangeArrowheads="1"/>
          </p:cNvSpPr>
          <p:nvPr>
            <p:ph type="sldNum" sz="quarter" idx="10"/>
          </p:nvPr>
        </p:nvSpPr>
        <p:spPr>
          <a:xfrm>
            <a:off x="8740378" y="4849222"/>
            <a:ext cx="403622"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9C3BAB-6DAE-7D44-BF2F-835D1E7DD73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8807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718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7189"/>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7189"/>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7185"/>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500"/>
                                  </p:stCondLst>
                                  <p:childTnLst>
                                    <p:anim calcmode="discrete" valueType="str">
                                      <p:cBhvr>
                                        <p:cTn id="18" dur="1000" fill="hold"/>
                                        <p:tgtEl>
                                          <p:spTgt spid="517185"/>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5000"/>
                                        <p:tgtEl>
                                          <p:spTgt spid="517183"/>
                                        </p:tgtEl>
                                      </p:cBhvr>
                                    </p:animEffect>
                                  </p:childTnLst>
                                </p:cTn>
                              </p:par>
                            </p:childTnLst>
                          </p:cTn>
                        </p:par>
                        <p:par>
                          <p:cTn id="23" fill="hold" nodeType="afterGroup">
                            <p:stCondLst>
                              <p:cond delay="11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nodeType="afterGroup">
                            <p:stCondLst>
                              <p:cond delay="11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500"/>
                            </p:stCondLst>
                            <p:childTnLst>
                              <p:par>
                                <p:cTn id="30" presetID="1" presetClass="entr" presetSubtype="0" fill="hold" grpId="0" nodeType="afterEffect">
                                  <p:stCondLst>
                                    <p:cond delay="0"/>
                                  </p:stCondLst>
                                  <p:childTnLst>
                                    <p:set>
                                      <p:cBhvr>
                                        <p:cTn id="31" dur="1" fill="hold">
                                          <p:stCondLst>
                                            <p:cond delay="0"/>
                                          </p:stCondLst>
                                        </p:cTn>
                                        <p:tgtEl>
                                          <p:spTgt spid="517194"/>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183" grpId="0" animBg="1"/>
      <p:bldP spid="517189" grpId="0" animBg="1"/>
      <p:bldP spid="517189" grpId="1" animBg="1"/>
      <p:bldP spid="517189" grpId="2" animBg="1"/>
      <p:bldP spid="517194"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7025" name="Rectangle 2">
            <a:extLst>
              <a:ext uri="{FF2B5EF4-FFF2-40B4-BE49-F238E27FC236}">
                <a16:creationId xmlns:a16="http://schemas.microsoft.com/office/drawing/2014/main" id="{ADD66E3F-0AB8-3647-A575-EC5A77783F25}"/>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再用路由表中第 </a:t>
            </a:r>
            <a:r>
              <a:rPr lang="en-US" altLang="zh-CN" sz="21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7026" name="Freeform 3">
            <a:extLst>
              <a:ext uri="{FF2B5EF4-FFF2-40B4-BE49-F238E27FC236}">
                <a16:creationId xmlns:a16="http://schemas.microsoft.com/office/drawing/2014/main" id="{6ADFEB2B-C837-F642-A30E-1DD34B12A8C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7027" name="Text Box 4">
            <a:extLst>
              <a:ext uri="{FF2B5EF4-FFF2-40B4-BE49-F238E27FC236}">
                <a16:creationId xmlns:a16="http://schemas.microsoft.com/office/drawing/2014/main" id="{317498F8-1539-C242-8DE8-A65472217720}"/>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7028" name="Text Box 5">
            <a:extLst>
              <a:ext uri="{FF2B5EF4-FFF2-40B4-BE49-F238E27FC236}">
                <a16:creationId xmlns:a16="http://schemas.microsoft.com/office/drawing/2014/main" id="{2C024506-5640-F74D-B2BF-991D493DC84D}"/>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8150" name="Group 6">
            <a:extLst>
              <a:ext uri="{FF2B5EF4-FFF2-40B4-BE49-F238E27FC236}">
                <a16:creationId xmlns:a16="http://schemas.microsoft.com/office/drawing/2014/main" id="{FCF5CE7A-B2CB-4243-88B9-FA05D5C2A416}"/>
              </a:ext>
            </a:extLst>
          </p:cNvPr>
          <p:cNvGraphicFramePr>
            <a:graphicFrameLocks noGrp="1"/>
          </p:cNvGraphicFramePr>
          <p:nvPr>
            <p:extLst>
              <p:ext uri="{D42A27DB-BD31-4B8C-83A1-F6EECF244321}">
                <p14:modId xmlns:p14="http://schemas.microsoft.com/office/powerpoint/2010/main" val="247079953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7043" name="Text Box 20">
            <a:extLst>
              <a:ext uri="{FF2B5EF4-FFF2-40B4-BE49-F238E27FC236}">
                <a16:creationId xmlns:a16="http://schemas.microsoft.com/office/drawing/2014/main" id="{864FDAAD-9172-6340-B73A-9CC883F1ECA8}"/>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44" name="Line 21">
            <a:extLst>
              <a:ext uri="{FF2B5EF4-FFF2-40B4-BE49-F238E27FC236}">
                <a16:creationId xmlns:a16="http://schemas.microsoft.com/office/drawing/2014/main" id="{E64166EF-9F89-0844-B488-90D21392FE8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5" name="Line 22">
            <a:extLst>
              <a:ext uri="{FF2B5EF4-FFF2-40B4-BE49-F238E27FC236}">
                <a16:creationId xmlns:a16="http://schemas.microsoft.com/office/drawing/2014/main" id="{571BA0BD-80CC-EE4A-A51C-5321947F553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6" name="Line 23">
            <a:extLst>
              <a:ext uri="{FF2B5EF4-FFF2-40B4-BE49-F238E27FC236}">
                <a16:creationId xmlns:a16="http://schemas.microsoft.com/office/drawing/2014/main" id="{0018AF58-9736-774D-929A-5AD52F6954C0}"/>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7" name="Line 24">
            <a:extLst>
              <a:ext uri="{FF2B5EF4-FFF2-40B4-BE49-F238E27FC236}">
                <a16:creationId xmlns:a16="http://schemas.microsoft.com/office/drawing/2014/main" id="{F263F537-71CA-1941-93A7-F6F06A07968C}"/>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48" name="Picture 25">
            <a:extLst>
              <a:ext uri="{FF2B5EF4-FFF2-40B4-BE49-F238E27FC236}">
                <a16:creationId xmlns:a16="http://schemas.microsoft.com/office/drawing/2014/main" id="{44E7C6B1-AAD6-7442-8592-A9775CF67F4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49" name="Text Box 26">
            <a:extLst>
              <a:ext uri="{FF2B5EF4-FFF2-40B4-BE49-F238E27FC236}">
                <a16:creationId xmlns:a16="http://schemas.microsoft.com/office/drawing/2014/main" id="{419F5A59-35E9-8845-B96D-8B10A35C83D2}"/>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7050" name="Text Box 27">
            <a:extLst>
              <a:ext uri="{FF2B5EF4-FFF2-40B4-BE49-F238E27FC236}">
                <a16:creationId xmlns:a16="http://schemas.microsoft.com/office/drawing/2014/main" id="{DC0132AA-2FB6-C14D-91FA-139EA31A105E}"/>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51" name="Text Box 28">
            <a:extLst>
              <a:ext uri="{FF2B5EF4-FFF2-40B4-BE49-F238E27FC236}">
                <a16:creationId xmlns:a16="http://schemas.microsoft.com/office/drawing/2014/main" id="{1212C0F5-02DA-364E-B034-00EE05C99001}"/>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7052" name="Line 29">
            <a:extLst>
              <a:ext uri="{FF2B5EF4-FFF2-40B4-BE49-F238E27FC236}">
                <a16:creationId xmlns:a16="http://schemas.microsoft.com/office/drawing/2014/main" id="{BCD0423F-6C0B-1C41-9523-A103159EF8BB}"/>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3" name="Line 30">
            <a:extLst>
              <a:ext uri="{FF2B5EF4-FFF2-40B4-BE49-F238E27FC236}">
                <a16:creationId xmlns:a16="http://schemas.microsoft.com/office/drawing/2014/main" id="{68357EFA-55E4-7C4A-AACE-1A87036E913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4" name="Line 31">
            <a:extLst>
              <a:ext uri="{FF2B5EF4-FFF2-40B4-BE49-F238E27FC236}">
                <a16:creationId xmlns:a16="http://schemas.microsoft.com/office/drawing/2014/main" id="{318F5B6A-65BD-CD4F-A949-AFF70D1AFD6D}"/>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5" name="Line 32">
            <a:extLst>
              <a:ext uri="{FF2B5EF4-FFF2-40B4-BE49-F238E27FC236}">
                <a16:creationId xmlns:a16="http://schemas.microsoft.com/office/drawing/2014/main" id="{B41592BB-95A0-2C41-8D3A-28B512317AC4}"/>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6" name="Line 33">
            <a:extLst>
              <a:ext uri="{FF2B5EF4-FFF2-40B4-BE49-F238E27FC236}">
                <a16:creationId xmlns:a16="http://schemas.microsoft.com/office/drawing/2014/main" id="{137E3263-817B-5D46-A647-C29D3B4A751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57" name="Picture 34">
            <a:extLst>
              <a:ext uri="{FF2B5EF4-FFF2-40B4-BE49-F238E27FC236}">
                <a16:creationId xmlns:a16="http://schemas.microsoft.com/office/drawing/2014/main" id="{4EE344A1-82F3-CB41-B0CD-1FD729C270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58" name="Picture 35">
            <a:extLst>
              <a:ext uri="{FF2B5EF4-FFF2-40B4-BE49-F238E27FC236}">
                <a16:creationId xmlns:a16="http://schemas.microsoft.com/office/drawing/2014/main" id="{3DBC0BAB-6DAA-C94D-A8DF-D7604819CE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59" name="Group 36">
            <a:extLst>
              <a:ext uri="{FF2B5EF4-FFF2-40B4-BE49-F238E27FC236}">
                <a16:creationId xmlns:a16="http://schemas.microsoft.com/office/drawing/2014/main" id="{89E1DA23-E66B-9947-AFE6-8A3430A073F6}"/>
              </a:ext>
            </a:extLst>
          </p:cNvPr>
          <p:cNvGrpSpPr>
            <a:grpSpLocks/>
          </p:cNvGrpSpPr>
          <p:nvPr/>
        </p:nvGrpSpPr>
        <p:grpSpPr bwMode="auto">
          <a:xfrm>
            <a:off x="2844404" y="2594373"/>
            <a:ext cx="459581" cy="345281"/>
            <a:chOff x="864" y="1824"/>
            <a:chExt cx="432" cy="288"/>
          </a:xfrm>
        </p:grpSpPr>
        <p:pic>
          <p:nvPicPr>
            <p:cNvPr id="257098" name="Picture 37">
              <a:extLst>
                <a:ext uri="{FF2B5EF4-FFF2-40B4-BE49-F238E27FC236}">
                  <a16:creationId xmlns:a16="http://schemas.microsoft.com/office/drawing/2014/main" id="{5958FB31-F1E4-1343-9429-C5E27ACB26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9" name="Picture 38">
              <a:extLst>
                <a:ext uri="{FF2B5EF4-FFF2-40B4-BE49-F238E27FC236}">
                  <a16:creationId xmlns:a16="http://schemas.microsoft.com/office/drawing/2014/main" id="{2A3503C0-9E1C-6D40-95C4-40C3F679D1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7060" name="Picture 39">
            <a:extLst>
              <a:ext uri="{FF2B5EF4-FFF2-40B4-BE49-F238E27FC236}">
                <a16:creationId xmlns:a16="http://schemas.microsoft.com/office/drawing/2014/main" id="{EBE07413-DFAD-BD47-B1A8-09C477509E5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61" name="Line 40">
            <a:extLst>
              <a:ext uri="{FF2B5EF4-FFF2-40B4-BE49-F238E27FC236}">
                <a16:creationId xmlns:a16="http://schemas.microsoft.com/office/drawing/2014/main" id="{EE1C2B15-3E3E-FB48-B1B3-CD302CDD7862}"/>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2" name="Line 41">
            <a:extLst>
              <a:ext uri="{FF2B5EF4-FFF2-40B4-BE49-F238E27FC236}">
                <a16:creationId xmlns:a16="http://schemas.microsoft.com/office/drawing/2014/main" id="{DBC1C74F-23FD-E846-8E68-9C8C9F06D8B4}"/>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3" name="Text Box 42">
            <a:extLst>
              <a:ext uri="{FF2B5EF4-FFF2-40B4-BE49-F238E27FC236}">
                <a16:creationId xmlns:a16="http://schemas.microsoft.com/office/drawing/2014/main" id="{94BF037E-AF6E-B647-833E-6ECEC81D985E}"/>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7064" name="Text Box 43">
            <a:extLst>
              <a:ext uri="{FF2B5EF4-FFF2-40B4-BE49-F238E27FC236}">
                <a16:creationId xmlns:a16="http://schemas.microsoft.com/office/drawing/2014/main" id="{8B8D427D-A7B1-C74F-A625-2A07457042B7}"/>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65" name="Text Box 44">
            <a:extLst>
              <a:ext uri="{FF2B5EF4-FFF2-40B4-BE49-F238E27FC236}">
                <a16:creationId xmlns:a16="http://schemas.microsoft.com/office/drawing/2014/main" id="{EEA0F98F-8279-C148-9E23-649B0E6BFE7F}"/>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66" name="Line 45">
            <a:extLst>
              <a:ext uri="{FF2B5EF4-FFF2-40B4-BE49-F238E27FC236}">
                <a16:creationId xmlns:a16="http://schemas.microsoft.com/office/drawing/2014/main" id="{E6428FB3-FB6D-9A43-A009-3B1A2590CF78}"/>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7067" name="Group 46">
            <a:extLst>
              <a:ext uri="{FF2B5EF4-FFF2-40B4-BE49-F238E27FC236}">
                <a16:creationId xmlns:a16="http://schemas.microsoft.com/office/drawing/2014/main" id="{5D3C8D7B-C791-BC47-9317-4431191FD4AB}"/>
              </a:ext>
            </a:extLst>
          </p:cNvPr>
          <p:cNvGrpSpPr>
            <a:grpSpLocks/>
          </p:cNvGrpSpPr>
          <p:nvPr/>
        </p:nvGrpSpPr>
        <p:grpSpPr bwMode="auto">
          <a:xfrm>
            <a:off x="2169319" y="3632598"/>
            <a:ext cx="459581" cy="345281"/>
            <a:chOff x="864" y="1824"/>
            <a:chExt cx="432" cy="288"/>
          </a:xfrm>
        </p:grpSpPr>
        <p:pic>
          <p:nvPicPr>
            <p:cNvPr id="257096" name="Picture 47">
              <a:extLst>
                <a:ext uri="{FF2B5EF4-FFF2-40B4-BE49-F238E27FC236}">
                  <a16:creationId xmlns:a16="http://schemas.microsoft.com/office/drawing/2014/main" id="{5C61A8CE-82E6-DF42-8C56-048D52A3BC7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7" name="Picture 48">
              <a:extLst>
                <a:ext uri="{FF2B5EF4-FFF2-40B4-BE49-F238E27FC236}">
                  <a16:creationId xmlns:a16="http://schemas.microsoft.com/office/drawing/2014/main" id="{803E86CA-965F-EF44-A156-C3C93718C8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068" name="Text Box 49">
            <a:extLst>
              <a:ext uri="{FF2B5EF4-FFF2-40B4-BE49-F238E27FC236}">
                <a16:creationId xmlns:a16="http://schemas.microsoft.com/office/drawing/2014/main" id="{7E00331E-F7DC-CA41-A70A-EA9F1DAC082C}"/>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69" name="Line 50">
            <a:extLst>
              <a:ext uri="{FF2B5EF4-FFF2-40B4-BE49-F238E27FC236}">
                <a16:creationId xmlns:a16="http://schemas.microsoft.com/office/drawing/2014/main" id="{0B452D6D-270B-E041-8BCD-269CE40353A8}"/>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70" name="Picture 51">
            <a:extLst>
              <a:ext uri="{FF2B5EF4-FFF2-40B4-BE49-F238E27FC236}">
                <a16:creationId xmlns:a16="http://schemas.microsoft.com/office/drawing/2014/main" id="{0CD1E06C-F704-4844-BBC0-726227EC92B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1" name="Text Box 52">
            <a:extLst>
              <a:ext uri="{FF2B5EF4-FFF2-40B4-BE49-F238E27FC236}">
                <a16:creationId xmlns:a16="http://schemas.microsoft.com/office/drawing/2014/main" id="{4777C4DA-AEAF-9744-8867-85FCEB0F90ED}"/>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2" name="Text Box 53">
            <a:extLst>
              <a:ext uri="{FF2B5EF4-FFF2-40B4-BE49-F238E27FC236}">
                <a16:creationId xmlns:a16="http://schemas.microsoft.com/office/drawing/2014/main" id="{8161B9E0-7333-0240-B6D2-A7CC2A6D36E7}"/>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73" name="Text Box 54">
            <a:extLst>
              <a:ext uri="{FF2B5EF4-FFF2-40B4-BE49-F238E27FC236}">
                <a16:creationId xmlns:a16="http://schemas.microsoft.com/office/drawing/2014/main" id="{F0C661DE-0ED9-F146-ACCF-35B6EE590CE9}"/>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7074" name="Text Box 55">
            <a:extLst>
              <a:ext uri="{FF2B5EF4-FFF2-40B4-BE49-F238E27FC236}">
                <a16:creationId xmlns:a16="http://schemas.microsoft.com/office/drawing/2014/main" id="{FC8D255C-950C-1A47-8F8D-DB1E93CFB914}"/>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5" name="Text Box 56">
            <a:extLst>
              <a:ext uri="{FF2B5EF4-FFF2-40B4-BE49-F238E27FC236}">
                <a16:creationId xmlns:a16="http://schemas.microsoft.com/office/drawing/2014/main" id="{4B427774-D088-1049-B46A-57F9E2E0D1E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6" name="Text Box 57">
            <a:extLst>
              <a:ext uri="{FF2B5EF4-FFF2-40B4-BE49-F238E27FC236}">
                <a16:creationId xmlns:a16="http://schemas.microsoft.com/office/drawing/2014/main" id="{50C39C28-5619-BB42-A2C3-B6E4486CC4A5}"/>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7077" name="Picture 58">
            <a:extLst>
              <a:ext uri="{FF2B5EF4-FFF2-40B4-BE49-F238E27FC236}">
                <a16:creationId xmlns:a16="http://schemas.microsoft.com/office/drawing/2014/main" id="{E9E64792-4258-E84F-B7AD-8F63EDD09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8" name="Text Box 59">
            <a:extLst>
              <a:ext uri="{FF2B5EF4-FFF2-40B4-BE49-F238E27FC236}">
                <a16:creationId xmlns:a16="http://schemas.microsoft.com/office/drawing/2014/main" id="{3BAD7A50-8C98-E544-AB6D-1A26F53FAE8B}"/>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7079" name="Text Box 60">
            <a:extLst>
              <a:ext uri="{FF2B5EF4-FFF2-40B4-BE49-F238E27FC236}">
                <a16:creationId xmlns:a16="http://schemas.microsoft.com/office/drawing/2014/main" id="{669EDEA7-5243-3044-860B-D504C4D40E4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7080" name="Text Box 61">
            <a:extLst>
              <a:ext uri="{FF2B5EF4-FFF2-40B4-BE49-F238E27FC236}">
                <a16:creationId xmlns:a16="http://schemas.microsoft.com/office/drawing/2014/main" id="{13C456A3-CDE3-FC4E-A066-9F7370BDBA7B}"/>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81" name="Text Box 62">
            <a:extLst>
              <a:ext uri="{FF2B5EF4-FFF2-40B4-BE49-F238E27FC236}">
                <a16:creationId xmlns:a16="http://schemas.microsoft.com/office/drawing/2014/main" id="{0B668592-4EB6-DE49-BAAE-E1B3AEA2DEB0}"/>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8207" name="Rectangle 63">
            <a:extLst>
              <a:ext uri="{FF2B5EF4-FFF2-40B4-BE49-F238E27FC236}">
                <a16:creationId xmlns:a16="http://schemas.microsoft.com/office/drawing/2014/main" id="{80DE7EFE-B36E-A54E-9F5F-FFCB675F1E98}"/>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这表明子网 </a:t>
            </a:r>
            <a:r>
              <a:rPr lang="en-US" altLang="zh-CN" sz="2100">
                <a:latin typeface="Arial" panose="020B0604020202020204" pitchFamily="34" charset="0"/>
                <a:ea typeface="宋体" panose="02010600030101010101" pitchFamily="2" charset="-122"/>
              </a:rPr>
              <a:t>2 </a:t>
            </a:r>
            <a:r>
              <a:rPr lang="zh-CN" altLang="en-US" sz="2100">
                <a:latin typeface="Arial" panose="020B0604020202020204" pitchFamily="34" charset="0"/>
                <a:ea typeface="宋体" panose="02010600030101010101" pitchFamily="2" charset="-122"/>
              </a:rPr>
              <a:t>就是收到的分组所要寻找的目的网络</a:t>
            </a:r>
          </a:p>
        </p:txBody>
      </p:sp>
      <p:sp>
        <p:nvSpPr>
          <p:cNvPr id="257083" name="Rectangle 64">
            <a:extLst>
              <a:ext uri="{FF2B5EF4-FFF2-40B4-BE49-F238E27FC236}">
                <a16:creationId xmlns:a16="http://schemas.microsoft.com/office/drawing/2014/main" id="{327C84E5-6AB7-254E-9233-5496889A0956}"/>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8209" name="Group 65">
            <a:extLst>
              <a:ext uri="{FF2B5EF4-FFF2-40B4-BE49-F238E27FC236}">
                <a16:creationId xmlns:a16="http://schemas.microsoft.com/office/drawing/2014/main" id="{05502147-AF22-AD46-8088-0FE7DC049DA7}"/>
              </a:ext>
            </a:extLst>
          </p:cNvPr>
          <p:cNvGrpSpPr>
            <a:grpSpLocks/>
          </p:cNvGrpSpPr>
          <p:nvPr/>
        </p:nvGrpSpPr>
        <p:grpSpPr bwMode="auto">
          <a:xfrm>
            <a:off x="5008960" y="1240631"/>
            <a:ext cx="1939528" cy="1034654"/>
            <a:chOff x="3247" y="1042"/>
            <a:chExt cx="1629" cy="869"/>
          </a:xfrm>
        </p:grpSpPr>
        <p:sp>
          <p:nvSpPr>
            <p:cNvPr id="257094" name="Line 66">
              <a:extLst>
                <a:ext uri="{FF2B5EF4-FFF2-40B4-BE49-F238E27FC236}">
                  <a16:creationId xmlns:a16="http://schemas.microsoft.com/office/drawing/2014/main" id="{08DD18D3-E66F-3E41-A707-5649EFDFD006}"/>
                </a:ext>
              </a:extLst>
            </p:cNvPr>
            <p:cNvSpPr>
              <a:spLocks noChangeShapeType="1"/>
            </p:cNvSpPr>
            <p:nvPr/>
          </p:nvSpPr>
          <p:spPr bwMode="auto">
            <a:xfrm>
              <a:off x="3742" y="1911"/>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5" name="Line 67">
              <a:extLst>
                <a:ext uri="{FF2B5EF4-FFF2-40B4-BE49-F238E27FC236}">
                  <a16:creationId xmlns:a16="http://schemas.microsoft.com/office/drawing/2014/main" id="{11A3DBD5-66EA-814A-A74D-DA4BEDF560DF}"/>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7085" name="AutoShape 68">
            <a:extLst>
              <a:ext uri="{FF2B5EF4-FFF2-40B4-BE49-F238E27FC236}">
                <a16:creationId xmlns:a16="http://schemas.microsoft.com/office/drawing/2014/main" id="{9BC5297F-7FA0-E74F-8F17-5EA7BA0A41ED}"/>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8213" name="AutoShape 69">
            <a:extLst>
              <a:ext uri="{FF2B5EF4-FFF2-40B4-BE49-F238E27FC236}">
                <a16:creationId xmlns:a16="http://schemas.microsoft.com/office/drawing/2014/main" id="{4F956B7A-3113-BB43-B8EB-B6B31916B8CC}"/>
              </a:ext>
            </a:extLst>
          </p:cNvPr>
          <p:cNvSpPr>
            <a:spLocks noChangeArrowheads="1"/>
          </p:cNvSpPr>
          <p:nvPr/>
        </p:nvSpPr>
        <p:spPr bwMode="auto">
          <a:xfrm>
            <a:off x="3924301" y="20454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8214" name="Group 70">
            <a:extLst>
              <a:ext uri="{FF2B5EF4-FFF2-40B4-BE49-F238E27FC236}">
                <a16:creationId xmlns:a16="http://schemas.microsoft.com/office/drawing/2014/main" id="{06B16445-682F-964C-8EC3-8682A2B3B502}"/>
              </a:ext>
            </a:extLst>
          </p:cNvPr>
          <p:cNvGrpSpPr>
            <a:grpSpLocks/>
          </p:cNvGrpSpPr>
          <p:nvPr/>
        </p:nvGrpSpPr>
        <p:grpSpPr bwMode="auto">
          <a:xfrm>
            <a:off x="4252913" y="2247900"/>
            <a:ext cx="3545681" cy="2144316"/>
            <a:chOff x="2612" y="1888"/>
            <a:chExt cx="2978" cy="1801"/>
          </a:xfrm>
        </p:grpSpPr>
        <p:sp>
          <p:nvSpPr>
            <p:cNvPr id="257092" name="Line 71">
              <a:extLst>
                <a:ext uri="{FF2B5EF4-FFF2-40B4-BE49-F238E27FC236}">
                  <a16:creationId xmlns:a16="http://schemas.microsoft.com/office/drawing/2014/main" id="{0DD26C0F-FD64-624A-9EF6-F2B8BE51CAB2}"/>
                </a:ext>
              </a:extLst>
            </p:cNvPr>
            <p:cNvSpPr>
              <a:spLocks noChangeShapeType="1"/>
            </p:cNvSpPr>
            <p:nvPr/>
          </p:nvSpPr>
          <p:spPr bwMode="auto">
            <a:xfrm>
              <a:off x="2612" y="1888"/>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3" name="Line 72">
              <a:extLst>
                <a:ext uri="{FF2B5EF4-FFF2-40B4-BE49-F238E27FC236}">
                  <a16:creationId xmlns:a16="http://schemas.microsoft.com/office/drawing/2014/main" id="{6BD9E72E-1A23-1F49-B8ED-090F0B400C94}"/>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8217" name="Group 73">
            <a:extLst>
              <a:ext uri="{FF2B5EF4-FFF2-40B4-BE49-F238E27FC236}">
                <a16:creationId xmlns:a16="http://schemas.microsoft.com/office/drawing/2014/main" id="{25E0B45D-B26F-B245-9FDE-07920EC50183}"/>
              </a:ext>
            </a:extLst>
          </p:cNvPr>
          <p:cNvGrpSpPr>
            <a:grpSpLocks/>
          </p:cNvGrpSpPr>
          <p:nvPr/>
        </p:nvGrpSpPr>
        <p:grpSpPr bwMode="auto">
          <a:xfrm>
            <a:off x="5058966" y="2247900"/>
            <a:ext cx="1943100" cy="1835944"/>
            <a:chOff x="3289" y="1888"/>
            <a:chExt cx="1632" cy="1542"/>
          </a:xfrm>
        </p:grpSpPr>
        <p:sp>
          <p:nvSpPr>
            <p:cNvPr id="257090" name="Line 74">
              <a:extLst>
                <a:ext uri="{FF2B5EF4-FFF2-40B4-BE49-F238E27FC236}">
                  <a16:creationId xmlns:a16="http://schemas.microsoft.com/office/drawing/2014/main" id="{77D00CE8-B39E-064E-BD61-2257518D99DE}"/>
                </a:ext>
              </a:extLst>
            </p:cNvPr>
            <p:cNvSpPr>
              <a:spLocks noChangeShapeType="1"/>
            </p:cNvSpPr>
            <p:nvPr/>
          </p:nvSpPr>
          <p:spPr bwMode="auto">
            <a:xfrm>
              <a:off x="3289" y="1888"/>
              <a:ext cx="1632" cy="1542"/>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57091" name="Text Box 75">
              <a:extLst>
                <a:ext uri="{FF2B5EF4-FFF2-40B4-BE49-F238E27FC236}">
                  <a16:creationId xmlns:a16="http://schemas.microsoft.com/office/drawing/2014/main" id="{3A4C75C5-80D4-E443-A673-F87B628E2BF0}"/>
                </a:ext>
              </a:extLst>
            </p:cNvPr>
            <p:cNvSpPr txBox="1">
              <a:spLocks noChangeArrowheads="1"/>
            </p:cNvSpPr>
            <p:nvPr/>
          </p:nvSpPr>
          <p:spPr bwMode="auto">
            <a:xfrm>
              <a:off x="3619" y="2421"/>
              <a:ext cx="984" cy="50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solidFill>
                    <a:schemeClr val="tx2"/>
                  </a:solidFill>
                  <a:latin typeface="Tahoma" panose="020B0604030504040204" pitchFamily="34" charset="0"/>
                  <a:ea typeface="宋体" panose="02010600030101010101" pitchFamily="2" charset="-122"/>
                </a:rPr>
                <a:t>一致</a:t>
              </a:r>
              <a:r>
                <a:rPr lang="en-US" altLang="zh-CN" sz="3300">
                  <a:solidFill>
                    <a:schemeClr val="tx2"/>
                  </a:solidFill>
                  <a:latin typeface="Tahoma" panose="020B0604030504040204" pitchFamily="34" charset="0"/>
                  <a:ea typeface="宋体" panose="02010600030101010101" pitchFamily="2" charset="-122"/>
                </a:rPr>
                <a:t>!</a:t>
              </a:r>
            </a:p>
          </p:txBody>
        </p:sp>
      </p:grpSp>
      <p:sp>
        <p:nvSpPr>
          <p:cNvPr id="257089" name="幻灯片编号占位符 1">
            <a:extLst>
              <a:ext uri="{FF2B5EF4-FFF2-40B4-BE49-F238E27FC236}">
                <a16:creationId xmlns:a16="http://schemas.microsoft.com/office/drawing/2014/main" id="{FF702471-A2E1-4142-8C23-157870EDE22A}"/>
              </a:ext>
            </a:extLst>
          </p:cNvPr>
          <p:cNvSpPr>
            <a:spLocks noGrp="1" noChangeArrowheads="1"/>
          </p:cNvSpPr>
          <p:nvPr>
            <p:ph type="sldNum" sz="quarter" idx="10"/>
          </p:nvPr>
        </p:nvSpPr>
        <p:spPr>
          <a:xfrm>
            <a:off x="8652510" y="4868862"/>
            <a:ext cx="463728"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B1C1F9-8DFA-6C4C-904E-0AD16729204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11077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821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821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8213"/>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8209"/>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0"/>
                                  </p:stCondLst>
                                  <p:childTnLst>
                                    <p:anim calcmode="discrete" valueType="str">
                                      <p:cBhvr>
                                        <p:cTn id="18" dur="1000" fill="hold"/>
                                        <p:tgtEl>
                                          <p:spTgt spid="518209"/>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22" presetClass="entr" presetSubtype="1" fill="hold" grpId="0" nodeType="afterEffect">
                                  <p:stCondLst>
                                    <p:cond delay="0"/>
                                  </p:stCondLst>
                                  <p:childTnLst>
                                    <p:set>
                                      <p:cBhvr>
                                        <p:cTn id="21" dur="1" fill="hold">
                                          <p:stCondLst>
                                            <p:cond delay="0"/>
                                          </p:stCondLst>
                                        </p:cTn>
                                        <p:tgtEl>
                                          <p:spTgt spid="518207"/>
                                        </p:tgtEl>
                                        <p:attrNameLst>
                                          <p:attrName>style.visibility</p:attrName>
                                        </p:attrNameLst>
                                      </p:cBhvr>
                                      <p:to>
                                        <p:strVal val="visible"/>
                                      </p:to>
                                    </p:set>
                                    <p:animEffect transition="in" filter="wipe(up)">
                                      <p:cBhvr>
                                        <p:cTn id="22" dur="5000"/>
                                        <p:tgtEl>
                                          <p:spTgt spid="518207"/>
                                        </p:tgtEl>
                                      </p:cBhvr>
                                    </p:animEffect>
                                  </p:childTnLst>
                                </p:cTn>
                              </p:par>
                            </p:childTnLst>
                          </p:cTn>
                        </p:par>
                        <p:par>
                          <p:cTn id="23" fill="hold" nodeType="afterGroup">
                            <p:stCondLst>
                              <p:cond delay="10500"/>
                            </p:stCondLst>
                            <p:childTnLst>
                              <p:par>
                                <p:cTn id="24" presetID="1" presetClass="entr" presetSubtype="0" fill="hold" nodeType="afterEffect">
                                  <p:stCondLst>
                                    <p:cond delay="0"/>
                                  </p:stCondLst>
                                  <p:childTnLst>
                                    <p:set>
                                      <p:cBhvr>
                                        <p:cTn id="25" dur="1" fill="hold">
                                          <p:stCondLst>
                                            <p:cond delay="0"/>
                                          </p:stCondLst>
                                        </p:cTn>
                                        <p:tgtEl>
                                          <p:spTgt spid="518214"/>
                                        </p:tgtEl>
                                        <p:attrNameLst>
                                          <p:attrName>style.visibility</p:attrName>
                                        </p:attrNameLst>
                                      </p:cBhvr>
                                      <p:to>
                                        <p:strVal val="visible"/>
                                      </p:to>
                                    </p:set>
                                  </p:childTnLst>
                                </p:cTn>
                              </p:par>
                            </p:childTnLst>
                          </p:cTn>
                        </p:par>
                        <p:par>
                          <p:cTn id="26" fill="hold" nodeType="afterGroup">
                            <p:stCondLst>
                              <p:cond delay="10500"/>
                            </p:stCondLst>
                            <p:childTnLst>
                              <p:par>
                                <p:cTn id="27" presetID="35" presetClass="emph" presetSubtype="0" repeatCount="3000" fill="hold" nodeType="afterEffect">
                                  <p:stCondLst>
                                    <p:cond delay="500"/>
                                  </p:stCondLst>
                                  <p:childTnLst>
                                    <p:anim calcmode="discrete" valueType="str">
                                      <p:cBhvr>
                                        <p:cTn id="28" dur="1000" fill="hold"/>
                                        <p:tgtEl>
                                          <p:spTgt spid="518214"/>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000"/>
                            </p:stCondLst>
                            <p:childTnLst>
                              <p:par>
                                <p:cTn id="30" presetID="1" presetClass="entr" presetSubtype="0" fill="hold" nodeType="afterEffect">
                                  <p:stCondLst>
                                    <p:cond delay="0"/>
                                  </p:stCondLst>
                                  <p:childTnLst>
                                    <p:set>
                                      <p:cBhvr>
                                        <p:cTn id="31" dur="1" fill="hold">
                                          <p:stCondLst>
                                            <p:cond delay="0"/>
                                          </p:stCondLst>
                                        </p:cTn>
                                        <p:tgtEl>
                                          <p:spTgt spid="518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207" grpId="0" animBg="1"/>
      <p:bldP spid="518213" grpId="0" animBg="1"/>
      <p:bldP spid="518213" grpId="1" animBg="1"/>
      <p:bldP spid="518213" grpId="2"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3" name="Rectangle 2">
            <a:extLst>
              <a:ext uri="{FF2B5EF4-FFF2-40B4-BE49-F238E27FC236}">
                <a16:creationId xmlns:a16="http://schemas.microsoft.com/office/drawing/2014/main" id="{67E9D7BC-AD1A-A643-AF28-59F356005DE3}"/>
              </a:ext>
            </a:extLst>
          </p:cNvPr>
          <p:cNvSpPr>
            <a:spLocks noGrp="1" noChangeArrowheads="1"/>
          </p:cNvSpPr>
          <p:nvPr>
            <p:ph type="title"/>
          </p:nvPr>
        </p:nvSpPr>
        <p:spPr>
          <a:xfrm>
            <a:off x="160021" y="357188"/>
            <a:ext cx="7706440" cy="575072"/>
          </a:xfrm>
        </p:spPr>
        <p:txBody>
          <a:bodyPr/>
          <a:lstStyle/>
          <a:p>
            <a:r>
              <a:rPr lang="zh-CN" altLang="en-US" sz="3000" dirty="0">
                <a:ea typeface="宋体" panose="02010600030101010101" pitchFamily="2" charset="-122"/>
              </a:rPr>
              <a:t>子网划分（均匀）举例</a:t>
            </a:r>
          </a:p>
        </p:txBody>
      </p:sp>
      <p:sp>
        <p:nvSpPr>
          <p:cNvPr id="259074" name="Rectangle 5">
            <a:extLst>
              <a:ext uri="{FF2B5EF4-FFF2-40B4-BE49-F238E27FC236}">
                <a16:creationId xmlns:a16="http://schemas.microsoft.com/office/drawing/2014/main" id="{2E759DFC-33E9-3541-8570-1B92A5F07751}"/>
              </a:ext>
            </a:extLst>
          </p:cNvPr>
          <p:cNvSpPr>
            <a:spLocks noGrp="1" noChangeArrowheads="1"/>
          </p:cNvSpPr>
          <p:nvPr>
            <p:ph type="body" idx="1"/>
          </p:nvPr>
        </p:nvSpPr>
        <p:spPr>
          <a:xfrm>
            <a:off x="160021" y="985838"/>
            <a:ext cx="5485923" cy="2877741"/>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1</a:t>
            </a:r>
            <a:r>
              <a:rPr lang="zh-CN" altLang="en-US" sz="1800" dirty="0">
                <a:ea typeface="宋体" panose="02010600030101010101" pitchFamily="2" charset="-122"/>
              </a:rPr>
              <a:t>：</a:t>
            </a:r>
            <a:r>
              <a:rPr lang="en-US" altLang="zh-CN" sz="1800" dirty="0">
                <a:ea typeface="宋体" panose="02010600030101010101" pitchFamily="2" charset="-122"/>
              </a:rPr>
              <a:t>128.208.0.0/16 </a:t>
            </a:r>
            <a:r>
              <a:rPr lang="zh-CN" altLang="en-US" sz="1800" dirty="0">
                <a:ea typeface="宋体" panose="02010600030101010101" pitchFamily="2" charset="-122"/>
              </a:rPr>
              <a:t>的地址空间划分为三片</a:t>
            </a:r>
          </a:p>
          <a:p>
            <a:pPr marL="0" indent="0">
              <a:spcBef>
                <a:spcPts val="300"/>
              </a:spcBef>
            </a:pPr>
            <a:r>
              <a:rPr lang="zh-CN" altLang="en-US" sz="1800" dirty="0">
                <a:ea typeface="宋体" panose="02010600030101010101" pitchFamily="2" charset="-122"/>
              </a:rPr>
              <a:t> </a:t>
            </a:r>
            <a:r>
              <a:rPr lang="zh-CN" altLang="en-US" sz="1600" dirty="0">
                <a:ea typeface="宋体" panose="02010600030101010101" pitchFamily="2" charset="-122"/>
              </a:rPr>
              <a:t>简单划分：均匀分为四份</a:t>
            </a:r>
          </a:p>
          <a:p>
            <a:pPr marL="0" indent="0">
              <a:spcBef>
                <a:spcPts val="300"/>
              </a:spcBef>
            </a:pPr>
            <a:r>
              <a:rPr lang="zh-CN" altLang="en-US" sz="1600" dirty="0">
                <a:ea typeface="宋体" panose="02010600030101010101" pitchFamily="2" charset="-122"/>
              </a:rPr>
              <a:t> 原来 </a:t>
            </a:r>
            <a:r>
              <a:rPr lang="en-US" altLang="zh-CN" sz="1600" dirty="0">
                <a:ea typeface="宋体" panose="02010600030101010101" pitchFamily="2" charset="-122"/>
              </a:rPr>
              <a:t>16 bit </a:t>
            </a:r>
            <a:r>
              <a:rPr lang="zh-CN" altLang="en-US" sz="1600" dirty="0">
                <a:ea typeface="宋体" panose="02010600030101010101" pitchFamily="2" charset="-122"/>
              </a:rPr>
              <a:t>前缀不变</a:t>
            </a:r>
          </a:p>
          <a:p>
            <a:pPr marL="0" indent="0">
              <a:spcBef>
                <a:spcPts val="300"/>
              </a:spcBef>
            </a:pPr>
            <a:r>
              <a:rPr lang="zh-CN" altLang="en-US" sz="1600" dirty="0">
                <a:ea typeface="宋体" panose="02010600030101010101" pitchFamily="2" charset="-122"/>
              </a:rPr>
              <a:t> 从</a:t>
            </a:r>
            <a:r>
              <a:rPr lang="en-US" altLang="zh-CN" sz="1600" dirty="0">
                <a:ea typeface="宋体" panose="02010600030101010101" pitchFamily="2" charset="-122"/>
              </a:rPr>
              <a:t>16 bit </a:t>
            </a:r>
            <a:r>
              <a:rPr lang="zh-CN" altLang="en-US" sz="1600" dirty="0">
                <a:ea typeface="宋体" panose="02010600030101010101" pitchFamily="2" charset="-122"/>
              </a:rPr>
              <a:t>主机号中分出 </a:t>
            </a:r>
            <a:r>
              <a:rPr lang="en-US" altLang="zh-CN" sz="1600" dirty="0">
                <a:solidFill>
                  <a:srgbClr val="FF0000"/>
                </a:solidFill>
                <a:ea typeface="宋体" panose="02010600030101010101" pitchFamily="2" charset="-122"/>
              </a:rPr>
              <a:t>2 bit </a:t>
            </a:r>
            <a:r>
              <a:rPr lang="zh-CN" altLang="en-US" sz="1600" dirty="0">
                <a:ea typeface="宋体" panose="02010600030101010101" pitchFamily="2" charset="-122"/>
              </a:rPr>
              <a:t>作为子网号</a:t>
            </a:r>
          </a:p>
          <a:p>
            <a:pPr marL="0" indent="0">
              <a:spcBef>
                <a:spcPts val="300"/>
              </a:spcBef>
            </a:pPr>
            <a:r>
              <a:rPr lang="zh-CN" altLang="en-US" sz="1600" dirty="0">
                <a:ea typeface="宋体" panose="02010600030101010101" pitchFamily="2" charset="-122"/>
              </a:rPr>
              <a:t> 对外网络号：</a:t>
            </a:r>
            <a:r>
              <a:rPr lang="en-US" altLang="zh-CN" sz="1600" dirty="0">
                <a:ea typeface="宋体" panose="02010600030101010101" pitchFamily="2" charset="-122"/>
              </a:rPr>
              <a:t>128.208.0.0/</a:t>
            </a:r>
            <a:r>
              <a:rPr lang="en-US" altLang="zh-CN" sz="1600" dirty="0">
                <a:solidFill>
                  <a:srgbClr val="C00000"/>
                </a:solidFill>
                <a:ea typeface="宋体" panose="02010600030101010101" pitchFamily="2" charset="-122"/>
              </a:rPr>
              <a:t>16</a:t>
            </a:r>
          </a:p>
          <a:p>
            <a:pPr marL="0" indent="0">
              <a:spcBef>
                <a:spcPts val="300"/>
              </a:spcBef>
            </a:pPr>
            <a:r>
              <a:rPr lang="en-US" altLang="zh-CN" sz="1600" dirty="0">
                <a:ea typeface="宋体" panose="02010600030101010101" pitchFamily="2" charset="-122"/>
              </a:rPr>
              <a:t> </a:t>
            </a:r>
            <a:r>
              <a:rPr lang="zh-CN" altLang="en-US" sz="1600" dirty="0">
                <a:ea typeface="宋体" panose="02010600030101010101" pitchFamily="2" charset="-122"/>
              </a:rPr>
              <a:t>内部子网号与子网掩码</a:t>
            </a:r>
          </a:p>
          <a:p>
            <a:pPr marL="369094" lvl="1" indent="-126206">
              <a:spcBef>
                <a:spcPts val="300"/>
              </a:spcBef>
            </a:pPr>
            <a:r>
              <a:rPr lang="zh-CN" altLang="en-US" sz="1400" dirty="0">
                <a:ea typeface="宋体" panose="02010600030101010101" pitchFamily="2" charset="-122"/>
              </a:rPr>
              <a:t> 电子工程系：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1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计算机系：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10000000.11010000.01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艺术系：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10000000.11010000.10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solidFill>
                  <a:srgbClr val="00B050"/>
                </a:solidFill>
                <a:ea typeface="宋体" panose="02010600030101010101" pitchFamily="2" charset="-122"/>
              </a:rPr>
              <a:t>保留：             </a:t>
            </a:r>
            <a:r>
              <a:rPr lang="en-US" altLang="zh-CN" sz="11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10000000.11010000.11 </a:t>
            </a:r>
            <a:r>
              <a:rPr lang="en-US" altLang="zh-CN" sz="1100" b="1" dirty="0" err="1">
                <a:solidFill>
                  <a:srgbClr val="00B050"/>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buNone/>
            </a:pPr>
            <a:r>
              <a:rPr lang="zh-CN" altLang="en-US" sz="1200" dirty="0">
                <a:ea typeface="宋体" panose="02010600030101010101" pitchFamily="2" charset="-122"/>
              </a:rPr>
              <a:t>                                （</a:t>
            </a:r>
            <a:r>
              <a:rPr lang="en-US" altLang="zh-CN" sz="1200" dirty="0">
                <a:solidFill>
                  <a:srgbClr val="00B050"/>
                </a:solidFill>
                <a:ea typeface="宋体" panose="02010600030101010101" pitchFamily="2" charset="-122"/>
              </a:rPr>
              <a:t>128.208.192.0</a:t>
            </a:r>
            <a:r>
              <a:rPr lang="zh-CN" altLang="en-US" sz="1200" dirty="0">
                <a:solidFill>
                  <a:srgbClr val="00B050"/>
                </a:solidFill>
                <a:ea typeface="宋体" panose="02010600030101010101" pitchFamily="2" charset="-122"/>
              </a:rPr>
              <a:t>，</a:t>
            </a:r>
            <a:r>
              <a:rPr lang="en-US" altLang="zh-CN" sz="1200" dirty="0">
                <a:solidFill>
                  <a:srgbClr val="00B050"/>
                </a:solidFill>
                <a:ea typeface="宋体" panose="02010600030101010101" pitchFamily="2" charset="-122"/>
              </a:rPr>
              <a:t>255.255.192.0</a:t>
            </a:r>
            <a:r>
              <a:rPr lang="zh-CN" altLang="en-US" sz="1200" dirty="0">
                <a:ea typeface="宋体" panose="02010600030101010101" pitchFamily="2" charset="-122"/>
              </a:rPr>
              <a:t>）</a:t>
            </a:r>
          </a:p>
        </p:txBody>
      </p:sp>
      <p:sp>
        <p:nvSpPr>
          <p:cNvPr id="259075" name="灯片编号占位符 1">
            <a:extLst>
              <a:ext uri="{FF2B5EF4-FFF2-40B4-BE49-F238E27FC236}">
                <a16:creationId xmlns:a16="http://schemas.microsoft.com/office/drawing/2014/main" id="{71563901-BB53-DE40-AF0F-6391A9223E2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9ADEAF1-ECA5-064D-80D0-E3A01F3E2D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118</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A2EFBF8D-C4AF-6441-AAC6-2BF5761BBB7F}"/>
              </a:ext>
            </a:extLst>
          </p:cNvPr>
          <p:cNvGraphicFramePr>
            <a:graphicFrameLocks noGrp="1"/>
          </p:cNvGraphicFramePr>
          <p:nvPr>
            <p:extLst>
              <p:ext uri="{D42A27DB-BD31-4B8C-83A1-F6EECF244321}">
                <p14:modId xmlns:p14="http://schemas.microsoft.com/office/powerpoint/2010/main" val="2419912534"/>
              </p:ext>
            </p:extLst>
          </p:nvPr>
        </p:nvGraphicFramePr>
        <p:xfrm>
          <a:off x="1385888" y="4030267"/>
          <a:ext cx="6592717" cy="998362"/>
        </p:xfrm>
        <a:graphic>
          <a:graphicData uri="http://schemas.openxmlformats.org/drawingml/2006/table">
            <a:tbl>
              <a:tblPr/>
              <a:tblGrid>
                <a:gridCol w="582177">
                  <a:extLst>
                    <a:ext uri="{9D8B030D-6E8A-4147-A177-3AD203B41FA5}">
                      <a16:colId xmlns:a16="http://schemas.microsoft.com/office/drawing/2014/main" val="20000"/>
                    </a:ext>
                  </a:extLst>
                </a:gridCol>
                <a:gridCol w="364307">
                  <a:extLst>
                    <a:ext uri="{9D8B030D-6E8A-4147-A177-3AD203B41FA5}">
                      <a16:colId xmlns:a16="http://schemas.microsoft.com/office/drawing/2014/main" val="20001"/>
                    </a:ext>
                  </a:extLst>
                </a:gridCol>
                <a:gridCol w="384546">
                  <a:extLst>
                    <a:ext uri="{9D8B030D-6E8A-4147-A177-3AD203B41FA5}">
                      <a16:colId xmlns:a16="http://schemas.microsoft.com/office/drawing/2014/main" val="20002"/>
                    </a:ext>
                  </a:extLst>
                </a:gridCol>
                <a:gridCol w="383356">
                  <a:extLst>
                    <a:ext uri="{9D8B030D-6E8A-4147-A177-3AD203B41FA5}">
                      <a16:colId xmlns:a16="http://schemas.microsoft.com/office/drawing/2014/main" val="20003"/>
                    </a:ext>
                  </a:extLst>
                </a:gridCol>
                <a:gridCol w="341687">
                  <a:extLst>
                    <a:ext uri="{9D8B030D-6E8A-4147-A177-3AD203B41FA5}">
                      <a16:colId xmlns:a16="http://schemas.microsoft.com/office/drawing/2014/main" val="20004"/>
                    </a:ext>
                  </a:extLst>
                </a:gridCol>
                <a:gridCol w="86338">
                  <a:extLst>
                    <a:ext uri="{9D8B030D-6E8A-4147-A177-3AD203B41FA5}">
                      <a16:colId xmlns:a16="http://schemas.microsoft.com/office/drawing/2014/main" val="20005"/>
                    </a:ext>
                  </a:extLst>
                </a:gridCol>
                <a:gridCol w="384547">
                  <a:extLst>
                    <a:ext uri="{9D8B030D-6E8A-4147-A177-3AD203B41FA5}">
                      <a16:colId xmlns:a16="http://schemas.microsoft.com/office/drawing/2014/main" val="20006"/>
                    </a:ext>
                  </a:extLst>
                </a:gridCol>
                <a:gridCol w="384546">
                  <a:extLst>
                    <a:ext uri="{9D8B030D-6E8A-4147-A177-3AD203B41FA5}">
                      <a16:colId xmlns:a16="http://schemas.microsoft.com/office/drawing/2014/main" val="20007"/>
                    </a:ext>
                  </a:extLst>
                </a:gridCol>
                <a:gridCol w="383356">
                  <a:extLst>
                    <a:ext uri="{9D8B030D-6E8A-4147-A177-3AD203B41FA5}">
                      <a16:colId xmlns:a16="http://schemas.microsoft.com/office/drawing/2014/main" val="20008"/>
                    </a:ext>
                  </a:extLst>
                </a:gridCol>
                <a:gridCol w="279779">
                  <a:extLst>
                    <a:ext uri="{9D8B030D-6E8A-4147-A177-3AD203B41FA5}">
                      <a16:colId xmlns:a16="http://schemas.microsoft.com/office/drawing/2014/main" val="20009"/>
                    </a:ext>
                  </a:extLst>
                </a:gridCol>
                <a:gridCol w="86338">
                  <a:extLst>
                    <a:ext uri="{9D8B030D-6E8A-4147-A177-3AD203B41FA5}">
                      <a16:colId xmlns:a16="http://schemas.microsoft.com/office/drawing/2014/main" val="20010"/>
                    </a:ext>
                  </a:extLst>
                </a:gridCol>
                <a:gridCol w="377402">
                  <a:extLst>
                    <a:ext uri="{9D8B030D-6E8A-4147-A177-3AD203B41FA5}">
                      <a16:colId xmlns:a16="http://schemas.microsoft.com/office/drawing/2014/main" val="20011"/>
                    </a:ext>
                  </a:extLst>
                </a:gridCol>
                <a:gridCol w="485743">
                  <a:extLst>
                    <a:ext uri="{9D8B030D-6E8A-4147-A177-3AD203B41FA5}">
                      <a16:colId xmlns:a16="http://schemas.microsoft.com/office/drawing/2014/main" val="20012"/>
                    </a:ext>
                  </a:extLst>
                </a:gridCol>
                <a:gridCol w="378593">
                  <a:extLst>
                    <a:ext uri="{9D8B030D-6E8A-4147-A177-3AD203B41FA5}">
                      <a16:colId xmlns:a16="http://schemas.microsoft.com/office/drawing/2014/main" val="20013"/>
                    </a:ext>
                  </a:extLst>
                </a:gridCol>
                <a:gridCol w="200012">
                  <a:extLst>
                    <a:ext uri="{9D8B030D-6E8A-4147-A177-3AD203B41FA5}">
                      <a16:colId xmlns:a16="http://schemas.microsoft.com/office/drawing/2014/main" val="20014"/>
                    </a:ext>
                  </a:extLst>
                </a:gridCol>
                <a:gridCol w="86338">
                  <a:extLst>
                    <a:ext uri="{9D8B030D-6E8A-4147-A177-3AD203B41FA5}">
                      <a16:colId xmlns:a16="http://schemas.microsoft.com/office/drawing/2014/main" val="20015"/>
                    </a:ext>
                  </a:extLst>
                </a:gridCol>
                <a:gridCol w="269063">
                  <a:extLst>
                    <a:ext uri="{9D8B030D-6E8A-4147-A177-3AD203B41FA5}">
                      <a16:colId xmlns:a16="http://schemas.microsoft.com/office/drawing/2014/main" val="20016"/>
                    </a:ext>
                  </a:extLst>
                </a:gridCol>
                <a:gridCol w="378593">
                  <a:extLst>
                    <a:ext uri="{9D8B030D-6E8A-4147-A177-3AD203B41FA5}">
                      <a16:colId xmlns:a16="http://schemas.microsoft.com/office/drawing/2014/main" val="20017"/>
                    </a:ext>
                  </a:extLst>
                </a:gridCol>
                <a:gridCol w="323828">
                  <a:extLst>
                    <a:ext uri="{9D8B030D-6E8A-4147-A177-3AD203B41FA5}">
                      <a16:colId xmlns:a16="http://schemas.microsoft.com/office/drawing/2014/main" val="20018"/>
                    </a:ext>
                  </a:extLst>
                </a:gridCol>
                <a:gridCol w="432168">
                  <a:extLst>
                    <a:ext uri="{9D8B030D-6E8A-4147-A177-3AD203B41FA5}">
                      <a16:colId xmlns:a16="http://schemas.microsoft.com/office/drawing/2014/main" val="20019"/>
                    </a:ext>
                  </a:extLst>
                </a:gridCol>
              </a:tblGrid>
              <a:tr h="228600">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掩码</a:t>
                      </a:r>
                    </a:p>
                  </a:txBody>
                  <a:tcPr marL="60938" marR="60938" marT="34206" marB="3420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1" i="0" u="none" strike="noStrike" cap="none" normalizeH="0" baseline="0">
                          <a:ln>
                            <a:noFill/>
                          </a:ln>
                          <a:solidFill>
                            <a:srgbClr val="C00000"/>
                          </a:solidFill>
                          <a:effectLst/>
                          <a:latin typeface="Times New Roman" panose="02020603050405020304" pitchFamily="18" charset="0"/>
                          <a:ea typeface="宋体" panose="02010600030101010101" pitchFamily="2" charset="-122"/>
                        </a:rPr>
                        <a:t>17-18</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just"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32</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28600">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网络</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主机</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(16382)</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63129">
                <a:tc vMerge="1">
                  <a:txBody>
                    <a:bodyPr/>
                    <a:lstStyle/>
                    <a:p>
                      <a:endParaRPr lang="zh-CN" altLang="en-US"/>
                    </a:p>
                  </a:txBody>
                  <a:tcPr/>
                </a:tc>
                <a:tc gridSpan="1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 </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631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anchor="b" horzOverflow="overflow">
                    <a:lnL>
                      <a:noFill/>
                    </a:lnL>
                    <a:lnR>
                      <a:noFill/>
                    </a:lnR>
                    <a:lnT>
                      <a:noFill/>
                    </a:lnT>
                    <a:lnB>
                      <a:noFill/>
                    </a:lnB>
                    <a:lnTlToBr>
                      <a:noFill/>
                    </a:lnTlToBr>
                    <a:lnBlToTr>
                      <a:noFill/>
                    </a:lnBlToTr>
                    <a:noFill/>
                  </a:tcPr>
                </a:tc>
                <a:tc grid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192</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dirty="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bl>
          </a:graphicData>
        </a:graphic>
      </p:graphicFrame>
      <p:sp>
        <p:nvSpPr>
          <p:cNvPr id="259112" name="Line 6">
            <a:extLst>
              <a:ext uri="{FF2B5EF4-FFF2-40B4-BE49-F238E27FC236}">
                <a16:creationId xmlns:a16="http://schemas.microsoft.com/office/drawing/2014/main" id="{70826E98-294D-1141-B7A5-AEBA157FA13F}"/>
              </a:ext>
            </a:extLst>
          </p:cNvPr>
          <p:cNvSpPr>
            <a:spLocks noChangeShapeType="1"/>
          </p:cNvSpPr>
          <p:nvPr/>
        </p:nvSpPr>
        <p:spPr bwMode="auto">
          <a:xfrm>
            <a:off x="3322082" y="2812971"/>
            <a:ext cx="0" cy="919163"/>
          </a:xfrm>
          <a:prstGeom prst="line">
            <a:avLst/>
          </a:prstGeom>
          <a:noFill/>
          <a:ln w="254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59113" name="Picture 38">
            <a:extLst>
              <a:ext uri="{FF2B5EF4-FFF2-40B4-BE49-F238E27FC236}">
                <a16:creationId xmlns:a16="http://schemas.microsoft.com/office/drawing/2014/main" id="{3D30C2F9-12B2-8F46-BE79-DC206BA68C7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087880"/>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4" name="Picture 38">
            <a:extLst>
              <a:ext uri="{FF2B5EF4-FFF2-40B4-BE49-F238E27FC236}">
                <a16:creationId xmlns:a16="http://schemas.microsoft.com/office/drawing/2014/main" id="{4155DBC7-3D86-3E4C-A72F-35284F459A26}"/>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75460"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5" name="Picture 38">
            <a:extLst>
              <a:ext uri="{FF2B5EF4-FFF2-40B4-BE49-F238E27FC236}">
                <a16:creationId xmlns:a16="http://schemas.microsoft.com/office/drawing/2014/main" id="{73AA9F7F-6B37-1B44-930B-C93C06643E6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6" name="Picture 38">
            <a:extLst>
              <a:ext uri="{FF2B5EF4-FFF2-40B4-BE49-F238E27FC236}">
                <a16:creationId xmlns:a16="http://schemas.microsoft.com/office/drawing/2014/main" id="{95754307-AB4D-F042-9F34-94AF5C81AE3A}"/>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05062" y="2573655"/>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17" name="Line 33">
            <a:extLst>
              <a:ext uri="{FF2B5EF4-FFF2-40B4-BE49-F238E27FC236}">
                <a16:creationId xmlns:a16="http://schemas.microsoft.com/office/drawing/2014/main" id="{5D3A48A8-476E-ED4D-ADB5-09D0309358E7}"/>
              </a:ext>
            </a:extLst>
          </p:cNvPr>
          <p:cNvSpPr>
            <a:spLocks noChangeShapeType="1"/>
          </p:cNvSpPr>
          <p:nvPr/>
        </p:nvSpPr>
        <p:spPr bwMode="auto">
          <a:xfrm flipH="1">
            <a:off x="7045643" y="2693908"/>
            <a:ext cx="25004"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8" name="Line 33">
            <a:extLst>
              <a:ext uri="{FF2B5EF4-FFF2-40B4-BE49-F238E27FC236}">
                <a16:creationId xmlns:a16="http://schemas.microsoft.com/office/drawing/2014/main" id="{108CAA10-DC70-C747-A6F7-5FA40565ABD7}"/>
              </a:ext>
            </a:extLst>
          </p:cNvPr>
          <p:cNvSpPr>
            <a:spLocks noChangeShapeType="1"/>
          </p:cNvSpPr>
          <p:nvPr/>
        </p:nvSpPr>
        <p:spPr bwMode="auto">
          <a:xfrm>
            <a:off x="7708822" y="2693909"/>
            <a:ext cx="369094"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9" name="Line 33">
            <a:extLst>
              <a:ext uri="{FF2B5EF4-FFF2-40B4-BE49-F238E27FC236}">
                <a16:creationId xmlns:a16="http://schemas.microsoft.com/office/drawing/2014/main" id="{6C9B0A5A-A572-6145-82B0-D32BF4BA10C7}"/>
              </a:ext>
            </a:extLst>
          </p:cNvPr>
          <p:cNvSpPr>
            <a:spLocks noChangeShapeType="1"/>
          </p:cNvSpPr>
          <p:nvPr/>
        </p:nvSpPr>
        <p:spPr bwMode="auto">
          <a:xfrm flipH="1">
            <a:off x="6043137" y="2747486"/>
            <a:ext cx="309563" cy="4202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0" name="Line 33">
            <a:extLst>
              <a:ext uri="{FF2B5EF4-FFF2-40B4-BE49-F238E27FC236}">
                <a16:creationId xmlns:a16="http://schemas.microsoft.com/office/drawing/2014/main" id="{35FDFE9E-4A36-8E47-B7CC-6D7AC4811524}"/>
              </a:ext>
            </a:extLst>
          </p:cNvPr>
          <p:cNvSpPr>
            <a:spLocks noChangeShapeType="1"/>
          </p:cNvSpPr>
          <p:nvPr/>
        </p:nvSpPr>
        <p:spPr bwMode="auto">
          <a:xfrm>
            <a:off x="7070647" y="2303384"/>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1" name="Line 33">
            <a:extLst>
              <a:ext uri="{FF2B5EF4-FFF2-40B4-BE49-F238E27FC236}">
                <a16:creationId xmlns:a16="http://schemas.microsoft.com/office/drawing/2014/main" id="{E3DB3B6A-0879-E445-819B-8F4B6C41EA75}"/>
              </a:ext>
            </a:extLst>
          </p:cNvPr>
          <p:cNvSpPr>
            <a:spLocks noChangeShapeType="1"/>
          </p:cNvSpPr>
          <p:nvPr/>
        </p:nvSpPr>
        <p:spPr bwMode="auto">
          <a:xfrm flipH="1">
            <a:off x="6421756" y="2196228"/>
            <a:ext cx="513160" cy="4060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2" name="Line 33">
            <a:extLst>
              <a:ext uri="{FF2B5EF4-FFF2-40B4-BE49-F238E27FC236}">
                <a16:creationId xmlns:a16="http://schemas.microsoft.com/office/drawing/2014/main" id="{96A9F63B-3A7D-8D45-AE25-84C2B17D2C2C}"/>
              </a:ext>
            </a:extLst>
          </p:cNvPr>
          <p:cNvSpPr>
            <a:spLocks noChangeShapeType="1"/>
          </p:cNvSpPr>
          <p:nvPr/>
        </p:nvSpPr>
        <p:spPr bwMode="auto">
          <a:xfrm>
            <a:off x="7211140" y="2255759"/>
            <a:ext cx="398859" cy="2631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3" name="Line 33">
            <a:extLst>
              <a:ext uri="{FF2B5EF4-FFF2-40B4-BE49-F238E27FC236}">
                <a16:creationId xmlns:a16="http://schemas.microsoft.com/office/drawing/2014/main" id="{48E3E784-7EF0-8E45-84D4-2F9061403128}"/>
              </a:ext>
            </a:extLst>
          </p:cNvPr>
          <p:cNvSpPr>
            <a:spLocks noChangeShapeType="1"/>
          </p:cNvSpPr>
          <p:nvPr/>
        </p:nvSpPr>
        <p:spPr bwMode="auto">
          <a:xfrm flipV="1">
            <a:off x="7070647" y="181760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59124" name="矩形 1">
            <a:extLst>
              <a:ext uri="{FF2B5EF4-FFF2-40B4-BE49-F238E27FC236}">
                <a16:creationId xmlns:a16="http://schemas.microsoft.com/office/drawing/2014/main" id="{06D8E787-50A9-B746-B1FB-0391C09B8B24}"/>
              </a:ext>
            </a:extLst>
          </p:cNvPr>
          <p:cNvSpPr>
            <a:spLocks noChangeArrowheads="1"/>
          </p:cNvSpPr>
          <p:nvPr/>
        </p:nvSpPr>
        <p:spPr bwMode="auto">
          <a:xfrm>
            <a:off x="6414612" y="1413556"/>
            <a:ext cx="13513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dirty="0" err="1">
                <a:solidFill>
                  <a:schemeClr val="tx1"/>
                </a:solidFill>
                <a:latin typeface="Arial" panose="020B0604020202020204" pitchFamily="34" charset="0"/>
                <a:ea typeface="宋体" panose="02010600030101010101" pitchFamily="2" charset="-122"/>
              </a:rPr>
              <a:t>Internet</a:t>
            </a:r>
            <a:r>
              <a:rPr lang="nb-NO" altLang="zh-CN" sz="105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050" dirty="0">
                <a:solidFill>
                  <a:schemeClr val="tx1"/>
                </a:solidFill>
                <a:latin typeface="Arial" panose="020B0604020202020204" pitchFamily="34" charset="0"/>
                <a:ea typeface="宋体" panose="02010600030101010101" pitchFamily="2" charset="-122"/>
              </a:rPr>
              <a:t>128.208.0.0/</a:t>
            </a:r>
            <a:r>
              <a:rPr lang="nb-NO" altLang="zh-CN" sz="1050" dirty="0">
                <a:solidFill>
                  <a:srgbClr val="C00000"/>
                </a:solidFill>
                <a:latin typeface="Arial" panose="020B0604020202020204" pitchFamily="34" charset="0"/>
                <a:ea typeface="宋体" panose="02010600030101010101" pitchFamily="2" charset="-122"/>
              </a:rPr>
              <a:t>16</a:t>
            </a:r>
            <a:r>
              <a:rPr lang="nb-NO" altLang="zh-CN" sz="1050" dirty="0">
                <a:solidFill>
                  <a:schemeClr val="tx1"/>
                </a:solidFill>
                <a:latin typeface="Arial" panose="020B0604020202020204" pitchFamily="34" charset="0"/>
                <a:ea typeface="宋体" panose="02010600030101010101" pitchFamily="2" charset="-122"/>
              </a:rPr>
              <a:t> </a:t>
            </a:r>
          </a:p>
        </p:txBody>
      </p:sp>
      <p:sp>
        <p:nvSpPr>
          <p:cNvPr id="259125" name="矩形 19">
            <a:extLst>
              <a:ext uri="{FF2B5EF4-FFF2-40B4-BE49-F238E27FC236}">
                <a16:creationId xmlns:a16="http://schemas.microsoft.com/office/drawing/2014/main" id="{6C9516AA-1DB2-8E4A-8E45-5D310D64F9C9}"/>
              </a:ext>
            </a:extLst>
          </p:cNvPr>
          <p:cNvSpPr>
            <a:spLocks noChangeArrowheads="1"/>
          </p:cNvSpPr>
          <p:nvPr/>
        </p:nvSpPr>
        <p:spPr bwMode="auto">
          <a:xfrm>
            <a:off x="5275898" y="3499961"/>
            <a:ext cx="11625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 128.208.0.0/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endParaRPr lang="nb-NO" altLang="zh-CN" sz="1000" dirty="0">
              <a:solidFill>
                <a:srgbClr val="7030A0"/>
              </a:solidFill>
              <a:latin typeface="Arial" panose="020B0604020202020204" pitchFamily="34" charset="0"/>
              <a:ea typeface="宋体" panose="02010600030101010101" pitchFamily="2" charset="-122"/>
            </a:endParaRPr>
          </a:p>
        </p:txBody>
      </p:sp>
      <p:pic>
        <p:nvPicPr>
          <p:cNvPr id="259126" name="Picture 35">
            <a:extLst>
              <a:ext uri="{FF2B5EF4-FFF2-40B4-BE49-F238E27FC236}">
                <a16:creationId xmlns:a16="http://schemas.microsoft.com/office/drawing/2014/main" id="{610967FD-AE30-114D-82FA-3C1BBF4295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6925" y="3149918"/>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27" name="矩形 21">
            <a:extLst>
              <a:ext uri="{FF2B5EF4-FFF2-40B4-BE49-F238E27FC236}">
                <a16:creationId xmlns:a16="http://schemas.microsoft.com/office/drawing/2014/main" id="{94835DEC-8E3C-6746-96E5-84A819C4DA48}"/>
              </a:ext>
            </a:extLst>
          </p:cNvPr>
          <p:cNvSpPr>
            <a:spLocks noChangeArrowheads="1"/>
          </p:cNvSpPr>
          <p:nvPr/>
        </p:nvSpPr>
        <p:spPr bwMode="auto">
          <a:xfrm>
            <a:off x="6438425" y="3480911"/>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64</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sp>
        <p:nvSpPr>
          <p:cNvPr id="259128" name="矩形 22">
            <a:extLst>
              <a:ext uri="{FF2B5EF4-FFF2-40B4-BE49-F238E27FC236}">
                <a16:creationId xmlns:a16="http://schemas.microsoft.com/office/drawing/2014/main" id="{A60CF614-B42F-2247-903D-0660FE0FF374}"/>
              </a:ext>
            </a:extLst>
          </p:cNvPr>
          <p:cNvSpPr>
            <a:spLocks noChangeArrowheads="1"/>
          </p:cNvSpPr>
          <p:nvPr/>
        </p:nvSpPr>
        <p:spPr bwMode="auto">
          <a:xfrm>
            <a:off x="7717156" y="3465196"/>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128</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pic>
        <p:nvPicPr>
          <p:cNvPr id="259129" name="Picture 35">
            <a:extLst>
              <a:ext uri="{FF2B5EF4-FFF2-40B4-BE49-F238E27FC236}">
                <a16:creationId xmlns:a16="http://schemas.microsoft.com/office/drawing/2014/main" id="{77DB0BA3-4C07-2643-872E-D4A132790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3478" y="3155871"/>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30" name="Picture 35">
            <a:extLst>
              <a:ext uri="{FF2B5EF4-FFF2-40B4-BE49-F238E27FC236}">
                <a16:creationId xmlns:a16="http://schemas.microsoft.com/office/drawing/2014/main" id="{38059E90-9E7B-784A-9996-74F9BC14D4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7897" y="316658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31" name="矩形 25">
            <a:extLst>
              <a:ext uri="{FF2B5EF4-FFF2-40B4-BE49-F238E27FC236}">
                <a16:creationId xmlns:a16="http://schemas.microsoft.com/office/drawing/2014/main" id="{3E753FAC-3489-1846-B59B-A4F03958FC59}"/>
              </a:ext>
            </a:extLst>
          </p:cNvPr>
          <p:cNvSpPr>
            <a:spLocks noChangeArrowheads="1"/>
          </p:cNvSpPr>
          <p:nvPr/>
        </p:nvSpPr>
        <p:spPr bwMode="auto">
          <a:xfrm>
            <a:off x="6124100" y="28605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59132" name="矩形 27">
            <a:extLst>
              <a:ext uri="{FF2B5EF4-FFF2-40B4-BE49-F238E27FC236}">
                <a16:creationId xmlns:a16="http://schemas.microsoft.com/office/drawing/2014/main" id="{F17B51B0-334A-3A4C-86DF-7B41A23D2009}"/>
              </a:ext>
            </a:extLst>
          </p:cNvPr>
          <p:cNvSpPr>
            <a:spLocks noChangeArrowheads="1"/>
          </p:cNvSpPr>
          <p:nvPr/>
        </p:nvSpPr>
        <p:spPr bwMode="auto">
          <a:xfrm>
            <a:off x="6992066" y="2842736"/>
            <a:ext cx="3679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59133" name="矩形 28">
            <a:extLst>
              <a:ext uri="{FF2B5EF4-FFF2-40B4-BE49-F238E27FC236}">
                <a16:creationId xmlns:a16="http://schemas.microsoft.com/office/drawing/2014/main" id="{4434D220-0711-F84E-88E5-50D5E39AAFBE}"/>
              </a:ext>
            </a:extLst>
          </p:cNvPr>
          <p:cNvSpPr>
            <a:spLocks noChangeArrowheads="1"/>
          </p:cNvSpPr>
          <p:nvPr/>
        </p:nvSpPr>
        <p:spPr bwMode="auto">
          <a:xfrm>
            <a:off x="7835028" y="280582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5333068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7" name="标题 1">
            <a:extLst>
              <a:ext uri="{FF2B5EF4-FFF2-40B4-BE49-F238E27FC236}">
                <a16:creationId xmlns:a16="http://schemas.microsoft.com/office/drawing/2014/main" id="{7DDD00D4-1A34-594F-97BE-9FBD81DA9095}"/>
              </a:ext>
            </a:extLst>
          </p:cNvPr>
          <p:cNvSpPr>
            <a:spLocks noGrp="1" noChangeArrowheads="1"/>
          </p:cNvSpPr>
          <p:nvPr>
            <p:ph type="title"/>
          </p:nvPr>
        </p:nvSpPr>
        <p:spPr/>
        <p:txBody>
          <a:bodyPr/>
          <a:lstStyle/>
          <a:p>
            <a:r>
              <a:rPr lang="zh-CN" altLang="en-US">
                <a:latin typeface="Arial Black" panose="020B0604020202020204" pitchFamily="34" charset="0"/>
                <a:ea typeface="宋体" panose="02010600030101010101" pitchFamily="2" charset="-122"/>
              </a:rPr>
              <a:t>子网划分（按需）举例</a:t>
            </a:r>
            <a:endParaRPr lang="zh-CN" altLang="en-US">
              <a:latin typeface="Times New Roman" panose="02020603050405020304" pitchFamily="18" charset="0"/>
              <a:ea typeface="宋体" panose="02010600030101010101" pitchFamily="2" charset="-122"/>
            </a:endParaRPr>
          </a:p>
        </p:txBody>
      </p:sp>
      <p:sp>
        <p:nvSpPr>
          <p:cNvPr id="260098" name="内容占位符 2">
            <a:extLst>
              <a:ext uri="{FF2B5EF4-FFF2-40B4-BE49-F238E27FC236}">
                <a16:creationId xmlns:a16="http://schemas.microsoft.com/office/drawing/2014/main" id="{57A6C66A-C7C7-BB43-94A9-B04E0F3A95E9}"/>
              </a:ext>
            </a:extLst>
          </p:cNvPr>
          <p:cNvSpPr>
            <a:spLocks noGrp="1" noChangeArrowheads="1"/>
          </p:cNvSpPr>
          <p:nvPr>
            <p:ph idx="1"/>
          </p:nvPr>
        </p:nvSpPr>
        <p:spPr>
          <a:xfrm>
            <a:off x="133563" y="1006078"/>
            <a:ext cx="8804953" cy="3833813"/>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2</a:t>
            </a:r>
            <a:r>
              <a:rPr lang="zh-CN" altLang="en-US" sz="1800" dirty="0">
                <a:ea typeface="宋体" panose="02010600030101010101" pitchFamily="2" charset="-122"/>
              </a:rPr>
              <a:t>：按实际需要划分 </a:t>
            </a:r>
            <a:r>
              <a:rPr lang="en-US" altLang="zh-CN" sz="1800" dirty="0">
                <a:ea typeface="宋体" panose="02010600030101010101" pitchFamily="2" charset="-122"/>
              </a:rPr>
              <a:t>128.208.0.0/16 </a:t>
            </a:r>
            <a:r>
              <a:rPr lang="zh-CN" altLang="en-US" sz="1800" dirty="0">
                <a:ea typeface="宋体" panose="02010600030101010101" pitchFamily="2" charset="-122"/>
              </a:rPr>
              <a:t>的地址空间</a:t>
            </a:r>
          </a:p>
          <a:p>
            <a:pPr marL="0" indent="0">
              <a:spcBef>
                <a:spcPts val="300"/>
              </a:spcBef>
            </a:pPr>
            <a:r>
              <a:rPr lang="zh-CN" altLang="en-US" sz="1400" dirty="0">
                <a:ea typeface="宋体" panose="02010600030101010101" pitchFamily="2" charset="-122"/>
              </a:rPr>
              <a:t>假设电子工程、计算机、艺术系需要的地址空间分别约为：</a:t>
            </a:r>
            <a:r>
              <a:rPr lang="en-US" altLang="zh-CN" sz="1400" u="sng" dirty="0">
                <a:ea typeface="宋体" panose="02010600030101010101" pitchFamily="2" charset="-122"/>
              </a:rPr>
              <a:t>10000</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20000</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5000</a:t>
            </a:r>
          </a:p>
          <a:p>
            <a:pPr marL="0" indent="0">
              <a:spcBef>
                <a:spcPts val="300"/>
              </a:spcBef>
            </a:pPr>
            <a:r>
              <a:rPr lang="zh-CN" altLang="en-US" sz="1400" dirty="0">
                <a:ea typeface="宋体" panose="02010600030101010101" pitchFamily="2" charset="-122"/>
              </a:rPr>
              <a:t>故主机号需要的二进制位数分别为： </a:t>
            </a:r>
            <a:r>
              <a:rPr lang="en-US" altLang="zh-CN" sz="1400" u="sng" dirty="0">
                <a:ea typeface="宋体" panose="02010600030101010101" pitchFamily="2" charset="-122"/>
              </a:rPr>
              <a:t>14</a:t>
            </a:r>
            <a:r>
              <a:rPr lang="zh-CN" altLang="en-US" sz="1400" u="sng" dirty="0">
                <a:ea typeface="宋体" panose="02010600030101010101" pitchFamily="2" charset="-122"/>
              </a:rPr>
              <a:t>（</a:t>
            </a:r>
            <a:r>
              <a:rPr lang="en-US" altLang="zh-CN" sz="1400" u="sng" dirty="0">
                <a:ea typeface="宋体" panose="02010600030101010101" pitchFamily="2" charset="-122"/>
              </a:rPr>
              <a:t>2</a:t>
            </a:r>
            <a:r>
              <a:rPr lang="en-US" altLang="zh-CN" sz="1400" u="sng" baseline="30000" dirty="0">
                <a:ea typeface="宋体" panose="02010600030101010101" pitchFamily="2" charset="-122"/>
              </a:rPr>
              <a:t>14</a:t>
            </a:r>
            <a:r>
              <a:rPr lang="en-US" altLang="zh-CN" sz="1400" u="sng" dirty="0">
                <a:ea typeface="宋体" panose="02010600030101010101" pitchFamily="2" charset="-122"/>
              </a:rPr>
              <a:t>=16384</a:t>
            </a:r>
            <a:r>
              <a:rPr lang="zh-CN" altLang="en-US" sz="1400" u="sng" dirty="0">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15</a:t>
            </a:r>
            <a:r>
              <a:rPr lang="zh-CN" altLang="en-US" sz="1400" u="sng" dirty="0">
                <a:solidFill>
                  <a:srgbClr val="00B050"/>
                </a:solidFill>
                <a:ea typeface="宋体" panose="02010600030101010101" pitchFamily="2" charset="-122"/>
              </a:rPr>
              <a:t>（</a:t>
            </a:r>
            <a:r>
              <a:rPr lang="en-US" altLang="zh-CN" sz="1400" u="sng" dirty="0">
                <a:solidFill>
                  <a:srgbClr val="00B050"/>
                </a:solidFill>
                <a:ea typeface="宋体" panose="02010600030101010101" pitchFamily="2" charset="-122"/>
              </a:rPr>
              <a:t>2</a:t>
            </a:r>
            <a:r>
              <a:rPr lang="en-US" altLang="zh-CN" sz="1400" u="sng" baseline="30000" dirty="0">
                <a:solidFill>
                  <a:srgbClr val="00B050"/>
                </a:solidFill>
                <a:ea typeface="宋体" panose="02010600030101010101" pitchFamily="2" charset="-122"/>
              </a:rPr>
              <a:t>15</a:t>
            </a:r>
            <a:r>
              <a:rPr lang="en-US" altLang="zh-CN" sz="1400" u="sng" dirty="0">
                <a:solidFill>
                  <a:srgbClr val="00B050"/>
                </a:solidFill>
                <a:ea typeface="宋体" panose="02010600030101010101" pitchFamily="2" charset="-122"/>
              </a:rPr>
              <a:t>=32768</a:t>
            </a:r>
            <a:r>
              <a:rPr lang="zh-CN" altLang="en-US" sz="1400" u="sng" dirty="0">
                <a:solidFill>
                  <a:srgbClr val="00B050"/>
                </a:solidFill>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13</a:t>
            </a:r>
            <a:r>
              <a:rPr lang="en-US" altLang="zh-CN" sz="1400" u="sng" dirty="0">
                <a:ea typeface="宋体" panose="02010600030101010101" pitchFamily="2" charset="-122"/>
              </a:rPr>
              <a:t> (</a:t>
            </a:r>
            <a:r>
              <a:rPr lang="en-US" altLang="zh-CN" sz="1400" u="sng" dirty="0">
                <a:solidFill>
                  <a:srgbClr val="7030A0"/>
                </a:solidFill>
                <a:ea typeface="宋体" panose="02010600030101010101" pitchFamily="2" charset="-122"/>
              </a:rPr>
              <a:t>2</a:t>
            </a:r>
            <a:r>
              <a:rPr lang="en-US" altLang="zh-CN" sz="1400" u="sng" baseline="30000" dirty="0">
                <a:solidFill>
                  <a:srgbClr val="7030A0"/>
                </a:solidFill>
                <a:ea typeface="宋体" panose="02010600030101010101" pitchFamily="2" charset="-122"/>
              </a:rPr>
              <a:t>13</a:t>
            </a:r>
            <a:r>
              <a:rPr lang="en-US" altLang="zh-CN" sz="1400" u="sng" dirty="0">
                <a:solidFill>
                  <a:srgbClr val="7030A0"/>
                </a:solidFill>
                <a:ea typeface="宋体" panose="02010600030101010101" pitchFamily="2" charset="-122"/>
              </a:rPr>
              <a:t>=8192</a:t>
            </a:r>
            <a:r>
              <a:rPr lang="en-US" altLang="zh-CN" sz="1400" dirty="0">
                <a:ea typeface="宋体" panose="02010600030101010101" pitchFamily="2" charset="-122"/>
              </a:rPr>
              <a:t>)</a:t>
            </a:r>
          </a:p>
          <a:p>
            <a:pPr marL="406004" lvl="1">
              <a:spcBef>
                <a:spcPts val="300"/>
              </a:spcBef>
            </a:pPr>
            <a:r>
              <a:rPr lang="zh-CN" altLang="en-US" sz="1400" dirty="0">
                <a:ea typeface="宋体" panose="02010600030101010101" pitchFamily="2" charset="-122"/>
              </a:rPr>
              <a:t>电子工程系：需要</a:t>
            </a:r>
            <a:r>
              <a:rPr lang="en-US" altLang="zh-CN" sz="1400" dirty="0">
                <a:ea typeface="宋体" panose="02010600030101010101" pitchFamily="2" charset="-122"/>
              </a:rPr>
              <a:t>10000(16000/18)</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16348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计算机系：需要</a:t>
            </a:r>
            <a:r>
              <a:rPr lang="en-US" altLang="zh-CN" sz="1400" dirty="0">
                <a:ea typeface="宋体" panose="02010600030101010101" pitchFamily="2" charset="-122"/>
              </a:rPr>
              <a:t>20000(32000/17)</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32768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艺术系： 需要</a:t>
            </a:r>
            <a:r>
              <a:rPr lang="en-US" altLang="zh-CN" sz="1400" dirty="0">
                <a:ea typeface="宋体" panose="02010600030101010101" pitchFamily="2" charset="-122"/>
              </a:rPr>
              <a:t>5000</a:t>
            </a:r>
            <a:r>
              <a:rPr lang="zh-CN" altLang="en-US" sz="1400" dirty="0">
                <a:ea typeface="宋体" panose="02010600030101010101" pitchFamily="2" charset="-122"/>
              </a:rPr>
              <a:t>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8192</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保留：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实际有</a:t>
            </a:r>
            <a:r>
              <a:rPr lang="en-US" altLang="zh-CN" sz="1400" dirty="0">
                <a:ea typeface="宋体" panose="02010600030101010101" pitchFamily="2" charset="-122"/>
              </a:rPr>
              <a:t>8192</a:t>
            </a:r>
            <a:r>
              <a:rPr lang="zh-CN" altLang="en-US" sz="1400" dirty="0">
                <a:ea typeface="宋体" panose="02010600030101010101" pitchFamily="2" charset="-122"/>
              </a:rPr>
              <a:t>个地址</a:t>
            </a:r>
          </a:p>
          <a:p>
            <a:pPr marL="0" indent="0">
              <a:spcBef>
                <a:spcPts val="300"/>
              </a:spcBef>
            </a:pPr>
            <a:r>
              <a:rPr lang="zh-CN" altLang="en-US" sz="1400" dirty="0">
                <a:ea typeface="宋体" panose="02010600030101010101" pitchFamily="2" charset="-122"/>
              </a:rPr>
              <a:t>内部子网号与子网掩码</a:t>
            </a:r>
          </a:p>
          <a:p>
            <a:pPr marL="406004" lvl="1">
              <a:spcBef>
                <a:spcPts val="300"/>
              </a:spcBef>
            </a:pPr>
            <a:r>
              <a:rPr lang="zh-CN" altLang="en-US" sz="1400" dirty="0">
                <a:solidFill>
                  <a:srgbClr val="0070C0"/>
                </a:solidFill>
                <a:ea typeface="宋体" panose="02010600030101010101" pitchFamily="2" charset="-122"/>
              </a:rPr>
              <a:t>电子工程系：</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.00</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000" b="1" dirty="0">
              <a:solidFill>
                <a:srgbClr val="3652E4"/>
              </a:solidFill>
              <a:latin typeface="Consolas" panose="020B0609020204030204" pitchFamily="49" charset="0"/>
              <a:ea typeface="Consolas" panose="020B0609020204030204" pitchFamily="49" charset="0"/>
              <a:cs typeface="Consolas" panose="020B0609020204030204" pitchFamily="49" charset="0"/>
            </a:endParaRPr>
          </a:p>
          <a:p>
            <a:pPr marL="406004" lvl="1">
              <a:spcBef>
                <a:spcPts val="300"/>
              </a:spcBef>
            </a:pPr>
            <a:r>
              <a:rPr lang="zh-CN" altLang="en-US" sz="1400" dirty="0">
                <a:solidFill>
                  <a:srgbClr val="00B050"/>
                </a:solidFill>
                <a:ea typeface="宋体" panose="02010600030101010101" pitchFamily="2" charset="-122"/>
              </a:rPr>
              <a:t>计算机系：    </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.1</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xxxxxxx.xxxxxxxx</a:t>
            </a:r>
          </a:p>
          <a:p>
            <a:pPr marL="406004" lvl="1">
              <a:spcBef>
                <a:spcPts val="300"/>
              </a:spcBef>
            </a:pPr>
            <a:r>
              <a:rPr lang="zh-CN" altLang="en-US" sz="1400" dirty="0">
                <a:solidFill>
                  <a:srgbClr val="7030A0"/>
                </a:solidFill>
                <a:ea typeface="宋体" panose="02010600030101010101" pitchFamily="2" charset="-122"/>
              </a:rPr>
              <a:t>艺术系：        </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.011</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xxxxx.xxxxxxxx</a:t>
            </a:r>
          </a:p>
          <a:p>
            <a:pPr marL="406004" lvl="1">
              <a:spcBef>
                <a:spcPts val="300"/>
              </a:spcBef>
            </a:pPr>
            <a:r>
              <a:rPr lang="zh-CN" altLang="en-US" sz="1400" dirty="0">
                <a:ea typeface="宋体" panose="02010600030101010101" pitchFamily="2" charset="-122"/>
              </a:rPr>
              <a:t>保留：            </a:t>
            </a:r>
            <a:r>
              <a:rPr lang="en-US" altLang="zh-CN" sz="1400" b="1" dirty="0">
                <a:latin typeface="Consolas" panose="020B0609020204030204" pitchFamily="49" charset="0"/>
                <a:ea typeface="Consolas" panose="020B0609020204030204" pitchFamily="49" charset="0"/>
                <a:cs typeface="Consolas" panose="020B0609020204030204" pitchFamily="49" charset="0"/>
              </a:rPr>
              <a:t>10000000.11010000.010xxxxx.xxxxxxxx</a:t>
            </a:r>
          </a:p>
          <a:p>
            <a:pPr marL="0" indent="0">
              <a:spcBef>
                <a:spcPts val="300"/>
              </a:spcBef>
            </a:pPr>
            <a:r>
              <a:rPr lang="zh-CN" altLang="en-US" sz="1400" dirty="0">
                <a:ea typeface="宋体" panose="02010600030101010101" pitchFamily="2" charset="-122"/>
              </a:rPr>
              <a:t>地址范围与子网掩码</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EE</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128.208.0.0~128.208.63.255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255.255.192.0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CS</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128.208.128.0~128.208.255.255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255.255.128.0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Art</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128.208.96.0~128.208.127.255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255.255.224.0</a:t>
            </a:r>
            <a:endParaRPr lang="zh-CN" altLang="en-US" sz="1050" dirty="0">
              <a:latin typeface="Consolas" panose="020B0609020204030204" pitchFamily="49" charset="0"/>
              <a:ea typeface="Consolas" panose="020B0609020204030204" pitchFamily="49" charset="0"/>
              <a:cs typeface="Consolas" panose="020B0609020204030204" pitchFamily="49" charset="0"/>
            </a:endParaRPr>
          </a:p>
        </p:txBody>
      </p:sp>
      <p:sp>
        <p:nvSpPr>
          <p:cNvPr id="260099" name="幻灯片编号占位符 3">
            <a:extLst>
              <a:ext uri="{FF2B5EF4-FFF2-40B4-BE49-F238E27FC236}">
                <a16:creationId xmlns:a16="http://schemas.microsoft.com/office/drawing/2014/main" id="{96F00370-6534-2340-A0E7-F5C1E4A327E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B4A56C-F0E3-9B42-B336-5683980AFFC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119</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0100" name="Line 6">
            <a:extLst>
              <a:ext uri="{FF2B5EF4-FFF2-40B4-BE49-F238E27FC236}">
                <a16:creationId xmlns:a16="http://schemas.microsoft.com/office/drawing/2014/main" id="{C5E51FDB-2D7C-0744-AD36-9B678510B664}"/>
              </a:ext>
            </a:extLst>
          </p:cNvPr>
          <p:cNvSpPr>
            <a:spLocks noChangeShapeType="1"/>
          </p:cNvSpPr>
          <p:nvPr/>
        </p:nvSpPr>
        <p:spPr bwMode="auto">
          <a:xfrm>
            <a:off x="3650456" y="3044429"/>
            <a:ext cx="0" cy="359808"/>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1" name="Line 6">
            <a:extLst>
              <a:ext uri="{FF2B5EF4-FFF2-40B4-BE49-F238E27FC236}">
                <a16:creationId xmlns:a16="http://schemas.microsoft.com/office/drawing/2014/main" id="{9E894B9D-A1F2-794F-9A60-C2C54244F044}"/>
              </a:ext>
            </a:extLst>
          </p:cNvPr>
          <p:cNvSpPr>
            <a:spLocks noChangeShapeType="1"/>
          </p:cNvSpPr>
          <p:nvPr/>
        </p:nvSpPr>
        <p:spPr bwMode="auto">
          <a:xfrm>
            <a:off x="3538300" y="3301364"/>
            <a:ext cx="0" cy="330995"/>
          </a:xfrm>
          <a:prstGeom prst="line">
            <a:avLst/>
          </a:prstGeom>
          <a:noFill/>
          <a:ln w="22225">
            <a:solidFill>
              <a:srgbClr val="7030A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2" name="Line 6">
            <a:extLst>
              <a:ext uri="{FF2B5EF4-FFF2-40B4-BE49-F238E27FC236}">
                <a16:creationId xmlns:a16="http://schemas.microsoft.com/office/drawing/2014/main" id="{18D61879-BF77-3346-AFE9-A5928560DDB6}"/>
              </a:ext>
            </a:extLst>
          </p:cNvPr>
          <p:cNvSpPr>
            <a:spLocks noChangeShapeType="1"/>
          </p:cNvSpPr>
          <p:nvPr/>
        </p:nvSpPr>
        <p:spPr bwMode="auto">
          <a:xfrm>
            <a:off x="3742373" y="3598069"/>
            <a:ext cx="0" cy="515540"/>
          </a:xfrm>
          <a:prstGeom prst="line">
            <a:avLst/>
          </a:prstGeom>
          <a:noFill/>
          <a:ln w="22225">
            <a:solidFill>
              <a:srgbClr val="00B05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60103" name="Picture 38">
            <a:extLst>
              <a:ext uri="{FF2B5EF4-FFF2-40B4-BE49-F238E27FC236}">
                <a16:creationId xmlns:a16="http://schemas.microsoft.com/office/drawing/2014/main" id="{7A12D1C4-0E2C-9B48-9121-033C690B1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2796540"/>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4" name="Picture 38">
            <a:extLst>
              <a:ext uri="{FF2B5EF4-FFF2-40B4-BE49-F238E27FC236}">
                <a16:creationId xmlns:a16="http://schemas.microsoft.com/office/drawing/2014/main" id="{2A4FF27F-8681-2041-85F7-D7F051670EE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8846"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5" name="Picture 38">
            <a:extLst>
              <a:ext uri="{FF2B5EF4-FFF2-40B4-BE49-F238E27FC236}">
                <a16:creationId xmlns:a16="http://schemas.microsoft.com/office/drawing/2014/main" id="{699D136D-43F4-A843-8C9F-CA1FC08EC9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6" name="Picture 38">
            <a:extLst>
              <a:ext uri="{FF2B5EF4-FFF2-40B4-BE49-F238E27FC236}">
                <a16:creationId xmlns:a16="http://schemas.microsoft.com/office/drawing/2014/main" id="{B76EAF56-EFAC-CA45-995E-232DFB065F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8449" y="3282315"/>
            <a:ext cx="297656" cy="216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7" name="Line 33">
            <a:extLst>
              <a:ext uri="{FF2B5EF4-FFF2-40B4-BE49-F238E27FC236}">
                <a16:creationId xmlns:a16="http://schemas.microsoft.com/office/drawing/2014/main" id="{347D31B5-DDC9-CA4D-B5AD-98796081A7AE}"/>
              </a:ext>
            </a:extLst>
          </p:cNvPr>
          <p:cNvSpPr>
            <a:spLocks noChangeShapeType="1"/>
          </p:cNvSpPr>
          <p:nvPr/>
        </p:nvSpPr>
        <p:spPr bwMode="auto">
          <a:xfrm flipH="1">
            <a:off x="7259030" y="3402568"/>
            <a:ext cx="25003"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8" name="Line 33">
            <a:extLst>
              <a:ext uri="{FF2B5EF4-FFF2-40B4-BE49-F238E27FC236}">
                <a16:creationId xmlns:a16="http://schemas.microsoft.com/office/drawing/2014/main" id="{B8C0DB05-54FA-294C-90F9-D34A2D60B4A2}"/>
              </a:ext>
            </a:extLst>
          </p:cNvPr>
          <p:cNvSpPr>
            <a:spLocks noChangeShapeType="1"/>
          </p:cNvSpPr>
          <p:nvPr/>
        </p:nvSpPr>
        <p:spPr bwMode="auto">
          <a:xfrm>
            <a:off x="7854343" y="3402568"/>
            <a:ext cx="438150" cy="5298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9" name="Line 33">
            <a:extLst>
              <a:ext uri="{FF2B5EF4-FFF2-40B4-BE49-F238E27FC236}">
                <a16:creationId xmlns:a16="http://schemas.microsoft.com/office/drawing/2014/main" id="{FE92979E-4A76-8D42-AA5D-360834EE0DB3}"/>
              </a:ext>
            </a:extLst>
          </p:cNvPr>
          <p:cNvSpPr>
            <a:spLocks noChangeShapeType="1"/>
          </p:cNvSpPr>
          <p:nvPr/>
        </p:nvSpPr>
        <p:spPr bwMode="auto">
          <a:xfrm flipH="1">
            <a:off x="6256524" y="3456147"/>
            <a:ext cx="309563" cy="4202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0" name="Line 33">
            <a:extLst>
              <a:ext uri="{FF2B5EF4-FFF2-40B4-BE49-F238E27FC236}">
                <a16:creationId xmlns:a16="http://schemas.microsoft.com/office/drawing/2014/main" id="{F9FA340C-94ED-0649-A7C9-262B6333A8D8}"/>
              </a:ext>
            </a:extLst>
          </p:cNvPr>
          <p:cNvSpPr>
            <a:spLocks noChangeShapeType="1"/>
          </p:cNvSpPr>
          <p:nvPr/>
        </p:nvSpPr>
        <p:spPr bwMode="auto">
          <a:xfrm>
            <a:off x="7284033" y="3012043"/>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1" name="Line 33">
            <a:extLst>
              <a:ext uri="{FF2B5EF4-FFF2-40B4-BE49-F238E27FC236}">
                <a16:creationId xmlns:a16="http://schemas.microsoft.com/office/drawing/2014/main" id="{9F689BC9-02C9-4E4D-81E0-D59403A41069}"/>
              </a:ext>
            </a:extLst>
          </p:cNvPr>
          <p:cNvSpPr>
            <a:spLocks noChangeShapeType="1"/>
          </p:cNvSpPr>
          <p:nvPr/>
        </p:nvSpPr>
        <p:spPr bwMode="auto">
          <a:xfrm flipH="1">
            <a:off x="6566087" y="2904887"/>
            <a:ext cx="582215" cy="3893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2" name="Line 33">
            <a:extLst>
              <a:ext uri="{FF2B5EF4-FFF2-40B4-BE49-F238E27FC236}">
                <a16:creationId xmlns:a16="http://schemas.microsoft.com/office/drawing/2014/main" id="{D46EFBF6-D6F8-1A4A-9288-58F3303977FB}"/>
              </a:ext>
            </a:extLst>
          </p:cNvPr>
          <p:cNvSpPr>
            <a:spLocks noChangeShapeType="1"/>
          </p:cNvSpPr>
          <p:nvPr/>
        </p:nvSpPr>
        <p:spPr bwMode="auto">
          <a:xfrm>
            <a:off x="7424527" y="2964418"/>
            <a:ext cx="400050" cy="2631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3" name="Line 33">
            <a:extLst>
              <a:ext uri="{FF2B5EF4-FFF2-40B4-BE49-F238E27FC236}">
                <a16:creationId xmlns:a16="http://schemas.microsoft.com/office/drawing/2014/main" id="{24CFBC82-538E-6C4E-A64A-569A97E3733D}"/>
              </a:ext>
            </a:extLst>
          </p:cNvPr>
          <p:cNvSpPr>
            <a:spLocks noChangeShapeType="1"/>
          </p:cNvSpPr>
          <p:nvPr/>
        </p:nvSpPr>
        <p:spPr bwMode="auto">
          <a:xfrm flipV="1">
            <a:off x="7284033" y="252626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60114" name="矩形 18">
            <a:extLst>
              <a:ext uri="{FF2B5EF4-FFF2-40B4-BE49-F238E27FC236}">
                <a16:creationId xmlns:a16="http://schemas.microsoft.com/office/drawing/2014/main" id="{35EFF249-6AB0-F248-B0F7-78DB711DC06D}"/>
              </a:ext>
            </a:extLst>
          </p:cNvPr>
          <p:cNvSpPr>
            <a:spLocks noChangeArrowheads="1"/>
          </p:cNvSpPr>
          <p:nvPr/>
        </p:nvSpPr>
        <p:spPr bwMode="auto">
          <a:xfrm>
            <a:off x="6607758" y="2156772"/>
            <a:ext cx="13525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100" dirty="0" err="1">
                <a:solidFill>
                  <a:schemeClr val="tx1"/>
                </a:solidFill>
                <a:latin typeface="Arial" panose="020B0604020202020204" pitchFamily="34" charset="0"/>
                <a:ea typeface="宋体" panose="02010600030101010101" pitchFamily="2" charset="-122"/>
              </a:rPr>
              <a:t>Internet</a:t>
            </a:r>
            <a:r>
              <a:rPr lang="nb-NO" altLang="zh-CN" sz="110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100" dirty="0">
                <a:solidFill>
                  <a:schemeClr val="tx1"/>
                </a:solidFill>
                <a:latin typeface="Arial" panose="020B0604020202020204" pitchFamily="34" charset="0"/>
                <a:ea typeface="宋体" panose="02010600030101010101" pitchFamily="2" charset="-122"/>
              </a:rPr>
              <a:t>128.208.0.0/16 </a:t>
            </a:r>
          </a:p>
        </p:txBody>
      </p:sp>
      <p:sp>
        <p:nvSpPr>
          <p:cNvPr id="260115" name="矩形 19">
            <a:extLst>
              <a:ext uri="{FF2B5EF4-FFF2-40B4-BE49-F238E27FC236}">
                <a16:creationId xmlns:a16="http://schemas.microsoft.com/office/drawing/2014/main" id="{5A1EF93C-3E98-DA45-A338-CDF7CAB27BAB}"/>
              </a:ext>
            </a:extLst>
          </p:cNvPr>
          <p:cNvSpPr>
            <a:spLocks noChangeArrowheads="1"/>
          </p:cNvSpPr>
          <p:nvPr/>
        </p:nvSpPr>
        <p:spPr bwMode="auto">
          <a:xfrm>
            <a:off x="5349240" y="4206240"/>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3652E4"/>
                </a:solidFill>
                <a:latin typeface="Arial" panose="020B0604020202020204" pitchFamily="34" charset="0"/>
                <a:ea typeface="宋体" panose="02010600030101010101" pitchFamily="2" charset="-122"/>
              </a:rPr>
              <a:t>128.208.0.0/1</a:t>
            </a:r>
            <a:r>
              <a:rPr lang="en-US" altLang="zh-CN" sz="1050" b="1" dirty="0">
                <a:solidFill>
                  <a:srgbClr val="3652E4"/>
                </a:solidFill>
                <a:latin typeface="Arial" panose="020B0604020202020204" pitchFamily="34" charset="0"/>
                <a:ea typeface="宋体" panose="02010600030101010101" pitchFamily="2" charset="-122"/>
              </a:rPr>
              <a:t>8</a:t>
            </a:r>
            <a:endParaRPr lang="nb-NO" altLang="zh-CN" sz="1050" b="1" dirty="0">
              <a:solidFill>
                <a:srgbClr val="3652E4"/>
              </a:solidFill>
              <a:latin typeface="Arial" panose="020B0604020202020204" pitchFamily="34" charset="0"/>
              <a:ea typeface="宋体" panose="02010600030101010101" pitchFamily="2" charset="-122"/>
            </a:endParaRPr>
          </a:p>
        </p:txBody>
      </p:sp>
      <p:pic>
        <p:nvPicPr>
          <p:cNvPr id="260116" name="Picture 35">
            <a:extLst>
              <a:ext uri="{FF2B5EF4-FFF2-40B4-BE49-F238E27FC236}">
                <a16:creationId xmlns:a16="http://schemas.microsoft.com/office/drawing/2014/main" id="{E9E6510D-3680-DA49-8857-183DDFD2992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80312" y="3833574"/>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17" name="矩形 21">
            <a:extLst>
              <a:ext uri="{FF2B5EF4-FFF2-40B4-BE49-F238E27FC236}">
                <a16:creationId xmlns:a16="http://schemas.microsoft.com/office/drawing/2014/main" id="{FB830C03-2C34-2446-92B8-2C995F20FEA2}"/>
              </a:ext>
            </a:extLst>
          </p:cNvPr>
          <p:cNvSpPr>
            <a:spLocks noChangeArrowheads="1"/>
          </p:cNvSpPr>
          <p:nvPr/>
        </p:nvSpPr>
        <p:spPr bwMode="auto">
          <a:xfrm>
            <a:off x="6566087" y="4205049"/>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00B050"/>
                </a:solidFill>
                <a:latin typeface="Arial" panose="020B0604020202020204" pitchFamily="34" charset="0"/>
                <a:ea typeface="宋体" panose="02010600030101010101" pitchFamily="2" charset="-122"/>
              </a:rPr>
              <a:t>128.208.</a:t>
            </a:r>
            <a:r>
              <a:rPr lang="en-US" altLang="zh-CN" sz="1050" b="1" dirty="0">
                <a:solidFill>
                  <a:srgbClr val="00B050"/>
                </a:solidFill>
                <a:latin typeface="Arial" panose="020B0604020202020204" pitchFamily="34" charset="0"/>
                <a:ea typeface="宋体" panose="02010600030101010101" pitchFamily="2" charset="-122"/>
              </a:rPr>
              <a:t>128</a:t>
            </a:r>
            <a:r>
              <a:rPr lang="nb-NO" altLang="zh-CN" sz="1050" b="1" dirty="0">
                <a:solidFill>
                  <a:srgbClr val="00B050"/>
                </a:solidFill>
                <a:latin typeface="Arial" panose="020B0604020202020204" pitchFamily="34" charset="0"/>
                <a:ea typeface="宋体" panose="02010600030101010101" pitchFamily="2" charset="-122"/>
              </a:rPr>
              <a:t>.0/1</a:t>
            </a:r>
            <a:r>
              <a:rPr lang="en-US" altLang="zh-CN" sz="1050" b="1" dirty="0">
                <a:solidFill>
                  <a:srgbClr val="00B050"/>
                </a:solidFill>
                <a:latin typeface="Arial" panose="020B0604020202020204" pitchFamily="34" charset="0"/>
                <a:ea typeface="宋体" panose="02010600030101010101" pitchFamily="2" charset="-122"/>
              </a:rPr>
              <a:t>7</a:t>
            </a:r>
            <a:r>
              <a:rPr lang="nb-NO" altLang="zh-CN" sz="1050" b="1" dirty="0">
                <a:solidFill>
                  <a:srgbClr val="00B050"/>
                </a:solidFill>
                <a:latin typeface="Arial" panose="020B0604020202020204" pitchFamily="34" charset="0"/>
                <a:ea typeface="宋体" panose="02010600030101010101" pitchFamily="2" charset="-122"/>
              </a:rPr>
              <a:t> </a:t>
            </a:r>
          </a:p>
        </p:txBody>
      </p:sp>
      <p:sp>
        <p:nvSpPr>
          <p:cNvPr id="260118" name="矩形 22">
            <a:extLst>
              <a:ext uri="{FF2B5EF4-FFF2-40B4-BE49-F238E27FC236}">
                <a16:creationId xmlns:a16="http://schemas.microsoft.com/office/drawing/2014/main" id="{26E63A7A-A2AE-A64E-9078-D4B1DAAA8FFE}"/>
              </a:ext>
            </a:extLst>
          </p:cNvPr>
          <p:cNvSpPr>
            <a:spLocks noChangeArrowheads="1"/>
          </p:cNvSpPr>
          <p:nvPr/>
        </p:nvSpPr>
        <p:spPr bwMode="auto">
          <a:xfrm>
            <a:off x="7847940" y="4220527"/>
            <a:ext cx="1238755"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7030A0"/>
                </a:solidFill>
                <a:latin typeface="Arial" panose="020B0604020202020204" pitchFamily="34" charset="0"/>
                <a:ea typeface="宋体" panose="02010600030101010101" pitchFamily="2" charset="-122"/>
              </a:rPr>
              <a:t>128.208.</a:t>
            </a:r>
            <a:r>
              <a:rPr lang="en-US" altLang="zh-CN" sz="1050" b="1" dirty="0">
                <a:solidFill>
                  <a:srgbClr val="7030A0"/>
                </a:solidFill>
                <a:latin typeface="Arial" panose="020B0604020202020204" pitchFamily="34" charset="0"/>
                <a:ea typeface="宋体" panose="02010600030101010101" pitchFamily="2" charset="-122"/>
              </a:rPr>
              <a:t>96</a:t>
            </a:r>
            <a:r>
              <a:rPr lang="nb-NO" altLang="zh-CN" sz="1050" b="1" dirty="0">
                <a:solidFill>
                  <a:srgbClr val="7030A0"/>
                </a:solidFill>
                <a:latin typeface="Arial" panose="020B0604020202020204" pitchFamily="34" charset="0"/>
                <a:ea typeface="宋体" panose="02010600030101010101" pitchFamily="2" charset="-122"/>
              </a:rPr>
              <a:t>.0/1</a:t>
            </a:r>
            <a:r>
              <a:rPr lang="en-US" altLang="zh-CN" sz="1050" b="1" dirty="0">
                <a:solidFill>
                  <a:srgbClr val="7030A0"/>
                </a:solidFill>
                <a:latin typeface="Arial" panose="020B0604020202020204" pitchFamily="34" charset="0"/>
                <a:ea typeface="宋体" panose="02010600030101010101" pitchFamily="2" charset="-122"/>
              </a:rPr>
              <a:t>9</a:t>
            </a:r>
            <a:r>
              <a:rPr lang="nb-NO" altLang="zh-CN" sz="1050" b="1" dirty="0">
                <a:solidFill>
                  <a:srgbClr val="7030A0"/>
                </a:solidFill>
                <a:latin typeface="Arial" panose="020B0604020202020204" pitchFamily="34" charset="0"/>
                <a:ea typeface="宋体" panose="02010600030101010101" pitchFamily="2" charset="-122"/>
              </a:rPr>
              <a:t> </a:t>
            </a:r>
          </a:p>
        </p:txBody>
      </p:sp>
      <p:pic>
        <p:nvPicPr>
          <p:cNvPr id="260119" name="Picture 35">
            <a:extLst>
              <a:ext uri="{FF2B5EF4-FFF2-40B4-BE49-F238E27FC236}">
                <a16:creationId xmlns:a16="http://schemas.microsoft.com/office/drawing/2014/main" id="{D9D73861-2845-824E-A5AE-44FE516F44B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76864" y="3864530"/>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20" name="Picture 35">
            <a:extLst>
              <a:ext uri="{FF2B5EF4-FFF2-40B4-BE49-F238E27FC236}">
                <a16:creationId xmlns:a16="http://schemas.microsoft.com/office/drawing/2014/main" id="{F5134C97-5D9F-7641-AAB9-06666347360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42474" y="387524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21" name="矩形 25">
            <a:extLst>
              <a:ext uri="{FF2B5EF4-FFF2-40B4-BE49-F238E27FC236}">
                <a16:creationId xmlns:a16="http://schemas.microsoft.com/office/drawing/2014/main" id="{95067550-B4D6-1F41-B8B6-E892A4681719}"/>
              </a:ext>
            </a:extLst>
          </p:cNvPr>
          <p:cNvSpPr>
            <a:spLocks noChangeArrowheads="1"/>
          </p:cNvSpPr>
          <p:nvPr/>
        </p:nvSpPr>
        <p:spPr bwMode="auto">
          <a:xfrm>
            <a:off x="6337487" y="3569255"/>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60122" name="矩形 26">
            <a:extLst>
              <a:ext uri="{FF2B5EF4-FFF2-40B4-BE49-F238E27FC236}">
                <a16:creationId xmlns:a16="http://schemas.microsoft.com/office/drawing/2014/main" id="{D6FC85AC-936B-8B40-A508-F2F3C465CF0E}"/>
              </a:ext>
            </a:extLst>
          </p:cNvPr>
          <p:cNvSpPr>
            <a:spLocks noChangeArrowheads="1"/>
          </p:cNvSpPr>
          <p:nvPr/>
        </p:nvSpPr>
        <p:spPr bwMode="auto">
          <a:xfrm>
            <a:off x="7205452" y="35513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60123" name="矩形 27">
            <a:extLst>
              <a:ext uri="{FF2B5EF4-FFF2-40B4-BE49-F238E27FC236}">
                <a16:creationId xmlns:a16="http://schemas.microsoft.com/office/drawing/2014/main" id="{403DB42D-F5F7-2B4A-9E5E-5641C0FE12F6}"/>
              </a:ext>
            </a:extLst>
          </p:cNvPr>
          <p:cNvSpPr>
            <a:spLocks noChangeArrowheads="1"/>
          </p:cNvSpPr>
          <p:nvPr/>
        </p:nvSpPr>
        <p:spPr bwMode="auto">
          <a:xfrm>
            <a:off x="8048414" y="351448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943786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内容占位符 2">
            <a:extLst>
              <a:ext uri="{FF2B5EF4-FFF2-40B4-BE49-F238E27FC236}">
                <a16:creationId xmlns:a16="http://schemas.microsoft.com/office/drawing/2014/main" id="{D116E517-28C0-3B4B-8909-D92E2D69DC1C}"/>
              </a:ext>
            </a:extLst>
          </p:cNvPr>
          <p:cNvGraphicFramePr>
            <a:graphicFrameLocks noGrp="1"/>
          </p:cNvGraphicFramePr>
          <p:nvPr>
            <p:ph idx="1"/>
            <p:extLst>
              <p:ext uri="{D42A27DB-BD31-4B8C-83A1-F6EECF244321}">
                <p14:modId xmlns:p14="http://schemas.microsoft.com/office/powerpoint/2010/main" val="951136079"/>
              </p:ext>
            </p:extLst>
          </p:nvPr>
        </p:nvGraphicFramePr>
        <p:xfrm>
          <a:off x="133350" y="1802130"/>
          <a:ext cx="8805863" cy="3708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2148" name="灯片编号占位符 1">
            <a:extLst>
              <a:ext uri="{FF2B5EF4-FFF2-40B4-BE49-F238E27FC236}">
                <a16:creationId xmlns:a16="http://schemas.microsoft.com/office/drawing/2014/main" id="{77A573A1-4CA1-5346-83EC-1BB75D9F683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D131FB0-BA50-1346-B544-5A40E839D029}"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120</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2145" name="Rectangle 2">
            <a:extLst>
              <a:ext uri="{FF2B5EF4-FFF2-40B4-BE49-F238E27FC236}">
                <a16:creationId xmlns:a16="http://schemas.microsoft.com/office/drawing/2014/main" id="{C78D27F6-D643-8E46-A5FE-F3771AE844A6}"/>
              </a:ext>
            </a:extLst>
          </p:cNvPr>
          <p:cNvSpPr>
            <a:spLocks noGrp="1" noChangeArrowheads="1"/>
          </p:cNvSpPr>
          <p:nvPr>
            <p:ph type="title"/>
          </p:nvPr>
        </p:nvSpPr>
        <p:spPr/>
        <p:txBody>
          <a:bodyPr/>
          <a:lstStyle/>
          <a:p>
            <a:pPr marL="257175" indent="-257175"/>
            <a:r>
              <a:rPr lang="zh-CN" altLang="en-US" sz="3000">
                <a:latin typeface="Times New Roman" panose="02020603050405020304" pitchFamily="18" charset="0"/>
                <a:ea typeface="宋体" panose="02010600030101010101" pitchFamily="2" charset="-122"/>
              </a:rPr>
              <a:t>子网划分结构</a:t>
            </a:r>
            <a:endParaRPr lang="en-US" altLang="zh-CN" sz="3000">
              <a:latin typeface="Times New Roman" panose="02020603050405020304" pitchFamily="18" charset="0"/>
              <a:ea typeface="宋体" panose="02010600030101010101" pitchFamily="2" charset="-122"/>
            </a:endParaRPr>
          </a:p>
        </p:txBody>
      </p:sp>
      <p:sp>
        <p:nvSpPr>
          <p:cNvPr id="262146" name="文本占位符 3">
            <a:extLst>
              <a:ext uri="{FF2B5EF4-FFF2-40B4-BE49-F238E27FC236}">
                <a16:creationId xmlns:a16="http://schemas.microsoft.com/office/drawing/2014/main" id="{A8F50240-8B50-A845-A92D-FB126B222482}"/>
              </a:ext>
            </a:extLst>
          </p:cNvPr>
          <p:cNvSpPr>
            <a:spLocks noGrp="1" noChangeArrowheads="1"/>
          </p:cNvSpPr>
          <p:nvPr>
            <p:ph type="body" sz="half" idx="4294967295"/>
          </p:nvPr>
        </p:nvSpPr>
        <p:spPr>
          <a:xfrm>
            <a:off x="102742" y="957582"/>
            <a:ext cx="8938516" cy="1485900"/>
          </a:xfrm>
        </p:spPr>
        <p:txBody>
          <a:bodyPr/>
          <a:lstStyle/>
          <a:p>
            <a:pPr>
              <a:lnSpc>
                <a:spcPct val="100000"/>
              </a:lnSpc>
            </a:pPr>
            <a:r>
              <a:rPr lang="zh-CN" altLang="en-US" sz="1800" dirty="0">
                <a:latin typeface="Times New Roman" panose="02020603050405020304" pitchFamily="18" charset="0"/>
                <a:ea typeface="宋体" panose="02010600030101010101" pitchFamily="2" charset="-122"/>
              </a:rPr>
              <a:t>地址空间：</a:t>
            </a:r>
            <a:r>
              <a:rPr lang="en-US" altLang="zh-CN" sz="1800" dirty="0">
                <a:latin typeface="Times New Roman" panose="02020603050405020304" pitchFamily="18" charset="0"/>
                <a:ea typeface="宋体" panose="02010600030101010101" pitchFamily="2" charset="-122"/>
              </a:rPr>
              <a:t>128.208.0.0/16</a:t>
            </a:r>
          </a:p>
          <a:p>
            <a:pPr lvl="1">
              <a:lnSpc>
                <a:spcPct val="100000"/>
              </a:lnSpc>
            </a:pPr>
            <a:r>
              <a:rPr lang="en-US" altLang="zh-CN" sz="1500" dirty="0">
                <a:latin typeface="Times New Roman" panose="02020603050405020304" pitchFamily="18" charset="0"/>
                <a:ea typeface="宋体" panose="02010600030101010101" pitchFamily="2" charset="-122"/>
              </a:rPr>
              <a:t> /16 </a:t>
            </a:r>
            <a:r>
              <a:rPr lang="zh-CN" altLang="en-US" sz="1500" dirty="0">
                <a:latin typeface="Times New Roman" panose="02020603050405020304" pitchFamily="18" charset="0"/>
                <a:ea typeface="宋体" panose="02010600030101010101" pitchFamily="2" charset="-122"/>
              </a:rPr>
              <a:t>地址空间的四分之一 </a:t>
            </a:r>
            <a:r>
              <a:rPr lang="en-US" altLang="zh-CN" sz="1500" dirty="0">
                <a:latin typeface="Times New Roman" panose="02020603050405020304" pitchFamily="18" charset="0"/>
                <a:ea typeface="宋体" panose="02010600030101010101" pitchFamily="2" charset="-122"/>
              </a:rPr>
              <a:t>(/18)</a:t>
            </a:r>
            <a:r>
              <a:rPr lang="zh-CN" altLang="en-US" sz="1500" dirty="0">
                <a:latin typeface="Times New Roman" panose="02020603050405020304" pitchFamily="18" charset="0"/>
                <a:ea typeface="宋体" panose="02010600030101010101" pitchFamily="2" charset="-122"/>
              </a:rPr>
              <a:t>分给电子工程：</a:t>
            </a:r>
            <a:r>
              <a:rPr lang="en-US" altLang="zh-CN" sz="1500" dirty="0">
                <a:solidFill>
                  <a:srgbClr val="C00000"/>
                </a:solidFill>
                <a:latin typeface="Times New Roman" panose="02020603050405020304" pitchFamily="18" charset="0"/>
                <a:ea typeface="宋体" panose="02010600030101010101" pitchFamily="2" charset="-122"/>
              </a:rPr>
              <a:t>32-14=18</a:t>
            </a:r>
          </a:p>
          <a:p>
            <a:pPr lvl="1">
              <a:lnSpc>
                <a:spcPct val="100000"/>
              </a:lnSpc>
            </a:pPr>
            <a:r>
              <a:rPr lang="zh-CN" altLang="en-US" sz="1500" dirty="0">
                <a:latin typeface="Times New Roman" panose="02020603050405020304" pitchFamily="18" charset="0"/>
                <a:ea typeface="宋体" panose="02010600030101010101" pitchFamily="2" charset="-122"/>
              </a:rPr>
              <a:t>一半</a:t>
            </a:r>
            <a:r>
              <a:rPr lang="en-US" altLang="zh-CN" sz="1500" dirty="0">
                <a:latin typeface="Times New Roman" panose="02020603050405020304" pitchFamily="18" charset="0"/>
                <a:ea typeface="宋体" panose="02010600030101010101" pitchFamily="2" charset="-122"/>
              </a:rPr>
              <a:t>(/17)</a:t>
            </a:r>
            <a:r>
              <a:rPr lang="zh-CN" altLang="en-US" sz="1500" dirty="0">
                <a:latin typeface="Times New Roman" panose="02020603050405020304" pitchFamily="18" charset="0"/>
                <a:ea typeface="宋体" panose="02010600030101010101" pitchFamily="2" charset="-122"/>
              </a:rPr>
              <a:t>分给计算机：</a:t>
            </a:r>
            <a:r>
              <a:rPr lang="en-US" altLang="zh-CN" sz="1500" dirty="0">
                <a:solidFill>
                  <a:srgbClr val="C00000"/>
                </a:solidFill>
                <a:latin typeface="Times New Roman" panose="02020603050405020304" pitchFamily="18" charset="0"/>
                <a:ea typeface="宋体" panose="02010600030101010101" pitchFamily="2" charset="-122"/>
              </a:rPr>
              <a:t>32-15=17</a:t>
            </a:r>
          </a:p>
          <a:p>
            <a:pPr lvl="1">
              <a:lnSpc>
                <a:spcPct val="100000"/>
              </a:lnSpc>
            </a:pPr>
            <a:r>
              <a:rPr lang="zh-CN" altLang="en-US" sz="1500" dirty="0">
                <a:latin typeface="Times New Roman" panose="02020603050405020304" pitchFamily="18" charset="0"/>
                <a:ea typeface="宋体" panose="02010600030101010101" pitchFamily="2" charset="-122"/>
              </a:rPr>
              <a:t>八分之一</a:t>
            </a:r>
            <a:r>
              <a:rPr lang="en-US" altLang="zh-CN" sz="1500" dirty="0">
                <a:latin typeface="Times New Roman" panose="02020603050405020304" pitchFamily="18" charset="0"/>
                <a:ea typeface="宋体" panose="02010600030101010101" pitchFamily="2" charset="-122"/>
              </a:rPr>
              <a:t>(/19)</a:t>
            </a:r>
            <a:r>
              <a:rPr lang="zh-CN" altLang="en-US" sz="1500" dirty="0">
                <a:latin typeface="Times New Roman" panose="02020603050405020304" pitchFamily="18" charset="0"/>
                <a:ea typeface="宋体" panose="02010600030101010101" pitchFamily="2" charset="-122"/>
              </a:rPr>
              <a:t>分给艺术：</a:t>
            </a:r>
            <a:r>
              <a:rPr lang="en-US" altLang="zh-CN" sz="1500" dirty="0">
                <a:solidFill>
                  <a:srgbClr val="C00000"/>
                </a:solidFill>
                <a:latin typeface="Times New Roman" panose="02020603050405020304" pitchFamily="18" charset="0"/>
                <a:ea typeface="宋体" panose="02010600030101010101" pitchFamily="2" charset="-122"/>
              </a:rPr>
              <a:t>32-13=19</a:t>
            </a:r>
          </a:p>
          <a:p>
            <a:pPr lvl="1">
              <a:lnSpc>
                <a:spcPct val="100000"/>
              </a:lnSpc>
            </a:pPr>
            <a:r>
              <a:rPr lang="zh-CN" altLang="en-US" sz="1500" dirty="0">
                <a:latin typeface="Times New Roman" panose="02020603050405020304" pitchFamily="18" charset="0"/>
                <a:ea typeface="宋体" panose="02010600030101010101" pitchFamily="2" charset="-122"/>
              </a:rPr>
              <a:t>其余保留</a:t>
            </a:r>
          </a:p>
        </p:txBody>
      </p:sp>
      <p:sp>
        <p:nvSpPr>
          <p:cNvPr id="262149" name="矩形 25">
            <a:extLst>
              <a:ext uri="{FF2B5EF4-FFF2-40B4-BE49-F238E27FC236}">
                <a16:creationId xmlns:a16="http://schemas.microsoft.com/office/drawing/2014/main" id="{83072F5B-6605-2948-9DC1-A9C884FACFD8}"/>
              </a:ext>
            </a:extLst>
          </p:cNvPr>
          <p:cNvSpPr>
            <a:spLocks noChangeArrowheads="1"/>
          </p:cNvSpPr>
          <p:nvPr/>
        </p:nvSpPr>
        <p:spPr bwMode="auto">
          <a:xfrm>
            <a:off x="869871" y="3543294"/>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EE</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0" name="矩形 26">
            <a:extLst>
              <a:ext uri="{FF2B5EF4-FFF2-40B4-BE49-F238E27FC236}">
                <a16:creationId xmlns:a16="http://schemas.microsoft.com/office/drawing/2014/main" id="{A6EE21E6-201B-AA49-B60B-A8109F000E03}"/>
              </a:ext>
            </a:extLst>
          </p:cNvPr>
          <p:cNvSpPr>
            <a:spLocks noChangeArrowheads="1"/>
          </p:cNvSpPr>
          <p:nvPr/>
        </p:nvSpPr>
        <p:spPr bwMode="auto">
          <a:xfrm>
            <a:off x="6836808" y="2877972"/>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CS</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1" name="矩形 27">
            <a:extLst>
              <a:ext uri="{FF2B5EF4-FFF2-40B4-BE49-F238E27FC236}">
                <a16:creationId xmlns:a16="http://schemas.microsoft.com/office/drawing/2014/main" id="{5277421C-7E78-004E-82F5-E20E25143051}"/>
              </a:ext>
            </a:extLst>
          </p:cNvPr>
          <p:cNvSpPr>
            <a:spLocks noChangeArrowheads="1"/>
          </p:cNvSpPr>
          <p:nvPr/>
        </p:nvSpPr>
        <p:spPr bwMode="auto">
          <a:xfrm>
            <a:off x="3949542" y="4197189"/>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Art</a:t>
            </a:r>
            <a:endParaRPr lang="nb-NO" altLang="zh-CN" sz="1050" dirty="0">
              <a:solidFill>
                <a:srgbClr val="FF0000"/>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727731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Rectangle 2">
            <a:extLst>
              <a:ext uri="{FF2B5EF4-FFF2-40B4-BE49-F238E27FC236}">
                <a16:creationId xmlns:a16="http://schemas.microsoft.com/office/drawing/2014/main" id="{8A267384-D6D7-F34A-83AA-BB255ED074DC}"/>
              </a:ext>
            </a:extLst>
          </p:cNvPr>
          <p:cNvSpPr>
            <a:spLocks noGrp="1" noChangeArrowheads="1"/>
          </p:cNvSpPr>
          <p:nvPr>
            <p:ph type="title"/>
          </p:nvPr>
        </p:nvSpPr>
        <p:spPr>
          <a:xfrm>
            <a:off x="160021" y="202406"/>
            <a:ext cx="7565946" cy="748904"/>
          </a:xfrm>
        </p:spPr>
        <p:txBody>
          <a:bodyPr/>
          <a:lstStyle/>
          <a:p>
            <a:r>
              <a:rPr lang="zh-CN" altLang="en-US" sz="3000" dirty="0">
                <a:latin typeface="Arial Black" panose="020B0604020202020204" pitchFamily="34" charset="0"/>
                <a:ea typeface="宋体" panose="02010600030101010101" pitchFamily="2" charset="-122"/>
              </a:rPr>
              <a:t>子网划分（实例）</a:t>
            </a:r>
            <a:endParaRPr lang="en-US" altLang="zh-CN" sz="3000" dirty="0">
              <a:latin typeface="Arial Black" panose="020B0604020202020204" pitchFamily="34" charset="0"/>
              <a:ea typeface="宋体" panose="02010600030101010101" pitchFamily="2" charset="-122"/>
            </a:endParaRPr>
          </a:p>
        </p:txBody>
      </p:sp>
      <p:sp>
        <p:nvSpPr>
          <p:cNvPr id="264194" name="Rectangle 3">
            <a:extLst>
              <a:ext uri="{FF2B5EF4-FFF2-40B4-BE49-F238E27FC236}">
                <a16:creationId xmlns:a16="http://schemas.microsoft.com/office/drawing/2014/main" id="{AA8018B9-B9EA-FC4C-9FAF-F479B0869D9D}"/>
              </a:ext>
            </a:extLst>
          </p:cNvPr>
          <p:cNvSpPr>
            <a:spLocks noGrp="1" noChangeArrowheads="1"/>
          </p:cNvSpPr>
          <p:nvPr>
            <p:ph type="body" idx="1"/>
          </p:nvPr>
        </p:nvSpPr>
        <p:spPr>
          <a:xfrm>
            <a:off x="160020" y="1059657"/>
            <a:ext cx="8778239" cy="2078831"/>
          </a:xfrm>
        </p:spPr>
        <p:txBody>
          <a:bodyPr/>
          <a:lstStyle/>
          <a:p>
            <a:pPr marL="0" indent="0">
              <a:lnSpc>
                <a:spcPct val="90000"/>
              </a:lnSpc>
              <a:buNone/>
            </a:pPr>
            <a:r>
              <a:rPr lang="zh-CN" altLang="en-US" sz="2000" dirty="0">
                <a:latin typeface="Arial Black" panose="020B0604020202020204" pitchFamily="34" charset="0"/>
                <a:ea typeface="宋体" panose="02010600030101010101" pitchFamily="2" charset="-122"/>
              </a:rPr>
              <a:t>例</a:t>
            </a:r>
            <a:r>
              <a:rPr lang="en-US" altLang="zh-CN" sz="2000" dirty="0">
                <a:latin typeface="Arial Black" panose="020B0604020202020204" pitchFamily="34" charset="0"/>
                <a:ea typeface="宋体" panose="02010600030101010101" pitchFamily="2" charset="-122"/>
              </a:rPr>
              <a:t>3</a:t>
            </a:r>
            <a:r>
              <a:rPr lang="zh-CN" altLang="en-US" sz="2000" dirty="0">
                <a:latin typeface="Arial Black" panose="020B0604020202020204" pitchFamily="34" charset="0"/>
                <a:ea typeface="宋体" panose="02010600030101010101" pitchFamily="2" charset="-122"/>
              </a:rPr>
              <a:t>：中国人民大学早期分到的地址空间为</a:t>
            </a:r>
            <a:r>
              <a:rPr lang="en-US" altLang="zh-CN" sz="2000" dirty="0">
                <a:latin typeface="Arial Black" panose="020B0604020202020204" pitchFamily="34" charset="0"/>
                <a:ea typeface="宋体" panose="02010600030101010101" pitchFamily="2" charset="-122"/>
              </a:rPr>
              <a:t>202.112.112.0 /x</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最大整块空间可为多少？</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如何均匀分配给</a:t>
            </a: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a:t>
            </a:r>
            <a:endParaRPr lang="en-US" altLang="zh-CN" sz="1600" dirty="0">
              <a:latin typeface="Arial Black" panose="020B0604020202020204" pitchFamily="34" charset="0"/>
              <a:ea typeface="宋体" panose="02010600030101010101" pitchFamily="2" charset="-122"/>
            </a:endParaRPr>
          </a:p>
          <a:p>
            <a:pPr marL="0" indent="0">
              <a:lnSpc>
                <a:spcPct val="90000"/>
              </a:lnSpc>
              <a:buNone/>
            </a:pPr>
            <a:r>
              <a:rPr lang="zh-CN" altLang="nb-NO" sz="2000" dirty="0">
                <a:latin typeface="Arial Black" panose="020B0604020202020204" pitchFamily="34" charset="0"/>
                <a:ea typeface="宋体" panose="02010600030101010101" pitchFamily="2" charset="-122"/>
              </a:rPr>
              <a:t>解答：</a:t>
            </a:r>
          </a:p>
          <a:p>
            <a:pPr marL="642938" lvl="1" indent="-342900">
              <a:lnSpc>
                <a:spcPct val="90000"/>
              </a:lnSpc>
              <a:buSzPct val="100000"/>
              <a:buFont typeface="Arial" panose="020B0604020202020204" pitchFamily="34" charset="0"/>
              <a:buAutoNum type="arabicPeriod"/>
            </a:pPr>
            <a:r>
              <a:rPr lang="nb-NO" altLang="zh-CN" sz="1600" dirty="0">
                <a:latin typeface="Arial Black" panose="020B0604020202020204" pitchFamily="34" charset="0"/>
                <a:ea typeface="宋体" panose="02010600030101010101" pitchFamily="2" charset="-122"/>
              </a:rPr>
              <a:t>202.112.112.0/x</a:t>
            </a:r>
            <a:r>
              <a:rPr lang="zh-CN" altLang="nb-NO" sz="1600" dirty="0">
                <a:latin typeface="Arial Black" panose="020B0604020202020204" pitchFamily="34" charset="0"/>
                <a:ea typeface="宋体" panose="02010600030101010101" pitchFamily="2" charset="-122"/>
              </a:rPr>
              <a:t>，</a:t>
            </a:r>
            <a:r>
              <a:rPr lang="nb-NO" altLang="zh-CN" sz="1600" dirty="0">
                <a:latin typeface="Arial Black" panose="020B0604020202020204" pitchFamily="34" charset="0"/>
                <a:ea typeface="宋体" panose="02010600030101010101" pitchFamily="2" charset="-122"/>
              </a:rPr>
              <a:t>/x</a:t>
            </a:r>
            <a:r>
              <a:rPr lang="zh-CN" altLang="nb-NO" sz="1600" dirty="0">
                <a:latin typeface="Arial Black" panose="020B0604020202020204" pitchFamily="34" charset="0"/>
                <a:ea typeface="宋体" panose="02010600030101010101" pitchFamily="2" charset="-122"/>
              </a:rPr>
              <a:t>最大为多少？ </a:t>
            </a:r>
            <a:r>
              <a:rPr lang="nb-NO" altLang="zh-CN" sz="1600" dirty="0">
                <a:latin typeface="Arial Black" panose="020B0604020202020204" pitchFamily="34" charset="0"/>
                <a:ea typeface="宋体" panose="02010600030101010101" pitchFamily="2" charset="-122"/>
              </a:rPr>
              <a:t>202.112.0 1 1 1 0 0 0 0.0</a:t>
            </a:r>
          </a:p>
          <a:p>
            <a:pPr marL="642938" lvl="1" indent="-342900">
              <a:lnSpc>
                <a:spcPct val="90000"/>
              </a:lnSpc>
              <a:buSzPct val="100000"/>
              <a:buFont typeface="Arial" panose="020B0604020202020204" pitchFamily="34" charset="0"/>
              <a:buAutoNum type="arabicPeriod"/>
            </a:pP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个学院均匀分配</a:t>
            </a:r>
            <a:endParaRPr lang="en-US" altLang="zh-CN" sz="1600" dirty="0">
              <a:latin typeface="Arial Black" panose="020B0604020202020204" pitchFamily="34" charset="0"/>
              <a:ea typeface="宋体" panose="02010600030101010101" pitchFamily="2" charset="-122"/>
            </a:endParaRPr>
          </a:p>
        </p:txBody>
      </p:sp>
      <p:sp>
        <p:nvSpPr>
          <p:cNvPr id="264195" name="灯片编号占位符 1">
            <a:extLst>
              <a:ext uri="{FF2B5EF4-FFF2-40B4-BE49-F238E27FC236}">
                <a16:creationId xmlns:a16="http://schemas.microsoft.com/office/drawing/2014/main" id="{300BB07F-4D63-0148-B1AD-B40B9604F5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1B8A487-DC03-8743-80BC-6E9838E6010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121</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4196" name="Line 6">
            <a:extLst>
              <a:ext uri="{FF2B5EF4-FFF2-40B4-BE49-F238E27FC236}">
                <a16:creationId xmlns:a16="http://schemas.microsoft.com/office/drawing/2014/main" id="{9AF9144B-CCE6-FE4E-AFBE-1CEE01534C4C}"/>
              </a:ext>
            </a:extLst>
          </p:cNvPr>
          <p:cNvSpPr>
            <a:spLocks noChangeShapeType="1"/>
          </p:cNvSpPr>
          <p:nvPr/>
        </p:nvSpPr>
        <p:spPr bwMode="auto">
          <a:xfrm>
            <a:off x="6035040"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7" name="Line 6">
            <a:extLst>
              <a:ext uri="{FF2B5EF4-FFF2-40B4-BE49-F238E27FC236}">
                <a16:creationId xmlns:a16="http://schemas.microsoft.com/office/drawing/2014/main" id="{59E74C24-55E5-884A-975E-E1FC6287478D}"/>
              </a:ext>
            </a:extLst>
          </p:cNvPr>
          <p:cNvSpPr>
            <a:spLocks noChangeShapeType="1"/>
          </p:cNvSpPr>
          <p:nvPr/>
        </p:nvSpPr>
        <p:spPr bwMode="auto">
          <a:xfrm>
            <a:off x="6614875"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8" name="矩形 9">
            <a:extLst>
              <a:ext uri="{FF2B5EF4-FFF2-40B4-BE49-F238E27FC236}">
                <a16:creationId xmlns:a16="http://schemas.microsoft.com/office/drawing/2014/main" id="{C50F4C9D-9D16-C344-8762-60071344A5A7}"/>
              </a:ext>
            </a:extLst>
          </p:cNvPr>
          <p:cNvSpPr>
            <a:spLocks noChangeArrowheads="1"/>
          </p:cNvSpPr>
          <p:nvPr/>
        </p:nvSpPr>
        <p:spPr bwMode="auto">
          <a:xfrm>
            <a:off x="6830378" y="1891665"/>
            <a:ext cx="378619" cy="230832"/>
          </a:xfrm>
          <a:prstGeom prst="rect">
            <a:avLst/>
          </a:prstGeom>
          <a:noFill/>
          <a:ln w="12700">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/23</a:t>
            </a:r>
            <a:r>
              <a:rPr lang="nb-NO" altLang="zh-CN" sz="900">
                <a:solidFill>
                  <a:schemeClr val="tx1"/>
                </a:solidFill>
                <a:latin typeface="Arial" panose="020B0604020202020204" pitchFamily="34" charset="0"/>
                <a:ea typeface="宋体" panose="02010600030101010101" pitchFamily="2" charset="-122"/>
              </a:rPr>
              <a:t> </a:t>
            </a:r>
          </a:p>
        </p:txBody>
      </p:sp>
      <p:sp>
        <p:nvSpPr>
          <p:cNvPr id="264199" name="矩形 10">
            <a:extLst>
              <a:ext uri="{FF2B5EF4-FFF2-40B4-BE49-F238E27FC236}">
                <a16:creationId xmlns:a16="http://schemas.microsoft.com/office/drawing/2014/main" id="{926E5E9D-C732-F541-98B0-2F6EEBC2224A}"/>
              </a:ext>
            </a:extLst>
          </p:cNvPr>
          <p:cNvSpPr>
            <a:spLocks noChangeArrowheads="1"/>
          </p:cNvSpPr>
          <p:nvPr/>
        </p:nvSpPr>
        <p:spPr bwMode="auto">
          <a:xfrm>
            <a:off x="6398181" y="1783319"/>
            <a:ext cx="378619" cy="230832"/>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rgbClr val="FF0000"/>
                </a:solidFill>
                <a:latin typeface="Arial" panose="020B0604020202020204" pitchFamily="34" charset="0"/>
                <a:ea typeface="宋体" panose="02010600030101010101" pitchFamily="2" charset="-122"/>
              </a:rPr>
              <a:t>/20</a:t>
            </a:r>
            <a:r>
              <a:rPr lang="nb-NO" altLang="zh-CN" sz="900">
                <a:solidFill>
                  <a:srgbClr val="FF0000"/>
                </a:solidFill>
                <a:latin typeface="Arial" panose="020B0604020202020204" pitchFamily="34" charset="0"/>
                <a:ea typeface="宋体" panose="02010600030101010101" pitchFamily="2" charset="-122"/>
              </a:rPr>
              <a:t> </a:t>
            </a:r>
          </a:p>
        </p:txBody>
      </p:sp>
      <p:sp>
        <p:nvSpPr>
          <p:cNvPr id="264200" name="Line 6">
            <a:extLst>
              <a:ext uri="{FF2B5EF4-FFF2-40B4-BE49-F238E27FC236}">
                <a16:creationId xmlns:a16="http://schemas.microsoft.com/office/drawing/2014/main" id="{84655C20-2C4C-8947-976E-CB7C3D811992}"/>
              </a:ext>
            </a:extLst>
          </p:cNvPr>
          <p:cNvSpPr>
            <a:spLocks noChangeShapeType="1"/>
          </p:cNvSpPr>
          <p:nvPr/>
        </p:nvSpPr>
        <p:spPr bwMode="auto">
          <a:xfrm flipV="1">
            <a:off x="6035040" y="1986916"/>
            <a:ext cx="376238" cy="336947"/>
          </a:xfrm>
          <a:prstGeom prst="line">
            <a:avLst/>
          </a:prstGeom>
          <a:noFill/>
          <a:ln w="1905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01" name="Line 6">
            <a:extLst>
              <a:ext uri="{FF2B5EF4-FFF2-40B4-BE49-F238E27FC236}">
                <a16:creationId xmlns:a16="http://schemas.microsoft.com/office/drawing/2014/main" id="{111D2157-321F-9C46-A7A9-A39A3A7D82E9}"/>
              </a:ext>
            </a:extLst>
          </p:cNvPr>
          <p:cNvSpPr>
            <a:spLocks noChangeShapeType="1"/>
          </p:cNvSpPr>
          <p:nvPr/>
        </p:nvSpPr>
        <p:spPr bwMode="auto">
          <a:xfrm flipV="1">
            <a:off x="6614875" y="2090500"/>
            <a:ext cx="215503" cy="233363"/>
          </a:xfrm>
          <a:prstGeom prst="line">
            <a:avLst/>
          </a:prstGeom>
          <a:noFill/>
          <a:ln w="19050">
            <a:solidFill>
              <a:srgbClr val="333399"/>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aphicFrame>
        <p:nvGraphicFramePr>
          <p:cNvPr id="16" name="Group 429">
            <a:extLst>
              <a:ext uri="{FF2B5EF4-FFF2-40B4-BE49-F238E27FC236}">
                <a16:creationId xmlns:a16="http://schemas.microsoft.com/office/drawing/2014/main" id="{D4F62386-99BB-7B43-8392-5E7BC6FEBD0E}"/>
              </a:ext>
            </a:extLst>
          </p:cNvPr>
          <p:cNvGraphicFramePr>
            <a:graphicFrameLocks noGrp="1"/>
          </p:cNvGraphicFramePr>
          <p:nvPr>
            <p:extLst>
              <p:ext uri="{D42A27DB-BD31-4B8C-83A1-F6EECF244321}">
                <p14:modId xmlns:p14="http://schemas.microsoft.com/office/powerpoint/2010/main" val="804720181"/>
              </p:ext>
            </p:extLst>
          </p:nvPr>
        </p:nvGraphicFramePr>
        <p:xfrm>
          <a:off x="731520" y="3283554"/>
          <a:ext cx="6744176" cy="1462628"/>
        </p:xfrm>
        <a:graphic>
          <a:graphicData uri="http://schemas.openxmlformats.org/drawingml/2006/table">
            <a:tbl>
              <a:tblPr/>
              <a:tblGrid>
                <a:gridCol w="647521">
                  <a:extLst>
                    <a:ext uri="{9D8B030D-6E8A-4147-A177-3AD203B41FA5}">
                      <a16:colId xmlns:a16="http://schemas.microsoft.com/office/drawing/2014/main" val="20000"/>
                    </a:ext>
                  </a:extLst>
                </a:gridCol>
                <a:gridCol w="502781">
                  <a:extLst>
                    <a:ext uri="{9D8B030D-6E8A-4147-A177-3AD203B41FA5}">
                      <a16:colId xmlns:a16="http://schemas.microsoft.com/office/drawing/2014/main" val="20001"/>
                    </a:ext>
                  </a:extLst>
                </a:gridCol>
                <a:gridCol w="110505">
                  <a:extLst>
                    <a:ext uri="{9D8B030D-6E8A-4147-A177-3AD203B41FA5}">
                      <a16:colId xmlns:a16="http://schemas.microsoft.com/office/drawing/2014/main" val="20002"/>
                    </a:ext>
                  </a:extLst>
                </a:gridCol>
                <a:gridCol w="292528">
                  <a:extLst>
                    <a:ext uri="{9D8B030D-6E8A-4147-A177-3AD203B41FA5}">
                      <a16:colId xmlns:a16="http://schemas.microsoft.com/office/drawing/2014/main" val="20003"/>
                    </a:ext>
                  </a:extLst>
                </a:gridCol>
                <a:gridCol w="370230">
                  <a:extLst>
                    <a:ext uri="{9D8B030D-6E8A-4147-A177-3AD203B41FA5}">
                      <a16:colId xmlns:a16="http://schemas.microsoft.com/office/drawing/2014/main" val="20004"/>
                    </a:ext>
                  </a:extLst>
                </a:gridCol>
                <a:gridCol w="370230">
                  <a:extLst>
                    <a:ext uri="{9D8B030D-6E8A-4147-A177-3AD203B41FA5}">
                      <a16:colId xmlns:a16="http://schemas.microsoft.com/office/drawing/2014/main" val="20005"/>
                    </a:ext>
                  </a:extLst>
                </a:gridCol>
                <a:gridCol w="371754">
                  <a:extLst>
                    <a:ext uri="{9D8B030D-6E8A-4147-A177-3AD203B41FA5}">
                      <a16:colId xmlns:a16="http://schemas.microsoft.com/office/drawing/2014/main" val="20006"/>
                    </a:ext>
                  </a:extLst>
                </a:gridCol>
                <a:gridCol w="368707">
                  <a:extLst>
                    <a:ext uri="{9D8B030D-6E8A-4147-A177-3AD203B41FA5}">
                      <a16:colId xmlns:a16="http://schemas.microsoft.com/office/drawing/2014/main" val="20007"/>
                    </a:ext>
                  </a:extLst>
                </a:gridCol>
                <a:gridCol w="245295">
                  <a:extLst>
                    <a:ext uri="{9D8B030D-6E8A-4147-A177-3AD203B41FA5}">
                      <a16:colId xmlns:a16="http://schemas.microsoft.com/office/drawing/2014/main" val="20008"/>
                    </a:ext>
                  </a:extLst>
                </a:gridCol>
                <a:gridCol w="403750">
                  <a:extLst>
                    <a:ext uri="{9D8B030D-6E8A-4147-A177-3AD203B41FA5}">
                      <a16:colId xmlns:a16="http://schemas.microsoft.com/office/drawing/2014/main" val="20009"/>
                    </a:ext>
                  </a:extLst>
                </a:gridCol>
                <a:gridCol w="469264">
                  <a:extLst>
                    <a:ext uri="{9D8B030D-6E8A-4147-A177-3AD203B41FA5}">
                      <a16:colId xmlns:a16="http://schemas.microsoft.com/office/drawing/2014/main" val="20010"/>
                    </a:ext>
                  </a:extLst>
                </a:gridCol>
                <a:gridCol w="368707">
                  <a:extLst>
                    <a:ext uri="{9D8B030D-6E8A-4147-A177-3AD203B41FA5}">
                      <a16:colId xmlns:a16="http://schemas.microsoft.com/office/drawing/2014/main" val="20011"/>
                    </a:ext>
                  </a:extLst>
                </a:gridCol>
                <a:gridCol w="542218">
                  <a:extLst>
                    <a:ext uri="{9D8B030D-6E8A-4147-A177-3AD203B41FA5}">
                      <a16:colId xmlns:a16="http://schemas.microsoft.com/office/drawing/2014/main" val="20012"/>
                    </a:ext>
                  </a:extLst>
                </a:gridCol>
                <a:gridCol w="201289">
                  <a:extLst>
                    <a:ext uri="{9D8B030D-6E8A-4147-A177-3AD203B41FA5}">
                      <a16:colId xmlns:a16="http://schemas.microsoft.com/office/drawing/2014/main" val="20013"/>
                    </a:ext>
                  </a:extLst>
                </a:gridCol>
                <a:gridCol w="370230">
                  <a:extLst>
                    <a:ext uri="{9D8B030D-6E8A-4147-A177-3AD203B41FA5}">
                      <a16:colId xmlns:a16="http://schemas.microsoft.com/office/drawing/2014/main" val="20014"/>
                    </a:ext>
                  </a:extLst>
                </a:gridCol>
                <a:gridCol w="368707">
                  <a:extLst>
                    <a:ext uri="{9D8B030D-6E8A-4147-A177-3AD203B41FA5}">
                      <a16:colId xmlns:a16="http://schemas.microsoft.com/office/drawing/2014/main" val="20015"/>
                    </a:ext>
                  </a:extLst>
                </a:gridCol>
                <a:gridCol w="579964">
                  <a:extLst>
                    <a:ext uri="{9D8B030D-6E8A-4147-A177-3AD203B41FA5}">
                      <a16:colId xmlns:a16="http://schemas.microsoft.com/office/drawing/2014/main" val="20016"/>
                    </a:ext>
                  </a:extLst>
                </a:gridCol>
                <a:gridCol w="160496">
                  <a:extLst>
                    <a:ext uri="{9D8B030D-6E8A-4147-A177-3AD203B41FA5}">
                      <a16:colId xmlns:a16="http://schemas.microsoft.com/office/drawing/2014/main" val="20017"/>
                    </a:ext>
                  </a:extLst>
                </a:gridCol>
              </a:tblGrid>
              <a:tr h="274262">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6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16</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32</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7019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dirty="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0 0 0 0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1 1 1 1 0 0 0 0 . 0 0 0 0 0 0 0 0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7019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个学院</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a:ln>
                            <a:noFill/>
                          </a:ln>
                          <a:solidFill>
                            <a:srgbClr val="00B050"/>
                          </a:solidFill>
                          <a:effectLst/>
                          <a:latin typeface="Courier New" panose="02070309020205020404" pitchFamily="49" charset="0"/>
                          <a:ea typeface="Consolas" panose="020B0609020204030204" pitchFamily="49" charset="0"/>
                          <a:cs typeface="Courier New" panose="02070309020205020404" pitchFamily="49" charset="0"/>
                        </a:rPr>
                        <a:t>n n n </a:t>
                      </a:r>
                      <a:r>
                        <a:rPr kumimoji="1" lang="en-US" altLang="zh-CN" sz="1100" b="1" i="0" u="none" strike="noStrike" cap="none" normalizeH="0" baseline="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x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1 1 1 1 1 1 1 0 . 0 0 0 0 0 0 0 0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bl>
          </a:graphicData>
        </a:graphic>
      </p:graphicFrame>
      <p:sp>
        <p:nvSpPr>
          <p:cNvPr id="264242" name="矩形 1">
            <a:extLst>
              <a:ext uri="{FF2B5EF4-FFF2-40B4-BE49-F238E27FC236}">
                <a16:creationId xmlns:a16="http://schemas.microsoft.com/office/drawing/2014/main" id="{009B8337-CD1A-A94E-B6D6-83994E454FB0}"/>
              </a:ext>
            </a:extLst>
          </p:cNvPr>
          <p:cNvSpPr>
            <a:spLocks noChangeArrowheads="1"/>
          </p:cNvSpPr>
          <p:nvPr/>
        </p:nvSpPr>
        <p:spPr bwMode="auto">
          <a:xfrm>
            <a:off x="7471170" y="3773760"/>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255.255.240.0 </a:t>
            </a:r>
          </a:p>
        </p:txBody>
      </p:sp>
      <p:sp>
        <p:nvSpPr>
          <p:cNvPr id="264243" name="矩形 17">
            <a:extLst>
              <a:ext uri="{FF2B5EF4-FFF2-40B4-BE49-F238E27FC236}">
                <a16:creationId xmlns:a16="http://schemas.microsoft.com/office/drawing/2014/main" id="{52046AC2-FC9C-1549-B3BE-11DF9A394BF2}"/>
              </a:ext>
            </a:extLst>
          </p:cNvPr>
          <p:cNvSpPr>
            <a:spLocks noChangeArrowheads="1"/>
          </p:cNvSpPr>
          <p:nvPr/>
        </p:nvSpPr>
        <p:spPr bwMode="auto">
          <a:xfrm>
            <a:off x="7532847" y="4416406"/>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a:t>
            </a:r>
            <a:r>
              <a:rPr lang="en-US" altLang="zh-CN" sz="1350" dirty="0">
                <a:solidFill>
                  <a:schemeClr val="tx1"/>
                </a:solidFill>
                <a:latin typeface="Arial" panose="020B0604020202020204" pitchFamily="34" charset="0"/>
                <a:ea typeface="宋体" panose="02010600030101010101" pitchFamily="2" charset="-122"/>
              </a:rPr>
              <a:t>54</a:t>
            </a:r>
            <a:r>
              <a:rPr lang="nb-NO" altLang="zh-CN" sz="1350" dirty="0">
                <a:solidFill>
                  <a:schemeClr val="tx1"/>
                </a:solidFill>
                <a:latin typeface="Arial" panose="020B0604020202020204" pitchFamily="34" charset="0"/>
                <a:ea typeface="宋体" panose="02010600030101010101" pitchFamily="2" charset="-122"/>
              </a:rPr>
              <a:t>.0 </a:t>
            </a:r>
          </a:p>
        </p:txBody>
      </p:sp>
      <p:sp>
        <p:nvSpPr>
          <p:cNvPr id="264244" name="Line 6">
            <a:extLst>
              <a:ext uri="{FF2B5EF4-FFF2-40B4-BE49-F238E27FC236}">
                <a16:creationId xmlns:a16="http://schemas.microsoft.com/office/drawing/2014/main" id="{39DCDDAD-9018-1845-939C-8343B784019B}"/>
              </a:ext>
            </a:extLst>
          </p:cNvPr>
          <p:cNvSpPr>
            <a:spLocks noChangeShapeType="1"/>
          </p:cNvSpPr>
          <p:nvPr/>
        </p:nvSpPr>
        <p:spPr bwMode="auto">
          <a:xfrm>
            <a:off x="5097780" y="3546872"/>
            <a:ext cx="0" cy="594122"/>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45" name="Line 6">
            <a:extLst>
              <a:ext uri="{FF2B5EF4-FFF2-40B4-BE49-F238E27FC236}">
                <a16:creationId xmlns:a16="http://schemas.microsoft.com/office/drawing/2014/main" id="{02569FCB-47C4-1145-84EA-C52FE45C1DCC}"/>
              </a:ext>
            </a:extLst>
          </p:cNvPr>
          <p:cNvSpPr>
            <a:spLocks noChangeShapeType="1"/>
          </p:cNvSpPr>
          <p:nvPr/>
        </p:nvSpPr>
        <p:spPr bwMode="auto">
          <a:xfrm>
            <a:off x="5600700" y="4140994"/>
            <a:ext cx="0" cy="622697"/>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Tree>
    <p:extLst>
      <p:ext uri="{BB962C8B-B14F-4D97-AF65-F5344CB8AC3E}">
        <p14:creationId xmlns:p14="http://schemas.microsoft.com/office/powerpoint/2010/main" val="165643117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Rectangle 2">
            <a:extLst>
              <a:ext uri="{FF2B5EF4-FFF2-40B4-BE49-F238E27FC236}">
                <a16:creationId xmlns:a16="http://schemas.microsoft.com/office/drawing/2014/main" id="{FDD6BAD4-45BB-4946-90D7-24D03DCB677F}"/>
              </a:ext>
            </a:extLst>
          </p:cNvPr>
          <p:cNvSpPr>
            <a:spLocks noGrp="1" noChangeArrowheads="1"/>
          </p:cNvSpPr>
          <p:nvPr>
            <p:ph type="title"/>
          </p:nvPr>
        </p:nvSpPr>
        <p:spPr>
          <a:xfrm>
            <a:off x="148590" y="357188"/>
            <a:ext cx="7501176" cy="594122"/>
          </a:xfrm>
        </p:spPr>
        <p:txBody>
          <a:bodyPr/>
          <a:lstStyle/>
          <a:p>
            <a:pPr marL="257175" indent="-257175"/>
            <a:r>
              <a:rPr lang="zh-CN" altLang="en-US" sz="3000" dirty="0">
                <a:latin typeface="Arial Black" panose="020B0604020202020204" pitchFamily="34" charset="0"/>
                <a:ea typeface="宋体" panose="02010600030101010101" pitchFamily="2" charset="-122"/>
              </a:rPr>
              <a:t>子网划分（实例）</a:t>
            </a:r>
            <a:r>
              <a:rPr lang="en-US" altLang="zh-CN" sz="3000" dirty="0">
                <a:latin typeface="Arial Black" panose="020B0604020202020204" pitchFamily="34" charset="0"/>
                <a:ea typeface="宋体" panose="02010600030101010101" pitchFamily="2" charset="-122"/>
              </a:rPr>
              <a:t>—</a:t>
            </a:r>
            <a:r>
              <a:rPr lang="zh-CN" altLang="en-US" sz="3000" dirty="0">
                <a:latin typeface="Arial Black" panose="020B0604020202020204" pitchFamily="34" charset="0"/>
                <a:ea typeface="宋体" panose="02010600030101010101" pitchFamily="2" charset="-122"/>
              </a:rPr>
              <a:t> 按需分配</a:t>
            </a:r>
            <a:endParaRPr lang="en-US" altLang="zh-CN" sz="3000" dirty="0">
              <a:latin typeface="Arial Black" panose="020B060402020202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8AA8ACE8-0478-F14F-9106-112B23C11DAC}"/>
              </a:ext>
            </a:extLst>
          </p:cNvPr>
          <p:cNvGraphicFramePr>
            <a:graphicFrameLocks noGrp="1"/>
          </p:cNvGraphicFramePr>
          <p:nvPr/>
        </p:nvGraphicFramePr>
        <p:xfrm>
          <a:off x="1144191" y="2680097"/>
          <a:ext cx="5372100" cy="2341282"/>
        </p:xfrm>
        <a:graphic>
          <a:graphicData uri="http://schemas.openxmlformats.org/drawingml/2006/table">
            <a:tbl>
              <a:tblPr/>
              <a:tblGrid>
                <a:gridCol w="619125">
                  <a:extLst>
                    <a:ext uri="{9D8B030D-6E8A-4147-A177-3AD203B41FA5}">
                      <a16:colId xmlns:a16="http://schemas.microsoft.com/office/drawing/2014/main" val="20000"/>
                    </a:ext>
                  </a:extLst>
                </a:gridCol>
                <a:gridCol w="302419">
                  <a:extLst>
                    <a:ext uri="{9D8B030D-6E8A-4147-A177-3AD203B41FA5}">
                      <a16:colId xmlns:a16="http://schemas.microsoft.com/office/drawing/2014/main" val="20001"/>
                    </a:ext>
                  </a:extLst>
                </a:gridCol>
                <a:gridCol w="141684">
                  <a:extLst>
                    <a:ext uri="{9D8B030D-6E8A-4147-A177-3AD203B41FA5}">
                      <a16:colId xmlns:a16="http://schemas.microsoft.com/office/drawing/2014/main" val="20002"/>
                    </a:ext>
                  </a:extLst>
                </a:gridCol>
                <a:gridCol w="154781">
                  <a:extLst>
                    <a:ext uri="{9D8B030D-6E8A-4147-A177-3AD203B41FA5}">
                      <a16:colId xmlns:a16="http://schemas.microsoft.com/office/drawing/2014/main" val="20003"/>
                    </a:ext>
                  </a:extLst>
                </a:gridCol>
                <a:gridCol w="296466">
                  <a:extLst>
                    <a:ext uri="{9D8B030D-6E8A-4147-A177-3AD203B41FA5}">
                      <a16:colId xmlns:a16="http://schemas.microsoft.com/office/drawing/2014/main" val="20004"/>
                    </a:ext>
                  </a:extLst>
                </a:gridCol>
                <a:gridCol w="239315">
                  <a:extLst>
                    <a:ext uri="{9D8B030D-6E8A-4147-A177-3AD203B41FA5}">
                      <a16:colId xmlns:a16="http://schemas.microsoft.com/office/drawing/2014/main" val="20005"/>
                    </a:ext>
                  </a:extLst>
                </a:gridCol>
                <a:gridCol w="270272">
                  <a:extLst>
                    <a:ext uri="{9D8B030D-6E8A-4147-A177-3AD203B41FA5}">
                      <a16:colId xmlns:a16="http://schemas.microsoft.com/office/drawing/2014/main" val="20006"/>
                    </a:ext>
                  </a:extLst>
                </a:gridCol>
                <a:gridCol w="270272">
                  <a:extLst>
                    <a:ext uri="{9D8B030D-6E8A-4147-A177-3AD203B41FA5}">
                      <a16:colId xmlns:a16="http://schemas.microsoft.com/office/drawing/2014/main" val="20007"/>
                    </a:ext>
                  </a:extLst>
                </a:gridCol>
                <a:gridCol w="161925">
                  <a:extLst>
                    <a:ext uri="{9D8B030D-6E8A-4147-A177-3AD203B41FA5}">
                      <a16:colId xmlns:a16="http://schemas.microsoft.com/office/drawing/2014/main" val="20008"/>
                    </a:ext>
                  </a:extLst>
                </a:gridCol>
                <a:gridCol w="432197">
                  <a:extLst>
                    <a:ext uri="{9D8B030D-6E8A-4147-A177-3AD203B41FA5}">
                      <a16:colId xmlns:a16="http://schemas.microsoft.com/office/drawing/2014/main" val="20009"/>
                    </a:ext>
                  </a:extLst>
                </a:gridCol>
                <a:gridCol w="270272">
                  <a:extLst>
                    <a:ext uri="{9D8B030D-6E8A-4147-A177-3AD203B41FA5}">
                      <a16:colId xmlns:a16="http://schemas.microsoft.com/office/drawing/2014/main" val="20010"/>
                    </a:ext>
                  </a:extLst>
                </a:gridCol>
                <a:gridCol w="270272">
                  <a:extLst>
                    <a:ext uri="{9D8B030D-6E8A-4147-A177-3AD203B41FA5}">
                      <a16:colId xmlns:a16="http://schemas.microsoft.com/office/drawing/2014/main" val="20011"/>
                    </a:ext>
                  </a:extLst>
                </a:gridCol>
                <a:gridCol w="215503">
                  <a:extLst>
                    <a:ext uri="{9D8B030D-6E8A-4147-A177-3AD203B41FA5}">
                      <a16:colId xmlns:a16="http://schemas.microsoft.com/office/drawing/2014/main" val="20012"/>
                    </a:ext>
                  </a:extLst>
                </a:gridCol>
                <a:gridCol w="270272">
                  <a:extLst>
                    <a:ext uri="{9D8B030D-6E8A-4147-A177-3AD203B41FA5}">
                      <a16:colId xmlns:a16="http://schemas.microsoft.com/office/drawing/2014/main" val="20013"/>
                    </a:ext>
                  </a:extLst>
                </a:gridCol>
                <a:gridCol w="270272">
                  <a:extLst>
                    <a:ext uri="{9D8B030D-6E8A-4147-A177-3AD203B41FA5}">
                      <a16:colId xmlns:a16="http://schemas.microsoft.com/office/drawing/2014/main" val="20014"/>
                    </a:ext>
                  </a:extLst>
                </a:gridCol>
                <a:gridCol w="269081">
                  <a:extLst>
                    <a:ext uri="{9D8B030D-6E8A-4147-A177-3AD203B41FA5}">
                      <a16:colId xmlns:a16="http://schemas.microsoft.com/office/drawing/2014/main" val="20015"/>
                    </a:ext>
                  </a:extLst>
                </a:gridCol>
                <a:gridCol w="270272">
                  <a:extLst>
                    <a:ext uri="{9D8B030D-6E8A-4147-A177-3AD203B41FA5}">
                      <a16:colId xmlns:a16="http://schemas.microsoft.com/office/drawing/2014/main" val="20016"/>
                    </a:ext>
                  </a:extLst>
                </a:gridCol>
                <a:gridCol w="647700">
                  <a:extLst>
                    <a:ext uri="{9D8B030D-6E8A-4147-A177-3AD203B41FA5}">
                      <a16:colId xmlns:a16="http://schemas.microsoft.com/office/drawing/2014/main" val="20017"/>
                    </a:ext>
                  </a:extLst>
                </a:gridCol>
              </a:tblGrid>
              <a:tr h="274253">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全部</a:t>
                      </a:r>
                    </a:p>
                  </a:txBody>
                  <a:tcPr marL="60952" marR="60952" marT="34256" marB="3425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16</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32</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0594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1 1 1 1 1 1 1 1 . 1 1 1 1 1 0 0 0 . 0 0 0 0 0 0 0 0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信息系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数学系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1   0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5"/>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1 1 1 1 1 1 1 1 . 1 1 1 1 1 1 1 1 . 1 0 0 0 0 0 0 0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计算机系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1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实验室</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1 x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9"/>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dirty="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0"/>
                  </a:ext>
                </a:extLst>
              </a:tr>
            </a:tbl>
          </a:graphicData>
        </a:graphic>
      </p:graphicFrame>
      <p:sp>
        <p:nvSpPr>
          <p:cNvPr id="266314" name="Line 6">
            <a:extLst>
              <a:ext uri="{FF2B5EF4-FFF2-40B4-BE49-F238E27FC236}">
                <a16:creationId xmlns:a16="http://schemas.microsoft.com/office/drawing/2014/main" id="{D9FC75BB-BE8A-1747-AD84-3D87791133CE}"/>
              </a:ext>
            </a:extLst>
          </p:cNvPr>
          <p:cNvSpPr>
            <a:spLocks noChangeShapeType="1"/>
          </p:cNvSpPr>
          <p:nvPr/>
        </p:nvSpPr>
        <p:spPr bwMode="auto">
          <a:xfrm>
            <a:off x="5166122" y="3327797"/>
            <a:ext cx="0" cy="485775"/>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5" name="Line 6">
            <a:extLst>
              <a:ext uri="{FF2B5EF4-FFF2-40B4-BE49-F238E27FC236}">
                <a16:creationId xmlns:a16="http://schemas.microsoft.com/office/drawing/2014/main" id="{E76088DD-FE3E-214A-B924-A46CE1D16FE0}"/>
              </a:ext>
            </a:extLst>
          </p:cNvPr>
          <p:cNvSpPr>
            <a:spLocks noChangeShapeType="1"/>
          </p:cNvSpPr>
          <p:nvPr/>
        </p:nvSpPr>
        <p:spPr bwMode="auto">
          <a:xfrm>
            <a:off x="4805363" y="4608910"/>
            <a:ext cx="0" cy="40124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6" name="Line 6">
            <a:extLst>
              <a:ext uri="{FF2B5EF4-FFF2-40B4-BE49-F238E27FC236}">
                <a16:creationId xmlns:a16="http://schemas.microsoft.com/office/drawing/2014/main" id="{CFFB9283-8390-FC4B-9393-5AF00FF4C8CC}"/>
              </a:ext>
            </a:extLst>
          </p:cNvPr>
          <p:cNvSpPr>
            <a:spLocks noChangeShapeType="1"/>
          </p:cNvSpPr>
          <p:nvPr/>
        </p:nvSpPr>
        <p:spPr bwMode="auto">
          <a:xfrm>
            <a:off x="5328047" y="3745707"/>
            <a:ext cx="0" cy="432197"/>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7" name="Line 6">
            <a:extLst>
              <a:ext uri="{FF2B5EF4-FFF2-40B4-BE49-F238E27FC236}">
                <a16:creationId xmlns:a16="http://schemas.microsoft.com/office/drawing/2014/main" id="{D69B0C8D-5A87-E347-A2CC-F697280E8E6F}"/>
              </a:ext>
            </a:extLst>
          </p:cNvPr>
          <p:cNvSpPr>
            <a:spLocks noChangeShapeType="1"/>
          </p:cNvSpPr>
          <p:nvPr/>
        </p:nvSpPr>
        <p:spPr bwMode="auto">
          <a:xfrm>
            <a:off x="4680347" y="2828925"/>
            <a:ext cx="0" cy="540544"/>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8" name="Line 6">
            <a:extLst>
              <a:ext uri="{FF2B5EF4-FFF2-40B4-BE49-F238E27FC236}">
                <a16:creationId xmlns:a16="http://schemas.microsoft.com/office/drawing/2014/main" id="{BED37FD8-0F49-0541-B7A2-AD98F7B7451A}"/>
              </a:ext>
            </a:extLst>
          </p:cNvPr>
          <p:cNvSpPr>
            <a:spLocks noChangeShapeType="1"/>
          </p:cNvSpPr>
          <p:nvPr/>
        </p:nvSpPr>
        <p:spPr bwMode="auto">
          <a:xfrm>
            <a:off x="4935141" y="4177904"/>
            <a:ext cx="0" cy="431006"/>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9" name="灯片编号占位符 1">
            <a:extLst>
              <a:ext uri="{FF2B5EF4-FFF2-40B4-BE49-F238E27FC236}">
                <a16:creationId xmlns:a16="http://schemas.microsoft.com/office/drawing/2014/main" id="{7CD748F6-A14F-994D-8EDD-2459B0E64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02D17B0-5D46-2244-A1A9-623082322C7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122</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6320" name="矩形 1">
            <a:extLst>
              <a:ext uri="{FF2B5EF4-FFF2-40B4-BE49-F238E27FC236}">
                <a16:creationId xmlns:a16="http://schemas.microsoft.com/office/drawing/2014/main" id="{C8BD0908-34E1-434F-B444-8753FA1F5F45}"/>
              </a:ext>
            </a:extLst>
          </p:cNvPr>
          <p:cNvSpPr>
            <a:spLocks noChangeArrowheads="1"/>
          </p:cNvSpPr>
          <p:nvPr/>
        </p:nvSpPr>
        <p:spPr bwMode="auto">
          <a:xfrm>
            <a:off x="6516292" y="3117057"/>
            <a:ext cx="1620440" cy="1929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200000"/>
              </a:lnSpc>
              <a:spcBef>
                <a:spcPct val="0"/>
              </a:spcBef>
              <a:buClrTx/>
              <a:buSzTx/>
              <a:buFontTx/>
              <a:buNone/>
            </a:pPr>
            <a:r>
              <a:rPr lang="zh-CN" altLang="en-US" sz="675" b="1">
                <a:solidFill>
                  <a:schemeClr val="tx1"/>
                </a:solidFill>
                <a:latin typeface="微软雅黑" panose="020B0503020204020204" pitchFamily="34" charset="-122"/>
                <a:ea typeface="宋体" panose="02010600030101010101" pitchFamily="2" charset="-122"/>
              </a:rPr>
              <a:t>全部地址空间为：</a:t>
            </a:r>
            <a:r>
              <a:rPr lang="en-US" altLang="zh-CN" sz="675" b="1">
                <a:solidFill>
                  <a:schemeClr val="tx1"/>
                </a:solidFill>
                <a:latin typeface="微软雅黑" panose="020B0503020204020204" pitchFamily="34" charset="-122"/>
                <a:ea typeface="宋体" panose="02010600030101010101" pitchFamily="2" charset="-122"/>
              </a:rPr>
              <a:t>2</a:t>
            </a:r>
            <a:r>
              <a:rPr lang="en-US" altLang="zh-CN" sz="675" b="1" baseline="30000">
                <a:solidFill>
                  <a:schemeClr val="tx1"/>
                </a:solidFill>
                <a:latin typeface="微软雅黑" panose="020B0503020204020204" pitchFamily="34" charset="-122"/>
                <a:ea typeface="宋体" panose="02010600030101010101" pitchFamily="2" charset="-122"/>
              </a:rPr>
              <a:t>11</a:t>
            </a:r>
            <a:r>
              <a:rPr lang="en-US" altLang="zh-CN" sz="675" b="1">
                <a:solidFill>
                  <a:schemeClr val="tx1"/>
                </a:solidFill>
                <a:latin typeface="微软雅黑" panose="020B0503020204020204" pitchFamily="34" charset="-122"/>
                <a:ea typeface="宋体" panose="02010600030101010101" pitchFamily="2" charset="-122"/>
              </a:rPr>
              <a:t>=2048</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202.112.112.1~202.112.112.254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255.255.255.0</a:t>
            </a:r>
            <a:r>
              <a:rPr lang="zh-CN" altLang="pt-BR" sz="675" b="1">
                <a:solidFill>
                  <a:srgbClr val="C00000"/>
                </a:solidFill>
                <a:latin typeface="微软雅黑" panose="020B0503020204020204" pitchFamily="34" charset="-122"/>
                <a:ea typeface="宋体" panose="02010600030101010101" pitchFamily="2" charset="-122"/>
              </a:rPr>
              <a:t>，</a:t>
            </a:r>
            <a:r>
              <a:rPr lang="pt-BR" altLang="zh-CN" sz="675" b="1">
                <a:solidFill>
                  <a:srgbClr val="C00000"/>
                </a:solidFill>
                <a:latin typeface="微软雅黑" panose="020B0503020204020204" pitchFamily="34" charset="-122"/>
                <a:ea typeface="宋体" panose="02010600030101010101" pitchFamily="2" charset="-122"/>
              </a:rPr>
              <a:t>/24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202.112.113.1~202.112.113.126</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255.255.255.128</a:t>
            </a:r>
            <a:r>
              <a:rPr lang="zh-CN" altLang="pt-BR" sz="675" b="1">
                <a:solidFill>
                  <a:srgbClr val="00B050"/>
                </a:solidFill>
                <a:latin typeface="微软雅黑" panose="020B0503020204020204" pitchFamily="34" charset="-122"/>
                <a:ea typeface="宋体" panose="02010600030101010101" pitchFamily="2" charset="-122"/>
              </a:rPr>
              <a:t>，</a:t>
            </a:r>
            <a:r>
              <a:rPr lang="pt-BR" altLang="zh-CN" sz="675" b="1">
                <a:solidFill>
                  <a:srgbClr val="00B050"/>
                </a:solidFill>
                <a:latin typeface="微软雅黑" panose="020B0503020204020204" pitchFamily="34" charset="-122"/>
                <a:ea typeface="宋体" panose="02010600030101010101" pitchFamily="2" charset="-122"/>
              </a:rPr>
              <a:t>/25</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202.112.114.1~202.112.115.254</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255.255.254.0</a:t>
            </a:r>
            <a:r>
              <a:rPr lang="zh-CN" altLang="pt-BR" sz="675" b="1">
                <a:solidFill>
                  <a:srgbClr val="7030A0"/>
                </a:solidFill>
                <a:latin typeface="微软雅黑" panose="020B0503020204020204" pitchFamily="34" charset="-122"/>
                <a:ea typeface="宋体" panose="02010600030101010101" pitchFamily="2" charset="-122"/>
              </a:rPr>
              <a:t>，</a:t>
            </a:r>
            <a:r>
              <a:rPr lang="pt-BR" altLang="zh-CN" sz="675" b="1">
                <a:solidFill>
                  <a:srgbClr val="7030A0"/>
                </a:solidFill>
                <a:latin typeface="微软雅黑" panose="020B0503020204020204" pitchFamily="34" charset="-122"/>
                <a:ea typeface="宋体" panose="02010600030101010101" pitchFamily="2" charset="-122"/>
              </a:rPr>
              <a:t>/23</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202.112.116.1~202.112.119.254</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255.255.252.0</a:t>
            </a:r>
            <a:r>
              <a:rPr lang="zh-CN" altLang="pt-BR" sz="675" b="1">
                <a:solidFill>
                  <a:schemeClr val="tx1"/>
                </a:solidFill>
                <a:latin typeface="微软雅黑" panose="020B0503020204020204" pitchFamily="34" charset="-122"/>
                <a:ea typeface="宋体" panose="02010600030101010101" pitchFamily="2" charset="-122"/>
              </a:rPr>
              <a:t>，</a:t>
            </a:r>
            <a:r>
              <a:rPr lang="pt-BR" altLang="zh-CN" sz="675" b="1">
                <a:solidFill>
                  <a:schemeClr val="tx1"/>
                </a:solidFill>
                <a:latin typeface="微软雅黑" panose="020B0503020204020204" pitchFamily="34" charset="-122"/>
                <a:ea typeface="宋体" panose="02010600030101010101" pitchFamily="2" charset="-122"/>
              </a:rPr>
              <a:t>/22</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p:txBody>
      </p:sp>
      <p:sp>
        <p:nvSpPr>
          <p:cNvPr id="266321" name="矩形 2">
            <a:extLst>
              <a:ext uri="{FF2B5EF4-FFF2-40B4-BE49-F238E27FC236}">
                <a16:creationId xmlns:a16="http://schemas.microsoft.com/office/drawing/2014/main" id="{957AB83B-3D86-1A41-8C33-67ECD9181619}"/>
              </a:ext>
            </a:extLst>
          </p:cNvPr>
          <p:cNvSpPr>
            <a:spLocks noChangeArrowheads="1"/>
          </p:cNvSpPr>
          <p:nvPr/>
        </p:nvSpPr>
        <p:spPr bwMode="auto">
          <a:xfrm>
            <a:off x="148590" y="1012032"/>
            <a:ext cx="8789670" cy="150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800100" indent="-3429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575" dirty="0">
                <a:solidFill>
                  <a:srgbClr val="262673"/>
                </a:solidFill>
                <a:latin typeface="微软雅黑" panose="020B0503020204020204" pitchFamily="34" charset="-122"/>
                <a:ea typeface="宋体" panose="02010600030101010101" pitchFamily="2" charset="-122"/>
              </a:rPr>
              <a:t>例</a:t>
            </a:r>
            <a:r>
              <a:rPr lang="en-US" altLang="zh-CN" sz="1575" dirty="0">
                <a:solidFill>
                  <a:srgbClr val="262673"/>
                </a:solidFill>
                <a:latin typeface="微软雅黑" panose="020B0503020204020204" pitchFamily="34" charset="-122"/>
                <a:ea typeface="宋体" panose="02010600030101010101" pitchFamily="2" charset="-122"/>
              </a:rPr>
              <a:t>4</a:t>
            </a:r>
            <a:r>
              <a:rPr lang="zh-CN" altLang="en-US" sz="1575" dirty="0">
                <a:solidFill>
                  <a:srgbClr val="262673"/>
                </a:solidFill>
                <a:latin typeface="微软雅黑" panose="020B0503020204020204" pitchFamily="34" charset="-122"/>
                <a:ea typeface="宋体" panose="02010600030101010101" pitchFamily="2" charset="-122"/>
              </a:rPr>
              <a:t>：信息学院分到的地址空间为</a:t>
            </a:r>
            <a:r>
              <a:rPr lang="en-US" altLang="zh-CN" sz="1575" dirty="0">
                <a:solidFill>
                  <a:srgbClr val="262673"/>
                </a:solidFill>
                <a:latin typeface="微软雅黑" panose="020B0503020204020204" pitchFamily="34" charset="-122"/>
                <a:ea typeface="宋体" panose="02010600030101010101" pitchFamily="2" charset="-122"/>
              </a:rPr>
              <a:t>202.112.112.0 /21(255.255.248.0)</a:t>
            </a:r>
            <a:r>
              <a:rPr lang="en-US" altLang="zh-CN" sz="1575" dirty="0">
                <a:solidFill>
                  <a:schemeClr val="tx1"/>
                </a:solidFill>
                <a:latin typeface="Arial" panose="020B0604020202020204" pitchFamily="34" charset="0"/>
                <a:ea typeface="宋体" panose="02010600030101010101" pitchFamily="2" charset="-122"/>
              </a:rPr>
              <a:t> </a:t>
            </a:r>
            <a:r>
              <a:rPr lang="zh-CN" altLang="en-US" sz="1575" dirty="0">
                <a:solidFill>
                  <a:schemeClr val="tx1"/>
                </a:solidFill>
                <a:latin typeface="微软雅黑" panose="020B0503020204020204" pitchFamily="34" charset="-122"/>
                <a:ea typeface="宋体" panose="02010600030101010101" pitchFamily="2" charset="-122"/>
              </a:rPr>
              <a:t>，</a:t>
            </a:r>
            <a:r>
              <a:rPr lang="zh-CN" altLang="en-US" sz="1575" dirty="0">
                <a:solidFill>
                  <a:srgbClr val="262673"/>
                </a:solidFill>
                <a:latin typeface="微软雅黑" panose="020B0503020204020204" pitchFamily="34" charset="-122"/>
                <a:ea typeface="宋体" panose="02010600030101010101" pitchFamily="2" charset="-122"/>
              </a:rPr>
              <a:t>现要求做如下分配：信息系</a:t>
            </a:r>
            <a:r>
              <a:rPr lang="en-US" altLang="zh-CN" sz="1575" dirty="0">
                <a:solidFill>
                  <a:srgbClr val="262673"/>
                </a:solidFill>
                <a:latin typeface="微软雅黑" panose="020B0503020204020204" pitchFamily="34" charset="-122"/>
                <a:ea typeface="宋体" panose="02010600030101010101" pitchFamily="2" charset="-122"/>
              </a:rPr>
              <a:t>200</a:t>
            </a:r>
            <a:r>
              <a:rPr lang="zh-CN" altLang="en-US" sz="1575" dirty="0">
                <a:solidFill>
                  <a:srgbClr val="262673"/>
                </a:solidFill>
                <a:latin typeface="微软雅黑" panose="020B0503020204020204" pitchFamily="34" charset="-122"/>
                <a:ea typeface="宋体" panose="02010600030101010101" pitchFamily="2" charset="-122"/>
              </a:rPr>
              <a:t>个，数学系</a:t>
            </a:r>
            <a:r>
              <a:rPr lang="en-US" altLang="zh-CN" sz="1575" dirty="0">
                <a:solidFill>
                  <a:srgbClr val="262673"/>
                </a:solidFill>
                <a:latin typeface="微软雅黑" panose="020B0503020204020204" pitchFamily="34" charset="-122"/>
                <a:ea typeface="宋体" panose="02010600030101010101" pitchFamily="2" charset="-122"/>
              </a:rPr>
              <a:t>100</a:t>
            </a:r>
            <a:r>
              <a:rPr lang="zh-CN" altLang="en-US" sz="1575" dirty="0">
                <a:solidFill>
                  <a:srgbClr val="262673"/>
                </a:solidFill>
                <a:latin typeface="微软雅黑" panose="020B0503020204020204" pitchFamily="34" charset="-122"/>
                <a:ea typeface="宋体" panose="02010600030101010101" pitchFamily="2" charset="-122"/>
              </a:rPr>
              <a:t>个，计算机系</a:t>
            </a:r>
            <a:r>
              <a:rPr lang="en-US" altLang="zh-CN" sz="1575" dirty="0">
                <a:solidFill>
                  <a:srgbClr val="262673"/>
                </a:solidFill>
                <a:latin typeface="微软雅黑" panose="020B0503020204020204" pitchFamily="34" charset="-122"/>
                <a:ea typeface="宋体" panose="02010600030101010101" pitchFamily="2" charset="-122"/>
              </a:rPr>
              <a:t>500</a:t>
            </a:r>
            <a:r>
              <a:rPr lang="zh-CN" altLang="en-US" sz="1575" dirty="0">
                <a:solidFill>
                  <a:srgbClr val="262673"/>
                </a:solidFill>
                <a:latin typeface="微软雅黑" panose="020B0503020204020204" pitchFamily="34" charset="-122"/>
                <a:ea typeface="宋体" panose="02010600030101010101" pitchFamily="2" charset="-122"/>
              </a:rPr>
              <a:t>个，实验室</a:t>
            </a:r>
            <a:r>
              <a:rPr lang="en-US" altLang="zh-CN" sz="1575" dirty="0">
                <a:solidFill>
                  <a:srgbClr val="262673"/>
                </a:solidFill>
                <a:latin typeface="微软雅黑" panose="020B0503020204020204" pitchFamily="34" charset="-122"/>
                <a:ea typeface="宋体" panose="02010600030101010101" pitchFamily="2" charset="-122"/>
              </a:rPr>
              <a:t>1000</a:t>
            </a:r>
            <a:r>
              <a:rPr lang="zh-CN" altLang="en-US" sz="1575" dirty="0">
                <a:solidFill>
                  <a:srgbClr val="262673"/>
                </a:solidFill>
                <a:latin typeface="微软雅黑" panose="020B0503020204020204" pitchFamily="34" charset="-122"/>
                <a:ea typeface="宋体" panose="02010600030101010101" pitchFamily="2" charset="-122"/>
              </a:rPr>
              <a:t>个</a:t>
            </a:r>
            <a:r>
              <a:rPr lang="zh-CN" altLang="en-US" sz="1500" dirty="0">
                <a:solidFill>
                  <a:schemeClr val="tx1"/>
                </a:solidFill>
                <a:latin typeface="微软雅黑" panose="020B0503020204020204" pitchFamily="34" charset="-122"/>
                <a:ea typeface="宋体" panose="02010600030101010101" pitchFamily="2" charset="-122"/>
              </a:rPr>
              <a:t>。</a:t>
            </a:r>
            <a:endParaRPr lang="en-US" altLang="zh-CN" sz="1500" dirty="0">
              <a:solidFill>
                <a:schemeClr val="tx1"/>
              </a:solidFill>
              <a:latin typeface="微软雅黑" panose="020B0503020204020204" pitchFamily="34" charset="-122"/>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C00000"/>
                </a:solidFill>
                <a:ea typeface="宋体" panose="02010600030101010101" pitchFamily="2" charset="-122"/>
              </a:rPr>
              <a:t>信息系：</a:t>
            </a:r>
            <a:r>
              <a:rPr lang="en-US" altLang="zh-CN" sz="1500" dirty="0">
                <a:solidFill>
                  <a:srgbClr val="C00000"/>
                </a:solidFill>
                <a:ea typeface="宋体" panose="02010600030101010101" pitchFamily="2" charset="-122"/>
              </a:rPr>
              <a:t>    202.112.112.1~202.112.112.254/24—</a:t>
            </a:r>
            <a:r>
              <a:rPr lang="zh-CN" altLang="en-US" sz="1500" dirty="0">
                <a:solidFill>
                  <a:srgbClr val="C00000"/>
                </a:solidFill>
                <a:ea typeface="宋体" panose="02010600030101010101" pitchFamily="2" charset="-122"/>
              </a:rPr>
              <a:t>有</a:t>
            </a:r>
            <a:r>
              <a:rPr lang="en-US" altLang="zh-CN" sz="1500" dirty="0">
                <a:solidFill>
                  <a:srgbClr val="C00000"/>
                </a:solidFill>
                <a:ea typeface="宋体" panose="02010600030101010101" pitchFamily="2" charset="-122"/>
              </a:rPr>
              <a:t>254</a:t>
            </a:r>
            <a:r>
              <a:rPr lang="zh-CN" altLang="en-US" sz="1500" dirty="0">
                <a:solidFill>
                  <a:srgbClr val="C00000"/>
                </a:solidFill>
                <a:ea typeface="宋体" panose="02010600030101010101" pitchFamily="2" charset="-122"/>
              </a:rPr>
              <a:t>个</a:t>
            </a:r>
            <a:r>
              <a:rPr lang="en-US" altLang="zh-CN" sz="1500" dirty="0" err="1">
                <a:solidFill>
                  <a:srgbClr val="C00000"/>
                </a:solidFill>
                <a:ea typeface="宋体" panose="02010600030101010101" pitchFamily="2" charset="-122"/>
              </a:rPr>
              <a:t>ip</a:t>
            </a:r>
            <a:endParaRPr lang="en-US" altLang="zh-CN" sz="1500" dirty="0">
              <a:solidFill>
                <a:srgbClr val="C0000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00B050"/>
                </a:solidFill>
                <a:ea typeface="宋体" panose="02010600030101010101" pitchFamily="2" charset="-122"/>
              </a:rPr>
              <a:t>数学系：</a:t>
            </a:r>
            <a:r>
              <a:rPr lang="en-US" altLang="zh-CN" sz="1500" dirty="0">
                <a:solidFill>
                  <a:srgbClr val="00B050"/>
                </a:solidFill>
                <a:ea typeface="宋体" panose="02010600030101010101" pitchFamily="2" charset="-122"/>
              </a:rPr>
              <a:t>    202.112.113.1~202.112.113.126/25—</a:t>
            </a:r>
            <a:r>
              <a:rPr lang="zh-CN" altLang="en-US" sz="1500" dirty="0">
                <a:solidFill>
                  <a:srgbClr val="00B050"/>
                </a:solidFill>
                <a:ea typeface="宋体" panose="02010600030101010101" pitchFamily="2" charset="-122"/>
              </a:rPr>
              <a:t>有</a:t>
            </a:r>
            <a:r>
              <a:rPr lang="en-US" altLang="zh-CN" sz="1500" dirty="0">
                <a:solidFill>
                  <a:srgbClr val="00B050"/>
                </a:solidFill>
                <a:ea typeface="宋体" panose="02010600030101010101" pitchFamily="2" charset="-122"/>
              </a:rPr>
              <a:t>126</a:t>
            </a:r>
            <a:r>
              <a:rPr lang="zh-CN" altLang="en-US" sz="1500" dirty="0">
                <a:solidFill>
                  <a:srgbClr val="00B050"/>
                </a:solidFill>
                <a:ea typeface="宋体" panose="02010600030101010101" pitchFamily="2" charset="-122"/>
              </a:rPr>
              <a:t>个</a:t>
            </a:r>
            <a:r>
              <a:rPr lang="en-US" altLang="zh-CN" sz="1500" dirty="0" err="1">
                <a:solidFill>
                  <a:srgbClr val="00B050"/>
                </a:solidFill>
                <a:ea typeface="宋体" panose="02010600030101010101" pitchFamily="2" charset="-122"/>
              </a:rPr>
              <a:t>ip</a:t>
            </a:r>
            <a:endParaRPr lang="en-US" altLang="zh-CN" sz="1500" dirty="0">
              <a:solidFill>
                <a:srgbClr val="00B05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7030A0"/>
                </a:solidFill>
                <a:ea typeface="宋体" panose="02010600030101010101" pitchFamily="2" charset="-122"/>
              </a:rPr>
              <a:t>计算机系：</a:t>
            </a:r>
            <a:r>
              <a:rPr lang="en-US" altLang="zh-CN" sz="1500" dirty="0">
                <a:solidFill>
                  <a:srgbClr val="7030A0"/>
                </a:solidFill>
                <a:ea typeface="宋体" panose="02010600030101010101" pitchFamily="2" charset="-122"/>
              </a:rPr>
              <a:t>202.112.114.1~202.112.115.254/23—</a:t>
            </a:r>
            <a:r>
              <a:rPr lang="zh-CN" altLang="en-US" sz="1500" dirty="0">
                <a:solidFill>
                  <a:srgbClr val="7030A0"/>
                </a:solidFill>
                <a:ea typeface="宋体" panose="02010600030101010101" pitchFamily="2" charset="-122"/>
              </a:rPr>
              <a:t>有</a:t>
            </a:r>
            <a:r>
              <a:rPr lang="en-US" altLang="zh-CN" sz="1500" dirty="0">
                <a:solidFill>
                  <a:srgbClr val="7030A0"/>
                </a:solidFill>
                <a:ea typeface="宋体" panose="02010600030101010101" pitchFamily="2" charset="-122"/>
              </a:rPr>
              <a:t>256+254</a:t>
            </a:r>
            <a:r>
              <a:rPr lang="zh-CN" altLang="en-US" sz="1500" dirty="0">
                <a:solidFill>
                  <a:srgbClr val="7030A0"/>
                </a:solidFill>
                <a:ea typeface="宋体" panose="02010600030101010101" pitchFamily="2" charset="-122"/>
              </a:rPr>
              <a:t>个</a:t>
            </a:r>
            <a:r>
              <a:rPr lang="en-US" altLang="zh-CN" sz="1500" dirty="0" err="1">
                <a:solidFill>
                  <a:srgbClr val="7030A0"/>
                </a:solidFill>
                <a:ea typeface="宋体" panose="02010600030101010101" pitchFamily="2" charset="-122"/>
              </a:rPr>
              <a:t>ip</a:t>
            </a:r>
            <a:endParaRPr lang="en-US" altLang="zh-CN" sz="1500" dirty="0">
              <a:solidFill>
                <a:srgbClr val="7030A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ea typeface="宋体" panose="02010600030101010101" pitchFamily="2" charset="-122"/>
              </a:rPr>
              <a:t>实验室：</a:t>
            </a:r>
            <a:r>
              <a:rPr lang="en-US" altLang="zh-CN" sz="1500" dirty="0">
                <a:ea typeface="宋体" panose="02010600030101010101" pitchFamily="2" charset="-122"/>
              </a:rPr>
              <a:t>    202.112.116.1~202.112.119.254/22</a:t>
            </a:r>
            <a:r>
              <a:rPr lang="zh-CN" altLang="zh-CN" sz="1500" dirty="0">
                <a:ea typeface="宋体" panose="02010600030101010101" pitchFamily="2" charset="-122"/>
              </a:rPr>
              <a:t>—</a:t>
            </a:r>
            <a:r>
              <a:rPr lang="zh-CN" altLang="en-US" sz="1500" dirty="0">
                <a:ea typeface="宋体" panose="02010600030101010101" pitchFamily="2" charset="-122"/>
              </a:rPr>
              <a:t>有</a:t>
            </a:r>
            <a:r>
              <a:rPr lang="zh-CN" altLang="zh-CN" sz="1500" dirty="0">
                <a:ea typeface="宋体" panose="02010600030101010101" pitchFamily="2" charset="-122"/>
              </a:rPr>
              <a:t>5</a:t>
            </a:r>
            <a:r>
              <a:rPr lang="en-US" altLang="zh-CN" sz="1500" dirty="0">
                <a:ea typeface="宋体" panose="02010600030101010101" pitchFamily="2" charset="-122"/>
              </a:rPr>
              <a:t>12+510</a:t>
            </a:r>
            <a:r>
              <a:rPr lang="zh-CN" altLang="en-US" sz="1500" dirty="0">
                <a:ea typeface="宋体" panose="02010600030101010101" pitchFamily="2" charset="-122"/>
              </a:rPr>
              <a:t>个</a:t>
            </a:r>
            <a:r>
              <a:rPr lang="en-US" altLang="zh-CN" sz="1500" dirty="0" err="1">
                <a:ea typeface="宋体" panose="02010600030101010101" pitchFamily="2" charset="-122"/>
              </a:rPr>
              <a:t>ip</a:t>
            </a:r>
            <a:endParaRPr lang="en-US" altLang="zh-CN" sz="1500" dirty="0">
              <a:ea typeface="宋体" panose="02010600030101010101" pitchFamily="2" charset="-122"/>
            </a:endParaRPr>
          </a:p>
        </p:txBody>
      </p:sp>
    </p:spTree>
    <p:extLst>
      <p:ext uri="{BB962C8B-B14F-4D97-AF65-F5344CB8AC3E}">
        <p14:creationId xmlns:p14="http://schemas.microsoft.com/office/powerpoint/2010/main" val="156754612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Rectangle 2">
            <a:extLst>
              <a:ext uri="{FF2B5EF4-FFF2-40B4-BE49-F238E27FC236}">
                <a16:creationId xmlns:a16="http://schemas.microsoft.com/office/drawing/2014/main" id="{CC66EFEE-12AE-884A-9153-DB4465A348A6}"/>
              </a:ext>
            </a:extLst>
          </p:cNvPr>
          <p:cNvSpPr>
            <a:spLocks noGrp="1" noChangeArrowheads="1"/>
          </p:cNvSpPr>
          <p:nvPr>
            <p:ph type="title"/>
          </p:nvPr>
        </p:nvSpPr>
        <p:spPr>
          <a:xfrm>
            <a:off x="195263" y="227410"/>
            <a:ext cx="6858000" cy="641747"/>
          </a:xfrm>
        </p:spPr>
        <p:txBody>
          <a:bodyPr/>
          <a:lstStyle/>
          <a:p>
            <a:pPr marL="257175" indent="-257175"/>
            <a:r>
              <a:rPr lang="zh-CN" altLang="en-US" sz="3000" dirty="0">
                <a:latin typeface="微软雅黑" panose="020B0503020204020204" pitchFamily="34" charset="-122"/>
                <a:ea typeface="宋体" panose="02010600030101010101" pitchFamily="2" charset="-122"/>
              </a:rPr>
              <a:t>子网划分结构</a:t>
            </a:r>
            <a:endParaRPr lang="en-US" altLang="zh-CN" sz="3000" dirty="0">
              <a:latin typeface="微软雅黑" panose="020B0503020204020204" pitchFamily="34" charset="-122"/>
              <a:ea typeface="宋体" panose="02010600030101010101" pitchFamily="2" charset="-122"/>
            </a:endParaRPr>
          </a:p>
        </p:txBody>
      </p:sp>
      <p:graphicFrame>
        <p:nvGraphicFramePr>
          <p:cNvPr id="3" name="内容占位符 2">
            <a:extLst>
              <a:ext uri="{FF2B5EF4-FFF2-40B4-BE49-F238E27FC236}">
                <a16:creationId xmlns:a16="http://schemas.microsoft.com/office/drawing/2014/main" id="{DC58182C-6509-2349-8ABA-5847AD26D448}"/>
              </a:ext>
            </a:extLst>
          </p:cNvPr>
          <p:cNvGraphicFramePr>
            <a:graphicFrameLocks noGrp="1"/>
          </p:cNvGraphicFramePr>
          <p:nvPr>
            <p:ph idx="1"/>
            <p:extLst>
              <p:ext uri="{D42A27DB-BD31-4B8C-83A1-F6EECF244321}">
                <p14:modId xmlns:p14="http://schemas.microsoft.com/office/powerpoint/2010/main" val="2530430986"/>
              </p:ext>
            </p:extLst>
          </p:nvPr>
        </p:nvGraphicFramePr>
        <p:xfrm>
          <a:off x="195263" y="1011382"/>
          <a:ext cx="8640127" cy="415265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8291" name="灯片编号占位符 1">
            <a:extLst>
              <a:ext uri="{FF2B5EF4-FFF2-40B4-BE49-F238E27FC236}">
                <a16:creationId xmlns:a16="http://schemas.microsoft.com/office/drawing/2014/main" id="{FC2C0103-8ADE-FA4A-A7D0-3DCBDCB2D9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A983E08-527A-7A4E-BCA1-85D4CF0544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123</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8292" name="文本框 1">
            <a:extLst>
              <a:ext uri="{FF2B5EF4-FFF2-40B4-BE49-F238E27FC236}">
                <a16:creationId xmlns:a16="http://schemas.microsoft.com/office/drawing/2014/main" id="{D2C97BCA-FEB7-F24D-9CFD-24E611A44E0B}"/>
              </a:ext>
            </a:extLst>
          </p:cNvPr>
          <p:cNvSpPr txBox="1">
            <a:spLocks noChangeArrowheads="1"/>
          </p:cNvSpPr>
          <p:nvPr/>
        </p:nvSpPr>
        <p:spPr bwMode="auto">
          <a:xfrm>
            <a:off x="738513" y="3615820"/>
            <a:ext cx="103703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chemeClr val="tx1"/>
                </a:solidFill>
                <a:latin typeface="微软雅黑" panose="020B0503020204020204" pitchFamily="34" charset="-122"/>
                <a:ea typeface="宋体" panose="02010600030101010101" pitchFamily="2" charset="-122"/>
              </a:rPr>
              <a:t>人民大学分配到的地址空间</a:t>
            </a:r>
          </a:p>
        </p:txBody>
      </p:sp>
      <p:sp>
        <p:nvSpPr>
          <p:cNvPr id="268293" name="文本框 5">
            <a:extLst>
              <a:ext uri="{FF2B5EF4-FFF2-40B4-BE49-F238E27FC236}">
                <a16:creationId xmlns:a16="http://schemas.microsoft.com/office/drawing/2014/main" id="{AE22475B-1EB7-F64C-80B8-973F8AAB5A86}"/>
              </a:ext>
            </a:extLst>
          </p:cNvPr>
          <p:cNvSpPr txBox="1">
            <a:spLocks noChangeArrowheads="1"/>
          </p:cNvSpPr>
          <p:nvPr/>
        </p:nvSpPr>
        <p:spPr bwMode="auto">
          <a:xfrm>
            <a:off x="2026227" y="2629694"/>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信息学院分配到的地址空间</a:t>
            </a:r>
          </a:p>
        </p:txBody>
      </p:sp>
      <p:sp>
        <p:nvSpPr>
          <p:cNvPr id="268294" name="文本框 6">
            <a:extLst>
              <a:ext uri="{FF2B5EF4-FFF2-40B4-BE49-F238E27FC236}">
                <a16:creationId xmlns:a16="http://schemas.microsoft.com/office/drawing/2014/main" id="{8A0ACDD6-837C-954D-9839-9B04524D33CB}"/>
              </a:ext>
            </a:extLst>
          </p:cNvPr>
          <p:cNvSpPr txBox="1">
            <a:spLocks noChangeArrowheads="1"/>
          </p:cNvSpPr>
          <p:nvPr/>
        </p:nvSpPr>
        <p:spPr bwMode="auto">
          <a:xfrm>
            <a:off x="2026227" y="4590683"/>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其他单位分配到的地址空间</a:t>
            </a:r>
          </a:p>
        </p:txBody>
      </p:sp>
    </p:spTree>
    <p:extLst>
      <p:ext uri="{BB962C8B-B14F-4D97-AF65-F5344CB8AC3E}">
        <p14:creationId xmlns:p14="http://schemas.microsoft.com/office/powerpoint/2010/main" val="306841634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Rectangle 2">
            <a:extLst>
              <a:ext uri="{FF2B5EF4-FFF2-40B4-BE49-F238E27FC236}">
                <a16:creationId xmlns:a16="http://schemas.microsoft.com/office/drawing/2014/main" id="{256F0C21-AF13-4249-A128-2B92E1BA6CE2}"/>
              </a:ext>
            </a:extLst>
          </p:cNvPr>
          <p:cNvSpPr>
            <a:spLocks noGrp="1" noChangeArrowheads="1"/>
          </p:cNvSpPr>
          <p:nvPr>
            <p:ph type="body" idx="1"/>
          </p:nvPr>
        </p:nvSpPr>
        <p:spPr>
          <a:xfrm>
            <a:off x="207819" y="1724191"/>
            <a:ext cx="8686799" cy="2791908"/>
          </a:xfrm>
        </p:spPr>
        <p:txBody>
          <a:bodyPr/>
          <a:lstStyle/>
          <a:p>
            <a:pPr marL="9525" indent="-9525" algn="just" eaLnBrk="1" hangingPunct="1">
              <a:spcBef>
                <a:spcPct val="0"/>
              </a:spcBef>
              <a:buNone/>
            </a:pPr>
            <a:r>
              <a:rPr lang="zh-CN" altLang="en-US" dirty="0">
                <a:ea typeface="宋体" panose="02010600030101010101" pitchFamily="2" charset="-122"/>
              </a:rPr>
              <a:t>划分子网在一定程度上缓解了因特网在发展中遇到的困难。然而在</a:t>
            </a:r>
            <a:r>
              <a:rPr lang="zh-CN" altLang="en-US" sz="1400" dirty="0">
                <a:ea typeface="宋体" panose="02010600030101010101" pitchFamily="2" charset="-122"/>
              </a:rPr>
              <a:t> </a:t>
            </a:r>
            <a:r>
              <a:rPr lang="en-US" altLang="zh-CN" dirty="0">
                <a:ea typeface="宋体" panose="02010600030101010101" pitchFamily="2" charset="-122"/>
              </a:rPr>
              <a:t>1992</a:t>
            </a:r>
            <a:r>
              <a:rPr lang="en-US" altLang="zh-CN" sz="1400" dirty="0">
                <a:ea typeface="宋体" panose="02010600030101010101" pitchFamily="2" charset="-122"/>
              </a:rPr>
              <a:t> </a:t>
            </a:r>
            <a:r>
              <a:rPr lang="zh-CN" altLang="en-US" dirty="0">
                <a:ea typeface="宋体" panose="02010600030101010101" pitchFamily="2" charset="-122"/>
              </a:rPr>
              <a:t>年因特网仍然面临三个必须尽早解决的问题，这就是：</a:t>
            </a:r>
          </a:p>
          <a:p>
            <a:pPr marL="368300" indent="-368300" algn="just" eaLnBrk="1" hangingPunct="1"/>
            <a:r>
              <a:rPr lang="en-US" altLang="zh-CN" dirty="0">
                <a:ea typeface="宋体" panose="02010600030101010101" pitchFamily="2" charset="-122"/>
              </a:rPr>
              <a:t>B</a:t>
            </a:r>
            <a:r>
              <a:rPr lang="zh-CN" altLang="en-US" dirty="0">
                <a:ea typeface="宋体" panose="02010600030101010101" pitchFamily="2" charset="-122"/>
              </a:rPr>
              <a:t>类地址在</a:t>
            </a:r>
            <a:r>
              <a:rPr lang="en-US" altLang="zh-CN" dirty="0">
                <a:ea typeface="宋体" panose="02010600030101010101" pitchFamily="2" charset="-122"/>
              </a:rPr>
              <a:t>1992</a:t>
            </a:r>
            <a:r>
              <a:rPr lang="zh-CN" altLang="en-US" dirty="0">
                <a:ea typeface="宋体" panose="02010600030101010101" pitchFamily="2" charset="-122"/>
              </a:rPr>
              <a:t>年已分配了近一半，眼看就要在</a:t>
            </a:r>
            <a:r>
              <a:rPr lang="en-US" altLang="zh-CN" dirty="0">
                <a:ea typeface="宋体" panose="02010600030101010101" pitchFamily="2" charset="-122"/>
              </a:rPr>
              <a:t>1994 </a:t>
            </a:r>
            <a:r>
              <a:rPr lang="zh-CN" altLang="en-US" dirty="0">
                <a:ea typeface="宋体" panose="02010600030101010101" pitchFamily="2" charset="-122"/>
              </a:rPr>
              <a:t>年 </a:t>
            </a:r>
            <a:r>
              <a:rPr lang="en-US" altLang="zh-CN" dirty="0">
                <a:ea typeface="宋体" panose="02010600030101010101" pitchFamily="2" charset="-122"/>
              </a:rPr>
              <a:t>3 </a:t>
            </a:r>
            <a:r>
              <a:rPr lang="zh-CN" altLang="en-US" dirty="0">
                <a:ea typeface="宋体" panose="02010600030101010101" pitchFamily="2" charset="-122"/>
              </a:rPr>
              <a:t>月全部分配完毕！</a:t>
            </a:r>
          </a:p>
          <a:p>
            <a:pPr marL="368300" indent="-368300" algn="just" eaLnBrk="1" hangingPunct="1"/>
            <a:r>
              <a:rPr lang="zh-CN" altLang="en-US" dirty="0">
                <a:ea typeface="宋体" panose="02010600030101010101" pitchFamily="2" charset="-122"/>
              </a:rPr>
              <a:t>因特网主干网上的路由表中的项目数急剧增长（从几千个增长到几万个）。</a:t>
            </a:r>
          </a:p>
          <a:p>
            <a:pPr marL="368300" indent="-368300" algn="just" eaLnBrk="1" hangingPunct="1"/>
            <a:r>
              <a:rPr lang="zh-CN" altLang="en-US" dirty="0">
                <a:ea typeface="宋体" panose="02010600030101010101" pitchFamily="2" charset="-122"/>
              </a:rPr>
              <a:t>整个 </a:t>
            </a:r>
            <a:r>
              <a:rPr lang="en-US" altLang="zh-CN" dirty="0">
                <a:ea typeface="宋体" panose="02010600030101010101" pitchFamily="2" charset="-122"/>
              </a:rPr>
              <a:t>IPv4 </a:t>
            </a:r>
            <a:r>
              <a:rPr lang="zh-CN" altLang="en-US" dirty="0">
                <a:ea typeface="宋体" panose="02010600030101010101" pitchFamily="2" charset="-122"/>
              </a:rPr>
              <a:t>的地址空间最终将全部耗尽。</a:t>
            </a:r>
          </a:p>
        </p:txBody>
      </p:sp>
      <p:sp>
        <p:nvSpPr>
          <p:cNvPr id="270338" name="Rectangle 3">
            <a:extLst>
              <a:ext uri="{FF2B5EF4-FFF2-40B4-BE49-F238E27FC236}">
                <a16:creationId xmlns:a16="http://schemas.microsoft.com/office/drawing/2014/main" id="{FF53DF57-4365-AE4A-A1E3-7227DABF4648}"/>
              </a:ext>
            </a:extLst>
          </p:cNvPr>
          <p:cNvSpPr>
            <a:spLocks noGrp="1" noChangeArrowheads="1"/>
          </p:cNvSpPr>
          <p:nvPr>
            <p:ph type="title"/>
          </p:nvPr>
        </p:nvSpPr>
        <p:spPr>
          <a:xfrm>
            <a:off x="207819" y="141685"/>
            <a:ext cx="7712220" cy="864394"/>
          </a:xfrm>
        </p:spPr>
        <p:txBody>
          <a:bodyPr/>
          <a:lstStyle/>
          <a:p>
            <a:pPr eaLnBrk="1" hangingPunct="1"/>
            <a:r>
              <a:rPr lang="en-US" altLang="zh-CN" dirty="0">
                <a:latin typeface="Times New Roman" panose="02020603050405020304" pitchFamily="18" charset="0"/>
                <a:ea typeface="宋体" panose="02010600030101010101" pitchFamily="2" charset="-122"/>
              </a:rPr>
              <a:t>4.3.3  </a:t>
            </a:r>
            <a:r>
              <a:rPr lang="zh-CN" altLang="en-US" dirty="0">
                <a:latin typeface="Times New Roman" panose="02020603050405020304" pitchFamily="18" charset="0"/>
                <a:ea typeface="宋体" panose="02010600030101010101" pitchFamily="2" charset="-122"/>
              </a:rPr>
              <a:t>无分类编址 </a:t>
            </a:r>
            <a:r>
              <a:rPr lang="en-US" altLang="zh-CN" dirty="0">
                <a:latin typeface="Times New Roman" panose="02020603050405020304" pitchFamily="18" charset="0"/>
                <a:ea typeface="宋体" panose="02010600030101010101" pitchFamily="2" charset="-122"/>
              </a:rPr>
              <a:t>CIDR</a:t>
            </a:r>
            <a:endParaRPr lang="zh-CN" altLang="en-US" dirty="0">
              <a:latin typeface="Times New Roman" panose="02020603050405020304" pitchFamily="18" charset="0"/>
              <a:ea typeface="宋体" panose="02010600030101010101" pitchFamily="2" charset="-122"/>
            </a:endParaRPr>
          </a:p>
        </p:txBody>
      </p:sp>
      <p:sp>
        <p:nvSpPr>
          <p:cNvPr id="270339" name="幻灯片编号占位符 1">
            <a:extLst>
              <a:ext uri="{FF2B5EF4-FFF2-40B4-BE49-F238E27FC236}">
                <a16:creationId xmlns:a16="http://schemas.microsoft.com/office/drawing/2014/main" id="{906ED1C6-4D45-5F41-8D09-D180C90D7F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F5841E-4AAF-7D40-8079-D550E3FD12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47DA3694-19C2-7F4B-BEA1-666DE7C5D45A}"/>
              </a:ext>
            </a:extLst>
          </p:cNvPr>
          <p:cNvSpPr/>
          <p:nvPr/>
        </p:nvSpPr>
        <p:spPr>
          <a:xfrm>
            <a:off x="207819" y="1103525"/>
            <a:ext cx="2209259" cy="523220"/>
          </a:xfrm>
          <a:prstGeom prst="rect">
            <a:avLst/>
          </a:prstGeom>
        </p:spPr>
        <p:txBody>
          <a:bodyPr wrap="none">
            <a:spAutoFit/>
          </a:bodyPr>
          <a:lstStyle/>
          <a:p>
            <a:r>
              <a:rPr lang="en-US" altLang="zh-CN" sz="2800" dirty="0"/>
              <a:t>1.  </a:t>
            </a:r>
            <a:r>
              <a:rPr lang="zh-CN" altLang="en-US" sz="2800" dirty="0"/>
              <a:t>网络前缀</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411991061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2">
            <a:extLst>
              <a:ext uri="{FF2B5EF4-FFF2-40B4-BE49-F238E27FC236}">
                <a16:creationId xmlns:a16="http://schemas.microsoft.com/office/drawing/2014/main" id="{2FDC861D-9F10-7141-B352-C9FF70C159E3}"/>
              </a:ext>
            </a:extLst>
          </p:cNvPr>
          <p:cNvSpPr>
            <a:spLocks noGrp="1" noChangeArrowheads="1"/>
          </p:cNvSpPr>
          <p:nvPr>
            <p:ph type="body" idx="1"/>
          </p:nvPr>
        </p:nvSpPr>
        <p:spPr>
          <a:xfrm>
            <a:off x="193964" y="1059656"/>
            <a:ext cx="8686800" cy="3671888"/>
          </a:xfrm>
        </p:spPr>
        <p:txBody>
          <a:bodyPr/>
          <a:lstStyle/>
          <a:p>
            <a:pPr algn="just" eaLnBrk="1" hangingPunct="1">
              <a:lnSpc>
                <a:spcPct val="90000"/>
              </a:lnSpc>
            </a:pPr>
            <a:r>
              <a:rPr lang="en-US" altLang="zh-CN" dirty="0">
                <a:latin typeface="Times New Roman" panose="02020603050405020304" pitchFamily="18" charset="0"/>
                <a:ea typeface="宋体" panose="02010600030101010101" pitchFamily="2" charset="-122"/>
              </a:rPr>
              <a:t>1987 </a:t>
            </a:r>
            <a:r>
              <a:rPr lang="zh-CN" altLang="en-US" dirty="0">
                <a:latin typeface="Times New Roman" panose="02020603050405020304" pitchFamily="18" charset="0"/>
                <a:ea typeface="宋体" panose="02010600030101010101" pitchFamily="2" charset="-122"/>
              </a:rPr>
              <a:t>年，</a:t>
            </a:r>
            <a:r>
              <a:rPr lang="en-US" altLang="zh-CN" dirty="0">
                <a:latin typeface="Times New Roman" panose="02020603050405020304" pitchFamily="18" charset="0"/>
                <a:ea typeface="宋体" panose="02010600030101010101" pitchFamily="2" charset="-122"/>
              </a:rPr>
              <a:t>RFC 1009 </a:t>
            </a:r>
            <a:r>
              <a:rPr lang="zh-CN" altLang="en-US" dirty="0">
                <a:latin typeface="Times New Roman" panose="02020603050405020304" pitchFamily="18" charset="0"/>
                <a:ea typeface="宋体" panose="02010600030101010101" pitchFamily="2" charset="-122"/>
              </a:rPr>
              <a:t>就指明了在一个划分子网的网络中可同时使用几个不同的子网掩码。使用</a:t>
            </a:r>
            <a:r>
              <a:rPr lang="zh-CN" altLang="en-US" dirty="0">
                <a:solidFill>
                  <a:schemeClr val="hlink"/>
                </a:solidFill>
                <a:latin typeface="Times New Roman" panose="02020603050405020304" pitchFamily="18" charset="0"/>
                <a:ea typeface="宋体" panose="02010600030101010101" pitchFamily="2" charset="-122"/>
              </a:rPr>
              <a:t>变长子网掩码 </a:t>
            </a:r>
            <a:r>
              <a:rPr lang="en-US" altLang="zh-CN" dirty="0">
                <a:solidFill>
                  <a:schemeClr val="hlink"/>
                </a:solidFill>
                <a:latin typeface="Times New Roman" panose="02020603050405020304" pitchFamily="18" charset="0"/>
                <a:ea typeface="宋体" panose="02010600030101010101" pitchFamily="2" charset="-122"/>
              </a:rPr>
              <a:t>VLSM</a:t>
            </a:r>
            <a:r>
              <a:rPr lang="en-US" altLang="zh-CN" dirty="0">
                <a:latin typeface="Times New Roman" panose="02020603050405020304" pitchFamily="18" charset="0"/>
                <a:ea typeface="宋体" panose="02010600030101010101" pitchFamily="2" charset="-122"/>
              </a:rPr>
              <a:t> (Variable Length Subnet Mask)</a:t>
            </a:r>
            <a:r>
              <a:rPr lang="zh-CN" altLang="en-US" dirty="0">
                <a:latin typeface="Times New Roman" panose="02020603050405020304" pitchFamily="18" charset="0"/>
                <a:ea typeface="宋体" panose="02010600030101010101" pitchFamily="2" charset="-122"/>
              </a:rPr>
              <a:t>可进一步提高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地址资源的利用率。</a:t>
            </a:r>
          </a:p>
          <a:p>
            <a:pPr algn="just" eaLnBrk="1" hangingPunct="1">
              <a:lnSpc>
                <a:spcPct val="90000"/>
              </a:lnSpc>
            </a:pP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VLSM </a:t>
            </a:r>
            <a:r>
              <a:rPr lang="zh-CN" altLang="en-US" dirty="0">
                <a:latin typeface="Times New Roman" panose="02020603050405020304" pitchFamily="18" charset="0"/>
                <a:ea typeface="宋体" panose="02010600030101010101" pitchFamily="2" charset="-122"/>
              </a:rPr>
              <a:t>的基础上又进一步研究出无分类编址方法，它的正式名字是</a:t>
            </a:r>
            <a:r>
              <a:rPr lang="zh-CN" altLang="en-US" dirty="0">
                <a:solidFill>
                  <a:schemeClr val="hlink"/>
                </a:solidFill>
                <a:latin typeface="Times New Roman" panose="02020603050405020304" pitchFamily="18" charset="0"/>
                <a:ea typeface="宋体" panose="02010600030101010101" pitchFamily="2" charset="-122"/>
              </a:rPr>
              <a:t>无分类域间路由选择 </a:t>
            </a:r>
            <a:r>
              <a:rPr lang="en-US" altLang="zh-CN" dirty="0">
                <a:solidFill>
                  <a:schemeClr val="hlink"/>
                </a:solidFill>
                <a:latin typeface="Times New Roman" panose="02020603050405020304" pitchFamily="18" charset="0"/>
                <a:ea typeface="宋体" panose="02010600030101010101" pitchFamily="2" charset="-122"/>
              </a:rPr>
              <a:t>CIDR</a:t>
            </a:r>
            <a:r>
              <a:rPr lang="en-US" altLang="zh-CN" dirty="0">
                <a:latin typeface="Times New Roman" panose="02020603050405020304" pitchFamily="18" charset="0"/>
                <a:ea typeface="宋体" panose="02010600030101010101" pitchFamily="2" charset="-122"/>
              </a:rPr>
              <a:t> (Classless Inter-Domain Routing)</a:t>
            </a:r>
            <a:r>
              <a:rPr lang="zh-CN" altLang="en-US" dirty="0">
                <a:latin typeface="Times New Roman" panose="02020603050405020304" pitchFamily="18" charset="0"/>
                <a:ea typeface="宋体" panose="02010600030101010101" pitchFamily="2" charset="-122"/>
              </a:rPr>
              <a:t>。  </a:t>
            </a:r>
          </a:p>
        </p:txBody>
      </p:sp>
      <p:sp>
        <p:nvSpPr>
          <p:cNvPr id="272386" name="Rectangle 3">
            <a:extLst>
              <a:ext uri="{FF2B5EF4-FFF2-40B4-BE49-F238E27FC236}">
                <a16:creationId xmlns:a16="http://schemas.microsoft.com/office/drawing/2014/main" id="{C7FE2CF6-2086-DC48-8877-A182D96DC861}"/>
              </a:ext>
            </a:extLst>
          </p:cNvPr>
          <p:cNvSpPr>
            <a:spLocks noGrp="1" noChangeArrowheads="1"/>
          </p:cNvSpPr>
          <p:nvPr>
            <p:ph type="title"/>
          </p:nvPr>
        </p:nvSpPr>
        <p:spPr>
          <a:xfrm>
            <a:off x="193964" y="195263"/>
            <a:ext cx="7279590" cy="736997"/>
          </a:xfrm>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编址问题的演进 </a:t>
            </a:r>
          </a:p>
        </p:txBody>
      </p:sp>
      <p:sp>
        <p:nvSpPr>
          <p:cNvPr id="272387" name="幻灯片编号占位符 1">
            <a:extLst>
              <a:ext uri="{FF2B5EF4-FFF2-40B4-BE49-F238E27FC236}">
                <a16:creationId xmlns:a16="http://schemas.microsoft.com/office/drawing/2014/main" id="{9706F6D4-E517-334A-83B5-5AB0458524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BF6907-47BB-7D41-96FF-82B8F7307E3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97128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2">
            <a:extLst>
              <a:ext uri="{FF2B5EF4-FFF2-40B4-BE49-F238E27FC236}">
                <a16:creationId xmlns:a16="http://schemas.microsoft.com/office/drawing/2014/main" id="{21599F20-0FA4-E74D-B703-4A1A65BCA5E9}"/>
              </a:ext>
            </a:extLst>
          </p:cNvPr>
          <p:cNvSpPr>
            <a:spLocks noGrp="1" noChangeArrowheads="1"/>
          </p:cNvSpPr>
          <p:nvPr>
            <p:ph type="body" idx="1"/>
          </p:nvPr>
        </p:nvSpPr>
        <p:spPr>
          <a:xfrm>
            <a:off x="152401" y="1059656"/>
            <a:ext cx="8756072" cy="3671888"/>
          </a:xfrm>
        </p:spPr>
        <p:txBody>
          <a:bodyPr/>
          <a:lstStyle/>
          <a:p>
            <a:pPr algn="just" eaLnBrk="1" hangingPunct="1"/>
            <a:r>
              <a:rPr lang="en-US" altLang="zh-CN" dirty="0">
                <a:latin typeface="Times New Roman" panose="02020603050405020304" pitchFamily="18" charset="0"/>
                <a:ea typeface="宋体" panose="02010600030101010101" pitchFamily="2" charset="-122"/>
              </a:rPr>
              <a:t>CIDR </a:t>
            </a:r>
            <a:r>
              <a:rPr lang="zh-CN" altLang="en-US" dirty="0">
                <a:solidFill>
                  <a:srgbClr val="FF0000"/>
                </a:solidFill>
                <a:latin typeface="Times New Roman" panose="02020603050405020304" pitchFamily="18" charset="0"/>
                <a:ea typeface="宋体" panose="02010600030101010101" pitchFamily="2" charset="-122"/>
              </a:rPr>
              <a:t>消除了传统的 </a:t>
            </a:r>
            <a:r>
              <a:rPr lang="en-US" altLang="zh-CN" dirty="0">
                <a:solidFill>
                  <a:srgbClr val="FF0000"/>
                </a:solidFill>
                <a:latin typeface="Times New Roman" panose="02020603050405020304" pitchFamily="18" charset="0"/>
                <a:ea typeface="宋体" panose="02010600030101010101" pitchFamily="2" charset="-122"/>
              </a:rPr>
              <a:t>A </a:t>
            </a:r>
            <a:r>
              <a:rPr lang="zh-CN" altLang="en-US" dirty="0">
                <a:solidFill>
                  <a:srgbClr val="FF0000"/>
                </a:solidFill>
                <a:latin typeface="Times New Roman" panose="02020603050405020304" pitchFamily="18" charset="0"/>
                <a:ea typeface="宋体" panose="02010600030101010101" pitchFamily="2" charset="-122"/>
              </a:rPr>
              <a:t>类、</a:t>
            </a:r>
            <a:r>
              <a:rPr lang="en-US" altLang="zh-CN" dirty="0">
                <a:solidFill>
                  <a:srgbClr val="FF0000"/>
                </a:solidFill>
                <a:latin typeface="Times New Roman" panose="02020603050405020304" pitchFamily="18" charset="0"/>
                <a:ea typeface="宋体" panose="02010600030101010101" pitchFamily="2" charset="-122"/>
              </a:rPr>
              <a:t>B </a:t>
            </a:r>
            <a:r>
              <a:rPr lang="zh-CN" altLang="en-US" dirty="0">
                <a:solidFill>
                  <a:srgbClr val="FF0000"/>
                </a:solidFill>
                <a:latin typeface="Times New Roman" panose="02020603050405020304" pitchFamily="18" charset="0"/>
                <a:ea typeface="宋体" panose="02010600030101010101" pitchFamily="2" charset="-122"/>
              </a:rPr>
              <a:t>类和 </a:t>
            </a:r>
            <a:r>
              <a:rPr lang="en-US" altLang="zh-CN" dirty="0">
                <a:solidFill>
                  <a:srgbClr val="FF0000"/>
                </a:solidFill>
                <a:latin typeface="Times New Roman" panose="02020603050405020304" pitchFamily="18" charset="0"/>
                <a:ea typeface="宋体" panose="02010600030101010101" pitchFamily="2" charset="-122"/>
              </a:rPr>
              <a:t>C </a:t>
            </a:r>
            <a:r>
              <a:rPr lang="zh-CN" altLang="en-US" dirty="0">
                <a:solidFill>
                  <a:srgbClr val="FF0000"/>
                </a:solidFill>
                <a:latin typeface="Times New Roman" panose="02020603050405020304" pitchFamily="18" charset="0"/>
                <a:ea typeface="宋体" panose="02010600030101010101" pitchFamily="2" charset="-122"/>
              </a:rPr>
              <a:t>类地址以及划分子网</a:t>
            </a:r>
            <a:r>
              <a:rPr lang="zh-CN" altLang="en-US" dirty="0">
                <a:latin typeface="Times New Roman" panose="02020603050405020304" pitchFamily="18" charset="0"/>
                <a:ea typeface="宋体" panose="02010600030101010101" pitchFamily="2" charset="-122"/>
              </a:rPr>
              <a:t>的概念，因而可以更加有效地分配 </a:t>
            </a:r>
            <a:r>
              <a:rPr lang="en-US" altLang="zh-CN" dirty="0">
                <a:latin typeface="Times New Roman" panose="02020603050405020304" pitchFamily="18" charset="0"/>
                <a:ea typeface="宋体" panose="02010600030101010101" pitchFamily="2" charset="-122"/>
              </a:rPr>
              <a:t>IPv4 </a:t>
            </a:r>
            <a:r>
              <a:rPr lang="zh-CN" altLang="en-US" dirty="0">
                <a:latin typeface="Times New Roman" panose="02020603050405020304" pitchFamily="18" charset="0"/>
                <a:ea typeface="宋体" panose="02010600030101010101" pitchFamily="2" charset="-122"/>
              </a:rPr>
              <a:t>的地址空间。</a:t>
            </a:r>
          </a:p>
          <a:p>
            <a:pPr algn="just" eaLnBrk="1" hangingPunct="1"/>
            <a:r>
              <a:rPr lang="en-US" altLang="zh-CN" dirty="0">
                <a:latin typeface="Times New Roman" panose="02020603050405020304" pitchFamily="18" charset="0"/>
                <a:ea typeface="宋体" panose="02010600030101010101" pitchFamily="2" charset="-122"/>
              </a:rPr>
              <a:t>CIDR</a:t>
            </a:r>
            <a:r>
              <a:rPr lang="zh-CN" altLang="en-US" dirty="0">
                <a:latin typeface="Times New Roman" panose="02020603050405020304" pitchFamily="18" charset="0"/>
                <a:ea typeface="宋体" panose="02010600030101010101" pitchFamily="2" charset="-122"/>
              </a:rPr>
              <a:t>使用各种长度的“</a:t>
            </a:r>
            <a:r>
              <a:rPr lang="zh-CN" altLang="en-US" dirty="0">
                <a:solidFill>
                  <a:schemeClr val="hlink"/>
                </a:solidFill>
                <a:latin typeface="Times New Roman" panose="02020603050405020304" pitchFamily="18" charset="0"/>
                <a:ea typeface="宋体" panose="02010600030101010101" pitchFamily="2" charset="-122"/>
              </a:rPr>
              <a:t>网络前缀</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(network-prefix)</a:t>
            </a:r>
            <a:r>
              <a:rPr lang="zh-CN" altLang="en-US" dirty="0">
                <a:latin typeface="Times New Roman" panose="02020603050405020304" pitchFamily="18" charset="0"/>
                <a:ea typeface="宋体" panose="02010600030101010101" pitchFamily="2" charset="-122"/>
              </a:rPr>
              <a:t>来代替分类地址中的网络号和子网号。</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地址从三级编址（使用子网掩码）又回到了两级编址。  </a:t>
            </a:r>
          </a:p>
        </p:txBody>
      </p:sp>
      <p:sp>
        <p:nvSpPr>
          <p:cNvPr id="274434" name="Rectangle 3">
            <a:extLst>
              <a:ext uri="{FF2B5EF4-FFF2-40B4-BE49-F238E27FC236}">
                <a16:creationId xmlns:a16="http://schemas.microsoft.com/office/drawing/2014/main" id="{D467F025-0E7C-544B-8A23-FBC815D6F13F}"/>
              </a:ext>
            </a:extLst>
          </p:cNvPr>
          <p:cNvSpPr>
            <a:spLocks noGrp="1" noChangeArrowheads="1"/>
          </p:cNvSpPr>
          <p:nvPr>
            <p:ph type="title"/>
          </p:nvPr>
        </p:nvSpPr>
        <p:spPr>
          <a:xfrm>
            <a:off x="152401" y="195263"/>
            <a:ext cx="7429499" cy="736997"/>
          </a:xfrm>
        </p:spPr>
        <p:txBody>
          <a:bodyPr/>
          <a:lstStyle/>
          <a:p>
            <a:pPr eaLnBrk="1" hangingPunct="1"/>
            <a:r>
              <a:rPr lang="en-US" altLang="zh-CN" dirty="0">
                <a:latin typeface="Times New Roman" panose="02020603050405020304" pitchFamily="18" charset="0"/>
                <a:ea typeface="宋体" panose="02010600030101010101" pitchFamily="2" charset="-122"/>
              </a:rPr>
              <a:t>CIDR </a:t>
            </a:r>
            <a:r>
              <a:rPr lang="zh-CN" altLang="en-US" dirty="0">
                <a:latin typeface="Times New Roman" panose="02020603050405020304" pitchFamily="18" charset="0"/>
                <a:ea typeface="宋体" panose="02010600030101010101" pitchFamily="2" charset="-122"/>
              </a:rPr>
              <a:t>最主要的特点 </a:t>
            </a:r>
          </a:p>
        </p:txBody>
      </p:sp>
      <p:sp>
        <p:nvSpPr>
          <p:cNvPr id="274435" name="幻灯片编号占位符 1">
            <a:extLst>
              <a:ext uri="{FF2B5EF4-FFF2-40B4-BE49-F238E27FC236}">
                <a16:creationId xmlns:a16="http://schemas.microsoft.com/office/drawing/2014/main" id="{9421C6AA-7A53-8C40-AF2B-4AB0EB69441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E5BE807-F3C1-C24D-BCDA-5F195E39160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91732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Rectangle 2">
            <a:extLst>
              <a:ext uri="{FF2B5EF4-FFF2-40B4-BE49-F238E27FC236}">
                <a16:creationId xmlns:a16="http://schemas.microsoft.com/office/drawing/2014/main" id="{A2722BB3-E902-6F4F-A2AC-5B7BAF2F14E4}"/>
              </a:ext>
            </a:extLst>
          </p:cNvPr>
          <p:cNvSpPr>
            <a:spLocks noChangeArrowheads="1"/>
          </p:cNvSpPr>
          <p:nvPr/>
        </p:nvSpPr>
        <p:spPr bwMode="auto">
          <a:xfrm>
            <a:off x="1546623" y="1498998"/>
            <a:ext cx="6022181" cy="550069"/>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23267" name="Rectangle 3">
            <a:extLst>
              <a:ext uri="{FF2B5EF4-FFF2-40B4-BE49-F238E27FC236}">
                <a16:creationId xmlns:a16="http://schemas.microsoft.com/office/drawing/2014/main" id="{7DD66C3E-AA11-4441-95EA-E12F4E89DD48}"/>
              </a:ext>
            </a:extLst>
          </p:cNvPr>
          <p:cNvSpPr>
            <a:spLocks noGrp="1" noChangeArrowheads="1"/>
          </p:cNvSpPr>
          <p:nvPr>
            <p:ph type="body" idx="1"/>
          </p:nvPr>
        </p:nvSpPr>
        <p:spPr>
          <a:xfrm>
            <a:off x="207818" y="1113235"/>
            <a:ext cx="8714509" cy="3240881"/>
          </a:xfrm>
        </p:spPr>
        <p:txBody>
          <a:bodyPr/>
          <a:lstStyle/>
          <a:p>
            <a:pPr algn="just" eaLnBrk="1" hangingPunct="1"/>
            <a:r>
              <a:rPr lang="zh-CN" altLang="en-US" sz="2100" dirty="0">
                <a:ea typeface="宋体" panose="02010600030101010101" pitchFamily="2" charset="-122"/>
              </a:rPr>
              <a:t>无分类的两级编址的记法是： </a:t>
            </a:r>
          </a:p>
          <a:p>
            <a:pPr algn="ctr" eaLnBrk="1" hangingPunct="1">
              <a:spcBef>
                <a:spcPct val="50000"/>
              </a:spcBef>
              <a:spcAft>
                <a:spcPct val="40000"/>
              </a:spcAft>
              <a:buFont typeface="Wingdings" pitchFamily="2" charset="2"/>
              <a:buNone/>
            </a:pPr>
            <a:r>
              <a:rPr lang="en-US" altLang="zh-CN" sz="2100" dirty="0">
                <a:ea typeface="宋体" panose="02010600030101010101" pitchFamily="2" charset="-122"/>
              </a:rPr>
              <a:t>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网络前缀</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(4-3) </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还使用“</a:t>
            </a:r>
            <a:r>
              <a:rPr lang="zh-CN" altLang="en-US" sz="2100" dirty="0">
                <a:solidFill>
                  <a:schemeClr val="hlink"/>
                </a:solidFill>
                <a:ea typeface="宋体" panose="02010600030101010101" pitchFamily="2" charset="-122"/>
              </a:rPr>
              <a:t>斜线记法</a:t>
            </a:r>
            <a:r>
              <a:rPr lang="zh-CN" altLang="en-US" sz="2100" dirty="0">
                <a:ea typeface="宋体" panose="02010600030101010101" pitchFamily="2" charset="-122"/>
              </a:rPr>
              <a:t>”</a:t>
            </a:r>
            <a:r>
              <a:rPr lang="en-US" altLang="zh-CN" sz="2100" dirty="0">
                <a:ea typeface="宋体" panose="02010600030101010101" pitchFamily="2" charset="-122"/>
              </a:rPr>
              <a:t>(slash notation)</a:t>
            </a:r>
            <a:r>
              <a:rPr lang="zh-CN" altLang="en-US" sz="2100" dirty="0">
                <a:ea typeface="宋体" panose="02010600030101010101" pitchFamily="2" charset="-122"/>
              </a:rPr>
              <a:t>，它又称为</a:t>
            </a:r>
            <a:r>
              <a:rPr lang="en-US" altLang="zh-CN" sz="2100" dirty="0">
                <a:solidFill>
                  <a:schemeClr val="hlink"/>
                </a:solidFill>
                <a:ea typeface="宋体" panose="02010600030101010101" pitchFamily="2" charset="-122"/>
              </a:rPr>
              <a:t>CIDR</a:t>
            </a:r>
            <a:r>
              <a:rPr lang="zh-CN" altLang="en-US" sz="2100" dirty="0">
                <a:solidFill>
                  <a:schemeClr val="hlink"/>
                </a:solidFill>
                <a:ea typeface="宋体" panose="02010600030101010101" pitchFamily="2" charset="-122"/>
              </a:rPr>
              <a:t>记法</a:t>
            </a:r>
            <a:r>
              <a:rPr lang="zh-CN" altLang="en-US" sz="2100" dirty="0">
                <a:ea typeface="宋体" panose="02010600030101010101" pitchFamily="2" charset="-122"/>
              </a:rPr>
              <a:t>，即在 </a:t>
            </a:r>
            <a:r>
              <a:rPr lang="en-US" altLang="zh-CN" sz="2100" dirty="0">
                <a:ea typeface="宋体" panose="02010600030101010101" pitchFamily="2" charset="-122"/>
              </a:rPr>
              <a:t>IP </a:t>
            </a:r>
            <a:r>
              <a:rPr lang="zh-CN" altLang="en-US" sz="2100" dirty="0">
                <a:ea typeface="宋体" panose="02010600030101010101" pitchFamily="2" charset="-122"/>
              </a:rPr>
              <a:t>地址面加上一个斜线“</a:t>
            </a:r>
            <a:r>
              <a:rPr lang="en-US" altLang="zh-CN" sz="2100" dirty="0">
                <a:ea typeface="宋体" panose="02010600030101010101" pitchFamily="2" charset="-122"/>
              </a:rPr>
              <a:t>/”</a:t>
            </a:r>
            <a:r>
              <a:rPr lang="zh-CN" altLang="en-US" sz="2100" dirty="0">
                <a:ea typeface="宋体" panose="02010600030101010101" pitchFamily="2" charset="-122"/>
              </a:rPr>
              <a:t>，然后写上网络前缀所占的位数（这个数值对应于三级编址中子网掩码中 </a:t>
            </a:r>
            <a:r>
              <a:rPr lang="en-US" altLang="zh-CN" sz="2100" dirty="0">
                <a:ea typeface="宋体" panose="02010600030101010101" pitchFamily="2" charset="-122"/>
              </a:rPr>
              <a:t>1 </a:t>
            </a:r>
            <a:r>
              <a:rPr lang="zh-CN" altLang="en-US" sz="2100" dirty="0">
                <a:ea typeface="宋体" panose="02010600030101010101" pitchFamily="2" charset="-122"/>
              </a:rPr>
              <a:t>的个数）。</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把网络前缀都相同的连续的 </a:t>
            </a:r>
            <a:r>
              <a:rPr lang="en-US" altLang="zh-CN" sz="2100" dirty="0">
                <a:ea typeface="宋体" panose="02010600030101010101" pitchFamily="2" charset="-122"/>
              </a:rPr>
              <a:t>IP </a:t>
            </a:r>
            <a:r>
              <a:rPr lang="zh-CN" altLang="en-US" sz="2100" dirty="0">
                <a:ea typeface="宋体" panose="02010600030101010101" pitchFamily="2" charset="-122"/>
              </a:rPr>
              <a:t>地址组成“</a:t>
            </a:r>
            <a:r>
              <a:rPr lang="en-US" altLang="zh-CN" sz="2100" dirty="0">
                <a:solidFill>
                  <a:schemeClr val="hlink"/>
                </a:solidFill>
                <a:ea typeface="宋体" panose="02010600030101010101" pitchFamily="2" charset="-122"/>
              </a:rPr>
              <a:t>CIDR </a:t>
            </a:r>
            <a:r>
              <a:rPr lang="zh-CN" altLang="en-US" sz="2100" dirty="0">
                <a:solidFill>
                  <a:schemeClr val="hlink"/>
                </a:solidFill>
                <a:ea typeface="宋体" panose="02010600030101010101" pitchFamily="2" charset="-122"/>
              </a:rPr>
              <a:t>地址块</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276483" name="Rectangle 4">
            <a:extLst>
              <a:ext uri="{FF2B5EF4-FFF2-40B4-BE49-F238E27FC236}">
                <a16:creationId xmlns:a16="http://schemas.microsoft.com/office/drawing/2014/main" id="{E33B3A72-5280-5440-9BE6-70F65FD72424}"/>
              </a:ext>
            </a:extLst>
          </p:cNvPr>
          <p:cNvSpPr>
            <a:spLocks noGrp="1" noChangeArrowheads="1"/>
          </p:cNvSpPr>
          <p:nvPr>
            <p:ph type="title"/>
          </p:nvPr>
        </p:nvSpPr>
        <p:spPr>
          <a:xfrm>
            <a:off x="207818" y="195263"/>
            <a:ext cx="7265736" cy="736997"/>
          </a:xfrm>
        </p:spPr>
        <p:txBody>
          <a:bodyPr/>
          <a:lstStyle/>
          <a:p>
            <a:pPr eaLnBrk="1" hangingPunct="1"/>
            <a:r>
              <a:rPr lang="zh-CN" altLang="en-US" dirty="0">
                <a:solidFill>
                  <a:schemeClr val="hlink"/>
                </a:solidFill>
                <a:latin typeface="Times New Roman" panose="02020603050405020304" pitchFamily="18" charset="0"/>
                <a:ea typeface="宋体" panose="02010600030101010101" pitchFamily="2" charset="-122"/>
              </a:rPr>
              <a:t>无分类</a:t>
            </a:r>
            <a:r>
              <a:rPr lang="zh-CN" altLang="en-US" dirty="0">
                <a:latin typeface="Times New Roman" panose="02020603050405020304" pitchFamily="18" charset="0"/>
                <a:ea typeface="宋体" panose="02010600030101010101" pitchFamily="2" charset="-122"/>
              </a:rPr>
              <a:t>的两级编址 </a:t>
            </a:r>
          </a:p>
        </p:txBody>
      </p:sp>
      <p:sp>
        <p:nvSpPr>
          <p:cNvPr id="276484" name="幻灯片编号占位符 1">
            <a:extLst>
              <a:ext uri="{FF2B5EF4-FFF2-40B4-BE49-F238E27FC236}">
                <a16:creationId xmlns:a16="http://schemas.microsoft.com/office/drawing/2014/main" id="{38C08618-D629-274B-97A9-25A6F4392E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6832385-B9EB-7E40-9C33-A30B3EF9A1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843034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32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Rectangle 2">
            <a:extLst>
              <a:ext uri="{FF2B5EF4-FFF2-40B4-BE49-F238E27FC236}">
                <a16:creationId xmlns:a16="http://schemas.microsoft.com/office/drawing/2014/main" id="{FC03CE71-176D-CE43-8363-01206A10BB6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地址块 </a:t>
            </a:r>
          </a:p>
        </p:txBody>
      </p:sp>
      <p:sp>
        <p:nvSpPr>
          <p:cNvPr id="524291" name="Rectangle 3">
            <a:extLst>
              <a:ext uri="{FF2B5EF4-FFF2-40B4-BE49-F238E27FC236}">
                <a16:creationId xmlns:a16="http://schemas.microsoft.com/office/drawing/2014/main" id="{3277C7DB-FABA-0841-A68B-03CC21080EBC}"/>
              </a:ext>
            </a:extLst>
          </p:cNvPr>
          <p:cNvSpPr>
            <a:spLocks noGrp="1" noChangeArrowheads="1"/>
          </p:cNvSpPr>
          <p:nvPr>
            <p:ph idx="1"/>
          </p:nvPr>
        </p:nvSpPr>
        <p:spPr/>
        <p:txBody>
          <a:bodyPr/>
          <a:lstStyle/>
          <a:p>
            <a:pPr algn="just"/>
            <a:r>
              <a:rPr lang="en-US" altLang="zh-CN" sz="2100">
                <a:ea typeface="宋体" panose="02010600030101010101" pitchFamily="2" charset="-122"/>
              </a:rPr>
              <a:t>CIDR </a:t>
            </a:r>
            <a:r>
              <a:rPr lang="zh-CN" altLang="en-US" sz="2100">
                <a:ea typeface="宋体" panose="02010600030101010101" pitchFamily="2" charset="-122"/>
              </a:rPr>
              <a:t>把网络前缀都相同的连续的 </a:t>
            </a:r>
            <a:r>
              <a:rPr lang="en-US" altLang="zh-CN" sz="2100">
                <a:ea typeface="宋体" panose="02010600030101010101" pitchFamily="2" charset="-122"/>
              </a:rPr>
              <a:t>IP </a:t>
            </a:r>
            <a:r>
              <a:rPr lang="zh-CN" altLang="en-US" sz="2100">
                <a:ea typeface="宋体" panose="02010600030101010101" pitchFamily="2" charset="-122"/>
              </a:rPr>
              <a:t>地址组成“</a:t>
            </a:r>
            <a:r>
              <a:rPr lang="en-US" altLang="zh-CN" sz="2100">
                <a:solidFill>
                  <a:srgbClr val="FF0000"/>
                </a:solidFill>
                <a:ea typeface="宋体" panose="02010600030101010101" pitchFamily="2" charset="-122"/>
              </a:rPr>
              <a:t>CIDR </a:t>
            </a:r>
            <a:r>
              <a:rPr lang="zh-CN" altLang="en-US" sz="2100">
                <a:solidFill>
                  <a:srgbClr val="FF0000"/>
                </a:solidFill>
                <a:ea typeface="宋体" panose="02010600030101010101" pitchFamily="2" charset="-122"/>
              </a:rPr>
              <a:t>地址块</a:t>
            </a:r>
            <a:r>
              <a:rPr lang="zh-CN" altLang="en-US" sz="2100">
                <a:ea typeface="宋体" panose="02010600030101010101" pitchFamily="2" charset="-122"/>
              </a:rPr>
              <a:t>”。</a:t>
            </a:r>
            <a:endParaRPr lang="en-US" altLang="zh-CN" sz="2100">
              <a:ea typeface="宋体" panose="02010600030101010101" pitchFamily="2" charset="-122"/>
            </a:endParaRPr>
          </a:p>
          <a:p>
            <a:pPr algn="just"/>
            <a:r>
              <a:rPr lang="en-US" altLang="zh-CN" sz="2100">
                <a:ea typeface="宋体" panose="02010600030101010101" pitchFamily="2" charset="-122"/>
              </a:rPr>
              <a:t>128.14.32.0/20 </a:t>
            </a:r>
            <a:r>
              <a:rPr lang="zh-CN" altLang="en-US" sz="2100">
                <a:ea typeface="宋体" panose="02010600030101010101" pitchFamily="2" charset="-122"/>
              </a:rPr>
              <a:t>表示的地址块</a:t>
            </a:r>
            <a:r>
              <a:rPr lang="zh-CN" altLang="en-US" sz="2100">
                <a:solidFill>
                  <a:srgbClr val="0000FF"/>
                </a:solidFill>
                <a:ea typeface="宋体" panose="02010600030101010101" pitchFamily="2" charset="-122"/>
              </a:rPr>
              <a:t>共有 </a:t>
            </a:r>
            <a:r>
              <a:rPr lang="en-US" altLang="zh-CN" sz="2100">
                <a:solidFill>
                  <a:srgbClr val="0000FF"/>
                </a:solidFill>
                <a:ea typeface="宋体" panose="02010600030101010101" pitchFamily="2" charset="-122"/>
              </a:rPr>
              <a:t>2</a:t>
            </a:r>
            <a:r>
              <a:rPr lang="en-US" altLang="zh-CN" sz="2100" baseline="30000">
                <a:solidFill>
                  <a:srgbClr val="0000FF"/>
                </a:solidFill>
                <a:ea typeface="宋体" panose="02010600030101010101" pitchFamily="2" charset="-122"/>
              </a:rPr>
              <a:t>12 </a:t>
            </a:r>
            <a:r>
              <a:rPr lang="zh-CN" altLang="en-US" sz="2100">
                <a:solidFill>
                  <a:srgbClr val="0000FF"/>
                </a:solidFill>
                <a:ea typeface="宋体" panose="02010600030101010101" pitchFamily="2" charset="-122"/>
              </a:rPr>
              <a:t>个地址</a:t>
            </a:r>
            <a:r>
              <a:rPr lang="zh-CN" altLang="en-US" sz="2100">
                <a:ea typeface="宋体" panose="02010600030101010101" pitchFamily="2" charset="-122"/>
              </a:rPr>
              <a:t>（因为</a:t>
            </a:r>
            <a:r>
              <a:rPr lang="zh-CN" altLang="en-US" sz="2100">
                <a:solidFill>
                  <a:srgbClr val="FF0000"/>
                </a:solidFill>
                <a:ea typeface="宋体" panose="02010600030101010101" pitchFamily="2" charset="-122"/>
              </a:rPr>
              <a:t>斜线后面的 </a:t>
            </a:r>
            <a:r>
              <a:rPr lang="en-US" altLang="zh-CN" sz="2100">
                <a:solidFill>
                  <a:srgbClr val="FF0000"/>
                </a:solidFill>
                <a:ea typeface="宋体" panose="02010600030101010101" pitchFamily="2" charset="-122"/>
              </a:rPr>
              <a:t>20 </a:t>
            </a:r>
            <a:r>
              <a:rPr lang="zh-CN" altLang="en-US" sz="2100">
                <a:solidFill>
                  <a:srgbClr val="FF0000"/>
                </a:solidFill>
                <a:ea typeface="宋体" panose="02010600030101010101" pitchFamily="2" charset="-122"/>
              </a:rPr>
              <a:t>是网络前缀的位数</a:t>
            </a:r>
            <a:r>
              <a:rPr lang="zh-CN" altLang="en-US" sz="2100">
                <a:ea typeface="宋体" panose="02010600030101010101" pitchFamily="2" charset="-122"/>
              </a:rPr>
              <a:t>，所以这个地址的主机号是 </a:t>
            </a:r>
            <a:r>
              <a:rPr lang="en-US" altLang="zh-CN" sz="2100">
                <a:ea typeface="宋体" panose="02010600030101010101" pitchFamily="2" charset="-122"/>
              </a:rPr>
              <a:t>12 </a:t>
            </a:r>
            <a:r>
              <a:rPr lang="zh-CN" altLang="en-US" sz="2100">
                <a:ea typeface="宋体" panose="02010600030101010101" pitchFamily="2" charset="-122"/>
              </a:rPr>
              <a:t>位）。</a:t>
            </a:r>
          </a:p>
          <a:p>
            <a:pPr lvl="1" algn="just"/>
            <a:r>
              <a:rPr lang="zh-CN" altLang="en-US" sz="1800">
                <a:ea typeface="宋体" panose="02010600030101010101" pitchFamily="2" charset="-122"/>
              </a:rPr>
              <a:t>这个地址块的起始地址是 </a:t>
            </a:r>
            <a:r>
              <a:rPr lang="en-US" altLang="zh-CN" sz="1800">
                <a:ea typeface="宋体" panose="02010600030101010101" pitchFamily="2" charset="-122"/>
              </a:rPr>
              <a:t>128.14.32.0</a:t>
            </a:r>
            <a:r>
              <a:rPr lang="zh-CN" altLang="en-US" sz="1800">
                <a:ea typeface="宋体" panose="02010600030101010101" pitchFamily="2" charset="-122"/>
              </a:rPr>
              <a:t>。</a:t>
            </a:r>
          </a:p>
          <a:p>
            <a:pPr lvl="1" algn="just"/>
            <a:r>
              <a:rPr lang="zh-CN" altLang="en-US" sz="1800">
                <a:ea typeface="宋体" panose="02010600030101010101" pitchFamily="2" charset="-122"/>
              </a:rPr>
              <a:t>在不需要指出地址块的起始地址时，也可将这样的地址块简称为“</a:t>
            </a:r>
            <a:r>
              <a:rPr lang="en-US" altLang="zh-CN" sz="1800">
                <a:solidFill>
                  <a:srgbClr val="FF0000"/>
                </a:solidFill>
                <a:ea typeface="宋体" panose="02010600030101010101" pitchFamily="2" charset="-122"/>
              </a:rPr>
              <a:t>/20 </a:t>
            </a:r>
            <a:r>
              <a:rPr lang="zh-CN" altLang="en-US" sz="1800">
                <a:solidFill>
                  <a:srgbClr val="FF0000"/>
                </a:solidFill>
                <a:ea typeface="宋体" panose="02010600030101010101" pitchFamily="2" charset="-122"/>
              </a:rPr>
              <a:t>地址块</a:t>
            </a:r>
            <a:r>
              <a:rPr lang="zh-CN" altLang="en-US" sz="1800">
                <a:ea typeface="宋体" panose="02010600030101010101" pitchFamily="2" charset="-122"/>
              </a:rPr>
              <a:t>”。</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地址块的最小地址：</a:t>
            </a:r>
            <a:r>
              <a:rPr lang="en-US" altLang="zh-CN" sz="1800">
                <a:ea typeface="宋体" panose="02010600030101010101" pitchFamily="2" charset="-122"/>
              </a:rPr>
              <a:t>128.14.32.0</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地址块的最大地址：</a:t>
            </a:r>
            <a:r>
              <a:rPr lang="en-US" altLang="zh-CN" sz="1800">
                <a:ea typeface="宋体" panose="02010600030101010101" pitchFamily="2" charset="-122"/>
              </a:rPr>
              <a:t>128.14.47.255</a:t>
            </a:r>
          </a:p>
          <a:p>
            <a:pPr lvl="1" algn="just"/>
            <a:r>
              <a:rPr lang="zh-CN" altLang="en-US" sz="1800">
                <a:solidFill>
                  <a:srgbClr val="0000FF"/>
                </a:solidFill>
                <a:ea typeface="宋体" panose="02010600030101010101" pitchFamily="2" charset="-122"/>
              </a:rPr>
              <a:t>全 </a:t>
            </a:r>
            <a:r>
              <a:rPr lang="en-US" altLang="zh-CN" sz="1800">
                <a:solidFill>
                  <a:srgbClr val="0000FF"/>
                </a:solidFill>
                <a:ea typeface="宋体" panose="02010600030101010101" pitchFamily="2" charset="-122"/>
              </a:rPr>
              <a:t>0 </a:t>
            </a:r>
            <a:r>
              <a:rPr lang="zh-CN" altLang="en-US" sz="1800">
                <a:solidFill>
                  <a:srgbClr val="0000FF"/>
                </a:solidFill>
                <a:ea typeface="宋体" panose="02010600030101010101" pitchFamily="2" charset="-122"/>
              </a:rPr>
              <a:t>和全 </a:t>
            </a:r>
            <a:r>
              <a:rPr lang="en-US" altLang="zh-CN" sz="1800">
                <a:solidFill>
                  <a:srgbClr val="0000FF"/>
                </a:solidFill>
                <a:ea typeface="宋体" panose="02010600030101010101" pitchFamily="2" charset="-122"/>
              </a:rPr>
              <a:t>1 </a:t>
            </a:r>
            <a:r>
              <a:rPr lang="zh-CN" altLang="en-US" sz="1800">
                <a:solidFill>
                  <a:srgbClr val="0000FF"/>
                </a:solidFill>
                <a:ea typeface="宋体" panose="02010600030101010101" pitchFamily="2" charset="-122"/>
              </a:rPr>
              <a:t>的主机号地址一般不使用。</a:t>
            </a:r>
            <a:endParaRPr lang="en-US" altLang="zh-CN" sz="1800">
              <a:solidFill>
                <a:srgbClr val="0000FF"/>
              </a:solidFill>
              <a:ea typeface="宋体" panose="02010600030101010101" pitchFamily="2" charset="-122"/>
            </a:endParaRPr>
          </a:p>
          <a:p>
            <a:pPr algn="just"/>
            <a:endParaRPr lang="zh-CN" altLang="en-US" sz="2100">
              <a:solidFill>
                <a:srgbClr val="0000FF"/>
              </a:solidFill>
              <a:ea typeface="宋体" panose="02010600030101010101" pitchFamily="2" charset="-122"/>
            </a:endParaRPr>
          </a:p>
        </p:txBody>
      </p:sp>
    </p:spTree>
    <p:extLst>
      <p:ext uri="{BB962C8B-B14F-4D97-AF65-F5344CB8AC3E}">
        <p14:creationId xmlns:p14="http://schemas.microsoft.com/office/powerpoint/2010/main" val="38555104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4291">
                                            <p:txEl>
                                              <p:pRg st="3" end="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4291">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4291">
                                            <p:txEl>
                                              <p:pRg st="5" end="5"/>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429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80577" name="Rectangle 2">
            <a:extLst>
              <a:ext uri="{FF2B5EF4-FFF2-40B4-BE49-F238E27FC236}">
                <a16:creationId xmlns:a16="http://schemas.microsoft.com/office/drawing/2014/main" id="{83DCAA1B-35D9-BD45-8C77-F550F046D085}"/>
              </a:ext>
            </a:extLst>
          </p:cNvPr>
          <p:cNvSpPr>
            <a:spLocks noGrp="1" noChangeArrowheads="1"/>
          </p:cNvSpPr>
          <p:nvPr>
            <p:ph type="title" idx="4294967295"/>
          </p:nvPr>
        </p:nvSpPr>
        <p:spPr>
          <a:xfrm>
            <a:off x="1481138" y="228600"/>
            <a:ext cx="6276975" cy="448866"/>
          </a:xfrm>
          <a:solidFill>
            <a:srgbClr val="FFFF66"/>
          </a:solidFill>
          <a:ln>
            <a:solidFill>
              <a:srgbClr val="000099"/>
            </a:solidFill>
            <a:miter lim="800000"/>
            <a:headEnd/>
            <a:tailEnd/>
          </a:ln>
        </p:spPr>
        <p:txBody>
          <a:bodyPr/>
          <a:lstStyle/>
          <a:p>
            <a:pPr algn="ctr"/>
            <a:r>
              <a:rPr lang="en-US" altLang="zh-CN" sz="2475">
                <a:solidFill>
                  <a:srgbClr val="000099"/>
                </a:solidFill>
                <a:latin typeface="Times New Roman" panose="02020603050405020304" pitchFamily="18" charset="0"/>
                <a:ea typeface="宋体" panose="02010600030101010101" pitchFamily="2" charset="-122"/>
              </a:rPr>
              <a:t>128.14.32.0/20 </a:t>
            </a:r>
            <a:r>
              <a:rPr lang="zh-CN" altLang="en-US" sz="2475">
                <a:solidFill>
                  <a:srgbClr val="000099"/>
                </a:solidFill>
                <a:latin typeface="Times New Roman" panose="02020603050405020304" pitchFamily="18" charset="0"/>
                <a:ea typeface="宋体" panose="02010600030101010101" pitchFamily="2" charset="-122"/>
              </a:rPr>
              <a:t>表示的地址（</a:t>
            </a:r>
            <a:r>
              <a:rPr lang="en-US" altLang="zh-CN" sz="2475">
                <a:solidFill>
                  <a:srgbClr val="000099"/>
                </a:solidFill>
                <a:latin typeface="Times New Roman" panose="02020603050405020304" pitchFamily="18" charset="0"/>
                <a:ea typeface="宋体" panose="02010600030101010101" pitchFamily="2" charset="-122"/>
              </a:rPr>
              <a:t>2</a:t>
            </a:r>
            <a:r>
              <a:rPr lang="en-US" altLang="zh-CN" sz="2475" baseline="30000">
                <a:solidFill>
                  <a:srgbClr val="000099"/>
                </a:solidFill>
                <a:latin typeface="Times New Roman" panose="02020603050405020304" pitchFamily="18" charset="0"/>
                <a:ea typeface="宋体" panose="02010600030101010101" pitchFamily="2" charset="-122"/>
              </a:rPr>
              <a:t>12</a:t>
            </a:r>
            <a:r>
              <a:rPr lang="en-US" altLang="zh-CN" sz="2475">
                <a:solidFill>
                  <a:srgbClr val="000099"/>
                </a:solidFill>
                <a:latin typeface="Times New Roman" panose="02020603050405020304" pitchFamily="18" charset="0"/>
                <a:ea typeface="宋体" panose="02010600030101010101" pitchFamily="2" charset="-122"/>
              </a:rPr>
              <a:t> </a:t>
            </a:r>
            <a:r>
              <a:rPr lang="zh-CN" altLang="en-US" sz="2475">
                <a:solidFill>
                  <a:srgbClr val="000099"/>
                </a:solidFill>
                <a:latin typeface="Times New Roman" panose="02020603050405020304" pitchFamily="18" charset="0"/>
                <a:ea typeface="宋体" panose="02010600030101010101" pitchFamily="2" charset="-122"/>
              </a:rPr>
              <a:t>个地址）</a:t>
            </a:r>
          </a:p>
        </p:txBody>
      </p:sp>
      <p:sp>
        <p:nvSpPr>
          <p:cNvPr id="280578" name="Text Box 3">
            <a:extLst>
              <a:ext uri="{FF2B5EF4-FFF2-40B4-BE49-F238E27FC236}">
                <a16:creationId xmlns:a16="http://schemas.microsoft.com/office/drawing/2014/main" id="{58CA3EAB-F66A-384C-A47B-6D01BB9CADFB}"/>
              </a:ext>
            </a:extLst>
          </p:cNvPr>
          <p:cNvSpPr txBox="1">
            <a:spLocks noChangeArrowheads="1"/>
          </p:cNvSpPr>
          <p:nvPr/>
        </p:nvSpPr>
        <p:spPr bwMode="auto">
          <a:xfrm>
            <a:off x="2681288" y="1091804"/>
            <a:ext cx="4429125" cy="3693319"/>
          </a:xfrm>
          <a:prstGeom prst="rect">
            <a:avLst/>
          </a:prstGeom>
          <a:solidFill>
            <a:srgbClr val="CCFFFF"/>
          </a:solidFill>
          <a:ln w="9525">
            <a:solidFill>
              <a:schemeClr val="tx2"/>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0000 00000101</a:t>
            </a: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1111 11111111</a:t>
            </a:r>
          </a:p>
        </p:txBody>
      </p:sp>
      <p:sp>
        <p:nvSpPr>
          <p:cNvPr id="280579" name="Text Box 4">
            <a:extLst>
              <a:ext uri="{FF2B5EF4-FFF2-40B4-BE49-F238E27FC236}">
                <a16:creationId xmlns:a16="http://schemas.microsoft.com/office/drawing/2014/main" id="{2289B4A9-BE25-7944-969D-71D88C4822F9}"/>
              </a:ext>
            </a:extLst>
          </p:cNvPr>
          <p:cNvSpPr txBox="1">
            <a:spLocks noChangeArrowheads="1"/>
          </p:cNvSpPr>
          <p:nvPr/>
        </p:nvSpPr>
        <p:spPr bwMode="auto">
          <a:xfrm>
            <a:off x="6246019"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280580" name="Text Box 5">
            <a:extLst>
              <a:ext uri="{FF2B5EF4-FFF2-40B4-BE49-F238E27FC236}">
                <a16:creationId xmlns:a16="http://schemas.microsoft.com/office/drawing/2014/main" id="{F9130626-FE66-6941-A3E9-D97FE3CC38A3}"/>
              </a:ext>
            </a:extLst>
          </p:cNvPr>
          <p:cNvSpPr txBox="1">
            <a:spLocks noChangeArrowheads="1"/>
          </p:cNvSpPr>
          <p:nvPr/>
        </p:nvSpPr>
        <p:spPr bwMode="auto">
          <a:xfrm>
            <a:off x="3924300"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1429510" name="Rectangle 6">
            <a:extLst>
              <a:ext uri="{FF2B5EF4-FFF2-40B4-BE49-F238E27FC236}">
                <a16:creationId xmlns:a16="http://schemas.microsoft.com/office/drawing/2014/main" id="{FB67A13B-E9EA-2F46-B72D-C5B311BB1BEF}"/>
              </a:ext>
            </a:extLst>
          </p:cNvPr>
          <p:cNvSpPr>
            <a:spLocks noChangeArrowheads="1"/>
          </p:cNvSpPr>
          <p:nvPr/>
        </p:nvSpPr>
        <p:spPr bwMode="auto">
          <a:xfrm>
            <a:off x="2677716" y="1113235"/>
            <a:ext cx="3244453" cy="364807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1429511" name="Text Box 7">
            <a:extLst>
              <a:ext uri="{FF2B5EF4-FFF2-40B4-BE49-F238E27FC236}">
                <a16:creationId xmlns:a16="http://schemas.microsoft.com/office/drawing/2014/main" id="{49D48698-2BA6-AD44-87F9-470A0B07E2F4}"/>
              </a:ext>
            </a:extLst>
          </p:cNvPr>
          <p:cNvSpPr txBox="1">
            <a:spLocks noChangeArrowheads="1"/>
          </p:cNvSpPr>
          <p:nvPr/>
        </p:nvSpPr>
        <p:spPr bwMode="auto">
          <a:xfrm>
            <a:off x="1165622" y="2327673"/>
            <a:ext cx="1522809" cy="1390765"/>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所有地址</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的 </a:t>
            </a:r>
            <a:r>
              <a:rPr lang="en-US" altLang="zh-CN" sz="1875">
                <a:solidFill>
                  <a:srgbClr val="0000CC"/>
                </a:solidFill>
                <a:latin typeface="微软雅黑" panose="020B0503020204020204" pitchFamily="34" charset="-122"/>
                <a:ea typeface="宋体" panose="02010600030101010101" pitchFamily="2" charset="-122"/>
              </a:rPr>
              <a:t>20 </a:t>
            </a:r>
            <a:r>
              <a:rPr lang="zh-CN" altLang="en-US" sz="1875">
                <a:solidFill>
                  <a:srgbClr val="0000CC"/>
                </a:solidFill>
                <a:latin typeface="微软雅黑" panose="020B0503020204020204" pitchFamily="34" charset="-122"/>
                <a:ea typeface="宋体" panose="02010600030101010101" pitchFamily="2" charset="-122"/>
              </a:rPr>
              <a:t>位</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前缀都是</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一样的</a:t>
            </a:r>
          </a:p>
        </p:txBody>
      </p:sp>
      <p:grpSp>
        <p:nvGrpSpPr>
          <p:cNvPr id="1429512" name="Group 8">
            <a:extLst>
              <a:ext uri="{FF2B5EF4-FFF2-40B4-BE49-F238E27FC236}">
                <a16:creationId xmlns:a16="http://schemas.microsoft.com/office/drawing/2014/main" id="{5F158A05-065C-3840-B1DE-9D527ABB1003}"/>
              </a:ext>
            </a:extLst>
          </p:cNvPr>
          <p:cNvGrpSpPr>
            <a:grpSpLocks/>
          </p:cNvGrpSpPr>
          <p:nvPr/>
        </p:nvGrpSpPr>
        <p:grpSpPr bwMode="auto">
          <a:xfrm>
            <a:off x="1331119" y="1094185"/>
            <a:ext cx="1356122" cy="346427"/>
            <a:chOff x="251" y="554"/>
            <a:chExt cx="1139" cy="325"/>
          </a:xfrm>
        </p:grpSpPr>
        <p:sp>
          <p:nvSpPr>
            <p:cNvPr id="280587" name="Text Box 9">
              <a:extLst>
                <a:ext uri="{FF2B5EF4-FFF2-40B4-BE49-F238E27FC236}">
                  <a16:creationId xmlns:a16="http://schemas.microsoft.com/office/drawing/2014/main" id="{A69F0351-09A6-584C-9383-95DAB85EEC15}"/>
                </a:ext>
              </a:extLst>
            </p:cNvPr>
            <p:cNvSpPr txBox="1">
              <a:spLocks noChangeArrowheads="1"/>
            </p:cNvSpPr>
            <p:nvPr/>
          </p:nvSpPr>
          <p:spPr bwMode="auto">
            <a:xfrm>
              <a:off x="251" y="554"/>
              <a:ext cx="87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最小地址</a:t>
              </a:r>
            </a:p>
          </p:txBody>
        </p:sp>
        <p:sp>
          <p:nvSpPr>
            <p:cNvPr id="280588" name="AutoShape 10">
              <a:extLst>
                <a:ext uri="{FF2B5EF4-FFF2-40B4-BE49-F238E27FC236}">
                  <a16:creationId xmlns:a16="http://schemas.microsoft.com/office/drawing/2014/main" id="{5895FC19-4C50-0D4A-A741-BF70E89F6FAE}"/>
                </a:ext>
              </a:extLst>
            </p:cNvPr>
            <p:cNvSpPr>
              <a:spLocks noChangeArrowheads="1"/>
            </p:cNvSpPr>
            <p:nvPr/>
          </p:nvSpPr>
          <p:spPr bwMode="auto">
            <a:xfrm>
              <a:off x="1078" y="656"/>
              <a:ext cx="312" cy="110"/>
            </a:xfrm>
            <a:prstGeom prst="rightArrow">
              <a:avLst>
                <a:gd name="adj1" fmla="val 50000"/>
                <a:gd name="adj2" fmla="val 8636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grpSp>
        <p:nvGrpSpPr>
          <p:cNvPr id="1429515" name="Group 11">
            <a:extLst>
              <a:ext uri="{FF2B5EF4-FFF2-40B4-BE49-F238E27FC236}">
                <a16:creationId xmlns:a16="http://schemas.microsoft.com/office/drawing/2014/main" id="{D0CB5788-D071-A548-9C04-E2D6CA35517F}"/>
              </a:ext>
            </a:extLst>
          </p:cNvPr>
          <p:cNvGrpSpPr>
            <a:grpSpLocks/>
          </p:cNvGrpSpPr>
          <p:nvPr/>
        </p:nvGrpSpPr>
        <p:grpSpPr bwMode="auto">
          <a:xfrm>
            <a:off x="1304925" y="4354113"/>
            <a:ext cx="1360885" cy="346665"/>
            <a:chOff x="229" y="3793"/>
            <a:chExt cx="1143" cy="324"/>
          </a:xfrm>
        </p:grpSpPr>
        <p:sp>
          <p:nvSpPr>
            <p:cNvPr id="280585" name="Text Box 12">
              <a:extLst>
                <a:ext uri="{FF2B5EF4-FFF2-40B4-BE49-F238E27FC236}">
                  <a16:creationId xmlns:a16="http://schemas.microsoft.com/office/drawing/2014/main" id="{3274E650-E749-EE4E-81AF-38890A321888}"/>
                </a:ext>
              </a:extLst>
            </p:cNvPr>
            <p:cNvSpPr txBox="1">
              <a:spLocks noChangeArrowheads="1"/>
            </p:cNvSpPr>
            <p:nvPr/>
          </p:nvSpPr>
          <p:spPr bwMode="auto">
            <a:xfrm>
              <a:off x="229" y="3793"/>
              <a:ext cx="87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最大地址</a:t>
              </a:r>
            </a:p>
          </p:txBody>
        </p:sp>
        <p:sp>
          <p:nvSpPr>
            <p:cNvPr id="280586" name="AutoShape 13">
              <a:extLst>
                <a:ext uri="{FF2B5EF4-FFF2-40B4-BE49-F238E27FC236}">
                  <a16:creationId xmlns:a16="http://schemas.microsoft.com/office/drawing/2014/main" id="{DF76AE1F-58AF-4643-8D48-F223D7E5F12B}"/>
                </a:ext>
              </a:extLst>
            </p:cNvPr>
            <p:cNvSpPr>
              <a:spLocks noChangeArrowheads="1"/>
            </p:cNvSpPr>
            <p:nvPr/>
          </p:nvSpPr>
          <p:spPr bwMode="auto">
            <a:xfrm>
              <a:off x="1056" y="3899"/>
              <a:ext cx="316" cy="110"/>
            </a:xfrm>
            <a:prstGeom prst="rightArrow">
              <a:avLst>
                <a:gd name="adj1" fmla="val 50000"/>
                <a:gd name="adj2" fmla="val 8636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spTree>
    <p:extLst>
      <p:ext uri="{BB962C8B-B14F-4D97-AF65-F5344CB8AC3E}">
        <p14:creationId xmlns:p14="http://schemas.microsoft.com/office/powerpoint/2010/main" val="31144848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295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9511"/>
                                        </p:tgtEl>
                                        <p:attrNameLst>
                                          <p:attrName>style.visibility</p:attrName>
                                        </p:attrNameLst>
                                      </p:cBhvr>
                                      <p:to>
                                        <p:strVal val="visible"/>
                                      </p:to>
                                    </p:set>
                                  </p:childTnLst>
                                </p:cTn>
                              </p:par>
                            </p:childTnLst>
                          </p:cTn>
                        </p:par>
                        <p:par>
                          <p:cTn id="9" fill="hold" nodeType="afterGroup">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1429510"/>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1429511"/>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1" presetClass="exit" presetSubtype="0" fill="hold" grpId="2" nodeType="afterEffect">
                                  <p:stCondLst>
                                    <p:cond delay="500"/>
                                  </p:stCondLst>
                                  <p:childTnLst>
                                    <p:set>
                                      <p:cBhvr>
                                        <p:cTn id="16" dur="1" fill="hold">
                                          <p:stCondLst>
                                            <p:cond delay="0"/>
                                          </p:stCondLst>
                                        </p:cTn>
                                        <p:tgtEl>
                                          <p:spTgt spid="142951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42951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14295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9510" grpId="0" animBg="1"/>
      <p:bldP spid="1429510" grpId="1" animBg="1"/>
      <p:bldP spid="1429510" grpId="2" animBg="1"/>
      <p:bldP spid="1429511" grpId="0" animBg="1"/>
      <p:bldP spid="1429511" grpId="1"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5" name="Rectangle 3">
            <a:extLst>
              <a:ext uri="{FF2B5EF4-FFF2-40B4-BE49-F238E27FC236}">
                <a16:creationId xmlns:a16="http://schemas.microsoft.com/office/drawing/2014/main" id="{65B89B29-4201-9E46-B327-906ED42AD9F6}"/>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路由聚合 </a:t>
            </a:r>
            <a:r>
              <a:rPr lang="en-US" altLang="zh-CN">
                <a:latin typeface="Times New Roman" panose="02020603050405020304" pitchFamily="18" charset="0"/>
                <a:ea typeface="宋体" panose="02010600030101010101" pitchFamily="2" charset="-122"/>
              </a:rPr>
              <a:t>(route aggregation) </a:t>
            </a:r>
          </a:p>
        </p:txBody>
      </p:sp>
      <p:sp>
        <p:nvSpPr>
          <p:cNvPr id="526338" name="Rectangle 2">
            <a:extLst>
              <a:ext uri="{FF2B5EF4-FFF2-40B4-BE49-F238E27FC236}">
                <a16:creationId xmlns:a16="http://schemas.microsoft.com/office/drawing/2014/main" id="{9FCBA06A-6EED-A147-9AA9-A4BACDCD2E1B}"/>
              </a:ext>
            </a:extLst>
          </p:cNvPr>
          <p:cNvSpPr>
            <a:spLocks noGrp="1" noChangeArrowheads="1"/>
          </p:cNvSpPr>
          <p:nvPr>
            <p:ph idx="1"/>
          </p:nvPr>
        </p:nvSpPr>
        <p:spPr>
          <a:xfrm>
            <a:off x="133563" y="1021773"/>
            <a:ext cx="8804953" cy="3708326"/>
          </a:xfrm>
        </p:spPr>
        <p:txBody>
          <a:bodyPr/>
          <a:lstStyle/>
          <a:p>
            <a:pPr marL="248841" indent="-248841" algn="just">
              <a:spcBef>
                <a:spcPts val="150"/>
              </a:spcBef>
            </a:pPr>
            <a:r>
              <a:rPr lang="zh-CN" altLang="en-US">
                <a:ea typeface="宋体" panose="02010600030101010101" pitchFamily="2" charset="-122"/>
              </a:rPr>
              <a:t>一个 </a:t>
            </a:r>
            <a:r>
              <a:rPr lang="en-US" altLang="zh-CN">
                <a:ea typeface="宋体" panose="02010600030101010101" pitchFamily="2" charset="-122"/>
              </a:rPr>
              <a:t>CIDR </a:t>
            </a:r>
            <a:r>
              <a:rPr lang="zh-CN" altLang="en-US">
                <a:ea typeface="宋体" panose="02010600030101010101" pitchFamily="2" charset="-122"/>
              </a:rPr>
              <a:t>地址块可以表示很多地址，这种地址的聚合常称为</a:t>
            </a:r>
            <a:r>
              <a:rPr lang="zh-CN" altLang="en-US">
                <a:solidFill>
                  <a:srgbClr val="FF0000"/>
                </a:solidFill>
                <a:ea typeface="宋体" panose="02010600030101010101" pitchFamily="2" charset="-122"/>
              </a:rPr>
              <a:t>路由聚合</a:t>
            </a:r>
            <a:r>
              <a:rPr lang="zh-CN" altLang="en-US">
                <a:ea typeface="宋体" panose="02010600030101010101" pitchFamily="2" charset="-122"/>
              </a:rPr>
              <a:t>，它使得路由表中的一个项目可以表示很多个（例如上千个）原来传统分类地址的路由。</a:t>
            </a:r>
            <a:endParaRPr lang="en-US" altLang="zh-CN">
              <a:ea typeface="宋体" panose="02010600030101010101" pitchFamily="2" charset="-122"/>
            </a:endParaRPr>
          </a:p>
          <a:p>
            <a:pPr marL="248841" indent="-248841" algn="just">
              <a:spcBef>
                <a:spcPts val="150"/>
              </a:spcBef>
            </a:pPr>
            <a:r>
              <a:rPr lang="zh-CN" altLang="zh-CN">
                <a:ea typeface="宋体" panose="02010600030101010101" pitchFamily="2" charset="-122"/>
              </a:rPr>
              <a:t>路由聚合有利于</a:t>
            </a:r>
            <a:r>
              <a:rPr lang="zh-CN" altLang="zh-CN">
                <a:solidFill>
                  <a:srgbClr val="FF0000"/>
                </a:solidFill>
                <a:ea typeface="宋体" panose="02010600030101010101" pitchFamily="2" charset="-122"/>
              </a:rPr>
              <a:t>减少</a:t>
            </a:r>
            <a:r>
              <a:rPr lang="zh-CN" altLang="zh-CN">
                <a:ea typeface="宋体" panose="02010600030101010101" pitchFamily="2" charset="-122"/>
              </a:rPr>
              <a:t>路由器之间的路由选择信息的交换，从而提高了整个互联网的性能。</a:t>
            </a:r>
            <a:endParaRPr lang="zh-CN" altLang="en-US">
              <a:ea typeface="宋体" panose="02010600030101010101" pitchFamily="2" charset="-122"/>
            </a:endParaRPr>
          </a:p>
          <a:p>
            <a:pPr marL="248841" indent="-248841" algn="just">
              <a:spcBef>
                <a:spcPts val="150"/>
              </a:spcBef>
            </a:pPr>
            <a:r>
              <a:rPr lang="zh-CN" altLang="en-US">
                <a:solidFill>
                  <a:srgbClr val="0000FF"/>
                </a:solidFill>
                <a:ea typeface="宋体" panose="02010600030101010101" pitchFamily="2" charset="-122"/>
              </a:rPr>
              <a:t>路由聚合也称为</a:t>
            </a:r>
            <a:r>
              <a:rPr lang="zh-CN" altLang="en-US">
                <a:solidFill>
                  <a:srgbClr val="FF0000"/>
                </a:solidFill>
                <a:ea typeface="宋体" panose="02010600030101010101" pitchFamily="2" charset="-122"/>
              </a:rPr>
              <a:t>构成超网 </a:t>
            </a:r>
            <a:r>
              <a:rPr lang="en-US" altLang="zh-CN">
                <a:solidFill>
                  <a:srgbClr val="0000FF"/>
                </a:solidFill>
                <a:ea typeface="宋体" panose="02010600030101010101" pitchFamily="2" charset="-122"/>
              </a:rPr>
              <a:t>(supernetting)</a:t>
            </a:r>
            <a:r>
              <a:rPr lang="zh-CN" altLang="en-US">
                <a:solidFill>
                  <a:srgbClr val="0000FF"/>
                </a:solidFill>
                <a:ea typeface="宋体" panose="02010600030101010101" pitchFamily="2" charset="-122"/>
              </a:rPr>
              <a:t>。</a:t>
            </a:r>
          </a:p>
          <a:p>
            <a:pPr marL="248841" indent="-248841" algn="just">
              <a:spcBef>
                <a:spcPts val="150"/>
              </a:spcBef>
            </a:pPr>
            <a:r>
              <a:rPr lang="en-US" altLang="zh-CN">
                <a:ea typeface="宋体" panose="02010600030101010101" pitchFamily="2" charset="-122"/>
              </a:rPr>
              <a:t>CIDR </a:t>
            </a:r>
            <a:r>
              <a:rPr lang="zh-CN" altLang="en-US">
                <a:ea typeface="宋体" panose="02010600030101010101" pitchFamily="2" charset="-122"/>
              </a:rPr>
              <a:t>虽然不使用子网了，但仍然使用“</a:t>
            </a:r>
            <a:r>
              <a:rPr lang="zh-CN" altLang="en-US">
                <a:solidFill>
                  <a:srgbClr val="FF0000"/>
                </a:solidFill>
                <a:ea typeface="宋体" panose="02010600030101010101" pitchFamily="2" charset="-122"/>
              </a:rPr>
              <a:t>掩码</a:t>
            </a:r>
            <a:r>
              <a:rPr lang="zh-CN" altLang="en-US">
                <a:ea typeface="宋体" panose="02010600030101010101" pitchFamily="2" charset="-122"/>
              </a:rPr>
              <a:t>”这一名词（但不叫子网掩码）。</a:t>
            </a:r>
          </a:p>
          <a:p>
            <a:pPr marL="248841" indent="-248841" algn="just">
              <a:spcBef>
                <a:spcPts val="150"/>
              </a:spcBef>
            </a:pPr>
            <a:r>
              <a:rPr lang="zh-CN" altLang="en-US">
                <a:ea typeface="宋体" panose="02010600030101010101" pitchFamily="2" charset="-122"/>
              </a:rPr>
              <a:t>对于</a:t>
            </a:r>
            <a:r>
              <a:rPr lang="zh-CN" altLang="en-US" sz="1050">
                <a:ea typeface="宋体" panose="02010600030101010101" pitchFamily="2" charset="-122"/>
              </a:rPr>
              <a:t> </a:t>
            </a:r>
            <a:r>
              <a:rPr lang="en-US" altLang="zh-CN">
                <a:solidFill>
                  <a:srgbClr val="FF0000"/>
                </a:solidFill>
                <a:ea typeface="宋体" panose="02010600030101010101" pitchFamily="2" charset="-122"/>
              </a:rPr>
              <a:t>/20</a:t>
            </a:r>
            <a:r>
              <a:rPr lang="en-US" altLang="zh-CN" sz="700">
                <a:solidFill>
                  <a:srgbClr val="FF0000"/>
                </a:solidFill>
                <a:ea typeface="宋体" panose="02010600030101010101" pitchFamily="2" charset="-122"/>
              </a:rPr>
              <a:t>  </a:t>
            </a:r>
            <a:r>
              <a:rPr lang="zh-CN" altLang="en-US">
                <a:ea typeface="宋体" panose="02010600030101010101" pitchFamily="2" charset="-122"/>
              </a:rPr>
              <a:t>地址块，它的掩码是</a:t>
            </a:r>
            <a:r>
              <a:rPr lang="zh-CN" altLang="en-US" sz="1050">
                <a:ea typeface="宋体" panose="02010600030101010101" pitchFamily="2" charset="-122"/>
              </a:rPr>
              <a:t> </a:t>
            </a:r>
            <a:r>
              <a:rPr lang="en-US" altLang="zh-CN">
                <a:ea typeface="宋体" panose="02010600030101010101" pitchFamily="2" charset="-122"/>
              </a:rPr>
              <a:t>20</a:t>
            </a:r>
            <a:r>
              <a:rPr lang="en-US" altLang="zh-CN" sz="800">
                <a:ea typeface="宋体" panose="02010600030101010101" pitchFamily="2" charset="-122"/>
              </a:rPr>
              <a:t> </a:t>
            </a:r>
            <a:r>
              <a:rPr lang="zh-CN" altLang="en-US">
                <a:ea typeface="宋体" panose="02010600030101010101" pitchFamily="2" charset="-122"/>
              </a:rPr>
              <a:t>个连续的 </a:t>
            </a:r>
            <a:r>
              <a:rPr lang="en-US" altLang="zh-CN">
                <a:ea typeface="宋体" panose="02010600030101010101" pitchFamily="2" charset="-122"/>
              </a:rPr>
              <a:t>1</a:t>
            </a:r>
            <a:r>
              <a:rPr lang="zh-CN" altLang="en-US">
                <a:ea typeface="宋体" panose="02010600030101010101" pitchFamily="2" charset="-122"/>
              </a:rPr>
              <a:t>。 斜线记法中的数字就是掩码中</a:t>
            </a:r>
            <a:r>
              <a:rPr lang="en-US" altLang="zh-CN">
                <a:ea typeface="宋体" panose="02010600030101010101" pitchFamily="2" charset="-122"/>
              </a:rPr>
              <a:t>1</a:t>
            </a:r>
            <a:r>
              <a:rPr lang="zh-CN" altLang="en-US">
                <a:ea typeface="宋体" panose="02010600030101010101" pitchFamily="2" charset="-122"/>
              </a:rPr>
              <a:t>的个数。    </a:t>
            </a:r>
          </a:p>
        </p:txBody>
      </p:sp>
    </p:spTree>
    <p:extLst>
      <p:ext uri="{BB962C8B-B14F-4D97-AF65-F5344CB8AC3E}">
        <p14:creationId xmlns:p14="http://schemas.microsoft.com/office/powerpoint/2010/main" val="4044738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633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2">
            <a:extLst>
              <a:ext uri="{FF2B5EF4-FFF2-40B4-BE49-F238E27FC236}">
                <a16:creationId xmlns:a16="http://schemas.microsoft.com/office/drawing/2014/main" id="{8E4038E5-D575-EC4B-B7A8-AE6212C972A9}"/>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记法的其他形式 </a:t>
            </a:r>
          </a:p>
        </p:txBody>
      </p:sp>
      <p:sp>
        <p:nvSpPr>
          <p:cNvPr id="527363" name="Rectangle 3">
            <a:extLst>
              <a:ext uri="{FF2B5EF4-FFF2-40B4-BE49-F238E27FC236}">
                <a16:creationId xmlns:a16="http://schemas.microsoft.com/office/drawing/2014/main" id="{28962296-3691-6547-A804-18E72D4168E6}"/>
              </a:ext>
            </a:extLst>
          </p:cNvPr>
          <p:cNvSpPr>
            <a:spLocks noGrp="1" noChangeArrowheads="1"/>
          </p:cNvSpPr>
          <p:nvPr>
            <p:ph idx="1"/>
          </p:nvPr>
        </p:nvSpPr>
        <p:spPr/>
        <p:txBody>
          <a:bodyPr/>
          <a:lstStyle/>
          <a:p>
            <a:pPr algn="just"/>
            <a:r>
              <a:rPr lang="en-US" altLang="zh-CN" sz="1875">
                <a:ea typeface="宋体" panose="02010600030101010101" pitchFamily="2" charset="-122"/>
              </a:rPr>
              <a:t>10.0.0.0/10 </a:t>
            </a:r>
            <a:r>
              <a:rPr lang="zh-CN" altLang="en-US" sz="1875">
                <a:ea typeface="宋体" panose="02010600030101010101" pitchFamily="2" charset="-122"/>
              </a:rPr>
              <a:t>可</a:t>
            </a:r>
            <a:r>
              <a:rPr lang="zh-CN" altLang="en-US" sz="1875">
                <a:solidFill>
                  <a:srgbClr val="FF0000"/>
                </a:solidFill>
                <a:ea typeface="宋体" panose="02010600030101010101" pitchFamily="2" charset="-122"/>
              </a:rPr>
              <a:t>简写</a:t>
            </a:r>
            <a:r>
              <a:rPr lang="zh-CN" altLang="en-US" sz="1875">
                <a:ea typeface="宋体" panose="02010600030101010101" pitchFamily="2" charset="-122"/>
              </a:rPr>
              <a:t>为 </a:t>
            </a:r>
            <a:r>
              <a:rPr lang="en-US" altLang="zh-CN" sz="1875">
                <a:ea typeface="宋体" panose="02010600030101010101" pitchFamily="2" charset="-122"/>
              </a:rPr>
              <a:t>10/10</a:t>
            </a:r>
            <a:r>
              <a:rPr lang="zh-CN" altLang="en-US" sz="1875">
                <a:ea typeface="宋体" panose="02010600030101010101" pitchFamily="2" charset="-122"/>
              </a:rPr>
              <a:t>，也就是把点分十进制中低位连续的 </a:t>
            </a:r>
            <a:r>
              <a:rPr lang="en-US" altLang="zh-CN" sz="1875">
                <a:ea typeface="宋体" panose="02010600030101010101" pitchFamily="2" charset="-122"/>
              </a:rPr>
              <a:t>0 </a:t>
            </a:r>
            <a:r>
              <a:rPr lang="zh-CN" altLang="en-US" sz="1875">
                <a:ea typeface="宋体" panose="02010600030101010101" pitchFamily="2" charset="-122"/>
              </a:rPr>
              <a:t>省略。</a:t>
            </a:r>
          </a:p>
          <a:p>
            <a:pPr algn="just"/>
            <a:r>
              <a:rPr lang="en-US" altLang="zh-CN" sz="1875">
                <a:ea typeface="宋体" panose="02010600030101010101" pitchFamily="2" charset="-122"/>
              </a:rPr>
              <a:t>10.0.0.0/10 </a:t>
            </a:r>
            <a:r>
              <a:rPr lang="zh-CN" altLang="en-US" sz="1875">
                <a:ea typeface="宋体" panose="02010600030101010101" pitchFamily="2" charset="-122"/>
              </a:rPr>
              <a:t>隐含地指出 </a:t>
            </a:r>
            <a:r>
              <a:rPr lang="en-US" altLang="zh-CN" sz="1875">
                <a:ea typeface="宋体" panose="02010600030101010101" pitchFamily="2" charset="-122"/>
              </a:rPr>
              <a:t>IP </a:t>
            </a:r>
            <a:r>
              <a:rPr lang="zh-CN" altLang="en-US" sz="1875">
                <a:ea typeface="宋体" panose="02010600030101010101" pitchFamily="2" charset="-122"/>
              </a:rPr>
              <a:t>地址 </a:t>
            </a:r>
            <a:r>
              <a:rPr lang="en-US" altLang="zh-CN" sz="1875">
                <a:ea typeface="宋体" panose="02010600030101010101" pitchFamily="2" charset="-122"/>
              </a:rPr>
              <a:t>10.0.0.0 </a:t>
            </a:r>
            <a:r>
              <a:rPr lang="zh-CN" altLang="en-US" sz="1875">
                <a:ea typeface="宋体" panose="02010600030101010101" pitchFamily="2" charset="-122"/>
              </a:rPr>
              <a:t>的</a:t>
            </a:r>
            <a:r>
              <a:rPr lang="zh-CN" altLang="en-US" sz="1875">
                <a:solidFill>
                  <a:srgbClr val="FF0000"/>
                </a:solidFill>
                <a:ea typeface="宋体" panose="02010600030101010101" pitchFamily="2" charset="-122"/>
              </a:rPr>
              <a:t>掩码</a:t>
            </a:r>
            <a:r>
              <a:rPr lang="zh-CN" altLang="en-US" sz="1875">
                <a:ea typeface="宋体" panose="02010600030101010101" pitchFamily="2" charset="-122"/>
              </a:rPr>
              <a:t>是 </a:t>
            </a:r>
            <a:r>
              <a:rPr lang="en-US" altLang="zh-CN" sz="1875">
                <a:ea typeface="宋体" panose="02010600030101010101" pitchFamily="2" charset="-122"/>
              </a:rPr>
              <a:t>255.192.0.0</a:t>
            </a:r>
            <a:r>
              <a:rPr lang="zh-CN" altLang="en-US" sz="1875">
                <a:ea typeface="宋体" panose="02010600030101010101" pitchFamily="2" charset="-122"/>
              </a:rPr>
              <a:t>。此掩码可表示为：</a:t>
            </a:r>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endParaRPr lang="en-US" altLang="zh-CN" sz="1875">
              <a:ea typeface="宋体" panose="02010600030101010101" pitchFamily="2" charset="-122"/>
            </a:endParaRPr>
          </a:p>
          <a:p>
            <a:r>
              <a:rPr lang="zh-CN" altLang="en-US" sz="1875">
                <a:ea typeface="宋体" panose="02010600030101010101" pitchFamily="2" charset="-122"/>
              </a:rPr>
              <a:t>网络前缀的后面加一个</a:t>
            </a:r>
            <a:r>
              <a:rPr lang="zh-CN" altLang="en-US" sz="1875">
                <a:solidFill>
                  <a:srgbClr val="FF0000"/>
                </a:solidFill>
                <a:ea typeface="宋体" panose="02010600030101010101" pitchFamily="2" charset="-122"/>
              </a:rPr>
              <a:t>星号</a:t>
            </a:r>
            <a:r>
              <a:rPr lang="zh-CN" altLang="en-US" sz="1875">
                <a:ea typeface="宋体" panose="02010600030101010101" pitchFamily="2" charset="-122"/>
              </a:rPr>
              <a:t> * 的表示方法，如 </a:t>
            </a:r>
            <a:r>
              <a:rPr lang="en-US" altLang="zh-CN" sz="1875">
                <a:ea typeface="宋体" panose="02010600030101010101" pitchFamily="2" charset="-122"/>
              </a:rPr>
              <a:t>00001010 00*</a:t>
            </a:r>
            <a:r>
              <a:rPr lang="zh-CN" altLang="en-US" sz="1875">
                <a:ea typeface="宋体" panose="02010600030101010101" pitchFamily="2" charset="-122"/>
              </a:rPr>
              <a:t>，在星号 * 之前是网络前缀，而星号 * 表示 </a:t>
            </a:r>
            <a:r>
              <a:rPr lang="en-US" altLang="zh-CN" sz="1875">
                <a:ea typeface="宋体" panose="02010600030101010101" pitchFamily="2" charset="-122"/>
              </a:rPr>
              <a:t>IP </a:t>
            </a:r>
            <a:r>
              <a:rPr lang="zh-CN" altLang="en-US" sz="1875">
                <a:ea typeface="宋体" panose="02010600030101010101" pitchFamily="2" charset="-122"/>
              </a:rPr>
              <a:t>地址中的主机号，可以是任意值。  </a:t>
            </a:r>
            <a:endParaRPr lang="en-US" altLang="zh-CN">
              <a:latin typeface="Times New Roman" panose="02020603050405020304" pitchFamily="18" charset="0"/>
              <a:ea typeface="宋体" panose="02010600030101010101" pitchFamily="2" charset="-122"/>
            </a:endParaRPr>
          </a:p>
        </p:txBody>
      </p:sp>
      <p:grpSp>
        <p:nvGrpSpPr>
          <p:cNvPr id="527364" name="Group 4">
            <a:extLst>
              <a:ext uri="{FF2B5EF4-FFF2-40B4-BE49-F238E27FC236}">
                <a16:creationId xmlns:a16="http://schemas.microsoft.com/office/drawing/2014/main" id="{864CEFD5-D858-7B4D-B924-B36E7AA9485B}"/>
              </a:ext>
            </a:extLst>
          </p:cNvPr>
          <p:cNvGrpSpPr>
            <a:grpSpLocks/>
          </p:cNvGrpSpPr>
          <p:nvPr/>
        </p:nvGrpSpPr>
        <p:grpSpPr bwMode="auto">
          <a:xfrm>
            <a:off x="2163192" y="2733675"/>
            <a:ext cx="4835041" cy="449467"/>
            <a:chOff x="1030" y="2658"/>
            <a:chExt cx="3783" cy="408"/>
          </a:xfrm>
        </p:grpSpPr>
        <p:sp>
          <p:nvSpPr>
            <p:cNvPr id="284682" name="AutoShape 5">
              <a:extLst>
                <a:ext uri="{FF2B5EF4-FFF2-40B4-BE49-F238E27FC236}">
                  <a16:creationId xmlns:a16="http://schemas.microsoft.com/office/drawing/2014/main" id="{EF2EC0AD-D6F9-E441-84F1-5D1317531394}"/>
                </a:ext>
              </a:extLst>
            </p:cNvPr>
            <p:cNvSpPr>
              <a:spLocks/>
            </p:cNvSpPr>
            <p:nvPr/>
          </p:nvSpPr>
          <p:spPr bwMode="auto">
            <a:xfrm rot="-5400000">
              <a:off x="1439" y="2254"/>
              <a:ext cx="135" cy="953"/>
            </a:xfrm>
            <a:prstGeom prst="leftBrace">
              <a:avLst>
                <a:gd name="adj1" fmla="val 58402"/>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3" name="AutoShape 6">
              <a:extLst>
                <a:ext uri="{FF2B5EF4-FFF2-40B4-BE49-F238E27FC236}">
                  <a16:creationId xmlns:a16="http://schemas.microsoft.com/office/drawing/2014/main" id="{99E35764-68B1-FF41-AB4B-04ECF5DE0F0F}"/>
                </a:ext>
              </a:extLst>
            </p:cNvPr>
            <p:cNvSpPr>
              <a:spLocks/>
            </p:cNvSpPr>
            <p:nvPr/>
          </p:nvSpPr>
          <p:spPr bwMode="auto">
            <a:xfrm rot="-5400000">
              <a:off x="2415" y="2300"/>
              <a:ext cx="136" cy="852"/>
            </a:xfrm>
            <a:prstGeom prst="leftBrace">
              <a:avLst>
                <a:gd name="adj1" fmla="val 5838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4" name="AutoShape 7">
              <a:extLst>
                <a:ext uri="{FF2B5EF4-FFF2-40B4-BE49-F238E27FC236}">
                  <a16:creationId xmlns:a16="http://schemas.microsoft.com/office/drawing/2014/main" id="{901ABA9E-9623-3E44-BC26-1DC23BE75C4B}"/>
                </a:ext>
              </a:extLst>
            </p:cNvPr>
            <p:cNvSpPr>
              <a:spLocks/>
            </p:cNvSpPr>
            <p:nvPr/>
          </p:nvSpPr>
          <p:spPr bwMode="auto">
            <a:xfrm rot="-5400000">
              <a:off x="3397" y="2280"/>
              <a:ext cx="91" cy="848"/>
            </a:xfrm>
            <a:prstGeom prst="leftBrace">
              <a:avLst>
                <a:gd name="adj1" fmla="val 5841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5" name="AutoShape 8">
              <a:extLst>
                <a:ext uri="{FF2B5EF4-FFF2-40B4-BE49-F238E27FC236}">
                  <a16:creationId xmlns:a16="http://schemas.microsoft.com/office/drawing/2014/main" id="{9AF73ACF-4CD9-884B-AA60-C2A20CDDEFB9}"/>
                </a:ext>
              </a:extLst>
            </p:cNvPr>
            <p:cNvSpPr>
              <a:spLocks/>
            </p:cNvSpPr>
            <p:nvPr/>
          </p:nvSpPr>
          <p:spPr bwMode="auto">
            <a:xfrm rot="-5400000">
              <a:off x="4311" y="2296"/>
              <a:ext cx="135" cy="869"/>
            </a:xfrm>
            <a:prstGeom prst="leftBrace">
              <a:avLst>
                <a:gd name="adj1" fmla="val 5838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527369" name="Text Box 9">
              <a:extLst>
                <a:ext uri="{FF2B5EF4-FFF2-40B4-BE49-F238E27FC236}">
                  <a16:creationId xmlns:a16="http://schemas.microsoft.com/office/drawing/2014/main" id="{95555EAB-48EC-1D4B-BA8A-5378A46514B6}"/>
                </a:ext>
              </a:extLst>
            </p:cNvPr>
            <p:cNvSpPr txBox="1">
              <a:spLocks noChangeArrowheads="1"/>
            </p:cNvSpPr>
            <p:nvPr/>
          </p:nvSpPr>
          <p:spPr bwMode="auto">
            <a:xfrm>
              <a:off x="1254"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255</a:t>
              </a:r>
            </a:p>
          </p:txBody>
        </p:sp>
        <p:sp>
          <p:nvSpPr>
            <p:cNvPr id="527370" name="Text Box 10">
              <a:extLst>
                <a:ext uri="{FF2B5EF4-FFF2-40B4-BE49-F238E27FC236}">
                  <a16:creationId xmlns:a16="http://schemas.microsoft.com/office/drawing/2014/main" id="{6D8F34D9-231F-F346-8949-67AC31A9EA63}"/>
                </a:ext>
              </a:extLst>
            </p:cNvPr>
            <p:cNvSpPr txBox="1">
              <a:spLocks noChangeArrowheads="1"/>
            </p:cNvSpPr>
            <p:nvPr/>
          </p:nvSpPr>
          <p:spPr bwMode="auto">
            <a:xfrm>
              <a:off x="2291"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192</a:t>
              </a:r>
            </a:p>
          </p:txBody>
        </p:sp>
        <p:sp>
          <p:nvSpPr>
            <p:cNvPr id="527371" name="Text Box 11">
              <a:extLst>
                <a:ext uri="{FF2B5EF4-FFF2-40B4-BE49-F238E27FC236}">
                  <a16:creationId xmlns:a16="http://schemas.microsoft.com/office/drawing/2014/main" id="{A984B115-BD74-DC42-9306-C00DFDAFD291}"/>
                </a:ext>
              </a:extLst>
            </p:cNvPr>
            <p:cNvSpPr txBox="1">
              <a:spLocks noChangeArrowheads="1"/>
            </p:cNvSpPr>
            <p:nvPr/>
          </p:nvSpPr>
          <p:spPr bwMode="auto">
            <a:xfrm>
              <a:off x="3383"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sp>
          <p:nvSpPr>
            <p:cNvPr id="527372" name="Text Box 12">
              <a:extLst>
                <a:ext uri="{FF2B5EF4-FFF2-40B4-BE49-F238E27FC236}">
                  <a16:creationId xmlns:a16="http://schemas.microsoft.com/office/drawing/2014/main" id="{E91C5F18-D8E8-3841-A17A-570A573DE700}"/>
                </a:ext>
              </a:extLst>
            </p:cNvPr>
            <p:cNvSpPr txBox="1">
              <a:spLocks noChangeArrowheads="1"/>
            </p:cNvSpPr>
            <p:nvPr/>
          </p:nvSpPr>
          <p:spPr bwMode="auto">
            <a:xfrm>
              <a:off x="4436"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grpSp>
      <p:grpSp>
        <p:nvGrpSpPr>
          <p:cNvPr id="527373" name="Group 13">
            <a:extLst>
              <a:ext uri="{FF2B5EF4-FFF2-40B4-BE49-F238E27FC236}">
                <a16:creationId xmlns:a16="http://schemas.microsoft.com/office/drawing/2014/main" id="{B20F61BC-0D02-CA4E-8D65-F9162B476820}"/>
              </a:ext>
            </a:extLst>
          </p:cNvPr>
          <p:cNvGrpSpPr>
            <a:grpSpLocks/>
          </p:cNvGrpSpPr>
          <p:nvPr/>
        </p:nvGrpSpPr>
        <p:grpSpPr bwMode="auto">
          <a:xfrm>
            <a:off x="1718686" y="1808893"/>
            <a:ext cx="3451746" cy="1641858"/>
            <a:chOff x="806" y="1246"/>
            <a:chExt cx="2711" cy="1494"/>
          </a:xfrm>
        </p:grpSpPr>
        <p:grpSp>
          <p:nvGrpSpPr>
            <p:cNvPr id="284678" name="Group 14">
              <a:extLst>
                <a:ext uri="{FF2B5EF4-FFF2-40B4-BE49-F238E27FC236}">
                  <a16:creationId xmlns:a16="http://schemas.microsoft.com/office/drawing/2014/main" id="{F26C22DF-6150-334C-9593-3687C29C1F75}"/>
                </a:ext>
              </a:extLst>
            </p:cNvPr>
            <p:cNvGrpSpPr>
              <a:grpSpLocks/>
            </p:cNvGrpSpPr>
            <p:nvPr/>
          </p:nvGrpSpPr>
          <p:grpSpPr bwMode="auto">
            <a:xfrm>
              <a:off x="1126" y="1246"/>
              <a:ext cx="2391" cy="914"/>
              <a:chOff x="1126" y="1246"/>
              <a:chExt cx="2391" cy="914"/>
            </a:xfrm>
          </p:grpSpPr>
          <p:sp>
            <p:nvSpPr>
              <p:cNvPr id="284680" name="Rectangle 15">
                <a:extLst>
                  <a:ext uri="{FF2B5EF4-FFF2-40B4-BE49-F238E27FC236}">
                    <a16:creationId xmlns:a16="http://schemas.microsoft.com/office/drawing/2014/main" id="{0C050408-FC4A-404F-ADD2-5CAACABDEF0A}"/>
                  </a:ext>
                </a:extLst>
              </p:cNvPr>
              <p:cNvSpPr>
                <a:spLocks noChangeArrowheads="1"/>
              </p:cNvSpPr>
              <p:nvPr/>
            </p:nvSpPr>
            <p:spPr bwMode="auto">
              <a:xfrm>
                <a:off x="1126" y="1843"/>
                <a:ext cx="1250" cy="31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284681" name="Line 16">
                <a:extLst>
                  <a:ext uri="{FF2B5EF4-FFF2-40B4-BE49-F238E27FC236}">
                    <a16:creationId xmlns:a16="http://schemas.microsoft.com/office/drawing/2014/main" id="{75B9631F-38CA-3948-BDB8-494CE8C3C926}"/>
                  </a:ext>
                </a:extLst>
              </p:cNvPr>
              <p:cNvSpPr>
                <a:spLocks noChangeShapeType="1"/>
              </p:cNvSpPr>
              <p:nvPr/>
            </p:nvSpPr>
            <p:spPr bwMode="auto">
              <a:xfrm>
                <a:off x="3245" y="1246"/>
                <a:ext cx="27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p>
            </p:txBody>
          </p:sp>
        </p:grpSp>
        <p:sp>
          <p:nvSpPr>
            <p:cNvPr id="284679" name="Text Box 17">
              <a:extLst>
                <a:ext uri="{FF2B5EF4-FFF2-40B4-BE49-F238E27FC236}">
                  <a16:creationId xmlns:a16="http://schemas.microsoft.com/office/drawing/2014/main" id="{C09D34A3-8892-BD42-80AF-80D7ED351149}"/>
                </a:ext>
              </a:extLst>
            </p:cNvPr>
            <p:cNvSpPr txBox="1">
              <a:spLocks noChangeArrowheads="1"/>
            </p:cNvSpPr>
            <p:nvPr/>
          </p:nvSpPr>
          <p:spPr bwMode="auto">
            <a:xfrm>
              <a:off x="806" y="2425"/>
              <a:ext cx="1913" cy="315"/>
            </a:xfrm>
            <a:prstGeom prst="rect">
              <a:avLst/>
            </a:prstGeom>
            <a:solidFill>
              <a:srgbClr val="FFFF66"/>
            </a:solidFill>
            <a:ln w="19050">
              <a:solidFill>
                <a:srgbClr val="00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掩码中有 </a:t>
              </a:r>
              <a:r>
                <a:rPr lang="en-US" altLang="zh-CN" sz="1650">
                  <a:solidFill>
                    <a:srgbClr val="000099"/>
                  </a:solidFill>
                  <a:latin typeface="微软雅黑" panose="020B0503020204020204" pitchFamily="34" charset="-122"/>
                  <a:ea typeface="宋体" panose="02010600030101010101" pitchFamily="2" charset="-122"/>
                </a:rPr>
                <a:t>10 </a:t>
              </a:r>
              <a:r>
                <a:rPr lang="zh-CN" altLang="en-US" sz="1650">
                  <a:solidFill>
                    <a:srgbClr val="000099"/>
                  </a:solidFill>
                  <a:latin typeface="微软雅黑" panose="020B0503020204020204" pitchFamily="34" charset="-122"/>
                  <a:ea typeface="宋体" panose="02010600030101010101" pitchFamily="2" charset="-122"/>
                </a:rPr>
                <a:t>个连续的 </a:t>
              </a:r>
              <a:r>
                <a:rPr lang="en-US" altLang="zh-CN" sz="1650">
                  <a:solidFill>
                    <a:srgbClr val="000099"/>
                  </a:solidFill>
                  <a:latin typeface="微软雅黑" panose="020B0503020204020204" pitchFamily="34" charset="-122"/>
                  <a:ea typeface="宋体" panose="02010600030101010101" pitchFamily="2" charset="-122"/>
                </a:rPr>
                <a:t>1</a:t>
              </a:r>
            </a:p>
          </p:txBody>
        </p:sp>
      </p:grpSp>
      <p:sp>
        <p:nvSpPr>
          <p:cNvPr id="284677" name="Text Box 7">
            <a:extLst>
              <a:ext uri="{FF2B5EF4-FFF2-40B4-BE49-F238E27FC236}">
                <a16:creationId xmlns:a16="http://schemas.microsoft.com/office/drawing/2014/main" id="{48F61FBB-2318-3443-975D-863C3AD85D38}"/>
              </a:ext>
            </a:extLst>
          </p:cNvPr>
          <p:cNvSpPr txBox="1">
            <a:spLocks noChangeArrowheads="1"/>
          </p:cNvSpPr>
          <p:nvPr/>
        </p:nvSpPr>
        <p:spPr bwMode="auto">
          <a:xfrm>
            <a:off x="2171700" y="2463404"/>
            <a:ext cx="50097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C00000"/>
                </a:solidFill>
                <a:latin typeface="Courier New" panose="02070309020205020404" pitchFamily="49" charset="0"/>
                <a:ea typeface="宋体" panose="02010600030101010101" pitchFamily="2" charset="-122"/>
              </a:rPr>
              <a:t>11111111 11</a:t>
            </a:r>
            <a:r>
              <a:rPr lang="en-US" altLang="zh-CN" sz="1800" b="1">
                <a:solidFill>
                  <a:schemeClr val="tx1"/>
                </a:solidFill>
                <a:latin typeface="Courier New" panose="02070309020205020404" pitchFamily="49" charset="0"/>
                <a:ea typeface="宋体" panose="02010600030101010101" pitchFamily="2" charset="-122"/>
              </a:rPr>
              <a:t>000000 00000000 00000000</a:t>
            </a:r>
          </a:p>
        </p:txBody>
      </p:sp>
    </p:spTree>
    <p:extLst>
      <p:ext uri="{BB962C8B-B14F-4D97-AF65-F5344CB8AC3E}">
        <p14:creationId xmlns:p14="http://schemas.microsoft.com/office/powerpoint/2010/main" val="473105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7363">
                                            <p:txEl>
                                              <p:pRg st="6" end="6"/>
                                            </p:txEl>
                                          </p:spTgt>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52736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repeatCount="3000" fill="hold" nodeType="clickEffect">
                                  <p:stCondLst>
                                    <p:cond delay="0"/>
                                  </p:stCondLst>
                                  <p:childTnLst>
                                    <p:set>
                                      <p:cBhvr>
                                        <p:cTn id="17" dur="1" fill="hold">
                                          <p:stCondLst>
                                            <p:cond delay="0"/>
                                          </p:stCondLst>
                                        </p:cTn>
                                        <p:tgtEl>
                                          <p:spTgt spid="527373"/>
                                        </p:tgtEl>
                                        <p:attrNameLst>
                                          <p:attrName>style.visibility</p:attrName>
                                        </p:attrNameLst>
                                      </p:cBhvr>
                                      <p:to>
                                        <p:strVal val="visible"/>
                                      </p:to>
                                    </p:set>
                                  </p:childTnLst>
                                </p:cTn>
                              </p:par>
                            </p:childTnLst>
                          </p:cTn>
                        </p:par>
                        <p:par>
                          <p:cTn id="18" fill="hold" nodeType="afterGroup">
                            <p:stCondLst>
                              <p:cond delay="0"/>
                            </p:stCondLst>
                            <p:childTnLst>
                              <p:par>
                                <p:cTn id="19" presetID="35" presetClass="emph" presetSubtype="0" repeatCount="3000" fill="hold" nodeType="afterEffect">
                                  <p:stCondLst>
                                    <p:cond delay="500"/>
                                  </p:stCondLst>
                                  <p:childTnLst>
                                    <p:anim calcmode="discrete" valueType="str">
                                      <p:cBhvr>
                                        <p:cTn id="20"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CE0A8BF9-6DAC-3141-AE95-F5556FF7FFE0}"/>
              </a:ext>
            </a:extLst>
          </p:cNvPr>
          <p:cNvGraphicFramePr>
            <a:graphicFrameLocks noGrp="1"/>
          </p:cNvGraphicFramePr>
          <p:nvPr>
            <p:extLst>
              <p:ext uri="{D42A27DB-BD31-4B8C-83A1-F6EECF244321}">
                <p14:modId xmlns:p14="http://schemas.microsoft.com/office/powerpoint/2010/main" val="1456966426"/>
              </p:ext>
            </p:extLst>
          </p:nvPr>
        </p:nvGraphicFramePr>
        <p:xfrm>
          <a:off x="609600" y="1059656"/>
          <a:ext cx="8132618" cy="3839777"/>
        </p:xfrm>
        <a:graphic>
          <a:graphicData uri="http://schemas.openxmlformats.org/drawingml/2006/table">
            <a:tbl>
              <a:tblPr/>
              <a:tblGrid>
                <a:gridCol w="1601522">
                  <a:extLst>
                    <a:ext uri="{9D8B030D-6E8A-4147-A177-3AD203B41FA5}">
                      <a16:colId xmlns:a16="http://schemas.microsoft.com/office/drawing/2014/main" val="20000"/>
                    </a:ext>
                  </a:extLst>
                </a:gridCol>
                <a:gridCol w="2097127">
                  <a:extLst>
                    <a:ext uri="{9D8B030D-6E8A-4147-A177-3AD203B41FA5}">
                      <a16:colId xmlns:a16="http://schemas.microsoft.com/office/drawing/2014/main" val="20001"/>
                    </a:ext>
                  </a:extLst>
                </a:gridCol>
                <a:gridCol w="1744174">
                  <a:extLst>
                    <a:ext uri="{9D8B030D-6E8A-4147-A177-3AD203B41FA5}">
                      <a16:colId xmlns:a16="http://schemas.microsoft.com/office/drawing/2014/main" val="20002"/>
                    </a:ext>
                  </a:extLst>
                </a:gridCol>
                <a:gridCol w="2689795">
                  <a:extLst>
                    <a:ext uri="{9D8B030D-6E8A-4147-A177-3AD203B41FA5}">
                      <a16:colId xmlns:a16="http://schemas.microsoft.com/office/drawing/2014/main" val="20003"/>
                    </a:ext>
                  </a:extLst>
                </a:gridCol>
              </a:tblGrid>
              <a:tr h="42148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CIDR </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前缀长度</a:t>
                      </a: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点分十进制</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包含的地址数</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相当于包含分类的网络数</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extLst>
                  <a:ext uri="{0D108BD9-81ED-4DB2-BD59-A6C34878D82A}">
                    <a16:rowId xmlns:a16="http://schemas.microsoft.com/office/drawing/2014/main" val="10000"/>
                  </a:ext>
                </a:extLst>
              </a:tr>
              <a:tr h="225029">
                <a:tc>
                  <a:txBody>
                    <a:bodyPr/>
                    <a:lstStyle>
                      <a:lvl1pPr>
                        <a:spcBef>
                          <a:spcPct val="20000"/>
                        </a:spcBef>
                        <a:buClr>
                          <a:schemeClr val="folHlink"/>
                        </a:buClr>
                        <a:buSzPct val="60000"/>
                        <a:buFont typeface="Wingdings" pitchFamily="2" charset="2"/>
                        <a:tabLst>
                          <a:tab pos="266700" algn="l"/>
                          <a:tab pos="2636838" algn="ctr"/>
                          <a:tab pos="5273675" algn="r"/>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266700" algn="l"/>
                          <a:tab pos="2636838" algn="ctr"/>
                          <a:tab pos="5273675" algn="r"/>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266700" algn="l"/>
                          <a:tab pos="2636838" algn="ctr"/>
                          <a:tab pos="5273675" algn="r"/>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266700" algn="l"/>
                          <a:tab pos="2636838" algn="ctr"/>
                          <a:tab pos="5273675" algn="r"/>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255.248.0.0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2048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255.252.0.0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1024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256</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255.255.128.0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255.255.192.0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/19</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255.255.224.0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/21</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9"/>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0"/>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2"/>
                  </a:ext>
                </a:extLst>
              </a:tr>
              <a:tr h="2452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3"/>
                  </a:ext>
                </a:extLst>
              </a:tr>
              <a:tr h="257175">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255.255.255.192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4"/>
                  </a:ext>
                </a:extLst>
              </a:tr>
              <a:tr h="215504">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255.255.255.224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1/8</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5"/>
                  </a:ext>
                </a:extLst>
              </a:tr>
            </a:tbl>
          </a:graphicData>
        </a:graphic>
      </p:graphicFrame>
      <p:sp>
        <p:nvSpPr>
          <p:cNvPr id="2" name="标题 1">
            <a:extLst>
              <a:ext uri="{FF2B5EF4-FFF2-40B4-BE49-F238E27FC236}">
                <a16:creationId xmlns:a16="http://schemas.microsoft.com/office/drawing/2014/main" id="{1CCC00AE-4927-3C4C-BDE4-3C919F8573C3}"/>
              </a:ext>
            </a:extLst>
          </p:cNvPr>
          <p:cNvSpPr>
            <a:spLocks noGrp="1"/>
          </p:cNvSpPr>
          <p:nvPr>
            <p:ph type="title"/>
          </p:nvPr>
        </p:nvSpPr>
        <p:spPr>
          <a:xfrm>
            <a:off x="133562" y="224898"/>
            <a:ext cx="8804953" cy="647700"/>
          </a:xfrm>
        </p:spPr>
        <p:txBody>
          <a:bodyPr/>
          <a:lstStyle/>
          <a:p>
            <a:r>
              <a:rPr lang="zh-CN" altLang="zh-CN" dirty="0">
                <a:latin typeface="微软雅黑" panose="020B0503020204020204" pitchFamily="34" charset="-122"/>
                <a:ea typeface="宋体" panose="02010600030101010101" pitchFamily="2" charset="-122"/>
              </a:rPr>
              <a:t>常用的</a:t>
            </a:r>
            <a:r>
              <a:rPr lang="en-US" altLang="zh-CN" dirty="0">
                <a:latin typeface="微软雅黑" panose="020B0503020204020204" pitchFamily="34" charset="-122"/>
                <a:ea typeface="宋体" panose="02010600030101010101" pitchFamily="2" charset="-122"/>
              </a:rPr>
              <a:t> CIDR </a:t>
            </a:r>
            <a:r>
              <a:rPr lang="zh-CN" altLang="zh-CN" dirty="0">
                <a:latin typeface="微软雅黑" panose="020B0503020204020204" pitchFamily="34" charset="-122"/>
                <a:ea typeface="宋体" panose="02010600030101010101" pitchFamily="2" charset="-122"/>
              </a:rPr>
              <a:t>地址块</a:t>
            </a:r>
            <a:endParaRPr kumimoji="1" lang="zh-CN" altLang="en-US" dirty="0"/>
          </a:p>
        </p:txBody>
      </p:sp>
    </p:spTree>
    <p:extLst>
      <p:ext uri="{BB962C8B-B14F-4D97-AF65-F5344CB8AC3E}">
        <p14:creationId xmlns:p14="http://schemas.microsoft.com/office/powerpoint/2010/main" val="88056352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5" name="Rectangle 2">
            <a:extLst>
              <a:ext uri="{FF2B5EF4-FFF2-40B4-BE49-F238E27FC236}">
                <a16:creationId xmlns:a16="http://schemas.microsoft.com/office/drawing/2014/main" id="{7DAEA721-63CF-8D4A-A016-ABB9F61AF770}"/>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构成超网 </a:t>
            </a:r>
          </a:p>
        </p:txBody>
      </p:sp>
      <p:sp>
        <p:nvSpPr>
          <p:cNvPr id="529411" name="Rectangle 3">
            <a:extLst>
              <a:ext uri="{FF2B5EF4-FFF2-40B4-BE49-F238E27FC236}">
                <a16:creationId xmlns:a16="http://schemas.microsoft.com/office/drawing/2014/main" id="{67E9A3C8-3CEC-774F-A636-7A6950873ACF}"/>
              </a:ext>
            </a:extLst>
          </p:cNvPr>
          <p:cNvSpPr>
            <a:spLocks noGrp="1" noChangeArrowheads="1"/>
          </p:cNvSpPr>
          <p:nvPr>
            <p:ph idx="1"/>
          </p:nvPr>
        </p:nvSpPr>
        <p:spPr>
          <a:xfrm>
            <a:off x="66781" y="997527"/>
            <a:ext cx="9010437" cy="3708326"/>
          </a:xfrm>
        </p:spPr>
        <p:txBody>
          <a:bodyPr/>
          <a:lstStyle/>
          <a:p>
            <a:r>
              <a:rPr lang="zh-CN" altLang="en-US" dirty="0">
                <a:ea typeface="宋体" panose="02010600030101010101" pitchFamily="2" charset="-122"/>
              </a:rPr>
              <a:t>前缀长度不超过 </a:t>
            </a:r>
            <a:r>
              <a:rPr lang="en-US" altLang="zh-CN" dirty="0">
                <a:ea typeface="宋体" panose="02010600030101010101" pitchFamily="2" charset="-122"/>
              </a:rPr>
              <a:t>23 </a:t>
            </a:r>
            <a:r>
              <a:rPr lang="zh-CN" altLang="en-US" dirty="0">
                <a:ea typeface="宋体" panose="02010600030101010101" pitchFamily="2" charset="-122"/>
              </a:rPr>
              <a:t>位的 </a:t>
            </a:r>
            <a:r>
              <a:rPr lang="en-US" altLang="zh-CN" dirty="0">
                <a:ea typeface="宋体" panose="02010600030101010101" pitchFamily="2" charset="-122"/>
              </a:rPr>
              <a:t>CIDR </a:t>
            </a:r>
            <a:r>
              <a:rPr lang="zh-CN" altLang="en-US" dirty="0">
                <a:ea typeface="宋体" panose="02010600030101010101" pitchFamily="2" charset="-122"/>
              </a:rPr>
              <a:t>地址块都包含了多个 </a:t>
            </a:r>
            <a:r>
              <a:rPr lang="en-US" altLang="zh-CN" dirty="0">
                <a:ea typeface="宋体" panose="02010600030101010101" pitchFamily="2" charset="-122"/>
              </a:rPr>
              <a:t>C  </a:t>
            </a:r>
            <a:r>
              <a:rPr lang="zh-CN" altLang="en-US" dirty="0">
                <a:ea typeface="宋体" panose="02010600030101010101" pitchFamily="2" charset="-122"/>
              </a:rPr>
              <a:t>类地址。</a:t>
            </a:r>
          </a:p>
          <a:p>
            <a:r>
              <a:rPr lang="zh-CN" altLang="en-US" dirty="0">
                <a:ea typeface="宋体" panose="02010600030101010101" pitchFamily="2" charset="-122"/>
              </a:rPr>
              <a:t>这些 </a:t>
            </a:r>
            <a:r>
              <a:rPr lang="en-US" altLang="zh-CN" dirty="0">
                <a:ea typeface="宋体" panose="02010600030101010101" pitchFamily="2" charset="-122"/>
              </a:rPr>
              <a:t>C </a:t>
            </a:r>
            <a:r>
              <a:rPr lang="zh-CN" altLang="en-US" dirty="0">
                <a:ea typeface="宋体" panose="02010600030101010101" pitchFamily="2" charset="-122"/>
              </a:rPr>
              <a:t>类地址合起来就构成了超网。</a:t>
            </a:r>
          </a:p>
          <a:p>
            <a:r>
              <a:rPr lang="en-US" altLang="zh-CN" dirty="0">
                <a:solidFill>
                  <a:srgbClr val="FF0000"/>
                </a:solidFill>
                <a:ea typeface="宋体" panose="02010600030101010101" pitchFamily="2" charset="-122"/>
              </a:rPr>
              <a:t>CIDR </a:t>
            </a:r>
            <a:r>
              <a:rPr lang="zh-CN" altLang="en-US" dirty="0">
                <a:solidFill>
                  <a:srgbClr val="FF0000"/>
                </a:solidFill>
                <a:ea typeface="宋体" panose="02010600030101010101" pitchFamily="2" charset="-122"/>
              </a:rPr>
              <a:t>地址块中的地址数一定是 </a:t>
            </a:r>
            <a:r>
              <a:rPr lang="en-US" altLang="zh-CN" dirty="0">
                <a:solidFill>
                  <a:srgbClr val="FF0000"/>
                </a:solidFill>
                <a:ea typeface="宋体" panose="02010600030101010101" pitchFamily="2" charset="-122"/>
              </a:rPr>
              <a:t>2 </a:t>
            </a:r>
            <a:r>
              <a:rPr lang="zh-CN" altLang="en-US" dirty="0">
                <a:solidFill>
                  <a:srgbClr val="FF0000"/>
                </a:solidFill>
                <a:ea typeface="宋体" panose="02010600030101010101" pitchFamily="2" charset="-122"/>
              </a:rPr>
              <a:t>的整数次幂。</a:t>
            </a:r>
          </a:p>
          <a:p>
            <a:r>
              <a:rPr lang="zh-CN" altLang="en-US" dirty="0">
                <a:ea typeface="宋体" panose="02010600030101010101" pitchFamily="2" charset="-122"/>
              </a:rPr>
              <a:t>网络前缀越短，其地址块所包含的地址数就越多。</a:t>
            </a:r>
            <a:r>
              <a:rPr lang="zh-CN" altLang="en-US" dirty="0">
                <a:solidFill>
                  <a:srgbClr val="0000FF"/>
                </a:solidFill>
                <a:ea typeface="宋体" panose="02010600030101010101" pitchFamily="2" charset="-122"/>
              </a:rPr>
              <a:t>而在三级结构的</a:t>
            </a:r>
            <a:r>
              <a:rPr lang="en-US" altLang="zh-CN" dirty="0">
                <a:solidFill>
                  <a:srgbClr val="0000FF"/>
                </a:solidFill>
                <a:ea typeface="宋体" panose="02010600030101010101" pitchFamily="2" charset="-122"/>
              </a:rPr>
              <a:t>IP</a:t>
            </a:r>
            <a:r>
              <a:rPr lang="zh-CN" altLang="en-US" dirty="0">
                <a:solidFill>
                  <a:srgbClr val="0000FF"/>
                </a:solidFill>
                <a:ea typeface="宋体" panose="02010600030101010101" pitchFamily="2" charset="-122"/>
              </a:rPr>
              <a:t>地址中，划分子网是使网络前缀变长，地址空间变短。</a:t>
            </a:r>
            <a:endParaRPr lang="en-US" altLang="zh-CN" dirty="0">
              <a:solidFill>
                <a:srgbClr val="0000FF"/>
              </a:solidFill>
              <a:ea typeface="宋体" panose="02010600030101010101" pitchFamily="2" charset="-122"/>
            </a:endParaRPr>
          </a:p>
          <a:p>
            <a:r>
              <a:rPr lang="en-US" altLang="zh-CN" dirty="0">
                <a:ea typeface="宋体" panose="02010600030101010101" pitchFamily="2" charset="-122"/>
              </a:rPr>
              <a:t>CIDR</a:t>
            </a:r>
            <a:r>
              <a:rPr lang="zh-CN" altLang="zh-CN" dirty="0">
                <a:ea typeface="宋体" panose="02010600030101010101" pitchFamily="2" charset="-122"/>
              </a:rPr>
              <a:t>的一个好处是</a:t>
            </a:r>
            <a:r>
              <a:rPr lang="zh-CN" altLang="en-US" dirty="0">
                <a:ea typeface="宋体" panose="02010600030101010101" pitchFamily="2" charset="-122"/>
              </a:rPr>
              <a:t>：</a:t>
            </a:r>
            <a:r>
              <a:rPr lang="zh-CN" altLang="zh-CN" dirty="0">
                <a:ea typeface="宋体" panose="02010600030101010101" pitchFamily="2" charset="-122"/>
              </a:rPr>
              <a:t>可以更加有效地分配</a:t>
            </a:r>
            <a:r>
              <a:rPr lang="en-US" altLang="zh-CN" dirty="0">
                <a:ea typeface="宋体" panose="02010600030101010101" pitchFamily="2" charset="-122"/>
              </a:rPr>
              <a:t> IPv4 </a:t>
            </a:r>
            <a:r>
              <a:rPr lang="zh-CN" altLang="zh-CN" dirty="0">
                <a:ea typeface="宋体" panose="02010600030101010101" pitchFamily="2" charset="-122"/>
              </a:rPr>
              <a:t>的地址空间，可根据客户的需要分配适当大小的</a:t>
            </a:r>
            <a:r>
              <a:rPr lang="en-US" altLang="zh-CN" dirty="0">
                <a:ea typeface="宋体" panose="02010600030101010101" pitchFamily="2" charset="-122"/>
              </a:rPr>
              <a:t> CIDR </a:t>
            </a:r>
            <a:r>
              <a:rPr lang="zh-CN" altLang="zh-CN" dirty="0">
                <a:ea typeface="宋体" panose="02010600030101010101" pitchFamily="2" charset="-122"/>
              </a:rPr>
              <a:t>地址块。</a:t>
            </a:r>
            <a:r>
              <a:rPr lang="zh-CN" altLang="en-US" dirty="0">
                <a:ea typeface="宋体" panose="02010600030101010101" pitchFamily="2" charset="-122"/>
              </a:rPr>
              <a:t>  </a:t>
            </a:r>
          </a:p>
        </p:txBody>
      </p:sp>
    </p:spTree>
    <p:extLst>
      <p:ext uri="{BB962C8B-B14F-4D97-AF65-F5344CB8AC3E}">
        <p14:creationId xmlns:p14="http://schemas.microsoft.com/office/powerpoint/2010/main" val="25074111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294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3" name="Rectangle 2">
            <a:extLst>
              <a:ext uri="{FF2B5EF4-FFF2-40B4-BE49-F238E27FC236}">
                <a16:creationId xmlns:a16="http://schemas.microsoft.com/office/drawing/2014/main" id="{E6E6013B-E0E2-324A-B871-394FC8B5A683}"/>
              </a:ext>
            </a:extLst>
          </p:cNvPr>
          <p:cNvSpPr>
            <a:spLocks noGrp="1" noChangeArrowheads="1"/>
          </p:cNvSpPr>
          <p:nvPr>
            <p:ph type="title"/>
          </p:nvPr>
        </p:nvSpPr>
        <p:spPr>
          <a:xfrm>
            <a:off x="152400" y="298847"/>
            <a:ext cx="6954441" cy="617934"/>
          </a:xfrm>
        </p:spPr>
        <p:txBody>
          <a:bodyPr/>
          <a:lstStyle/>
          <a:p>
            <a:r>
              <a:rPr lang="zh-CN" altLang="en-US" sz="3000" dirty="0">
                <a:latin typeface="Arial Black" panose="020B0604020202020204" pitchFamily="34" charset="0"/>
                <a:ea typeface="宋体" panose="02010600030101010101" pitchFamily="2" charset="-122"/>
              </a:rPr>
              <a:t>无类域间路由实例</a:t>
            </a:r>
            <a:r>
              <a:rPr lang="en-US" altLang="zh-CN" sz="3000" dirty="0">
                <a:latin typeface="Arial Black" panose="020B0604020202020204" pitchFamily="34" charset="0"/>
                <a:ea typeface="宋体" panose="02010600030101010101" pitchFamily="2" charset="-122"/>
              </a:rPr>
              <a:t>1</a:t>
            </a:r>
          </a:p>
        </p:txBody>
      </p:sp>
      <p:sp>
        <p:nvSpPr>
          <p:cNvPr id="289794" name="Rectangle 3">
            <a:extLst>
              <a:ext uri="{FF2B5EF4-FFF2-40B4-BE49-F238E27FC236}">
                <a16:creationId xmlns:a16="http://schemas.microsoft.com/office/drawing/2014/main" id="{EBB9D6DA-92EE-8744-9DA4-F2B36E75604D}"/>
              </a:ext>
            </a:extLst>
          </p:cNvPr>
          <p:cNvSpPr>
            <a:spLocks noGrp="1" noChangeArrowheads="1"/>
          </p:cNvSpPr>
          <p:nvPr>
            <p:ph type="body" idx="1"/>
          </p:nvPr>
        </p:nvSpPr>
        <p:spPr>
          <a:xfrm>
            <a:off x="152399" y="975123"/>
            <a:ext cx="8714509" cy="4158853"/>
          </a:xfrm>
        </p:spPr>
        <p:txBody>
          <a:bodyPr/>
          <a:lstStyle/>
          <a:p>
            <a:r>
              <a:rPr lang="zh-CN" altLang="en-US" dirty="0">
                <a:latin typeface="Arial Black" panose="020B0604020202020204" pitchFamily="34" charset="0"/>
                <a:ea typeface="宋体" panose="02010600030101010101" pitchFamily="2" charset="-122"/>
              </a:rPr>
              <a:t>可用</a:t>
            </a:r>
            <a:r>
              <a:rPr lang="en-US" altLang="zh-CN" dirty="0">
                <a:latin typeface="Arial Black" panose="020B0604020202020204" pitchFamily="34" charset="0"/>
                <a:ea typeface="宋体" panose="02010600030101010101" pitchFamily="2" charset="-122"/>
              </a:rPr>
              <a:t>IP</a:t>
            </a:r>
            <a:r>
              <a:rPr lang="zh-CN" altLang="en-US" dirty="0">
                <a:latin typeface="Arial Black" panose="020B0604020202020204" pitchFamily="34" charset="0"/>
                <a:ea typeface="宋体" panose="02010600030101010101" pitchFamily="2" charset="-122"/>
              </a:rPr>
              <a:t>地址按可变大小块方式分配</a:t>
            </a:r>
          </a:p>
          <a:p>
            <a:pPr lvl="1"/>
            <a:r>
              <a:rPr lang="zh-CN" altLang="en-US" dirty="0">
                <a:latin typeface="Arial Black" panose="020B0604020202020204" pitchFamily="34" charset="0"/>
                <a:ea typeface="宋体" panose="02010600030101010101" pitchFamily="2" charset="-122"/>
              </a:rPr>
              <a:t>例：</a:t>
            </a:r>
            <a:r>
              <a:rPr lang="en-US" altLang="zh-CN" dirty="0">
                <a:latin typeface="Arial Black" panose="020B0604020202020204" pitchFamily="34" charset="0"/>
                <a:ea typeface="宋体" panose="02010600030101010101" pitchFamily="2" charset="-122"/>
              </a:rPr>
              <a:t>194.24.0.0/19</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8192</a:t>
            </a:r>
            <a:r>
              <a:rPr lang="zh-CN" altLang="en-US" dirty="0">
                <a:latin typeface="Arial Black" panose="020B0604020202020204" pitchFamily="34" charset="0"/>
                <a:ea typeface="宋体" panose="02010600030101010101" pitchFamily="2" charset="-122"/>
              </a:rPr>
              <a:t>个地址</a:t>
            </a:r>
            <a:endParaRPr lang="en-US" altLang="zh-CN" dirty="0">
              <a:latin typeface="Arial Black" panose="020B0604020202020204" pitchFamily="34" charset="0"/>
              <a:ea typeface="宋体" panose="02010600030101010101" pitchFamily="2" charset="-122"/>
            </a:endParaRPr>
          </a:p>
          <a:p>
            <a:pPr lvl="2"/>
            <a:r>
              <a:rPr lang="en-US" altLang="zh-CN" dirty="0">
                <a:latin typeface="Arial Black" panose="020B0604020202020204" pitchFamily="34" charset="0"/>
                <a:ea typeface="宋体" panose="02010600030101010101" pitchFamily="2" charset="-122"/>
              </a:rPr>
              <a:t>Cambridge: 	</a:t>
            </a:r>
            <a:r>
              <a:rPr lang="en-US" altLang="zh-CN" dirty="0">
                <a:solidFill>
                  <a:srgbClr val="C00000"/>
                </a:solidFill>
                <a:latin typeface="Arial Black" panose="020B0604020202020204" pitchFamily="34" charset="0"/>
                <a:ea typeface="宋体" panose="02010600030101010101" pitchFamily="2" charset="-122"/>
              </a:rPr>
              <a:t>2048</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/21</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255.255.248.0</a:t>
            </a:r>
          </a:p>
          <a:p>
            <a:pPr lvl="2"/>
            <a:r>
              <a:rPr lang="en-US" altLang="zh-CN" dirty="0">
                <a:latin typeface="Arial Black" panose="020B0604020202020204" pitchFamily="34" charset="0"/>
                <a:ea typeface="宋体" panose="02010600030101010101" pitchFamily="2" charset="-122"/>
              </a:rPr>
              <a:t>Oxford: 	</a:t>
            </a:r>
            <a:r>
              <a:rPr lang="en-US" altLang="zh-CN" dirty="0">
                <a:solidFill>
                  <a:srgbClr val="C00000"/>
                </a:solidFill>
                <a:latin typeface="Arial Black" panose="020B0604020202020204" pitchFamily="34" charset="0"/>
                <a:ea typeface="宋体" panose="02010600030101010101" pitchFamily="2" charset="-122"/>
              </a:rPr>
              <a:t>4096</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/20</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255.255.240.0</a:t>
            </a:r>
          </a:p>
          <a:p>
            <a:pPr lvl="2"/>
            <a:r>
              <a:rPr lang="en-US" altLang="zh-CN" dirty="0">
                <a:latin typeface="Arial Black" panose="020B0604020202020204" pitchFamily="34" charset="0"/>
                <a:ea typeface="宋体" panose="02010600030101010101" pitchFamily="2" charset="-122"/>
              </a:rPr>
              <a:t>Edinburgh: 	</a:t>
            </a:r>
            <a:r>
              <a:rPr lang="en-US" altLang="zh-CN" dirty="0">
                <a:solidFill>
                  <a:srgbClr val="C00000"/>
                </a:solidFill>
                <a:latin typeface="Arial Black" panose="020B0604020202020204" pitchFamily="34" charset="0"/>
                <a:ea typeface="宋体" panose="02010600030101010101" pitchFamily="2" charset="-122"/>
              </a:rPr>
              <a:t>1024</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/22</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255.255.252.0</a:t>
            </a:r>
          </a:p>
          <a:p>
            <a:pPr lvl="2"/>
            <a:r>
              <a:rPr lang="en-US" altLang="zh-CN" dirty="0">
                <a:latin typeface="Arial Black" panose="020B0604020202020204" pitchFamily="34" charset="0"/>
                <a:ea typeface="宋体" panose="02010600030101010101" pitchFamily="2" charset="-122"/>
              </a:rPr>
              <a:t>194.24.00000xxx.x/21</a:t>
            </a:r>
          </a:p>
          <a:p>
            <a:pPr lvl="2"/>
            <a:r>
              <a:rPr lang="en-US" altLang="zh-CN" dirty="0">
                <a:latin typeface="Arial Black" panose="020B0604020202020204" pitchFamily="34" charset="0"/>
                <a:ea typeface="宋体" panose="02010600030101010101" pitchFamily="2" charset="-122"/>
              </a:rPr>
              <a:t>194.24.00001000.0	194.24.00010xx.x/22</a:t>
            </a:r>
          </a:p>
          <a:p>
            <a:pPr lvl="2"/>
            <a:r>
              <a:rPr lang="en-US" altLang="zh-CN" dirty="0">
                <a:latin typeface="Arial Black" panose="020B0604020202020204" pitchFamily="34" charset="0"/>
                <a:ea typeface="宋体" panose="02010600030101010101" pitchFamily="2" charset="-122"/>
              </a:rPr>
              <a:t>194.24.0001xxxx.x/20</a:t>
            </a: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p:txBody>
      </p:sp>
      <p:pic>
        <p:nvPicPr>
          <p:cNvPr id="289795" name="Picture 4" descr="5-59">
            <a:extLst>
              <a:ext uri="{FF2B5EF4-FFF2-40B4-BE49-F238E27FC236}">
                <a16:creationId xmlns:a16="http://schemas.microsoft.com/office/drawing/2014/main" id="{447C19B0-7122-B44A-ACC6-092D0C2EB6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1662" y="3783807"/>
            <a:ext cx="5397104" cy="1241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796" name="Line 7">
            <a:extLst>
              <a:ext uri="{FF2B5EF4-FFF2-40B4-BE49-F238E27FC236}">
                <a16:creationId xmlns:a16="http://schemas.microsoft.com/office/drawing/2014/main" id="{A359D145-4452-9F49-9A6A-9AF3A1861BF3}"/>
              </a:ext>
            </a:extLst>
          </p:cNvPr>
          <p:cNvSpPr>
            <a:spLocks noChangeShapeType="1"/>
          </p:cNvSpPr>
          <p:nvPr/>
        </p:nvSpPr>
        <p:spPr bwMode="auto">
          <a:xfrm>
            <a:off x="2757153" y="270206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7" name="Line 7">
            <a:extLst>
              <a:ext uri="{FF2B5EF4-FFF2-40B4-BE49-F238E27FC236}">
                <a16:creationId xmlns:a16="http://schemas.microsoft.com/office/drawing/2014/main" id="{2C008D93-BED6-8040-ACF2-26E38DCBF71D}"/>
              </a:ext>
            </a:extLst>
          </p:cNvPr>
          <p:cNvSpPr>
            <a:spLocks noChangeShapeType="1"/>
          </p:cNvSpPr>
          <p:nvPr/>
        </p:nvSpPr>
        <p:spPr bwMode="auto">
          <a:xfrm>
            <a:off x="2613087" y="340518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8" name="Line 7">
            <a:extLst>
              <a:ext uri="{FF2B5EF4-FFF2-40B4-BE49-F238E27FC236}">
                <a16:creationId xmlns:a16="http://schemas.microsoft.com/office/drawing/2014/main" id="{7A194A6B-506B-9C4D-91D5-828BDFF3A984}"/>
              </a:ext>
            </a:extLst>
          </p:cNvPr>
          <p:cNvSpPr>
            <a:spLocks noChangeShapeType="1"/>
          </p:cNvSpPr>
          <p:nvPr/>
        </p:nvSpPr>
        <p:spPr bwMode="auto">
          <a:xfrm>
            <a:off x="5382049" y="302591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9" name="TextBox 1">
            <a:extLst>
              <a:ext uri="{FF2B5EF4-FFF2-40B4-BE49-F238E27FC236}">
                <a16:creationId xmlns:a16="http://schemas.microsoft.com/office/drawing/2014/main" id="{4C04D762-3787-0841-957F-A52C2EBF67A9}"/>
              </a:ext>
            </a:extLst>
          </p:cNvPr>
          <p:cNvSpPr txBox="1">
            <a:spLocks noChangeArrowheads="1"/>
          </p:cNvSpPr>
          <p:nvPr/>
        </p:nvSpPr>
        <p:spPr bwMode="auto">
          <a:xfrm>
            <a:off x="2679762" y="258657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0" name="TextBox 8">
            <a:extLst>
              <a:ext uri="{FF2B5EF4-FFF2-40B4-BE49-F238E27FC236}">
                <a16:creationId xmlns:a16="http://schemas.microsoft.com/office/drawing/2014/main" id="{8AA5A3C9-7791-A14F-93F4-4935F7746790}"/>
              </a:ext>
            </a:extLst>
          </p:cNvPr>
          <p:cNvSpPr txBox="1">
            <a:spLocks noChangeArrowheads="1"/>
          </p:cNvSpPr>
          <p:nvPr/>
        </p:nvSpPr>
        <p:spPr bwMode="auto">
          <a:xfrm>
            <a:off x="2517837" y="323546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
        <p:nvSpPr>
          <p:cNvPr id="289801" name="TextBox 9">
            <a:extLst>
              <a:ext uri="{FF2B5EF4-FFF2-40B4-BE49-F238E27FC236}">
                <a16:creationId xmlns:a16="http://schemas.microsoft.com/office/drawing/2014/main" id="{36456F73-0388-214E-9CB5-39354865DF12}"/>
              </a:ext>
            </a:extLst>
          </p:cNvPr>
          <p:cNvSpPr txBox="1">
            <a:spLocks noChangeArrowheads="1"/>
          </p:cNvSpPr>
          <p:nvPr/>
        </p:nvSpPr>
        <p:spPr bwMode="auto">
          <a:xfrm>
            <a:off x="5320568" y="2887805"/>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2" name="灯片编号占位符 1">
            <a:extLst>
              <a:ext uri="{FF2B5EF4-FFF2-40B4-BE49-F238E27FC236}">
                <a16:creationId xmlns:a16="http://schemas.microsoft.com/office/drawing/2014/main" id="{3CBF191A-CEB9-774D-BCCB-5D3CC742843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299CB0-4EF0-8546-BDD9-73A8CA8DB93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134</a:t>
            </a:fld>
            <a:endParaRPr lang="en-US" altLang="zh-CN" sz="1050">
              <a:solidFill>
                <a:schemeClr val="bg2"/>
              </a:solidFill>
              <a:latin typeface="Tahoma" panose="020B0604030504040204" pitchFamily="34" charset="0"/>
              <a:ea typeface="宋体" panose="02010600030101010101" pitchFamily="2" charset="-122"/>
            </a:endParaRPr>
          </a:p>
        </p:txBody>
      </p:sp>
      <p:sp>
        <p:nvSpPr>
          <p:cNvPr id="289803" name="TextBox 1">
            <a:extLst>
              <a:ext uri="{FF2B5EF4-FFF2-40B4-BE49-F238E27FC236}">
                <a16:creationId xmlns:a16="http://schemas.microsoft.com/office/drawing/2014/main" id="{24CB7118-42C4-9446-9104-7CAB8260E5DD}"/>
              </a:ext>
            </a:extLst>
          </p:cNvPr>
          <p:cNvSpPr txBox="1">
            <a:spLocks noChangeArrowheads="1"/>
          </p:cNvSpPr>
          <p:nvPr/>
        </p:nvSpPr>
        <p:spPr bwMode="auto">
          <a:xfrm>
            <a:off x="1547812" y="4023122"/>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4" name="TextBox 9">
            <a:extLst>
              <a:ext uri="{FF2B5EF4-FFF2-40B4-BE49-F238E27FC236}">
                <a16:creationId xmlns:a16="http://schemas.microsoft.com/office/drawing/2014/main" id="{57BBE67C-CFCF-B546-884A-6AC71D0C2160}"/>
              </a:ext>
            </a:extLst>
          </p:cNvPr>
          <p:cNvSpPr txBox="1">
            <a:spLocks noChangeArrowheads="1"/>
          </p:cNvSpPr>
          <p:nvPr/>
        </p:nvSpPr>
        <p:spPr bwMode="auto">
          <a:xfrm>
            <a:off x="1547812" y="4293394"/>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5" name="TextBox 8">
            <a:extLst>
              <a:ext uri="{FF2B5EF4-FFF2-40B4-BE49-F238E27FC236}">
                <a16:creationId xmlns:a16="http://schemas.microsoft.com/office/drawing/2014/main" id="{CD2E4FD7-F3EF-3A40-90ED-9186D0134A05}"/>
              </a:ext>
            </a:extLst>
          </p:cNvPr>
          <p:cNvSpPr txBox="1">
            <a:spLocks noChangeArrowheads="1"/>
          </p:cNvSpPr>
          <p:nvPr/>
        </p:nvSpPr>
        <p:spPr bwMode="auto">
          <a:xfrm>
            <a:off x="1547812" y="4780360"/>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Tree>
    <p:extLst>
      <p:ext uri="{BB962C8B-B14F-4D97-AF65-F5344CB8AC3E}">
        <p14:creationId xmlns:p14="http://schemas.microsoft.com/office/powerpoint/2010/main" val="3114270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3">
            <a:extLst>
              <a:ext uri="{FF2B5EF4-FFF2-40B4-BE49-F238E27FC236}">
                <a16:creationId xmlns:a16="http://schemas.microsoft.com/office/drawing/2014/main" id="{8F3832DD-644F-BC4D-AB70-7B3C674599FD}"/>
              </a:ext>
            </a:extLst>
          </p:cNvPr>
          <p:cNvSpPr>
            <a:spLocks noGrp="1" noChangeArrowheads="1"/>
          </p:cNvSpPr>
          <p:nvPr>
            <p:ph idx="1"/>
          </p:nvPr>
        </p:nvSpPr>
        <p:spPr>
          <a:xfrm>
            <a:off x="164382" y="1007740"/>
            <a:ext cx="8804953" cy="3708326"/>
          </a:xfrm>
        </p:spPr>
        <p:txBody>
          <a:bodyPr/>
          <a:lstStyle/>
          <a:p>
            <a:r>
              <a:rPr lang="zh-CN" altLang="en-US">
                <a:latin typeface="Arial Black" panose="020B0604020202020204" pitchFamily="34" charset="0"/>
                <a:ea typeface="宋体" panose="02010600030101010101" pitchFamily="2" charset="-122"/>
              </a:rPr>
              <a:t>例：</a:t>
            </a:r>
            <a:r>
              <a:rPr lang="en-US" altLang="zh-CN">
                <a:latin typeface="Arial Black" panose="020B0604020202020204" pitchFamily="34" charset="0"/>
                <a:ea typeface="宋体" panose="02010600030101010101" pitchFamily="2" charset="-122"/>
              </a:rPr>
              <a:t>194.24.0.0 ~ 194.24.31.255/19</a:t>
            </a:r>
          </a:p>
        </p:txBody>
      </p:sp>
      <p:sp>
        <p:nvSpPr>
          <p:cNvPr id="291882" name="灯片编号占位符 1">
            <a:extLst>
              <a:ext uri="{FF2B5EF4-FFF2-40B4-BE49-F238E27FC236}">
                <a16:creationId xmlns:a16="http://schemas.microsoft.com/office/drawing/2014/main" id="{5015AD16-AFEC-BD44-AED2-EAB0A89A56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D0FFC72-B909-D44F-B1F0-8EBF4DE6A79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135</a:t>
            </a:fld>
            <a:endParaRPr lang="en-US" altLang="zh-CN" sz="1050">
              <a:solidFill>
                <a:schemeClr val="bg2"/>
              </a:solidFill>
              <a:latin typeface="Tahoma" panose="020B0604030504040204" pitchFamily="34" charset="0"/>
              <a:ea typeface="宋体" panose="02010600030101010101" pitchFamily="2" charset="-122"/>
            </a:endParaRPr>
          </a:p>
        </p:txBody>
      </p:sp>
      <p:sp>
        <p:nvSpPr>
          <p:cNvPr id="291841" name="Rectangle 2">
            <a:extLst>
              <a:ext uri="{FF2B5EF4-FFF2-40B4-BE49-F238E27FC236}">
                <a16:creationId xmlns:a16="http://schemas.microsoft.com/office/drawing/2014/main" id="{BF095A5A-CB4E-8549-BF4B-84F53215BBED}"/>
              </a:ext>
            </a:extLst>
          </p:cNvPr>
          <p:cNvSpPr>
            <a:spLocks noGrp="1" noChangeArrowheads="1"/>
          </p:cNvSpPr>
          <p:nvPr>
            <p:ph type="title"/>
          </p:nvPr>
        </p:nvSpPr>
        <p:spPr/>
        <p:txBody>
          <a:bodyPr/>
          <a:lstStyle/>
          <a:p>
            <a:r>
              <a:rPr lang="zh-CN" altLang="en-US" sz="3000">
                <a:latin typeface="Arial Black" panose="020B0604020202020204" pitchFamily="34" charset="0"/>
                <a:ea typeface="宋体" panose="02010600030101010101" pitchFamily="2" charset="-122"/>
              </a:rPr>
              <a:t>无类域间路由实例</a:t>
            </a:r>
            <a:r>
              <a:rPr lang="en-US" altLang="zh-CN" sz="3000">
                <a:latin typeface="Arial Black" panose="020B0604020202020204" pitchFamily="34" charset="0"/>
                <a:ea typeface="宋体" panose="02010600030101010101" pitchFamily="2" charset="-122"/>
              </a:rPr>
              <a:t>2</a:t>
            </a:r>
          </a:p>
        </p:txBody>
      </p:sp>
      <p:graphicFrame>
        <p:nvGraphicFramePr>
          <p:cNvPr id="3" name="表格 2">
            <a:extLst>
              <a:ext uri="{FF2B5EF4-FFF2-40B4-BE49-F238E27FC236}">
                <a16:creationId xmlns:a16="http://schemas.microsoft.com/office/drawing/2014/main" id="{5A88DC88-0D4E-424F-9728-30C2356D6309}"/>
              </a:ext>
            </a:extLst>
          </p:cNvPr>
          <p:cNvGraphicFramePr>
            <a:graphicFrameLocks noGrp="1"/>
          </p:cNvGraphicFramePr>
          <p:nvPr>
            <p:extLst>
              <p:ext uri="{D42A27DB-BD31-4B8C-83A1-F6EECF244321}">
                <p14:modId xmlns:p14="http://schemas.microsoft.com/office/powerpoint/2010/main" val="560367098"/>
              </p:ext>
            </p:extLst>
          </p:nvPr>
        </p:nvGraphicFramePr>
        <p:xfrm>
          <a:off x="1462411" y="1491854"/>
          <a:ext cx="6642496" cy="1485589"/>
        </p:xfrm>
        <a:graphic>
          <a:graphicData uri="http://schemas.openxmlformats.org/drawingml/2006/table">
            <a:tbl>
              <a:tblPr/>
              <a:tblGrid>
                <a:gridCol w="1567719">
                  <a:extLst>
                    <a:ext uri="{9D8B030D-6E8A-4147-A177-3AD203B41FA5}">
                      <a16:colId xmlns:a16="http://schemas.microsoft.com/office/drawing/2014/main" val="1207217102"/>
                    </a:ext>
                  </a:extLst>
                </a:gridCol>
                <a:gridCol w="1691592">
                  <a:extLst>
                    <a:ext uri="{9D8B030D-6E8A-4147-A177-3AD203B41FA5}">
                      <a16:colId xmlns:a16="http://schemas.microsoft.com/office/drawing/2014/main" val="2673925237"/>
                    </a:ext>
                  </a:extLst>
                </a:gridCol>
                <a:gridCol w="1678273">
                  <a:extLst>
                    <a:ext uri="{9D8B030D-6E8A-4147-A177-3AD203B41FA5}">
                      <a16:colId xmlns:a16="http://schemas.microsoft.com/office/drawing/2014/main" val="4191613497"/>
                    </a:ext>
                  </a:extLst>
                </a:gridCol>
                <a:gridCol w="1704912">
                  <a:extLst>
                    <a:ext uri="{9D8B030D-6E8A-4147-A177-3AD203B41FA5}">
                      <a16:colId xmlns:a16="http://schemas.microsoft.com/office/drawing/2014/main" val="840399765"/>
                    </a:ext>
                  </a:extLst>
                </a:gridCol>
              </a:tblGrid>
              <a:tr h="335030">
                <a:tc row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194.24.0.0/19</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194.24.0.0/21</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3098123566"/>
                  </a:ext>
                </a:extLst>
              </a:tr>
              <a:tr h="243538">
                <a:tc vMerge="1">
                  <a:txBody>
                    <a:bodyPr/>
                    <a:lstStyle/>
                    <a:p>
                      <a:endParaRPr lang="zh-CN" altLang="en-US"/>
                    </a:p>
                  </a:txBody>
                  <a:tcPr/>
                </a:tc>
                <a:tc vMerge="1">
                  <a:txBody>
                    <a:bodyPr/>
                    <a:lstStyle/>
                    <a:p>
                      <a:endParaRPr lang="zh-CN" altLang="en-US"/>
                    </a:p>
                  </a:txBody>
                  <a:tcPr/>
                </a:tc>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194.24.8.0/22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2915357010"/>
                  </a:ext>
                </a:extLst>
              </a:tr>
              <a:tr h="24353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194.24.12.0/22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7217321"/>
                  </a:ext>
                </a:extLst>
              </a:tr>
              <a:tr h="586695">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194.24.16.0/20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077607628"/>
                  </a:ext>
                </a:extLst>
              </a:tr>
            </a:tbl>
          </a:graphicData>
        </a:graphic>
      </p:graphicFrame>
      <p:grpSp>
        <p:nvGrpSpPr>
          <p:cNvPr id="291864" name="Group 458">
            <a:extLst>
              <a:ext uri="{FF2B5EF4-FFF2-40B4-BE49-F238E27FC236}">
                <a16:creationId xmlns:a16="http://schemas.microsoft.com/office/drawing/2014/main" id="{F199018D-FAA0-B14B-8853-EE1B61EDA7A3}"/>
              </a:ext>
            </a:extLst>
          </p:cNvPr>
          <p:cNvGrpSpPr>
            <a:grpSpLocks/>
          </p:cNvGrpSpPr>
          <p:nvPr/>
        </p:nvGrpSpPr>
        <p:grpSpPr bwMode="auto">
          <a:xfrm>
            <a:off x="4614863" y="3971926"/>
            <a:ext cx="570310" cy="345281"/>
            <a:chOff x="1156" y="2092"/>
            <a:chExt cx="817" cy="567"/>
          </a:xfrm>
        </p:grpSpPr>
        <p:sp>
          <p:nvSpPr>
            <p:cNvPr id="17" name="AutoShape 459">
              <a:extLst>
                <a:ext uri="{FF2B5EF4-FFF2-40B4-BE49-F238E27FC236}">
                  <a16:creationId xmlns:a16="http://schemas.microsoft.com/office/drawing/2014/main" id="{2F1F43D5-DAB9-D441-A7E8-3B337F8B6942}"/>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95" name="Group 460">
              <a:extLst>
                <a:ext uri="{FF2B5EF4-FFF2-40B4-BE49-F238E27FC236}">
                  <a16:creationId xmlns:a16="http://schemas.microsoft.com/office/drawing/2014/main" id="{8173F210-14A2-F547-AA05-144393A3F413}"/>
                </a:ext>
              </a:extLst>
            </p:cNvPr>
            <p:cNvGrpSpPr>
              <a:grpSpLocks/>
            </p:cNvGrpSpPr>
            <p:nvPr/>
          </p:nvGrpSpPr>
          <p:grpSpPr bwMode="auto">
            <a:xfrm>
              <a:off x="1338" y="2138"/>
              <a:ext cx="446" cy="181"/>
              <a:chOff x="1383" y="2115"/>
              <a:chExt cx="386" cy="240"/>
            </a:xfrm>
          </p:grpSpPr>
          <p:sp>
            <p:nvSpPr>
              <p:cNvPr id="291897" name="Freeform 461">
                <a:extLst>
                  <a:ext uri="{FF2B5EF4-FFF2-40B4-BE49-F238E27FC236}">
                    <a16:creationId xmlns:a16="http://schemas.microsoft.com/office/drawing/2014/main" id="{80B3A462-79DD-4E48-829B-D5102C53241C}"/>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8" name="Freeform 462">
                <a:extLst>
                  <a:ext uri="{FF2B5EF4-FFF2-40B4-BE49-F238E27FC236}">
                    <a16:creationId xmlns:a16="http://schemas.microsoft.com/office/drawing/2014/main" id="{AA092BB1-BCE7-A142-8F2B-3E29826563FA}"/>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9" name="Freeform 463">
                <a:extLst>
                  <a:ext uri="{FF2B5EF4-FFF2-40B4-BE49-F238E27FC236}">
                    <a16:creationId xmlns:a16="http://schemas.microsoft.com/office/drawing/2014/main" id="{2F0A2EEF-1937-364E-B2A3-8CA2050522A1}"/>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0" name="Freeform 464">
                <a:extLst>
                  <a:ext uri="{FF2B5EF4-FFF2-40B4-BE49-F238E27FC236}">
                    <a16:creationId xmlns:a16="http://schemas.microsoft.com/office/drawing/2014/main" id="{7BEB407F-106B-2B40-83B3-ECE554F473EB}"/>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1" name="Freeform 465">
                <a:extLst>
                  <a:ext uri="{FF2B5EF4-FFF2-40B4-BE49-F238E27FC236}">
                    <a16:creationId xmlns:a16="http://schemas.microsoft.com/office/drawing/2014/main" id="{2E6B4E61-6F5F-5F45-8631-2956751277E5}"/>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2" name="Freeform 466">
                <a:extLst>
                  <a:ext uri="{FF2B5EF4-FFF2-40B4-BE49-F238E27FC236}">
                    <a16:creationId xmlns:a16="http://schemas.microsoft.com/office/drawing/2014/main" id="{B921E6B5-E31C-784E-89CC-9965C8EED160}"/>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3" name="Freeform 467">
                <a:extLst>
                  <a:ext uri="{FF2B5EF4-FFF2-40B4-BE49-F238E27FC236}">
                    <a16:creationId xmlns:a16="http://schemas.microsoft.com/office/drawing/2014/main" id="{94DE55B2-40A7-5A4F-A51C-EB0850D4C2E4}"/>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4" name="Freeform 468">
                <a:extLst>
                  <a:ext uri="{FF2B5EF4-FFF2-40B4-BE49-F238E27FC236}">
                    <a16:creationId xmlns:a16="http://schemas.microsoft.com/office/drawing/2014/main" id="{ED432E2C-C7E3-D54B-A68D-7FDFEB89BC11}"/>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96" name="WordArt 469">
              <a:extLst>
                <a:ext uri="{FF2B5EF4-FFF2-40B4-BE49-F238E27FC236}">
                  <a16:creationId xmlns:a16="http://schemas.microsoft.com/office/drawing/2014/main" id="{09A26EAD-2077-5A49-A7D9-A4334396FCC7}"/>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grpSp>
        <p:nvGrpSpPr>
          <p:cNvPr id="227350" name="Group 458">
            <a:extLst>
              <a:ext uri="{FF2B5EF4-FFF2-40B4-BE49-F238E27FC236}">
                <a16:creationId xmlns:a16="http://schemas.microsoft.com/office/drawing/2014/main" id="{95AA2E30-200F-014A-B0C7-CC5069EEC78E}"/>
              </a:ext>
            </a:extLst>
          </p:cNvPr>
          <p:cNvGrpSpPr>
            <a:grpSpLocks/>
          </p:cNvGrpSpPr>
          <p:nvPr/>
        </p:nvGrpSpPr>
        <p:grpSpPr bwMode="auto">
          <a:xfrm>
            <a:off x="2087166" y="3963592"/>
            <a:ext cx="570309" cy="345281"/>
            <a:chOff x="1156" y="2092"/>
            <a:chExt cx="817" cy="567"/>
          </a:xfrm>
        </p:grpSpPr>
        <p:sp>
          <p:nvSpPr>
            <p:cNvPr id="65" name="AutoShape 459">
              <a:extLst>
                <a:ext uri="{FF2B5EF4-FFF2-40B4-BE49-F238E27FC236}">
                  <a16:creationId xmlns:a16="http://schemas.microsoft.com/office/drawing/2014/main" id="{21DA373B-8A14-9B4B-8601-9FE43345B606}"/>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84" name="Group 460">
              <a:extLst>
                <a:ext uri="{FF2B5EF4-FFF2-40B4-BE49-F238E27FC236}">
                  <a16:creationId xmlns:a16="http://schemas.microsoft.com/office/drawing/2014/main" id="{8362A678-DDAA-1D49-8C22-B4101467246B}"/>
                </a:ext>
              </a:extLst>
            </p:cNvPr>
            <p:cNvGrpSpPr>
              <a:grpSpLocks/>
            </p:cNvGrpSpPr>
            <p:nvPr/>
          </p:nvGrpSpPr>
          <p:grpSpPr bwMode="auto">
            <a:xfrm>
              <a:off x="1338" y="2138"/>
              <a:ext cx="446" cy="181"/>
              <a:chOff x="1383" y="2115"/>
              <a:chExt cx="386" cy="240"/>
            </a:xfrm>
          </p:grpSpPr>
          <p:sp>
            <p:nvSpPr>
              <p:cNvPr id="291886" name="Freeform 461">
                <a:extLst>
                  <a:ext uri="{FF2B5EF4-FFF2-40B4-BE49-F238E27FC236}">
                    <a16:creationId xmlns:a16="http://schemas.microsoft.com/office/drawing/2014/main" id="{DE7D9440-CD7F-054A-83EC-47605E64E9D9}"/>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7" name="Freeform 462">
                <a:extLst>
                  <a:ext uri="{FF2B5EF4-FFF2-40B4-BE49-F238E27FC236}">
                    <a16:creationId xmlns:a16="http://schemas.microsoft.com/office/drawing/2014/main" id="{B07D427A-071B-2542-A331-DE28AF79DC76}"/>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8" name="Freeform 463">
                <a:extLst>
                  <a:ext uri="{FF2B5EF4-FFF2-40B4-BE49-F238E27FC236}">
                    <a16:creationId xmlns:a16="http://schemas.microsoft.com/office/drawing/2014/main" id="{8B986624-8851-704E-9AEE-86D5C661C682}"/>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9" name="Freeform 464">
                <a:extLst>
                  <a:ext uri="{FF2B5EF4-FFF2-40B4-BE49-F238E27FC236}">
                    <a16:creationId xmlns:a16="http://schemas.microsoft.com/office/drawing/2014/main" id="{950ED029-3155-204A-B18C-08B505BDC596}"/>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0" name="Freeform 465">
                <a:extLst>
                  <a:ext uri="{FF2B5EF4-FFF2-40B4-BE49-F238E27FC236}">
                    <a16:creationId xmlns:a16="http://schemas.microsoft.com/office/drawing/2014/main" id="{23D649A0-E388-ED46-BC7A-9B35B9A6A170}"/>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1" name="Freeform 466">
                <a:extLst>
                  <a:ext uri="{FF2B5EF4-FFF2-40B4-BE49-F238E27FC236}">
                    <a16:creationId xmlns:a16="http://schemas.microsoft.com/office/drawing/2014/main" id="{8808ED30-50B3-D642-A321-B5309D354BB9}"/>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2" name="Freeform 467">
                <a:extLst>
                  <a:ext uri="{FF2B5EF4-FFF2-40B4-BE49-F238E27FC236}">
                    <a16:creationId xmlns:a16="http://schemas.microsoft.com/office/drawing/2014/main" id="{87AD69C3-ED60-4546-A650-C2A97B4F3F13}"/>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3" name="Freeform 468">
                <a:extLst>
                  <a:ext uri="{FF2B5EF4-FFF2-40B4-BE49-F238E27FC236}">
                    <a16:creationId xmlns:a16="http://schemas.microsoft.com/office/drawing/2014/main" id="{4596C4EF-810E-CF44-8EBF-D7CEFE1406C2}"/>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85" name="WordArt 469">
              <a:extLst>
                <a:ext uri="{FF2B5EF4-FFF2-40B4-BE49-F238E27FC236}">
                  <a16:creationId xmlns:a16="http://schemas.microsoft.com/office/drawing/2014/main" id="{32C75E31-AFF6-8D4B-8BC1-1B8029B93B2D}"/>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sp>
        <p:nvSpPr>
          <p:cNvPr id="4" name="椭圆 3">
            <a:extLst>
              <a:ext uri="{FF2B5EF4-FFF2-40B4-BE49-F238E27FC236}">
                <a16:creationId xmlns:a16="http://schemas.microsoft.com/office/drawing/2014/main" id="{E15265B4-16E0-6E45-957B-CDD314AD03C2}"/>
              </a:ext>
            </a:extLst>
          </p:cNvPr>
          <p:cNvSpPr/>
          <p:nvPr/>
        </p:nvSpPr>
        <p:spPr>
          <a:xfrm>
            <a:off x="6754416" y="3112294"/>
            <a:ext cx="828675"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剑桥</a:t>
            </a:r>
          </a:p>
        </p:txBody>
      </p:sp>
      <p:sp>
        <p:nvSpPr>
          <p:cNvPr id="77" name="椭圆 76">
            <a:extLst>
              <a:ext uri="{FF2B5EF4-FFF2-40B4-BE49-F238E27FC236}">
                <a16:creationId xmlns:a16="http://schemas.microsoft.com/office/drawing/2014/main" id="{ABDCB590-1B8D-A54F-8E41-17CB05150C6B}"/>
              </a:ext>
            </a:extLst>
          </p:cNvPr>
          <p:cNvSpPr/>
          <p:nvPr/>
        </p:nvSpPr>
        <p:spPr>
          <a:xfrm>
            <a:off x="6768704" y="3975497"/>
            <a:ext cx="827484"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牛津</a:t>
            </a:r>
          </a:p>
        </p:txBody>
      </p:sp>
      <p:sp>
        <p:nvSpPr>
          <p:cNvPr id="78" name="椭圆 77">
            <a:extLst>
              <a:ext uri="{FF2B5EF4-FFF2-40B4-BE49-F238E27FC236}">
                <a16:creationId xmlns:a16="http://schemas.microsoft.com/office/drawing/2014/main" id="{17FB4DF1-0A01-D448-9E08-F11C54CD7723}"/>
              </a:ext>
            </a:extLst>
          </p:cNvPr>
          <p:cNvSpPr/>
          <p:nvPr/>
        </p:nvSpPr>
        <p:spPr>
          <a:xfrm>
            <a:off x="6768703" y="4786313"/>
            <a:ext cx="814388"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Black" panose="020B0604020202020204" pitchFamily="34" charset="0"/>
                <a:ea typeface="宋体" panose="02010600030101010101" pitchFamily="2" charset="-122"/>
              </a:rPr>
              <a:t>爱丁堡</a:t>
            </a:r>
          </a:p>
        </p:txBody>
      </p:sp>
      <p:cxnSp>
        <p:nvCxnSpPr>
          <p:cNvPr id="6" name="直接箭头连接符 5">
            <a:extLst>
              <a:ext uri="{FF2B5EF4-FFF2-40B4-BE49-F238E27FC236}">
                <a16:creationId xmlns:a16="http://schemas.microsoft.com/office/drawing/2014/main" id="{491357FD-E1DC-2049-9FC0-1A1434E42F65}"/>
              </a:ext>
            </a:extLst>
          </p:cNvPr>
          <p:cNvCxnSpPr>
            <a:stCxn id="65" idx="4"/>
            <a:endCxn id="17" idx="2"/>
          </p:cNvCxnSpPr>
          <p:nvPr/>
        </p:nvCxnSpPr>
        <p:spPr>
          <a:xfrm>
            <a:off x="2657475" y="4136232"/>
            <a:ext cx="1957388" cy="8335"/>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03B13381-3EC4-E544-B0BA-F483246B4DC1}"/>
              </a:ext>
            </a:extLst>
          </p:cNvPr>
          <p:cNvCxnSpPr>
            <a:stCxn id="17" idx="1"/>
            <a:endCxn id="4" idx="2"/>
          </p:cNvCxnSpPr>
          <p:nvPr/>
        </p:nvCxnSpPr>
        <p:spPr>
          <a:xfrm flipV="1">
            <a:off x="4899423" y="3274219"/>
            <a:ext cx="1854994" cy="697706"/>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E66848F3-5AC2-D94C-85F6-DFAA76A09DCA}"/>
              </a:ext>
            </a:extLst>
          </p:cNvPr>
          <p:cNvCxnSpPr>
            <a:stCxn id="17" idx="4"/>
            <a:endCxn id="77" idx="2"/>
          </p:cNvCxnSpPr>
          <p:nvPr/>
        </p:nvCxnSpPr>
        <p:spPr>
          <a:xfrm flipV="1">
            <a:off x="5185173" y="4137423"/>
            <a:ext cx="1583531" cy="7144"/>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78F6B2FD-F4B2-DD43-B24E-2C88075AF13E}"/>
              </a:ext>
            </a:extLst>
          </p:cNvPr>
          <p:cNvCxnSpPr>
            <a:stCxn id="17" idx="3"/>
            <a:endCxn id="78" idx="2"/>
          </p:cNvCxnSpPr>
          <p:nvPr/>
        </p:nvCxnSpPr>
        <p:spPr>
          <a:xfrm>
            <a:off x="4899423" y="4317207"/>
            <a:ext cx="1869281" cy="631031"/>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sp>
        <p:nvSpPr>
          <p:cNvPr id="291873" name="TextBox 644223">
            <a:extLst>
              <a:ext uri="{FF2B5EF4-FFF2-40B4-BE49-F238E27FC236}">
                <a16:creationId xmlns:a16="http://schemas.microsoft.com/office/drawing/2014/main" id="{E6F9CCFF-3830-BF4B-8114-1A9A7F7CA3DF}"/>
              </a:ext>
            </a:extLst>
          </p:cNvPr>
          <p:cNvSpPr txBox="1">
            <a:spLocks noChangeArrowheads="1"/>
          </p:cNvSpPr>
          <p:nvPr/>
        </p:nvSpPr>
        <p:spPr bwMode="auto">
          <a:xfrm>
            <a:off x="4630342" y="3543300"/>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伦敦</a:t>
            </a:r>
          </a:p>
        </p:txBody>
      </p:sp>
      <p:sp>
        <p:nvSpPr>
          <p:cNvPr id="291874" name="TextBox 89">
            <a:extLst>
              <a:ext uri="{FF2B5EF4-FFF2-40B4-BE49-F238E27FC236}">
                <a16:creationId xmlns:a16="http://schemas.microsoft.com/office/drawing/2014/main" id="{BA810C44-A9F3-5342-BB87-D762E9D304F0}"/>
              </a:ext>
            </a:extLst>
          </p:cNvPr>
          <p:cNvSpPr txBox="1">
            <a:spLocks noChangeArrowheads="1"/>
          </p:cNvSpPr>
          <p:nvPr/>
        </p:nvSpPr>
        <p:spPr bwMode="auto">
          <a:xfrm>
            <a:off x="2116932" y="3590925"/>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纽约</a:t>
            </a:r>
          </a:p>
        </p:txBody>
      </p:sp>
      <p:sp>
        <p:nvSpPr>
          <p:cNvPr id="227360" name="TextBox 644225">
            <a:extLst>
              <a:ext uri="{FF2B5EF4-FFF2-40B4-BE49-F238E27FC236}">
                <a16:creationId xmlns:a16="http://schemas.microsoft.com/office/drawing/2014/main" id="{40AE386D-B1F0-D342-BD06-11B048BD6309}"/>
              </a:ext>
            </a:extLst>
          </p:cNvPr>
          <p:cNvSpPr txBox="1">
            <a:spLocks noChangeArrowheads="1"/>
          </p:cNvSpPr>
          <p:nvPr/>
        </p:nvSpPr>
        <p:spPr bwMode="auto">
          <a:xfrm>
            <a:off x="3091623" y="4177903"/>
            <a:ext cx="11641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194.24.0.0/19</a:t>
            </a:r>
          </a:p>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a:t>
            </a:r>
            <a:r>
              <a:rPr lang="zh-CN" altLang="en-US" sz="1050">
                <a:solidFill>
                  <a:schemeClr val="tx1"/>
                </a:solidFill>
                <a:latin typeface="Arial Black" panose="020B0604020202020204" pitchFamily="34" charset="0"/>
                <a:ea typeface="宋体" panose="02010600030101010101" pitchFamily="2" charset="-122"/>
              </a:rPr>
              <a:t>个</a:t>
            </a:r>
            <a:r>
              <a:rPr lang="zh-CN" altLang="en-US" sz="1050">
                <a:solidFill>
                  <a:srgbClr val="FF0000"/>
                </a:solidFill>
                <a:latin typeface="Arial Black" panose="020B0604020202020204" pitchFamily="34" charset="0"/>
                <a:ea typeface="宋体" panose="02010600030101010101" pitchFamily="2" charset="-122"/>
              </a:rPr>
              <a:t>聚合前缀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291876" name="TextBox 104">
            <a:extLst>
              <a:ext uri="{FF2B5EF4-FFF2-40B4-BE49-F238E27FC236}">
                <a16:creationId xmlns:a16="http://schemas.microsoft.com/office/drawing/2014/main" id="{D925C9AB-A6EA-AD4B-A039-9C128C3017E1}"/>
              </a:ext>
            </a:extLst>
          </p:cNvPr>
          <p:cNvSpPr txBox="1">
            <a:spLocks noChangeArrowheads="1"/>
          </p:cNvSpPr>
          <p:nvPr/>
        </p:nvSpPr>
        <p:spPr bwMode="auto">
          <a:xfrm>
            <a:off x="6183676" y="3436144"/>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194.24.0.0/21</a:t>
            </a:r>
          </a:p>
        </p:txBody>
      </p:sp>
      <p:sp>
        <p:nvSpPr>
          <p:cNvPr id="291877" name="TextBox 105">
            <a:extLst>
              <a:ext uri="{FF2B5EF4-FFF2-40B4-BE49-F238E27FC236}">
                <a16:creationId xmlns:a16="http://schemas.microsoft.com/office/drawing/2014/main" id="{9C55D10E-E279-A747-8833-9E972D1BF1EB}"/>
              </a:ext>
            </a:extLst>
          </p:cNvPr>
          <p:cNvSpPr txBox="1">
            <a:spLocks noChangeArrowheads="1"/>
          </p:cNvSpPr>
          <p:nvPr/>
        </p:nvSpPr>
        <p:spPr bwMode="auto">
          <a:xfrm>
            <a:off x="5661351" y="4176713"/>
            <a:ext cx="1253869"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194.24.16.0/20</a:t>
            </a:r>
          </a:p>
        </p:txBody>
      </p:sp>
      <p:sp>
        <p:nvSpPr>
          <p:cNvPr id="291878" name="TextBox 106">
            <a:extLst>
              <a:ext uri="{FF2B5EF4-FFF2-40B4-BE49-F238E27FC236}">
                <a16:creationId xmlns:a16="http://schemas.microsoft.com/office/drawing/2014/main" id="{E3DF2120-B9FF-A143-9064-99EB7434746B}"/>
              </a:ext>
            </a:extLst>
          </p:cNvPr>
          <p:cNvSpPr txBox="1">
            <a:spLocks noChangeArrowheads="1"/>
          </p:cNvSpPr>
          <p:nvPr/>
        </p:nvSpPr>
        <p:spPr bwMode="auto">
          <a:xfrm>
            <a:off x="5576458" y="4879181"/>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194.24.8.0/22</a:t>
            </a:r>
          </a:p>
        </p:txBody>
      </p:sp>
      <p:sp>
        <p:nvSpPr>
          <p:cNvPr id="291879" name="TextBox 107">
            <a:extLst>
              <a:ext uri="{FF2B5EF4-FFF2-40B4-BE49-F238E27FC236}">
                <a16:creationId xmlns:a16="http://schemas.microsoft.com/office/drawing/2014/main" id="{EA52E551-078E-A846-B15C-EDD6845926CB}"/>
              </a:ext>
            </a:extLst>
          </p:cNvPr>
          <p:cNvSpPr txBox="1">
            <a:spLocks noChangeArrowheads="1"/>
          </p:cNvSpPr>
          <p:nvPr/>
        </p:nvSpPr>
        <p:spPr bwMode="auto">
          <a:xfrm>
            <a:off x="4566859" y="4407694"/>
            <a:ext cx="784190"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(3</a:t>
            </a:r>
            <a:r>
              <a:rPr lang="zh-CN" altLang="en-US" sz="1050">
                <a:solidFill>
                  <a:schemeClr val="tx1"/>
                </a:solidFill>
                <a:latin typeface="Arial Black" panose="020B0604020202020204" pitchFamily="34" charset="0"/>
                <a:ea typeface="宋体" panose="02010600030101010101" pitchFamily="2" charset="-122"/>
              </a:rPr>
              <a:t>个前缀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8" name="文本框 7">
            <a:extLst>
              <a:ext uri="{FF2B5EF4-FFF2-40B4-BE49-F238E27FC236}">
                <a16:creationId xmlns:a16="http://schemas.microsoft.com/office/drawing/2014/main" id="{F3B00B66-989A-4C45-9900-F2DB6FD2E408}"/>
              </a:ext>
            </a:extLst>
          </p:cNvPr>
          <p:cNvSpPr txBox="1">
            <a:spLocks noChangeArrowheads="1"/>
          </p:cNvSpPr>
          <p:nvPr/>
        </p:nvSpPr>
        <p:spPr bwMode="auto">
          <a:xfrm>
            <a:off x="7715104" y="3112635"/>
            <a:ext cx="122341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dirty="0">
                <a:solidFill>
                  <a:schemeClr val="tx2"/>
                </a:solidFill>
                <a:latin typeface="Arial Black" panose="020B0604020202020204" pitchFamily="34" charset="0"/>
                <a:ea typeface="宋体" panose="02010600030101010101" pitchFamily="2" charset="-122"/>
              </a:rPr>
              <a:t>最长匹配前缀</a:t>
            </a:r>
          </a:p>
        </p:txBody>
      </p:sp>
      <p:sp>
        <p:nvSpPr>
          <p:cNvPr id="63" name="文本框 62">
            <a:extLst>
              <a:ext uri="{FF2B5EF4-FFF2-40B4-BE49-F238E27FC236}">
                <a16:creationId xmlns:a16="http://schemas.microsoft.com/office/drawing/2014/main" id="{7CD998D7-F17E-2A49-9492-208D58CBDA6D}"/>
              </a:ext>
            </a:extLst>
          </p:cNvPr>
          <p:cNvSpPr txBox="1">
            <a:spLocks noChangeArrowheads="1"/>
          </p:cNvSpPr>
          <p:nvPr/>
        </p:nvSpPr>
        <p:spPr bwMode="auto">
          <a:xfrm>
            <a:off x="3255169" y="4670822"/>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b="1">
                <a:solidFill>
                  <a:schemeClr val="tx1"/>
                </a:solidFill>
                <a:latin typeface="Arial Black" panose="020B0604020202020204" pitchFamily="34" charset="0"/>
                <a:ea typeface="宋体" panose="02010600030101010101" pitchFamily="2" charset="-122"/>
              </a:rPr>
              <a:t>路由聚合</a:t>
            </a:r>
          </a:p>
        </p:txBody>
      </p:sp>
    </p:spTree>
    <p:extLst>
      <p:ext uri="{BB962C8B-B14F-4D97-AF65-F5344CB8AC3E}">
        <p14:creationId xmlns:p14="http://schemas.microsoft.com/office/powerpoint/2010/main" val="473890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73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736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60" grpId="0"/>
      <p:bldP spid="8" grpId="0"/>
      <p:bldP spid="63"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906" name="幻灯片编号占位符 1">
            <a:extLst>
              <a:ext uri="{FF2B5EF4-FFF2-40B4-BE49-F238E27FC236}">
                <a16:creationId xmlns:a16="http://schemas.microsoft.com/office/drawing/2014/main" id="{64A94E1E-4E3E-B24E-96D5-49031E3EFF5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6E5857-F76D-A244-A20E-1354E9EB85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65" name="Rectangle 2">
            <a:extLst>
              <a:ext uri="{FF2B5EF4-FFF2-40B4-BE49-F238E27FC236}">
                <a16:creationId xmlns:a16="http://schemas.microsoft.com/office/drawing/2014/main" id="{E1E7F8C5-A7C2-7148-BB90-1D64FA0910F9}"/>
              </a:ext>
            </a:extLst>
          </p:cNvPr>
          <p:cNvSpPr>
            <a:spLocks noGrp="1" noChangeArrowheads="1"/>
          </p:cNvSpPr>
          <p:nvPr>
            <p:ph type="title"/>
          </p:nvPr>
        </p:nvSpPr>
        <p:spPr/>
        <p:txBody>
          <a:bodyPr/>
          <a:lstStyle/>
          <a:p>
            <a:pPr eaLnBrk="1" hangingPunct="1"/>
            <a:r>
              <a:rPr lang="en-US" altLang="zh-CN" sz="2700" dirty="0">
                <a:latin typeface="Times New Roman" panose="02020603050405020304" pitchFamily="18" charset="0"/>
                <a:ea typeface="宋体" panose="02010600030101010101" pitchFamily="2" charset="-122"/>
              </a:rPr>
              <a:t>CIDR </a:t>
            </a:r>
            <a:r>
              <a:rPr lang="zh-CN" altLang="en-US" sz="2700" dirty="0">
                <a:latin typeface="Times New Roman" panose="02020603050405020304" pitchFamily="18" charset="0"/>
                <a:ea typeface="宋体" panose="02010600030101010101" pitchFamily="2" charset="-122"/>
              </a:rPr>
              <a:t>地址块划分举例 </a:t>
            </a:r>
          </a:p>
        </p:txBody>
      </p:sp>
      <p:sp>
        <p:nvSpPr>
          <p:cNvPr id="530435" name="Rectangle 3">
            <a:extLst>
              <a:ext uri="{FF2B5EF4-FFF2-40B4-BE49-F238E27FC236}">
                <a16:creationId xmlns:a16="http://schemas.microsoft.com/office/drawing/2014/main" id="{048C8EE4-13A2-FC46-8CD5-3549054E847D}"/>
              </a:ext>
            </a:extLst>
          </p:cNvPr>
          <p:cNvSpPr>
            <a:spLocks noChangeArrowheads="1"/>
          </p:cNvSpPr>
          <p:nvPr/>
        </p:nvSpPr>
        <p:spPr bwMode="auto">
          <a:xfrm>
            <a:off x="1868091" y="3178969"/>
            <a:ext cx="5210175" cy="1793081"/>
          </a:xfrm>
          <a:prstGeom prst="rect">
            <a:avLst/>
          </a:prstGeom>
          <a:solidFill>
            <a:srgbClr val="CCECFF"/>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grpSp>
        <p:nvGrpSpPr>
          <p:cNvPr id="292867" name="Group 4">
            <a:extLst>
              <a:ext uri="{FF2B5EF4-FFF2-40B4-BE49-F238E27FC236}">
                <a16:creationId xmlns:a16="http://schemas.microsoft.com/office/drawing/2014/main" id="{1CDA0A64-6116-CA47-9414-215AA776CFF9}"/>
              </a:ext>
            </a:extLst>
          </p:cNvPr>
          <p:cNvGrpSpPr>
            <a:grpSpLocks/>
          </p:cNvGrpSpPr>
          <p:nvPr/>
        </p:nvGrpSpPr>
        <p:grpSpPr bwMode="auto">
          <a:xfrm>
            <a:off x="1262063" y="1171575"/>
            <a:ext cx="1133475" cy="553641"/>
            <a:chOff x="2592" y="1200"/>
            <a:chExt cx="2400" cy="1584"/>
          </a:xfrm>
        </p:grpSpPr>
        <p:grpSp>
          <p:nvGrpSpPr>
            <p:cNvPr id="292907" name="Group 5">
              <a:extLst>
                <a:ext uri="{FF2B5EF4-FFF2-40B4-BE49-F238E27FC236}">
                  <a16:creationId xmlns:a16="http://schemas.microsoft.com/office/drawing/2014/main" id="{59C0A569-2DA2-9845-BF0F-611D710C5F60}"/>
                </a:ext>
              </a:extLst>
            </p:cNvPr>
            <p:cNvGrpSpPr>
              <a:grpSpLocks/>
            </p:cNvGrpSpPr>
            <p:nvPr/>
          </p:nvGrpSpPr>
          <p:grpSpPr bwMode="auto">
            <a:xfrm>
              <a:off x="2606" y="1231"/>
              <a:ext cx="2386" cy="1553"/>
              <a:chOff x="3134" y="1375"/>
              <a:chExt cx="2386" cy="1553"/>
            </a:xfrm>
          </p:grpSpPr>
          <p:sp>
            <p:nvSpPr>
              <p:cNvPr id="292917" name="Oval 6">
                <a:extLst>
                  <a:ext uri="{FF2B5EF4-FFF2-40B4-BE49-F238E27FC236}">
                    <a16:creationId xmlns:a16="http://schemas.microsoft.com/office/drawing/2014/main" id="{477D02EC-9640-4149-B696-ED8D585B0C81}"/>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8" name="Oval 7">
                <a:extLst>
                  <a:ext uri="{FF2B5EF4-FFF2-40B4-BE49-F238E27FC236}">
                    <a16:creationId xmlns:a16="http://schemas.microsoft.com/office/drawing/2014/main" id="{8CD7D54C-D6FB-AC45-A3BA-0A39380CFCEE}"/>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9" name="Oval 8">
                <a:extLst>
                  <a:ext uri="{FF2B5EF4-FFF2-40B4-BE49-F238E27FC236}">
                    <a16:creationId xmlns:a16="http://schemas.microsoft.com/office/drawing/2014/main" id="{2CEAA73B-1D1E-7441-A107-2E5AB95336F6}"/>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0" name="Oval 9">
                <a:extLst>
                  <a:ext uri="{FF2B5EF4-FFF2-40B4-BE49-F238E27FC236}">
                    <a16:creationId xmlns:a16="http://schemas.microsoft.com/office/drawing/2014/main" id="{782DB8EB-CB87-3241-97E3-B7CF2FCE9922}"/>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1" name="Oval 10">
                <a:extLst>
                  <a:ext uri="{FF2B5EF4-FFF2-40B4-BE49-F238E27FC236}">
                    <a16:creationId xmlns:a16="http://schemas.microsoft.com/office/drawing/2014/main" id="{3F21747F-120D-FD47-A317-7BE3576D2A82}"/>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2" name="Oval 11">
                <a:extLst>
                  <a:ext uri="{FF2B5EF4-FFF2-40B4-BE49-F238E27FC236}">
                    <a16:creationId xmlns:a16="http://schemas.microsoft.com/office/drawing/2014/main" id="{52AF340C-7DB3-A446-92E8-414CB46CAF0F}"/>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3" name="Oval 12">
                <a:extLst>
                  <a:ext uri="{FF2B5EF4-FFF2-40B4-BE49-F238E27FC236}">
                    <a16:creationId xmlns:a16="http://schemas.microsoft.com/office/drawing/2014/main" id="{7599A761-0B1C-4944-8C83-562068D3B623}"/>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4" name="Oval 13">
                <a:extLst>
                  <a:ext uri="{FF2B5EF4-FFF2-40B4-BE49-F238E27FC236}">
                    <a16:creationId xmlns:a16="http://schemas.microsoft.com/office/drawing/2014/main" id="{6EDFD964-75FF-AA4F-9E2A-540124C5F53E}"/>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5" name="Oval 14">
                <a:extLst>
                  <a:ext uri="{FF2B5EF4-FFF2-40B4-BE49-F238E27FC236}">
                    <a16:creationId xmlns:a16="http://schemas.microsoft.com/office/drawing/2014/main" id="{61F9ADF3-3439-434D-B9F7-519A86E20345}"/>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908" name="Oval 15">
              <a:extLst>
                <a:ext uri="{FF2B5EF4-FFF2-40B4-BE49-F238E27FC236}">
                  <a16:creationId xmlns:a16="http://schemas.microsoft.com/office/drawing/2014/main" id="{68666F4A-DCF8-C048-A26E-4F1E7858E374}"/>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09" name="Oval 16">
              <a:extLst>
                <a:ext uri="{FF2B5EF4-FFF2-40B4-BE49-F238E27FC236}">
                  <a16:creationId xmlns:a16="http://schemas.microsoft.com/office/drawing/2014/main" id="{6B5FF22E-1C13-2C46-8948-2EB718AF96CC}"/>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0" name="Oval 17">
              <a:extLst>
                <a:ext uri="{FF2B5EF4-FFF2-40B4-BE49-F238E27FC236}">
                  <a16:creationId xmlns:a16="http://schemas.microsoft.com/office/drawing/2014/main" id="{F7FAA097-62FA-0043-B5D9-F15E822FF7CB}"/>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1" name="Oval 18">
              <a:extLst>
                <a:ext uri="{FF2B5EF4-FFF2-40B4-BE49-F238E27FC236}">
                  <a16:creationId xmlns:a16="http://schemas.microsoft.com/office/drawing/2014/main" id="{EB3A1EBF-D8EC-0745-8BBC-818D959BCF52}"/>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2" name="Oval 19">
              <a:extLst>
                <a:ext uri="{FF2B5EF4-FFF2-40B4-BE49-F238E27FC236}">
                  <a16:creationId xmlns:a16="http://schemas.microsoft.com/office/drawing/2014/main" id="{24C7689F-67CC-9244-BCBC-FFBC16FDC3D9}"/>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3" name="Oval 20">
              <a:extLst>
                <a:ext uri="{FF2B5EF4-FFF2-40B4-BE49-F238E27FC236}">
                  <a16:creationId xmlns:a16="http://schemas.microsoft.com/office/drawing/2014/main" id="{A55217A3-9D59-EA48-9D79-15A6775B8307}"/>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4" name="Oval 21">
              <a:extLst>
                <a:ext uri="{FF2B5EF4-FFF2-40B4-BE49-F238E27FC236}">
                  <a16:creationId xmlns:a16="http://schemas.microsoft.com/office/drawing/2014/main" id="{1D18B421-83FD-6740-AEFF-2497D06ED523}"/>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5" name="Oval 22">
              <a:extLst>
                <a:ext uri="{FF2B5EF4-FFF2-40B4-BE49-F238E27FC236}">
                  <a16:creationId xmlns:a16="http://schemas.microsoft.com/office/drawing/2014/main" id="{B443202A-47BB-E84C-A44D-DADA1E45ED97}"/>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6" name="Oval 23">
              <a:extLst>
                <a:ext uri="{FF2B5EF4-FFF2-40B4-BE49-F238E27FC236}">
                  <a16:creationId xmlns:a16="http://schemas.microsoft.com/office/drawing/2014/main" id="{9722B48B-87B6-4F47-B78F-BA0AAEAAE2DF}"/>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868" name="Text Box 24">
            <a:extLst>
              <a:ext uri="{FF2B5EF4-FFF2-40B4-BE49-F238E27FC236}">
                <a16:creationId xmlns:a16="http://schemas.microsoft.com/office/drawing/2014/main" id="{A17E3455-432B-E14C-92F1-7BDCB13E6D20}"/>
              </a:ext>
            </a:extLst>
          </p:cNvPr>
          <p:cNvSpPr txBox="1">
            <a:spLocks noChangeArrowheads="1"/>
          </p:cNvSpPr>
          <p:nvPr/>
        </p:nvSpPr>
        <p:spPr bwMode="auto">
          <a:xfrm>
            <a:off x="1439467" y="125253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0457" name="Oval 25">
            <a:extLst>
              <a:ext uri="{FF2B5EF4-FFF2-40B4-BE49-F238E27FC236}">
                <a16:creationId xmlns:a16="http://schemas.microsoft.com/office/drawing/2014/main" id="{4BBE3B65-0AB8-944F-96C0-43CEFDA20F65}"/>
              </a:ext>
            </a:extLst>
          </p:cNvPr>
          <p:cNvSpPr>
            <a:spLocks noChangeArrowheads="1"/>
          </p:cNvSpPr>
          <p:nvPr/>
        </p:nvSpPr>
        <p:spPr bwMode="auto">
          <a:xfrm>
            <a:off x="3825479" y="106084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0458" name="Oval 26">
            <a:extLst>
              <a:ext uri="{FF2B5EF4-FFF2-40B4-BE49-F238E27FC236}">
                <a16:creationId xmlns:a16="http://schemas.microsoft.com/office/drawing/2014/main" id="{6847B2C6-3D02-3244-AC18-4AF1EF894A0C}"/>
              </a:ext>
            </a:extLst>
          </p:cNvPr>
          <p:cNvSpPr>
            <a:spLocks noChangeArrowheads="1"/>
          </p:cNvSpPr>
          <p:nvPr/>
        </p:nvSpPr>
        <p:spPr bwMode="auto">
          <a:xfrm>
            <a:off x="4243387" y="117157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71" name="Text Box 27">
            <a:extLst>
              <a:ext uri="{FF2B5EF4-FFF2-40B4-BE49-F238E27FC236}">
                <a16:creationId xmlns:a16="http://schemas.microsoft.com/office/drawing/2014/main" id="{7D5C25D9-2F5F-F34F-A2FF-E526740A0698}"/>
              </a:ext>
            </a:extLst>
          </p:cNvPr>
          <p:cNvSpPr txBox="1">
            <a:spLocks noChangeArrowheads="1"/>
          </p:cNvSpPr>
          <p:nvPr/>
        </p:nvSpPr>
        <p:spPr bwMode="auto">
          <a:xfrm>
            <a:off x="4307682" y="128230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292872" name="Text Box 28">
            <a:extLst>
              <a:ext uri="{FF2B5EF4-FFF2-40B4-BE49-F238E27FC236}">
                <a16:creationId xmlns:a16="http://schemas.microsoft.com/office/drawing/2014/main" id="{43C424A4-BE48-9E4F-B7D2-2363FEE4B89E}"/>
              </a:ext>
            </a:extLst>
          </p:cNvPr>
          <p:cNvSpPr txBox="1">
            <a:spLocks noChangeArrowheads="1"/>
          </p:cNvSpPr>
          <p:nvPr/>
        </p:nvSpPr>
        <p:spPr bwMode="auto">
          <a:xfrm>
            <a:off x="2634854" y="1115616"/>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206.0.64.0/18</a:t>
            </a:r>
          </a:p>
        </p:txBody>
      </p:sp>
      <p:sp>
        <p:nvSpPr>
          <p:cNvPr id="292873" name="AutoShape 29">
            <a:extLst>
              <a:ext uri="{FF2B5EF4-FFF2-40B4-BE49-F238E27FC236}">
                <a16:creationId xmlns:a16="http://schemas.microsoft.com/office/drawing/2014/main" id="{196909B5-5D06-1445-A60A-5C20AFAC46AE}"/>
              </a:ext>
            </a:extLst>
          </p:cNvPr>
          <p:cNvSpPr>
            <a:spLocks noChangeArrowheads="1"/>
          </p:cNvSpPr>
          <p:nvPr/>
        </p:nvSpPr>
        <p:spPr bwMode="auto">
          <a:xfrm>
            <a:off x="2455069" y="135136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74" name="Text Box 30">
            <a:extLst>
              <a:ext uri="{FF2B5EF4-FFF2-40B4-BE49-F238E27FC236}">
                <a16:creationId xmlns:a16="http://schemas.microsoft.com/office/drawing/2014/main" id="{61DE8F42-BADF-2843-99FC-648F2D47F350}"/>
              </a:ext>
            </a:extLst>
          </p:cNvPr>
          <p:cNvSpPr txBox="1">
            <a:spLocks noChangeArrowheads="1"/>
          </p:cNvSpPr>
          <p:nvPr/>
        </p:nvSpPr>
        <p:spPr bwMode="auto">
          <a:xfrm>
            <a:off x="3707607" y="89773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2875" name="Text Box 31">
            <a:extLst>
              <a:ext uri="{FF2B5EF4-FFF2-40B4-BE49-F238E27FC236}">
                <a16:creationId xmlns:a16="http://schemas.microsoft.com/office/drawing/2014/main" id="{9B258346-9DA1-E248-B986-2CBEF69F8969}"/>
              </a:ext>
            </a:extLst>
          </p:cNvPr>
          <p:cNvSpPr txBox="1">
            <a:spLocks noChangeArrowheads="1"/>
          </p:cNvSpPr>
          <p:nvPr/>
        </p:nvSpPr>
        <p:spPr bwMode="auto">
          <a:xfrm>
            <a:off x="5913835" y="95131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2876" name="Line 32">
            <a:extLst>
              <a:ext uri="{FF2B5EF4-FFF2-40B4-BE49-F238E27FC236}">
                <a16:creationId xmlns:a16="http://schemas.microsoft.com/office/drawing/2014/main" id="{3BB80E43-A198-8147-A087-3B368F9C7C12}"/>
              </a:ext>
            </a:extLst>
          </p:cNvPr>
          <p:cNvSpPr>
            <a:spLocks noChangeShapeType="1"/>
          </p:cNvSpPr>
          <p:nvPr/>
        </p:nvSpPr>
        <p:spPr bwMode="auto">
          <a:xfrm flipV="1">
            <a:off x="5366298" y="11941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877" name="Text Box 33">
            <a:extLst>
              <a:ext uri="{FF2B5EF4-FFF2-40B4-BE49-F238E27FC236}">
                <a16:creationId xmlns:a16="http://schemas.microsoft.com/office/drawing/2014/main" id="{83F53CBD-D87C-6D41-B5A0-9CCEAF70F80D}"/>
              </a:ext>
            </a:extLst>
          </p:cNvPr>
          <p:cNvSpPr txBox="1">
            <a:spLocks noChangeArrowheads="1"/>
          </p:cNvSpPr>
          <p:nvPr/>
        </p:nvSpPr>
        <p:spPr bwMode="auto">
          <a:xfrm>
            <a:off x="2594373" y="276344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2878" name="Text Box 34">
            <a:extLst>
              <a:ext uri="{FF2B5EF4-FFF2-40B4-BE49-F238E27FC236}">
                <a16:creationId xmlns:a16="http://schemas.microsoft.com/office/drawing/2014/main" id="{D115184E-04B9-2A4C-A9F5-C6F5DF74910E}"/>
              </a:ext>
            </a:extLst>
          </p:cNvPr>
          <p:cNvSpPr txBox="1">
            <a:spLocks noChangeArrowheads="1"/>
          </p:cNvSpPr>
          <p:nvPr/>
        </p:nvSpPr>
        <p:spPr bwMode="auto">
          <a:xfrm>
            <a:off x="4625579" y="270986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2879" name="Text Box 35">
            <a:extLst>
              <a:ext uri="{FF2B5EF4-FFF2-40B4-BE49-F238E27FC236}">
                <a16:creationId xmlns:a16="http://schemas.microsoft.com/office/drawing/2014/main" id="{41CAB16A-FA93-3645-A0B9-6013BB02BDC7}"/>
              </a:ext>
            </a:extLst>
          </p:cNvPr>
          <p:cNvSpPr txBox="1">
            <a:spLocks noChangeArrowheads="1"/>
          </p:cNvSpPr>
          <p:nvPr/>
        </p:nvSpPr>
        <p:spPr bwMode="auto">
          <a:xfrm>
            <a:off x="5436394"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2880" name="Text Box 36">
            <a:extLst>
              <a:ext uri="{FF2B5EF4-FFF2-40B4-BE49-F238E27FC236}">
                <a16:creationId xmlns:a16="http://schemas.microsoft.com/office/drawing/2014/main" id="{44C568D2-49D1-2A46-AF48-EA3C553C5F5F}"/>
              </a:ext>
            </a:extLst>
          </p:cNvPr>
          <p:cNvSpPr txBox="1">
            <a:spLocks noChangeArrowheads="1"/>
          </p:cNvSpPr>
          <p:nvPr/>
        </p:nvSpPr>
        <p:spPr bwMode="auto">
          <a:xfrm>
            <a:off x="7056835"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2881" name="AutoShape 37">
            <a:extLst>
              <a:ext uri="{FF2B5EF4-FFF2-40B4-BE49-F238E27FC236}">
                <a16:creationId xmlns:a16="http://schemas.microsoft.com/office/drawing/2014/main" id="{58490137-52A9-5443-96F3-CE8621C7C32C}"/>
              </a:ext>
            </a:extLst>
          </p:cNvPr>
          <p:cNvSpPr>
            <a:spLocks noChangeArrowheads="1"/>
          </p:cNvSpPr>
          <p:nvPr/>
        </p:nvSpPr>
        <p:spPr bwMode="auto">
          <a:xfrm rot="1625099">
            <a:off x="5285981" y="1829153"/>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0" name="Oval 38">
            <a:extLst>
              <a:ext uri="{FF2B5EF4-FFF2-40B4-BE49-F238E27FC236}">
                <a16:creationId xmlns:a16="http://schemas.microsoft.com/office/drawing/2014/main" id="{B944A6E5-953B-9C49-907A-819DB66935D5}"/>
              </a:ext>
            </a:extLst>
          </p:cNvPr>
          <p:cNvSpPr>
            <a:spLocks noChangeArrowheads="1"/>
          </p:cNvSpPr>
          <p:nvPr/>
        </p:nvSpPr>
        <p:spPr bwMode="auto">
          <a:xfrm>
            <a:off x="6510337" y="2059825"/>
            <a:ext cx="1490663" cy="540500"/>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3" name="Text Box 39">
            <a:extLst>
              <a:ext uri="{FF2B5EF4-FFF2-40B4-BE49-F238E27FC236}">
                <a16:creationId xmlns:a16="http://schemas.microsoft.com/office/drawing/2014/main" id="{851CA6ED-36F3-AE48-A409-DA2CE2B9D506}"/>
              </a:ext>
            </a:extLst>
          </p:cNvPr>
          <p:cNvSpPr txBox="1">
            <a:spLocks noChangeArrowheads="1"/>
          </p:cNvSpPr>
          <p:nvPr/>
        </p:nvSpPr>
        <p:spPr bwMode="auto">
          <a:xfrm>
            <a:off x="6625083" y="2106155"/>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206.0.71.192/26</a:t>
            </a:r>
          </a:p>
        </p:txBody>
      </p:sp>
      <p:sp>
        <p:nvSpPr>
          <p:cNvPr id="292884" name="AutoShape 40">
            <a:extLst>
              <a:ext uri="{FF2B5EF4-FFF2-40B4-BE49-F238E27FC236}">
                <a16:creationId xmlns:a16="http://schemas.microsoft.com/office/drawing/2014/main" id="{A6F63D52-20B4-3149-A125-5D092966D6CD}"/>
              </a:ext>
            </a:extLst>
          </p:cNvPr>
          <p:cNvSpPr>
            <a:spLocks noChangeArrowheads="1"/>
          </p:cNvSpPr>
          <p:nvPr/>
        </p:nvSpPr>
        <p:spPr bwMode="auto">
          <a:xfrm rot="9289458">
            <a:off x="2530961" y="1793988"/>
            <a:ext cx="1903833" cy="18050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3" name="Oval 41">
            <a:extLst>
              <a:ext uri="{FF2B5EF4-FFF2-40B4-BE49-F238E27FC236}">
                <a16:creationId xmlns:a16="http://schemas.microsoft.com/office/drawing/2014/main" id="{8D2A80CA-165F-E04B-B6DD-BA8E5480DE43}"/>
              </a:ext>
            </a:extLst>
          </p:cNvPr>
          <p:cNvSpPr>
            <a:spLocks noChangeArrowheads="1"/>
          </p:cNvSpPr>
          <p:nvPr/>
        </p:nvSpPr>
        <p:spPr bwMode="auto">
          <a:xfrm>
            <a:off x="1143000"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6" name="Text Box 42">
            <a:extLst>
              <a:ext uri="{FF2B5EF4-FFF2-40B4-BE49-F238E27FC236}">
                <a16:creationId xmlns:a16="http://schemas.microsoft.com/office/drawing/2014/main" id="{452A262B-2B92-B94B-BDF9-8BDEDB299C2C}"/>
              </a:ext>
            </a:extLst>
          </p:cNvPr>
          <p:cNvSpPr txBox="1">
            <a:spLocks noChangeArrowheads="1"/>
          </p:cNvSpPr>
          <p:nvPr/>
        </p:nvSpPr>
        <p:spPr bwMode="auto">
          <a:xfrm>
            <a:off x="1348986"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206.0.68.128/25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206.0.69.128/25</a:t>
            </a:r>
          </a:p>
        </p:txBody>
      </p:sp>
      <p:sp>
        <p:nvSpPr>
          <p:cNvPr id="292887" name="AutoShape 43">
            <a:extLst>
              <a:ext uri="{FF2B5EF4-FFF2-40B4-BE49-F238E27FC236}">
                <a16:creationId xmlns:a16="http://schemas.microsoft.com/office/drawing/2014/main" id="{8D0E0282-B46F-904B-B983-93F651AC09E5}"/>
              </a:ext>
            </a:extLst>
          </p:cNvPr>
          <p:cNvSpPr>
            <a:spLocks noChangeArrowheads="1"/>
          </p:cNvSpPr>
          <p:nvPr/>
        </p:nvSpPr>
        <p:spPr bwMode="auto">
          <a:xfrm rot="7490917">
            <a:off x="3605791" y="1848005"/>
            <a:ext cx="1338220" cy="186796"/>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6" name="Oval 44">
            <a:extLst>
              <a:ext uri="{FF2B5EF4-FFF2-40B4-BE49-F238E27FC236}">
                <a16:creationId xmlns:a16="http://schemas.microsoft.com/office/drawing/2014/main" id="{18A19C05-D991-A443-BFAD-97387C806CFF}"/>
              </a:ext>
            </a:extLst>
          </p:cNvPr>
          <p:cNvSpPr>
            <a:spLocks noChangeArrowheads="1"/>
          </p:cNvSpPr>
          <p:nvPr/>
        </p:nvSpPr>
        <p:spPr bwMode="auto">
          <a:xfrm>
            <a:off x="3051573"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9" name="Text Box 45">
            <a:extLst>
              <a:ext uri="{FF2B5EF4-FFF2-40B4-BE49-F238E27FC236}">
                <a16:creationId xmlns:a16="http://schemas.microsoft.com/office/drawing/2014/main" id="{DFAE0CE0-51B3-A24B-989F-3F34C773B152}"/>
              </a:ext>
            </a:extLst>
          </p:cNvPr>
          <p:cNvSpPr txBox="1">
            <a:spLocks noChangeArrowheads="1"/>
          </p:cNvSpPr>
          <p:nvPr/>
        </p:nvSpPr>
        <p:spPr bwMode="auto">
          <a:xfrm>
            <a:off x="3337851"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206.0.70.64/26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206.0.70.128/26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206.0.70.192/26</a:t>
            </a:r>
          </a:p>
        </p:txBody>
      </p:sp>
      <p:sp>
        <p:nvSpPr>
          <p:cNvPr id="292890" name="Rectangle 46">
            <a:extLst>
              <a:ext uri="{FF2B5EF4-FFF2-40B4-BE49-F238E27FC236}">
                <a16:creationId xmlns:a16="http://schemas.microsoft.com/office/drawing/2014/main" id="{D3F3A7E2-F96B-1A4D-9860-6DAB570265DD}"/>
              </a:ext>
            </a:extLst>
          </p:cNvPr>
          <p:cNvSpPr>
            <a:spLocks noChangeArrowheads="1"/>
          </p:cNvSpPr>
          <p:nvPr/>
        </p:nvSpPr>
        <p:spPr bwMode="auto">
          <a:xfrm>
            <a:off x="3812501" y="189038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1" name="Text Box 47">
            <a:extLst>
              <a:ext uri="{FF2B5EF4-FFF2-40B4-BE49-F238E27FC236}">
                <a16:creationId xmlns:a16="http://schemas.microsoft.com/office/drawing/2014/main" id="{EA2F8A54-D15A-1340-BD48-104E9E8ADC59}"/>
              </a:ext>
            </a:extLst>
          </p:cNvPr>
          <p:cNvSpPr txBox="1">
            <a:spLocks noChangeArrowheads="1"/>
          </p:cNvSpPr>
          <p:nvPr/>
        </p:nvSpPr>
        <p:spPr bwMode="auto">
          <a:xfrm>
            <a:off x="3755195" y="181812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206.0.70.0/24</a:t>
            </a:r>
          </a:p>
        </p:txBody>
      </p:sp>
      <p:sp>
        <p:nvSpPr>
          <p:cNvPr id="292892" name="AutoShape 48">
            <a:extLst>
              <a:ext uri="{FF2B5EF4-FFF2-40B4-BE49-F238E27FC236}">
                <a16:creationId xmlns:a16="http://schemas.microsoft.com/office/drawing/2014/main" id="{6E9CA794-0225-E74F-8090-A9AAC5D54A4B}"/>
              </a:ext>
            </a:extLst>
          </p:cNvPr>
          <p:cNvSpPr>
            <a:spLocks noChangeArrowheads="1"/>
          </p:cNvSpPr>
          <p:nvPr/>
        </p:nvSpPr>
        <p:spPr bwMode="auto">
          <a:xfrm rot="14362323" flipH="1">
            <a:off x="4881477" y="1903186"/>
            <a:ext cx="1040454" cy="107927"/>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3" name="Rectangle 49">
            <a:extLst>
              <a:ext uri="{FF2B5EF4-FFF2-40B4-BE49-F238E27FC236}">
                <a16:creationId xmlns:a16="http://schemas.microsoft.com/office/drawing/2014/main" id="{46BC9517-0A51-1E44-8469-9C5165170F88}"/>
              </a:ext>
            </a:extLst>
          </p:cNvPr>
          <p:cNvSpPr>
            <a:spLocks noChangeArrowheads="1"/>
          </p:cNvSpPr>
          <p:nvPr/>
        </p:nvSpPr>
        <p:spPr bwMode="auto">
          <a:xfrm>
            <a:off x="4870251" y="1861709"/>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4" name="Text Box 50">
            <a:extLst>
              <a:ext uri="{FF2B5EF4-FFF2-40B4-BE49-F238E27FC236}">
                <a16:creationId xmlns:a16="http://schemas.microsoft.com/office/drawing/2014/main" id="{B027B77C-CFE4-9B4F-8B6A-1C27B383B1C4}"/>
              </a:ext>
            </a:extLst>
          </p:cNvPr>
          <p:cNvSpPr txBox="1">
            <a:spLocks noChangeArrowheads="1"/>
          </p:cNvSpPr>
          <p:nvPr/>
        </p:nvSpPr>
        <p:spPr bwMode="auto">
          <a:xfrm>
            <a:off x="4879031" y="1795920"/>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206.0.71.0/25</a:t>
            </a:r>
          </a:p>
        </p:txBody>
      </p:sp>
      <p:sp>
        <p:nvSpPr>
          <p:cNvPr id="530483" name="Oval 51">
            <a:extLst>
              <a:ext uri="{FF2B5EF4-FFF2-40B4-BE49-F238E27FC236}">
                <a16:creationId xmlns:a16="http://schemas.microsoft.com/office/drawing/2014/main" id="{087B5B32-57F0-2149-AC95-15F93D1F1FB3}"/>
              </a:ext>
            </a:extLst>
          </p:cNvPr>
          <p:cNvSpPr>
            <a:spLocks noChangeArrowheads="1"/>
          </p:cNvSpPr>
          <p:nvPr/>
        </p:nvSpPr>
        <p:spPr bwMode="auto">
          <a:xfrm>
            <a:off x="4900612" y="2066688"/>
            <a:ext cx="1490663" cy="533637"/>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96" name="Text Box 52">
            <a:extLst>
              <a:ext uri="{FF2B5EF4-FFF2-40B4-BE49-F238E27FC236}">
                <a16:creationId xmlns:a16="http://schemas.microsoft.com/office/drawing/2014/main" id="{C3150905-2C8F-3B4E-B76A-DB8E42D27659}"/>
              </a:ext>
            </a:extLst>
          </p:cNvPr>
          <p:cNvSpPr txBox="1">
            <a:spLocks noChangeArrowheads="1"/>
          </p:cNvSpPr>
          <p:nvPr/>
        </p:nvSpPr>
        <p:spPr bwMode="auto">
          <a:xfrm>
            <a:off x="5060269" y="2106155"/>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206.0.71.64/26</a:t>
            </a:r>
          </a:p>
        </p:txBody>
      </p:sp>
      <p:sp>
        <p:nvSpPr>
          <p:cNvPr id="292897" name="Rectangle 53">
            <a:extLst>
              <a:ext uri="{FF2B5EF4-FFF2-40B4-BE49-F238E27FC236}">
                <a16:creationId xmlns:a16="http://schemas.microsoft.com/office/drawing/2014/main" id="{1DF04E5B-3389-9E42-91DD-0C30EF6A3F2C}"/>
              </a:ext>
            </a:extLst>
          </p:cNvPr>
          <p:cNvSpPr>
            <a:spLocks noChangeArrowheads="1"/>
          </p:cNvSpPr>
          <p:nvPr/>
        </p:nvSpPr>
        <p:spPr bwMode="auto">
          <a:xfrm>
            <a:off x="6096612" y="1829823"/>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8" name="Text Box 54">
            <a:extLst>
              <a:ext uri="{FF2B5EF4-FFF2-40B4-BE49-F238E27FC236}">
                <a16:creationId xmlns:a16="http://schemas.microsoft.com/office/drawing/2014/main" id="{DD4903C2-D5D4-2C41-9AE3-F2C30C44970B}"/>
              </a:ext>
            </a:extLst>
          </p:cNvPr>
          <p:cNvSpPr txBox="1">
            <a:spLocks noChangeArrowheads="1"/>
          </p:cNvSpPr>
          <p:nvPr/>
        </p:nvSpPr>
        <p:spPr bwMode="auto">
          <a:xfrm>
            <a:off x="6048512" y="1782795"/>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206.0.71.128/25</a:t>
            </a:r>
          </a:p>
        </p:txBody>
      </p:sp>
      <p:sp>
        <p:nvSpPr>
          <p:cNvPr id="292899" name="Rectangle 55">
            <a:extLst>
              <a:ext uri="{FF2B5EF4-FFF2-40B4-BE49-F238E27FC236}">
                <a16:creationId xmlns:a16="http://schemas.microsoft.com/office/drawing/2014/main" id="{A0E1B4F2-61DB-E64B-B4DF-5CF8199E5096}"/>
              </a:ext>
            </a:extLst>
          </p:cNvPr>
          <p:cNvSpPr>
            <a:spLocks noChangeArrowheads="1"/>
          </p:cNvSpPr>
          <p:nvPr/>
        </p:nvSpPr>
        <p:spPr bwMode="auto">
          <a:xfrm>
            <a:off x="2592541" y="1966001"/>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900" name="Text Box 56">
            <a:extLst>
              <a:ext uri="{FF2B5EF4-FFF2-40B4-BE49-F238E27FC236}">
                <a16:creationId xmlns:a16="http://schemas.microsoft.com/office/drawing/2014/main" id="{8FF76A69-A365-F646-97F1-D34824841D29}"/>
              </a:ext>
            </a:extLst>
          </p:cNvPr>
          <p:cNvSpPr txBox="1">
            <a:spLocks noChangeArrowheads="1"/>
          </p:cNvSpPr>
          <p:nvPr/>
        </p:nvSpPr>
        <p:spPr bwMode="auto">
          <a:xfrm>
            <a:off x="2534351" y="1899422"/>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206.0.68.0/23</a:t>
            </a:r>
          </a:p>
        </p:txBody>
      </p:sp>
      <p:sp>
        <p:nvSpPr>
          <p:cNvPr id="292901" name="Text Box 57">
            <a:extLst>
              <a:ext uri="{FF2B5EF4-FFF2-40B4-BE49-F238E27FC236}">
                <a16:creationId xmlns:a16="http://schemas.microsoft.com/office/drawing/2014/main" id="{62BE84AF-8200-CD4D-8305-7F85E32B2770}"/>
              </a:ext>
            </a:extLst>
          </p:cNvPr>
          <p:cNvSpPr txBox="1">
            <a:spLocks noChangeArrowheads="1"/>
          </p:cNvSpPr>
          <p:nvPr/>
        </p:nvSpPr>
        <p:spPr bwMode="auto">
          <a:xfrm>
            <a:off x="1833563" y="3165873"/>
            <a:ext cx="5392341" cy="1865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45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单位        地址块                             二进制表示                         地址数</a:t>
            </a:r>
          </a:p>
          <a:p>
            <a:pPr eaLnBrk="1" hangingPunct="1">
              <a:lnSpc>
                <a:spcPct val="120000"/>
              </a:lnSpc>
              <a:spcBef>
                <a:spcPct val="0"/>
              </a:spcBef>
              <a:buClrTx/>
              <a:buSzTx/>
              <a:buFontTx/>
              <a:buNone/>
            </a:pPr>
            <a:r>
              <a:rPr kumimoji="1" lang="zh-CN" altLang="en-US" sz="1350">
                <a:solidFill>
                  <a:srgbClr val="000066"/>
                </a:solidFill>
                <a:ea typeface="宋体" panose="02010600030101010101" pitchFamily="2" charset="-122"/>
                <a:cs typeface="黑体" panose="02010609060101010101" pitchFamily="49" charset="-122"/>
              </a:rPr>
              <a:t>   </a:t>
            </a:r>
            <a:r>
              <a:rPr kumimoji="1" lang="en-US" altLang="zh-CN" sz="1350">
                <a:solidFill>
                  <a:srgbClr val="000066"/>
                </a:solidFill>
                <a:ea typeface="宋体" panose="02010600030101010101" pitchFamily="2" charset="-122"/>
                <a:cs typeface="黑体" panose="02010609060101010101" pitchFamily="49" charset="-122"/>
              </a:rPr>
              <a:t>ISP    206.0.64.0/18        11001110.00000000.01*                     16384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大学    </a:t>
            </a:r>
            <a:r>
              <a:rPr kumimoji="1" lang="en-US" altLang="zh-CN" sz="1350">
                <a:solidFill>
                  <a:srgbClr val="000066"/>
                </a:solidFill>
                <a:ea typeface="宋体" panose="02010600030101010101" pitchFamily="2" charset="-122"/>
                <a:cs typeface="黑体" panose="02010609060101010101" pitchFamily="49" charset="-122"/>
              </a:rPr>
              <a:t>206.0.68.0/22        11001110.00000000.010001*               1024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一系    </a:t>
            </a:r>
            <a:r>
              <a:rPr kumimoji="1" lang="en-US" altLang="zh-CN" sz="1350">
                <a:solidFill>
                  <a:srgbClr val="000066"/>
                </a:solidFill>
                <a:ea typeface="宋体" panose="02010600030101010101" pitchFamily="2" charset="-122"/>
                <a:cs typeface="黑体" panose="02010609060101010101" pitchFamily="49" charset="-122"/>
              </a:rPr>
              <a:t>206.0.68.0/23        11001110.00000000.0100010*               512</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二系    </a:t>
            </a:r>
            <a:r>
              <a:rPr kumimoji="1" lang="en-US" altLang="zh-CN" sz="1350">
                <a:solidFill>
                  <a:srgbClr val="000066"/>
                </a:solidFill>
                <a:ea typeface="宋体" panose="02010600030101010101" pitchFamily="2" charset="-122"/>
                <a:cs typeface="黑体" panose="02010609060101010101" pitchFamily="49" charset="-122"/>
              </a:rPr>
              <a:t>206.0.70.0/24        11001110.00000000.01000110.*            256</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三系    </a:t>
            </a:r>
            <a:r>
              <a:rPr kumimoji="1" lang="en-US" altLang="zh-CN" sz="1350">
                <a:solidFill>
                  <a:srgbClr val="000066"/>
                </a:solidFill>
                <a:ea typeface="宋体" panose="02010600030101010101" pitchFamily="2" charset="-122"/>
                <a:cs typeface="黑体" panose="02010609060101010101" pitchFamily="49" charset="-122"/>
              </a:rPr>
              <a:t>206.0.71.0/25        11001110.00000000.01000111.0*          128</a:t>
            </a:r>
          </a:p>
          <a:p>
            <a:pPr eaLnBrk="1" hangingPunct="1">
              <a:lnSpc>
                <a:spcPct val="120000"/>
              </a:lnSpc>
              <a:spcBef>
                <a:spcPct val="0"/>
              </a:spcBef>
              <a:spcAft>
                <a:spcPct val="25000"/>
              </a:spcAft>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四系    </a:t>
            </a:r>
            <a:r>
              <a:rPr kumimoji="1" lang="en-US" altLang="zh-CN" sz="1350">
                <a:solidFill>
                  <a:srgbClr val="000066"/>
                </a:solidFill>
                <a:ea typeface="宋体" panose="02010600030101010101" pitchFamily="2" charset="-122"/>
                <a:cs typeface="黑体" panose="02010609060101010101" pitchFamily="49" charset="-122"/>
              </a:rPr>
              <a:t>206.0.71.128/25    11001110.00000000.01000111.1*          128</a:t>
            </a:r>
          </a:p>
        </p:txBody>
      </p:sp>
      <p:sp>
        <p:nvSpPr>
          <p:cNvPr id="292902" name="Line 58">
            <a:extLst>
              <a:ext uri="{FF2B5EF4-FFF2-40B4-BE49-F238E27FC236}">
                <a16:creationId xmlns:a16="http://schemas.microsoft.com/office/drawing/2014/main" id="{40A39B9B-35CA-244C-8E62-B8A8E9C111DC}"/>
              </a:ext>
            </a:extLst>
          </p:cNvPr>
          <p:cNvSpPr>
            <a:spLocks noChangeShapeType="1"/>
          </p:cNvSpPr>
          <p:nvPr/>
        </p:nvSpPr>
        <p:spPr bwMode="auto">
          <a:xfrm>
            <a:off x="1860947" y="3476625"/>
            <a:ext cx="52327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3" name="Line 59">
            <a:extLst>
              <a:ext uri="{FF2B5EF4-FFF2-40B4-BE49-F238E27FC236}">
                <a16:creationId xmlns:a16="http://schemas.microsoft.com/office/drawing/2014/main" id="{86AEAFB5-5FE5-E842-9757-F970E7424AB0}"/>
              </a:ext>
            </a:extLst>
          </p:cNvPr>
          <p:cNvSpPr>
            <a:spLocks noChangeShapeType="1"/>
          </p:cNvSpPr>
          <p:nvPr/>
        </p:nvSpPr>
        <p:spPr bwMode="auto">
          <a:xfrm flipH="1">
            <a:off x="2395538" y="3169444"/>
            <a:ext cx="119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4" name="Line 60">
            <a:extLst>
              <a:ext uri="{FF2B5EF4-FFF2-40B4-BE49-F238E27FC236}">
                <a16:creationId xmlns:a16="http://schemas.microsoft.com/office/drawing/2014/main" id="{4B483E71-E1E3-F140-9481-84BD56AC4796}"/>
              </a:ext>
            </a:extLst>
          </p:cNvPr>
          <p:cNvSpPr>
            <a:spLocks noChangeShapeType="1"/>
          </p:cNvSpPr>
          <p:nvPr/>
        </p:nvSpPr>
        <p:spPr bwMode="auto">
          <a:xfrm flipH="1">
            <a:off x="3654029"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5" name="Line 61">
            <a:extLst>
              <a:ext uri="{FF2B5EF4-FFF2-40B4-BE49-F238E27FC236}">
                <a16:creationId xmlns:a16="http://schemas.microsoft.com/office/drawing/2014/main" id="{BC2489A9-9C1B-8842-9334-3766BD189C62}"/>
              </a:ext>
            </a:extLst>
          </p:cNvPr>
          <p:cNvSpPr>
            <a:spLocks noChangeShapeType="1"/>
          </p:cNvSpPr>
          <p:nvPr/>
        </p:nvSpPr>
        <p:spPr bwMode="auto">
          <a:xfrm flipH="1">
            <a:off x="6192442"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1098331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4914" name="Group 3">
            <a:extLst>
              <a:ext uri="{FF2B5EF4-FFF2-40B4-BE49-F238E27FC236}">
                <a16:creationId xmlns:a16="http://schemas.microsoft.com/office/drawing/2014/main" id="{504356A1-B607-A44F-8977-F33BCB19BE74}"/>
              </a:ext>
            </a:extLst>
          </p:cNvPr>
          <p:cNvGrpSpPr>
            <a:grpSpLocks/>
          </p:cNvGrpSpPr>
          <p:nvPr/>
        </p:nvGrpSpPr>
        <p:grpSpPr bwMode="auto">
          <a:xfrm>
            <a:off x="1250633" y="1413925"/>
            <a:ext cx="1133475" cy="553641"/>
            <a:chOff x="2592" y="1200"/>
            <a:chExt cx="2400" cy="1584"/>
          </a:xfrm>
        </p:grpSpPr>
        <p:grpSp>
          <p:nvGrpSpPr>
            <p:cNvPr id="294951" name="Group 4">
              <a:extLst>
                <a:ext uri="{FF2B5EF4-FFF2-40B4-BE49-F238E27FC236}">
                  <a16:creationId xmlns:a16="http://schemas.microsoft.com/office/drawing/2014/main" id="{64696A43-115B-964A-A23C-D2DA922ECE50}"/>
                </a:ext>
              </a:extLst>
            </p:cNvPr>
            <p:cNvGrpSpPr>
              <a:grpSpLocks/>
            </p:cNvGrpSpPr>
            <p:nvPr/>
          </p:nvGrpSpPr>
          <p:grpSpPr bwMode="auto">
            <a:xfrm>
              <a:off x="2606" y="1231"/>
              <a:ext cx="2386" cy="1553"/>
              <a:chOff x="3134" y="1375"/>
              <a:chExt cx="2386" cy="1553"/>
            </a:xfrm>
          </p:grpSpPr>
          <p:sp>
            <p:nvSpPr>
              <p:cNvPr id="294961" name="Oval 5">
                <a:extLst>
                  <a:ext uri="{FF2B5EF4-FFF2-40B4-BE49-F238E27FC236}">
                    <a16:creationId xmlns:a16="http://schemas.microsoft.com/office/drawing/2014/main" id="{A16E786C-708D-8645-9303-54E6294A1C72}"/>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2" name="Oval 6">
                <a:extLst>
                  <a:ext uri="{FF2B5EF4-FFF2-40B4-BE49-F238E27FC236}">
                    <a16:creationId xmlns:a16="http://schemas.microsoft.com/office/drawing/2014/main" id="{C2C87FE4-496D-FF42-98E7-CBB3F89DDB2A}"/>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3" name="Oval 7">
                <a:extLst>
                  <a:ext uri="{FF2B5EF4-FFF2-40B4-BE49-F238E27FC236}">
                    <a16:creationId xmlns:a16="http://schemas.microsoft.com/office/drawing/2014/main" id="{A187D858-2DCD-714E-8BEE-87725C579EC4}"/>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4" name="Oval 8">
                <a:extLst>
                  <a:ext uri="{FF2B5EF4-FFF2-40B4-BE49-F238E27FC236}">
                    <a16:creationId xmlns:a16="http://schemas.microsoft.com/office/drawing/2014/main" id="{85B8FC94-E54E-CC4F-B528-FF5F2015C711}"/>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5" name="Oval 9">
                <a:extLst>
                  <a:ext uri="{FF2B5EF4-FFF2-40B4-BE49-F238E27FC236}">
                    <a16:creationId xmlns:a16="http://schemas.microsoft.com/office/drawing/2014/main" id="{C11E3D14-772C-D749-97AC-B8FAAF6BFBC9}"/>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6" name="Oval 10">
                <a:extLst>
                  <a:ext uri="{FF2B5EF4-FFF2-40B4-BE49-F238E27FC236}">
                    <a16:creationId xmlns:a16="http://schemas.microsoft.com/office/drawing/2014/main" id="{BDE67176-9CE6-F34E-8966-D4976866F261}"/>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7" name="Oval 11">
                <a:extLst>
                  <a:ext uri="{FF2B5EF4-FFF2-40B4-BE49-F238E27FC236}">
                    <a16:creationId xmlns:a16="http://schemas.microsoft.com/office/drawing/2014/main" id="{2E39213D-3377-BF48-95C8-30F72B558DD9}"/>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8" name="Oval 12">
                <a:extLst>
                  <a:ext uri="{FF2B5EF4-FFF2-40B4-BE49-F238E27FC236}">
                    <a16:creationId xmlns:a16="http://schemas.microsoft.com/office/drawing/2014/main" id="{75206163-5FFD-A54E-8952-373B5447F528}"/>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9" name="Oval 13">
                <a:extLst>
                  <a:ext uri="{FF2B5EF4-FFF2-40B4-BE49-F238E27FC236}">
                    <a16:creationId xmlns:a16="http://schemas.microsoft.com/office/drawing/2014/main" id="{8E7E1426-1D10-2E40-BCA8-EC359ABC94CD}"/>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52" name="Oval 14">
              <a:extLst>
                <a:ext uri="{FF2B5EF4-FFF2-40B4-BE49-F238E27FC236}">
                  <a16:creationId xmlns:a16="http://schemas.microsoft.com/office/drawing/2014/main" id="{FBBE412E-E7F1-A74F-91AB-9C2461D3F853}"/>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3" name="Oval 15">
              <a:extLst>
                <a:ext uri="{FF2B5EF4-FFF2-40B4-BE49-F238E27FC236}">
                  <a16:creationId xmlns:a16="http://schemas.microsoft.com/office/drawing/2014/main" id="{4EB28D5F-85D6-644C-ACA0-5BCF58E11AF3}"/>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4" name="Oval 16">
              <a:extLst>
                <a:ext uri="{FF2B5EF4-FFF2-40B4-BE49-F238E27FC236}">
                  <a16:creationId xmlns:a16="http://schemas.microsoft.com/office/drawing/2014/main" id="{1E8B02AA-5B0D-594B-94CB-11B70215C2FD}"/>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5" name="Oval 17">
              <a:extLst>
                <a:ext uri="{FF2B5EF4-FFF2-40B4-BE49-F238E27FC236}">
                  <a16:creationId xmlns:a16="http://schemas.microsoft.com/office/drawing/2014/main" id="{CDFAE527-758A-8F4F-9463-1CC19D80C0EA}"/>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6" name="Oval 18">
              <a:extLst>
                <a:ext uri="{FF2B5EF4-FFF2-40B4-BE49-F238E27FC236}">
                  <a16:creationId xmlns:a16="http://schemas.microsoft.com/office/drawing/2014/main" id="{E31C8F16-F2BA-D143-8780-B288EF1765E3}"/>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7" name="Oval 19">
              <a:extLst>
                <a:ext uri="{FF2B5EF4-FFF2-40B4-BE49-F238E27FC236}">
                  <a16:creationId xmlns:a16="http://schemas.microsoft.com/office/drawing/2014/main" id="{276BAFC3-2EF4-0249-89E6-9B249A887819}"/>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8" name="Oval 20">
              <a:extLst>
                <a:ext uri="{FF2B5EF4-FFF2-40B4-BE49-F238E27FC236}">
                  <a16:creationId xmlns:a16="http://schemas.microsoft.com/office/drawing/2014/main" id="{5CED5193-F361-2A42-92F0-9F2186B9D059}"/>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9" name="Oval 21">
              <a:extLst>
                <a:ext uri="{FF2B5EF4-FFF2-40B4-BE49-F238E27FC236}">
                  <a16:creationId xmlns:a16="http://schemas.microsoft.com/office/drawing/2014/main" id="{21981EC8-EA14-0D44-A82E-9B105B984C6A}"/>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0" name="Oval 22">
              <a:extLst>
                <a:ext uri="{FF2B5EF4-FFF2-40B4-BE49-F238E27FC236}">
                  <a16:creationId xmlns:a16="http://schemas.microsoft.com/office/drawing/2014/main" id="{1ED6CDE9-F185-A747-9E51-4C3D8B90A512}"/>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15" name="Text Box 23">
            <a:extLst>
              <a:ext uri="{FF2B5EF4-FFF2-40B4-BE49-F238E27FC236}">
                <a16:creationId xmlns:a16="http://schemas.microsoft.com/office/drawing/2014/main" id="{2FABE6F1-60F2-084B-B362-BBB078499AC5}"/>
              </a:ext>
            </a:extLst>
          </p:cNvPr>
          <p:cNvSpPr txBox="1">
            <a:spLocks noChangeArrowheads="1"/>
          </p:cNvSpPr>
          <p:nvPr/>
        </p:nvSpPr>
        <p:spPr bwMode="auto">
          <a:xfrm>
            <a:off x="1428037" y="149488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1480" name="Oval 24">
            <a:extLst>
              <a:ext uri="{FF2B5EF4-FFF2-40B4-BE49-F238E27FC236}">
                <a16:creationId xmlns:a16="http://schemas.microsoft.com/office/drawing/2014/main" id="{0A219CAC-95D0-7448-91C6-742BC9C0C46F}"/>
              </a:ext>
            </a:extLst>
          </p:cNvPr>
          <p:cNvSpPr>
            <a:spLocks noChangeArrowheads="1"/>
          </p:cNvSpPr>
          <p:nvPr/>
        </p:nvSpPr>
        <p:spPr bwMode="auto">
          <a:xfrm>
            <a:off x="3814049" y="130319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1481" name="Oval 25">
            <a:extLst>
              <a:ext uri="{FF2B5EF4-FFF2-40B4-BE49-F238E27FC236}">
                <a16:creationId xmlns:a16="http://schemas.microsoft.com/office/drawing/2014/main" id="{C408558A-3BCE-1A4D-BB9B-829355BDA26C}"/>
              </a:ext>
            </a:extLst>
          </p:cNvPr>
          <p:cNvSpPr>
            <a:spLocks noChangeArrowheads="1"/>
          </p:cNvSpPr>
          <p:nvPr/>
        </p:nvSpPr>
        <p:spPr bwMode="auto">
          <a:xfrm>
            <a:off x="4231957" y="141392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18" name="Text Box 26">
            <a:extLst>
              <a:ext uri="{FF2B5EF4-FFF2-40B4-BE49-F238E27FC236}">
                <a16:creationId xmlns:a16="http://schemas.microsoft.com/office/drawing/2014/main" id="{576F4899-A91B-4841-BFDA-C366315C4AD7}"/>
              </a:ext>
            </a:extLst>
          </p:cNvPr>
          <p:cNvSpPr txBox="1">
            <a:spLocks noChangeArrowheads="1"/>
          </p:cNvSpPr>
          <p:nvPr/>
        </p:nvSpPr>
        <p:spPr bwMode="auto">
          <a:xfrm>
            <a:off x="4296252" y="152465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531483" name="Text Box 27">
            <a:extLst>
              <a:ext uri="{FF2B5EF4-FFF2-40B4-BE49-F238E27FC236}">
                <a16:creationId xmlns:a16="http://schemas.microsoft.com/office/drawing/2014/main" id="{E49A3175-6A87-C548-B18F-AEF6E7A78681}"/>
              </a:ext>
            </a:extLst>
          </p:cNvPr>
          <p:cNvSpPr txBox="1">
            <a:spLocks noChangeArrowheads="1"/>
          </p:cNvSpPr>
          <p:nvPr/>
        </p:nvSpPr>
        <p:spPr bwMode="auto">
          <a:xfrm>
            <a:off x="2292430" y="1302006"/>
            <a:ext cx="15953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206.0.64.0/18</a:t>
            </a:r>
          </a:p>
        </p:txBody>
      </p:sp>
      <p:sp>
        <p:nvSpPr>
          <p:cNvPr id="294920" name="AutoShape 28">
            <a:extLst>
              <a:ext uri="{FF2B5EF4-FFF2-40B4-BE49-F238E27FC236}">
                <a16:creationId xmlns:a16="http://schemas.microsoft.com/office/drawing/2014/main" id="{02E963C2-21E1-F541-9A97-352DF15FBF6F}"/>
              </a:ext>
            </a:extLst>
          </p:cNvPr>
          <p:cNvSpPr>
            <a:spLocks noChangeArrowheads="1"/>
          </p:cNvSpPr>
          <p:nvPr/>
        </p:nvSpPr>
        <p:spPr bwMode="auto">
          <a:xfrm>
            <a:off x="2443639" y="159371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21" name="Text Box 29">
            <a:extLst>
              <a:ext uri="{FF2B5EF4-FFF2-40B4-BE49-F238E27FC236}">
                <a16:creationId xmlns:a16="http://schemas.microsoft.com/office/drawing/2014/main" id="{EB894637-98DA-9B41-9F0A-BC7FD9513481}"/>
              </a:ext>
            </a:extLst>
          </p:cNvPr>
          <p:cNvSpPr txBox="1">
            <a:spLocks noChangeArrowheads="1"/>
          </p:cNvSpPr>
          <p:nvPr/>
        </p:nvSpPr>
        <p:spPr bwMode="auto">
          <a:xfrm>
            <a:off x="3696177" y="114008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4922" name="Text Box 30">
            <a:extLst>
              <a:ext uri="{FF2B5EF4-FFF2-40B4-BE49-F238E27FC236}">
                <a16:creationId xmlns:a16="http://schemas.microsoft.com/office/drawing/2014/main" id="{A48D2E21-C8BA-2741-B60F-E467074AE176}"/>
              </a:ext>
            </a:extLst>
          </p:cNvPr>
          <p:cNvSpPr txBox="1">
            <a:spLocks noChangeArrowheads="1"/>
          </p:cNvSpPr>
          <p:nvPr/>
        </p:nvSpPr>
        <p:spPr bwMode="auto">
          <a:xfrm>
            <a:off x="5902405" y="119366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4923" name="Line 31">
            <a:extLst>
              <a:ext uri="{FF2B5EF4-FFF2-40B4-BE49-F238E27FC236}">
                <a16:creationId xmlns:a16="http://schemas.microsoft.com/office/drawing/2014/main" id="{DCC20F54-C4A7-FB43-AA99-3AE1BF2FA38E}"/>
              </a:ext>
            </a:extLst>
          </p:cNvPr>
          <p:cNvSpPr>
            <a:spLocks noChangeShapeType="1"/>
          </p:cNvSpPr>
          <p:nvPr/>
        </p:nvSpPr>
        <p:spPr bwMode="auto">
          <a:xfrm flipV="1">
            <a:off x="5424964" y="14139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4924" name="Text Box 32">
            <a:extLst>
              <a:ext uri="{FF2B5EF4-FFF2-40B4-BE49-F238E27FC236}">
                <a16:creationId xmlns:a16="http://schemas.microsoft.com/office/drawing/2014/main" id="{59676664-730E-AD45-9934-162F3FC01DD7}"/>
              </a:ext>
            </a:extLst>
          </p:cNvPr>
          <p:cNvSpPr txBox="1">
            <a:spLocks noChangeArrowheads="1"/>
          </p:cNvSpPr>
          <p:nvPr/>
        </p:nvSpPr>
        <p:spPr bwMode="auto">
          <a:xfrm>
            <a:off x="2582943" y="334869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4925" name="Text Box 33">
            <a:extLst>
              <a:ext uri="{FF2B5EF4-FFF2-40B4-BE49-F238E27FC236}">
                <a16:creationId xmlns:a16="http://schemas.microsoft.com/office/drawing/2014/main" id="{91898647-87B1-774D-A89E-F7A49010508B}"/>
              </a:ext>
            </a:extLst>
          </p:cNvPr>
          <p:cNvSpPr txBox="1">
            <a:spLocks noChangeArrowheads="1"/>
          </p:cNvSpPr>
          <p:nvPr/>
        </p:nvSpPr>
        <p:spPr bwMode="auto">
          <a:xfrm>
            <a:off x="4614149" y="32951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4926" name="Text Box 34">
            <a:extLst>
              <a:ext uri="{FF2B5EF4-FFF2-40B4-BE49-F238E27FC236}">
                <a16:creationId xmlns:a16="http://schemas.microsoft.com/office/drawing/2014/main" id="{A1175A55-D148-DC49-B424-DDA009FE94BF}"/>
              </a:ext>
            </a:extLst>
          </p:cNvPr>
          <p:cNvSpPr txBox="1">
            <a:spLocks noChangeArrowheads="1"/>
          </p:cNvSpPr>
          <p:nvPr/>
        </p:nvSpPr>
        <p:spPr bwMode="auto">
          <a:xfrm>
            <a:off x="5424964"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4927" name="Text Box 35">
            <a:extLst>
              <a:ext uri="{FF2B5EF4-FFF2-40B4-BE49-F238E27FC236}">
                <a16:creationId xmlns:a16="http://schemas.microsoft.com/office/drawing/2014/main" id="{19A82210-CA2D-394A-A855-98DCED37EB28}"/>
              </a:ext>
            </a:extLst>
          </p:cNvPr>
          <p:cNvSpPr txBox="1">
            <a:spLocks noChangeArrowheads="1"/>
          </p:cNvSpPr>
          <p:nvPr/>
        </p:nvSpPr>
        <p:spPr bwMode="auto">
          <a:xfrm>
            <a:off x="7045405"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4928" name="AutoShape 36">
            <a:extLst>
              <a:ext uri="{FF2B5EF4-FFF2-40B4-BE49-F238E27FC236}">
                <a16:creationId xmlns:a16="http://schemas.microsoft.com/office/drawing/2014/main" id="{1305282C-761D-ED41-B018-99EA3D2FA02D}"/>
              </a:ext>
            </a:extLst>
          </p:cNvPr>
          <p:cNvSpPr>
            <a:spLocks noChangeArrowheads="1"/>
          </p:cNvSpPr>
          <p:nvPr/>
        </p:nvSpPr>
        <p:spPr bwMode="auto">
          <a:xfrm rot="1625099">
            <a:off x="5227320" y="2094962"/>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3" name="Oval 37">
            <a:extLst>
              <a:ext uri="{FF2B5EF4-FFF2-40B4-BE49-F238E27FC236}">
                <a16:creationId xmlns:a16="http://schemas.microsoft.com/office/drawing/2014/main" id="{127BA214-E7D7-E748-9486-12A933F6AC17}"/>
              </a:ext>
            </a:extLst>
          </p:cNvPr>
          <p:cNvSpPr>
            <a:spLocks noChangeArrowheads="1"/>
          </p:cNvSpPr>
          <p:nvPr/>
        </p:nvSpPr>
        <p:spPr bwMode="auto">
          <a:xfrm>
            <a:off x="6498907"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0" name="Text Box 38">
            <a:extLst>
              <a:ext uri="{FF2B5EF4-FFF2-40B4-BE49-F238E27FC236}">
                <a16:creationId xmlns:a16="http://schemas.microsoft.com/office/drawing/2014/main" id="{C2A514C7-3173-7A4B-AC46-AA002863EF24}"/>
              </a:ext>
            </a:extLst>
          </p:cNvPr>
          <p:cNvSpPr txBox="1">
            <a:spLocks noChangeArrowheads="1"/>
          </p:cNvSpPr>
          <p:nvPr/>
        </p:nvSpPr>
        <p:spPr bwMode="auto">
          <a:xfrm>
            <a:off x="6558439" y="2635507"/>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206.0.71.192/26</a:t>
            </a:r>
          </a:p>
        </p:txBody>
      </p:sp>
      <p:sp>
        <p:nvSpPr>
          <p:cNvPr id="294931" name="AutoShape 39">
            <a:extLst>
              <a:ext uri="{FF2B5EF4-FFF2-40B4-BE49-F238E27FC236}">
                <a16:creationId xmlns:a16="http://schemas.microsoft.com/office/drawing/2014/main" id="{7EC48601-67CF-C64F-B98D-52CDB883EE2B}"/>
              </a:ext>
            </a:extLst>
          </p:cNvPr>
          <p:cNvSpPr>
            <a:spLocks noChangeArrowheads="1"/>
          </p:cNvSpPr>
          <p:nvPr/>
        </p:nvSpPr>
        <p:spPr bwMode="auto">
          <a:xfrm rot="8870696">
            <a:off x="2479357" y="2166400"/>
            <a:ext cx="2006204" cy="13811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6" name="Oval 40">
            <a:extLst>
              <a:ext uri="{FF2B5EF4-FFF2-40B4-BE49-F238E27FC236}">
                <a16:creationId xmlns:a16="http://schemas.microsoft.com/office/drawing/2014/main" id="{68DD760F-126A-BD42-A691-DC46683B8788}"/>
              </a:ext>
            </a:extLst>
          </p:cNvPr>
          <p:cNvSpPr>
            <a:spLocks noChangeArrowheads="1"/>
          </p:cNvSpPr>
          <p:nvPr/>
        </p:nvSpPr>
        <p:spPr bwMode="auto">
          <a:xfrm>
            <a:off x="1131570"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3" name="Text Box 41">
            <a:extLst>
              <a:ext uri="{FF2B5EF4-FFF2-40B4-BE49-F238E27FC236}">
                <a16:creationId xmlns:a16="http://schemas.microsoft.com/office/drawing/2014/main" id="{2E499406-BA98-0943-AA55-F2239033BF83}"/>
              </a:ext>
            </a:extLst>
          </p:cNvPr>
          <p:cNvSpPr txBox="1">
            <a:spLocks noChangeArrowheads="1"/>
          </p:cNvSpPr>
          <p:nvPr/>
        </p:nvSpPr>
        <p:spPr bwMode="auto">
          <a:xfrm>
            <a:off x="1429226"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206.0.68.128/25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206.0.69.128/25</a:t>
            </a:r>
          </a:p>
        </p:txBody>
      </p:sp>
      <p:sp>
        <p:nvSpPr>
          <p:cNvPr id="294934" name="AutoShape 42">
            <a:extLst>
              <a:ext uri="{FF2B5EF4-FFF2-40B4-BE49-F238E27FC236}">
                <a16:creationId xmlns:a16="http://schemas.microsoft.com/office/drawing/2014/main" id="{06D4D71F-55AC-0F45-B96C-119EF6CE6A91}"/>
              </a:ext>
            </a:extLst>
          </p:cNvPr>
          <p:cNvSpPr>
            <a:spLocks noChangeArrowheads="1"/>
          </p:cNvSpPr>
          <p:nvPr/>
        </p:nvSpPr>
        <p:spPr bwMode="auto">
          <a:xfrm rot="7490917">
            <a:off x="3518178" y="2332492"/>
            <a:ext cx="1607344" cy="141685"/>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9" name="Oval 43">
            <a:extLst>
              <a:ext uri="{FF2B5EF4-FFF2-40B4-BE49-F238E27FC236}">
                <a16:creationId xmlns:a16="http://schemas.microsoft.com/office/drawing/2014/main" id="{E138B864-2C70-BD43-B5E3-D094F24548F4}"/>
              </a:ext>
            </a:extLst>
          </p:cNvPr>
          <p:cNvSpPr>
            <a:spLocks noChangeArrowheads="1"/>
          </p:cNvSpPr>
          <p:nvPr/>
        </p:nvSpPr>
        <p:spPr bwMode="auto">
          <a:xfrm>
            <a:off x="3040143"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6" name="Text Box 44">
            <a:extLst>
              <a:ext uri="{FF2B5EF4-FFF2-40B4-BE49-F238E27FC236}">
                <a16:creationId xmlns:a16="http://schemas.microsoft.com/office/drawing/2014/main" id="{2655BB95-04EE-9243-8D87-9DD3FB563B93}"/>
              </a:ext>
            </a:extLst>
          </p:cNvPr>
          <p:cNvSpPr txBox="1">
            <a:spLocks noChangeArrowheads="1"/>
          </p:cNvSpPr>
          <p:nvPr/>
        </p:nvSpPr>
        <p:spPr bwMode="auto">
          <a:xfrm>
            <a:off x="3337799"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206.0.70.64/26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206.0.70.192/26</a:t>
            </a:r>
          </a:p>
        </p:txBody>
      </p:sp>
      <p:sp>
        <p:nvSpPr>
          <p:cNvPr id="294937" name="Rectangle 45">
            <a:extLst>
              <a:ext uri="{FF2B5EF4-FFF2-40B4-BE49-F238E27FC236}">
                <a16:creationId xmlns:a16="http://schemas.microsoft.com/office/drawing/2014/main" id="{5A613A6C-53BA-EC4C-A1BA-C6D9860FB522}"/>
              </a:ext>
            </a:extLst>
          </p:cNvPr>
          <p:cNvSpPr>
            <a:spLocks noChangeArrowheads="1"/>
          </p:cNvSpPr>
          <p:nvPr/>
        </p:nvSpPr>
        <p:spPr bwMode="auto">
          <a:xfrm>
            <a:off x="3755708" y="230570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38" name="Text Box 46">
            <a:extLst>
              <a:ext uri="{FF2B5EF4-FFF2-40B4-BE49-F238E27FC236}">
                <a16:creationId xmlns:a16="http://schemas.microsoft.com/office/drawing/2014/main" id="{3E7889EA-7729-7042-890B-D1B4FBC02D01}"/>
              </a:ext>
            </a:extLst>
          </p:cNvPr>
          <p:cNvSpPr txBox="1">
            <a:spLocks noChangeArrowheads="1"/>
          </p:cNvSpPr>
          <p:nvPr/>
        </p:nvSpPr>
        <p:spPr bwMode="auto">
          <a:xfrm>
            <a:off x="3696177"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206.0.70.0/24</a:t>
            </a:r>
          </a:p>
        </p:txBody>
      </p:sp>
      <p:sp>
        <p:nvSpPr>
          <p:cNvPr id="294939" name="AutoShape 47">
            <a:extLst>
              <a:ext uri="{FF2B5EF4-FFF2-40B4-BE49-F238E27FC236}">
                <a16:creationId xmlns:a16="http://schemas.microsoft.com/office/drawing/2014/main" id="{A3BCE5B0-2B5C-DF45-BACD-631983A3FF52}"/>
              </a:ext>
            </a:extLst>
          </p:cNvPr>
          <p:cNvSpPr>
            <a:spLocks noChangeArrowheads="1"/>
          </p:cNvSpPr>
          <p:nvPr/>
        </p:nvSpPr>
        <p:spPr bwMode="auto">
          <a:xfrm rot="14362323" flipH="1">
            <a:off x="4647486" y="2368807"/>
            <a:ext cx="1608535" cy="141684"/>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0" name="Rectangle 48">
            <a:extLst>
              <a:ext uri="{FF2B5EF4-FFF2-40B4-BE49-F238E27FC236}">
                <a16:creationId xmlns:a16="http://schemas.microsoft.com/office/drawing/2014/main" id="{31766BA7-B940-BE4E-AB03-E9393D0A5583}"/>
              </a:ext>
            </a:extLst>
          </p:cNvPr>
          <p:cNvSpPr>
            <a:spLocks noChangeArrowheads="1"/>
          </p:cNvSpPr>
          <p:nvPr/>
        </p:nvSpPr>
        <p:spPr bwMode="auto">
          <a:xfrm>
            <a:off x="5008245" y="2319991"/>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1" name="Text Box 49">
            <a:extLst>
              <a:ext uri="{FF2B5EF4-FFF2-40B4-BE49-F238E27FC236}">
                <a16:creationId xmlns:a16="http://schemas.microsoft.com/office/drawing/2014/main" id="{C9617C29-ABB5-7F46-BCBD-F496F9BC3C34}"/>
              </a:ext>
            </a:extLst>
          </p:cNvPr>
          <p:cNvSpPr txBox="1">
            <a:spLocks noChangeArrowheads="1"/>
          </p:cNvSpPr>
          <p:nvPr/>
        </p:nvSpPr>
        <p:spPr bwMode="auto">
          <a:xfrm>
            <a:off x="4947524" y="2231885"/>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206.0.71.0/25</a:t>
            </a:r>
          </a:p>
        </p:txBody>
      </p:sp>
      <p:sp>
        <p:nvSpPr>
          <p:cNvPr id="531506" name="Oval 50">
            <a:extLst>
              <a:ext uri="{FF2B5EF4-FFF2-40B4-BE49-F238E27FC236}">
                <a16:creationId xmlns:a16="http://schemas.microsoft.com/office/drawing/2014/main" id="{708E9DBC-AD5E-1842-B420-60E75256C5D6}"/>
              </a:ext>
            </a:extLst>
          </p:cNvPr>
          <p:cNvSpPr>
            <a:spLocks noChangeArrowheads="1"/>
          </p:cNvSpPr>
          <p:nvPr/>
        </p:nvSpPr>
        <p:spPr bwMode="auto">
          <a:xfrm>
            <a:off x="4889182"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43" name="Text Box 51">
            <a:extLst>
              <a:ext uri="{FF2B5EF4-FFF2-40B4-BE49-F238E27FC236}">
                <a16:creationId xmlns:a16="http://schemas.microsoft.com/office/drawing/2014/main" id="{A1943566-4FBB-0D44-9D88-3F83326C789E}"/>
              </a:ext>
            </a:extLst>
          </p:cNvPr>
          <p:cNvSpPr txBox="1">
            <a:spLocks noChangeArrowheads="1"/>
          </p:cNvSpPr>
          <p:nvPr/>
        </p:nvSpPr>
        <p:spPr bwMode="auto">
          <a:xfrm>
            <a:off x="5008245" y="2635507"/>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206.0.71.64/26</a:t>
            </a:r>
          </a:p>
        </p:txBody>
      </p:sp>
      <p:sp>
        <p:nvSpPr>
          <p:cNvPr id="294944" name="Rectangle 52">
            <a:extLst>
              <a:ext uri="{FF2B5EF4-FFF2-40B4-BE49-F238E27FC236}">
                <a16:creationId xmlns:a16="http://schemas.microsoft.com/office/drawing/2014/main" id="{576BDC9D-6183-A84A-9479-5E7AD10B9971}"/>
              </a:ext>
            </a:extLst>
          </p:cNvPr>
          <p:cNvSpPr>
            <a:spLocks noChangeArrowheads="1"/>
          </p:cNvSpPr>
          <p:nvPr/>
        </p:nvSpPr>
        <p:spPr bwMode="auto">
          <a:xfrm>
            <a:off x="6498907" y="2299750"/>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5" name="Text Box 53">
            <a:extLst>
              <a:ext uri="{FF2B5EF4-FFF2-40B4-BE49-F238E27FC236}">
                <a16:creationId xmlns:a16="http://schemas.microsoft.com/office/drawing/2014/main" id="{11CCEADD-A2A9-CC43-963D-905930864899}"/>
              </a:ext>
            </a:extLst>
          </p:cNvPr>
          <p:cNvSpPr txBox="1">
            <a:spLocks noChangeArrowheads="1"/>
          </p:cNvSpPr>
          <p:nvPr/>
        </p:nvSpPr>
        <p:spPr bwMode="auto">
          <a:xfrm>
            <a:off x="6438186" y="2197356"/>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206.0.71.128/25</a:t>
            </a:r>
          </a:p>
        </p:txBody>
      </p:sp>
      <p:sp>
        <p:nvSpPr>
          <p:cNvPr id="294946" name="Rectangle 54">
            <a:extLst>
              <a:ext uri="{FF2B5EF4-FFF2-40B4-BE49-F238E27FC236}">
                <a16:creationId xmlns:a16="http://schemas.microsoft.com/office/drawing/2014/main" id="{F1D5781E-40F5-C946-9A5A-F8158D7FEF4D}"/>
              </a:ext>
            </a:extLst>
          </p:cNvPr>
          <p:cNvSpPr>
            <a:spLocks noChangeArrowheads="1"/>
          </p:cNvSpPr>
          <p:nvPr/>
        </p:nvSpPr>
        <p:spPr bwMode="auto">
          <a:xfrm>
            <a:off x="2503170" y="2299750"/>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7" name="Text Box 55">
            <a:extLst>
              <a:ext uri="{FF2B5EF4-FFF2-40B4-BE49-F238E27FC236}">
                <a16:creationId xmlns:a16="http://schemas.microsoft.com/office/drawing/2014/main" id="{04EB2732-2D4E-394B-8B48-911FEC783E31}"/>
              </a:ext>
            </a:extLst>
          </p:cNvPr>
          <p:cNvSpPr txBox="1">
            <a:spLocks noChangeArrowheads="1"/>
          </p:cNvSpPr>
          <p:nvPr/>
        </p:nvSpPr>
        <p:spPr bwMode="auto">
          <a:xfrm>
            <a:off x="2442449"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206.0.68.0/23</a:t>
            </a:r>
          </a:p>
        </p:txBody>
      </p:sp>
      <p:sp>
        <p:nvSpPr>
          <p:cNvPr id="294948" name="Rectangle 56">
            <a:extLst>
              <a:ext uri="{FF2B5EF4-FFF2-40B4-BE49-F238E27FC236}">
                <a16:creationId xmlns:a16="http://schemas.microsoft.com/office/drawing/2014/main" id="{33123E58-8DDC-2946-952A-3036425862BC}"/>
              </a:ext>
            </a:extLst>
          </p:cNvPr>
          <p:cNvSpPr>
            <a:spLocks noChangeArrowheads="1"/>
          </p:cNvSpPr>
          <p:nvPr/>
        </p:nvSpPr>
        <p:spPr bwMode="auto">
          <a:xfrm>
            <a:off x="51435" y="3693081"/>
            <a:ext cx="9041130" cy="1045429"/>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94949" name="Text Box 57">
            <a:extLst>
              <a:ext uri="{FF2B5EF4-FFF2-40B4-BE49-F238E27FC236}">
                <a16:creationId xmlns:a16="http://schemas.microsoft.com/office/drawing/2014/main" id="{C9185BA3-FA0E-DC4A-A9C5-F628BCD9F4FE}"/>
              </a:ext>
            </a:extLst>
          </p:cNvPr>
          <p:cNvSpPr txBox="1">
            <a:spLocks noChangeArrowheads="1"/>
          </p:cNvSpPr>
          <p:nvPr/>
        </p:nvSpPr>
        <p:spPr bwMode="auto">
          <a:xfrm>
            <a:off x="51436" y="3697906"/>
            <a:ext cx="904113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ea typeface="宋体" panose="02010600030101010101" pitchFamily="2" charset="-122"/>
                <a:cs typeface="Times New Roman" panose="02020603050405020304" pitchFamily="18" charset="0"/>
              </a:rPr>
              <a:t>这个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共有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 </a:t>
            </a:r>
            <a:r>
              <a:rPr lang="en-US" altLang="zh-CN" sz="2100" dirty="0">
                <a:ea typeface="宋体" panose="02010600030101010101" pitchFamily="2" charset="-122"/>
                <a:cs typeface="Times New Roman" panose="02020603050405020304" pitchFamily="18" charset="0"/>
              </a:rPr>
              <a:t>C </a:t>
            </a:r>
            <a:r>
              <a:rPr lang="zh-CN" altLang="en-US" sz="2100" dirty="0">
                <a:ea typeface="宋体" panose="02010600030101010101" pitchFamily="2" charset="-122"/>
                <a:cs typeface="Times New Roman" panose="02020603050405020304" pitchFamily="18" charset="0"/>
              </a:rPr>
              <a:t>类网络。如果不采用 </a:t>
            </a:r>
            <a:r>
              <a:rPr lang="en-US" altLang="zh-CN" sz="2100" dirty="0">
                <a:ea typeface="宋体" panose="02010600030101010101" pitchFamily="2" charset="-122"/>
                <a:cs typeface="Times New Roman" panose="02020603050405020304" pitchFamily="18" charset="0"/>
              </a:rPr>
              <a:t>CIDR </a:t>
            </a:r>
            <a:r>
              <a:rPr lang="zh-CN" altLang="en-US" sz="2100" dirty="0">
                <a:ea typeface="宋体" panose="02010600030101010101" pitchFamily="2" charset="-122"/>
                <a:cs typeface="Times New Roman" panose="02020603050405020304" pitchFamily="18" charset="0"/>
              </a:rPr>
              <a:t>技术，则在与该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的路由器交换路由信息的每一个路由器的路由表中，就需要有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个项目。但采用地址聚合后，只需用路由聚合后的 </a:t>
            </a:r>
            <a:r>
              <a:rPr lang="en-US" altLang="zh-CN" sz="2100" dirty="0">
                <a:ea typeface="宋体" panose="02010600030101010101" pitchFamily="2" charset="-122"/>
                <a:cs typeface="Times New Roman" panose="02020603050405020304" pitchFamily="18" charset="0"/>
              </a:rPr>
              <a:t>1 </a:t>
            </a:r>
            <a:r>
              <a:rPr lang="zh-CN" altLang="en-US" sz="2100" dirty="0">
                <a:ea typeface="宋体" panose="02010600030101010101" pitchFamily="2" charset="-122"/>
                <a:cs typeface="Times New Roman" panose="02020603050405020304" pitchFamily="18" charset="0"/>
              </a:rPr>
              <a:t>个项目 </a:t>
            </a:r>
            <a:r>
              <a:rPr lang="en-US" altLang="zh-CN" sz="2100" dirty="0">
                <a:ea typeface="宋体" panose="02010600030101010101" pitchFamily="2" charset="-122"/>
                <a:cs typeface="Times New Roman" panose="02020603050405020304" pitchFamily="18" charset="0"/>
              </a:rPr>
              <a:t>206.0.64.0/18 </a:t>
            </a:r>
            <a:r>
              <a:rPr lang="zh-CN" altLang="en-US" sz="2100" dirty="0">
                <a:ea typeface="宋体" panose="02010600030101010101" pitchFamily="2" charset="-122"/>
                <a:cs typeface="Times New Roman" panose="02020603050405020304" pitchFamily="18" charset="0"/>
              </a:rPr>
              <a:t>就能找到该 </a:t>
            </a:r>
            <a:r>
              <a:rPr lang="en-US" altLang="zh-CN" sz="2100" dirty="0">
                <a:ea typeface="宋体" panose="02010600030101010101" pitchFamily="2" charset="-122"/>
                <a:cs typeface="Times New Roman" panose="02020603050405020304" pitchFamily="18" charset="0"/>
              </a:rPr>
              <a:t>ISP</a:t>
            </a:r>
            <a:r>
              <a:rPr lang="zh-CN" altLang="en-US" sz="2100" dirty="0">
                <a:ea typeface="宋体" panose="02010600030101010101" pitchFamily="2" charset="-122"/>
                <a:cs typeface="Times New Roman" panose="02020603050405020304" pitchFamily="18" charset="0"/>
              </a:rPr>
              <a:t>。 </a:t>
            </a:r>
          </a:p>
        </p:txBody>
      </p:sp>
      <p:sp>
        <p:nvSpPr>
          <p:cNvPr id="294950" name="幻灯片编号占位符 1">
            <a:extLst>
              <a:ext uri="{FF2B5EF4-FFF2-40B4-BE49-F238E27FC236}">
                <a16:creationId xmlns:a16="http://schemas.microsoft.com/office/drawing/2014/main" id="{28E6ADD6-EC79-9D48-90C2-C6BA9B3629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ED157EF-F9C6-A449-983A-BD90E56D98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F4CA8DE9-1ABD-E74F-A793-3CFDC2BE56C3}"/>
              </a:ext>
            </a:extLst>
          </p:cNvPr>
          <p:cNvSpPr>
            <a:spLocks noGrp="1"/>
          </p:cNvSpPr>
          <p:nvPr>
            <p:ph type="title"/>
          </p:nvPr>
        </p:nvSpPr>
        <p:spPr/>
        <p:txBody>
          <a:bodyPr/>
          <a:lstStyle/>
          <a:p>
            <a:r>
              <a:rPr lang="en-US" altLang="zh-CN" dirty="0">
                <a:ea typeface="宋体" panose="02010600030101010101" pitchFamily="2" charset="-122"/>
              </a:rPr>
              <a:t>CIDR </a:t>
            </a:r>
            <a:r>
              <a:rPr lang="zh-CN" altLang="en-US" dirty="0">
                <a:ea typeface="宋体" panose="02010600030101010101" pitchFamily="2" charset="-122"/>
              </a:rPr>
              <a:t>地址块划分举例 </a:t>
            </a:r>
            <a:endParaRPr kumimoji="1" lang="zh-CN" altLang="en-US" dirty="0"/>
          </a:p>
        </p:txBody>
      </p:sp>
    </p:spTree>
    <p:extLst>
      <p:ext uri="{BB962C8B-B14F-4D97-AF65-F5344CB8AC3E}">
        <p14:creationId xmlns:p14="http://schemas.microsoft.com/office/powerpoint/2010/main" val="20775076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3148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1483"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1" name="Rectangle 2">
            <a:extLst>
              <a:ext uri="{FF2B5EF4-FFF2-40B4-BE49-F238E27FC236}">
                <a16:creationId xmlns:a16="http://schemas.microsoft.com/office/drawing/2014/main" id="{C27A6DFF-59F5-F14D-A04E-4B5D3AE99B1B}"/>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2" name="Rectangle 3">
            <a:extLst>
              <a:ext uri="{FF2B5EF4-FFF2-40B4-BE49-F238E27FC236}">
                <a16:creationId xmlns:a16="http://schemas.microsoft.com/office/drawing/2014/main" id="{C45F3C44-566E-AD48-9A43-741E7092C3EE}"/>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3" name="Rectangle 4">
            <a:extLst>
              <a:ext uri="{FF2B5EF4-FFF2-40B4-BE49-F238E27FC236}">
                <a16:creationId xmlns:a16="http://schemas.microsoft.com/office/drawing/2014/main" id="{4D2C0B7A-2D03-2E47-8126-A5E951D2BD91}"/>
              </a:ext>
            </a:extLst>
          </p:cNvPr>
          <p:cNvSpPr>
            <a:spLocks noGrp="1" noChangeArrowheads="1"/>
          </p:cNvSpPr>
          <p:nvPr>
            <p:ph type="title"/>
          </p:nvPr>
        </p:nvSpPr>
        <p:spPr>
          <a:xfrm>
            <a:off x="160020" y="195263"/>
            <a:ext cx="7475459"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最长前缀匹配</a:t>
            </a:r>
          </a:p>
        </p:txBody>
      </p:sp>
      <p:sp>
        <p:nvSpPr>
          <p:cNvPr id="296964" name="Rectangle 5">
            <a:extLst>
              <a:ext uri="{FF2B5EF4-FFF2-40B4-BE49-F238E27FC236}">
                <a16:creationId xmlns:a16="http://schemas.microsoft.com/office/drawing/2014/main" id="{7D77159F-A376-2D44-AE5A-183385050C62}"/>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2486" name="Rectangle 6">
            <a:extLst>
              <a:ext uri="{FF2B5EF4-FFF2-40B4-BE49-F238E27FC236}">
                <a16:creationId xmlns:a16="http://schemas.microsoft.com/office/drawing/2014/main" id="{A801D254-A3A5-2244-B5E0-00F19921DD6E}"/>
              </a:ext>
            </a:extLst>
          </p:cNvPr>
          <p:cNvSpPr>
            <a:spLocks noGrp="1" noChangeArrowheads="1"/>
          </p:cNvSpPr>
          <p:nvPr>
            <p:ph type="body" idx="1"/>
          </p:nvPr>
        </p:nvSpPr>
        <p:spPr>
          <a:xfrm>
            <a:off x="279082" y="1059657"/>
            <a:ext cx="8602028" cy="3456385"/>
          </a:xfrm>
        </p:spPr>
        <p:txBody>
          <a:bodyPr/>
          <a:lstStyle/>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CIDR </a:t>
            </a:r>
            <a:r>
              <a:rPr lang="zh-CN" altLang="en-US" dirty="0">
                <a:ea typeface="宋体" panose="02010600030101010101" pitchFamily="2" charset="-122"/>
              </a:rPr>
              <a:t>时，路由表中的每个项目由“网络前缀”和“下一跳地址”组成。在查找路由表时可能会得到不止一个匹配结果。 </a:t>
            </a:r>
          </a:p>
          <a:p>
            <a:pPr algn="just" eaLnBrk="1" hangingPunct="1"/>
            <a:r>
              <a:rPr lang="zh-CN" altLang="en-US" dirty="0">
                <a:ea typeface="宋体" panose="02010600030101010101" pitchFamily="2" charset="-122"/>
              </a:rPr>
              <a:t>应当从匹配结果中选择具有最长网络前缀的路由：</a:t>
            </a:r>
            <a:r>
              <a:rPr lang="zh-CN" altLang="en-US" dirty="0">
                <a:solidFill>
                  <a:schemeClr val="hlink"/>
                </a:solidFill>
                <a:ea typeface="宋体" panose="02010600030101010101" pitchFamily="2" charset="-122"/>
              </a:rPr>
              <a:t>最长前缀匹配</a:t>
            </a:r>
            <a:r>
              <a:rPr lang="en-US" altLang="zh-CN" dirty="0">
                <a:ea typeface="宋体" panose="02010600030101010101" pitchFamily="2" charset="-122"/>
              </a:rPr>
              <a:t>(longest-prefix matching)</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网络前缀越长，其地址块就越小，因而路由就越具体</a:t>
            </a:r>
            <a:r>
              <a:rPr lang="en-US" altLang="zh-CN" dirty="0">
                <a:ea typeface="宋体" panose="02010600030101010101" pitchFamily="2" charset="-122"/>
              </a:rPr>
              <a:t>(more specific)</a:t>
            </a:r>
            <a:r>
              <a:rPr lang="en-US" altLang="zh-CN"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最长前缀匹配又称为</a:t>
            </a:r>
            <a:r>
              <a:rPr lang="zh-CN" altLang="en-US" dirty="0">
                <a:solidFill>
                  <a:schemeClr val="hlink"/>
                </a:solidFill>
                <a:ea typeface="宋体" panose="02010600030101010101" pitchFamily="2" charset="-122"/>
              </a:rPr>
              <a:t>最长匹配</a:t>
            </a:r>
            <a:r>
              <a:rPr lang="zh-CN" altLang="en-US" dirty="0">
                <a:ea typeface="宋体" panose="02010600030101010101" pitchFamily="2" charset="-122"/>
              </a:rPr>
              <a:t>或</a:t>
            </a:r>
            <a:r>
              <a:rPr lang="zh-CN" altLang="en-US" dirty="0">
                <a:solidFill>
                  <a:schemeClr val="hlink"/>
                </a:solidFill>
                <a:ea typeface="宋体" panose="02010600030101010101" pitchFamily="2" charset="-122"/>
              </a:rPr>
              <a:t>最佳匹配</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296966" name="幻灯片编号占位符 1">
            <a:extLst>
              <a:ext uri="{FF2B5EF4-FFF2-40B4-BE49-F238E27FC236}">
                <a16:creationId xmlns:a16="http://schemas.microsoft.com/office/drawing/2014/main" id="{239E2128-8A05-1148-B790-E97603D9B1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CBAC-FFD5-CB4E-A415-F7304F58444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73136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2">
            <a:extLst>
              <a:ext uri="{FF2B5EF4-FFF2-40B4-BE49-F238E27FC236}">
                <a16:creationId xmlns:a16="http://schemas.microsoft.com/office/drawing/2014/main" id="{D99C3D51-83DB-6D49-A42F-18E18DF97809}"/>
              </a:ext>
            </a:extLst>
          </p:cNvPr>
          <p:cNvSpPr>
            <a:spLocks noChangeArrowheads="1"/>
          </p:cNvSpPr>
          <p:nvPr/>
        </p:nvSpPr>
        <p:spPr bwMode="auto">
          <a:xfrm>
            <a:off x="2465785" y="3488293"/>
            <a:ext cx="3726656" cy="1127522"/>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9011" name="Text Box 4">
            <a:extLst>
              <a:ext uri="{FF2B5EF4-FFF2-40B4-BE49-F238E27FC236}">
                <a16:creationId xmlns:a16="http://schemas.microsoft.com/office/drawing/2014/main" id="{38F83984-A240-6B44-B2C0-4C6ED4E2BF7C}"/>
              </a:ext>
            </a:extLst>
          </p:cNvPr>
          <p:cNvSpPr txBox="1">
            <a:spLocks noChangeArrowheads="1"/>
          </p:cNvSpPr>
          <p:nvPr/>
        </p:nvSpPr>
        <p:spPr bwMode="auto">
          <a:xfrm>
            <a:off x="1223962" y="97631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299012" name="Text Box 5">
            <a:extLst>
              <a:ext uri="{FF2B5EF4-FFF2-40B4-BE49-F238E27FC236}">
                <a16:creationId xmlns:a16="http://schemas.microsoft.com/office/drawing/2014/main" id="{3D1F7517-F009-AD44-B3AE-90B4C53EE2DB}"/>
              </a:ext>
            </a:extLst>
          </p:cNvPr>
          <p:cNvSpPr txBox="1">
            <a:spLocks noChangeArrowheads="1"/>
          </p:cNvSpPr>
          <p:nvPr/>
        </p:nvSpPr>
        <p:spPr bwMode="auto">
          <a:xfrm>
            <a:off x="1223963" y="1972627"/>
            <a:ext cx="344677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查找路由表中的第 </a:t>
            </a:r>
            <a:r>
              <a:rPr lang="en-US" altLang="zh-CN" sz="2100" dirty="0">
                <a:latin typeface="Arial" panose="020B0604020202020204" pitchFamily="34" charset="0"/>
                <a:ea typeface="宋体" panose="02010600030101010101" pitchFamily="2" charset="-122"/>
                <a:cs typeface="黑体" panose="02010609060101010101" pitchFamily="49" charset="-122"/>
              </a:rPr>
              <a:t>1 </a:t>
            </a:r>
            <a:r>
              <a:rPr lang="zh-CN" altLang="en-US" sz="2100" dirty="0">
                <a:latin typeface="Arial" panose="020B0604020202020204" pitchFamily="34" charset="0"/>
                <a:ea typeface="宋体" panose="02010600030101010101" pitchFamily="2" charset="-122"/>
                <a:cs typeface="黑体" panose="02010609060101010101" pitchFamily="49" charset="-122"/>
              </a:rPr>
              <a:t>个项目</a:t>
            </a:r>
          </a:p>
        </p:txBody>
      </p:sp>
      <p:sp>
        <p:nvSpPr>
          <p:cNvPr id="299013" name="Text Box 6">
            <a:extLst>
              <a:ext uri="{FF2B5EF4-FFF2-40B4-BE49-F238E27FC236}">
                <a16:creationId xmlns:a16="http://schemas.microsoft.com/office/drawing/2014/main" id="{CB8CB2E9-7418-6F4E-A749-E24DA8B529A6}"/>
              </a:ext>
            </a:extLst>
          </p:cNvPr>
          <p:cNvSpPr txBox="1">
            <a:spLocks noChangeArrowheads="1"/>
          </p:cNvSpPr>
          <p:nvPr/>
        </p:nvSpPr>
        <p:spPr bwMode="auto">
          <a:xfrm>
            <a:off x="1223962" y="3813334"/>
            <a:ext cx="63972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01000111</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299014" name="Text Box 7">
            <a:extLst>
              <a:ext uri="{FF2B5EF4-FFF2-40B4-BE49-F238E27FC236}">
                <a16:creationId xmlns:a16="http://schemas.microsoft.com/office/drawing/2014/main" id="{C77C2636-C192-9347-8FAC-399B269637AB}"/>
              </a:ext>
            </a:extLst>
          </p:cNvPr>
          <p:cNvSpPr txBox="1">
            <a:spLocks noChangeArrowheads="1"/>
          </p:cNvSpPr>
          <p:nvPr/>
        </p:nvSpPr>
        <p:spPr bwMode="auto">
          <a:xfrm>
            <a:off x="1223962" y="2297668"/>
            <a:ext cx="682751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22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299015" name="Text Box 8">
            <a:extLst>
              <a:ext uri="{FF2B5EF4-FFF2-40B4-BE49-F238E27FC236}">
                <a16:creationId xmlns:a16="http://schemas.microsoft.com/office/drawing/2014/main" id="{D21747F2-7522-ED4C-A4B3-35E0B64FA63E}"/>
              </a:ext>
            </a:extLst>
          </p:cNvPr>
          <p:cNvSpPr txBox="1">
            <a:spLocks noChangeArrowheads="1"/>
          </p:cNvSpPr>
          <p:nvPr/>
        </p:nvSpPr>
        <p:spPr bwMode="auto">
          <a:xfrm>
            <a:off x="1918098" y="2731056"/>
            <a:ext cx="533331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11111100 00000000</a:t>
            </a:r>
          </a:p>
        </p:txBody>
      </p:sp>
      <p:sp>
        <p:nvSpPr>
          <p:cNvPr id="299016" name="Text Box 9">
            <a:extLst>
              <a:ext uri="{FF2B5EF4-FFF2-40B4-BE49-F238E27FC236}">
                <a16:creationId xmlns:a16="http://schemas.microsoft.com/office/drawing/2014/main" id="{8F59F26E-C53C-E54B-82EA-A7069C4F587D}"/>
              </a:ext>
            </a:extLst>
          </p:cNvPr>
          <p:cNvSpPr txBox="1">
            <a:spLocks noChangeArrowheads="1"/>
          </p:cNvSpPr>
          <p:nvPr/>
        </p:nvSpPr>
        <p:spPr bwMode="auto">
          <a:xfrm>
            <a:off x="1223963" y="310015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299017" name="Text Box 10">
            <a:extLst>
              <a:ext uri="{FF2B5EF4-FFF2-40B4-BE49-F238E27FC236}">
                <a16:creationId xmlns:a16="http://schemas.microsoft.com/office/drawing/2014/main" id="{8A3A930F-5F39-8D44-8338-8E3D98640BDC}"/>
              </a:ext>
            </a:extLst>
          </p:cNvPr>
          <p:cNvSpPr txBox="1">
            <a:spLocks noChangeArrowheads="1"/>
          </p:cNvSpPr>
          <p:nvPr/>
        </p:nvSpPr>
        <p:spPr bwMode="auto">
          <a:xfrm>
            <a:off x="1918097" y="3482340"/>
            <a:ext cx="5753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11111100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00000000</a:t>
            </a:r>
          </a:p>
        </p:txBody>
      </p:sp>
      <p:sp>
        <p:nvSpPr>
          <p:cNvPr id="299018" name="Line 11">
            <a:extLst>
              <a:ext uri="{FF2B5EF4-FFF2-40B4-BE49-F238E27FC236}">
                <a16:creationId xmlns:a16="http://schemas.microsoft.com/office/drawing/2014/main" id="{814DFE1A-0FB4-C441-A391-45A4789949DD}"/>
              </a:ext>
            </a:extLst>
          </p:cNvPr>
          <p:cNvSpPr>
            <a:spLocks noChangeShapeType="1"/>
          </p:cNvSpPr>
          <p:nvPr/>
        </p:nvSpPr>
        <p:spPr bwMode="auto">
          <a:xfrm>
            <a:off x="1143000" y="419076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9019" name="Text Box 12">
            <a:extLst>
              <a:ext uri="{FF2B5EF4-FFF2-40B4-BE49-F238E27FC236}">
                <a16:creationId xmlns:a16="http://schemas.microsoft.com/office/drawing/2014/main" id="{458ED657-98A2-ED4B-9C7B-08388B19B116}"/>
              </a:ext>
            </a:extLst>
          </p:cNvPr>
          <p:cNvSpPr txBox="1">
            <a:spLocks noChangeArrowheads="1"/>
          </p:cNvSpPr>
          <p:nvPr/>
        </p:nvSpPr>
        <p:spPr bwMode="auto">
          <a:xfrm>
            <a:off x="2601516" y="4222909"/>
            <a:ext cx="44582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01000100</a:t>
            </a:r>
            <a:r>
              <a:rPr lang="en-US" altLang="zh-CN" sz="1800">
                <a:latin typeface="Courier New" panose="02070309020205020404" pitchFamily="49" charset="0"/>
                <a:ea typeface="宋体" panose="02010600030101010101" pitchFamily="2" charset="-122"/>
                <a:cs typeface="Courier New" panose="02070309020205020404" pitchFamily="49" charset="0"/>
              </a:rPr>
              <a:t>.    0</a:t>
            </a:r>
          </a:p>
        </p:txBody>
      </p:sp>
      <p:sp>
        <p:nvSpPr>
          <p:cNvPr id="533517" name="Text Box 13">
            <a:extLst>
              <a:ext uri="{FF2B5EF4-FFF2-40B4-BE49-F238E27FC236}">
                <a16:creationId xmlns:a16="http://schemas.microsoft.com/office/drawing/2014/main" id="{789B2EAD-4E78-594E-B2EF-E98555D21EE3}"/>
              </a:ext>
            </a:extLst>
          </p:cNvPr>
          <p:cNvSpPr txBox="1">
            <a:spLocks noChangeArrowheads="1"/>
          </p:cNvSpPr>
          <p:nvPr/>
        </p:nvSpPr>
        <p:spPr bwMode="auto">
          <a:xfrm>
            <a:off x="1223962" y="4650031"/>
            <a:ext cx="278634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299021" name="幻灯片编号占位符 1">
            <a:extLst>
              <a:ext uri="{FF2B5EF4-FFF2-40B4-BE49-F238E27FC236}">
                <a16:creationId xmlns:a16="http://schemas.microsoft.com/office/drawing/2014/main" id="{B6E472C9-F04F-4043-B986-6F876942A6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498166-1D98-264D-A4D7-512FC431357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139</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9B72A041-40B3-C645-9985-2523CF2D615F}"/>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11205052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3506"/>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350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35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506" grpId="0" animBg="1"/>
      <p:bldP spid="533506" grpId="1" animBg="1"/>
      <p:bldP spid="53351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Rectangle 2">
            <a:extLst>
              <a:ext uri="{FF2B5EF4-FFF2-40B4-BE49-F238E27FC236}">
                <a16:creationId xmlns:a16="http://schemas.microsoft.com/office/drawing/2014/main" id="{8D51EAA7-4073-3441-B4C8-B058C30BA7AD}"/>
              </a:ext>
            </a:extLst>
          </p:cNvPr>
          <p:cNvSpPr>
            <a:spLocks noChangeArrowheads="1"/>
          </p:cNvSpPr>
          <p:nvPr/>
        </p:nvSpPr>
        <p:spPr bwMode="auto">
          <a:xfrm>
            <a:off x="2736056" y="3377565"/>
            <a:ext cx="3563541" cy="1188244"/>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800">
              <a:solidFill>
                <a:schemeClr val="tx1"/>
              </a:solidFill>
              <a:latin typeface="Courier New" panose="02070309020205020404" pitchFamily="49" charset="0"/>
              <a:ea typeface="宋体" panose="02010600030101010101" pitchFamily="2" charset="-122"/>
            </a:endParaRPr>
          </a:p>
        </p:txBody>
      </p:sp>
      <p:sp>
        <p:nvSpPr>
          <p:cNvPr id="301059" name="Text Box 4">
            <a:extLst>
              <a:ext uri="{FF2B5EF4-FFF2-40B4-BE49-F238E27FC236}">
                <a16:creationId xmlns:a16="http://schemas.microsoft.com/office/drawing/2014/main" id="{25A327A7-E7C6-3D4F-9B27-24E2D2F21F86}"/>
              </a:ext>
            </a:extLst>
          </p:cNvPr>
          <p:cNvSpPr txBox="1">
            <a:spLocks noChangeArrowheads="1"/>
          </p:cNvSpPr>
          <p:nvPr/>
        </p:nvSpPr>
        <p:spPr bwMode="auto">
          <a:xfrm>
            <a:off x="1223962" y="95345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301060" name="Text Box 5">
            <a:extLst>
              <a:ext uri="{FF2B5EF4-FFF2-40B4-BE49-F238E27FC236}">
                <a16:creationId xmlns:a16="http://schemas.microsoft.com/office/drawing/2014/main" id="{1A50002D-8FCD-C14F-8AC1-F48CFF1BDCDE}"/>
              </a:ext>
            </a:extLst>
          </p:cNvPr>
          <p:cNvSpPr txBox="1">
            <a:spLocks noChangeArrowheads="1"/>
          </p:cNvSpPr>
          <p:nvPr/>
        </p:nvSpPr>
        <p:spPr bwMode="auto">
          <a:xfrm>
            <a:off x="1223962" y="1915477"/>
            <a:ext cx="37160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再查找路由表中的第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a:t>
            </a:r>
          </a:p>
        </p:txBody>
      </p:sp>
      <p:sp>
        <p:nvSpPr>
          <p:cNvPr id="301061" name="Text Box 6">
            <a:extLst>
              <a:ext uri="{FF2B5EF4-FFF2-40B4-BE49-F238E27FC236}">
                <a16:creationId xmlns:a16="http://schemas.microsoft.com/office/drawing/2014/main" id="{DFEF509E-E480-4247-BEAE-CF1A421566EC}"/>
              </a:ext>
            </a:extLst>
          </p:cNvPr>
          <p:cNvSpPr txBox="1">
            <a:spLocks noChangeArrowheads="1"/>
          </p:cNvSpPr>
          <p:nvPr/>
        </p:nvSpPr>
        <p:spPr bwMode="auto">
          <a:xfrm>
            <a:off x="1178719" y="3756184"/>
            <a:ext cx="65261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301062" name="Text Box 7">
            <a:extLst>
              <a:ext uri="{FF2B5EF4-FFF2-40B4-BE49-F238E27FC236}">
                <a16:creationId xmlns:a16="http://schemas.microsoft.com/office/drawing/2014/main" id="{F1A49D97-1C20-094C-A0CC-31A8AFD27446}"/>
              </a:ext>
            </a:extLst>
          </p:cNvPr>
          <p:cNvSpPr txBox="1">
            <a:spLocks noChangeArrowheads="1"/>
          </p:cNvSpPr>
          <p:nvPr/>
        </p:nvSpPr>
        <p:spPr bwMode="auto">
          <a:xfrm>
            <a:off x="1223963" y="2240518"/>
            <a:ext cx="71256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25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301063" name="Text Box 8">
            <a:extLst>
              <a:ext uri="{FF2B5EF4-FFF2-40B4-BE49-F238E27FC236}">
                <a16:creationId xmlns:a16="http://schemas.microsoft.com/office/drawing/2014/main" id="{4E1F6180-3B2C-C44B-9346-495327FFE0B5}"/>
              </a:ext>
            </a:extLst>
          </p:cNvPr>
          <p:cNvSpPr txBox="1">
            <a:spLocks noChangeArrowheads="1"/>
          </p:cNvSpPr>
          <p:nvPr/>
        </p:nvSpPr>
        <p:spPr bwMode="auto">
          <a:xfrm>
            <a:off x="2164557" y="2664381"/>
            <a:ext cx="529330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11111111 10000000</a:t>
            </a:r>
          </a:p>
        </p:txBody>
      </p:sp>
      <p:sp>
        <p:nvSpPr>
          <p:cNvPr id="301064" name="Text Box 9">
            <a:extLst>
              <a:ext uri="{FF2B5EF4-FFF2-40B4-BE49-F238E27FC236}">
                <a16:creationId xmlns:a16="http://schemas.microsoft.com/office/drawing/2014/main" id="{821F11CB-2C63-3149-8024-E282FF7D4F9F}"/>
              </a:ext>
            </a:extLst>
          </p:cNvPr>
          <p:cNvSpPr txBox="1">
            <a:spLocks noChangeArrowheads="1"/>
          </p:cNvSpPr>
          <p:nvPr/>
        </p:nvSpPr>
        <p:spPr bwMode="auto">
          <a:xfrm>
            <a:off x="1223963" y="304300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4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301065" name="Text Box 10">
            <a:extLst>
              <a:ext uri="{FF2B5EF4-FFF2-40B4-BE49-F238E27FC236}">
                <a16:creationId xmlns:a16="http://schemas.microsoft.com/office/drawing/2014/main" id="{A392DDEF-84C5-B84F-B036-95A49A9B39E3}"/>
              </a:ext>
            </a:extLst>
          </p:cNvPr>
          <p:cNvSpPr txBox="1">
            <a:spLocks noChangeArrowheads="1"/>
          </p:cNvSpPr>
          <p:nvPr/>
        </p:nvSpPr>
        <p:spPr bwMode="auto">
          <a:xfrm>
            <a:off x="2133600" y="3366850"/>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 11111111 11111111 10000000</a:t>
            </a:r>
          </a:p>
        </p:txBody>
      </p:sp>
      <p:sp>
        <p:nvSpPr>
          <p:cNvPr id="301066" name="Line 11">
            <a:extLst>
              <a:ext uri="{FF2B5EF4-FFF2-40B4-BE49-F238E27FC236}">
                <a16:creationId xmlns:a16="http://schemas.microsoft.com/office/drawing/2014/main" id="{2D536127-7D3E-AE4D-A8BF-62513532B5F4}"/>
              </a:ext>
            </a:extLst>
          </p:cNvPr>
          <p:cNvSpPr>
            <a:spLocks noChangeShapeType="1"/>
          </p:cNvSpPr>
          <p:nvPr/>
        </p:nvSpPr>
        <p:spPr bwMode="auto">
          <a:xfrm>
            <a:off x="1143000" y="413361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1067" name="Text Box 12">
            <a:extLst>
              <a:ext uri="{FF2B5EF4-FFF2-40B4-BE49-F238E27FC236}">
                <a16:creationId xmlns:a16="http://schemas.microsoft.com/office/drawing/2014/main" id="{72334CEE-A277-A949-A745-1FD6EC1BAC40}"/>
              </a:ext>
            </a:extLst>
          </p:cNvPr>
          <p:cNvSpPr txBox="1">
            <a:spLocks noChangeArrowheads="1"/>
          </p:cNvSpPr>
          <p:nvPr/>
        </p:nvSpPr>
        <p:spPr bwMode="auto">
          <a:xfrm>
            <a:off x="3087291" y="4188381"/>
            <a:ext cx="45961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534541" name="Text Box 13">
            <a:extLst>
              <a:ext uri="{FF2B5EF4-FFF2-40B4-BE49-F238E27FC236}">
                <a16:creationId xmlns:a16="http://schemas.microsoft.com/office/drawing/2014/main" id="{0971DF39-9F53-3346-A0DA-EF121E2CCDCC}"/>
              </a:ext>
            </a:extLst>
          </p:cNvPr>
          <p:cNvSpPr txBox="1">
            <a:spLocks noChangeArrowheads="1"/>
          </p:cNvSpPr>
          <p:nvPr/>
        </p:nvSpPr>
        <p:spPr bwMode="auto">
          <a:xfrm>
            <a:off x="1223963" y="4662250"/>
            <a:ext cx="308449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301069" name="幻灯片编号占位符 1">
            <a:extLst>
              <a:ext uri="{FF2B5EF4-FFF2-40B4-BE49-F238E27FC236}">
                <a16:creationId xmlns:a16="http://schemas.microsoft.com/office/drawing/2014/main" id="{97DB0460-C075-2D43-8F5E-5BF38BE271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2B6266-79B8-7049-A825-DB37B005DE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 name="标题 2">
            <a:extLst>
              <a:ext uri="{FF2B5EF4-FFF2-40B4-BE49-F238E27FC236}">
                <a16:creationId xmlns:a16="http://schemas.microsoft.com/office/drawing/2014/main" id="{D75A42B5-3C8D-5E41-A362-F4BA456DA386}"/>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701365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453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4530"/>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4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0" grpId="0" animBg="1"/>
      <p:bldP spid="534530" grpId="1" animBg="1"/>
      <p:bldP spid="53454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Rectangle 2">
            <a:extLst>
              <a:ext uri="{FF2B5EF4-FFF2-40B4-BE49-F238E27FC236}">
                <a16:creationId xmlns:a16="http://schemas.microsoft.com/office/drawing/2014/main" id="{AAB7AF49-8776-DB4D-873B-4D921C21C6B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6" name="Rectangle 3">
            <a:extLst>
              <a:ext uri="{FF2B5EF4-FFF2-40B4-BE49-F238E27FC236}">
                <a16:creationId xmlns:a16="http://schemas.microsoft.com/office/drawing/2014/main" id="{8352834A-6794-4E4E-A60D-BAF1FF7C8491}"/>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7" name="Rectangle 4">
            <a:extLst>
              <a:ext uri="{FF2B5EF4-FFF2-40B4-BE49-F238E27FC236}">
                <a16:creationId xmlns:a16="http://schemas.microsoft.com/office/drawing/2014/main" id="{B682B80E-9DB2-D143-8C87-B17223B7569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8" name="Rectangle 5">
            <a:extLst>
              <a:ext uri="{FF2B5EF4-FFF2-40B4-BE49-F238E27FC236}">
                <a16:creationId xmlns:a16="http://schemas.microsoft.com/office/drawing/2014/main" id="{645603E9-16FE-6047-8B1A-33833925CDD6}"/>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9" name="Rectangle 6">
            <a:extLst>
              <a:ext uri="{FF2B5EF4-FFF2-40B4-BE49-F238E27FC236}">
                <a16:creationId xmlns:a16="http://schemas.microsoft.com/office/drawing/2014/main" id="{D08AFA16-E89C-1F42-847B-54808B342493}"/>
              </a:ext>
            </a:extLst>
          </p:cNvPr>
          <p:cNvSpPr>
            <a:spLocks noGrp="1" noChangeArrowheads="1"/>
          </p:cNvSpPr>
          <p:nvPr>
            <p:ph type="title"/>
          </p:nvPr>
        </p:nvSpPr>
        <p:spPr>
          <a:xfrm>
            <a:off x="171451" y="195263"/>
            <a:ext cx="7360444" cy="727472"/>
          </a:xfrm>
        </p:spPr>
        <p:txBody>
          <a:bodyPr/>
          <a:lstStyle/>
          <a:p>
            <a:pPr eaLnBrk="1" hangingPunct="1"/>
            <a:r>
              <a:rPr lang="zh-CN" altLang="en-US" dirty="0">
                <a:latin typeface="Times New Roman" panose="02020603050405020304" pitchFamily="18" charset="0"/>
                <a:ea typeface="宋体" panose="02010600030101010101" pitchFamily="2" charset="-122"/>
              </a:rPr>
              <a:t>最长前缀匹配</a:t>
            </a:r>
          </a:p>
        </p:txBody>
      </p:sp>
      <p:sp>
        <p:nvSpPr>
          <p:cNvPr id="303110" name="Rectangle 7">
            <a:extLst>
              <a:ext uri="{FF2B5EF4-FFF2-40B4-BE49-F238E27FC236}">
                <a16:creationId xmlns:a16="http://schemas.microsoft.com/office/drawing/2014/main" id="{D7BCC018-C0C9-3F4F-8C28-2DF1B29EA647}"/>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11" name="Rectangle 8">
            <a:extLst>
              <a:ext uri="{FF2B5EF4-FFF2-40B4-BE49-F238E27FC236}">
                <a16:creationId xmlns:a16="http://schemas.microsoft.com/office/drawing/2014/main" id="{AA86AD5B-5E36-BD41-B883-B01B26F4E54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5561" name="Rectangle 9">
            <a:extLst>
              <a:ext uri="{FF2B5EF4-FFF2-40B4-BE49-F238E27FC236}">
                <a16:creationId xmlns:a16="http://schemas.microsoft.com/office/drawing/2014/main" id="{E2A7390D-CBD9-594F-9E51-C6D236920618}"/>
              </a:ext>
            </a:extLst>
          </p:cNvPr>
          <p:cNvSpPr>
            <a:spLocks noGrp="1" noChangeArrowheads="1"/>
          </p:cNvSpPr>
          <p:nvPr>
            <p:ph type="body" idx="1"/>
          </p:nvPr>
        </p:nvSpPr>
        <p:spPr>
          <a:xfrm>
            <a:off x="354330" y="1093574"/>
            <a:ext cx="8487251" cy="3086100"/>
          </a:xfrm>
        </p:spPr>
        <p:txBody>
          <a:bodyPr/>
          <a:lstStyle/>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(11111111 11111111 11111100 00000000)</a:t>
            </a:r>
          </a:p>
          <a:p>
            <a:pPr eaLnBrk="1" hangingPunct="1">
              <a:buFont typeface="Wingdings" pitchFamily="2" charset="2"/>
              <a:buNone/>
            </a:pPr>
            <a:r>
              <a:rPr lang="en-US" altLang="zh-CN" sz="2100" dirty="0">
                <a:ea typeface="宋体" panose="02010600030101010101" pitchFamily="2" charset="-122"/>
              </a:rPr>
              <a:t>          = 206.0.68.0/22            </a:t>
            </a:r>
            <a:r>
              <a:rPr lang="zh-CN" altLang="en-US" sz="2100" dirty="0">
                <a:ea typeface="宋体" panose="02010600030101010101" pitchFamily="2" charset="-122"/>
              </a:rPr>
              <a:t>匹配</a:t>
            </a:r>
            <a:endParaRPr lang="zh-CN" altLang="en-US" sz="2100" i="1" dirty="0">
              <a:ea typeface="宋体" panose="02010600030101010101" pitchFamily="2" charset="-122"/>
            </a:endParaRPr>
          </a:p>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(11111111 11111111 11111111 10000000)</a:t>
            </a:r>
          </a:p>
          <a:p>
            <a:pPr eaLnBrk="1" hangingPunct="1">
              <a:buFont typeface="Wingdings" pitchFamily="2" charset="2"/>
              <a:buNone/>
            </a:pPr>
            <a:r>
              <a:rPr lang="en-US" altLang="zh-CN" sz="2100" dirty="0">
                <a:ea typeface="宋体" panose="02010600030101010101" pitchFamily="2" charset="-122"/>
              </a:rPr>
              <a:t>          = 206.0.71.128/25         </a:t>
            </a:r>
            <a:r>
              <a:rPr lang="zh-CN" altLang="en-US" sz="2100" dirty="0">
                <a:ea typeface="宋体" panose="02010600030101010101" pitchFamily="2" charset="-122"/>
              </a:rPr>
              <a:t>匹配</a:t>
            </a:r>
          </a:p>
          <a:p>
            <a:pPr eaLnBrk="1" hangingPunct="1"/>
            <a:r>
              <a:rPr lang="zh-CN" altLang="en-US" sz="2100" dirty="0">
                <a:ea typeface="宋体" panose="02010600030101010101" pitchFamily="2" charset="-122"/>
              </a:rPr>
              <a:t>选择两个匹配的地址中更具体的一个，即选择</a:t>
            </a:r>
            <a:r>
              <a:rPr lang="zh-CN" altLang="en-US" sz="2100" dirty="0">
                <a:solidFill>
                  <a:schemeClr val="hlink"/>
                </a:solidFill>
                <a:ea typeface="宋体" panose="02010600030101010101" pitchFamily="2" charset="-122"/>
              </a:rPr>
              <a:t>最长前缀的地址</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535562" name="Line 10">
            <a:extLst>
              <a:ext uri="{FF2B5EF4-FFF2-40B4-BE49-F238E27FC236}">
                <a16:creationId xmlns:a16="http://schemas.microsoft.com/office/drawing/2014/main" id="{291D7418-A885-FF48-B798-641A2BE91ECA}"/>
              </a:ext>
            </a:extLst>
          </p:cNvPr>
          <p:cNvSpPr>
            <a:spLocks noChangeShapeType="1"/>
          </p:cNvSpPr>
          <p:nvPr/>
        </p:nvSpPr>
        <p:spPr bwMode="auto">
          <a:xfrm flipV="1">
            <a:off x="1432084" y="2331720"/>
            <a:ext cx="3494246" cy="5001"/>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3114" name="幻灯片编号占位符 1">
            <a:extLst>
              <a:ext uri="{FF2B5EF4-FFF2-40B4-BE49-F238E27FC236}">
                <a16:creationId xmlns:a16="http://schemas.microsoft.com/office/drawing/2014/main" id="{B79F58D1-BD19-2A43-9E5B-F3FA9B053F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0BF25FC-97AE-AD48-AEE6-3A758C24CE8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838487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3556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35561">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35561">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556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5561">
                                            <p:txEl>
                                              <p:pRg st="4" end="4"/>
                                            </p:txEl>
                                          </p:spTgt>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repeatCount="3000" fill="hold" nodeType="afterEffect">
                                  <p:stCondLst>
                                    <p:cond delay="500"/>
                                  </p:stCondLst>
                                  <p:childTnLst>
                                    <p:set>
                                      <p:cBhvr>
                                        <p:cTn id="21" dur="1" fill="hold">
                                          <p:stCondLst>
                                            <p:cond delay="0"/>
                                          </p:stCondLst>
                                        </p:cTn>
                                        <p:tgtEl>
                                          <p:spTgt spid="535562"/>
                                        </p:tgtEl>
                                        <p:attrNameLst>
                                          <p:attrName>style.visibility</p:attrName>
                                        </p:attrNameLst>
                                      </p:cBhvr>
                                      <p:to>
                                        <p:strVal val="visible"/>
                                      </p:to>
                                    </p:set>
                                  </p:childTnLst>
                                </p:cTn>
                              </p:par>
                            </p:childTnLst>
                          </p:cTn>
                        </p:par>
                        <p:par>
                          <p:cTn id="22" fill="hold" nodeType="afterGroup">
                            <p:stCondLst>
                              <p:cond delay="500"/>
                            </p:stCondLst>
                            <p:childTnLst>
                              <p:par>
                                <p:cTn id="23" presetID="35" presetClass="emph" presetSubtype="0" repeatCount="3000" fill="hold" nodeType="afterEffect">
                                  <p:stCondLst>
                                    <p:cond delay="500"/>
                                  </p:stCondLst>
                                  <p:childTnLst>
                                    <p:anim calcmode="discrete" valueType="str">
                                      <p:cBhvr>
                                        <p:cTn id="24" dur="1000" fill="hold"/>
                                        <p:tgtEl>
                                          <p:spTgt spid="5355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561" grpId="0" build="p"/>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3" name="Rectangle 2">
            <a:extLst>
              <a:ext uri="{FF2B5EF4-FFF2-40B4-BE49-F238E27FC236}">
                <a16:creationId xmlns:a16="http://schemas.microsoft.com/office/drawing/2014/main" id="{6E71E785-DCE8-D242-A302-0FC919C15CCD}"/>
              </a:ext>
            </a:extLst>
          </p:cNvPr>
          <p:cNvSpPr>
            <a:spLocks noGrp="1" noChangeArrowheads="1"/>
          </p:cNvSpPr>
          <p:nvPr>
            <p:ph type="title"/>
          </p:nvPr>
        </p:nvSpPr>
        <p:spPr/>
        <p:txBody>
          <a:bodyPr/>
          <a:lstStyle/>
          <a:p>
            <a:pPr eaLnBrk="1" hangingPunct="1"/>
            <a:r>
              <a:rPr lang="en-US" altLang="zh-CN" sz="3000">
                <a:ea typeface="宋体" panose="02010600030101010101" pitchFamily="2" charset="-122"/>
              </a:rPr>
              <a:t>4.4   </a:t>
            </a:r>
            <a:r>
              <a:rPr lang="zh-CN" altLang="en-US" sz="3000">
                <a:ea typeface="宋体" panose="02010600030101010101" pitchFamily="2" charset="-122"/>
              </a:rPr>
              <a:t>网际控制报文协议 </a:t>
            </a:r>
            <a:r>
              <a:rPr lang="en-US" altLang="zh-CN" sz="3000">
                <a:ea typeface="宋体" panose="02010600030101010101" pitchFamily="2" charset="-122"/>
              </a:rPr>
              <a:t>ICMP</a:t>
            </a:r>
          </a:p>
        </p:txBody>
      </p:sp>
      <p:sp>
        <p:nvSpPr>
          <p:cNvPr id="537603" name="Rectangle 3">
            <a:extLst>
              <a:ext uri="{FF2B5EF4-FFF2-40B4-BE49-F238E27FC236}">
                <a16:creationId xmlns:a16="http://schemas.microsoft.com/office/drawing/2014/main" id="{14F90FA5-5323-6840-A767-722AF8106EDF}"/>
              </a:ext>
            </a:extLst>
          </p:cNvPr>
          <p:cNvSpPr>
            <a:spLocks noGrp="1" noChangeArrowheads="1"/>
          </p:cNvSpPr>
          <p:nvPr>
            <p:ph type="body" idx="1"/>
          </p:nvPr>
        </p:nvSpPr>
        <p:spPr>
          <a:xfrm>
            <a:off x="217170" y="1113235"/>
            <a:ext cx="8618220" cy="3456384"/>
          </a:xfrm>
        </p:spPr>
        <p:txBody>
          <a:bodyPr/>
          <a:lstStyle/>
          <a:p>
            <a:pPr eaLnBrk="1" hangingPunct="1"/>
            <a:r>
              <a:rPr lang="zh-CN" altLang="en-US" dirty="0">
                <a:ea typeface="宋体" panose="02010600030101010101" pitchFamily="2" charset="-122"/>
              </a:rPr>
              <a:t>为了提高 </a:t>
            </a:r>
            <a:r>
              <a:rPr lang="en-US" altLang="zh-CN" dirty="0">
                <a:ea typeface="宋体" panose="02010600030101010101" pitchFamily="2" charset="-122"/>
              </a:rPr>
              <a:t>IP </a:t>
            </a:r>
            <a:r>
              <a:rPr lang="zh-CN" altLang="en-US" dirty="0">
                <a:ea typeface="宋体" panose="02010600030101010101" pitchFamily="2" charset="-122"/>
              </a:rPr>
              <a:t>数据报交付成功的机会，在网际层使用了网际控制报文协议 </a:t>
            </a:r>
            <a:r>
              <a:rPr lang="en-US" altLang="zh-CN" dirty="0">
                <a:ea typeface="宋体" panose="02010600030101010101" pitchFamily="2" charset="-122"/>
              </a:rPr>
              <a:t>ICMP (Internet Control Message Protocol)</a:t>
            </a:r>
            <a:r>
              <a:rPr lang="zh-CN" altLang="en-US" dirty="0">
                <a:ea typeface="宋体" panose="02010600030101010101" pitchFamily="2" charset="-122"/>
              </a:rPr>
              <a:t>。</a:t>
            </a:r>
          </a:p>
          <a:p>
            <a:pPr eaLnBrk="1" hangingPunct="1"/>
            <a:r>
              <a:rPr lang="en-US" altLang="zh-CN" dirty="0">
                <a:ea typeface="宋体" panose="02010600030101010101" pitchFamily="2" charset="-122"/>
              </a:rPr>
              <a:t>ICMP </a:t>
            </a:r>
            <a:r>
              <a:rPr lang="zh-CN" altLang="en-US" dirty="0">
                <a:ea typeface="宋体" panose="02010600030101010101" pitchFamily="2" charset="-122"/>
              </a:rPr>
              <a:t>允许主机或路由器报告差错情况和提供有关异常情况的报告。</a:t>
            </a:r>
          </a:p>
          <a:p>
            <a:pPr eaLnBrk="1" hangingPunct="1"/>
            <a:r>
              <a:rPr lang="en-US" altLang="zh-CN" dirty="0">
                <a:ea typeface="宋体" panose="02010600030101010101" pitchFamily="2" charset="-122"/>
              </a:rPr>
              <a:t>ICMP </a:t>
            </a:r>
            <a:r>
              <a:rPr lang="zh-CN" altLang="en-US" dirty="0">
                <a:ea typeface="宋体" panose="02010600030101010101" pitchFamily="2" charset="-122"/>
              </a:rPr>
              <a:t>不是高层协议，而是 </a:t>
            </a:r>
            <a:r>
              <a:rPr lang="en-US" altLang="zh-CN" dirty="0">
                <a:ea typeface="宋体" panose="02010600030101010101" pitchFamily="2" charset="-122"/>
              </a:rPr>
              <a:t>IP </a:t>
            </a:r>
            <a:r>
              <a:rPr lang="zh-CN" altLang="en-US" dirty="0">
                <a:ea typeface="宋体" panose="02010600030101010101" pitchFamily="2" charset="-122"/>
              </a:rPr>
              <a:t>层的协议。</a:t>
            </a:r>
          </a:p>
          <a:p>
            <a:pPr eaLnBrk="1" hangingPunct="1"/>
            <a:r>
              <a:rPr lang="en-US" altLang="zh-CN" dirty="0">
                <a:ea typeface="宋体" panose="02010600030101010101" pitchFamily="2" charset="-122"/>
              </a:rPr>
              <a:t>ICMP </a:t>
            </a:r>
            <a:r>
              <a:rPr lang="zh-CN" altLang="en-US" dirty="0">
                <a:ea typeface="宋体" panose="02010600030101010101" pitchFamily="2" charset="-122"/>
              </a:rPr>
              <a:t>报文作为 </a:t>
            </a:r>
            <a:r>
              <a:rPr lang="en-US" altLang="zh-CN" dirty="0">
                <a:ea typeface="宋体" panose="02010600030101010101" pitchFamily="2" charset="-122"/>
              </a:rPr>
              <a:t>IP </a:t>
            </a:r>
            <a:r>
              <a:rPr lang="zh-CN" altLang="en-US" dirty="0">
                <a:ea typeface="宋体" panose="02010600030101010101" pitchFamily="2" charset="-122"/>
              </a:rPr>
              <a:t>层数据报的数据，加上数据报的首部，组成 </a:t>
            </a:r>
            <a:r>
              <a:rPr lang="en-US" altLang="zh-CN" dirty="0">
                <a:ea typeface="宋体" panose="02010600030101010101" pitchFamily="2" charset="-122"/>
              </a:rPr>
              <a:t>IP </a:t>
            </a:r>
            <a:r>
              <a:rPr lang="zh-CN" altLang="en-US" dirty="0">
                <a:ea typeface="宋体" panose="02010600030101010101" pitchFamily="2" charset="-122"/>
              </a:rPr>
              <a:t>数据报发送出去。</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305155" name="幻灯片编号占位符 1">
            <a:extLst>
              <a:ext uri="{FF2B5EF4-FFF2-40B4-BE49-F238E27FC236}">
                <a16:creationId xmlns:a16="http://schemas.microsoft.com/office/drawing/2014/main" id="{8066FF84-1433-924D-B98B-70806292D3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8B36694-52E0-EE41-B3A8-11232666DA1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976167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7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7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7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603"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1" name="AutoShape 31">
            <a:extLst>
              <a:ext uri="{FF2B5EF4-FFF2-40B4-BE49-F238E27FC236}">
                <a16:creationId xmlns:a16="http://schemas.microsoft.com/office/drawing/2014/main" id="{DB41FCD3-7E15-8746-9A65-459A2DA1BFA4}"/>
              </a:ext>
            </a:extLst>
          </p:cNvPr>
          <p:cNvSpPr>
            <a:spLocks noChangeArrowheads="1"/>
          </p:cNvSpPr>
          <p:nvPr/>
        </p:nvSpPr>
        <p:spPr bwMode="auto">
          <a:xfrm rot="5400000">
            <a:off x="2533055" y="3908228"/>
            <a:ext cx="216694" cy="351234"/>
          </a:xfrm>
          <a:prstGeom prst="downArrow">
            <a:avLst>
              <a:gd name="adj1" fmla="val 47222"/>
              <a:gd name="adj2" fmla="val 83745"/>
            </a:avLst>
          </a:prstGeom>
          <a:solidFill>
            <a:schemeClr val="hlink"/>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2" name="Rectangle 2">
            <a:extLst>
              <a:ext uri="{FF2B5EF4-FFF2-40B4-BE49-F238E27FC236}">
                <a16:creationId xmlns:a16="http://schemas.microsoft.com/office/drawing/2014/main" id="{BDD4CF14-8FD9-3B4C-9AAF-2BAFC224E996}"/>
              </a:ext>
            </a:extLst>
          </p:cNvPr>
          <p:cNvSpPr>
            <a:spLocks noChangeArrowheads="1"/>
          </p:cNvSpPr>
          <p:nvPr/>
        </p:nvSpPr>
        <p:spPr bwMode="auto">
          <a:xfrm>
            <a:off x="2796778" y="3950494"/>
            <a:ext cx="3186113" cy="292894"/>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4" name="Rectangle 4">
            <a:extLst>
              <a:ext uri="{FF2B5EF4-FFF2-40B4-BE49-F238E27FC236}">
                <a16:creationId xmlns:a16="http://schemas.microsoft.com/office/drawing/2014/main" id="{68592CA9-1EFC-4C43-A5C6-FB374897A08E}"/>
              </a:ext>
            </a:extLst>
          </p:cNvPr>
          <p:cNvSpPr>
            <a:spLocks noChangeArrowheads="1"/>
          </p:cNvSpPr>
          <p:nvPr/>
        </p:nvSpPr>
        <p:spPr bwMode="auto">
          <a:xfrm>
            <a:off x="3665935" y="3968354"/>
            <a:ext cx="2302669" cy="27503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5" name="Freeform 5">
            <a:extLst>
              <a:ext uri="{FF2B5EF4-FFF2-40B4-BE49-F238E27FC236}">
                <a16:creationId xmlns:a16="http://schemas.microsoft.com/office/drawing/2014/main" id="{A673311C-E55E-F14E-8668-A6012B491835}"/>
              </a:ext>
            </a:extLst>
          </p:cNvPr>
          <p:cNvSpPr>
            <a:spLocks/>
          </p:cNvSpPr>
          <p:nvPr/>
        </p:nvSpPr>
        <p:spPr bwMode="auto">
          <a:xfrm>
            <a:off x="2814638" y="3034904"/>
            <a:ext cx="4210050" cy="351234"/>
          </a:xfrm>
          <a:custGeom>
            <a:avLst/>
            <a:gdLst>
              <a:gd name="T0" fmla="*/ 0 w 2790"/>
              <a:gd name="T1" fmla="*/ 2147483646 h 279"/>
              <a:gd name="T2" fmla="*/ 2147483646 w 2790"/>
              <a:gd name="T3" fmla="*/ 2147483646 h 279"/>
              <a:gd name="T4" fmla="*/ 2147483646 w 2790"/>
              <a:gd name="T5" fmla="*/ 2147483646 h 279"/>
              <a:gd name="T6" fmla="*/ 2147483646 w 2790"/>
              <a:gd name="T7" fmla="*/ 0 h 279"/>
              <a:gd name="T8" fmla="*/ 0 w 2790"/>
              <a:gd name="T9" fmla="*/ 2147483646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0" h="279">
                <a:moveTo>
                  <a:pt x="0" y="6"/>
                </a:moveTo>
                <a:lnTo>
                  <a:pt x="561" y="279"/>
                </a:lnTo>
                <a:lnTo>
                  <a:pt x="2100" y="276"/>
                </a:lnTo>
                <a:lnTo>
                  <a:pt x="2790" y="0"/>
                </a:lnTo>
                <a:lnTo>
                  <a:pt x="0" y="6"/>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7206" name="Line 6">
            <a:extLst>
              <a:ext uri="{FF2B5EF4-FFF2-40B4-BE49-F238E27FC236}">
                <a16:creationId xmlns:a16="http://schemas.microsoft.com/office/drawing/2014/main" id="{2D9B68D8-D57A-D645-8CE3-CD927E8CB7F2}"/>
              </a:ext>
            </a:extLst>
          </p:cNvPr>
          <p:cNvSpPr>
            <a:spLocks noChangeShapeType="1"/>
          </p:cNvSpPr>
          <p:nvPr/>
        </p:nvSpPr>
        <p:spPr bwMode="auto">
          <a:xfrm>
            <a:off x="2796778" y="4418410"/>
            <a:ext cx="31861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07" name="Text Box 7">
            <a:extLst>
              <a:ext uri="{FF2B5EF4-FFF2-40B4-BE49-F238E27FC236}">
                <a16:creationId xmlns:a16="http://schemas.microsoft.com/office/drawing/2014/main" id="{9D9D2CF5-75CC-624E-9691-2D1D44B1E866}"/>
              </a:ext>
            </a:extLst>
          </p:cNvPr>
          <p:cNvSpPr txBox="1">
            <a:spLocks noChangeArrowheads="1"/>
          </p:cNvSpPr>
          <p:nvPr/>
        </p:nvSpPr>
        <p:spPr bwMode="auto">
          <a:xfrm>
            <a:off x="2870598" y="3948113"/>
            <a:ext cx="67518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538632" name="Rectangle 8">
            <a:extLst>
              <a:ext uri="{FF2B5EF4-FFF2-40B4-BE49-F238E27FC236}">
                <a16:creationId xmlns:a16="http://schemas.microsoft.com/office/drawing/2014/main" id="{49669EA3-72A2-4A44-8DC5-188F583E9FF0}"/>
              </a:ext>
            </a:extLst>
          </p:cNvPr>
          <p:cNvSpPr>
            <a:spLocks noChangeArrowheads="1"/>
          </p:cNvSpPr>
          <p:nvPr/>
        </p:nvSpPr>
        <p:spPr bwMode="auto">
          <a:xfrm>
            <a:off x="3665935" y="3368279"/>
            <a:ext cx="2316956" cy="294084"/>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en-US" altLang="zh-CN" sz="1500">
                <a:solidFill>
                  <a:srgbClr val="333399"/>
                </a:solidFill>
                <a:latin typeface="Arial" panose="020B0604020202020204" pitchFamily="34" charset="0"/>
                <a:ea typeface="宋体" panose="02010600030101010101" pitchFamily="2" charset="-122"/>
              </a:rPr>
              <a:t>ICMP </a:t>
            </a:r>
            <a:r>
              <a:rPr kumimoji="1" lang="zh-CN" altLang="en-US" sz="1500">
                <a:solidFill>
                  <a:srgbClr val="333399"/>
                </a:solidFill>
                <a:latin typeface="Arial" panose="020B0604020202020204" pitchFamily="34" charset="0"/>
                <a:ea typeface="宋体" panose="02010600030101010101" pitchFamily="2" charset="-122"/>
              </a:rPr>
              <a:t>报文</a:t>
            </a:r>
          </a:p>
        </p:txBody>
      </p:sp>
      <p:sp>
        <p:nvSpPr>
          <p:cNvPr id="307209" name="Text Box 9">
            <a:extLst>
              <a:ext uri="{FF2B5EF4-FFF2-40B4-BE49-F238E27FC236}">
                <a16:creationId xmlns:a16="http://schemas.microsoft.com/office/drawing/2014/main" id="{9CA32338-CFAE-644B-B20A-9978FC953D58}"/>
              </a:ext>
            </a:extLst>
          </p:cNvPr>
          <p:cNvSpPr txBox="1">
            <a:spLocks noChangeArrowheads="1"/>
          </p:cNvSpPr>
          <p:nvPr/>
        </p:nvSpPr>
        <p:spPr bwMode="auto">
          <a:xfrm>
            <a:off x="2730104"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07210" name="Line 10">
            <a:extLst>
              <a:ext uri="{FF2B5EF4-FFF2-40B4-BE49-F238E27FC236}">
                <a16:creationId xmlns:a16="http://schemas.microsoft.com/office/drawing/2014/main" id="{24D1E301-6438-1144-B1EA-3DE85AE0EF1A}"/>
              </a:ext>
            </a:extLst>
          </p:cNvPr>
          <p:cNvSpPr>
            <a:spLocks noChangeShapeType="1"/>
          </p:cNvSpPr>
          <p:nvPr/>
        </p:nvSpPr>
        <p:spPr bwMode="auto">
          <a:xfrm>
            <a:off x="3665935" y="3950494"/>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1" name="Text Box 11">
            <a:extLst>
              <a:ext uri="{FF2B5EF4-FFF2-40B4-BE49-F238E27FC236}">
                <a16:creationId xmlns:a16="http://schemas.microsoft.com/office/drawing/2014/main" id="{B35FB38B-70A4-2142-BAF8-95A0C0BE49DF}"/>
              </a:ext>
            </a:extLst>
          </p:cNvPr>
          <p:cNvSpPr txBox="1">
            <a:spLocks noChangeArrowheads="1"/>
          </p:cNvSpPr>
          <p:nvPr/>
        </p:nvSpPr>
        <p:spPr bwMode="auto">
          <a:xfrm>
            <a:off x="4138612" y="3948113"/>
            <a:ext cx="12715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307212" name="AutoShape 12">
            <a:extLst>
              <a:ext uri="{FF2B5EF4-FFF2-40B4-BE49-F238E27FC236}">
                <a16:creationId xmlns:a16="http://schemas.microsoft.com/office/drawing/2014/main" id="{7CE75283-E7FC-5147-9785-127AEB67C1D9}"/>
              </a:ext>
            </a:extLst>
          </p:cNvPr>
          <p:cNvSpPr>
            <a:spLocks noChangeArrowheads="1"/>
          </p:cNvSpPr>
          <p:nvPr/>
        </p:nvSpPr>
        <p:spPr bwMode="auto">
          <a:xfrm>
            <a:off x="4679157" y="3662363"/>
            <a:ext cx="216694" cy="351235"/>
          </a:xfrm>
          <a:prstGeom prst="downArrow">
            <a:avLst>
              <a:gd name="adj1" fmla="val 47222"/>
              <a:gd name="adj2" fmla="val 83746"/>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8637" name="Rectangle 13">
            <a:extLst>
              <a:ext uri="{FF2B5EF4-FFF2-40B4-BE49-F238E27FC236}">
                <a16:creationId xmlns:a16="http://schemas.microsoft.com/office/drawing/2014/main" id="{8E4C70B1-6F96-FC4A-85B4-B381B2F3B40D}"/>
              </a:ext>
            </a:extLst>
          </p:cNvPr>
          <p:cNvSpPr>
            <a:spLocks noChangeArrowheads="1"/>
          </p:cNvSpPr>
          <p:nvPr/>
        </p:nvSpPr>
        <p:spPr bwMode="auto">
          <a:xfrm>
            <a:off x="2796779" y="1884760"/>
            <a:ext cx="4200525" cy="1172765"/>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07214" name="Line 14">
            <a:extLst>
              <a:ext uri="{FF2B5EF4-FFF2-40B4-BE49-F238E27FC236}">
                <a16:creationId xmlns:a16="http://schemas.microsoft.com/office/drawing/2014/main" id="{1BBD9B61-DE78-2C40-AB09-F56F4F9B0422}"/>
              </a:ext>
            </a:extLst>
          </p:cNvPr>
          <p:cNvSpPr>
            <a:spLocks noChangeShapeType="1"/>
          </p:cNvSpPr>
          <p:nvPr/>
        </p:nvSpPr>
        <p:spPr bwMode="auto">
          <a:xfrm rot="5400000" flipV="1">
            <a:off x="4897041" y="54769"/>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5" name="Line 15">
            <a:extLst>
              <a:ext uri="{FF2B5EF4-FFF2-40B4-BE49-F238E27FC236}">
                <a16:creationId xmlns:a16="http://schemas.microsoft.com/office/drawing/2014/main" id="{1B160C1A-A719-7C45-8556-540C391636E4}"/>
              </a:ext>
            </a:extLst>
          </p:cNvPr>
          <p:cNvSpPr>
            <a:spLocks noChangeShapeType="1"/>
          </p:cNvSpPr>
          <p:nvPr/>
        </p:nvSpPr>
        <p:spPr bwMode="auto">
          <a:xfrm flipV="1">
            <a:off x="3845719"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6" name="Line 16">
            <a:extLst>
              <a:ext uri="{FF2B5EF4-FFF2-40B4-BE49-F238E27FC236}">
                <a16:creationId xmlns:a16="http://schemas.microsoft.com/office/drawing/2014/main" id="{BEA46DFB-DFAD-EF4D-ADA7-C941D6D65C2D}"/>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7" name="Line 17">
            <a:extLst>
              <a:ext uri="{FF2B5EF4-FFF2-40B4-BE49-F238E27FC236}">
                <a16:creationId xmlns:a16="http://schemas.microsoft.com/office/drawing/2014/main" id="{45232C86-FE96-B04B-806E-27C5EC0A45AA}"/>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42" name="Text Box 18">
            <a:extLst>
              <a:ext uri="{FF2B5EF4-FFF2-40B4-BE49-F238E27FC236}">
                <a16:creationId xmlns:a16="http://schemas.microsoft.com/office/drawing/2014/main" id="{7D8F1ABA-1876-FE4D-8887-49BA57B2EDC3}"/>
              </a:ext>
            </a:extLst>
          </p:cNvPr>
          <p:cNvSpPr txBox="1">
            <a:spLocks noChangeArrowheads="1"/>
          </p:cNvSpPr>
          <p:nvPr/>
        </p:nvSpPr>
        <p:spPr bwMode="auto">
          <a:xfrm>
            <a:off x="5548313" y="184189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检验和</a:t>
            </a:r>
          </a:p>
        </p:txBody>
      </p:sp>
      <p:sp>
        <p:nvSpPr>
          <p:cNvPr id="538643" name="Text Box 19">
            <a:extLst>
              <a:ext uri="{FF2B5EF4-FFF2-40B4-BE49-F238E27FC236}">
                <a16:creationId xmlns:a16="http://schemas.microsoft.com/office/drawing/2014/main" id="{6831D7C5-F20C-964D-8865-A2CA59A00ECC}"/>
              </a:ext>
            </a:extLst>
          </p:cNvPr>
          <p:cNvSpPr txBox="1">
            <a:spLocks noChangeArrowheads="1"/>
          </p:cNvSpPr>
          <p:nvPr/>
        </p:nvSpPr>
        <p:spPr bwMode="auto">
          <a:xfrm>
            <a:off x="3013473"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类型</a:t>
            </a:r>
          </a:p>
        </p:txBody>
      </p:sp>
      <p:sp>
        <p:nvSpPr>
          <p:cNvPr id="538644" name="Text Box 20">
            <a:extLst>
              <a:ext uri="{FF2B5EF4-FFF2-40B4-BE49-F238E27FC236}">
                <a16:creationId xmlns:a16="http://schemas.microsoft.com/office/drawing/2014/main" id="{779DF21C-A853-1444-9F31-CD7B592CAD34}"/>
              </a:ext>
            </a:extLst>
          </p:cNvPr>
          <p:cNvSpPr txBox="1">
            <a:spLocks noChangeArrowheads="1"/>
          </p:cNvSpPr>
          <p:nvPr/>
        </p:nvSpPr>
        <p:spPr bwMode="auto">
          <a:xfrm>
            <a:off x="4123135"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代码</a:t>
            </a:r>
          </a:p>
        </p:txBody>
      </p:sp>
      <p:sp>
        <p:nvSpPr>
          <p:cNvPr id="307221" name="Text Box 21">
            <a:extLst>
              <a:ext uri="{FF2B5EF4-FFF2-40B4-BE49-F238E27FC236}">
                <a16:creationId xmlns:a16="http://schemas.microsoft.com/office/drawing/2014/main" id="{E242C767-359E-AB45-8BC9-D1B76BC47C5D}"/>
              </a:ext>
            </a:extLst>
          </p:cNvPr>
          <p:cNvSpPr txBox="1">
            <a:spLocks noChangeArrowheads="1"/>
          </p:cNvSpPr>
          <p:nvPr/>
        </p:nvSpPr>
        <p:spPr bwMode="auto">
          <a:xfrm>
            <a:off x="2971801" y="2139554"/>
            <a:ext cx="36741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（这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个字节取决于 </a:t>
            </a: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报文的类型）</a:t>
            </a:r>
          </a:p>
        </p:txBody>
      </p:sp>
      <p:sp>
        <p:nvSpPr>
          <p:cNvPr id="307222" name="Text Box 22">
            <a:extLst>
              <a:ext uri="{FF2B5EF4-FFF2-40B4-BE49-F238E27FC236}">
                <a16:creationId xmlns:a16="http://schemas.microsoft.com/office/drawing/2014/main" id="{DDF69C6D-158E-D04A-9B07-A9040D37C75D}"/>
              </a:ext>
            </a:extLst>
          </p:cNvPr>
          <p:cNvSpPr txBox="1">
            <a:spLocks noChangeArrowheads="1"/>
          </p:cNvSpPr>
          <p:nvPr/>
        </p:nvSpPr>
        <p:spPr bwMode="auto">
          <a:xfrm>
            <a:off x="3765947"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307223" name="Text Box 23">
            <a:extLst>
              <a:ext uri="{FF2B5EF4-FFF2-40B4-BE49-F238E27FC236}">
                <a16:creationId xmlns:a16="http://schemas.microsoft.com/office/drawing/2014/main" id="{CDCD8E2B-2ED0-6F40-876A-2EB1BD1A9B1A}"/>
              </a:ext>
            </a:extLst>
          </p:cNvPr>
          <p:cNvSpPr txBox="1">
            <a:spLocks noChangeArrowheads="1"/>
          </p:cNvSpPr>
          <p:nvPr/>
        </p:nvSpPr>
        <p:spPr bwMode="auto">
          <a:xfrm>
            <a:off x="4762500"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307224" name="Rectangle 24">
            <a:extLst>
              <a:ext uri="{FF2B5EF4-FFF2-40B4-BE49-F238E27FC236}">
                <a16:creationId xmlns:a16="http://schemas.microsoft.com/office/drawing/2014/main" id="{618BAC4F-C1B1-9C4E-A393-DD9A76BA0465}"/>
              </a:ext>
            </a:extLst>
          </p:cNvPr>
          <p:cNvSpPr>
            <a:spLocks noChangeArrowheads="1"/>
          </p:cNvSpPr>
          <p:nvPr/>
        </p:nvSpPr>
        <p:spPr bwMode="auto">
          <a:xfrm>
            <a:off x="3869532" y="4301728"/>
            <a:ext cx="954881"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25" name="Text Box 25">
            <a:extLst>
              <a:ext uri="{FF2B5EF4-FFF2-40B4-BE49-F238E27FC236}">
                <a16:creationId xmlns:a16="http://schemas.microsoft.com/office/drawing/2014/main" id="{4485A5F2-D0C2-5C43-BBEF-21AED88EC48E}"/>
              </a:ext>
            </a:extLst>
          </p:cNvPr>
          <p:cNvSpPr txBox="1">
            <a:spLocks noChangeArrowheads="1"/>
          </p:cNvSpPr>
          <p:nvPr/>
        </p:nvSpPr>
        <p:spPr bwMode="auto">
          <a:xfrm>
            <a:off x="6749654"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307226" name="Text Box 26">
            <a:extLst>
              <a:ext uri="{FF2B5EF4-FFF2-40B4-BE49-F238E27FC236}">
                <a16:creationId xmlns:a16="http://schemas.microsoft.com/office/drawing/2014/main" id="{F98906C0-4B6D-2141-B780-FBD3A25900CA}"/>
              </a:ext>
            </a:extLst>
          </p:cNvPr>
          <p:cNvSpPr txBox="1">
            <a:spLocks noChangeArrowheads="1"/>
          </p:cNvSpPr>
          <p:nvPr/>
        </p:nvSpPr>
        <p:spPr bwMode="auto">
          <a:xfrm>
            <a:off x="3844529" y="4273154"/>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07227" name="Line 27">
            <a:extLst>
              <a:ext uri="{FF2B5EF4-FFF2-40B4-BE49-F238E27FC236}">
                <a16:creationId xmlns:a16="http://schemas.microsoft.com/office/drawing/2014/main" id="{A3D2C185-EBEC-B449-B0D7-6177363BA8B3}"/>
              </a:ext>
            </a:extLst>
          </p:cNvPr>
          <p:cNvSpPr>
            <a:spLocks noChangeShapeType="1"/>
          </p:cNvSpPr>
          <p:nvPr/>
        </p:nvSpPr>
        <p:spPr bwMode="auto">
          <a:xfrm rot="16200000">
            <a:off x="4897041" y="348854"/>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52" name="Text Box 28">
            <a:extLst>
              <a:ext uri="{FF2B5EF4-FFF2-40B4-BE49-F238E27FC236}">
                <a16:creationId xmlns:a16="http://schemas.microsoft.com/office/drawing/2014/main" id="{7ABA055F-7384-194A-ABD2-971B818968A4}"/>
              </a:ext>
            </a:extLst>
          </p:cNvPr>
          <p:cNvSpPr txBox="1">
            <a:spLocks noChangeArrowheads="1"/>
          </p:cNvSpPr>
          <p:nvPr/>
        </p:nvSpPr>
        <p:spPr bwMode="auto">
          <a:xfrm>
            <a:off x="1357661" y="1707357"/>
            <a:ext cx="116730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前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都是一样的</a:t>
            </a:r>
          </a:p>
        </p:txBody>
      </p:sp>
      <p:sp>
        <p:nvSpPr>
          <p:cNvPr id="307229" name="Text Box 29">
            <a:extLst>
              <a:ext uri="{FF2B5EF4-FFF2-40B4-BE49-F238E27FC236}">
                <a16:creationId xmlns:a16="http://schemas.microsoft.com/office/drawing/2014/main" id="{E33B065B-2DFA-2C4E-BC2C-FDF9CAC037F1}"/>
              </a:ext>
            </a:extLst>
          </p:cNvPr>
          <p:cNvSpPr txBox="1">
            <a:spLocks noChangeArrowheads="1"/>
          </p:cNvSpPr>
          <p:nvPr/>
        </p:nvSpPr>
        <p:spPr bwMode="auto">
          <a:xfrm>
            <a:off x="3236119" y="2597944"/>
            <a:ext cx="34080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的数据部分（长度取决于类型）</a:t>
            </a:r>
          </a:p>
        </p:txBody>
      </p:sp>
      <p:sp>
        <p:nvSpPr>
          <p:cNvPr id="538654" name="Line 30">
            <a:extLst>
              <a:ext uri="{FF2B5EF4-FFF2-40B4-BE49-F238E27FC236}">
                <a16:creationId xmlns:a16="http://schemas.microsoft.com/office/drawing/2014/main" id="{671D0D97-3058-1544-AA86-EB9C9580F8F3}"/>
              </a:ext>
            </a:extLst>
          </p:cNvPr>
          <p:cNvSpPr>
            <a:spLocks noChangeShapeType="1"/>
          </p:cNvSpPr>
          <p:nvPr/>
        </p:nvSpPr>
        <p:spPr bwMode="auto">
          <a:xfrm>
            <a:off x="2433638" y="1978819"/>
            <a:ext cx="363141" cy="0"/>
          </a:xfrm>
          <a:prstGeom prst="line">
            <a:avLst/>
          </a:prstGeom>
          <a:noFill/>
          <a:ln w="2857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 name="内容占位符 2">
            <a:extLst>
              <a:ext uri="{FF2B5EF4-FFF2-40B4-BE49-F238E27FC236}">
                <a16:creationId xmlns:a16="http://schemas.microsoft.com/office/drawing/2014/main" id="{D3EF4D0A-5064-8D4E-B982-B4838ACB5E51}"/>
              </a:ext>
            </a:extLst>
          </p:cNvPr>
          <p:cNvSpPr>
            <a:spLocks noGrp="1"/>
          </p:cNvSpPr>
          <p:nvPr>
            <p:ph idx="1"/>
          </p:nvPr>
        </p:nvSpPr>
        <p:spPr/>
        <p:txBody>
          <a:bodyPr/>
          <a:lstStyle/>
          <a:p>
            <a:endParaRPr kumimoji="1" lang="zh-CN" altLang="en-US"/>
          </a:p>
        </p:txBody>
      </p:sp>
      <p:sp>
        <p:nvSpPr>
          <p:cNvPr id="307231" name="幻灯片编号占位符 1">
            <a:extLst>
              <a:ext uri="{FF2B5EF4-FFF2-40B4-BE49-F238E27FC236}">
                <a16:creationId xmlns:a16="http://schemas.microsoft.com/office/drawing/2014/main" id="{F3C5D501-3BE0-8843-80A0-8AE308AA6B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2EC004-ADF2-7E46-A174-E1E16A35A1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AB9CB039-83A8-3147-8563-82DFC64879D3}"/>
              </a:ext>
            </a:extLst>
          </p:cNvPr>
          <p:cNvSpPr>
            <a:spLocks noGrp="1"/>
          </p:cNvSpPr>
          <p:nvPr>
            <p:ph type="title"/>
          </p:nvPr>
        </p:nvSpPr>
        <p:spPr/>
        <p:txBody>
          <a:bodyPr/>
          <a:lstStyle/>
          <a:p>
            <a:r>
              <a:rPr lang="en-US" altLang="zh-CN" dirty="0">
                <a:ea typeface="宋体" panose="02010600030101010101" pitchFamily="2" charset="-122"/>
              </a:rPr>
              <a:t>ICMP </a:t>
            </a:r>
            <a:r>
              <a:rPr lang="zh-CN" altLang="en-US" dirty="0">
                <a:ea typeface="宋体" panose="02010600030101010101" pitchFamily="2" charset="-122"/>
              </a:rPr>
              <a:t>报文的格式 </a:t>
            </a:r>
            <a:endParaRPr kumimoji="1" lang="zh-CN" altLang="en-US" dirty="0"/>
          </a:p>
        </p:txBody>
      </p:sp>
    </p:spTree>
    <p:extLst>
      <p:ext uri="{BB962C8B-B14F-4D97-AF65-F5344CB8AC3E}">
        <p14:creationId xmlns:p14="http://schemas.microsoft.com/office/powerpoint/2010/main" val="35220289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p:bldP spid="53865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49" name="Rectangle 2">
            <a:extLst>
              <a:ext uri="{FF2B5EF4-FFF2-40B4-BE49-F238E27FC236}">
                <a16:creationId xmlns:a16="http://schemas.microsoft.com/office/drawing/2014/main" id="{F0267CCB-1F73-F545-BDA3-962500340711}"/>
              </a:ext>
            </a:extLst>
          </p:cNvPr>
          <p:cNvSpPr>
            <a:spLocks noGrp="1" noChangeArrowheads="1"/>
          </p:cNvSpPr>
          <p:nvPr>
            <p:ph type="title"/>
          </p:nvPr>
        </p:nvSpPr>
        <p:spPr>
          <a:xfrm>
            <a:off x="125730" y="195262"/>
            <a:ext cx="7514511" cy="719138"/>
          </a:xfrm>
        </p:spPr>
        <p:txBody>
          <a:bodyPr/>
          <a:lstStyle/>
          <a:p>
            <a:pPr eaLnBrk="1" hangingPunct="1"/>
            <a:r>
              <a:rPr lang="en-US" altLang="zh-CN" dirty="0">
                <a:latin typeface="Times New Roman" panose="02020603050405020304" pitchFamily="18" charset="0"/>
                <a:ea typeface="宋体" panose="02010600030101010101" pitchFamily="2" charset="-122"/>
              </a:rPr>
              <a:t>4.4.1  ICMP </a:t>
            </a:r>
            <a:r>
              <a:rPr lang="zh-CN" altLang="en-US" dirty="0">
                <a:latin typeface="Times New Roman" panose="02020603050405020304" pitchFamily="18" charset="0"/>
                <a:ea typeface="宋体" panose="02010600030101010101" pitchFamily="2" charset="-122"/>
              </a:rPr>
              <a:t>报文的种类</a:t>
            </a:r>
          </a:p>
        </p:txBody>
      </p:sp>
      <p:sp>
        <p:nvSpPr>
          <p:cNvPr id="539651" name="Rectangle 3">
            <a:extLst>
              <a:ext uri="{FF2B5EF4-FFF2-40B4-BE49-F238E27FC236}">
                <a16:creationId xmlns:a16="http://schemas.microsoft.com/office/drawing/2014/main" id="{78625256-3E18-E948-B600-8F673EF92A09}"/>
              </a:ext>
            </a:extLst>
          </p:cNvPr>
          <p:cNvSpPr>
            <a:spLocks noGrp="1" noChangeArrowheads="1"/>
          </p:cNvSpPr>
          <p:nvPr>
            <p:ph type="body" idx="1"/>
          </p:nvPr>
        </p:nvSpPr>
        <p:spPr>
          <a:xfrm>
            <a:off x="240030" y="1059657"/>
            <a:ext cx="8652510" cy="3726656"/>
          </a:xfrm>
        </p:spPr>
        <p:txBody>
          <a:bodyPr/>
          <a:lstStyle/>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报文的种类有两种，即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差错报告报文</a:t>
            </a:r>
            <a:r>
              <a:rPr lang="zh-CN" altLang="en-US" sz="2100" dirty="0">
                <a:ea typeface="宋体" panose="02010600030101010101" pitchFamily="2" charset="-122"/>
              </a:rPr>
              <a:t>和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询问报文</a:t>
            </a:r>
            <a:r>
              <a:rPr lang="zh-CN" altLang="en-US" sz="2100" dirty="0">
                <a:ea typeface="宋体" panose="02010600030101010101" pitchFamily="2" charset="-122"/>
              </a:rPr>
              <a:t>。 </a:t>
            </a:r>
            <a:endParaRPr lang="zh-CN" altLang="en-US" sz="1950" dirty="0">
              <a:ea typeface="宋体" panose="02010600030101010101" pitchFamily="2" charset="-122"/>
            </a:endParaRPr>
          </a:p>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报文的前 </a:t>
            </a:r>
            <a:r>
              <a:rPr lang="en-US" altLang="zh-CN" sz="2100" dirty="0">
                <a:ea typeface="宋体" panose="02010600030101010101" pitchFamily="2" charset="-122"/>
              </a:rPr>
              <a:t>4 </a:t>
            </a:r>
            <a:r>
              <a:rPr lang="zh-CN" altLang="en-US" sz="2100" dirty="0">
                <a:ea typeface="宋体" panose="02010600030101010101" pitchFamily="2" charset="-122"/>
              </a:rPr>
              <a:t>个字节是统一的格式，共有三个字段：即</a:t>
            </a:r>
            <a:r>
              <a:rPr lang="zh-CN" altLang="en-US" sz="2100" dirty="0">
                <a:solidFill>
                  <a:schemeClr val="hlink"/>
                </a:solidFill>
                <a:ea typeface="宋体" panose="02010600030101010101" pitchFamily="2" charset="-122"/>
              </a:rPr>
              <a:t>类型</a:t>
            </a:r>
            <a:r>
              <a:rPr lang="zh-CN" altLang="en-US" sz="2100" dirty="0">
                <a:ea typeface="宋体" panose="02010600030101010101" pitchFamily="2" charset="-122"/>
              </a:rPr>
              <a:t>、</a:t>
            </a:r>
            <a:r>
              <a:rPr lang="zh-CN" altLang="en-US" sz="2100" dirty="0">
                <a:solidFill>
                  <a:schemeClr val="hlink"/>
                </a:solidFill>
                <a:ea typeface="宋体" panose="02010600030101010101" pitchFamily="2" charset="-122"/>
              </a:rPr>
              <a:t>代码</a:t>
            </a:r>
            <a:r>
              <a:rPr lang="zh-CN" altLang="en-US" sz="2100" dirty="0">
                <a:ea typeface="宋体" panose="02010600030101010101" pitchFamily="2" charset="-122"/>
              </a:rPr>
              <a:t>和</a:t>
            </a:r>
            <a:r>
              <a:rPr lang="zh-CN" altLang="en-US" sz="2100" dirty="0">
                <a:solidFill>
                  <a:schemeClr val="hlink"/>
                </a:solidFill>
                <a:ea typeface="宋体" panose="02010600030101010101" pitchFamily="2" charset="-122"/>
              </a:rPr>
              <a:t>检验和</a:t>
            </a:r>
            <a:r>
              <a:rPr lang="zh-CN" altLang="en-US" sz="2100" dirty="0">
                <a:ea typeface="宋体" panose="02010600030101010101" pitchFamily="2" charset="-122"/>
              </a:rPr>
              <a:t>。接着的 </a:t>
            </a:r>
            <a:r>
              <a:rPr lang="en-US" altLang="zh-CN" sz="2100" dirty="0">
                <a:ea typeface="宋体" panose="02010600030101010101" pitchFamily="2" charset="-122"/>
              </a:rPr>
              <a:t>4 </a:t>
            </a:r>
            <a:r>
              <a:rPr lang="zh-CN" altLang="en-US" sz="2100" dirty="0">
                <a:ea typeface="宋体" panose="02010600030101010101" pitchFamily="2" charset="-122"/>
              </a:rPr>
              <a:t>个字节的内容与 </a:t>
            </a:r>
            <a:r>
              <a:rPr lang="en-US" altLang="zh-CN" sz="2100" dirty="0">
                <a:ea typeface="宋体" panose="02010600030101010101" pitchFamily="2" charset="-122"/>
              </a:rPr>
              <a:t>ICMP </a:t>
            </a:r>
            <a:r>
              <a:rPr lang="zh-CN" altLang="en-US" sz="2100" dirty="0">
                <a:ea typeface="宋体" panose="02010600030101010101" pitchFamily="2" charset="-122"/>
              </a:rPr>
              <a:t>的类型有关。 </a:t>
            </a:r>
            <a:endParaRPr lang="zh-CN" altLang="en-US" sz="1950" dirty="0">
              <a:ea typeface="宋体" panose="02010600030101010101" pitchFamily="2" charset="-122"/>
            </a:endParaRPr>
          </a:p>
        </p:txBody>
      </p:sp>
      <p:sp>
        <p:nvSpPr>
          <p:cNvPr id="309251" name="幻灯片编号占位符 1">
            <a:extLst>
              <a:ext uri="{FF2B5EF4-FFF2-40B4-BE49-F238E27FC236}">
                <a16:creationId xmlns:a16="http://schemas.microsoft.com/office/drawing/2014/main" id="{629E9C5C-8348-6F4F-9A52-14E129013B1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ED781FD-5499-D64B-9CA5-63357A966EF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333610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Rectangle 2">
            <a:extLst>
              <a:ext uri="{FF2B5EF4-FFF2-40B4-BE49-F238E27FC236}">
                <a16:creationId xmlns:a16="http://schemas.microsoft.com/office/drawing/2014/main" id="{580A6D41-75C1-3942-8ECF-B89845E398A2}"/>
              </a:ext>
            </a:extLst>
          </p:cNvPr>
          <p:cNvSpPr>
            <a:spLocks noGrp="1" noChangeArrowheads="1"/>
          </p:cNvSpPr>
          <p:nvPr>
            <p:ph type="title"/>
          </p:nvPr>
        </p:nvSpPr>
        <p:spPr>
          <a:xfrm>
            <a:off x="205740" y="250031"/>
            <a:ext cx="7591664" cy="682229"/>
          </a:xfrm>
        </p:spPr>
        <p:txBody>
          <a:bodyPr/>
          <a:lstStyle/>
          <a:p>
            <a:pPr eaLnBrk="1" hangingPunct="1"/>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差错报告报文共有 </a:t>
            </a:r>
            <a:r>
              <a:rPr lang="en-US" altLang="zh-CN" dirty="0">
                <a:latin typeface="Times New Roman" panose="02020603050405020304" pitchFamily="18" charset="0"/>
                <a:ea typeface="宋体" panose="02010600030101010101" pitchFamily="2" charset="-122"/>
              </a:rPr>
              <a:t>5 </a:t>
            </a:r>
            <a:r>
              <a:rPr lang="zh-CN" altLang="en-US" dirty="0">
                <a:latin typeface="Times New Roman" panose="02020603050405020304" pitchFamily="18" charset="0"/>
                <a:ea typeface="宋体" panose="02010600030101010101" pitchFamily="2" charset="-122"/>
              </a:rPr>
              <a:t>种 </a:t>
            </a:r>
          </a:p>
        </p:txBody>
      </p:sp>
      <p:sp>
        <p:nvSpPr>
          <p:cNvPr id="540675" name="Rectangle 3">
            <a:extLst>
              <a:ext uri="{FF2B5EF4-FFF2-40B4-BE49-F238E27FC236}">
                <a16:creationId xmlns:a16="http://schemas.microsoft.com/office/drawing/2014/main" id="{2FAC338C-C6E0-4C4B-B400-333633862164}"/>
              </a:ext>
            </a:extLst>
          </p:cNvPr>
          <p:cNvSpPr>
            <a:spLocks noGrp="1" noChangeArrowheads="1"/>
          </p:cNvSpPr>
          <p:nvPr>
            <p:ph type="body" idx="1"/>
          </p:nvPr>
        </p:nvSpPr>
        <p:spPr>
          <a:xfrm>
            <a:off x="205740" y="1059656"/>
            <a:ext cx="8663939" cy="3833813"/>
          </a:xfrm>
        </p:spPr>
        <p:txBody>
          <a:bodyPr/>
          <a:lstStyle/>
          <a:p>
            <a:pPr algn="just" eaLnBrk="1" hangingPunct="1"/>
            <a:r>
              <a:rPr lang="zh-CN" altLang="en-US" sz="2100" dirty="0">
                <a:ea typeface="宋体" panose="02010600030101010101" pitchFamily="2" charset="-122"/>
              </a:rPr>
              <a:t>终点不可达 </a:t>
            </a:r>
            <a:endParaRPr lang="zh-CN" altLang="en-US" sz="1950" dirty="0">
              <a:ea typeface="宋体" panose="02010600030101010101" pitchFamily="2" charset="-122"/>
            </a:endParaRPr>
          </a:p>
          <a:p>
            <a:pPr algn="just" eaLnBrk="1" hangingPunct="1"/>
            <a:r>
              <a:rPr lang="zh-CN" altLang="en-US" sz="2100" dirty="0">
                <a:ea typeface="宋体" panose="02010600030101010101" pitchFamily="2" charset="-122"/>
              </a:rPr>
              <a:t>源点抑制</a:t>
            </a:r>
            <a:r>
              <a:rPr lang="en-US" altLang="zh-CN" sz="2100" dirty="0">
                <a:ea typeface="宋体" panose="02010600030101010101" pitchFamily="2" charset="-122"/>
              </a:rPr>
              <a:t>(Source quench)</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a:p>
            <a:pPr algn="just" eaLnBrk="1" hangingPunct="1"/>
            <a:r>
              <a:rPr lang="zh-CN" altLang="en-US" sz="2100" dirty="0">
                <a:ea typeface="宋体" panose="02010600030101010101" pitchFamily="2" charset="-122"/>
              </a:rPr>
              <a:t>时间超过 </a:t>
            </a:r>
          </a:p>
          <a:p>
            <a:pPr algn="just" eaLnBrk="1" hangingPunct="1"/>
            <a:r>
              <a:rPr lang="zh-CN" altLang="en-US" sz="2100" dirty="0">
                <a:ea typeface="宋体" panose="02010600030101010101" pitchFamily="2" charset="-122"/>
              </a:rPr>
              <a:t>参数问题 </a:t>
            </a:r>
          </a:p>
          <a:p>
            <a:pPr algn="just" eaLnBrk="1" hangingPunct="1"/>
            <a:r>
              <a:rPr lang="zh-CN" altLang="en-US" sz="2100" dirty="0">
                <a:ea typeface="宋体" panose="02010600030101010101" pitchFamily="2" charset="-122"/>
              </a:rPr>
              <a:t>改变路由（重定向）</a:t>
            </a:r>
            <a:r>
              <a:rPr lang="en-US" altLang="zh-CN" sz="2100" dirty="0">
                <a:ea typeface="宋体" panose="02010600030101010101" pitchFamily="2" charset="-122"/>
              </a:rPr>
              <a:t>(Redirect)</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p:txBody>
      </p:sp>
      <p:sp>
        <p:nvSpPr>
          <p:cNvPr id="311299" name="幻灯片编号占位符 1">
            <a:extLst>
              <a:ext uri="{FF2B5EF4-FFF2-40B4-BE49-F238E27FC236}">
                <a16:creationId xmlns:a16="http://schemas.microsoft.com/office/drawing/2014/main" id="{E3497E95-128F-D44A-8F07-63B994B82AE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568E89-D180-FA47-8E46-9F85DC42D4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00929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067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Rectangle 2">
            <a:extLst>
              <a:ext uri="{FF2B5EF4-FFF2-40B4-BE49-F238E27FC236}">
                <a16:creationId xmlns:a16="http://schemas.microsoft.com/office/drawing/2014/main" id="{D460429C-0069-AA40-A02D-459131E6935C}"/>
              </a:ext>
            </a:extLst>
          </p:cNvPr>
          <p:cNvSpPr>
            <a:spLocks noGrp="1" noChangeArrowheads="1"/>
          </p:cNvSpPr>
          <p:nvPr>
            <p:ph type="title"/>
          </p:nvPr>
        </p:nvSpPr>
        <p:spPr>
          <a:xfrm>
            <a:off x="171450" y="141685"/>
            <a:ext cx="8934449" cy="749855"/>
          </a:xfrm>
        </p:spPr>
        <p:txBody>
          <a:bodyPr/>
          <a:lstStyle/>
          <a:p>
            <a:pPr eaLnBrk="1" hangingPunct="1"/>
            <a:r>
              <a:rPr lang="en-US" altLang="zh-CN" sz="3000" dirty="0">
                <a:ea typeface="宋体" panose="02010600030101010101" pitchFamily="2" charset="-122"/>
              </a:rPr>
              <a:t>4.5  </a:t>
            </a:r>
            <a:r>
              <a:rPr lang="zh-CN" altLang="en-US" sz="3000" dirty="0">
                <a:ea typeface="宋体" panose="02010600030101010101" pitchFamily="2" charset="-122"/>
              </a:rPr>
              <a:t>因特网的路由选择协议</a:t>
            </a:r>
            <a:endParaRPr lang="zh-CN" altLang="en-US" sz="2400" dirty="0">
              <a:ea typeface="宋体" panose="02010600030101010101" pitchFamily="2" charset="-122"/>
            </a:endParaRPr>
          </a:p>
        </p:txBody>
      </p:sp>
      <p:sp>
        <p:nvSpPr>
          <p:cNvPr id="545795" name="Rectangle 3">
            <a:extLst>
              <a:ext uri="{FF2B5EF4-FFF2-40B4-BE49-F238E27FC236}">
                <a16:creationId xmlns:a16="http://schemas.microsoft.com/office/drawing/2014/main" id="{B123E2BB-F83D-AA4A-BEE9-6A56DE3C6DE6}"/>
              </a:ext>
            </a:extLst>
          </p:cNvPr>
          <p:cNvSpPr>
            <a:spLocks noGrp="1" noChangeArrowheads="1"/>
          </p:cNvSpPr>
          <p:nvPr>
            <p:ph type="body" idx="1"/>
          </p:nvPr>
        </p:nvSpPr>
        <p:spPr>
          <a:xfrm>
            <a:off x="228600" y="1687233"/>
            <a:ext cx="8743950" cy="3144679"/>
          </a:xfrm>
        </p:spPr>
        <p:txBody>
          <a:bodyPr/>
          <a:lstStyle/>
          <a:p>
            <a:pPr algn="just" eaLnBrk="1" hangingPunct="1">
              <a:buFont typeface="Wingdings" pitchFamily="2" charset="2"/>
              <a:buNone/>
            </a:pPr>
            <a:r>
              <a:rPr lang="en-US" altLang="zh-CN" sz="2100" dirty="0">
                <a:ea typeface="宋体" panose="02010600030101010101" pitchFamily="2" charset="-122"/>
              </a:rPr>
              <a:t>1. </a:t>
            </a:r>
            <a:r>
              <a:rPr lang="zh-CN" altLang="en-US" sz="2100" dirty="0">
                <a:ea typeface="宋体" panose="02010600030101010101" pitchFamily="2" charset="-122"/>
              </a:rPr>
              <a:t>理想的路由算法</a:t>
            </a:r>
          </a:p>
          <a:p>
            <a:pPr lvl="1" algn="just" eaLnBrk="1" hangingPunct="1"/>
            <a:r>
              <a:rPr lang="zh-CN" altLang="en-US" dirty="0">
                <a:ea typeface="宋体" panose="02010600030101010101" pitchFamily="2" charset="-122"/>
              </a:rPr>
              <a:t>算法必须是正确的和完整的。 </a:t>
            </a:r>
          </a:p>
          <a:p>
            <a:pPr lvl="1" algn="just" eaLnBrk="1" hangingPunct="1"/>
            <a:r>
              <a:rPr lang="zh-CN" altLang="en-US" dirty="0">
                <a:ea typeface="宋体" panose="02010600030101010101" pitchFamily="2" charset="-122"/>
              </a:rPr>
              <a:t>算法在计算上应简单。 </a:t>
            </a:r>
          </a:p>
          <a:p>
            <a:pPr lvl="1" algn="just" eaLnBrk="1" hangingPunct="1"/>
            <a:r>
              <a:rPr lang="zh-CN" altLang="en-US" dirty="0">
                <a:ea typeface="宋体" panose="02010600030101010101" pitchFamily="2" charset="-122"/>
              </a:rPr>
              <a:t>算法应能适应通信量和网络拓扑的变化，这就是说，要有自适应性。 </a:t>
            </a:r>
          </a:p>
          <a:p>
            <a:pPr lvl="1" algn="just" eaLnBrk="1" hangingPunct="1"/>
            <a:r>
              <a:rPr lang="zh-CN" altLang="en-US" dirty="0">
                <a:ea typeface="宋体" panose="02010600030101010101" pitchFamily="2" charset="-122"/>
              </a:rPr>
              <a:t>算法应具有稳定性。 </a:t>
            </a:r>
          </a:p>
          <a:p>
            <a:pPr lvl="1" algn="just" eaLnBrk="1" hangingPunct="1"/>
            <a:r>
              <a:rPr lang="zh-CN" altLang="en-US" dirty="0">
                <a:ea typeface="宋体" panose="02010600030101010101" pitchFamily="2" charset="-122"/>
              </a:rPr>
              <a:t>算法应是公平的。 </a:t>
            </a:r>
          </a:p>
          <a:p>
            <a:pPr lvl="1" algn="just" eaLnBrk="1" hangingPunct="1"/>
            <a:r>
              <a:rPr lang="zh-CN" altLang="en-US" dirty="0">
                <a:ea typeface="宋体" panose="02010600030101010101" pitchFamily="2" charset="-122"/>
              </a:rPr>
              <a:t>算法应是最佳的。 </a:t>
            </a:r>
          </a:p>
        </p:txBody>
      </p:sp>
      <p:sp>
        <p:nvSpPr>
          <p:cNvPr id="317443" name="幻灯片编号占位符 1">
            <a:extLst>
              <a:ext uri="{FF2B5EF4-FFF2-40B4-BE49-F238E27FC236}">
                <a16:creationId xmlns:a16="http://schemas.microsoft.com/office/drawing/2014/main" id="{A72ECA3A-3A23-FD45-BF17-465E70236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774803-708F-0842-A5F9-504F12F605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2C00E1-A80C-6F46-B397-F27E62FAAEEF}"/>
              </a:ext>
            </a:extLst>
          </p:cNvPr>
          <p:cNvSpPr/>
          <p:nvPr/>
        </p:nvSpPr>
        <p:spPr>
          <a:xfrm>
            <a:off x="171450" y="1058554"/>
            <a:ext cx="7623810" cy="461665"/>
          </a:xfrm>
          <a:prstGeom prst="rect">
            <a:avLst/>
          </a:prstGeom>
        </p:spPr>
        <p:txBody>
          <a:bodyPr wrap="square">
            <a:spAutoFit/>
          </a:bodyPr>
          <a:lstStyle/>
          <a:p>
            <a:r>
              <a:rPr lang="en-US" altLang="zh-CN" sz="2400" dirty="0"/>
              <a:t>4.5.1  </a:t>
            </a:r>
            <a:r>
              <a:rPr lang="zh-CN" altLang="en-US" sz="2400" dirty="0"/>
              <a:t>有关路由选择协议的几个基本概念</a:t>
            </a:r>
          </a:p>
        </p:txBody>
      </p:sp>
    </p:spTree>
    <p:extLst>
      <p:ext uri="{BB962C8B-B14F-4D97-AF65-F5344CB8AC3E}">
        <p14:creationId xmlns:p14="http://schemas.microsoft.com/office/powerpoint/2010/main" val="18260602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5795">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45795">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45795">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45795">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9" name="Rectangle 2">
            <a:extLst>
              <a:ext uri="{FF2B5EF4-FFF2-40B4-BE49-F238E27FC236}">
                <a16:creationId xmlns:a16="http://schemas.microsoft.com/office/drawing/2014/main" id="{E64A575C-5DEF-F54F-8D96-5AB69BE1A419}"/>
              </a:ext>
            </a:extLst>
          </p:cNvPr>
          <p:cNvSpPr>
            <a:spLocks noGrp="1" noChangeArrowheads="1"/>
          </p:cNvSpPr>
          <p:nvPr>
            <p:ph type="title"/>
          </p:nvPr>
        </p:nvSpPr>
        <p:spPr>
          <a:xfrm>
            <a:off x="160020" y="195263"/>
            <a:ext cx="7583805" cy="736997"/>
          </a:xfrm>
        </p:spPr>
        <p:txBody>
          <a:bodyPr/>
          <a:lstStyle/>
          <a:p>
            <a:pPr eaLnBrk="1" hangingPunct="1"/>
            <a:r>
              <a:rPr lang="zh-CN" altLang="en-US" dirty="0">
                <a:latin typeface="Times New Roman" panose="02020603050405020304" pitchFamily="18" charset="0"/>
                <a:ea typeface="宋体" panose="02010600030101010101" pitchFamily="2" charset="-122"/>
              </a:rPr>
              <a:t>关于“最佳路由” </a:t>
            </a:r>
          </a:p>
        </p:txBody>
      </p:sp>
      <p:sp>
        <p:nvSpPr>
          <p:cNvPr id="547843" name="Rectangle 3">
            <a:extLst>
              <a:ext uri="{FF2B5EF4-FFF2-40B4-BE49-F238E27FC236}">
                <a16:creationId xmlns:a16="http://schemas.microsoft.com/office/drawing/2014/main" id="{F2660724-3061-1D4D-8B08-54497157ED15}"/>
              </a:ext>
            </a:extLst>
          </p:cNvPr>
          <p:cNvSpPr>
            <a:spLocks noGrp="1" noChangeArrowheads="1"/>
          </p:cNvSpPr>
          <p:nvPr>
            <p:ph type="body" idx="1"/>
          </p:nvPr>
        </p:nvSpPr>
        <p:spPr>
          <a:xfrm>
            <a:off x="229077" y="1059656"/>
            <a:ext cx="8640603" cy="3733800"/>
          </a:xfrm>
        </p:spPr>
        <p:txBody>
          <a:bodyPr/>
          <a:lstStyle/>
          <a:p>
            <a:pPr algn="just" eaLnBrk="1" hangingPunct="1"/>
            <a:r>
              <a:rPr lang="zh-CN" altLang="en-US">
                <a:latin typeface="微软雅黑" panose="020B0503020204020204" pitchFamily="34" charset="-122"/>
                <a:ea typeface="宋体" panose="02010600030101010101" pitchFamily="2" charset="-122"/>
              </a:rPr>
              <a:t>不存在一种绝对的最佳路由算法。</a:t>
            </a:r>
          </a:p>
          <a:p>
            <a:pPr algn="just" eaLnBrk="1" hangingPunct="1"/>
            <a:r>
              <a:rPr lang="zh-CN" altLang="en-US">
                <a:latin typeface="微软雅黑" panose="020B0503020204020204" pitchFamily="34" charset="-122"/>
                <a:ea typeface="宋体" panose="02010600030101010101" pitchFamily="2" charset="-122"/>
              </a:rPr>
              <a:t>所谓</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最佳</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只能是相对于某一种特定要求下得出的较为合理的选择而已。</a:t>
            </a:r>
          </a:p>
          <a:p>
            <a:pPr algn="just" eaLnBrk="1" hangingPunct="1"/>
            <a:r>
              <a:rPr lang="zh-CN" altLang="en-US">
                <a:latin typeface="微软雅黑" panose="020B0503020204020204" pitchFamily="34" charset="-122"/>
                <a:ea typeface="宋体" panose="02010600030101010101" pitchFamily="2" charset="-122"/>
              </a:rPr>
              <a:t>实际的路由选择算法，应尽可能接近于理想的算法。 </a:t>
            </a:r>
          </a:p>
          <a:p>
            <a:pPr algn="just" eaLnBrk="1" hangingPunct="1"/>
            <a:r>
              <a:rPr lang="zh-CN" altLang="en-US">
                <a:latin typeface="微软雅黑" panose="020B0503020204020204" pitchFamily="34" charset="-122"/>
                <a:ea typeface="宋体" panose="02010600030101010101" pitchFamily="2" charset="-122"/>
              </a:rPr>
              <a:t>路由选择是个非常复杂的问题</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它是网络中的所有结点共同协调工作的结果。</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路由选择的环境往往是不断变化的，而这种变化有时无法事先知道。</a:t>
            </a:r>
            <a:r>
              <a:rPr lang="zh-CN" altLang="en-US">
                <a:latin typeface="微软雅黑" panose="020B0503020204020204" pitchFamily="34" charset="-122"/>
                <a:ea typeface="宋体" panose="02010600030101010101" pitchFamily="2" charset="-122"/>
              </a:rPr>
              <a:t>  </a:t>
            </a:r>
          </a:p>
        </p:txBody>
      </p:sp>
      <p:sp>
        <p:nvSpPr>
          <p:cNvPr id="319491" name="幻灯片编号占位符 1">
            <a:extLst>
              <a:ext uri="{FF2B5EF4-FFF2-40B4-BE49-F238E27FC236}">
                <a16:creationId xmlns:a16="http://schemas.microsoft.com/office/drawing/2014/main" id="{BCCD94A6-EAFE-A64D-A4D8-C1DDB34CB3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1CF131-88D8-A844-9244-AA1C55E67D0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576944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78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78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784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7843">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78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Rectangle 2">
            <a:extLst>
              <a:ext uri="{FF2B5EF4-FFF2-40B4-BE49-F238E27FC236}">
                <a16:creationId xmlns:a16="http://schemas.microsoft.com/office/drawing/2014/main" id="{CA964304-1BF3-354F-93EC-37485563FE7B}"/>
              </a:ext>
            </a:extLst>
          </p:cNvPr>
          <p:cNvSpPr>
            <a:spLocks noGrp="1" noChangeArrowheads="1"/>
          </p:cNvSpPr>
          <p:nvPr>
            <p:ph type="title"/>
          </p:nvPr>
        </p:nvSpPr>
        <p:spPr>
          <a:xfrm>
            <a:off x="182881" y="195263"/>
            <a:ext cx="7399020" cy="790575"/>
          </a:xfrm>
        </p:spPr>
        <p:txBody>
          <a:bodyPr/>
          <a:lstStyle/>
          <a:p>
            <a:pPr eaLnBrk="1" hangingPunct="1"/>
            <a:r>
              <a:rPr lang="zh-CN" altLang="en-US" dirty="0">
                <a:latin typeface="Times New Roman" panose="02020603050405020304" pitchFamily="18" charset="0"/>
                <a:ea typeface="宋体" panose="02010600030101010101" pitchFamily="2" charset="-122"/>
              </a:rPr>
              <a:t>从路由算法的自适应性考虑</a:t>
            </a:r>
          </a:p>
        </p:txBody>
      </p:sp>
      <p:sp>
        <p:nvSpPr>
          <p:cNvPr id="548867" name="Rectangle 3">
            <a:extLst>
              <a:ext uri="{FF2B5EF4-FFF2-40B4-BE49-F238E27FC236}">
                <a16:creationId xmlns:a16="http://schemas.microsoft.com/office/drawing/2014/main" id="{88EA017B-1BC3-E941-B388-4B19A41BD1CD}"/>
              </a:ext>
            </a:extLst>
          </p:cNvPr>
          <p:cNvSpPr>
            <a:spLocks noGrp="1" noChangeArrowheads="1"/>
          </p:cNvSpPr>
          <p:nvPr>
            <p:ph type="body" idx="1"/>
          </p:nvPr>
        </p:nvSpPr>
        <p:spPr>
          <a:xfrm>
            <a:off x="182881" y="1140619"/>
            <a:ext cx="8686799" cy="3807619"/>
          </a:xfrm>
        </p:spPr>
        <p:txBody>
          <a:bodyPr/>
          <a:lstStyle/>
          <a:p>
            <a:pPr algn="just" eaLnBrk="1" hangingPunct="1"/>
            <a:r>
              <a:rPr lang="zh-CN" altLang="en-US" dirty="0">
                <a:solidFill>
                  <a:schemeClr val="hlink"/>
                </a:solidFill>
                <a:latin typeface="微软雅黑" panose="020B0503020204020204" pitchFamily="34" charset="-122"/>
                <a:ea typeface="宋体" panose="02010600030101010101" pitchFamily="2" charset="-122"/>
              </a:rPr>
              <a:t>静态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即非自适应路由选择，其特点是简单和开销较小，但不能及时适应网络状态的变化。 </a:t>
            </a:r>
          </a:p>
          <a:p>
            <a:pPr algn="just" eaLnBrk="1" hangingPunct="1"/>
            <a:r>
              <a:rPr lang="zh-CN" altLang="en-US" dirty="0">
                <a:solidFill>
                  <a:schemeClr val="hlink"/>
                </a:solidFill>
                <a:latin typeface="微软雅黑" panose="020B0503020204020204" pitchFamily="34" charset="-122"/>
                <a:ea typeface="宋体" panose="02010600030101010101" pitchFamily="2" charset="-122"/>
              </a:rPr>
              <a:t>动态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即自适应路由选择，其特点是能较好地适应网络状态的变化，但实现起来较为复杂，开销也比较大。  </a:t>
            </a:r>
          </a:p>
        </p:txBody>
      </p:sp>
      <p:sp>
        <p:nvSpPr>
          <p:cNvPr id="321539" name="幻灯片编号占位符 1">
            <a:extLst>
              <a:ext uri="{FF2B5EF4-FFF2-40B4-BE49-F238E27FC236}">
                <a16:creationId xmlns:a16="http://schemas.microsoft.com/office/drawing/2014/main" id="{9FB16036-2079-DD47-9311-D49A62C7FA9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2497C76-609E-7744-9E38-84799C6233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001604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Rectangle 2">
            <a:extLst>
              <a:ext uri="{FF2B5EF4-FFF2-40B4-BE49-F238E27FC236}">
                <a16:creationId xmlns:a16="http://schemas.microsoft.com/office/drawing/2014/main" id="{41E5B470-0D62-564B-87A4-410911662672}"/>
              </a:ext>
            </a:extLst>
          </p:cNvPr>
          <p:cNvSpPr>
            <a:spLocks noGrp="1" noChangeArrowheads="1"/>
          </p:cNvSpPr>
          <p:nvPr>
            <p:ph type="title"/>
          </p:nvPr>
        </p:nvSpPr>
        <p:spPr>
          <a:xfrm>
            <a:off x="171451" y="160735"/>
            <a:ext cx="7748588"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分层次的路由选择协议</a:t>
            </a:r>
          </a:p>
        </p:txBody>
      </p:sp>
      <p:sp>
        <p:nvSpPr>
          <p:cNvPr id="549891" name="Rectangle 3">
            <a:extLst>
              <a:ext uri="{FF2B5EF4-FFF2-40B4-BE49-F238E27FC236}">
                <a16:creationId xmlns:a16="http://schemas.microsoft.com/office/drawing/2014/main" id="{C3735694-AA62-9D40-98CD-83036189E984}"/>
              </a:ext>
            </a:extLst>
          </p:cNvPr>
          <p:cNvSpPr>
            <a:spLocks noGrp="1" noChangeArrowheads="1"/>
          </p:cNvSpPr>
          <p:nvPr>
            <p:ph type="body" idx="1"/>
          </p:nvPr>
        </p:nvSpPr>
        <p:spPr>
          <a:xfrm>
            <a:off x="262890" y="1059656"/>
            <a:ext cx="8618220" cy="3733800"/>
          </a:xfrm>
        </p:spPr>
        <p:txBody>
          <a:bodyPr/>
          <a:lstStyle/>
          <a:p>
            <a:pPr algn="just" eaLnBrk="1" hangingPunct="1"/>
            <a:r>
              <a:rPr lang="zh-CN" altLang="en-US" dirty="0">
                <a:ea typeface="宋体" panose="02010600030101010101" pitchFamily="2" charset="-122"/>
              </a:rPr>
              <a:t>因特网采用分层次的路由选择协议。</a:t>
            </a:r>
          </a:p>
          <a:p>
            <a:pPr algn="just" eaLnBrk="1" hangingPunct="1"/>
            <a:r>
              <a:rPr lang="zh-CN" altLang="en-US" dirty="0">
                <a:ea typeface="宋体" panose="02010600030101010101" pitchFamily="2" charset="-122"/>
              </a:rPr>
              <a:t>因特网的规模非常大。如果让所有的路由器知道所有的网络应怎样到达，则这种路由表将非常大，处理起来也太花时间。而所有这些路由器之间交换路由信息所需的带宽就会使因特网的通信链路饱和。</a:t>
            </a:r>
          </a:p>
          <a:p>
            <a:pPr algn="just" eaLnBrk="1" hangingPunct="1"/>
            <a:r>
              <a:rPr lang="zh-CN" altLang="en-US" dirty="0">
                <a:ea typeface="宋体" panose="02010600030101010101" pitchFamily="2" charset="-122"/>
              </a:rPr>
              <a:t>许多单位不愿意外界了解自己单位网络的布局细节和本部门所采用的路由选择协议（这属于本部门内部的事情），但同时还希望连接到因特网上。   </a:t>
            </a:r>
          </a:p>
        </p:txBody>
      </p:sp>
      <p:sp>
        <p:nvSpPr>
          <p:cNvPr id="323587" name="幻灯片编号占位符 1">
            <a:extLst>
              <a:ext uri="{FF2B5EF4-FFF2-40B4-BE49-F238E27FC236}">
                <a16:creationId xmlns:a16="http://schemas.microsoft.com/office/drawing/2014/main" id="{B32CDDC5-6035-A443-8924-DBC48813F69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FAFD833-6497-4145-830F-A12F884D1C7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7397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3" name="Rectangle 2">
            <a:extLst>
              <a:ext uri="{FF2B5EF4-FFF2-40B4-BE49-F238E27FC236}">
                <a16:creationId xmlns:a16="http://schemas.microsoft.com/office/drawing/2014/main" id="{9CD1B7F1-FAE4-4642-9BD1-A60E0B23B380}"/>
              </a:ext>
            </a:extLst>
          </p:cNvPr>
          <p:cNvSpPr>
            <a:spLocks noGrp="1" noChangeArrowheads="1"/>
          </p:cNvSpPr>
          <p:nvPr>
            <p:ph type="title"/>
          </p:nvPr>
        </p:nvSpPr>
        <p:spPr>
          <a:xfrm>
            <a:off x="160020" y="250031"/>
            <a:ext cx="7544515" cy="628650"/>
          </a:xfrm>
        </p:spPr>
        <p:txBody>
          <a:bodyPr/>
          <a:lstStyle/>
          <a:p>
            <a:pPr eaLnBrk="1" hangingPunct="1"/>
            <a:r>
              <a:rPr lang="zh-CN" altLang="en-US" sz="3000" dirty="0">
                <a:ea typeface="宋体" panose="02010600030101010101" pitchFamily="2" charset="-122"/>
              </a:rPr>
              <a:t>自治系统 </a:t>
            </a:r>
            <a:r>
              <a:rPr lang="en-US" altLang="zh-CN" sz="3000" dirty="0">
                <a:ea typeface="宋体" panose="02010600030101010101" pitchFamily="2" charset="-122"/>
              </a:rPr>
              <a:t>AS(Autonomous System) </a:t>
            </a:r>
          </a:p>
        </p:txBody>
      </p:sp>
      <p:sp>
        <p:nvSpPr>
          <p:cNvPr id="325634" name="Rectangle 3">
            <a:extLst>
              <a:ext uri="{FF2B5EF4-FFF2-40B4-BE49-F238E27FC236}">
                <a16:creationId xmlns:a16="http://schemas.microsoft.com/office/drawing/2014/main" id="{81A6CF46-5F17-4F4E-BD6E-0EF8F0BCACAE}"/>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5635" name="Rectangle 4">
            <a:extLst>
              <a:ext uri="{FF2B5EF4-FFF2-40B4-BE49-F238E27FC236}">
                <a16:creationId xmlns:a16="http://schemas.microsoft.com/office/drawing/2014/main" id="{B2B2290D-2A69-9949-BEA4-769C2B442C72}"/>
              </a:ext>
            </a:extLst>
          </p:cNvPr>
          <p:cNvSpPr>
            <a:spLocks noGrp="1" noChangeArrowheads="1"/>
          </p:cNvSpPr>
          <p:nvPr>
            <p:ph type="body" idx="1"/>
          </p:nvPr>
        </p:nvSpPr>
        <p:spPr>
          <a:xfrm>
            <a:off x="262890" y="1059657"/>
            <a:ext cx="8606790" cy="4083844"/>
          </a:xfrm>
        </p:spPr>
        <p:txBody>
          <a:bodyPr/>
          <a:lstStyle/>
          <a:p>
            <a:pPr eaLnBrk="1" hangingPunct="1">
              <a:spcBef>
                <a:spcPct val="0"/>
              </a:spcBef>
              <a:buClrTx/>
            </a:pPr>
            <a:r>
              <a:rPr lang="zh-CN" altLang="en-US" dirty="0">
                <a:ea typeface="宋体" panose="02010600030101010101" pitchFamily="2" charset="-122"/>
              </a:rPr>
              <a:t>自治系统 </a:t>
            </a:r>
            <a:r>
              <a:rPr lang="en-US" altLang="zh-CN" dirty="0">
                <a:ea typeface="宋体" panose="02010600030101010101" pitchFamily="2" charset="-122"/>
              </a:rPr>
              <a:t>AS </a:t>
            </a:r>
            <a:r>
              <a:rPr lang="zh-CN" altLang="en-US" dirty="0">
                <a:ea typeface="宋体" panose="02010600030101010101" pitchFamily="2" charset="-122"/>
              </a:rPr>
              <a:t>的定义：在单一的技术管理下的一组路由器，而这些路由器使用一种 </a:t>
            </a:r>
            <a:r>
              <a:rPr lang="en-US" altLang="zh-CN" dirty="0">
                <a:ea typeface="宋体" panose="02010600030101010101" pitchFamily="2" charset="-122"/>
              </a:rPr>
              <a:t>AS </a:t>
            </a:r>
            <a:r>
              <a:rPr lang="zh-CN" altLang="en-US" dirty="0">
                <a:ea typeface="宋体" panose="02010600030101010101" pitchFamily="2" charset="-122"/>
              </a:rPr>
              <a:t>内部的路由选择协议和共同的度量以确定分组在该 </a:t>
            </a:r>
            <a:r>
              <a:rPr lang="en-US" altLang="zh-CN" dirty="0">
                <a:ea typeface="宋体" panose="02010600030101010101" pitchFamily="2" charset="-122"/>
              </a:rPr>
              <a:t>AS </a:t>
            </a:r>
            <a:r>
              <a:rPr lang="zh-CN" altLang="en-US" dirty="0">
                <a:ea typeface="宋体" panose="02010600030101010101" pitchFamily="2" charset="-122"/>
              </a:rPr>
              <a:t>内的路由，同时还使用一种 </a:t>
            </a:r>
            <a:r>
              <a:rPr lang="en-US" altLang="zh-CN" dirty="0">
                <a:ea typeface="宋体" panose="02010600030101010101" pitchFamily="2" charset="-122"/>
              </a:rPr>
              <a:t>AS </a:t>
            </a:r>
            <a:r>
              <a:rPr lang="zh-CN" altLang="en-US" dirty="0">
                <a:ea typeface="宋体" panose="02010600030101010101" pitchFamily="2" charset="-122"/>
              </a:rPr>
              <a:t>之间的路由选择协议用以确定分组在 </a:t>
            </a:r>
            <a:r>
              <a:rPr lang="en-US" altLang="zh-CN" dirty="0">
                <a:ea typeface="宋体" panose="02010600030101010101" pitchFamily="2" charset="-122"/>
              </a:rPr>
              <a:t>AS</a:t>
            </a:r>
            <a:r>
              <a:rPr lang="zh-CN" altLang="en-US" dirty="0">
                <a:ea typeface="宋体" panose="02010600030101010101" pitchFamily="2" charset="-122"/>
              </a:rPr>
              <a:t>之间的路由。</a:t>
            </a:r>
          </a:p>
          <a:p>
            <a:pPr eaLnBrk="1" hangingPunct="1">
              <a:spcBef>
                <a:spcPct val="0"/>
              </a:spcBef>
              <a:buClrTx/>
            </a:pPr>
            <a:r>
              <a:rPr lang="zh-CN" altLang="en-US" dirty="0">
                <a:ea typeface="宋体" panose="02010600030101010101" pitchFamily="2" charset="-122"/>
              </a:rPr>
              <a:t>现在对自治系统 </a:t>
            </a:r>
            <a:r>
              <a:rPr lang="en-US" altLang="zh-CN" dirty="0">
                <a:ea typeface="宋体" panose="02010600030101010101" pitchFamily="2" charset="-122"/>
              </a:rPr>
              <a:t>AS </a:t>
            </a:r>
            <a:r>
              <a:rPr lang="zh-CN" altLang="en-US" dirty="0">
                <a:ea typeface="宋体" panose="02010600030101010101" pitchFamily="2" charset="-122"/>
              </a:rPr>
              <a:t>的定义是强调下面的事实：尽管一个 </a:t>
            </a:r>
            <a:r>
              <a:rPr lang="en-US" altLang="zh-CN" dirty="0">
                <a:ea typeface="宋体" panose="02010600030101010101" pitchFamily="2" charset="-122"/>
              </a:rPr>
              <a:t>AS </a:t>
            </a:r>
            <a:r>
              <a:rPr lang="zh-CN" altLang="en-US" dirty="0">
                <a:ea typeface="宋体" panose="02010600030101010101" pitchFamily="2" charset="-122"/>
              </a:rPr>
              <a:t>使用了多种内部路由选择协议和度量，但重要的是一个 </a:t>
            </a:r>
            <a:r>
              <a:rPr lang="en-US" altLang="zh-CN" dirty="0">
                <a:ea typeface="宋体" panose="02010600030101010101" pitchFamily="2" charset="-122"/>
              </a:rPr>
              <a:t>AS </a:t>
            </a:r>
            <a:r>
              <a:rPr lang="zh-CN" altLang="en-US" dirty="0">
                <a:ea typeface="宋体" panose="02010600030101010101" pitchFamily="2" charset="-122"/>
              </a:rPr>
              <a:t>对其他 </a:t>
            </a:r>
            <a:r>
              <a:rPr lang="en-US" altLang="zh-CN" dirty="0">
                <a:ea typeface="宋体" panose="02010600030101010101" pitchFamily="2" charset="-122"/>
              </a:rPr>
              <a:t>AS </a:t>
            </a:r>
            <a:r>
              <a:rPr lang="zh-CN" altLang="en-US" dirty="0">
                <a:ea typeface="宋体" panose="02010600030101010101" pitchFamily="2" charset="-122"/>
              </a:rPr>
              <a:t>表现出的是一个</a:t>
            </a:r>
            <a:r>
              <a:rPr lang="zh-CN" altLang="en-US" dirty="0">
                <a:solidFill>
                  <a:schemeClr val="hlink"/>
                </a:solidFill>
                <a:ea typeface="宋体" panose="02010600030101010101" pitchFamily="2" charset="-122"/>
              </a:rPr>
              <a:t>单一的</a:t>
            </a:r>
            <a:r>
              <a:rPr lang="zh-CN" altLang="en-US" dirty="0">
                <a:ea typeface="宋体" panose="02010600030101010101" pitchFamily="2" charset="-122"/>
              </a:rPr>
              <a:t>和</a:t>
            </a:r>
            <a:r>
              <a:rPr lang="zh-CN" altLang="en-US" dirty="0">
                <a:solidFill>
                  <a:schemeClr val="hlink"/>
                </a:solidFill>
                <a:ea typeface="宋体" panose="02010600030101010101" pitchFamily="2" charset="-122"/>
              </a:rPr>
              <a:t>一致的路由选择策略</a:t>
            </a:r>
            <a:r>
              <a:rPr lang="zh-CN" altLang="en-US" dirty="0">
                <a:ea typeface="宋体" panose="02010600030101010101" pitchFamily="2" charset="-122"/>
              </a:rPr>
              <a:t>。</a:t>
            </a:r>
          </a:p>
        </p:txBody>
      </p:sp>
      <p:sp>
        <p:nvSpPr>
          <p:cNvPr id="325636" name="幻灯片编号占位符 1">
            <a:extLst>
              <a:ext uri="{FF2B5EF4-FFF2-40B4-BE49-F238E27FC236}">
                <a16:creationId xmlns:a16="http://schemas.microsoft.com/office/drawing/2014/main" id="{AD03B65A-B882-114B-9C10-336020AC9E9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A67ADA4-1900-194E-B32F-8A8D37417FB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4740678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1" name="Rectangle 2">
            <a:extLst>
              <a:ext uri="{FF2B5EF4-FFF2-40B4-BE49-F238E27FC236}">
                <a16:creationId xmlns:a16="http://schemas.microsoft.com/office/drawing/2014/main" id="{F85C2F90-5365-0846-ABCD-8E0BB23D8279}"/>
              </a:ext>
            </a:extLst>
          </p:cNvPr>
          <p:cNvSpPr>
            <a:spLocks noGrp="1" noChangeArrowheads="1"/>
          </p:cNvSpPr>
          <p:nvPr>
            <p:ph type="title"/>
          </p:nvPr>
        </p:nvSpPr>
        <p:spPr>
          <a:xfrm>
            <a:off x="182880" y="86916"/>
            <a:ext cx="7614524" cy="845344"/>
          </a:xfrm>
        </p:spPr>
        <p:txBody>
          <a:bodyPr/>
          <a:lstStyle/>
          <a:p>
            <a:pPr eaLnBrk="1" hangingPunct="1"/>
            <a:r>
              <a:rPr lang="zh-CN" altLang="en-US" dirty="0">
                <a:latin typeface="Times New Roman" panose="02020603050405020304" pitchFamily="18" charset="0"/>
                <a:ea typeface="宋体" panose="02010600030101010101" pitchFamily="2" charset="-122"/>
              </a:rPr>
              <a:t>因特网有两大类路由选择协议 </a:t>
            </a:r>
          </a:p>
        </p:txBody>
      </p:sp>
      <p:sp>
        <p:nvSpPr>
          <p:cNvPr id="551939" name="Rectangle 3">
            <a:extLst>
              <a:ext uri="{FF2B5EF4-FFF2-40B4-BE49-F238E27FC236}">
                <a16:creationId xmlns:a16="http://schemas.microsoft.com/office/drawing/2014/main" id="{5602C8DC-605D-7C42-8585-97CA2B172234}"/>
              </a:ext>
            </a:extLst>
          </p:cNvPr>
          <p:cNvSpPr>
            <a:spLocks noGrp="1" noChangeArrowheads="1"/>
          </p:cNvSpPr>
          <p:nvPr>
            <p:ph type="body" idx="1"/>
          </p:nvPr>
        </p:nvSpPr>
        <p:spPr>
          <a:xfrm>
            <a:off x="262890" y="1059656"/>
            <a:ext cx="8652510" cy="3733800"/>
          </a:xfrm>
        </p:spPr>
        <p:txBody>
          <a:bodyPr/>
          <a:lstStyle/>
          <a:p>
            <a:pPr algn="just" eaLnBrk="1" hangingPunct="1"/>
            <a:r>
              <a:rPr lang="zh-CN" altLang="en-US" dirty="0">
                <a:solidFill>
                  <a:schemeClr val="hlink"/>
                </a:solidFill>
                <a:ea typeface="宋体" panose="02010600030101010101" pitchFamily="2" charset="-122"/>
              </a:rPr>
              <a:t>内部网关协议</a:t>
            </a:r>
            <a:r>
              <a:rPr lang="zh-CN" altLang="en-US" dirty="0">
                <a:ea typeface="宋体" panose="02010600030101010101" pitchFamily="2" charset="-122"/>
              </a:rPr>
              <a:t> </a:t>
            </a:r>
            <a:r>
              <a:rPr lang="en-US" altLang="zh-CN" dirty="0">
                <a:ea typeface="宋体" panose="02010600030101010101" pitchFamily="2" charset="-122"/>
              </a:rPr>
              <a:t>IGP (Interior Gateway Protocol)    </a:t>
            </a:r>
            <a:r>
              <a:rPr lang="zh-CN" altLang="en-US" dirty="0">
                <a:ea typeface="宋体" panose="02010600030101010101" pitchFamily="2" charset="-122"/>
              </a:rPr>
              <a:t>即在一个自治系统内部使用的路由选择协议。目前这类路由选择协议使用得最多，如 </a:t>
            </a:r>
            <a:r>
              <a:rPr lang="en-US" altLang="zh-CN" dirty="0">
                <a:ea typeface="宋体" panose="02010600030101010101" pitchFamily="2" charset="-122"/>
              </a:rPr>
              <a:t>RIP </a:t>
            </a:r>
            <a:r>
              <a:rPr lang="zh-CN" altLang="en-US" dirty="0">
                <a:ea typeface="宋体" panose="02010600030101010101" pitchFamily="2" charset="-122"/>
              </a:rPr>
              <a:t>和 </a:t>
            </a:r>
            <a:r>
              <a:rPr lang="en-US" altLang="zh-CN" dirty="0">
                <a:ea typeface="宋体" panose="02010600030101010101" pitchFamily="2" charset="-122"/>
              </a:rPr>
              <a:t>OSPF </a:t>
            </a:r>
            <a:r>
              <a:rPr lang="zh-CN" altLang="en-US" dirty="0">
                <a:ea typeface="宋体" panose="02010600030101010101" pitchFamily="2" charset="-122"/>
              </a:rPr>
              <a:t>协议。</a:t>
            </a:r>
          </a:p>
          <a:p>
            <a:pPr algn="just" eaLnBrk="1" hangingPunct="1"/>
            <a:r>
              <a:rPr lang="zh-CN" altLang="en-US" dirty="0">
                <a:solidFill>
                  <a:schemeClr val="hlink"/>
                </a:solidFill>
                <a:ea typeface="宋体" panose="02010600030101010101" pitchFamily="2" charset="-122"/>
              </a:rPr>
              <a:t>外部网关协议</a:t>
            </a:r>
            <a:r>
              <a:rPr lang="en-US" altLang="zh-CN" dirty="0">
                <a:ea typeface="宋体" panose="02010600030101010101" pitchFamily="2" charset="-122"/>
              </a:rPr>
              <a:t>EGP (External Gateway Protocol)    </a:t>
            </a:r>
            <a:r>
              <a:rPr lang="zh-CN" altLang="en-US" dirty="0">
                <a:ea typeface="宋体" panose="02010600030101010101" pitchFamily="2" charset="-122"/>
              </a:rPr>
              <a:t>若源站和目的站处在不同的自治系统中，当数据报传到一个自治系统的边界时，就需要使用一种协议将路由选择信息传递到另一个自治系统中。这样的协议就是外部网关协议 </a:t>
            </a:r>
            <a:r>
              <a:rPr lang="en-US" altLang="zh-CN" dirty="0">
                <a:ea typeface="宋体" panose="02010600030101010101" pitchFamily="2" charset="-122"/>
              </a:rPr>
              <a:t>EGP</a:t>
            </a:r>
            <a:r>
              <a:rPr lang="zh-CN" altLang="en-US" dirty="0">
                <a:ea typeface="宋体" panose="02010600030101010101" pitchFamily="2" charset="-122"/>
              </a:rPr>
              <a:t>。在外部网关协议中目前使用最多的是 </a:t>
            </a:r>
            <a:r>
              <a:rPr lang="en-US" altLang="zh-CN" dirty="0">
                <a:ea typeface="宋体" panose="02010600030101010101" pitchFamily="2" charset="-122"/>
              </a:rPr>
              <a:t>BGP-4</a:t>
            </a:r>
            <a:r>
              <a:rPr lang="zh-CN" altLang="en-US" dirty="0">
                <a:ea typeface="宋体" panose="02010600030101010101" pitchFamily="2" charset="-122"/>
              </a:rPr>
              <a:t>。  </a:t>
            </a:r>
          </a:p>
        </p:txBody>
      </p:sp>
      <p:sp>
        <p:nvSpPr>
          <p:cNvPr id="327683" name="幻灯片编号占位符 1">
            <a:extLst>
              <a:ext uri="{FF2B5EF4-FFF2-40B4-BE49-F238E27FC236}">
                <a16:creationId xmlns:a16="http://schemas.microsoft.com/office/drawing/2014/main" id="{905C6709-A127-1945-8731-A5A049F985F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137C1E-7DBC-B442-A936-149EE8651F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79085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193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a:extLst>
              <a:ext uri="{FF2B5EF4-FFF2-40B4-BE49-F238E27FC236}">
                <a16:creationId xmlns:a16="http://schemas.microsoft.com/office/drawing/2014/main" id="{4D83B23F-666D-2149-8F01-CB8E8D597302}"/>
              </a:ext>
            </a:extLst>
          </p:cNvPr>
          <p:cNvSpPr>
            <a:spLocks noGrp="1"/>
          </p:cNvSpPr>
          <p:nvPr>
            <p:ph idx="1"/>
          </p:nvPr>
        </p:nvSpPr>
        <p:spPr/>
        <p:txBody>
          <a:bodyPr/>
          <a:lstStyle/>
          <a:p>
            <a:endParaRPr kumimoji="1" lang="zh-CN" altLang="en-US"/>
          </a:p>
        </p:txBody>
      </p:sp>
      <p:sp>
        <p:nvSpPr>
          <p:cNvPr id="329743" name="幻灯片编号占位符 1">
            <a:extLst>
              <a:ext uri="{FF2B5EF4-FFF2-40B4-BE49-F238E27FC236}">
                <a16:creationId xmlns:a16="http://schemas.microsoft.com/office/drawing/2014/main" id="{B0425C4E-B763-F647-8FDD-3840252889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500B89B-FE1C-F449-9832-A822D617581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9729" name="Rectangle 135">
            <a:extLst>
              <a:ext uri="{FF2B5EF4-FFF2-40B4-BE49-F238E27FC236}">
                <a16:creationId xmlns:a16="http://schemas.microsoft.com/office/drawing/2014/main" id="{C688DE81-B4F5-2D4C-890E-0FF7362AAA0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自治系统和内部网关协议、外部网关协议 </a:t>
            </a:r>
          </a:p>
        </p:txBody>
      </p:sp>
      <p:grpSp>
        <p:nvGrpSpPr>
          <p:cNvPr id="329730" name="Group 136">
            <a:extLst>
              <a:ext uri="{FF2B5EF4-FFF2-40B4-BE49-F238E27FC236}">
                <a16:creationId xmlns:a16="http://schemas.microsoft.com/office/drawing/2014/main" id="{9461C5E3-63B5-BB4B-8BCA-723DC130170F}"/>
              </a:ext>
            </a:extLst>
          </p:cNvPr>
          <p:cNvGrpSpPr>
            <a:grpSpLocks/>
          </p:cNvGrpSpPr>
          <p:nvPr/>
        </p:nvGrpSpPr>
        <p:grpSpPr bwMode="auto">
          <a:xfrm>
            <a:off x="1394713" y="2030730"/>
            <a:ext cx="2075260" cy="1295400"/>
            <a:chOff x="912" y="768"/>
            <a:chExt cx="2400" cy="1584"/>
          </a:xfrm>
        </p:grpSpPr>
        <p:sp>
          <p:nvSpPr>
            <p:cNvPr id="329763" name="Oval 137">
              <a:extLst>
                <a:ext uri="{FF2B5EF4-FFF2-40B4-BE49-F238E27FC236}">
                  <a16:creationId xmlns:a16="http://schemas.microsoft.com/office/drawing/2014/main" id="{57EC31D4-7CD9-814E-A5F9-75657C30E2E9}"/>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4" name="Oval 138">
              <a:extLst>
                <a:ext uri="{FF2B5EF4-FFF2-40B4-BE49-F238E27FC236}">
                  <a16:creationId xmlns:a16="http://schemas.microsoft.com/office/drawing/2014/main" id="{8CE2DF84-EBF3-6D4F-9F48-F1908CE43DD3}"/>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5" name="Oval 139">
              <a:extLst>
                <a:ext uri="{FF2B5EF4-FFF2-40B4-BE49-F238E27FC236}">
                  <a16:creationId xmlns:a16="http://schemas.microsoft.com/office/drawing/2014/main" id="{515CC737-30E8-EE49-B708-151416BA64DA}"/>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6" name="Oval 140">
              <a:extLst>
                <a:ext uri="{FF2B5EF4-FFF2-40B4-BE49-F238E27FC236}">
                  <a16:creationId xmlns:a16="http://schemas.microsoft.com/office/drawing/2014/main" id="{F141601B-97A0-AC40-8D3A-E5D864F56AAB}"/>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7" name="Oval 141">
              <a:extLst>
                <a:ext uri="{FF2B5EF4-FFF2-40B4-BE49-F238E27FC236}">
                  <a16:creationId xmlns:a16="http://schemas.microsoft.com/office/drawing/2014/main" id="{51B75163-1C79-D147-BB8E-F9674945908D}"/>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8" name="Oval 142">
              <a:extLst>
                <a:ext uri="{FF2B5EF4-FFF2-40B4-BE49-F238E27FC236}">
                  <a16:creationId xmlns:a16="http://schemas.microsoft.com/office/drawing/2014/main" id="{04EE40DA-8335-2C4C-A1F3-04BDED69EC58}"/>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9" name="Oval 143">
              <a:extLst>
                <a:ext uri="{FF2B5EF4-FFF2-40B4-BE49-F238E27FC236}">
                  <a16:creationId xmlns:a16="http://schemas.microsoft.com/office/drawing/2014/main" id="{A86DCDF8-D584-9740-BF4E-4F36F67841F3}"/>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0" name="Oval 144">
              <a:extLst>
                <a:ext uri="{FF2B5EF4-FFF2-40B4-BE49-F238E27FC236}">
                  <a16:creationId xmlns:a16="http://schemas.microsoft.com/office/drawing/2014/main" id="{5CB58690-096A-6349-95EC-B0225C24603E}"/>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1" name="Oval 145">
              <a:extLst>
                <a:ext uri="{FF2B5EF4-FFF2-40B4-BE49-F238E27FC236}">
                  <a16:creationId xmlns:a16="http://schemas.microsoft.com/office/drawing/2014/main" id="{1AE57E44-4CC9-D146-BB2D-91CCE1CFED20}"/>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72" name="Group 146">
              <a:extLst>
                <a:ext uri="{FF2B5EF4-FFF2-40B4-BE49-F238E27FC236}">
                  <a16:creationId xmlns:a16="http://schemas.microsoft.com/office/drawing/2014/main" id="{2732DDB7-1B85-4B43-8618-64BC188FE014}"/>
                </a:ext>
              </a:extLst>
            </p:cNvPr>
            <p:cNvGrpSpPr>
              <a:grpSpLocks/>
            </p:cNvGrpSpPr>
            <p:nvPr/>
          </p:nvGrpSpPr>
          <p:grpSpPr bwMode="auto">
            <a:xfrm>
              <a:off x="912" y="768"/>
              <a:ext cx="2386" cy="1553"/>
              <a:chOff x="912" y="768"/>
              <a:chExt cx="2386" cy="1553"/>
            </a:xfrm>
          </p:grpSpPr>
          <p:sp>
            <p:nvSpPr>
              <p:cNvPr id="329773" name="Oval 147">
                <a:extLst>
                  <a:ext uri="{FF2B5EF4-FFF2-40B4-BE49-F238E27FC236}">
                    <a16:creationId xmlns:a16="http://schemas.microsoft.com/office/drawing/2014/main" id="{FE6B6E4F-B42F-F842-9D0E-49C39184D44C}"/>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4" name="Oval 148">
                <a:extLst>
                  <a:ext uri="{FF2B5EF4-FFF2-40B4-BE49-F238E27FC236}">
                    <a16:creationId xmlns:a16="http://schemas.microsoft.com/office/drawing/2014/main" id="{85731BB3-D02E-6447-BAD7-D34E136B8259}"/>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5" name="Oval 149">
                <a:extLst>
                  <a:ext uri="{FF2B5EF4-FFF2-40B4-BE49-F238E27FC236}">
                    <a16:creationId xmlns:a16="http://schemas.microsoft.com/office/drawing/2014/main" id="{0A5F3546-36B8-CA45-85EA-A5862909B8FA}"/>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6" name="Oval 150">
                <a:extLst>
                  <a:ext uri="{FF2B5EF4-FFF2-40B4-BE49-F238E27FC236}">
                    <a16:creationId xmlns:a16="http://schemas.microsoft.com/office/drawing/2014/main" id="{1F6BA180-5764-6D4C-9D45-9F8EF8EBCE71}"/>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7" name="Oval 151">
                <a:extLst>
                  <a:ext uri="{FF2B5EF4-FFF2-40B4-BE49-F238E27FC236}">
                    <a16:creationId xmlns:a16="http://schemas.microsoft.com/office/drawing/2014/main" id="{7FF07D4D-C731-F342-A10F-16302E2B2355}"/>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8" name="Oval 152">
                <a:extLst>
                  <a:ext uri="{FF2B5EF4-FFF2-40B4-BE49-F238E27FC236}">
                    <a16:creationId xmlns:a16="http://schemas.microsoft.com/office/drawing/2014/main" id="{73EDAE9E-FE00-3647-8C30-2CFC97215AED}"/>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9" name="Oval 153">
                <a:extLst>
                  <a:ext uri="{FF2B5EF4-FFF2-40B4-BE49-F238E27FC236}">
                    <a16:creationId xmlns:a16="http://schemas.microsoft.com/office/drawing/2014/main" id="{D1A89C7F-A17B-964C-B59A-EA9F3B799F11}"/>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0" name="Oval 154">
                <a:extLst>
                  <a:ext uri="{FF2B5EF4-FFF2-40B4-BE49-F238E27FC236}">
                    <a16:creationId xmlns:a16="http://schemas.microsoft.com/office/drawing/2014/main" id="{DAE7F522-A8B6-D84F-AC40-C64D90E2BB83}"/>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1" name="Oval 155">
                <a:extLst>
                  <a:ext uri="{FF2B5EF4-FFF2-40B4-BE49-F238E27FC236}">
                    <a16:creationId xmlns:a16="http://schemas.microsoft.com/office/drawing/2014/main" id="{36F2C2FF-A106-1A42-AB6D-150739247B37}"/>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329731" name="Group 156">
            <a:extLst>
              <a:ext uri="{FF2B5EF4-FFF2-40B4-BE49-F238E27FC236}">
                <a16:creationId xmlns:a16="http://schemas.microsoft.com/office/drawing/2014/main" id="{5DFA414A-32EA-5C40-A519-D64A87A4A294}"/>
              </a:ext>
            </a:extLst>
          </p:cNvPr>
          <p:cNvGrpSpPr>
            <a:grpSpLocks/>
          </p:cNvGrpSpPr>
          <p:nvPr/>
        </p:nvGrpSpPr>
        <p:grpSpPr bwMode="auto">
          <a:xfrm>
            <a:off x="5707157" y="1934290"/>
            <a:ext cx="2276475" cy="1490663"/>
            <a:chOff x="912" y="768"/>
            <a:chExt cx="2400" cy="1584"/>
          </a:xfrm>
        </p:grpSpPr>
        <p:sp>
          <p:nvSpPr>
            <p:cNvPr id="329744" name="Oval 157">
              <a:extLst>
                <a:ext uri="{FF2B5EF4-FFF2-40B4-BE49-F238E27FC236}">
                  <a16:creationId xmlns:a16="http://schemas.microsoft.com/office/drawing/2014/main" id="{0493FD43-AC5B-D54A-8EBF-54A8FADDB23E}"/>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5" name="Oval 158">
              <a:extLst>
                <a:ext uri="{FF2B5EF4-FFF2-40B4-BE49-F238E27FC236}">
                  <a16:creationId xmlns:a16="http://schemas.microsoft.com/office/drawing/2014/main" id="{8E8E7C43-DB35-8645-8D3A-77077D86E26A}"/>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6" name="Oval 159">
              <a:extLst>
                <a:ext uri="{FF2B5EF4-FFF2-40B4-BE49-F238E27FC236}">
                  <a16:creationId xmlns:a16="http://schemas.microsoft.com/office/drawing/2014/main" id="{553357D8-6D87-5D40-B072-7497F981CA8C}"/>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7" name="Oval 160">
              <a:extLst>
                <a:ext uri="{FF2B5EF4-FFF2-40B4-BE49-F238E27FC236}">
                  <a16:creationId xmlns:a16="http://schemas.microsoft.com/office/drawing/2014/main" id="{75016AC2-74FB-6B48-B719-0D00844D3921}"/>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8" name="Oval 161">
              <a:extLst>
                <a:ext uri="{FF2B5EF4-FFF2-40B4-BE49-F238E27FC236}">
                  <a16:creationId xmlns:a16="http://schemas.microsoft.com/office/drawing/2014/main" id="{B21FE064-FE93-2B41-9ECE-5D34AC5E139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9" name="Oval 162">
              <a:extLst>
                <a:ext uri="{FF2B5EF4-FFF2-40B4-BE49-F238E27FC236}">
                  <a16:creationId xmlns:a16="http://schemas.microsoft.com/office/drawing/2014/main" id="{CADCAF6A-6666-814E-9B4C-C9E0563C0754}"/>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0" name="Oval 163">
              <a:extLst>
                <a:ext uri="{FF2B5EF4-FFF2-40B4-BE49-F238E27FC236}">
                  <a16:creationId xmlns:a16="http://schemas.microsoft.com/office/drawing/2014/main" id="{31CEA96F-8E90-534F-A99C-62EDF91D8CD6}"/>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1" name="Oval 164">
              <a:extLst>
                <a:ext uri="{FF2B5EF4-FFF2-40B4-BE49-F238E27FC236}">
                  <a16:creationId xmlns:a16="http://schemas.microsoft.com/office/drawing/2014/main" id="{410395ED-0B67-7B48-B052-70D40D0BF381}"/>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2" name="Oval 165">
              <a:extLst>
                <a:ext uri="{FF2B5EF4-FFF2-40B4-BE49-F238E27FC236}">
                  <a16:creationId xmlns:a16="http://schemas.microsoft.com/office/drawing/2014/main" id="{235FD6F6-5DBE-134B-8AF6-487B288A4E5B}"/>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53" name="Group 166">
              <a:extLst>
                <a:ext uri="{FF2B5EF4-FFF2-40B4-BE49-F238E27FC236}">
                  <a16:creationId xmlns:a16="http://schemas.microsoft.com/office/drawing/2014/main" id="{21915A01-E4A1-204D-8A32-13BFFDDDAAFF}"/>
                </a:ext>
              </a:extLst>
            </p:cNvPr>
            <p:cNvGrpSpPr>
              <a:grpSpLocks/>
            </p:cNvGrpSpPr>
            <p:nvPr/>
          </p:nvGrpSpPr>
          <p:grpSpPr bwMode="auto">
            <a:xfrm>
              <a:off x="912" y="768"/>
              <a:ext cx="2386" cy="1553"/>
              <a:chOff x="912" y="768"/>
              <a:chExt cx="2386" cy="1553"/>
            </a:xfrm>
          </p:grpSpPr>
          <p:sp>
            <p:nvSpPr>
              <p:cNvPr id="329754" name="Oval 167">
                <a:extLst>
                  <a:ext uri="{FF2B5EF4-FFF2-40B4-BE49-F238E27FC236}">
                    <a16:creationId xmlns:a16="http://schemas.microsoft.com/office/drawing/2014/main" id="{399CA042-74F9-1948-AD0C-017C3EBFBD85}"/>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5" name="Oval 168">
                <a:extLst>
                  <a:ext uri="{FF2B5EF4-FFF2-40B4-BE49-F238E27FC236}">
                    <a16:creationId xmlns:a16="http://schemas.microsoft.com/office/drawing/2014/main" id="{806BEDF2-4B13-A341-B689-777408CD69D5}"/>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6" name="Oval 169">
                <a:extLst>
                  <a:ext uri="{FF2B5EF4-FFF2-40B4-BE49-F238E27FC236}">
                    <a16:creationId xmlns:a16="http://schemas.microsoft.com/office/drawing/2014/main" id="{44E16411-AA96-AB49-BD90-A5118E65BFCF}"/>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7" name="Oval 170">
                <a:extLst>
                  <a:ext uri="{FF2B5EF4-FFF2-40B4-BE49-F238E27FC236}">
                    <a16:creationId xmlns:a16="http://schemas.microsoft.com/office/drawing/2014/main" id="{148F4A42-98FC-7B41-9F1D-DFAC207423A9}"/>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8" name="Oval 171">
                <a:extLst>
                  <a:ext uri="{FF2B5EF4-FFF2-40B4-BE49-F238E27FC236}">
                    <a16:creationId xmlns:a16="http://schemas.microsoft.com/office/drawing/2014/main" id="{7DE5FA0B-E856-6F4C-A27F-55B5B755419D}"/>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9" name="Oval 172">
                <a:extLst>
                  <a:ext uri="{FF2B5EF4-FFF2-40B4-BE49-F238E27FC236}">
                    <a16:creationId xmlns:a16="http://schemas.microsoft.com/office/drawing/2014/main" id="{F317550F-9D3D-3B4D-AC9D-EF0CF6650A05}"/>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0" name="Oval 173">
                <a:extLst>
                  <a:ext uri="{FF2B5EF4-FFF2-40B4-BE49-F238E27FC236}">
                    <a16:creationId xmlns:a16="http://schemas.microsoft.com/office/drawing/2014/main" id="{5F88A7CB-4C5C-8C43-9003-AE3011A6D67C}"/>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1" name="Oval 174">
                <a:extLst>
                  <a:ext uri="{FF2B5EF4-FFF2-40B4-BE49-F238E27FC236}">
                    <a16:creationId xmlns:a16="http://schemas.microsoft.com/office/drawing/2014/main" id="{EC1C484A-D9FC-8545-AAA8-8F1A2B7420DE}"/>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2" name="Oval 175">
                <a:extLst>
                  <a:ext uri="{FF2B5EF4-FFF2-40B4-BE49-F238E27FC236}">
                    <a16:creationId xmlns:a16="http://schemas.microsoft.com/office/drawing/2014/main" id="{F5BA6339-DA1D-F44F-AA13-28E7251C7ECE}"/>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329732" name="Text Box 176">
            <a:extLst>
              <a:ext uri="{FF2B5EF4-FFF2-40B4-BE49-F238E27FC236}">
                <a16:creationId xmlns:a16="http://schemas.microsoft.com/office/drawing/2014/main" id="{00EFFE83-7928-C446-A47A-5E73783586BB}"/>
              </a:ext>
            </a:extLst>
          </p:cNvPr>
          <p:cNvSpPr txBox="1">
            <a:spLocks noChangeArrowheads="1"/>
          </p:cNvSpPr>
          <p:nvPr/>
        </p:nvSpPr>
        <p:spPr bwMode="auto">
          <a:xfrm>
            <a:off x="1638513" y="2466499"/>
            <a:ext cx="15840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RIP</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3" name="Text Box 177">
            <a:extLst>
              <a:ext uri="{FF2B5EF4-FFF2-40B4-BE49-F238E27FC236}">
                <a16:creationId xmlns:a16="http://schemas.microsoft.com/office/drawing/2014/main" id="{D1F7DB2D-484D-DD4B-BED7-CC4C5FE1DAB8}"/>
              </a:ext>
            </a:extLst>
          </p:cNvPr>
          <p:cNvSpPr txBox="1">
            <a:spLocks noChangeArrowheads="1"/>
          </p:cNvSpPr>
          <p:nvPr/>
        </p:nvSpPr>
        <p:spPr bwMode="auto">
          <a:xfrm>
            <a:off x="6377479" y="1680687"/>
            <a:ext cx="11352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a:t>
            </a:r>
          </a:p>
        </p:txBody>
      </p:sp>
      <p:sp>
        <p:nvSpPr>
          <p:cNvPr id="329734" name="Text Box 178">
            <a:extLst>
              <a:ext uri="{FF2B5EF4-FFF2-40B4-BE49-F238E27FC236}">
                <a16:creationId xmlns:a16="http://schemas.microsoft.com/office/drawing/2014/main" id="{AE8B26D1-5627-FF48-B51D-C531EB16AF09}"/>
              </a:ext>
            </a:extLst>
          </p:cNvPr>
          <p:cNvSpPr txBox="1">
            <a:spLocks noChangeArrowheads="1"/>
          </p:cNvSpPr>
          <p:nvPr/>
        </p:nvSpPr>
        <p:spPr bwMode="auto">
          <a:xfrm>
            <a:off x="1890013" y="1777128"/>
            <a:ext cx="1124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A</a:t>
            </a:r>
          </a:p>
        </p:txBody>
      </p:sp>
      <p:pic>
        <p:nvPicPr>
          <p:cNvPr id="329735" name="Picture 179">
            <a:extLst>
              <a:ext uri="{FF2B5EF4-FFF2-40B4-BE49-F238E27FC236}">
                <a16:creationId xmlns:a16="http://schemas.microsoft.com/office/drawing/2014/main" id="{15A5F889-32A9-0A4E-A161-684EE0A01DE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8757" y="2329578"/>
            <a:ext cx="495300" cy="335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36" name="Picture 180">
            <a:extLst>
              <a:ext uri="{FF2B5EF4-FFF2-40B4-BE49-F238E27FC236}">
                <a16:creationId xmlns:a16="http://schemas.microsoft.com/office/drawing/2014/main" id="{165DF09C-BCA5-0E41-94D7-4118906F37D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5941" y="2329577"/>
            <a:ext cx="4953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37" name="Text Box 181">
            <a:extLst>
              <a:ext uri="{FF2B5EF4-FFF2-40B4-BE49-F238E27FC236}">
                <a16:creationId xmlns:a16="http://schemas.microsoft.com/office/drawing/2014/main" id="{907B4A8D-139E-2F40-B38D-1400F9106D7E}"/>
              </a:ext>
            </a:extLst>
          </p:cNvPr>
          <p:cNvSpPr txBox="1">
            <a:spLocks noChangeArrowheads="1"/>
          </p:cNvSpPr>
          <p:nvPr/>
        </p:nvSpPr>
        <p:spPr bwMode="auto">
          <a:xfrm>
            <a:off x="3777392" y="1966436"/>
            <a:ext cx="172354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用外部网关协议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BGP-4</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8" name="Text Box 182">
            <a:extLst>
              <a:ext uri="{FF2B5EF4-FFF2-40B4-BE49-F238E27FC236}">
                <a16:creationId xmlns:a16="http://schemas.microsoft.com/office/drawing/2014/main" id="{DBE1A2F1-A748-8241-8FCC-62CAC84AD3E4}"/>
              </a:ext>
            </a:extLst>
          </p:cNvPr>
          <p:cNvSpPr txBox="1">
            <a:spLocks noChangeArrowheads="1"/>
          </p:cNvSpPr>
          <p:nvPr/>
        </p:nvSpPr>
        <p:spPr bwMode="auto">
          <a:xfrm>
            <a:off x="3268757" y="202596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329739" name="Text Box 183">
            <a:extLst>
              <a:ext uri="{FF2B5EF4-FFF2-40B4-BE49-F238E27FC236}">
                <a16:creationId xmlns:a16="http://schemas.microsoft.com/office/drawing/2014/main" id="{96922246-D464-3240-BDFD-5A51559ECFB9}"/>
              </a:ext>
            </a:extLst>
          </p:cNvPr>
          <p:cNvSpPr txBox="1">
            <a:spLocks noChangeArrowheads="1"/>
          </p:cNvSpPr>
          <p:nvPr/>
        </p:nvSpPr>
        <p:spPr bwMode="auto">
          <a:xfrm>
            <a:off x="5680963" y="204620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329740" name="Text Box 184">
            <a:extLst>
              <a:ext uri="{FF2B5EF4-FFF2-40B4-BE49-F238E27FC236}">
                <a16:creationId xmlns:a16="http://schemas.microsoft.com/office/drawing/2014/main" id="{403FB9B8-BCC5-4F42-8947-A0CDEE834A85}"/>
              </a:ext>
            </a:extLst>
          </p:cNvPr>
          <p:cNvSpPr txBox="1">
            <a:spLocks noChangeArrowheads="1"/>
          </p:cNvSpPr>
          <p:nvPr/>
        </p:nvSpPr>
        <p:spPr bwMode="auto">
          <a:xfrm>
            <a:off x="6112074" y="2456974"/>
            <a:ext cx="166904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OSPF</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41" name="Line 185">
            <a:extLst>
              <a:ext uri="{FF2B5EF4-FFF2-40B4-BE49-F238E27FC236}">
                <a16:creationId xmlns:a16="http://schemas.microsoft.com/office/drawing/2014/main" id="{69FB20E7-8D77-A04F-B3A8-5976C2F1C68C}"/>
              </a:ext>
            </a:extLst>
          </p:cNvPr>
          <p:cNvSpPr>
            <a:spLocks noChangeShapeType="1"/>
          </p:cNvSpPr>
          <p:nvPr/>
        </p:nvSpPr>
        <p:spPr bwMode="auto">
          <a:xfrm>
            <a:off x="3730720" y="2503409"/>
            <a:ext cx="1822847" cy="2381"/>
          </a:xfrm>
          <a:prstGeom prst="line">
            <a:avLst/>
          </a:prstGeom>
          <a:noFill/>
          <a:ln w="57150">
            <a:solidFill>
              <a:schemeClr val="hlink"/>
            </a:solidFill>
            <a:round/>
            <a:headEnd type="triangle" w="med" len="lg"/>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9742" name="Text Box 187">
            <a:extLst>
              <a:ext uri="{FF2B5EF4-FFF2-40B4-BE49-F238E27FC236}">
                <a16:creationId xmlns:a16="http://schemas.microsoft.com/office/drawing/2014/main" id="{B42303EA-B791-0044-868C-9E986018CB91}"/>
              </a:ext>
            </a:extLst>
          </p:cNvPr>
          <p:cNvSpPr txBox="1">
            <a:spLocks noChangeArrowheads="1"/>
          </p:cNvSpPr>
          <p:nvPr/>
        </p:nvSpPr>
        <p:spPr bwMode="auto">
          <a:xfrm>
            <a:off x="92380" y="3815121"/>
            <a:ext cx="8972337" cy="830997"/>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自治系统之间的路由选择也叫做</a:t>
            </a:r>
            <a:r>
              <a:rPr lang="zh-CN" altLang="en-US" sz="2400" dirty="0">
                <a:solidFill>
                  <a:schemeClr val="hlink"/>
                </a:solidFill>
                <a:ea typeface="宋体" panose="02010600030101010101" pitchFamily="2" charset="-122"/>
                <a:cs typeface="Times New Roman" panose="02020603050405020304" pitchFamily="18" charset="0"/>
              </a:rPr>
              <a:t>域间路由选择</a:t>
            </a:r>
            <a:r>
              <a:rPr lang="en-US" altLang="zh-CN" sz="2400" dirty="0">
                <a:solidFill>
                  <a:schemeClr val="folHlink"/>
                </a:solidFill>
                <a:ea typeface="宋体" panose="02010600030101010101" pitchFamily="2" charset="-122"/>
                <a:cs typeface="Times New Roman" panose="02020603050405020304" pitchFamily="18" charset="0"/>
              </a:rPr>
              <a:t>(interdomain routing)</a:t>
            </a:r>
            <a:endParaRPr lang="zh-CN" altLang="en-US" sz="2400" dirty="0">
              <a:solidFill>
                <a:schemeClr val="folHlink"/>
              </a:solidFill>
              <a:ea typeface="宋体" panose="02010600030101010101" pitchFamily="2" charset="-122"/>
              <a:cs typeface="Times New Roman" panose="02020603050405020304" pitchFamily="18" charset="0"/>
            </a:endParaRPr>
          </a:p>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在自治系统内部的路由选择叫做</a:t>
            </a:r>
            <a:r>
              <a:rPr lang="zh-CN" altLang="en-US" sz="2400" dirty="0">
                <a:solidFill>
                  <a:schemeClr val="hlink"/>
                </a:solidFill>
                <a:ea typeface="宋体" panose="02010600030101010101" pitchFamily="2" charset="-122"/>
                <a:cs typeface="Times New Roman" panose="02020603050405020304" pitchFamily="18" charset="0"/>
              </a:rPr>
              <a:t>域内路由选择</a:t>
            </a:r>
            <a:r>
              <a:rPr lang="en-US" altLang="zh-CN" sz="2400" dirty="0">
                <a:solidFill>
                  <a:schemeClr val="folHlink"/>
                </a:solidFill>
                <a:ea typeface="宋体" panose="02010600030101010101" pitchFamily="2" charset="-122"/>
                <a:cs typeface="Times New Roman" panose="02020603050405020304" pitchFamily="18" charset="0"/>
              </a:rPr>
              <a:t>(intradomain routing) </a:t>
            </a:r>
          </a:p>
        </p:txBody>
      </p:sp>
    </p:spTree>
    <p:extLst>
      <p:ext uri="{BB962C8B-B14F-4D97-AF65-F5344CB8AC3E}">
        <p14:creationId xmlns:p14="http://schemas.microsoft.com/office/powerpoint/2010/main" val="229031343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5" name="Rectangle 2">
            <a:extLst>
              <a:ext uri="{FF2B5EF4-FFF2-40B4-BE49-F238E27FC236}">
                <a16:creationId xmlns:a16="http://schemas.microsoft.com/office/drawing/2014/main" id="{E072E31F-7018-894C-9BFC-0A9C0908BFE3}"/>
              </a:ext>
            </a:extLst>
          </p:cNvPr>
          <p:cNvSpPr>
            <a:spLocks noGrp="1" noChangeArrowheads="1"/>
          </p:cNvSpPr>
          <p:nvPr>
            <p:ph type="title"/>
          </p:nvPr>
        </p:nvSpPr>
        <p:spPr>
          <a:xfrm>
            <a:off x="160020" y="195263"/>
            <a:ext cx="7529037" cy="736997"/>
          </a:xfrm>
        </p:spPr>
        <p:txBody>
          <a:bodyPr/>
          <a:lstStyle/>
          <a:p>
            <a:pPr eaLnBrk="1" hangingPunct="1"/>
            <a:r>
              <a:rPr lang="zh-CN" altLang="en-US" dirty="0">
                <a:latin typeface="Times New Roman" panose="02020603050405020304" pitchFamily="18" charset="0"/>
                <a:ea typeface="宋体" panose="02010600030101010101" pitchFamily="2" charset="-122"/>
              </a:rPr>
              <a:t>因特网的路由选择协议 </a:t>
            </a:r>
          </a:p>
        </p:txBody>
      </p:sp>
      <p:sp>
        <p:nvSpPr>
          <p:cNvPr id="555011" name="Rectangle 3">
            <a:extLst>
              <a:ext uri="{FF2B5EF4-FFF2-40B4-BE49-F238E27FC236}">
                <a16:creationId xmlns:a16="http://schemas.microsoft.com/office/drawing/2014/main" id="{AF7CCFD2-EBD6-5943-9731-FAE5909691B5}"/>
              </a:ext>
            </a:extLst>
          </p:cNvPr>
          <p:cNvSpPr>
            <a:spLocks noGrp="1" noChangeArrowheads="1"/>
          </p:cNvSpPr>
          <p:nvPr>
            <p:ph type="body" idx="1"/>
          </p:nvPr>
        </p:nvSpPr>
        <p:spPr>
          <a:xfrm>
            <a:off x="229076" y="1113235"/>
            <a:ext cx="8663464" cy="3680222"/>
          </a:xfrm>
        </p:spPr>
        <p:txBody>
          <a:bodyPr/>
          <a:lstStyle/>
          <a:p>
            <a:pPr eaLnBrk="1" hangingPunct="1"/>
            <a:r>
              <a:rPr lang="zh-CN" altLang="en-US" dirty="0">
                <a:latin typeface="Times New Roman" panose="02020603050405020304" pitchFamily="18" charset="0"/>
                <a:ea typeface="宋体" panose="02010600030101010101" pitchFamily="2" charset="-122"/>
              </a:rPr>
              <a:t>内部网关协议 </a:t>
            </a:r>
            <a:r>
              <a:rPr lang="en-US" altLang="zh-CN" dirty="0">
                <a:solidFill>
                  <a:srgbClr val="FF0000"/>
                </a:solidFill>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：具体的协议有多种，如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等。</a:t>
            </a:r>
          </a:p>
          <a:p>
            <a:pPr eaLnBrk="1" hangingPunct="1"/>
            <a:r>
              <a:rPr lang="zh-CN" altLang="en-US" dirty="0">
                <a:latin typeface="Times New Roman" panose="02020603050405020304" pitchFamily="18" charset="0"/>
                <a:ea typeface="宋体" panose="02010600030101010101" pitchFamily="2" charset="-122"/>
              </a:rPr>
              <a:t>外部网关协议 </a:t>
            </a:r>
            <a:r>
              <a:rPr lang="en-US" altLang="zh-CN" dirty="0">
                <a:solidFill>
                  <a:srgbClr val="FF0000"/>
                </a:solidFill>
                <a:latin typeface="Times New Roman" panose="02020603050405020304" pitchFamily="18" charset="0"/>
                <a:ea typeface="宋体" panose="02010600030101010101" pitchFamily="2" charset="-122"/>
              </a:rPr>
              <a:t>EGP</a:t>
            </a:r>
            <a:r>
              <a:rPr lang="zh-CN" altLang="en-US" dirty="0">
                <a:latin typeface="Times New Roman" panose="02020603050405020304" pitchFamily="18" charset="0"/>
                <a:ea typeface="宋体" panose="02010600030101010101" pitchFamily="2" charset="-122"/>
              </a:rPr>
              <a:t>：目前使用的协议就是 </a:t>
            </a:r>
            <a:r>
              <a:rPr lang="en-US" altLang="zh-CN" dirty="0">
                <a:latin typeface="Times New Roman" panose="02020603050405020304" pitchFamily="18" charset="0"/>
                <a:ea typeface="宋体" panose="02010600030101010101" pitchFamily="2" charset="-122"/>
              </a:rPr>
              <a:t>BGP</a:t>
            </a:r>
            <a:r>
              <a:rPr lang="zh-CN" altLang="en-US" dirty="0">
                <a:latin typeface="Times New Roman" panose="02020603050405020304" pitchFamily="18" charset="0"/>
                <a:ea typeface="宋体" panose="02010600030101010101" pitchFamily="2" charset="-122"/>
              </a:rPr>
              <a:t>。</a:t>
            </a:r>
          </a:p>
        </p:txBody>
      </p:sp>
      <p:sp>
        <p:nvSpPr>
          <p:cNvPr id="333827" name="幻灯片编号占位符 1">
            <a:extLst>
              <a:ext uri="{FF2B5EF4-FFF2-40B4-BE49-F238E27FC236}">
                <a16:creationId xmlns:a16="http://schemas.microsoft.com/office/drawing/2014/main" id="{02B4CFE2-C65A-DB44-947A-02997DEAF8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21DB0E-2F86-034F-A919-873DCE1A2D0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105632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501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Rectangle 2">
            <a:extLst>
              <a:ext uri="{FF2B5EF4-FFF2-40B4-BE49-F238E27FC236}">
                <a16:creationId xmlns:a16="http://schemas.microsoft.com/office/drawing/2014/main" id="{D8018BD7-6A9D-D54A-A23C-39DF55AB4FF7}"/>
              </a:ext>
            </a:extLst>
          </p:cNvPr>
          <p:cNvSpPr>
            <a:spLocks noGrp="1" noChangeArrowheads="1"/>
          </p:cNvSpPr>
          <p:nvPr>
            <p:ph type="title"/>
          </p:nvPr>
        </p:nvSpPr>
        <p:spPr>
          <a:xfrm>
            <a:off x="171450" y="195263"/>
            <a:ext cx="8789670" cy="790575"/>
          </a:xfrm>
        </p:spPr>
        <p:txBody>
          <a:bodyPr/>
          <a:lstStyle/>
          <a:p>
            <a:pPr eaLnBrk="1" hangingPunct="1"/>
            <a:r>
              <a:rPr lang="en-US" altLang="zh-CN" dirty="0">
                <a:latin typeface="Times New Roman" panose="02020603050405020304" pitchFamily="18" charset="0"/>
                <a:ea typeface="宋体" panose="02010600030101010101" pitchFamily="2" charset="-122"/>
              </a:rPr>
              <a:t>4.5.2  </a:t>
            </a:r>
            <a:r>
              <a:rPr lang="zh-CN" altLang="en-US" dirty="0">
                <a:latin typeface="Times New Roman" panose="02020603050405020304" pitchFamily="18" charset="0"/>
                <a:ea typeface="宋体" panose="02010600030101010101" pitchFamily="2" charset="-122"/>
              </a:rPr>
              <a:t>内部网关协议 </a:t>
            </a:r>
            <a:r>
              <a:rPr lang="en-US" altLang="zh-CN" dirty="0">
                <a:latin typeface="Times New Roman" panose="02020603050405020304" pitchFamily="18" charset="0"/>
                <a:ea typeface="宋体" panose="02010600030101010101" pitchFamily="2" charset="-122"/>
              </a:rPr>
              <a:t>RIP </a:t>
            </a:r>
            <a:r>
              <a:rPr lang="en-US" altLang="zh-CN" sz="2700" dirty="0">
                <a:ea typeface="宋体" panose="02010600030101010101" pitchFamily="2" charset="-122"/>
              </a:rPr>
              <a:t>(Routing Information Protocol)</a:t>
            </a:r>
          </a:p>
        </p:txBody>
      </p:sp>
      <p:sp>
        <p:nvSpPr>
          <p:cNvPr id="556035" name="Rectangle 3">
            <a:extLst>
              <a:ext uri="{FF2B5EF4-FFF2-40B4-BE49-F238E27FC236}">
                <a16:creationId xmlns:a16="http://schemas.microsoft.com/office/drawing/2014/main" id="{2BDE097A-C5F6-E242-AB7F-A797F20DE45D}"/>
              </a:ext>
            </a:extLst>
          </p:cNvPr>
          <p:cNvSpPr>
            <a:spLocks noGrp="1" noChangeArrowheads="1"/>
          </p:cNvSpPr>
          <p:nvPr>
            <p:ph type="body" idx="1"/>
          </p:nvPr>
        </p:nvSpPr>
        <p:spPr>
          <a:xfrm>
            <a:off x="171450" y="1113235"/>
            <a:ext cx="8789669" cy="3680222"/>
          </a:xfrm>
        </p:spPr>
        <p:txBody>
          <a:bodyPr/>
          <a:lstStyle/>
          <a:p>
            <a:pPr eaLnBrk="1" hangingPunct="1">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工作原理</a:t>
            </a:r>
            <a:endParaRPr lang="zh-CN" altLang="en-US" sz="3000" dirty="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路由信息协议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是内部网关协议 </a:t>
            </a:r>
            <a:r>
              <a:rPr lang="en-US" altLang="zh-CN" dirty="0">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中最先得到广泛使用的协议。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是一种分布式的基于</a:t>
            </a:r>
            <a:r>
              <a:rPr lang="zh-CN" altLang="en-US" dirty="0">
                <a:solidFill>
                  <a:schemeClr val="hlink"/>
                </a:solidFill>
                <a:latin typeface="Times New Roman" panose="02020603050405020304" pitchFamily="18" charset="0"/>
                <a:ea typeface="宋体" panose="02010600030101010101" pitchFamily="2" charset="-122"/>
              </a:rPr>
              <a:t>距离向量</a:t>
            </a:r>
            <a:r>
              <a:rPr lang="zh-CN" altLang="en-US" dirty="0">
                <a:latin typeface="Times New Roman" panose="02020603050405020304" pitchFamily="18" charset="0"/>
                <a:ea typeface="宋体" panose="02010600030101010101" pitchFamily="2" charset="-122"/>
              </a:rPr>
              <a:t>的路由选择协议。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协议要求网络中的每一个路由器都要维护从它自己到其他每一个目的网络的距离记录。</a:t>
            </a:r>
            <a:r>
              <a:rPr lang="zh-CN" altLang="en-US" sz="2100" dirty="0">
                <a:ea typeface="宋体" panose="02010600030101010101" pitchFamily="2" charset="-122"/>
              </a:rPr>
              <a:t> </a:t>
            </a:r>
          </a:p>
        </p:txBody>
      </p:sp>
      <p:sp>
        <p:nvSpPr>
          <p:cNvPr id="335875" name="幻灯片编号占位符 1">
            <a:extLst>
              <a:ext uri="{FF2B5EF4-FFF2-40B4-BE49-F238E27FC236}">
                <a16:creationId xmlns:a16="http://schemas.microsoft.com/office/drawing/2014/main" id="{AF202775-8417-9A4A-872F-C4E2FC1B325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B766CA-8CA8-D940-853A-003084B3D0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229036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2">
            <a:extLst>
              <a:ext uri="{FF2B5EF4-FFF2-40B4-BE49-F238E27FC236}">
                <a16:creationId xmlns:a16="http://schemas.microsoft.com/office/drawing/2014/main" id="{5AB46125-1ADC-3243-BBF7-CF51C73DCB1E}"/>
              </a:ext>
            </a:extLst>
          </p:cNvPr>
          <p:cNvSpPr>
            <a:spLocks noGrp="1" noChangeArrowheads="1"/>
          </p:cNvSpPr>
          <p:nvPr>
            <p:ph type="title"/>
          </p:nvPr>
        </p:nvSpPr>
        <p:spPr>
          <a:xfrm>
            <a:off x="182880" y="160735"/>
            <a:ext cx="7452599" cy="736997"/>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7059" name="Rectangle 3">
            <a:extLst>
              <a:ext uri="{FF2B5EF4-FFF2-40B4-BE49-F238E27FC236}">
                <a16:creationId xmlns:a16="http://schemas.microsoft.com/office/drawing/2014/main" id="{0B64E6DD-32C5-C74C-8778-76F9837D6941}"/>
              </a:ext>
            </a:extLst>
          </p:cNvPr>
          <p:cNvSpPr>
            <a:spLocks noGrp="1" noChangeArrowheads="1"/>
          </p:cNvSpPr>
          <p:nvPr>
            <p:ph type="body" idx="1"/>
          </p:nvPr>
        </p:nvSpPr>
        <p:spPr>
          <a:xfrm>
            <a:off x="182880" y="1059656"/>
            <a:ext cx="8755379"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从一路由器到</a:t>
            </a:r>
            <a:r>
              <a:rPr lang="zh-CN" altLang="en-US" dirty="0">
                <a:solidFill>
                  <a:schemeClr val="hlink"/>
                </a:solidFill>
                <a:latin typeface="Times New Roman" panose="02020603050405020304" pitchFamily="18" charset="0"/>
                <a:ea typeface="宋体" panose="02010600030101010101" pitchFamily="2" charset="-122"/>
              </a:rPr>
              <a:t>直接连接</a:t>
            </a:r>
            <a:r>
              <a:rPr lang="zh-CN" altLang="en-US" dirty="0">
                <a:latin typeface="Times New Roman" panose="02020603050405020304" pitchFamily="18" charset="0"/>
                <a:ea typeface="宋体" panose="02010600030101010101" pitchFamily="2" charset="-122"/>
              </a:rPr>
              <a:t>的网络的距离定义为</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从一个路由器到非直接连接的网络的距离定义为所经过的路由器数加 </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协议中的“距离”也称为“</a:t>
            </a:r>
            <a:r>
              <a:rPr lang="zh-CN" altLang="en-US" dirty="0">
                <a:solidFill>
                  <a:schemeClr val="hlink"/>
                </a:solidFill>
                <a:latin typeface="Times New Roman" panose="02020603050405020304" pitchFamily="18" charset="0"/>
                <a:ea typeface="宋体" panose="02010600030101010101" pitchFamily="2" charset="-122"/>
              </a:rPr>
              <a:t>跳数</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(hop count)</a:t>
            </a:r>
            <a:r>
              <a:rPr lang="zh-CN" altLang="en-US" dirty="0">
                <a:latin typeface="Times New Roman" panose="02020603050405020304" pitchFamily="18" charset="0"/>
                <a:ea typeface="宋体" panose="02010600030101010101" pitchFamily="2" charset="-122"/>
              </a:rPr>
              <a:t>，因为每经过一个路由器，跳数就加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这里的“距离”实际上指的是“</a:t>
            </a:r>
            <a:r>
              <a:rPr lang="zh-CN" altLang="en-US" dirty="0">
                <a:solidFill>
                  <a:schemeClr val="hlink"/>
                </a:solidFill>
                <a:latin typeface="Times New Roman" panose="02020603050405020304" pitchFamily="18" charset="0"/>
                <a:ea typeface="宋体" panose="02010600030101010101" pitchFamily="2" charset="-122"/>
              </a:rPr>
              <a:t>最短</a:t>
            </a:r>
            <a:r>
              <a:rPr lang="zh-CN" altLang="en-US" dirty="0">
                <a:latin typeface="Times New Roman" panose="02020603050405020304" pitchFamily="18" charset="0"/>
                <a:ea typeface="宋体" panose="02010600030101010101" pitchFamily="2" charset="-122"/>
              </a:rPr>
              <a:t>距离”， </a:t>
            </a:r>
            <a:endParaRPr lang="zh-CN" altLang="en-US" sz="3300" dirty="0">
              <a:ea typeface="宋体" panose="02010600030101010101" pitchFamily="2" charset="-122"/>
            </a:endParaRPr>
          </a:p>
          <a:p>
            <a:pPr algn="just" eaLnBrk="1" hangingPunct="1"/>
            <a:endParaRPr lang="zh-CN" altLang="en-US" dirty="0">
              <a:latin typeface="Times New Roman" panose="02020603050405020304" pitchFamily="18" charset="0"/>
              <a:ea typeface="宋体" panose="02010600030101010101" pitchFamily="2" charset="-122"/>
            </a:endParaRPr>
          </a:p>
        </p:txBody>
      </p:sp>
      <p:sp>
        <p:nvSpPr>
          <p:cNvPr id="337923" name="幻灯片编号占位符 1">
            <a:extLst>
              <a:ext uri="{FF2B5EF4-FFF2-40B4-BE49-F238E27FC236}">
                <a16:creationId xmlns:a16="http://schemas.microsoft.com/office/drawing/2014/main" id="{AD9A15A5-7ABB-5444-A323-BA04D90331A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A19C44D-03FD-1142-91A3-6D76B37D63E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789258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69" name="Rectangle 2">
            <a:extLst>
              <a:ext uri="{FF2B5EF4-FFF2-40B4-BE49-F238E27FC236}">
                <a16:creationId xmlns:a16="http://schemas.microsoft.com/office/drawing/2014/main" id="{482EC0BB-A276-F745-B347-BAC077E6E43E}"/>
              </a:ext>
            </a:extLst>
          </p:cNvPr>
          <p:cNvSpPr>
            <a:spLocks noGrp="1" noChangeArrowheads="1"/>
          </p:cNvSpPr>
          <p:nvPr>
            <p:ph type="title"/>
          </p:nvPr>
        </p:nvSpPr>
        <p:spPr>
          <a:xfrm>
            <a:off x="160021" y="195263"/>
            <a:ext cx="7455218" cy="702469"/>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8083" name="Rectangle 3">
            <a:extLst>
              <a:ext uri="{FF2B5EF4-FFF2-40B4-BE49-F238E27FC236}">
                <a16:creationId xmlns:a16="http://schemas.microsoft.com/office/drawing/2014/main" id="{1DD0DBAF-D671-7B47-8129-86141A73FD46}"/>
              </a:ext>
            </a:extLst>
          </p:cNvPr>
          <p:cNvSpPr>
            <a:spLocks noGrp="1" noChangeArrowheads="1"/>
          </p:cNvSpPr>
          <p:nvPr>
            <p:ph type="body" idx="1"/>
          </p:nvPr>
        </p:nvSpPr>
        <p:spPr>
          <a:xfrm>
            <a:off x="160021" y="1113235"/>
            <a:ext cx="8732519" cy="3680222"/>
          </a:xfrm>
        </p:spPr>
        <p:txBody>
          <a:bodyPr/>
          <a:lstStyle/>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认为一个好的路由就是它通过的路由器的数目少，即“距离短”。</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允许一条路径最多只能包含 </a:t>
            </a:r>
            <a:r>
              <a:rPr lang="en-US" altLang="zh-CN" sz="2100" dirty="0">
                <a:ea typeface="宋体" panose="02010600030101010101" pitchFamily="2" charset="-122"/>
              </a:rPr>
              <a:t>15 </a:t>
            </a:r>
            <a:r>
              <a:rPr lang="zh-CN" altLang="en-US" sz="2100" dirty="0">
                <a:ea typeface="宋体" panose="02010600030101010101" pitchFamily="2" charset="-122"/>
              </a:rPr>
              <a:t>个路由器。</a:t>
            </a:r>
          </a:p>
          <a:p>
            <a:pPr algn="just" eaLnBrk="1" hangingPunct="1"/>
            <a:r>
              <a:rPr lang="zh-CN" altLang="en-US" sz="2100" dirty="0">
                <a:ea typeface="宋体" panose="02010600030101010101" pitchFamily="2" charset="-122"/>
              </a:rPr>
              <a:t>“距离”的最大值为</a:t>
            </a:r>
            <a:r>
              <a:rPr lang="en-US" altLang="zh-CN" sz="2100" dirty="0">
                <a:ea typeface="宋体" panose="02010600030101010101" pitchFamily="2" charset="-122"/>
              </a:rPr>
              <a:t>16 </a:t>
            </a:r>
            <a:r>
              <a:rPr lang="zh-CN" altLang="en-US" sz="2100" dirty="0">
                <a:ea typeface="宋体" panose="02010600030101010101" pitchFamily="2" charset="-122"/>
              </a:rPr>
              <a:t>时即相当于不可达。可见 </a:t>
            </a:r>
            <a:r>
              <a:rPr lang="en-US" altLang="zh-CN" sz="2100" dirty="0">
                <a:ea typeface="宋体" panose="02010600030101010101" pitchFamily="2" charset="-122"/>
              </a:rPr>
              <a:t>RIP</a:t>
            </a:r>
            <a:r>
              <a:rPr lang="en-US" altLang="zh-CN" sz="2100" b="1" dirty="0">
                <a:ea typeface="宋体" panose="02010600030101010101" pitchFamily="2" charset="-122"/>
              </a:rPr>
              <a:t> </a:t>
            </a:r>
            <a:r>
              <a:rPr lang="zh-CN" altLang="en-US" sz="2100" dirty="0">
                <a:ea typeface="宋体" panose="02010600030101010101" pitchFamily="2" charset="-122"/>
              </a:rPr>
              <a:t>只适用于小型互联网。</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不能在两个网络之间同时使用多条路由。</a:t>
            </a:r>
            <a:r>
              <a:rPr lang="en-US" altLang="zh-CN" sz="2100" dirty="0">
                <a:ea typeface="宋体" panose="02010600030101010101" pitchFamily="2" charset="-122"/>
              </a:rPr>
              <a:t>RIP </a:t>
            </a:r>
            <a:r>
              <a:rPr lang="zh-CN" altLang="en-US" sz="2100" dirty="0">
                <a:ea typeface="宋体" panose="02010600030101010101" pitchFamily="2" charset="-122"/>
              </a:rPr>
              <a:t>选择一个具有最少路由器的路由（即最短路由），哪怕还存在另一条高速</a:t>
            </a:r>
            <a:r>
              <a:rPr lang="en-US" altLang="zh-CN" sz="2100" dirty="0">
                <a:ea typeface="宋体" panose="02010600030101010101" pitchFamily="2" charset="-122"/>
              </a:rPr>
              <a:t>(</a:t>
            </a:r>
            <a:r>
              <a:rPr lang="zh-CN" altLang="en-US" sz="2100" dirty="0">
                <a:ea typeface="宋体" panose="02010600030101010101" pitchFamily="2" charset="-122"/>
              </a:rPr>
              <a:t>低时延</a:t>
            </a:r>
            <a:r>
              <a:rPr lang="en-US" altLang="zh-CN" sz="2100" dirty="0">
                <a:ea typeface="宋体" panose="02010600030101010101" pitchFamily="2" charset="-122"/>
              </a:rPr>
              <a:t>)</a:t>
            </a:r>
            <a:r>
              <a:rPr lang="zh-CN" altLang="en-US" sz="2100" dirty="0">
                <a:ea typeface="宋体" panose="02010600030101010101" pitchFamily="2" charset="-122"/>
              </a:rPr>
              <a:t>但路由器较多的路由。   </a:t>
            </a:r>
          </a:p>
        </p:txBody>
      </p:sp>
      <p:sp>
        <p:nvSpPr>
          <p:cNvPr id="339971" name="幻灯片编号占位符 1">
            <a:extLst>
              <a:ext uri="{FF2B5EF4-FFF2-40B4-BE49-F238E27FC236}">
                <a16:creationId xmlns:a16="http://schemas.microsoft.com/office/drawing/2014/main" id="{AB35F35D-FB9E-774E-9614-0993F011799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39F3D67-5305-6940-A419-C0424A83C9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25490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Rectangle 2">
            <a:extLst>
              <a:ext uri="{FF2B5EF4-FFF2-40B4-BE49-F238E27FC236}">
                <a16:creationId xmlns:a16="http://schemas.microsoft.com/office/drawing/2014/main" id="{C1A28506-C8BB-E44A-974B-CFAFA485B482}"/>
              </a:ext>
            </a:extLst>
          </p:cNvPr>
          <p:cNvSpPr>
            <a:spLocks noGrp="1" noChangeArrowheads="1"/>
          </p:cNvSpPr>
          <p:nvPr>
            <p:ph type="title"/>
          </p:nvPr>
        </p:nvSpPr>
        <p:spPr>
          <a:xfrm>
            <a:off x="171451" y="160735"/>
            <a:ext cx="7679532" cy="790575"/>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协议的三个要点 </a:t>
            </a:r>
          </a:p>
        </p:txBody>
      </p:sp>
      <p:sp>
        <p:nvSpPr>
          <p:cNvPr id="559107" name="Rectangle 3">
            <a:extLst>
              <a:ext uri="{FF2B5EF4-FFF2-40B4-BE49-F238E27FC236}">
                <a16:creationId xmlns:a16="http://schemas.microsoft.com/office/drawing/2014/main" id="{08388FCE-55F8-DF4D-B77C-9711F7EDD7DD}"/>
              </a:ext>
            </a:extLst>
          </p:cNvPr>
          <p:cNvSpPr>
            <a:spLocks noGrp="1" noChangeArrowheads="1"/>
          </p:cNvSpPr>
          <p:nvPr>
            <p:ph type="body" idx="1"/>
          </p:nvPr>
        </p:nvSpPr>
        <p:spPr>
          <a:xfrm>
            <a:off x="171452" y="1135063"/>
            <a:ext cx="8702992"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仅和</a:t>
            </a:r>
            <a:r>
              <a:rPr lang="zh-CN" altLang="en-US" dirty="0">
                <a:solidFill>
                  <a:schemeClr val="hlink"/>
                </a:solidFill>
                <a:latin typeface="Times New Roman" panose="02020603050405020304" pitchFamily="18" charset="0"/>
                <a:ea typeface="宋体" panose="02010600030101010101" pitchFamily="2" charset="-122"/>
              </a:rPr>
              <a:t>相邻路由器</a:t>
            </a:r>
            <a:r>
              <a:rPr lang="zh-CN" altLang="en-US" dirty="0">
                <a:latin typeface="Times New Roman" panose="02020603050405020304" pitchFamily="18" charset="0"/>
                <a:ea typeface="宋体" panose="02010600030101010101" pitchFamily="2" charset="-122"/>
              </a:rPr>
              <a:t>交换信息。 </a:t>
            </a:r>
          </a:p>
          <a:p>
            <a:pPr algn="just" eaLnBrk="1" hangingPunct="1"/>
            <a:r>
              <a:rPr lang="zh-CN" altLang="en-US" dirty="0">
                <a:latin typeface="Times New Roman" panose="02020603050405020304" pitchFamily="18" charset="0"/>
                <a:ea typeface="宋体" panose="02010600030101010101" pitchFamily="2" charset="-122"/>
              </a:rPr>
              <a:t>交换的信息是当前本路由器所知道的</a:t>
            </a:r>
            <a:r>
              <a:rPr lang="zh-CN" altLang="en-US" dirty="0">
                <a:solidFill>
                  <a:schemeClr val="hlink"/>
                </a:solidFill>
                <a:latin typeface="Times New Roman" panose="02020603050405020304" pitchFamily="18" charset="0"/>
                <a:ea typeface="宋体" panose="02010600030101010101" pitchFamily="2" charset="-122"/>
              </a:rPr>
              <a:t>全部信息</a:t>
            </a:r>
            <a:r>
              <a:rPr lang="zh-CN" altLang="en-US" dirty="0">
                <a:latin typeface="Times New Roman" panose="02020603050405020304" pitchFamily="18" charset="0"/>
                <a:ea typeface="宋体" panose="02010600030101010101" pitchFamily="2" charset="-122"/>
              </a:rPr>
              <a:t>，即自己的路由表。 </a:t>
            </a:r>
          </a:p>
          <a:p>
            <a:pPr algn="just" eaLnBrk="1" hangingPunct="1"/>
            <a:r>
              <a:rPr lang="zh-CN" altLang="en-US" dirty="0">
                <a:latin typeface="Times New Roman" panose="02020603050405020304" pitchFamily="18" charset="0"/>
                <a:ea typeface="宋体" panose="02010600030101010101" pitchFamily="2" charset="-122"/>
              </a:rPr>
              <a:t>按固定的时间间隔</a:t>
            </a:r>
            <a:r>
              <a:rPr lang="zh-CN" altLang="en-US" dirty="0">
                <a:solidFill>
                  <a:schemeClr val="hlink"/>
                </a:solidFill>
                <a:latin typeface="Times New Roman" panose="02020603050405020304" pitchFamily="18" charset="0"/>
                <a:ea typeface="宋体" panose="02010600030101010101" pitchFamily="2" charset="-122"/>
              </a:rPr>
              <a:t>交换路由信息</a:t>
            </a:r>
            <a:r>
              <a:rPr lang="zh-CN" altLang="en-US" dirty="0">
                <a:latin typeface="Times New Roman" panose="02020603050405020304" pitchFamily="18" charset="0"/>
                <a:ea typeface="宋体" panose="02010600030101010101" pitchFamily="2" charset="-122"/>
              </a:rPr>
              <a:t>，例如，每隔 </a:t>
            </a:r>
            <a:r>
              <a:rPr lang="en-US" altLang="zh-CN" dirty="0">
                <a:latin typeface="Times New Roman" panose="02020603050405020304" pitchFamily="18" charset="0"/>
                <a:ea typeface="宋体" panose="02010600030101010101" pitchFamily="2" charset="-122"/>
              </a:rPr>
              <a:t>30 </a:t>
            </a:r>
            <a:r>
              <a:rPr lang="zh-CN" altLang="en-US" dirty="0">
                <a:latin typeface="Times New Roman" panose="02020603050405020304" pitchFamily="18" charset="0"/>
                <a:ea typeface="宋体" panose="02010600030101010101" pitchFamily="2" charset="-122"/>
              </a:rPr>
              <a:t>秒。 </a:t>
            </a:r>
          </a:p>
        </p:txBody>
      </p:sp>
      <p:sp>
        <p:nvSpPr>
          <p:cNvPr id="342019" name="幻灯片编号占位符 1">
            <a:extLst>
              <a:ext uri="{FF2B5EF4-FFF2-40B4-BE49-F238E27FC236}">
                <a16:creationId xmlns:a16="http://schemas.microsoft.com/office/drawing/2014/main" id="{B6474759-D46B-EA49-827B-A0D8CD4A61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BD1BF31-FB9A-6C45-B641-A90B444A312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196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5" name="Rectangle 2">
            <a:extLst>
              <a:ext uri="{FF2B5EF4-FFF2-40B4-BE49-F238E27FC236}">
                <a16:creationId xmlns:a16="http://schemas.microsoft.com/office/drawing/2014/main" id="{2F54847F-10AE-D64E-9E1D-AF939146AC57}"/>
              </a:ext>
            </a:extLst>
          </p:cNvPr>
          <p:cNvSpPr>
            <a:spLocks noGrp="1" noChangeArrowheads="1"/>
          </p:cNvSpPr>
          <p:nvPr>
            <p:ph type="title"/>
          </p:nvPr>
        </p:nvSpPr>
        <p:spPr>
          <a:xfrm>
            <a:off x="171450" y="250031"/>
            <a:ext cx="7193757" cy="628650"/>
          </a:xfrm>
        </p:spPr>
        <p:txBody>
          <a:bodyPr/>
          <a:lstStyle/>
          <a:p>
            <a:pPr eaLnBrk="1" hangingPunct="1"/>
            <a:r>
              <a:rPr lang="zh-CN" altLang="en-US" dirty="0">
                <a:latin typeface="Times New Roman" panose="02020603050405020304" pitchFamily="18" charset="0"/>
                <a:ea typeface="宋体" panose="02010600030101010101" pitchFamily="2" charset="-122"/>
              </a:rPr>
              <a:t>路由表的建立 </a:t>
            </a:r>
          </a:p>
        </p:txBody>
      </p:sp>
      <p:sp>
        <p:nvSpPr>
          <p:cNvPr id="560131" name="Rectangle 3">
            <a:extLst>
              <a:ext uri="{FF2B5EF4-FFF2-40B4-BE49-F238E27FC236}">
                <a16:creationId xmlns:a16="http://schemas.microsoft.com/office/drawing/2014/main" id="{40D33B3A-1BD6-604B-9258-5F00470490B1}"/>
              </a:ext>
            </a:extLst>
          </p:cNvPr>
          <p:cNvSpPr>
            <a:spLocks noGrp="1" noChangeArrowheads="1"/>
          </p:cNvSpPr>
          <p:nvPr>
            <p:ph type="body" idx="1"/>
          </p:nvPr>
        </p:nvSpPr>
        <p:spPr>
          <a:xfrm>
            <a:off x="171450" y="1113235"/>
            <a:ext cx="8721090" cy="3680222"/>
          </a:xfrm>
        </p:spPr>
        <p:txBody>
          <a:bodyPr/>
          <a:lstStyle/>
          <a:p>
            <a:pPr algn="just" eaLnBrk="1" hangingPunct="1"/>
            <a:r>
              <a:rPr lang="zh-CN" altLang="en-US" dirty="0">
                <a:ea typeface="宋体" panose="02010600030101010101" pitchFamily="2" charset="-122"/>
              </a:rPr>
              <a:t>路由器在刚刚开始工作时，只知道到直接连接的网络的距离（此距离定义为</a:t>
            </a:r>
            <a:r>
              <a:rPr lang="en-US" altLang="zh-CN" dirty="0">
                <a:ea typeface="宋体" panose="02010600030101010101" pitchFamily="2" charset="-122"/>
              </a:rPr>
              <a:t>1</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以后，每一个路由器也只和数目非常有限的相邻路由器交换并更新路由信息。</a:t>
            </a:r>
          </a:p>
          <a:p>
            <a:pPr algn="just" eaLnBrk="1" hangingPunct="1"/>
            <a:r>
              <a:rPr lang="zh-CN" altLang="en-US" dirty="0">
                <a:ea typeface="宋体" panose="02010600030101010101" pitchFamily="2" charset="-122"/>
              </a:rPr>
              <a:t>经过若干次更新后，所有的路由器最终都会知道到达本自治系统中任何一个网络的最短距离和下一跳路由器的地址。</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协议的</a:t>
            </a:r>
            <a:r>
              <a:rPr lang="zh-CN" altLang="en-US" dirty="0">
                <a:solidFill>
                  <a:schemeClr val="hlink"/>
                </a:solidFill>
                <a:ea typeface="宋体" panose="02010600030101010101" pitchFamily="2" charset="-122"/>
              </a:rPr>
              <a:t>收敛</a:t>
            </a:r>
            <a:r>
              <a:rPr lang="en-US" altLang="zh-CN" dirty="0">
                <a:ea typeface="宋体" panose="02010600030101010101" pitchFamily="2" charset="-122"/>
              </a:rPr>
              <a:t>(convergence)</a:t>
            </a:r>
            <a:r>
              <a:rPr lang="zh-CN" altLang="en-US" dirty="0">
                <a:ea typeface="宋体" panose="02010600030101010101" pitchFamily="2" charset="-122"/>
              </a:rPr>
              <a:t>过程较快，即在自治系统中所有的结点都得到正确的路由选择信息的过程。 </a:t>
            </a:r>
          </a:p>
        </p:txBody>
      </p:sp>
      <p:sp>
        <p:nvSpPr>
          <p:cNvPr id="344067" name="幻灯片编号占位符 1">
            <a:extLst>
              <a:ext uri="{FF2B5EF4-FFF2-40B4-BE49-F238E27FC236}">
                <a16:creationId xmlns:a16="http://schemas.microsoft.com/office/drawing/2014/main" id="{BDD8E01B-FE64-F746-9385-FE900295DE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9789E18-6D30-B446-AB9B-6DFD3AE703B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531047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Rectangle 2">
            <a:extLst>
              <a:ext uri="{FF2B5EF4-FFF2-40B4-BE49-F238E27FC236}">
                <a16:creationId xmlns:a16="http://schemas.microsoft.com/office/drawing/2014/main" id="{48755B7F-7F20-0449-ABE4-A1E5B53A5C1F}"/>
              </a:ext>
            </a:extLst>
          </p:cNvPr>
          <p:cNvSpPr>
            <a:spLocks noGrp="1" noChangeArrowheads="1"/>
          </p:cNvSpPr>
          <p:nvPr>
            <p:ph type="title"/>
          </p:nvPr>
        </p:nvSpPr>
        <p:spPr>
          <a:xfrm>
            <a:off x="257175" y="224076"/>
            <a:ext cx="8452485" cy="576263"/>
          </a:xfrm>
        </p:spPr>
        <p:txBody>
          <a:bodyPr/>
          <a:lstStyle/>
          <a:p>
            <a:pPr eaLnBrk="1" hangingPunct="1"/>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距离向量算法</a:t>
            </a:r>
          </a:p>
        </p:txBody>
      </p:sp>
      <p:sp>
        <p:nvSpPr>
          <p:cNvPr id="346114" name="Text Box 3">
            <a:extLst>
              <a:ext uri="{FF2B5EF4-FFF2-40B4-BE49-F238E27FC236}">
                <a16:creationId xmlns:a16="http://schemas.microsoft.com/office/drawing/2014/main" id="{0D019519-B84D-5844-9553-E496DDC79ECB}"/>
              </a:ext>
            </a:extLst>
          </p:cNvPr>
          <p:cNvSpPr txBox="1">
            <a:spLocks noChangeArrowheads="1"/>
          </p:cNvSpPr>
          <p:nvPr/>
        </p:nvSpPr>
        <p:spPr bwMode="auto">
          <a:xfrm>
            <a:off x="257175" y="1275893"/>
            <a:ext cx="8715375" cy="3139321"/>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收到相邻路由器（其地址为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）的一个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(1) </a:t>
            </a:r>
            <a:r>
              <a:rPr lang="zh-CN" altLang="en-US" sz="1800" dirty="0">
                <a:ea typeface="宋体" panose="02010600030101010101" pitchFamily="2" charset="-122"/>
                <a:cs typeface="Times New Roman" panose="02020603050405020304" pitchFamily="18" charset="0"/>
              </a:rPr>
              <a:t>先修改此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报文中的所有项目：把“下一跳”字段中的地址都改为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，并把所有的“距离”字段的值加 </a:t>
            </a:r>
            <a:r>
              <a:rPr lang="en-US" altLang="zh-CN" sz="1800" dirty="0">
                <a:ea typeface="宋体" panose="02010600030101010101" pitchFamily="2" charset="-122"/>
                <a:cs typeface="Times New Roman" panose="02020603050405020304" pitchFamily="18" charset="0"/>
              </a:rPr>
              <a:t>1</a:t>
            </a:r>
            <a:r>
              <a:rPr lang="zh-CN" altLang="en-US" sz="1800" dirty="0">
                <a:ea typeface="宋体" panose="02010600030101010101" pitchFamily="2" charset="-122"/>
                <a:cs typeface="Times New Roman" panose="02020603050405020304" pitchFamily="18" charset="0"/>
              </a:rPr>
              <a:t>。</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(2) </a:t>
            </a:r>
            <a:r>
              <a:rPr lang="zh-CN" altLang="en-US" sz="1800" dirty="0">
                <a:ea typeface="宋体" panose="02010600030101010101" pitchFamily="2" charset="-122"/>
                <a:cs typeface="Times New Roman" panose="02020603050405020304" pitchFamily="18" charset="0"/>
              </a:rPr>
              <a:t>对修改后的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报文中的每一个项目，重复以下步骤：</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若项目中的目的网络不在路由表中，则把该项目加到路由表中。</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a:t>
            </a: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否则，若下一跳字段给出的路由器地址是同样的，则把收到的项目替换原路由表中的项目。</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否则，若收到项目中的距离小于路由表中的距离，则进行更新，否则，什么也不做。</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若 </a:t>
            </a: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分钟还没有收到相邻路由器的更新路由表，则把此相邻路由器记为不可达路由器，即将距离置为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（距离为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表示不可达）。</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(4) </a:t>
            </a:r>
            <a:r>
              <a:rPr lang="zh-CN" altLang="en-US" sz="1800" dirty="0">
                <a:ea typeface="宋体" panose="02010600030101010101" pitchFamily="2" charset="-122"/>
                <a:cs typeface="Times New Roman" panose="02020603050405020304" pitchFamily="18" charset="0"/>
              </a:rPr>
              <a:t>返回。</a:t>
            </a:r>
          </a:p>
        </p:txBody>
      </p:sp>
      <p:sp>
        <p:nvSpPr>
          <p:cNvPr id="346115" name="幻灯片编号占位符 1">
            <a:extLst>
              <a:ext uri="{FF2B5EF4-FFF2-40B4-BE49-F238E27FC236}">
                <a16:creationId xmlns:a16="http://schemas.microsoft.com/office/drawing/2014/main" id="{30E62939-7BC4-A142-894C-8EEB7281922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9DD4B99-1D9A-AB41-B401-BA736CBD59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943183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1" name="Rectangle 2">
            <a:extLst>
              <a:ext uri="{FF2B5EF4-FFF2-40B4-BE49-F238E27FC236}">
                <a16:creationId xmlns:a16="http://schemas.microsoft.com/office/drawing/2014/main" id="{1DB6587F-0896-A743-BAE8-C408581624B7}"/>
              </a:ext>
            </a:extLst>
          </p:cNvPr>
          <p:cNvSpPr>
            <a:spLocks noGrp="1" noChangeArrowheads="1"/>
          </p:cNvSpPr>
          <p:nvPr>
            <p:ph type="title"/>
          </p:nvPr>
        </p:nvSpPr>
        <p:spPr>
          <a:xfrm>
            <a:off x="171451" y="160735"/>
            <a:ext cx="7748588" cy="736997"/>
          </a:xfrm>
        </p:spPr>
        <p:txBody>
          <a:bodyPr/>
          <a:lstStyle/>
          <a:p>
            <a:pPr eaLnBrk="1" hangingPunct="1"/>
            <a:r>
              <a:rPr lang="zh-CN" altLang="en-US" dirty="0">
                <a:latin typeface="Times New Roman" panose="02020603050405020304" pitchFamily="18" charset="0"/>
                <a:ea typeface="宋体" panose="02010600030101010101" pitchFamily="2" charset="-122"/>
              </a:rPr>
              <a:t>路由器之间交换信息 </a:t>
            </a:r>
          </a:p>
        </p:txBody>
      </p:sp>
      <p:sp>
        <p:nvSpPr>
          <p:cNvPr id="562179" name="Rectangle 3">
            <a:extLst>
              <a:ext uri="{FF2B5EF4-FFF2-40B4-BE49-F238E27FC236}">
                <a16:creationId xmlns:a16="http://schemas.microsoft.com/office/drawing/2014/main" id="{D215D2F4-1D8B-0242-86D0-0929F242E2AA}"/>
              </a:ext>
            </a:extLst>
          </p:cNvPr>
          <p:cNvSpPr>
            <a:spLocks noGrp="1" noChangeArrowheads="1"/>
          </p:cNvSpPr>
          <p:nvPr>
            <p:ph type="body" idx="1"/>
          </p:nvPr>
        </p:nvSpPr>
        <p:spPr>
          <a:xfrm>
            <a:off x="171451" y="1059656"/>
            <a:ext cx="8743949" cy="3733800"/>
          </a:xfrm>
        </p:spPr>
        <p:txBody>
          <a:bodyPr/>
          <a:lstStyle/>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协议让互联网中的所有路由器都和自己的相邻路由器不断交换路由信息，并不断更新其路由表，使得从每一个路由器到每一个目的网络的路由都是最短的（即跳数最少）。</a:t>
            </a:r>
          </a:p>
          <a:p>
            <a:pPr algn="just" eaLnBrk="1" hangingPunct="1"/>
            <a:r>
              <a:rPr lang="zh-CN" altLang="en-US" dirty="0">
                <a:latin typeface="Times New Roman" panose="02020603050405020304" pitchFamily="18" charset="0"/>
                <a:ea typeface="宋体" panose="02010600030101010101" pitchFamily="2" charset="-122"/>
              </a:rPr>
              <a:t>虽然所有的路由器最终都拥有了整个自治系统的全局路由信息，但由于每一个路由器的位置不同，它们的路由表当然也应当是不同的。  </a:t>
            </a:r>
          </a:p>
        </p:txBody>
      </p:sp>
      <p:sp>
        <p:nvSpPr>
          <p:cNvPr id="348163" name="幻灯片编号占位符 1">
            <a:extLst>
              <a:ext uri="{FF2B5EF4-FFF2-40B4-BE49-F238E27FC236}">
                <a16:creationId xmlns:a16="http://schemas.microsoft.com/office/drawing/2014/main" id="{74A18DEA-7C52-594E-A74F-D92D471940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3FC8ED-D154-C146-8921-D46BC9D5FA6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54715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09" name="Rectangle 2">
            <a:extLst>
              <a:ext uri="{FF2B5EF4-FFF2-40B4-BE49-F238E27FC236}">
                <a16:creationId xmlns:a16="http://schemas.microsoft.com/office/drawing/2014/main" id="{3F9C083D-DFD2-9C48-AFFB-98D01AEC2AC3}"/>
              </a:ext>
            </a:extLst>
          </p:cNvPr>
          <p:cNvSpPr>
            <a:spLocks noGrp="1" noChangeArrowheads="1"/>
          </p:cNvSpPr>
          <p:nvPr>
            <p:ph type="title"/>
          </p:nvPr>
        </p:nvSpPr>
        <p:spPr>
          <a:xfrm>
            <a:off x="148590" y="289322"/>
            <a:ext cx="7284483" cy="608409"/>
          </a:xfrm>
        </p:spPr>
        <p:txBody>
          <a:bodyPr/>
          <a:lstStyle/>
          <a:p>
            <a:r>
              <a:rPr lang="zh-CN" altLang="en-US" sz="3000" dirty="0">
                <a:latin typeface="微软雅黑" panose="020B0503020204020204" pitchFamily="34" charset="-122"/>
                <a:ea typeface="宋体" panose="02010600030101010101" pitchFamily="2" charset="-122"/>
              </a:rPr>
              <a:t>距离矢量算法举例</a:t>
            </a:r>
          </a:p>
        </p:txBody>
      </p:sp>
      <p:sp>
        <p:nvSpPr>
          <p:cNvPr id="350210" name="Rectangle 1006">
            <a:extLst>
              <a:ext uri="{FF2B5EF4-FFF2-40B4-BE49-F238E27FC236}">
                <a16:creationId xmlns:a16="http://schemas.microsoft.com/office/drawing/2014/main" id="{1BD3BB3F-BF3D-0B44-924E-E613F197E4F2}"/>
              </a:ext>
            </a:extLst>
          </p:cNvPr>
          <p:cNvSpPr>
            <a:spLocks noGrp="1" noChangeArrowheads="1"/>
          </p:cNvSpPr>
          <p:nvPr>
            <p:ph type="body" idx="1"/>
          </p:nvPr>
        </p:nvSpPr>
        <p:spPr>
          <a:xfrm>
            <a:off x="262823" y="994858"/>
            <a:ext cx="5829300" cy="476250"/>
          </a:xfrm>
        </p:spPr>
        <p:txBody>
          <a:bodyPr/>
          <a:lstStyle/>
          <a:p>
            <a:r>
              <a:rPr lang="zh-CN" altLang="en-US" dirty="0">
                <a:latin typeface="微软雅黑" panose="020B0503020204020204" pitchFamily="34" charset="-122"/>
                <a:ea typeface="宋体" panose="02010600030101010101" pitchFamily="2" charset="-122"/>
              </a:rPr>
              <a:t>例题</a:t>
            </a:r>
          </a:p>
        </p:txBody>
      </p:sp>
      <p:grpSp>
        <p:nvGrpSpPr>
          <p:cNvPr id="350211" name="Group 37">
            <a:extLst>
              <a:ext uri="{FF2B5EF4-FFF2-40B4-BE49-F238E27FC236}">
                <a16:creationId xmlns:a16="http://schemas.microsoft.com/office/drawing/2014/main" id="{3425C881-FF24-D747-9208-C2E651B9AD8A}"/>
              </a:ext>
            </a:extLst>
          </p:cNvPr>
          <p:cNvGrpSpPr>
            <a:grpSpLocks/>
          </p:cNvGrpSpPr>
          <p:nvPr/>
        </p:nvGrpSpPr>
        <p:grpSpPr bwMode="auto">
          <a:xfrm>
            <a:off x="1296590" y="1232983"/>
            <a:ext cx="1990162" cy="1694280"/>
            <a:chOff x="305" y="933"/>
            <a:chExt cx="2256" cy="1550"/>
          </a:xfrm>
        </p:grpSpPr>
        <p:sp>
          <p:nvSpPr>
            <p:cNvPr id="350495" name="Rectangle 4">
              <a:extLst>
                <a:ext uri="{FF2B5EF4-FFF2-40B4-BE49-F238E27FC236}">
                  <a16:creationId xmlns:a16="http://schemas.microsoft.com/office/drawing/2014/main" id="{675CD9FB-9D07-3C4D-92FB-EF0FB862B0EA}"/>
                </a:ext>
              </a:extLst>
            </p:cNvPr>
            <p:cNvSpPr>
              <a:spLocks noChangeArrowheads="1"/>
            </p:cNvSpPr>
            <p:nvPr/>
          </p:nvSpPr>
          <p:spPr bwMode="auto">
            <a:xfrm>
              <a:off x="672" y="1164"/>
              <a:ext cx="1558" cy="1010"/>
            </a:xfrm>
            <a:prstGeom prst="rect">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6" name="Oval 5">
              <a:extLst>
                <a:ext uri="{FF2B5EF4-FFF2-40B4-BE49-F238E27FC236}">
                  <a16:creationId xmlns:a16="http://schemas.microsoft.com/office/drawing/2014/main" id="{0822B5EC-D205-EF4D-B559-86722769E3FE}"/>
                </a:ext>
              </a:extLst>
            </p:cNvPr>
            <p:cNvSpPr>
              <a:spLocks noChangeArrowheads="1"/>
            </p:cNvSpPr>
            <p:nvPr/>
          </p:nvSpPr>
          <p:spPr bwMode="auto">
            <a:xfrm>
              <a:off x="623"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7" name="Oval 6">
              <a:extLst>
                <a:ext uri="{FF2B5EF4-FFF2-40B4-BE49-F238E27FC236}">
                  <a16:creationId xmlns:a16="http://schemas.microsoft.com/office/drawing/2014/main" id="{4640F45D-4B46-754E-9635-33B3B9AAD738}"/>
                </a:ext>
              </a:extLst>
            </p:cNvPr>
            <p:cNvSpPr>
              <a:spLocks noChangeArrowheads="1"/>
            </p:cNvSpPr>
            <p:nvPr/>
          </p:nvSpPr>
          <p:spPr bwMode="auto">
            <a:xfrm>
              <a:off x="2208"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8" name="Oval 7">
              <a:extLst>
                <a:ext uri="{FF2B5EF4-FFF2-40B4-BE49-F238E27FC236}">
                  <a16:creationId xmlns:a16="http://schemas.microsoft.com/office/drawing/2014/main" id="{A1AD9A60-12FF-7844-9368-7D050A7CE26D}"/>
                </a:ext>
              </a:extLst>
            </p:cNvPr>
            <p:cNvSpPr>
              <a:spLocks noChangeArrowheads="1"/>
            </p:cNvSpPr>
            <p:nvPr/>
          </p:nvSpPr>
          <p:spPr bwMode="auto">
            <a:xfrm>
              <a:off x="2208"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9" name="Oval 8">
              <a:extLst>
                <a:ext uri="{FF2B5EF4-FFF2-40B4-BE49-F238E27FC236}">
                  <a16:creationId xmlns:a16="http://schemas.microsoft.com/office/drawing/2014/main" id="{4E96BD6C-74DA-C246-BDD1-B1F16756C10F}"/>
                </a:ext>
              </a:extLst>
            </p:cNvPr>
            <p:cNvSpPr>
              <a:spLocks noChangeArrowheads="1"/>
            </p:cNvSpPr>
            <p:nvPr/>
          </p:nvSpPr>
          <p:spPr bwMode="auto">
            <a:xfrm>
              <a:off x="623"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0" name="Oval 9">
              <a:extLst>
                <a:ext uri="{FF2B5EF4-FFF2-40B4-BE49-F238E27FC236}">
                  <a16:creationId xmlns:a16="http://schemas.microsoft.com/office/drawing/2014/main" id="{E96865D6-A2B2-5840-B995-0DD982359232}"/>
                </a:ext>
              </a:extLst>
            </p:cNvPr>
            <p:cNvSpPr>
              <a:spLocks noChangeArrowheads="1"/>
            </p:cNvSpPr>
            <p:nvPr/>
          </p:nvSpPr>
          <p:spPr bwMode="auto">
            <a:xfrm>
              <a:off x="623"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1" name="Oval 10">
              <a:extLst>
                <a:ext uri="{FF2B5EF4-FFF2-40B4-BE49-F238E27FC236}">
                  <a16:creationId xmlns:a16="http://schemas.microsoft.com/office/drawing/2014/main" id="{80DA12CF-353F-7945-9B9E-9B3985CBD0E0}"/>
                </a:ext>
              </a:extLst>
            </p:cNvPr>
            <p:cNvSpPr>
              <a:spLocks noChangeArrowheads="1"/>
            </p:cNvSpPr>
            <p:nvPr/>
          </p:nvSpPr>
          <p:spPr bwMode="auto">
            <a:xfrm>
              <a:off x="2208"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2" name="Oval 11">
              <a:extLst>
                <a:ext uri="{FF2B5EF4-FFF2-40B4-BE49-F238E27FC236}">
                  <a16:creationId xmlns:a16="http://schemas.microsoft.com/office/drawing/2014/main" id="{71E298B1-1BE7-024A-9795-170AF77E99E2}"/>
                </a:ext>
              </a:extLst>
            </p:cNvPr>
            <p:cNvSpPr>
              <a:spLocks noChangeArrowheads="1"/>
            </p:cNvSpPr>
            <p:nvPr/>
          </p:nvSpPr>
          <p:spPr bwMode="auto">
            <a:xfrm>
              <a:off x="1152"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3" name="Oval 12">
              <a:extLst>
                <a:ext uri="{FF2B5EF4-FFF2-40B4-BE49-F238E27FC236}">
                  <a16:creationId xmlns:a16="http://schemas.microsoft.com/office/drawing/2014/main" id="{7D773EF0-F4F2-0D43-9E7E-AE565BE668F9}"/>
                </a:ext>
              </a:extLst>
            </p:cNvPr>
            <p:cNvSpPr>
              <a:spLocks noChangeArrowheads="1"/>
            </p:cNvSpPr>
            <p:nvPr/>
          </p:nvSpPr>
          <p:spPr bwMode="auto">
            <a:xfrm>
              <a:off x="1680"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4" name="Oval 13">
              <a:extLst>
                <a:ext uri="{FF2B5EF4-FFF2-40B4-BE49-F238E27FC236}">
                  <a16:creationId xmlns:a16="http://schemas.microsoft.com/office/drawing/2014/main" id="{546F6C3F-B345-9B46-B1B6-99F47E9488E1}"/>
                </a:ext>
              </a:extLst>
            </p:cNvPr>
            <p:cNvSpPr>
              <a:spLocks noChangeArrowheads="1"/>
            </p:cNvSpPr>
            <p:nvPr/>
          </p:nvSpPr>
          <p:spPr bwMode="auto">
            <a:xfrm>
              <a:off x="1104"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5" name="Oval 14">
              <a:extLst>
                <a:ext uri="{FF2B5EF4-FFF2-40B4-BE49-F238E27FC236}">
                  <a16:creationId xmlns:a16="http://schemas.microsoft.com/office/drawing/2014/main" id="{C6D2014A-961C-514D-8C9F-852D05210F5C}"/>
                </a:ext>
              </a:extLst>
            </p:cNvPr>
            <p:cNvSpPr>
              <a:spLocks noChangeArrowheads="1"/>
            </p:cNvSpPr>
            <p:nvPr/>
          </p:nvSpPr>
          <p:spPr bwMode="auto">
            <a:xfrm>
              <a:off x="1727"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6" name="Oval 16">
              <a:extLst>
                <a:ext uri="{FF2B5EF4-FFF2-40B4-BE49-F238E27FC236}">
                  <a16:creationId xmlns:a16="http://schemas.microsoft.com/office/drawing/2014/main" id="{853B05E0-8A60-384A-9E69-924D951F96A0}"/>
                </a:ext>
              </a:extLst>
            </p:cNvPr>
            <p:cNvSpPr>
              <a:spLocks noChangeArrowheads="1"/>
            </p:cNvSpPr>
            <p:nvPr/>
          </p:nvSpPr>
          <p:spPr bwMode="auto">
            <a:xfrm>
              <a:off x="1104"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7" name="Oval 17">
              <a:extLst>
                <a:ext uri="{FF2B5EF4-FFF2-40B4-BE49-F238E27FC236}">
                  <a16:creationId xmlns:a16="http://schemas.microsoft.com/office/drawing/2014/main" id="{D5A5F3EF-497A-8246-993E-23492E818B98}"/>
                </a:ext>
              </a:extLst>
            </p:cNvPr>
            <p:cNvSpPr>
              <a:spLocks noChangeArrowheads="1"/>
            </p:cNvSpPr>
            <p:nvPr/>
          </p:nvSpPr>
          <p:spPr bwMode="auto">
            <a:xfrm>
              <a:off x="1680" y="163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50508" name="AutoShape 19">
              <a:extLst>
                <a:ext uri="{FF2B5EF4-FFF2-40B4-BE49-F238E27FC236}">
                  <a16:creationId xmlns:a16="http://schemas.microsoft.com/office/drawing/2014/main" id="{FE07BFA2-4002-F341-9BB9-D0DFAF43B97F}"/>
                </a:ext>
              </a:extLst>
            </p:cNvPr>
            <p:cNvCxnSpPr>
              <a:cxnSpLocks noChangeShapeType="1"/>
              <a:stCxn id="350500" idx="6"/>
              <a:endCxn id="350501" idx="2"/>
            </p:cNvCxnSpPr>
            <p:nvPr/>
          </p:nvCxnSpPr>
          <p:spPr bwMode="auto">
            <a:xfrm>
              <a:off x="672" y="1656"/>
              <a:ext cx="15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09" name="AutoShape 20">
              <a:extLst>
                <a:ext uri="{FF2B5EF4-FFF2-40B4-BE49-F238E27FC236}">
                  <a16:creationId xmlns:a16="http://schemas.microsoft.com/office/drawing/2014/main" id="{971CD865-5185-154C-B993-97121B6F2499}"/>
                </a:ext>
              </a:extLst>
            </p:cNvPr>
            <p:cNvCxnSpPr>
              <a:cxnSpLocks noChangeShapeType="1"/>
              <a:stCxn id="350502" idx="4"/>
              <a:endCxn id="350507" idx="1"/>
            </p:cNvCxnSpPr>
            <p:nvPr/>
          </p:nvCxnSpPr>
          <p:spPr bwMode="auto">
            <a:xfrm>
              <a:off x="1175" y="1200"/>
              <a:ext cx="511" cy="439"/>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0" name="AutoShape 21">
              <a:extLst>
                <a:ext uri="{FF2B5EF4-FFF2-40B4-BE49-F238E27FC236}">
                  <a16:creationId xmlns:a16="http://schemas.microsoft.com/office/drawing/2014/main" id="{78AA31EE-32DD-114B-97DC-55DAA062B722}"/>
                </a:ext>
              </a:extLst>
            </p:cNvPr>
            <p:cNvCxnSpPr>
              <a:cxnSpLocks noChangeShapeType="1"/>
              <a:stCxn id="350496" idx="5"/>
              <a:endCxn id="350504" idx="1"/>
            </p:cNvCxnSpPr>
            <p:nvPr/>
          </p:nvCxnSpPr>
          <p:spPr bwMode="auto">
            <a:xfrm>
              <a:off x="665" y="1193"/>
              <a:ext cx="445" cy="974"/>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1" name="AutoShape 22">
              <a:extLst>
                <a:ext uri="{FF2B5EF4-FFF2-40B4-BE49-F238E27FC236}">
                  <a16:creationId xmlns:a16="http://schemas.microsoft.com/office/drawing/2014/main" id="{7F93B231-A017-6B44-AC76-88950A0DB3B7}"/>
                </a:ext>
              </a:extLst>
            </p:cNvPr>
            <p:cNvCxnSpPr>
              <a:cxnSpLocks noChangeShapeType="1"/>
              <a:stCxn id="350503" idx="3"/>
              <a:endCxn id="350500" idx="6"/>
            </p:cNvCxnSpPr>
            <p:nvPr/>
          </p:nvCxnSpPr>
          <p:spPr bwMode="auto">
            <a:xfrm flipH="1">
              <a:off x="672" y="1193"/>
              <a:ext cx="1015" cy="46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2" name="AutoShape 23">
              <a:extLst>
                <a:ext uri="{FF2B5EF4-FFF2-40B4-BE49-F238E27FC236}">
                  <a16:creationId xmlns:a16="http://schemas.microsoft.com/office/drawing/2014/main" id="{2C201845-B369-F34C-B003-A23B43814273}"/>
                </a:ext>
              </a:extLst>
            </p:cNvPr>
            <p:cNvCxnSpPr>
              <a:cxnSpLocks noChangeShapeType="1"/>
              <a:stCxn id="350501" idx="3"/>
              <a:endCxn id="350504" idx="7"/>
            </p:cNvCxnSpPr>
            <p:nvPr/>
          </p:nvCxnSpPr>
          <p:spPr bwMode="auto">
            <a:xfrm flipH="1">
              <a:off x="1144" y="1674"/>
              <a:ext cx="1070" cy="49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350513" name="Text Box 24">
              <a:extLst>
                <a:ext uri="{FF2B5EF4-FFF2-40B4-BE49-F238E27FC236}">
                  <a16:creationId xmlns:a16="http://schemas.microsoft.com/office/drawing/2014/main" id="{86D8B249-33B9-3641-8D47-2B6083887172}"/>
                </a:ext>
              </a:extLst>
            </p:cNvPr>
            <p:cNvSpPr txBox="1">
              <a:spLocks noChangeArrowheads="1"/>
            </p:cNvSpPr>
            <p:nvPr/>
          </p:nvSpPr>
          <p:spPr bwMode="auto">
            <a:xfrm>
              <a:off x="410" y="939"/>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A</a:t>
              </a:r>
            </a:p>
          </p:txBody>
        </p:sp>
        <p:sp>
          <p:nvSpPr>
            <p:cNvPr id="350514" name="Text Box 25">
              <a:extLst>
                <a:ext uri="{FF2B5EF4-FFF2-40B4-BE49-F238E27FC236}">
                  <a16:creationId xmlns:a16="http://schemas.microsoft.com/office/drawing/2014/main" id="{45963047-5639-F544-8A8B-4BF99FEA2534}"/>
                </a:ext>
              </a:extLst>
            </p:cNvPr>
            <p:cNvSpPr txBox="1">
              <a:spLocks noChangeArrowheads="1"/>
            </p:cNvSpPr>
            <p:nvPr/>
          </p:nvSpPr>
          <p:spPr bwMode="auto">
            <a:xfrm>
              <a:off x="998" y="933"/>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B</a:t>
              </a:r>
            </a:p>
          </p:txBody>
        </p:sp>
        <p:sp>
          <p:nvSpPr>
            <p:cNvPr id="350515" name="Text Box 26">
              <a:extLst>
                <a:ext uri="{FF2B5EF4-FFF2-40B4-BE49-F238E27FC236}">
                  <a16:creationId xmlns:a16="http://schemas.microsoft.com/office/drawing/2014/main" id="{5687BD77-86A1-354E-B306-91C93F13CB15}"/>
                </a:ext>
              </a:extLst>
            </p:cNvPr>
            <p:cNvSpPr txBox="1">
              <a:spLocks noChangeArrowheads="1"/>
            </p:cNvSpPr>
            <p:nvPr/>
          </p:nvSpPr>
          <p:spPr bwMode="auto">
            <a:xfrm>
              <a:off x="15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C</a:t>
              </a:r>
            </a:p>
          </p:txBody>
        </p:sp>
        <p:sp>
          <p:nvSpPr>
            <p:cNvPr id="350516" name="Text Box 27">
              <a:extLst>
                <a:ext uri="{FF2B5EF4-FFF2-40B4-BE49-F238E27FC236}">
                  <a16:creationId xmlns:a16="http://schemas.microsoft.com/office/drawing/2014/main" id="{C9997E9F-A3AD-DC4F-8DE6-F278E1ECF468}"/>
                </a:ext>
              </a:extLst>
            </p:cNvPr>
            <p:cNvSpPr txBox="1">
              <a:spLocks noChangeArrowheads="1"/>
            </p:cNvSpPr>
            <p:nvPr/>
          </p:nvSpPr>
          <p:spPr bwMode="auto">
            <a:xfrm>
              <a:off x="21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D</a:t>
              </a:r>
            </a:p>
          </p:txBody>
        </p:sp>
        <p:sp>
          <p:nvSpPr>
            <p:cNvPr id="350517" name="Text Box 28">
              <a:extLst>
                <a:ext uri="{FF2B5EF4-FFF2-40B4-BE49-F238E27FC236}">
                  <a16:creationId xmlns:a16="http://schemas.microsoft.com/office/drawing/2014/main" id="{6BD7458E-A2AD-C540-A594-78C127A60BC1}"/>
                </a:ext>
              </a:extLst>
            </p:cNvPr>
            <p:cNvSpPr txBox="1">
              <a:spLocks noChangeArrowheads="1"/>
            </p:cNvSpPr>
            <p:nvPr/>
          </p:nvSpPr>
          <p:spPr bwMode="auto">
            <a:xfrm>
              <a:off x="305" y="1532"/>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E</a:t>
              </a:r>
            </a:p>
          </p:txBody>
        </p:sp>
        <p:sp>
          <p:nvSpPr>
            <p:cNvPr id="350518" name="Text Box 29">
              <a:extLst>
                <a:ext uri="{FF2B5EF4-FFF2-40B4-BE49-F238E27FC236}">
                  <a16:creationId xmlns:a16="http://schemas.microsoft.com/office/drawing/2014/main" id="{4CBF770F-F403-4844-A80E-F07D814C89BA}"/>
                </a:ext>
              </a:extLst>
            </p:cNvPr>
            <p:cNvSpPr txBox="1">
              <a:spLocks noChangeArrowheads="1"/>
            </p:cNvSpPr>
            <p:nvPr/>
          </p:nvSpPr>
          <p:spPr bwMode="auto">
            <a:xfrm>
              <a:off x="455" y="2160"/>
              <a:ext cx="264"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I</a:t>
              </a:r>
            </a:p>
          </p:txBody>
        </p:sp>
        <p:sp>
          <p:nvSpPr>
            <p:cNvPr id="360759" name="Text Box 30">
              <a:extLst>
                <a:ext uri="{FF2B5EF4-FFF2-40B4-BE49-F238E27FC236}">
                  <a16:creationId xmlns:a16="http://schemas.microsoft.com/office/drawing/2014/main" id="{022B7645-2033-254C-AEA2-EFEFBB6897EE}"/>
                </a:ext>
              </a:extLst>
            </p:cNvPr>
            <p:cNvSpPr txBox="1">
              <a:spLocks noChangeArrowheads="1"/>
            </p:cNvSpPr>
            <p:nvPr/>
          </p:nvSpPr>
          <p:spPr bwMode="auto">
            <a:xfrm>
              <a:off x="952" y="2208"/>
              <a:ext cx="318" cy="275"/>
            </a:xfrm>
            <a:prstGeom prst="rec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txBody>
            <a:bodyPr wrap="none">
              <a:spAutoFit/>
            </a:bodyPr>
            <a:lstStyle>
              <a:lvl1pPr>
                <a:spcBef>
                  <a:spcPct val="20000"/>
                </a:spcBef>
                <a:buClr>
                  <a:schemeClr val="folHlink"/>
                </a:buClr>
                <a:buSzPct val="60000"/>
                <a:buFont typeface="Wingdings" charset="2"/>
                <a:buChar char="n"/>
                <a:defRPr sz="3200">
                  <a:solidFill>
                    <a:srgbClr val="333399"/>
                  </a:solidFill>
                  <a:latin typeface="Times New Roman" charset="0"/>
                  <a:ea typeface="微软雅黑" charset="-122"/>
                </a:defRPr>
              </a:lvl1pPr>
              <a:lvl2pPr marL="742950" indent="-285750">
                <a:spcBef>
                  <a:spcPct val="20000"/>
                </a:spcBef>
                <a:buClr>
                  <a:schemeClr val="hlink"/>
                </a:buClr>
                <a:buSzPct val="55000"/>
                <a:buFont typeface="Wingdings" charset="2"/>
                <a:buChar char="n"/>
                <a:defRPr sz="2800">
                  <a:solidFill>
                    <a:schemeClr val="tx1"/>
                  </a:solidFill>
                  <a:latin typeface="Times New Roman" charset="0"/>
                  <a:ea typeface="微软雅黑" charset="-122"/>
                </a:defRPr>
              </a:lvl2pPr>
              <a:lvl3pPr marL="1143000" indent="-228600">
                <a:spcBef>
                  <a:spcPct val="20000"/>
                </a:spcBef>
                <a:buClr>
                  <a:schemeClr val="folHlink"/>
                </a:buClr>
                <a:buSzPct val="50000"/>
                <a:buFont typeface="Wingdings" charset="2"/>
                <a:buChar char="n"/>
                <a:defRPr sz="2400">
                  <a:solidFill>
                    <a:schemeClr val="tx1"/>
                  </a:solidFill>
                  <a:latin typeface="Times New Roman" charset="0"/>
                  <a:ea typeface="微软雅黑" charset="-122"/>
                </a:defRPr>
              </a:lvl3pPr>
              <a:lvl4pPr marL="1600200" indent="-228600">
                <a:spcBef>
                  <a:spcPct val="20000"/>
                </a:spcBef>
                <a:buClr>
                  <a:schemeClr val="accent2"/>
                </a:buClr>
                <a:buSzPct val="55000"/>
                <a:buFont typeface="Wingdings" charset="2"/>
                <a:buChar char="n"/>
                <a:defRPr sz="2000">
                  <a:solidFill>
                    <a:schemeClr val="tx1"/>
                  </a:solidFill>
                  <a:latin typeface="Times New Roman" charset="0"/>
                  <a:ea typeface="微软雅黑" charset="-122"/>
                </a:defRPr>
              </a:lvl4pPr>
              <a:lvl5pPr marL="2057400" indent="-228600">
                <a:spcBef>
                  <a:spcPct val="20000"/>
                </a:spcBef>
                <a:buClr>
                  <a:schemeClr val="accent1"/>
                </a:buClr>
                <a:buSzPct val="50000"/>
                <a:buFont typeface="Wingdings" charset="2"/>
                <a:buChar char="n"/>
                <a:defRPr sz="2000">
                  <a:solidFill>
                    <a:schemeClr val="tx1"/>
                  </a:solidFill>
                  <a:latin typeface="Times New Roman" charset="0"/>
                  <a:ea typeface="微软雅黑" charset="-122"/>
                </a:defRPr>
              </a:lvl5pPr>
              <a:lvl6pPr marL="25146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6pPr>
              <a:lvl7pPr marL="29718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7pPr>
              <a:lvl8pPr marL="34290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8pPr>
              <a:lvl9pPr marL="38862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9pPr>
            </a:lstStyle>
            <a:p>
              <a:pPr algn="ctr" eaLnBrk="1" hangingPunct="1">
                <a:spcBef>
                  <a:spcPct val="0"/>
                </a:spcBef>
                <a:buClrTx/>
                <a:buSzTx/>
                <a:buFontTx/>
                <a:buNone/>
                <a:defRPr/>
              </a:pPr>
              <a:r>
                <a:rPr kumimoji="1" lang="en-US" altLang="zh-CN" sz="1350" b="1">
                  <a:solidFill>
                    <a:srgbClr val="800000"/>
                  </a:solidFill>
                  <a:latin typeface="Arial" charset="0"/>
                  <a:ea typeface="宋体" charset="-122"/>
                </a:rPr>
                <a:t>J</a:t>
              </a:r>
            </a:p>
          </p:txBody>
        </p:sp>
        <p:sp>
          <p:nvSpPr>
            <p:cNvPr id="350520" name="Text Box 31">
              <a:extLst>
                <a:ext uri="{FF2B5EF4-FFF2-40B4-BE49-F238E27FC236}">
                  <a16:creationId xmlns:a16="http://schemas.microsoft.com/office/drawing/2014/main" id="{6E28A6B6-1C5B-3A42-BC6F-1BDDCAA2AAEE}"/>
                </a:ext>
              </a:extLst>
            </p:cNvPr>
            <p:cNvSpPr txBox="1">
              <a:spLocks noChangeArrowheads="1"/>
            </p:cNvSpPr>
            <p:nvPr/>
          </p:nvSpPr>
          <p:spPr bwMode="auto">
            <a:xfrm>
              <a:off x="1562" y="2208"/>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K</a:t>
              </a:r>
            </a:p>
          </p:txBody>
        </p:sp>
        <p:sp>
          <p:nvSpPr>
            <p:cNvPr id="350521" name="Text Box 32">
              <a:extLst>
                <a:ext uri="{FF2B5EF4-FFF2-40B4-BE49-F238E27FC236}">
                  <a16:creationId xmlns:a16="http://schemas.microsoft.com/office/drawing/2014/main" id="{18D17CED-650F-374E-AE7B-672D50989ED8}"/>
                </a:ext>
              </a:extLst>
            </p:cNvPr>
            <p:cNvSpPr txBox="1">
              <a:spLocks noChangeArrowheads="1"/>
            </p:cNvSpPr>
            <p:nvPr/>
          </p:nvSpPr>
          <p:spPr bwMode="auto">
            <a:xfrm>
              <a:off x="2155" y="2161"/>
              <a:ext cx="31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L</a:t>
              </a:r>
            </a:p>
          </p:txBody>
        </p:sp>
        <p:sp>
          <p:nvSpPr>
            <p:cNvPr id="350522" name="Text Box 33">
              <a:extLst>
                <a:ext uri="{FF2B5EF4-FFF2-40B4-BE49-F238E27FC236}">
                  <a16:creationId xmlns:a16="http://schemas.microsoft.com/office/drawing/2014/main" id="{F9028874-DD6A-6142-A707-3D640871F9B6}"/>
                </a:ext>
              </a:extLst>
            </p:cNvPr>
            <p:cNvSpPr txBox="1">
              <a:spLocks noChangeArrowheads="1"/>
            </p:cNvSpPr>
            <p:nvPr/>
          </p:nvSpPr>
          <p:spPr bwMode="auto">
            <a:xfrm>
              <a:off x="948" y="1679"/>
              <a:ext cx="32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F</a:t>
              </a:r>
            </a:p>
          </p:txBody>
        </p:sp>
        <p:sp>
          <p:nvSpPr>
            <p:cNvPr id="350523" name="Text Box 34">
              <a:extLst>
                <a:ext uri="{FF2B5EF4-FFF2-40B4-BE49-F238E27FC236}">
                  <a16:creationId xmlns:a16="http://schemas.microsoft.com/office/drawing/2014/main" id="{71C516B5-7EC8-8141-9182-181796DAB19C}"/>
                </a:ext>
              </a:extLst>
            </p:cNvPr>
            <p:cNvSpPr txBox="1">
              <a:spLocks noChangeArrowheads="1"/>
            </p:cNvSpPr>
            <p:nvPr/>
          </p:nvSpPr>
          <p:spPr bwMode="auto">
            <a:xfrm>
              <a:off x="1604" y="1440"/>
              <a:ext cx="36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G</a:t>
              </a:r>
            </a:p>
          </p:txBody>
        </p:sp>
        <p:sp>
          <p:nvSpPr>
            <p:cNvPr id="350524" name="Text Box 35">
              <a:extLst>
                <a:ext uri="{FF2B5EF4-FFF2-40B4-BE49-F238E27FC236}">
                  <a16:creationId xmlns:a16="http://schemas.microsoft.com/office/drawing/2014/main" id="{A9B56BE0-77FF-B441-8FFD-F282DCD63DB8}"/>
                </a:ext>
              </a:extLst>
            </p:cNvPr>
            <p:cNvSpPr txBox="1">
              <a:spLocks noChangeArrowheads="1"/>
            </p:cNvSpPr>
            <p:nvPr/>
          </p:nvSpPr>
          <p:spPr bwMode="auto">
            <a:xfrm>
              <a:off x="2210" y="1536"/>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H</a:t>
              </a:r>
            </a:p>
          </p:txBody>
        </p:sp>
        <p:sp>
          <p:nvSpPr>
            <p:cNvPr id="350525" name="Oval 36">
              <a:extLst>
                <a:ext uri="{FF2B5EF4-FFF2-40B4-BE49-F238E27FC236}">
                  <a16:creationId xmlns:a16="http://schemas.microsoft.com/office/drawing/2014/main" id="{BAB7436F-F79A-E142-8517-2B3C69EC0879}"/>
                </a:ext>
              </a:extLst>
            </p:cNvPr>
            <p:cNvSpPr>
              <a:spLocks noChangeArrowheads="1"/>
            </p:cNvSpPr>
            <p:nvPr/>
          </p:nvSpPr>
          <p:spPr bwMode="auto">
            <a:xfrm>
              <a:off x="945" y="2208"/>
              <a:ext cx="306" cy="263"/>
            </a:xfrm>
            <a:prstGeom prst="ellipse">
              <a:avLst/>
            </a:prstGeom>
            <a:noFill/>
            <a:ln w="12700">
              <a:solidFill>
                <a:srgbClr val="80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400">
                <a:ea typeface="宋体" panose="02010600030101010101" pitchFamily="2" charset="-122"/>
              </a:endParaRPr>
            </a:p>
          </p:txBody>
        </p:sp>
      </p:grpSp>
      <p:graphicFrame>
        <p:nvGraphicFramePr>
          <p:cNvPr id="409390" name="Group 814">
            <a:extLst>
              <a:ext uri="{FF2B5EF4-FFF2-40B4-BE49-F238E27FC236}">
                <a16:creationId xmlns:a16="http://schemas.microsoft.com/office/drawing/2014/main" id="{7B8F7D2A-ACF0-5448-9A7A-D0B957CBECFA}"/>
              </a:ext>
            </a:extLst>
          </p:cNvPr>
          <p:cNvGraphicFramePr>
            <a:graphicFrameLocks noGrp="1"/>
          </p:cNvGraphicFramePr>
          <p:nvPr/>
        </p:nvGraphicFramePr>
        <p:xfrm>
          <a:off x="4733925" y="1006078"/>
          <a:ext cx="3113485" cy="3813656"/>
        </p:xfrm>
        <a:graphic>
          <a:graphicData uri="http://schemas.openxmlformats.org/drawingml/2006/table">
            <a:tbl>
              <a:tblPr/>
              <a:tblGrid>
                <a:gridCol w="275035">
                  <a:extLst>
                    <a:ext uri="{9D8B030D-6E8A-4147-A177-3AD203B41FA5}">
                      <a16:colId xmlns:a16="http://schemas.microsoft.com/office/drawing/2014/main" val="20000"/>
                    </a:ext>
                  </a:extLst>
                </a:gridCol>
                <a:gridCol w="332184">
                  <a:extLst>
                    <a:ext uri="{9D8B030D-6E8A-4147-A177-3AD203B41FA5}">
                      <a16:colId xmlns:a16="http://schemas.microsoft.com/office/drawing/2014/main" val="20001"/>
                    </a:ext>
                  </a:extLst>
                </a:gridCol>
                <a:gridCol w="165497">
                  <a:extLst>
                    <a:ext uri="{9D8B030D-6E8A-4147-A177-3AD203B41FA5}">
                      <a16:colId xmlns:a16="http://schemas.microsoft.com/office/drawing/2014/main" val="20002"/>
                    </a:ext>
                  </a:extLst>
                </a:gridCol>
                <a:gridCol w="332184">
                  <a:extLst>
                    <a:ext uri="{9D8B030D-6E8A-4147-A177-3AD203B41FA5}">
                      <a16:colId xmlns:a16="http://schemas.microsoft.com/office/drawing/2014/main" val="20003"/>
                    </a:ext>
                  </a:extLst>
                </a:gridCol>
                <a:gridCol w="165497">
                  <a:extLst>
                    <a:ext uri="{9D8B030D-6E8A-4147-A177-3AD203B41FA5}">
                      <a16:colId xmlns:a16="http://schemas.microsoft.com/office/drawing/2014/main" val="20004"/>
                    </a:ext>
                  </a:extLst>
                </a:gridCol>
                <a:gridCol w="330994">
                  <a:extLst>
                    <a:ext uri="{9D8B030D-6E8A-4147-A177-3AD203B41FA5}">
                      <a16:colId xmlns:a16="http://schemas.microsoft.com/office/drawing/2014/main" val="20005"/>
                    </a:ext>
                  </a:extLst>
                </a:gridCol>
                <a:gridCol w="165497">
                  <a:extLst>
                    <a:ext uri="{9D8B030D-6E8A-4147-A177-3AD203B41FA5}">
                      <a16:colId xmlns:a16="http://schemas.microsoft.com/office/drawing/2014/main" val="20006"/>
                    </a:ext>
                  </a:extLst>
                </a:gridCol>
                <a:gridCol w="332185">
                  <a:extLst>
                    <a:ext uri="{9D8B030D-6E8A-4147-A177-3AD203B41FA5}">
                      <a16:colId xmlns:a16="http://schemas.microsoft.com/office/drawing/2014/main" val="20007"/>
                    </a:ext>
                  </a:extLst>
                </a:gridCol>
                <a:gridCol w="152400">
                  <a:extLst>
                    <a:ext uri="{9D8B030D-6E8A-4147-A177-3AD203B41FA5}">
                      <a16:colId xmlns:a16="http://schemas.microsoft.com/office/drawing/2014/main" val="20008"/>
                    </a:ext>
                  </a:extLst>
                </a:gridCol>
                <a:gridCol w="420290">
                  <a:extLst>
                    <a:ext uri="{9D8B030D-6E8A-4147-A177-3AD203B41FA5}">
                      <a16:colId xmlns:a16="http://schemas.microsoft.com/office/drawing/2014/main" val="20009"/>
                    </a:ext>
                  </a:extLst>
                </a:gridCol>
                <a:gridCol w="441722">
                  <a:extLst>
                    <a:ext uri="{9D8B030D-6E8A-4147-A177-3AD203B41FA5}">
                      <a16:colId xmlns:a16="http://schemas.microsoft.com/office/drawing/2014/main" val="20010"/>
                    </a:ext>
                  </a:extLst>
                </a:gridCol>
              </a:tblGrid>
              <a:tr h="31550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延时</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线路</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G</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J</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2"/>
                  </a:ext>
                </a:extLst>
              </a:tr>
              <a:tr h="48099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8</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10</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12</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J</a:t>
                      </a: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的新</a:t>
                      </a: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路由表</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13"/>
                  </a:ext>
                </a:extLst>
              </a:tr>
            </a:tbl>
          </a:graphicData>
        </a:graphic>
      </p:graphicFrame>
      <p:sp>
        <p:nvSpPr>
          <p:cNvPr id="350438" name="Text Box 808">
            <a:extLst>
              <a:ext uri="{FF2B5EF4-FFF2-40B4-BE49-F238E27FC236}">
                <a16:creationId xmlns:a16="http://schemas.microsoft.com/office/drawing/2014/main" id="{13124E35-8267-C640-88C4-456FE0DAF093}"/>
              </a:ext>
            </a:extLst>
          </p:cNvPr>
          <p:cNvSpPr txBox="1">
            <a:spLocks noChangeArrowheads="1"/>
          </p:cNvSpPr>
          <p:nvPr/>
        </p:nvSpPr>
        <p:spPr bwMode="auto">
          <a:xfrm>
            <a:off x="5004198" y="4889898"/>
            <a:ext cx="19300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200">
                <a:solidFill>
                  <a:srgbClr val="C00000"/>
                </a:solidFill>
                <a:latin typeface="微软雅黑" panose="020B0503020204020204" pitchFamily="34" charset="-122"/>
                <a:ea typeface="宋体" panose="02010600030101010101" pitchFamily="2" charset="-122"/>
              </a:rPr>
              <a:t>从</a:t>
            </a:r>
            <a:r>
              <a:rPr kumimoji="1" lang="en-US" altLang="zh-CN" sz="1200">
                <a:solidFill>
                  <a:srgbClr val="C00000"/>
                </a:solidFill>
                <a:latin typeface="微软雅黑" panose="020B0503020204020204" pitchFamily="34" charset="-122"/>
                <a:ea typeface="宋体" panose="02010600030101010101" pitchFamily="2" charset="-122"/>
              </a:rPr>
              <a:t>J</a:t>
            </a:r>
            <a:r>
              <a:rPr kumimoji="1" lang="zh-CN" altLang="en-US" sz="1200">
                <a:solidFill>
                  <a:srgbClr val="C00000"/>
                </a:solidFill>
                <a:latin typeface="微软雅黑" panose="020B0503020204020204" pitchFamily="34" charset="-122"/>
                <a:ea typeface="宋体" panose="02010600030101010101" pitchFamily="2" charset="-122"/>
              </a:rPr>
              <a:t>的四个邻居收到的向量</a:t>
            </a:r>
          </a:p>
        </p:txBody>
      </p:sp>
      <p:sp>
        <p:nvSpPr>
          <p:cNvPr id="350439" name="AutoShape 809">
            <a:extLst>
              <a:ext uri="{FF2B5EF4-FFF2-40B4-BE49-F238E27FC236}">
                <a16:creationId xmlns:a16="http://schemas.microsoft.com/office/drawing/2014/main" id="{20F90F58-A098-4D42-AF19-EF771029F0AA}"/>
              </a:ext>
            </a:extLst>
          </p:cNvPr>
          <p:cNvSpPr>
            <a:spLocks/>
          </p:cNvSpPr>
          <p:nvPr/>
        </p:nvSpPr>
        <p:spPr bwMode="auto">
          <a:xfrm rot="16143519" flipV="1">
            <a:off x="5936457" y="4057651"/>
            <a:ext cx="133350" cy="1564481"/>
          </a:xfrm>
          <a:prstGeom prst="leftBrace">
            <a:avLst>
              <a:gd name="adj1" fmla="val 237413"/>
              <a:gd name="adj2" fmla="val 50000"/>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aphicFrame>
        <p:nvGraphicFramePr>
          <p:cNvPr id="409581" name="Group 1005">
            <a:extLst>
              <a:ext uri="{FF2B5EF4-FFF2-40B4-BE49-F238E27FC236}">
                <a16:creationId xmlns:a16="http://schemas.microsoft.com/office/drawing/2014/main" id="{2854D15B-8A0F-9A4E-AACE-D802AC3F8EDD}"/>
              </a:ext>
            </a:extLst>
          </p:cNvPr>
          <p:cNvGraphicFramePr>
            <a:graphicFrameLocks noGrp="1"/>
          </p:cNvGraphicFramePr>
          <p:nvPr>
            <p:extLst>
              <p:ext uri="{D42A27DB-BD31-4B8C-83A1-F6EECF244321}">
                <p14:modId xmlns:p14="http://schemas.microsoft.com/office/powerpoint/2010/main" val="3163174548"/>
              </p:ext>
            </p:extLst>
          </p:nvPr>
        </p:nvGraphicFramePr>
        <p:xfrm>
          <a:off x="1032420" y="3368030"/>
          <a:ext cx="3323035" cy="1258835"/>
        </p:xfrm>
        <a:graphic>
          <a:graphicData uri="http://schemas.openxmlformats.org/drawingml/2006/table">
            <a:tbl>
              <a:tblPr/>
              <a:tblGrid>
                <a:gridCol w="498872">
                  <a:extLst>
                    <a:ext uri="{9D8B030D-6E8A-4147-A177-3AD203B41FA5}">
                      <a16:colId xmlns:a16="http://schemas.microsoft.com/office/drawing/2014/main" val="1303099776"/>
                    </a:ext>
                  </a:extLst>
                </a:gridCol>
                <a:gridCol w="403622">
                  <a:extLst>
                    <a:ext uri="{9D8B030D-6E8A-4147-A177-3AD203B41FA5}">
                      <a16:colId xmlns:a16="http://schemas.microsoft.com/office/drawing/2014/main" val="453044022"/>
                    </a:ext>
                  </a:extLst>
                </a:gridCol>
                <a:gridCol w="402431">
                  <a:extLst>
                    <a:ext uri="{9D8B030D-6E8A-4147-A177-3AD203B41FA5}">
                      <a16:colId xmlns:a16="http://schemas.microsoft.com/office/drawing/2014/main" val="2967231555"/>
                    </a:ext>
                  </a:extLst>
                </a:gridCol>
                <a:gridCol w="403622">
                  <a:extLst>
                    <a:ext uri="{9D8B030D-6E8A-4147-A177-3AD203B41FA5}">
                      <a16:colId xmlns:a16="http://schemas.microsoft.com/office/drawing/2014/main" val="4251723493"/>
                    </a:ext>
                  </a:extLst>
                </a:gridCol>
                <a:gridCol w="402431">
                  <a:extLst>
                    <a:ext uri="{9D8B030D-6E8A-4147-A177-3AD203B41FA5}">
                      <a16:colId xmlns:a16="http://schemas.microsoft.com/office/drawing/2014/main" val="921468994"/>
                    </a:ext>
                  </a:extLst>
                </a:gridCol>
                <a:gridCol w="423863">
                  <a:extLst>
                    <a:ext uri="{9D8B030D-6E8A-4147-A177-3AD203B41FA5}">
                      <a16:colId xmlns:a16="http://schemas.microsoft.com/office/drawing/2014/main" val="1190084634"/>
                    </a:ext>
                  </a:extLst>
                </a:gridCol>
                <a:gridCol w="384572">
                  <a:extLst>
                    <a:ext uri="{9D8B030D-6E8A-4147-A177-3AD203B41FA5}">
                      <a16:colId xmlns:a16="http://schemas.microsoft.com/office/drawing/2014/main" val="2458777103"/>
                    </a:ext>
                  </a:extLst>
                </a:gridCol>
                <a:gridCol w="403622">
                  <a:extLst>
                    <a:ext uri="{9D8B030D-6E8A-4147-A177-3AD203B41FA5}">
                      <a16:colId xmlns:a16="http://schemas.microsoft.com/office/drawing/2014/main" val="372123347"/>
                    </a:ext>
                  </a:extLst>
                </a:gridCol>
              </a:tblGrid>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I</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K</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822307071"/>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972776103"/>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10</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12</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26463721"/>
                  </a:ext>
                </a:extLst>
              </a:tr>
              <a:tr h="41314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41</a:t>
                      </a:r>
                    </a:p>
                  </a:txBody>
                  <a:tcPr marL="60971" marR="60971" marT="34268" marB="34268"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28575"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37</a:t>
                      </a:r>
                    </a:p>
                  </a:txBody>
                  <a:tcPr marL="60971" marR="60971" marT="34268" marB="34268"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644183572"/>
                  </a:ext>
                </a:extLst>
              </a:tr>
            </a:tbl>
          </a:graphicData>
        </a:graphic>
      </p:graphicFrame>
      <p:sp>
        <p:nvSpPr>
          <p:cNvPr id="350493" name="Text Box 996">
            <a:extLst>
              <a:ext uri="{FF2B5EF4-FFF2-40B4-BE49-F238E27FC236}">
                <a16:creationId xmlns:a16="http://schemas.microsoft.com/office/drawing/2014/main" id="{716F79A9-ED2F-A944-8A60-0D37C868ECDB}"/>
              </a:ext>
            </a:extLst>
          </p:cNvPr>
          <p:cNvSpPr txBox="1">
            <a:spLocks noChangeArrowheads="1"/>
          </p:cNvSpPr>
          <p:nvPr/>
        </p:nvSpPr>
        <p:spPr bwMode="auto">
          <a:xfrm>
            <a:off x="1041394" y="3123952"/>
            <a:ext cx="155844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rgbClr val="C00000"/>
                </a:solidFill>
                <a:latin typeface="微软雅黑" panose="020B0503020204020204" pitchFamily="34" charset="-122"/>
                <a:ea typeface="宋体" panose="02010600030101010101" pitchFamily="2" charset="-122"/>
              </a:rPr>
              <a:t>J</a:t>
            </a:r>
            <a:r>
              <a:rPr kumimoji="1" lang="zh-CN" altLang="en-US" sz="1500">
                <a:solidFill>
                  <a:srgbClr val="C00000"/>
                </a:solidFill>
                <a:latin typeface="微软雅黑" panose="020B0503020204020204" pitchFamily="34" charset="-122"/>
                <a:ea typeface="宋体" panose="02010600030101010101" pitchFamily="2" charset="-122"/>
              </a:rPr>
              <a:t>到</a:t>
            </a:r>
            <a:r>
              <a:rPr kumimoji="1" lang="en-US" altLang="zh-CN" sz="1500">
                <a:solidFill>
                  <a:srgbClr val="C00000"/>
                </a:solidFill>
                <a:latin typeface="微软雅黑" panose="020B0503020204020204" pitchFamily="34" charset="-122"/>
                <a:ea typeface="宋体" panose="02010600030101010101" pitchFamily="2" charset="-122"/>
              </a:rPr>
              <a:t>G</a:t>
            </a:r>
            <a:r>
              <a:rPr kumimoji="1" lang="zh-CN" altLang="en-US" sz="1500">
                <a:solidFill>
                  <a:srgbClr val="C00000"/>
                </a:solidFill>
                <a:latin typeface="微软雅黑" panose="020B0503020204020204" pitchFamily="34" charset="-122"/>
                <a:ea typeface="宋体" panose="02010600030101010101" pitchFamily="2" charset="-122"/>
              </a:rPr>
              <a:t>的新路由：</a:t>
            </a:r>
          </a:p>
        </p:txBody>
      </p:sp>
      <p:sp>
        <p:nvSpPr>
          <p:cNvPr id="350494" name="灯片编号占位符 1">
            <a:extLst>
              <a:ext uri="{FF2B5EF4-FFF2-40B4-BE49-F238E27FC236}">
                <a16:creationId xmlns:a16="http://schemas.microsoft.com/office/drawing/2014/main" id="{156E3AD2-ABB8-0947-9C1E-64B5A34B73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BF7EAD-B7B4-8B45-BC23-67C2B3B7E6F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41900201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7" name="AutoShape 54">
            <a:extLst>
              <a:ext uri="{FF2B5EF4-FFF2-40B4-BE49-F238E27FC236}">
                <a16:creationId xmlns:a16="http://schemas.microsoft.com/office/drawing/2014/main" id="{8BF7379B-73E7-8F4E-97FD-1006404B96DE}"/>
              </a:ext>
            </a:extLst>
          </p:cNvPr>
          <p:cNvSpPr>
            <a:spLocks noChangeArrowheads="1"/>
          </p:cNvSpPr>
          <p:nvPr/>
        </p:nvSpPr>
        <p:spPr bwMode="auto">
          <a:xfrm rot="5400000">
            <a:off x="1591866" y="4036933"/>
            <a:ext cx="180975" cy="347663"/>
          </a:xfrm>
          <a:prstGeom prst="downArrow">
            <a:avLst>
              <a:gd name="adj1" fmla="val 50000"/>
              <a:gd name="adj2" fmla="val 48026"/>
            </a:avLst>
          </a:prstGeom>
          <a:solidFill>
            <a:schemeClr val="hlink"/>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58" name="Line 2">
            <a:extLst>
              <a:ext uri="{FF2B5EF4-FFF2-40B4-BE49-F238E27FC236}">
                <a16:creationId xmlns:a16="http://schemas.microsoft.com/office/drawing/2014/main" id="{6B0285F5-34F4-5642-9FAD-7ACFD6812A91}"/>
              </a:ext>
            </a:extLst>
          </p:cNvPr>
          <p:cNvSpPr>
            <a:spLocks noChangeShapeType="1"/>
          </p:cNvSpPr>
          <p:nvPr/>
        </p:nvSpPr>
        <p:spPr bwMode="auto">
          <a:xfrm>
            <a:off x="4268391" y="1106805"/>
            <a:ext cx="2721769"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59" name="Text Box 3">
            <a:extLst>
              <a:ext uri="{FF2B5EF4-FFF2-40B4-BE49-F238E27FC236}">
                <a16:creationId xmlns:a16="http://schemas.microsoft.com/office/drawing/2014/main" id="{4654F7DE-C41A-7A4E-9F59-A4AA55232520}"/>
              </a:ext>
            </a:extLst>
          </p:cNvPr>
          <p:cNvSpPr txBox="1">
            <a:spLocks noChangeArrowheads="1"/>
          </p:cNvSpPr>
          <p:nvPr/>
        </p:nvSpPr>
        <p:spPr bwMode="auto">
          <a:xfrm>
            <a:off x="5361385" y="966312"/>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cs typeface="黑体" panose="02010609060101010101" pitchFamily="49" charset="-122"/>
              </a:rPr>
              <a:t> 4 </a:t>
            </a:r>
            <a:r>
              <a:rPr kumimoji="1" lang="zh-CN" altLang="en-US" sz="1500" dirty="0">
                <a:latin typeface="Arial" panose="020B0604020202020204" pitchFamily="34" charset="0"/>
                <a:ea typeface="宋体" panose="02010600030101010101" pitchFamily="2" charset="-122"/>
                <a:cs typeface="黑体" panose="02010609060101010101" pitchFamily="49" charset="-122"/>
              </a:rPr>
              <a:t>字节</a:t>
            </a:r>
          </a:p>
        </p:txBody>
      </p:sp>
      <p:sp>
        <p:nvSpPr>
          <p:cNvPr id="352260" name="Rectangle 4">
            <a:extLst>
              <a:ext uri="{FF2B5EF4-FFF2-40B4-BE49-F238E27FC236}">
                <a16:creationId xmlns:a16="http://schemas.microsoft.com/office/drawing/2014/main" id="{23F2FDBA-0183-1D45-A024-3AE84DC06F4E}"/>
              </a:ext>
            </a:extLst>
          </p:cNvPr>
          <p:cNvSpPr>
            <a:spLocks noChangeArrowheads="1"/>
          </p:cNvSpPr>
          <p:nvPr/>
        </p:nvSpPr>
        <p:spPr bwMode="auto">
          <a:xfrm>
            <a:off x="1841897" y="3972640"/>
            <a:ext cx="4333875" cy="485775"/>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1" name="Line 5">
            <a:extLst>
              <a:ext uri="{FF2B5EF4-FFF2-40B4-BE49-F238E27FC236}">
                <a16:creationId xmlns:a16="http://schemas.microsoft.com/office/drawing/2014/main" id="{B4A66960-FE2E-9E4D-B1FF-25E9D69499C8}"/>
              </a:ext>
            </a:extLst>
          </p:cNvPr>
          <p:cNvSpPr>
            <a:spLocks noChangeShapeType="1"/>
          </p:cNvSpPr>
          <p:nvPr/>
        </p:nvSpPr>
        <p:spPr bwMode="auto">
          <a:xfrm>
            <a:off x="3277791" y="3745230"/>
            <a:ext cx="2893219" cy="10716"/>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2" name="Text Box 6">
            <a:extLst>
              <a:ext uri="{FF2B5EF4-FFF2-40B4-BE49-F238E27FC236}">
                <a16:creationId xmlns:a16="http://schemas.microsoft.com/office/drawing/2014/main" id="{4148904B-6E6E-F443-B4C4-5546B447A15D}"/>
              </a:ext>
            </a:extLst>
          </p:cNvPr>
          <p:cNvSpPr txBox="1">
            <a:spLocks noChangeArrowheads="1"/>
          </p:cNvSpPr>
          <p:nvPr/>
        </p:nvSpPr>
        <p:spPr bwMode="auto">
          <a:xfrm>
            <a:off x="4273154" y="3572590"/>
            <a:ext cx="93942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RIP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352310" name="幻灯片编号占位符 1">
            <a:extLst>
              <a:ext uri="{FF2B5EF4-FFF2-40B4-BE49-F238E27FC236}">
                <a16:creationId xmlns:a16="http://schemas.microsoft.com/office/drawing/2014/main" id="{8C3C4AD0-9799-F04E-B319-1F2FDE11F8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036222D-303C-9B4E-AF91-C6AE1E2EC0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4" name="Freeform 8">
            <a:extLst>
              <a:ext uri="{FF2B5EF4-FFF2-40B4-BE49-F238E27FC236}">
                <a16:creationId xmlns:a16="http://schemas.microsoft.com/office/drawing/2014/main" id="{2700263D-C0DE-7445-8AE9-D204994CC4FA}"/>
              </a:ext>
            </a:extLst>
          </p:cNvPr>
          <p:cNvSpPr>
            <a:spLocks/>
          </p:cNvSpPr>
          <p:nvPr/>
        </p:nvSpPr>
        <p:spPr bwMode="auto">
          <a:xfrm>
            <a:off x="3838575" y="2796303"/>
            <a:ext cx="3158729" cy="292894"/>
          </a:xfrm>
          <a:custGeom>
            <a:avLst/>
            <a:gdLst>
              <a:gd name="T0" fmla="*/ 2147483646 w 2328"/>
              <a:gd name="T1" fmla="*/ 2147483646 h 204"/>
              <a:gd name="T2" fmla="*/ 2147483646 w 2328"/>
              <a:gd name="T3" fmla="*/ 0 h 204"/>
              <a:gd name="T4" fmla="*/ 2147483646 w 2328"/>
              <a:gd name="T5" fmla="*/ 2147483646 h 204"/>
              <a:gd name="T6" fmla="*/ 0 w 2328"/>
              <a:gd name="T7" fmla="*/ 2147483646 h 204"/>
              <a:gd name="T8" fmla="*/ 2147483646 w 2328"/>
              <a:gd name="T9" fmla="*/ 2147483646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8" h="204">
                <a:moveTo>
                  <a:pt x="306" y="6"/>
                </a:moveTo>
                <a:lnTo>
                  <a:pt x="2328" y="0"/>
                </a:lnTo>
                <a:lnTo>
                  <a:pt x="1716" y="204"/>
                </a:lnTo>
                <a:lnTo>
                  <a:pt x="0" y="204"/>
                </a:lnTo>
                <a:lnTo>
                  <a:pt x="306" y="6"/>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1401" name="Rectangle 9">
            <a:extLst>
              <a:ext uri="{FF2B5EF4-FFF2-40B4-BE49-F238E27FC236}">
                <a16:creationId xmlns:a16="http://schemas.microsoft.com/office/drawing/2014/main" id="{B13B4E03-31DD-1441-894F-F7DF00D2C265}"/>
              </a:ext>
            </a:extLst>
          </p:cNvPr>
          <p:cNvSpPr>
            <a:spLocks noChangeArrowheads="1"/>
          </p:cNvSpPr>
          <p:nvPr/>
        </p:nvSpPr>
        <p:spPr bwMode="auto">
          <a:xfrm>
            <a:off x="4261247" y="1278255"/>
            <a:ext cx="2752725" cy="1520429"/>
          </a:xfrm>
          <a:prstGeom prst="rect">
            <a:avLst/>
          </a:prstGeom>
          <a:solidFill>
            <a:srgbClr val="CCECFF"/>
          </a:solidFill>
          <a:ln w="9525">
            <a:solidFill>
              <a:schemeClr val="tx1"/>
            </a:solidFill>
            <a:miter lim="800000"/>
            <a:headEnd/>
            <a:tailEnd/>
          </a:ln>
          <a:effectLst>
            <a:outerShdw blurRad="63500" dist="17961"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52266" name="Line 10">
            <a:extLst>
              <a:ext uri="{FF2B5EF4-FFF2-40B4-BE49-F238E27FC236}">
                <a16:creationId xmlns:a16="http://schemas.microsoft.com/office/drawing/2014/main" id="{0D97780B-AFAD-3F45-847E-7CCC8919ED60}"/>
              </a:ext>
            </a:extLst>
          </p:cNvPr>
          <p:cNvSpPr>
            <a:spLocks noChangeShapeType="1"/>
          </p:cNvSpPr>
          <p:nvPr/>
        </p:nvSpPr>
        <p:spPr bwMode="auto">
          <a:xfrm>
            <a:off x="2733675" y="4653677"/>
            <a:ext cx="3463529" cy="4763"/>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7" name="Text Box 11">
            <a:extLst>
              <a:ext uri="{FF2B5EF4-FFF2-40B4-BE49-F238E27FC236}">
                <a16:creationId xmlns:a16="http://schemas.microsoft.com/office/drawing/2014/main" id="{805897D2-E599-D242-9784-A709B8B8CF06}"/>
              </a:ext>
            </a:extLst>
          </p:cNvPr>
          <p:cNvSpPr txBox="1">
            <a:spLocks noChangeArrowheads="1"/>
          </p:cNvSpPr>
          <p:nvPr/>
        </p:nvSpPr>
        <p:spPr bwMode="auto">
          <a:xfrm>
            <a:off x="6327133" y="3288031"/>
            <a:ext cx="1659429" cy="101566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路由信息</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a:t>
            </a:r>
            <a:r>
              <a:rPr kumimoji="1" lang="en-US" altLang="zh-CN" sz="1500">
                <a:latin typeface="Arial" panose="020B0604020202020204" pitchFamily="34" charset="0"/>
                <a:ea typeface="宋体" panose="02010600030101010101" pitchFamily="2" charset="-122"/>
              </a:rPr>
              <a:t>20 </a:t>
            </a:r>
            <a:r>
              <a:rPr kumimoji="1" lang="zh-CN" altLang="en-US" sz="1500">
                <a:latin typeface="Arial" panose="020B0604020202020204" pitchFamily="34" charset="0"/>
                <a:ea typeface="宋体" panose="02010600030101010101" pitchFamily="2" charset="-122"/>
              </a:rPr>
              <a:t>字节</a:t>
            </a:r>
            <a:r>
              <a:rPr kumimoji="1" lang="en-US" altLang="zh-CN" sz="1500">
                <a:latin typeface="Arial" panose="020B0604020202020204" pitchFamily="34" charset="0"/>
                <a:ea typeface="宋体" panose="02010600030101010101" pitchFamily="2" charset="-122"/>
              </a:rPr>
              <a:t>/</a:t>
            </a:r>
            <a:r>
              <a:rPr kumimoji="1" lang="zh-CN" altLang="en-US" sz="1500">
                <a:latin typeface="Arial" panose="020B0604020202020204" pitchFamily="34" charset="0"/>
                <a:ea typeface="宋体" panose="02010600030101010101" pitchFamily="2" charset="-122"/>
              </a:rPr>
              <a:t>路由）</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可重复出现</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最多 </a:t>
            </a:r>
            <a:r>
              <a:rPr kumimoji="1" lang="en-US" altLang="zh-CN" sz="1500">
                <a:latin typeface="Arial" panose="020B0604020202020204" pitchFamily="34" charset="0"/>
                <a:ea typeface="宋体" panose="02010600030101010101" pitchFamily="2" charset="-122"/>
              </a:rPr>
              <a:t>25 </a:t>
            </a:r>
            <a:r>
              <a:rPr kumimoji="1" lang="zh-CN" altLang="en-US" sz="1500">
                <a:latin typeface="Arial" panose="020B0604020202020204" pitchFamily="34" charset="0"/>
                <a:ea typeface="宋体" panose="02010600030101010101" pitchFamily="2" charset="-122"/>
              </a:rPr>
              <a:t>个</a:t>
            </a:r>
          </a:p>
        </p:txBody>
      </p:sp>
      <p:sp>
        <p:nvSpPr>
          <p:cNvPr id="352268" name="Rectangle 12">
            <a:extLst>
              <a:ext uri="{FF2B5EF4-FFF2-40B4-BE49-F238E27FC236}">
                <a16:creationId xmlns:a16="http://schemas.microsoft.com/office/drawing/2014/main" id="{602C37EB-6931-834A-B917-9D7A0A329B69}"/>
              </a:ext>
            </a:extLst>
          </p:cNvPr>
          <p:cNvSpPr>
            <a:spLocks noChangeArrowheads="1"/>
          </p:cNvSpPr>
          <p:nvPr/>
        </p:nvSpPr>
        <p:spPr bwMode="auto">
          <a:xfrm>
            <a:off x="3286126" y="3109437"/>
            <a:ext cx="2880122" cy="46553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9" name="Freeform 13">
            <a:extLst>
              <a:ext uri="{FF2B5EF4-FFF2-40B4-BE49-F238E27FC236}">
                <a16:creationId xmlns:a16="http://schemas.microsoft.com/office/drawing/2014/main" id="{1AD9A0C4-5B13-B049-9950-06C4FD90B2A0}"/>
              </a:ext>
            </a:extLst>
          </p:cNvPr>
          <p:cNvSpPr>
            <a:spLocks/>
          </p:cNvSpPr>
          <p:nvPr/>
        </p:nvSpPr>
        <p:spPr bwMode="auto">
          <a:xfrm>
            <a:off x="1232297" y="2243853"/>
            <a:ext cx="2703909" cy="853678"/>
          </a:xfrm>
          <a:custGeom>
            <a:avLst/>
            <a:gdLst>
              <a:gd name="T0" fmla="*/ 0 w 1992"/>
              <a:gd name="T1" fmla="*/ 2147483646 h 612"/>
              <a:gd name="T2" fmla="*/ 2147483646 w 1992"/>
              <a:gd name="T3" fmla="*/ 0 h 612"/>
              <a:gd name="T4" fmla="*/ 2147483646 w 1992"/>
              <a:gd name="T5" fmla="*/ 2147483646 h 612"/>
              <a:gd name="T6" fmla="*/ 2147483646 w 1992"/>
              <a:gd name="T7" fmla="*/ 2147483646 h 612"/>
              <a:gd name="T8" fmla="*/ 0 w 1992"/>
              <a:gd name="T9" fmla="*/ 2147483646 h 6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92" h="612">
                <a:moveTo>
                  <a:pt x="0" y="12"/>
                </a:moveTo>
                <a:lnTo>
                  <a:pt x="1992" y="0"/>
                </a:lnTo>
                <a:lnTo>
                  <a:pt x="1890" y="606"/>
                </a:lnTo>
                <a:lnTo>
                  <a:pt x="1506" y="612"/>
                </a:lnTo>
                <a:lnTo>
                  <a:pt x="0" y="12"/>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52270" name="Rectangle 14">
            <a:extLst>
              <a:ext uri="{FF2B5EF4-FFF2-40B4-BE49-F238E27FC236}">
                <a16:creationId xmlns:a16="http://schemas.microsoft.com/office/drawing/2014/main" id="{DADED62C-152F-694A-8B2E-47357084556A}"/>
              </a:ext>
            </a:extLst>
          </p:cNvPr>
          <p:cNvSpPr>
            <a:spLocks noChangeArrowheads="1"/>
          </p:cNvSpPr>
          <p:nvPr/>
        </p:nvSpPr>
        <p:spPr bwMode="auto">
          <a:xfrm>
            <a:off x="3286126" y="3099912"/>
            <a:ext cx="2889647" cy="48458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1" name="Line 15">
            <a:extLst>
              <a:ext uri="{FF2B5EF4-FFF2-40B4-BE49-F238E27FC236}">
                <a16:creationId xmlns:a16="http://schemas.microsoft.com/office/drawing/2014/main" id="{2E89A936-8DA7-0A4C-A879-5DF051754A38}"/>
              </a:ext>
            </a:extLst>
          </p:cNvPr>
          <p:cNvSpPr>
            <a:spLocks noChangeShapeType="1"/>
          </p:cNvSpPr>
          <p:nvPr/>
        </p:nvSpPr>
        <p:spPr bwMode="auto">
          <a:xfrm flipH="1">
            <a:off x="1831181" y="4504849"/>
            <a:ext cx="10716" cy="491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2" name="Rectangle 16">
            <a:extLst>
              <a:ext uri="{FF2B5EF4-FFF2-40B4-BE49-F238E27FC236}">
                <a16:creationId xmlns:a16="http://schemas.microsoft.com/office/drawing/2014/main" id="{DF2DC591-86B5-5D40-A998-99A1C8EE0E51}"/>
              </a:ext>
            </a:extLst>
          </p:cNvPr>
          <p:cNvSpPr>
            <a:spLocks noChangeArrowheads="1"/>
          </p:cNvSpPr>
          <p:nvPr/>
        </p:nvSpPr>
        <p:spPr bwMode="auto">
          <a:xfrm>
            <a:off x="4008835" y="4650105"/>
            <a:ext cx="1073944" cy="209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3" name="Line 17">
            <a:extLst>
              <a:ext uri="{FF2B5EF4-FFF2-40B4-BE49-F238E27FC236}">
                <a16:creationId xmlns:a16="http://schemas.microsoft.com/office/drawing/2014/main" id="{A97A247B-DB7F-5745-ADA2-B217828496A9}"/>
              </a:ext>
            </a:extLst>
          </p:cNvPr>
          <p:cNvSpPr>
            <a:spLocks noChangeShapeType="1"/>
          </p:cNvSpPr>
          <p:nvPr/>
        </p:nvSpPr>
        <p:spPr bwMode="auto">
          <a:xfrm>
            <a:off x="1841897" y="4904899"/>
            <a:ext cx="4333875"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4" name="Text Box 18">
            <a:extLst>
              <a:ext uri="{FF2B5EF4-FFF2-40B4-BE49-F238E27FC236}">
                <a16:creationId xmlns:a16="http://schemas.microsoft.com/office/drawing/2014/main" id="{E4CBFB9B-0F57-6C4F-8307-A1CE8D009FB6}"/>
              </a:ext>
            </a:extLst>
          </p:cNvPr>
          <p:cNvSpPr txBox="1">
            <a:spLocks noChangeArrowheads="1"/>
          </p:cNvSpPr>
          <p:nvPr/>
        </p:nvSpPr>
        <p:spPr bwMode="auto">
          <a:xfrm>
            <a:off x="3394473" y="4739403"/>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52275" name="Line 19">
            <a:extLst>
              <a:ext uri="{FF2B5EF4-FFF2-40B4-BE49-F238E27FC236}">
                <a16:creationId xmlns:a16="http://schemas.microsoft.com/office/drawing/2014/main" id="{DD85BA0F-DC2E-1547-8E11-A422C1F90CE7}"/>
              </a:ext>
            </a:extLst>
          </p:cNvPr>
          <p:cNvSpPr>
            <a:spLocks noChangeShapeType="1"/>
          </p:cNvSpPr>
          <p:nvPr/>
        </p:nvSpPr>
        <p:spPr bwMode="auto">
          <a:xfrm>
            <a:off x="4269581" y="1569959"/>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6" name="Line 20">
            <a:extLst>
              <a:ext uri="{FF2B5EF4-FFF2-40B4-BE49-F238E27FC236}">
                <a16:creationId xmlns:a16="http://schemas.microsoft.com/office/drawing/2014/main" id="{A7481C02-8EA7-344B-B5EC-7C42FD1419C8}"/>
              </a:ext>
            </a:extLst>
          </p:cNvPr>
          <p:cNvSpPr>
            <a:spLocks noChangeShapeType="1"/>
          </p:cNvSpPr>
          <p:nvPr/>
        </p:nvSpPr>
        <p:spPr bwMode="auto">
          <a:xfrm>
            <a:off x="4269581" y="188785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7" name="Line 21">
            <a:extLst>
              <a:ext uri="{FF2B5EF4-FFF2-40B4-BE49-F238E27FC236}">
                <a16:creationId xmlns:a16="http://schemas.microsoft.com/office/drawing/2014/main" id="{BDD10D04-9D60-9D44-800B-7A1D7C52A011}"/>
              </a:ext>
            </a:extLst>
          </p:cNvPr>
          <p:cNvSpPr>
            <a:spLocks noChangeShapeType="1"/>
          </p:cNvSpPr>
          <p:nvPr/>
        </p:nvSpPr>
        <p:spPr bwMode="auto">
          <a:xfrm>
            <a:off x="4269581" y="2190274"/>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8" name="Line 22">
            <a:extLst>
              <a:ext uri="{FF2B5EF4-FFF2-40B4-BE49-F238E27FC236}">
                <a16:creationId xmlns:a16="http://schemas.microsoft.com/office/drawing/2014/main" id="{729F372B-B0C5-E141-8193-9F26F02783A5}"/>
              </a:ext>
            </a:extLst>
          </p:cNvPr>
          <p:cNvSpPr>
            <a:spLocks noChangeShapeType="1"/>
          </p:cNvSpPr>
          <p:nvPr/>
        </p:nvSpPr>
        <p:spPr bwMode="auto">
          <a:xfrm>
            <a:off x="4269581" y="247840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9" name="Line 23">
            <a:extLst>
              <a:ext uri="{FF2B5EF4-FFF2-40B4-BE49-F238E27FC236}">
                <a16:creationId xmlns:a16="http://schemas.microsoft.com/office/drawing/2014/main" id="{BC6D4854-84C5-014E-8D0F-84313973EA91}"/>
              </a:ext>
            </a:extLst>
          </p:cNvPr>
          <p:cNvSpPr>
            <a:spLocks noChangeShapeType="1"/>
          </p:cNvSpPr>
          <p:nvPr/>
        </p:nvSpPr>
        <p:spPr bwMode="auto">
          <a:xfrm rot="5400000" flipH="1">
            <a:off x="5497711" y="1436013"/>
            <a:ext cx="29646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0" name="Text Box 24">
            <a:extLst>
              <a:ext uri="{FF2B5EF4-FFF2-40B4-BE49-F238E27FC236}">
                <a16:creationId xmlns:a16="http://schemas.microsoft.com/office/drawing/2014/main" id="{211726CE-7662-3C4C-A15C-A89A309B0FEB}"/>
              </a:ext>
            </a:extLst>
          </p:cNvPr>
          <p:cNvSpPr txBox="1">
            <a:spLocks noChangeArrowheads="1"/>
          </p:cNvSpPr>
          <p:nvPr/>
        </p:nvSpPr>
        <p:spPr bwMode="auto">
          <a:xfrm>
            <a:off x="5965032" y="123063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路由标记</a:t>
            </a:r>
          </a:p>
        </p:txBody>
      </p:sp>
      <p:sp>
        <p:nvSpPr>
          <p:cNvPr id="352281" name="Text Box 25">
            <a:extLst>
              <a:ext uri="{FF2B5EF4-FFF2-40B4-BE49-F238E27FC236}">
                <a16:creationId xmlns:a16="http://schemas.microsoft.com/office/drawing/2014/main" id="{5907DC56-1067-B043-8EBC-8AE1D8E56366}"/>
              </a:ext>
            </a:extLst>
          </p:cNvPr>
          <p:cNvSpPr txBox="1">
            <a:spLocks noChangeArrowheads="1"/>
          </p:cNvSpPr>
          <p:nvPr/>
        </p:nvSpPr>
        <p:spPr bwMode="auto">
          <a:xfrm>
            <a:off x="5222082" y="154614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352282" name="Text Box 26">
            <a:extLst>
              <a:ext uri="{FF2B5EF4-FFF2-40B4-BE49-F238E27FC236}">
                <a16:creationId xmlns:a16="http://schemas.microsoft.com/office/drawing/2014/main" id="{7827D0B0-7AA0-8B4B-A5BB-9C85D81CCD9F}"/>
              </a:ext>
            </a:extLst>
          </p:cNvPr>
          <p:cNvSpPr txBox="1">
            <a:spLocks noChangeArrowheads="1"/>
          </p:cNvSpPr>
          <p:nvPr/>
        </p:nvSpPr>
        <p:spPr bwMode="auto">
          <a:xfrm>
            <a:off x="4400550" y="1244918"/>
            <a:ext cx="133882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地址族标识符</a:t>
            </a:r>
          </a:p>
        </p:txBody>
      </p:sp>
      <p:sp>
        <p:nvSpPr>
          <p:cNvPr id="352283" name="Text Box 27">
            <a:extLst>
              <a:ext uri="{FF2B5EF4-FFF2-40B4-BE49-F238E27FC236}">
                <a16:creationId xmlns:a16="http://schemas.microsoft.com/office/drawing/2014/main" id="{C13CA9E6-6F6F-8C48-8DD2-796E284766F4}"/>
              </a:ext>
            </a:extLst>
          </p:cNvPr>
          <p:cNvSpPr txBox="1">
            <a:spLocks noChangeArrowheads="1"/>
          </p:cNvSpPr>
          <p:nvPr/>
        </p:nvSpPr>
        <p:spPr bwMode="auto">
          <a:xfrm>
            <a:off x="5181600" y="2480787"/>
            <a:ext cx="11368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距离 </a:t>
            </a:r>
            <a:r>
              <a:rPr kumimoji="1" lang="en-US" altLang="zh-CN" sz="1500">
                <a:latin typeface="Arial" panose="020B0604020202020204" pitchFamily="34" charset="0"/>
                <a:ea typeface="宋体" panose="02010600030101010101" pitchFamily="2" charset="-122"/>
                <a:cs typeface="黑体" panose="02010609060101010101" pitchFamily="49" charset="-122"/>
              </a:rPr>
              <a:t>(1-16)</a:t>
            </a:r>
          </a:p>
        </p:txBody>
      </p:sp>
      <p:sp>
        <p:nvSpPr>
          <p:cNvPr id="352284" name="Rectangle 28">
            <a:extLst>
              <a:ext uri="{FF2B5EF4-FFF2-40B4-BE49-F238E27FC236}">
                <a16:creationId xmlns:a16="http://schemas.microsoft.com/office/drawing/2014/main" id="{0F480373-0D87-6741-8188-437AEC550760}"/>
              </a:ext>
            </a:extLst>
          </p:cNvPr>
          <p:cNvSpPr>
            <a:spLocks noChangeArrowheads="1"/>
          </p:cNvSpPr>
          <p:nvPr/>
        </p:nvSpPr>
        <p:spPr bwMode="auto">
          <a:xfrm>
            <a:off x="3286126" y="3982165"/>
            <a:ext cx="2880122" cy="46672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5" name="Line 29">
            <a:extLst>
              <a:ext uri="{FF2B5EF4-FFF2-40B4-BE49-F238E27FC236}">
                <a16:creationId xmlns:a16="http://schemas.microsoft.com/office/drawing/2014/main" id="{E0CB4B04-947D-A44F-BCDA-F7F80795531B}"/>
              </a:ext>
            </a:extLst>
          </p:cNvPr>
          <p:cNvSpPr>
            <a:spLocks noChangeShapeType="1"/>
          </p:cNvSpPr>
          <p:nvPr/>
        </p:nvSpPr>
        <p:spPr bwMode="auto">
          <a:xfrm>
            <a:off x="2744391" y="3972640"/>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6" name="Text Box 30">
            <a:extLst>
              <a:ext uri="{FF2B5EF4-FFF2-40B4-BE49-F238E27FC236}">
                <a16:creationId xmlns:a16="http://schemas.microsoft.com/office/drawing/2014/main" id="{80154E7A-6C52-A24F-B194-DDF9939E8304}"/>
              </a:ext>
            </a:extLst>
          </p:cNvPr>
          <p:cNvSpPr txBox="1">
            <a:spLocks noChangeArrowheads="1"/>
          </p:cNvSpPr>
          <p:nvPr/>
        </p:nvSpPr>
        <p:spPr bwMode="auto">
          <a:xfrm>
            <a:off x="2030017" y="3995262"/>
            <a:ext cx="56938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IP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87" name="Line 31">
            <a:extLst>
              <a:ext uri="{FF2B5EF4-FFF2-40B4-BE49-F238E27FC236}">
                <a16:creationId xmlns:a16="http://schemas.microsoft.com/office/drawing/2014/main" id="{4EA0C117-2EEB-4E45-90A9-D191C6A18418}"/>
              </a:ext>
            </a:extLst>
          </p:cNvPr>
          <p:cNvSpPr>
            <a:spLocks noChangeShapeType="1"/>
          </p:cNvSpPr>
          <p:nvPr/>
        </p:nvSpPr>
        <p:spPr bwMode="auto">
          <a:xfrm>
            <a:off x="6175772" y="4504849"/>
            <a:ext cx="0" cy="464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8" name="AutoShape 32">
            <a:extLst>
              <a:ext uri="{FF2B5EF4-FFF2-40B4-BE49-F238E27FC236}">
                <a16:creationId xmlns:a16="http://schemas.microsoft.com/office/drawing/2014/main" id="{CE91958C-4981-D64B-B225-FA67EFD9D94D}"/>
              </a:ext>
            </a:extLst>
          </p:cNvPr>
          <p:cNvSpPr>
            <a:spLocks noChangeArrowheads="1"/>
          </p:cNvSpPr>
          <p:nvPr/>
        </p:nvSpPr>
        <p:spPr bwMode="auto">
          <a:xfrm>
            <a:off x="4550569" y="3903583"/>
            <a:ext cx="180975" cy="347663"/>
          </a:xfrm>
          <a:prstGeom prst="downArrow">
            <a:avLst>
              <a:gd name="adj1" fmla="val 50000"/>
              <a:gd name="adj2" fmla="val 48026"/>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9" name="Text Box 33">
            <a:extLst>
              <a:ext uri="{FF2B5EF4-FFF2-40B4-BE49-F238E27FC236}">
                <a16:creationId xmlns:a16="http://schemas.microsoft.com/office/drawing/2014/main" id="{9590C192-5914-AC47-B8D6-A16170C91718}"/>
              </a:ext>
            </a:extLst>
          </p:cNvPr>
          <p:cNvSpPr txBox="1">
            <a:spLocks noChangeArrowheads="1"/>
          </p:cNvSpPr>
          <p:nvPr/>
        </p:nvSpPr>
        <p:spPr bwMode="auto">
          <a:xfrm>
            <a:off x="2784872" y="3995262"/>
            <a:ext cx="64126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0" name="Line 34">
            <a:extLst>
              <a:ext uri="{FF2B5EF4-FFF2-40B4-BE49-F238E27FC236}">
                <a16:creationId xmlns:a16="http://schemas.microsoft.com/office/drawing/2014/main" id="{4219D7E5-498E-F240-8677-CF52A280D77D}"/>
              </a:ext>
            </a:extLst>
          </p:cNvPr>
          <p:cNvSpPr>
            <a:spLocks noChangeShapeType="1"/>
          </p:cNvSpPr>
          <p:nvPr/>
        </p:nvSpPr>
        <p:spPr bwMode="auto">
          <a:xfrm>
            <a:off x="3286125" y="3982165"/>
            <a:ext cx="0" cy="4845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1" name="AutoShape 35">
            <a:extLst>
              <a:ext uri="{FF2B5EF4-FFF2-40B4-BE49-F238E27FC236}">
                <a16:creationId xmlns:a16="http://schemas.microsoft.com/office/drawing/2014/main" id="{89B45D54-2636-AF43-8C80-1E7377F26F74}"/>
              </a:ext>
            </a:extLst>
          </p:cNvPr>
          <p:cNvSpPr>
            <a:spLocks/>
          </p:cNvSpPr>
          <p:nvPr/>
        </p:nvSpPr>
        <p:spPr bwMode="auto">
          <a:xfrm>
            <a:off x="7066360" y="1291353"/>
            <a:ext cx="184547" cy="1482328"/>
          </a:xfrm>
          <a:prstGeom prst="rightBrace">
            <a:avLst>
              <a:gd name="adj1" fmla="val 66936"/>
              <a:gd name="adj2" fmla="val 50000"/>
            </a:avLst>
          </a:prstGeom>
          <a:noFill/>
          <a:ln w="19050">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2" name="Line 36">
            <a:extLst>
              <a:ext uri="{FF2B5EF4-FFF2-40B4-BE49-F238E27FC236}">
                <a16:creationId xmlns:a16="http://schemas.microsoft.com/office/drawing/2014/main" id="{BEAFCF90-157E-BE49-BD84-A103E15DA482}"/>
              </a:ext>
            </a:extLst>
          </p:cNvPr>
          <p:cNvSpPr>
            <a:spLocks noChangeShapeType="1"/>
          </p:cNvSpPr>
          <p:nvPr/>
        </p:nvSpPr>
        <p:spPr bwMode="auto">
          <a:xfrm>
            <a:off x="3795713" y="3097530"/>
            <a:ext cx="0" cy="4845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3" name="Line 37">
            <a:extLst>
              <a:ext uri="{FF2B5EF4-FFF2-40B4-BE49-F238E27FC236}">
                <a16:creationId xmlns:a16="http://schemas.microsoft.com/office/drawing/2014/main" id="{3BA81BA1-98D1-654F-BE91-9058053A7EC2}"/>
              </a:ext>
            </a:extLst>
          </p:cNvPr>
          <p:cNvSpPr>
            <a:spLocks noChangeShapeType="1"/>
          </p:cNvSpPr>
          <p:nvPr/>
        </p:nvSpPr>
        <p:spPr bwMode="auto">
          <a:xfrm>
            <a:off x="3286125" y="3638074"/>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4" name="Line 38">
            <a:extLst>
              <a:ext uri="{FF2B5EF4-FFF2-40B4-BE49-F238E27FC236}">
                <a16:creationId xmlns:a16="http://schemas.microsoft.com/office/drawing/2014/main" id="{D0B82653-B5B6-A045-9BDC-747163269F31}"/>
              </a:ext>
            </a:extLst>
          </p:cNvPr>
          <p:cNvSpPr>
            <a:spLocks noChangeShapeType="1"/>
          </p:cNvSpPr>
          <p:nvPr/>
        </p:nvSpPr>
        <p:spPr bwMode="auto">
          <a:xfrm>
            <a:off x="6179344" y="3615452"/>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5" name="Text Box 39">
            <a:extLst>
              <a:ext uri="{FF2B5EF4-FFF2-40B4-BE49-F238E27FC236}">
                <a16:creationId xmlns:a16="http://schemas.microsoft.com/office/drawing/2014/main" id="{D51102A2-1AB1-D749-BC9B-6AD7CA042A60}"/>
              </a:ext>
            </a:extLst>
          </p:cNvPr>
          <p:cNvSpPr txBox="1">
            <a:spLocks noChangeArrowheads="1"/>
          </p:cNvSpPr>
          <p:nvPr/>
        </p:nvSpPr>
        <p:spPr bwMode="auto">
          <a:xfrm>
            <a:off x="3274219" y="31475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6" name="Text Box 40">
            <a:extLst>
              <a:ext uri="{FF2B5EF4-FFF2-40B4-BE49-F238E27FC236}">
                <a16:creationId xmlns:a16="http://schemas.microsoft.com/office/drawing/2014/main" id="{367A4F7F-14B0-FC4C-A1D0-44D11263C657}"/>
              </a:ext>
            </a:extLst>
          </p:cNvPr>
          <p:cNvSpPr txBox="1">
            <a:spLocks noChangeArrowheads="1"/>
          </p:cNvSpPr>
          <p:nvPr/>
        </p:nvSpPr>
        <p:spPr bwMode="auto">
          <a:xfrm>
            <a:off x="4442223" y="3147537"/>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路由部分</a:t>
            </a:r>
          </a:p>
        </p:txBody>
      </p:sp>
      <p:sp>
        <p:nvSpPr>
          <p:cNvPr id="352297" name="Rectangle 41">
            <a:extLst>
              <a:ext uri="{FF2B5EF4-FFF2-40B4-BE49-F238E27FC236}">
                <a16:creationId xmlns:a16="http://schemas.microsoft.com/office/drawing/2014/main" id="{5D93A1A7-713F-BC46-9BAC-2F2A9D628BBF}"/>
              </a:ext>
            </a:extLst>
          </p:cNvPr>
          <p:cNvSpPr>
            <a:spLocks noChangeArrowheads="1"/>
          </p:cNvSpPr>
          <p:nvPr/>
        </p:nvSpPr>
        <p:spPr bwMode="auto">
          <a:xfrm>
            <a:off x="1223963" y="1942624"/>
            <a:ext cx="2721769" cy="3012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8" name="Line 42">
            <a:extLst>
              <a:ext uri="{FF2B5EF4-FFF2-40B4-BE49-F238E27FC236}">
                <a16:creationId xmlns:a16="http://schemas.microsoft.com/office/drawing/2014/main" id="{E1AC700E-DCF9-9646-96D1-C59295D79F6F}"/>
              </a:ext>
            </a:extLst>
          </p:cNvPr>
          <p:cNvSpPr>
            <a:spLocks noChangeShapeType="1"/>
          </p:cNvSpPr>
          <p:nvPr/>
        </p:nvSpPr>
        <p:spPr bwMode="auto">
          <a:xfrm rot="16200000">
            <a:off x="1751410" y="2095024"/>
            <a:ext cx="304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9" name="Line 43">
            <a:extLst>
              <a:ext uri="{FF2B5EF4-FFF2-40B4-BE49-F238E27FC236}">
                <a16:creationId xmlns:a16="http://schemas.microsoft.com/office/drawing/2014/main" id="{33CED1C2-6A0A-B44B-8EEC-0858CF780E8E}"/>
              </a:ext>
            </a:extLst>
          </p:cNvPr>
          <p:cNvSpPr>
            <a:spLocks noChangeShapeType="1"/>
          </p:cNvSpPr>
          <p:nvPr/>
        </p:nvSpPr>
        <p:spPr bwMode="auto">
          <a:xfrm rot="16200000">
            <a:off x="2431852" y="2095619"/>
            <a:ext cx="30599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0" name="Text Box 44">
            <a:extLst>
              <a:ext uri="{FF2B5EF4-FFF2-40B4-BE49-F238E27FC236}">
                <a16:creationId xmlns:a16="http://schemas.microsoft.com/office/drawing/2014/main" id="{08233948-7E33-6D4A-A898-FBB9B60CCB33}"/>
              </a:ext>
            </a:extLst>
          </p:cNvPr>
          <p:cNvSpPr txBox="1">
            <a:spLocks noChangeArrowheads="1"/>
          </p:cNvSpPr>
          <p:nvPr/>
        </p:nvSpPr>
        <p:spPr bwMode="auto">
          <a:xfrm>
            <a:off x="2933701" y="1911668"/>
            <a:ext cx="7296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必为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52301" name="Text Box 45">
            <a:extLst>
              <a:ext uri="{FF2B5EF4-FFF2-40B4-BE49-F238E27FC236}">
                <a16:creationId xmlns:a16="http://schemas.microsoft.com/office/drawing/2014/main" id="{A73E8DBF-D7E2-4340-90C9-81098B719DD3}"/>
              </a:ext>
            </a:extLst>
          </p:cNvPr>
          <p:cNvSpPr txBox="1">
            <a:spLocks noChangeArrowheads="1"/>
          </p:cNvSpPr>
          <p:nvPr/>
        </p:nvSpPr>
        <p:spPr bwMode="auto">
          <a:xfrm>
            <a:off x="1997869" y="190690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版本</a:t>
            </a:r>
          </a:p>
        </p:txBody>
      </p:sp>
      <p:sp>
        <p:nvSpPr>
          <p:cNvPr id="352302" name="Text Box 46">
            <a:extLst>
              <a:ext uri="{FF2B5EF4-FFF2-40B4-BE49-F238E27FC236}">
                <a16:creationId xmlns:a16="http://schemas.microsoft.com/office/drawing/2014/main" id="{7B7A6F7C-879D-0546-AF41-C55DB12EF7E4}"/>
              </a:ext>
            </a:extLst>
          </p:cNvPr>
          <p:cNvSpPr txBox="1">
            <a:spLocks noChangeArrowheads="1"/>
          </p:cNvSpPr>
          <p:nvPr/>
        </p:nvSpPr>
        <p:spPr bwMode="auto">
          <a:xfrm>
            <a:off x="1304926" y="189857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命令</a:t>
            </a:r>
          </a:p>
        </p:txBody>
      </p:sp>
      <p:sp>
        <p:nvSpPr>
          <p:cNvPr id="352303" name="Line 47">
            <a:extLst>
              <a:ext uri="{FF2B5EF4-FFF2-40B4-BE49-F238E27FC236}">
                <a16:creationId xmlns:a16="http://schemas.microsoft.com/office/drawing/2014/main" id="{D6660DB8-1707-A049-B324-08C4BE9D1420}"/>
              </a:ext>
            </a:extLst>
          </p:cNvPr>
          <p:cNvSpPr>
            <a:spLocks noChangeShapeType="1"/>
          </p:cNvSpPr>
          <p:nvPr/>
        </p:nvSpPr>
        <p:spPr bwMode="auto">
          <a:xfrm>
            <a:off x="1239441" y="1749743"/>
            <a:ext cx="2720578"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4" name="Text Box 48">
            <a:extLst>
              <a:ext uri="{FF2B5EF4-FFF2-40B4-BE49-F238E27FC236}">
                <a16:creationId xmlns:a16="http://schemas.microsoft.com/office/drawing/2014/main" id="{F5590FEF-8738-7043-95D5-D5D1D4894886}"/>
              </a:ext>
            </a:extLst>
          </p:cNvPr>
          <p:cNvSpPr txBox="1">
            <a:spLocks noChangeArrowheads="1"/>
          </p:cNvSpPr>
          <p:nvPr/>
        </p:nvSpPr>
        <p:spPr bwMode="auto">
          <a:xfrm>
            <a:off x="2331244" y="1571149"/>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4 </a:t>
            </a:r>
            <a:r>
              <a:rPr kumimoji="1" lang="zh-CN" altLang="en-US" sz="1500">
                <a:latin typeface="Arial" panose="020B0604020202020204" pitchFamily="34" charset="0"/>
                <a:ea typeface="宋体" panose="02010600030101010101" pitchFamily="2" charset="-122"/>
                <a:cs typeface="黑体" panose="02010609060101010101" pitchFamily="49" charset="-122"/>
              </a:rPr>
              <a:t>字节</a:t>
            </a:r>
          </a:p>
        </p:txBody>
      </p:sp>
      <p:sp>
        <p:nvSpPr>
          <p:cNvPr id="352305" name="Text Box 49">
            <a:extLst>
              <a:ext uri="{FF2B5EF4-FFF2-40B4-BE49-F238E27FC236}">
                <a16:creationId xmlns:a16="http://schemas.microsoft.com/office/drawing/2014/main" id="{2F3B03D6-4896-3E4D-8A8A-9DE51EE6C620}"/>
              </a:ext>
            </a:extLst>
          </p:cNvPr>
          <p:cNvSpPr txBox="1">
            <a:spLocks noChangeArrowheads="1"/>
          </p:cNvSpPr>
          <p:nvPr/>
        </p:nvSpPr>
        <p:spPr bwMode="auto">
          <a:xfrm>
            <a:off x="5222082" y="186999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子网掩码</a:t>
            </a:r>
          </a:p>
        </p:txBody>
      </p:sp>
      <p:sp>
        <p:nvSpPr>
          <p:cNvPr id="352306" name="Text Box 50">
            <a:extLst>
              <a:ext uri="{FF2B5EF4-FFF2-40B4-BE49-F238E27FC236}">
                <a16:creationId xmlns:a16="http://schemas.microsoft.com/office/drawing/2014/main" id="{52900511-E6D8-0443-9EF2-EDDADA0BD2F2}"/>
              </a:ext>
            </a:extLst>
          </p:cNvPr>
          <p:cNvSpPr txBox="1">
            <a:spLocks noChangeArrowheads="1"/>
          </p:cNvSpPr>
          <p:nvPr/>
        </p:nvSpPr>
        <p:spPr bwMode="auto">
          <a:xfrm>
            <a:off x="4926807" y="2156937"/>
            <a:ext cx="17235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下一跳路由器地址</a:t>
            </a:r>
          </a:p>
        </p:txBody>
      </p:sp>
      <p:sp>
        <p:nvSpPr>
          <p:cNvPr id="352307" name="Text Box 51">
            <a:extLst>
              <a:ext uri="{FF2B5EF4-FFF2-40B4-BE49-F238E27FC236}">
                <a16:creationId xmlns:a16="http://schemas.microsoft.com/office/drawing/2014/main" id="{FDB0590D-347B-0946-83AA-85917C957090}"/>
              </a:ext>
            </a:extLst>
          </p:cNvPr>
          <p:cNvSpPr txBox="1">
            <a:spLocks noChangeArrowheads="1"/>
          </p:cNvSpPr>
          <p:nvPr/>
        </p:nvSpPr>
        <p:spPr bwMode="auto">
          <a:xfrm>
            <a:off x="3818335" y="4466749"/>
            <a:ext cx="1603068"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r>
              <a:rPr kumimoji="1" lang="zh-CN" altLang="en-US" sz="1500">
                <a:latin typeface="Arial" panose="020B0604020202020204" pitchFamily="34" charset="0"/>
                <a:ea typeface="宋体" panose="02010600030101010101" pitchFamily="2" charset="-122"/>
                <a:cs typeface="黑体" panose="02010609060101010101" pitchFamily="49" charset="-122"/>
              </a:rPr>
              <a:t>用户数据报</a:t>
            </a:r>
          </a:p>
        </p:txBody>
      </p:sp>
      <p:sp>
        <p:nvSpPr>
          <p:cNvPr id="352308" name="Line 52">
            <a:extLst>
              <a:ext uri="{FF2B5EF4-FFF2-40B4-BE49-F238E27FC236}">
                <a16:creationId xmlns:a16="http://schemas.microsoft.com/office/drawing/2014/main" id="{4E2B1EE9-CFF7-0148-9750-48CF07796FEA}"/>
              </a:ext>
            </a:extLst>
          </p:cNvPr>
          <p:cNvSpPr>
            <a:spLocks noChangeShapeType="1"/>
          </p:cNvSpPr>
          <p:nvPr/>
        </p:nvSpPr>
        <p:spPr bwMode="auto">
          <a:xfrm>
            <a:off x="2746772" y="4504849"/>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9" name="Freeform 53">
            <a:extLst>
              <a:ext uri="{FF2B5EF4-FFF2-40B4-BE49-F238E27FC236}">
                <a16:creationId xmlns:a16="http://schemas.microsoft.com/office/drawing/2014/main" id="{9D19E3C3-E2EB-B14F-AE2E-DAAB4CC075B3}"/>
              </a:ext>
            </a:extLst>
          </p:cNvPr>
          <p:cNvSpPr>
            <a:spLocks/>
          </p:cNvSpPr>
          <p:nvPr/>
        </p:nvSpPr>
        <p:spPr bwMode="auto">
          <a:xfrm>
            <a:off x="7163991" y="2031921"/>
            <a:ext cx="432197" cy="1256109"/>
          </a:xfrm>
          <a:custGeom>
            <a:avLst/>
            <a:gdLst>
              <a:gd name="T0" fmla="*/ 2147483646 w 363"/>
              <a:gd name="T1" fmla="*/ 0 h 1088"/>
              <a:gd name="T2" fmla="*/ 2147483646 w 363"/>
              <a:gd name="T3" fmla="*/ 0 h 1088"/>
              <a:gd name="T4" fmla="*/ 0 w 363"/>
              <a:gd name="T5" fmla="*/ 2147483646 h 1088"/>
              <a:gd name="T6" fmla="*/ 0 60000 65536"/>
              <a:gd name="T7" fmla="*/ 0 60000 65536"/>
              <a:gd name="T8" fmla="*/ 0 60000 65536"/>
            </a:gdLst>
            <a:ahLst/>
            <a:cxnLst>
              <a:cxn ang="T6">
                <a:pos x="T0" y="T1"/>
              </a:cxn>
              <a:cxn ang="T7">
                <a:pos x="T2" y="T3"/>
              </a:cxn>
              <a:cxn ang="T8">
                <a:pos x="T4" y="T5"/>
              </a:cxn>
            </a:cxnLst>
            <a:rect l="0" t="0" r="r" b="b"/>
            <a:pathLst>
              <a:path w="363" h="1088">
                <a:moveTo>
                  <a:pt x="46" y="0"/>
                </a:moveTo>
                <a:lnTo>
                  <a:pt x="363" y="0"/>
                </a:lnTo>
                <a:lnTo>
                  <a:pt x="0" y="1088"/>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 name="标题 2">
            <a:extLst>
              <a:ext uri="{FF2B5EF4-FFF2-40B4-BE49-F238E27FC236}">
                <a16:creationId xmlns:a16="http://schemas.microsoft.com/office/drawing/2014/main" id="{CB74FBB3-D57C-6440-A70A-F72A2E533D18}"/>
              </a:ext>
            </a:extLst>
          </p:cNvPr>
          <p:cNvSpPr>
            <a:spLocks noGrp="1"/>
          </p:cNvSpPr>
          <p:nvPr>
            <p:ph type="title"/>
          </p:nvPr>
        </p:nvSpPr>
        <p:spPr/>
        <p:txBody>
          <a:bodyPr/>
          <a:lstStyle/>
          <a:p>
            <a:r>
              <a:rPr lang="en-US" altLang="zh-CN" dirty="0">
                <a:ea typeface="宋体" panose="02010600030101010101" pitchFamily="2" charset="-122"/>
              </a:rPr>
              <a:t>3. RIP2 </a:t>
            </a:r>
            <a:r>
              <a:rPr lang="zh-CN" altLang="en-US" dirty="0">
                <a:ea typeface="宋体" panose="02010600030101010101" pitchFamily="2" charset="-122"/>
              </a:rPr>
              <a:t>协议的报文格式 </a:t>
            </a:r>
            <a:endParaRPr kumimoji="1" lang="zh-CN" altLang="en-US" dirty="0"/>
          </a:p>
        </p:txBody>
      </p:sp>
    </p:spTree>
    <p:extLst>
      <p:ext uri="{BB962C8B-B14F-4D97-AF65-F5344CB8AC3E}">
        <p14:creationId xmlns:p14="http://schemas.microsoft.com/office/powerpoint/2010/main" val="291795041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5" name="Rectangle 2">
            <a:extLst>
              <a:ext uri="{FF2B5EF4-FFF2-40B4-BE49-F238E27FC236}">
                <a16:creationId xmlns:a16="http://schemas.microsoft.com/office/drawing/2014/main" id="{1F05FBF8-23D8-1945-AD8C-A738FF9618C1}"/>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RIP2 </a:t>
            </a:r>
            <a:r>
              <a:rPr lang="zh-CN" altLang="en-US" dirty="0">
                <a:latin typeface="Times New Roman" panose="02020603050405020304" pitchFamily="18" charset="0"/>
                <a:ea typeface="宋体" panose="02010600030101010101" pitchFamily="2" charset="-122"/>
              </a:rPr>
              <a:t>的报文由首部和路由部分组成</a:t>
            </a:r>
          </a:p>
        </p:txBody>
      </p:sp>
      <p:sp>
        <p:nvSpPr>
          <p:cNvPr id="572419" name="Rectangle 3">
            <a:extLst>
              <a:ext uri="{FF2B5EF4-FFF2-40B4-BE49-F238E27FC236}">
                <a16:creationId xmlns:a16="http://schemas.microsoft.com/office/drawing/2014/main" id="{793704AE-6CB9-2545-81EE-8CF1E0530F3A}"/>
              </a:ext>
            </a:extLst>
          </p:cNvPr>
          <p:cNvSpPr>
            <a:spLocks noGrp="1" noChangeArrowheads="1"/>
          </p:cNvSpPr>
          <p:nvPr>
            <p:ph type="body" idx="1"/>
          </p:nvPr>
        </p:nvSpPr>
        <p:spPr>
          <a:xfrm>
            <a:off x="171451" y="1059656"/>
            <a:ext cx="8766809" cy="3733800"/>
          </a:xfrm>
        </p:spPr>
        <p:txBody>
          <a:bodyPr/>
          <a:lstStyle/>
          <a:p>
            <a:pPr algn="just" eaLnBrk="1" hangingPunct="1"/>
            <a:r>
              <a:rPr lang="en-US" altLang="zh-CN" dirty="0">
                <a:ea typeface="宋体" panose="02010600030101010101" pitchFamily="2" charset="-122"/>
              </a:rPr>
              <a:t>RIP2 </a:t>
            </a:r>
            <a:r>
              <a:rPr lang="zh-CN" altLang="en-US" dirty="0">
                <a:ea typeface="宋体" panose="02010600030101010101" pitchFamily="2" charset="-122"/>
              </a:rPr>
              <a:t>报文中的路由部分由若干个路由信息组成。</a:t>
            </a:r>
            <a:r>
              <a:rPr lang="zh-CN" altLang="en-US" dirty="0">
                <a:solidFill>
                  <a:srgbClr val="FF0000"/>
                </a:solidFill>
                <a:ea typeface="宋体" panose="02010600030101010101" pitchFamily="2" charset="-122"/>
              </a:rPr>
              <a:t>每个路由信息需要用 </a:t>
            </a:r>
            <a:r>
              <a:rPr lang="en-US" altLang="zh-CN" dirty="0">
                <a:solidFill>
                  <a:srgbClr val="FF0000"/>
                </a:solidFill>
                <a:ea typeface="宋体" panose="02010600030101010101" pitchFamily="2" charset="-122"/>
              </a:rPr>
              <a:t>20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。地址族标识符（又称为地址类别）字段用来标志所使用的</a:t>
            </a:r>
            <a:r>
              <a:rPr lang="zh-CN" altLang="en-US" dirty="0">
                <a:solidFill>
                  <a:srgbClr val="FF0000"/>
                </a:solidFill>
                <a:ea typeface="宋体" panose="02010600030101010101" pitchFamily="2" charset="-122"/>
              </a:rPr>
              <a:t>地址协议</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路由标记填入自治系统的号码，这是考虑使</a:t>
            </a:r>
            <a:r>
              <a:rPr lang="en-US" altLang="zh-CN" dirty="0">
                <a:ea typeface="宋体" panose="02010600030101010101" pitchFamily="2" charset="-122"/>
              </a:rPr>
              <a:t>RIP </a:t>
            </a:r>
            <a:r>
              <a:rPr lang="zh-CN" altLang="en-US" dirty="0">
                <a:ea typeface="宋体" panose="02010600030101010101" pitchFamily="2" charset="-122"/>
              </a:rPr>
              <a:t>有可能收到本自治系统以外的路由选择信息。再后面指出某个网络地址、该网络的子网掩码、下一跳路由器地址以及到此网络的距离。  </a:t>
            </a:r>
          </a:p>
        </p:txBody>
      </p:sp>
      <p:sp>
        <p:nvSpPr>
          <p:cNvPr id="354307" name="幻灯片编号占位符 1">
            <a:extLst>
              <a:ext uri="{FF2B5EF4-FFF2-40B4-BE49-F238E27FC236}">
                <a16:creationId xmlns:a16="http://schemas.microsoft.com/office/drawing/2014/main" id="{413C05AE-7420-484C-A681-853D96D32C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BC4A7F-CDA9-5E47-A765-0F114A2F17E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411941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3" name="Rectangle 2">
            <a:extLst>
              <a:ext uri="{FF2B5EF4-FFF2-40B4-BE49-F238E27FC236}">
                <a16:creationId xmlns:a16="http://schemas.microsoft.com/office/drawing/2014/main" id="{D188C2BF-348F-B345-82BE-28CD23E0719D}"/>
              </a:ext>
            </a:extLst>
          </p:cNvPr>
          <p:cNvSpPr>
            <a:spLocks noGrp="1" noChangeArrowheads="1"/>
          </p:cNvSpPr>
          <p:nvPr>
            <p:ph type="title"/>
          </p:nvPr>
        </p:nvSpPr>
        <p:spPr>
          <a:xfrm>
            <a:off x="172642" y="172403"/>
            <a:ext cx="6087665" cy="736997"/>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协议的优缺点 </a:t>
            </a:r>
          </a:p>
        </p:txBody>
      </p:sp>
      <p:sp>
        <p:nvSpPr>
          <p:cNvPr id="573443" name="Rectangle 3">
            <a:extLst>
              <a:ext uri="{FF2B5EF4-FFF2-40B4-BE49-F238E27FC236}">
                <a16:creationId xmlns:a16="http://schemas.microsoft.com/office/drawing/2014/main" id="{6F13B298-77B5-F34D-B958-DBEB5594BE65}"/>
              </a:ext>
            </a:extLst>
          </p:cNvPr>
          <p:cNvSpPr>
            <a:spLocks noGrp="1" noChangeArrowheads="1"/>
          </p:cNvSpPr>
          <p:nvPr>
            <p:ph type="body" idx="1"/>
          </p:nvPr>
        </p:nvSpPr>
        <p:spPr>
          <a:xfrm>
            <a:off x="262890" y="1059656"/>
            <a:ext cx="8675370" cy="3733800"/>
          </a:xfrm>
        </p:spPr>
        <p:txBody>
          <a:bodyPr/>
          <a:lstStyle/>
          <a:p>
            <a:pPr algn="just" eaLnBrk="1" hangingPunct="1"/>
            <a:r>
              <a:rPr lang="en-US" altLang="zh-CN" dirty="0">
                <a:ea typeface="宋体" panose="02010600030101010101" pitchFamily="2" charset="-122"/>
              </a:rPr>
              <a:t>RIP </a:t>
            </a:r>
            <a:r>
              <a:rPr lang="zh-CN" altLang="en-US" dirty="0">
                <a:ea typeface="宋体" panose="02010600030101010101" pitchFamily="2" charset="-122"/>
              </a:rPr>
              <a:t>存在的一个问题是当网络出现故障时，要经过比较长的时间才能将此信息传送到所有的路由器。</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协议最大的优点就是实现简单，开销较小。</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限制了网络的规模，它能使用的最大距离为 </a:t>
            </a:r>
            <a:r>
              <a:rPr lang="en-US" altLang="zh-CN" dirty="0">
                <a:ea typeface="宋体" panose="02010600030101010101" pitchFamily="2" charset="-122"/>
              </a:rPr>
              <a:t>15</a:t>
            </a:r>
            <a:r>
              <a:rPr lang="zh-CN" altLang="en-US" dirty="0">
                <a:ea typeface="宋体" panose="02010600030101010101" pitchFamily="2" charset="-122"/>
              </a:rPr>
              <a:t>（</a:t>
            </a:r>
            <a:r>
              <a:rPr lang="en-US" altLang="zh-CN" dirty="0">
                <a:ea typeface="宋体" panose="02010600030101010101" pitchFamily="2" charset="-122"/>
              </a:rPr>
              <a:t>16 </a:t>
            </a:r>
            <a:r>
              <a:rPr lang="zh-CN" altLang="en-US" dirty="0">
                <a:ea typeface="宋体" panose="02010600030101010101" pitchFamily="2" charset="-122"/>
              </a:rPr>
              <a:t>表示不可达）。</a:t>
            </a:r>
          </a:p>
          <a:p>
            <a:pPr algn="just" eaLnBrk="1" hangingPunct="1"/>
            <a:r>
              <a:rPr lang="zh-CN" altLang="en-US" dirty="0">
                <a:ea typeface="宋体" panose="02010600030101010101" pitchFamily="2" charset="-122"/>
              </a:rPr>
              <a:t>路由器之间交换的路由信息是路由器中的完整路由表，因而随着网络规模的扩大，开销也就增加。   </a:t>
            </a:r>
          </a:p>
        </p:txBody>
      </p:sp>
      <p:sp>
        <p:nvSpPr>
          <p:cNvPr id="356355" name="幻灯片编号占位符 1">
            <a:extLst>
              <a:ext uri="{FF2B5EF4-FFF2-40B4-BE49-F238E27FC236}">
                <a16:creationId xmlns:a16="http://schemas.microsoft.com/office/drawing/2014/main" id="{D96E0BEF-3AB0-484E-B983-A9515470A56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3E2BE2F-01E7-1443-BF7A-C02FBF42D5F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03564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34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34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34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43" grpId="0" build="p"/>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3" name="灯片编号占位符 3">
            <a:extLst>
              <a:ext uri="{FF2B5EF4-FFF2-40B4-BE49-F238E27FC236}">
                <a16:creationId xmlns:a16="http://schemas.microsoft.com/office/drawing/2014/main" id="{ED444F53-6BEE-0342-8177-507A6D50D4B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B96FE0D-EABE-2443-AED6-7C121EDFF7A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 name="Rectangle 2">
            <a:extLst>
              <a:ext uri="{FF2B5EF4-FFF2-40B4-BE49-F238E27FC236}">
                <a16:creationId xmlns:a16="http://schemas.microsoft.com/office/drawing/2014/main" id="{CEE5B31F-5C9B-514B-A58F-AB2048212BB8}"/>
              </a:ext>
            </a:extLst>
          </p:cNvPr>
          <p:cNvSpPr>
            <a:spLocks noGrp="1" noChangeArrowheads="1"/>
          </p:cNvSpPr>
          <p:nvPr>
            <p:ph type="title"/>
          </p:nvPr>
        </p:nvSpPr>
        <p:spPr>
          <a:xfrm>
            <a:off x="187287" y="318272"/>
            <a:ext cx="8328063" cy="548501"/>
          </a:xfrm>
        </p:spPr>
        <p:txBody>
          <a:bodyPr rtlCol="0"/>
          <a:lstStyle/>
          <a:p>
            <a:pPr fontAlgn="auto">
              <a:spcAft>
                <a:spcPts val="0"/>
              </a:spcAft>
              <a:defRPr/>
            </a:pPr>
            <a:r>
              <a:rPr kumimoji="1" lang="zh-CN" altLang="en-US" dirty="0">
                <a:latin typeface="微软雅黑" panose="020B0503020204020204" pitchFamily="34" charset="-122"/>
                <a:ea typeface="宋体" panose="02010600030101010101" pitchFamily="2" charset="-122"/>
              </a:rPr>
              <a:t>好消息传播得快，而坏消息传播得慢</a:t>
            </a:r>
            <a:endParaRPr lang="zh-CN" altLang="en-US" b="0" dirty="0"/>
          </a:p>
        </p:txBody>
      </p:sp>
      <p:sp>
        <p:nvSpPr>
          <p:cNvPr id="7" name="Rectangle 3">
            <a:extLst>
              <a:ext uri="{FF2B5EF4-FFF2-40B4-BE49-F238E27FC236}">
                <a16:creationId xmlns:a16="http://schemas.microsoft.com/office/drawing/2014/main" id="{A037A088-0F25-9F45-9DC6-3A0A2582C191}"/>
              </a:ext>
            </a:extLst>
          </p:cNvPr>
          <p:cNvSpPr txBox="1">
            <a:spLocks noChangeArrowheads="1"/>
          </p:cNvSpPr>
          <p:nvPr/>
        </p:nvSpPr>
        <p:spPr bwMode="auto">
          <a:xfrm>
            <a:off x="196812" y="933709"/>
            <a:ext cx="8750376" cy="4028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a:lstStyle>
          <a:p>
            <a:pPr>
              <a:lnSpc>
                <a:spcPct val="100000"/>
              </a:lnSpc>
              <a:buFont typeface="Wingdings" pitchFamily="2" charset="2"/>
              <a:buChar char="l"/>
            </a:pPr>
            <a:r>
              <a:rPr lang="zh-CN" altLang="en-US" sz="2400" kern="0"/>
              <a:t>算法缺陷</a:t>
            </a:r>
            <a:endParaRPr lang="en-US" altLang="zh-CN" sz="2400" kern="0"/>
          </a:p>
          <a:p>
            <a:pPr lvl="1">
              <a:buFont typeface="Monotype Sorts" pitchFamily="2" charset="2"/>
              <a:buNone/>
            </a:pP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上网的消息传递</a:t>
            </a:r>
            <a:r>
              <a:rPr lang="en-US" altLang="zh-CN" sz="1800" kern="0">
                <a:solidFill>
                  <a:srgbClr val="C00000"/>
                </a:solidFill>
                <a:ea typeface="华文楷体" panose="02010600040101010101" pitchFamily="2" charset="-122"/>
              </a:rPr>
              <a:t>	</a:t>
            </a:r>
            <a:r>
              <a:rPr lang="en-US" altLang="zh-CN" sz="1800" kern="0">
                <a:solidFill>
                  <a:srgbClr val="C00000"/>
                </a:solidFill>
              </a:rPr>
              <a:t>	</a:t>
            </a: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下网的消息传递</a:t>
            </a:r>
            <a:endParaRPr lang="en-US" altLang="zh-CN" sz="1800" kern="0">
              <a:solidFill>
                <a:srgbClr val="C00000"/>
              </a:solidFill>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Tx/>
              <a:buNone/>
            </a:pPr>
            <a:endParaRPr lang="en-US" altLang="zh-CN" sz="1400" kern="0">
              <a:ea typeface="华文楷体" panose="02010600040101010101" pitchFamily="2" charset="-122"/>
            </a:endParaRPr>
          </a:p>
          <a:p>
            <a:pPr lvl="1">
              <a:buFontTx/>
              <a:buNone/>
            </a:pPr>
            <a:endParaRPr lang="en-US" altLang="zh-CN" sz="1400" kern="0"/>
          </a:p>
          <a:p>
            <a:pPr lvl="1">
              <a:lnSpc>
                <a:spcPct val="100000"/>
              </a:lnSpc>
              <a:buFontTx/>
              <a:buNone/>
            </a:pPr>
            <a:r>
              <a:rPr lang="zh-CN" altLang="en-US" sz="1600" kern="0"/>
              <a:t>    稳定性好（迅速收敛）</a:t>
            </a:r>
            <a:endParaRPr lang="en-US" altLang="zh-CN" sz="1600" kern="0"/>
          </a:p>
          <a:p>
            <a:pPr lvl="1">
              <a:buFont typeface="Wingdings" panose="05000000000000000000" pitchFamily="2" charset="2"/>
              <a:buNone/>
            </a:pPr>
            <a:r>
              <a:rPr lang="en-US" altLang="zh-CN" sz="1400" kern="0">
                <a:ea typeface="华文楷体" panose="02010600040101010101" pitchFamily="2" charset="-122"/>
              </a:rPr>
              <a:t>				</a:t>
            </a:r>
            <a:r>
              <a:rPr lang="en-US" altLang="zh-CN" sz="1400" kern="0"/>
              <a:t>	           </a:t>
            </a:r>
            <a:r>
              <a:rPr lang="zh-CN" altLang="en-US" sz="1400" kern="0"/>
              <a:t>   </a:t>
            </a:r>
            <a:r>
              <a:rPr lang="zh-CN" altLang="en-US" sz="1600" kern="0"/>
              <a:t>稳定性差（反应异常迟缓）</a:t>
            </a:r>
            <a:endParaRPr lang="en-US" altLang="zh-CN" sz="1600" kern="0"/>
          </a:p>
          <a:p>
            <a:pPr lvl="1">
              <a:buFontTx/>
              <a:buNone/>
            </a:pPr>
            <a:endParaRPr lang="en-US" altLang="zh-CN" sz="1400" kern="0" dirty="0">
              <a:ea typeface="华文楷体" panose="02010600040101010101" pitchFamily="2" charset="-122"/>
            </a:endParaRPr>
          </a:p>
        </p:txBody>
      </p:sp>
      <p:graphicFrame>
        <p:nvGraphicFramePr>
          <p:cNvPr id="8" name="Group 169">
            <a:extLst>
              <a:ext uri="{FF2B5EF4-FFF2-40B4-BE49-F238E27FC236}">
                <a16:creationId xmlns:a16="http://schemas.microsoft.com/office/drawing/2014/main" id="{52FFC45D-2AE8-9B43-B9CB-E7BCEA51ADDD}"/>
              </a:ext>
            </a:extLst>
          </p:cNvPr>
          <p:cNvGraphicFramePr>
            <a:graphicFrameLocks noGrp="1"/>
          </p:cNvGraphicFramePr>
          <p:nvPr>
            <p:extLst>
              <p:ext uri="{D42A27DB-BD31-4B8C-83A1-F6EECF244321}">
                <p14:modId xmlns:p14="http://schemas.microsoft.com/office/powerpoint/2010/main" val="2832739578"/>
              </p:ext>
            </p:extLst>
          </p:nvPr>
        </p:nvGraphicFramePr>
        <p:xfrm>
          <a:off x="888206" y="216657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Times New Roman" panose="02020603050405020304" pitchFamily="18" charset="0"/>
                          <a:ea typeface="华文楷体" panose="02010600040101010101" pitchFamily="2" charset="-122"/>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9" name="Group 160">
            <a:extLst>
              <a:ext uri="{FF2B5EF4-FFF2-40B4-BE49-F238E27FC236}">
                <a16:creationId xmlns:a16="http://schemas.microsoft.com/office/drawing/2014/main" id="{0317CF52-D35A-184E-8AB8-F39AE20D81A1}"/>
              </a:ext>
            </a:extLst>
          </p:cNvPr>
          <p:cNvGrpSpPr>
            <a:grpSpLocks/>
          </p:cNvGrpSpPr>
          <p:nvPr/>
        </p:nvGrpSpPr>
        <p:grpSpPr bwMode="auto">
          <a:xfrm>
            <a:off x="1412354" y="2208631"/>
            <a:ext cx="2286000" cy="228600"/>
            <a:chOff x="720" y="1665"/>
            <a:chExt cx="2160" cy="192"/>
          </a:xfrm>
        </p:grpSpPr>
        <p:sp>
          <p:nvSpPr>
            <p:cNvPr id="10" name="Oval 61">
              <a:extLst>
                <a:ext uri="{FF2B5EF4-FFF2-40B4-BE49-F238E27FC236}">
                  <a16:creationId xmlns:a16="http://schemas.microsoft.com/office/drawing/2014/main" id="{F9F36D73-7728-DE42-B15F-0B289E918B0D}"/>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1" name="Oval 62">
              <a:extLst>
                <a:ext uri="{FF2B5EF4-FFF2-40B4-BE49-F238E27FC236}">
                  <a16:creationId xmlns:a16="http://schemas.microsoft.com/office/drawing/2014/main" id="{DAAE940A-220C-8245-8C59-C73894FD670C}"/>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2" name="Oval 63">
              <a:extLst>
                <a:ext uri="{FF2B5EF4-FFF2-40B4-BE49-F238E27FC236}">
                  <a16:creationId xmlns:a16="http://schemas.microsoft.com/office/drawing/2014/main" id="{9A052BB1-6756-444E-9712-AB1456229838}"/>
                </a:ext>
              </a:extLst>
            </p:cNvPr>
            <p:cNvSpPr>
              <a:spLocks noChangeArrowheads="1"/>
            </p:cNvSpPr>
            <p:nvPr/>
          </p:nvSpPr>
          <p:spPr bwMode="auto">
            <a:xfrm>
              <a:off x="1632"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3" name="Oval 64">
              <a:extLst>
                <a:ext uri="{FF2B5EF4-FFF2-40B4-BE49-F238E27FC236}">
                  <a16:creationId xmlns:a16="http://schemas.microsoft.com/office/drawing/2014/main" id="{0E018E6A-588F-3540-BE4E-0F89BAC4E989}"/>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4" name="Oval 65">
              <a:extLst>
                <a:ext uri="{FF2B5EF4-FFF2-40B4-BE49-F238E27FC236}">
                  <a16:creationId xmlns:a16="http://schemas.microsoft.com/office/drawing/2014/main" id="{6DA43ED0-864A-464E-8C49-8945C1F4FB99}"/>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15" name="AutoShape 66">
              <a:extLst>
                <a:ext uri="{FF2B5EF4-FFF2-40B4-BE49-F238E27FC236}">
                  <a16:creationId xmlns:a16="http://schemas.microsoft.com/office/drawing/2014/main" id="{E5C1643F-6A3D-6A42-B1C7-E3AC9D170F16}"/>
                </a:ext>
              </a:extLst>
            </p:cNvPr>
            <p:cNvCxnSpPr>
              <a:cxnSpLocks noChangeShapeType="1"/>
              <a:stCxn id="10" idx="6"/>
              <a:endCxn id="11" idx="2"/>
            </p:cNvCxnSpPr>
            <p:nvPr/>
          </p:nvCxnSpPr>
          <p:spPr bwMode="auto">
            <a:xfrm>
              <a:off x="912" y="17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67">
              <a:extLst>
                <a:ext uri="{FF2B5EF4-FFF2-40B4-BE49-F238E27FC236}">
                  <a16:creationId xmlns:a16="http://schemas.microsoft.com/office/drawing/2014/main" id="{19785B33-D76F-3E4F-80F7-712114907B21}"/>
                </a:ext>
              </a:extLst>
            </p:cNvPr>
            <p:cNvCxnSpPr>
              <a:cxnSpLocks noChangeShapeType="1"/>
              <a:stCxn id="11" idx="6"/>
              <a:endCxn id="12" idx="2"/>
            </p:cNvCxnSpPr>
            <p:nvPr/>
          </p:nvCxnSpPr>
          <p:spPr bwMode="auto">
            <a:xfrm>
              <a:off x="1296"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68">
              <a:extLst>
                <a:ext uri="{FF2B5EF4-FFF2-40B4-BE49-F238E27FC236}">
                  <a16:creationId xmlns:a16="http://schemas.microsoft.com/office/drawing/2014/main" id="{CC45A7BA-EAB6-7943-B109-72C51A85D158}"/>
                </a:ext>
              </a:extLst>
            </p:cNvPr>
            <p:cNvCxnSpPr>
              <a:cxnSpLocks noChangeShapeType="1"/>
              <a:stCxn id="12" idx="6"/>
              <a:endCxn id="13" idx="2"/>
            </p:cNvCxnSpPr>
            <p:nvPr/>
          </p:nvCxnSpPr>
          <p:spPr bwMode="auto">
            <a:xfrm>
              <a:off x="1824"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69">
              <a:extLst>
                <a:ext uri="{FF2B5EF4-FFF2-40B4-BE49-F238E27FC236}">
                  <a16:creationId xmlns:a16="http://schemas.microsoft.com/office/drawing/2014/main" id="{3F9FDFE6-58B8-524D-B64C-E4067C188983}"/>
                </a:ext>
              </a:extLst>
            </p:cNvPr>
            <p:cNvCxnSpPr>
              <a:cxnSpLocks noChangeShapeType="1"/>
              <a:stCxn id="13" idx="6"/>
              <a:endCxn id="14" idx="2"/>
            </p:cNvCxnSpPr>
            <p:nvPr/>
          </p:nvCxnSpPr>
          <p:spPr bwMode="auto">
            <a:xfrm>
              <a:off x="2352"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aphicFrame>
        <p:nvGraphicFramePr>
          <p:cNvPr id="19" name="Group 165">
            <a:extLst>
              <a:ext uri="{FF2B5EF4-FFF2-40B4-BE49-F238E27FC236}">
                <a16:creationId xmlns:a16="http://schemas.microsoft.com/office/drawing/2014/main" id="{43649A29-FAB5-6644-86AF-6D63201D25C8}"/>
              </a:ext>
            </a:extLst>
          </p:cNvPr>
          <p:cNvGraphicFramePr>
            <a:graphicFrameLocks noGrp="1"/>
          </p:cNvGraphicFramePr>
          <p:nvPr>
            <p:extLst>
              <p:ext uri="{D42A27DB-BD31-4B8C-83A1-F6EECF244321}">
                <p14:modId xmlns:p14="http://schemas.microsoft.com/office/powerpoint/2010/main" val="681522405"/>
              </p:ext>
            </p:extLst>
          </p:nvPr>
        </p:nvGraphicFramePr>
        <p:xfrm>
          <a:off x="4648200" y="1758950"/>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Times New Roman" panose="02020603050405020304" pitchFamily="18" charset="0"/>
                          <a:ea typeface="华文楷体" panose="02010600040101010101" pitchFamily="2" charset="-122"/>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solidFill>
                      <a:schemeClr val="accent1"/>
                    </a:solid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grpSp>
        <p:nvGrpSpPr>
          <p:cNvPr id="20" name="Group 161">
            <a:extLst>
              <a:ext uri="{FF2B5EF4-FFF2-40B4-BE49-F238E27FC236}">
                <a16:creationId xmlns:a16="http://schemas.microsoft.com/office/drawing/2014/main" id="{BD5A636D-403D-DF45-91C4-300AEB6B8F44}"/>
              </a:ext>
            </a:extLst>
          </p:cNvPr>
          <p:cNvGrpSpPr>
            <a:grpSpLocks/>
          </p:cNvGrpSpPr>
          <p:nvPr/>
        </p:nvGrpSpPr>
        <p:grpSpPr bwMode="auto">
          <a:xfrm>
            <a:off x="5156597" y="1791097"/>
            <a:ext cx="2286000" cy="228600"/>
            <a:chOff x="3984" y="1365"/>
            <a:chExt cx="2160" cy="192"/>
          </a:xfrm>
        </p:grpSpPr>
        <p:sp>
          <p:nvSpPr>
            <p:cNvPr id="21" name="Oval 137">
              <a:extLst>
                <a:ext uri="{FF2B5EF4-FFF2-40B4-BE49-F238E27FC236}">
                  <a16:creationId xmlns:a16="http://schemas.microsoft.com/office/drawing/2014/main" id="{394C186E-AC2C-F04F-81E6-22946798EF14}"/>
                </a:ext>
              </a:extLst>
            </p:cNvPr>
            <p:cNvSpPr>
              <a:spLocks noChangeArrowheads="1"/>
            </p:cNvSpPr>
            <p:nvPr/>
          </p:nvSpPr>
          <p:spPr bwMode="auto">
            <a:xfrm>
              <a:off x="398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2" name="Oval 138">
              <a:extLst>
                <a:ext uri="{FF2B5EF4-FFF2-40B4-BE49-F238E27FC236}">
                  <a16:creationId xmlns:a16="http://schemas.microsoft.com/office/drawing/2014/main" id="{56572D57-DBB9-1442-BE51-65672474ECCC}"/>
                </a:ext>
              </a:extLst>
            </p:cNvPr>
            <p:cNvSpPr>
              <a:spLocks noChangeArrowheads="1"/>
            </p:cNvSpPr>
            <p:nvPr/>
          </p:nvSpPr>
          <p:spPr bwMode="auto">
            <a:xfrm>
              <a:off x="4368"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3" name="Oval 139">
              <a:extLst>
                <a:ext uri="{FF2B5EF4-FFF2-40B4-BE49-F238E27FC236}">
                  <a16:creationId xmlns:a16="http://schemas.microsoft.com/office/drawing/2014/main" id="{E4CFD0B2-606D-BD46-89A1-D3CB7EEE1BE1}"/>
                </a:ext>
              </a:extLst>
            </p:cNvPr>
            <p:cNvSpPr>
              <a:spLocks noChangeArrowheads="1"/>
            </p:cNvSpPr>
            <p:nvPr/>
          </p:nvSpPr>
          <p:spPr bwMode="auto">
            <a:xfrm>
              <a:off x="4896"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4" name="Oval 140">
              <a:extLst>
                <a:ext uri="{FF2B5EF4-FFF2-40B4-BE49-F238E27FC236}">
                  <a16:creationId xmlns:a16="http://schemas.microsoft.com/office/drawing/2014/main" id="{669A839D-1AA7-2F49-BA09-DDE6BF605220}"/>
                </a:ext>
              </a:extLst>
            </p:cNvPr>
            <p:cNvSpPr>
              <a:spLocks noChangeArrowheads="1"/>
            </p:cNvSpPr>
            <p:nvPr/>
          </p:nvSpPr>
          <p:spPr bwMode="auto">
            <a:xfrm>
              <a:off x="542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5" name="Oval 141">
              <a:extLst>
                <a:ext uri="{FF2B5EF4-FFF2-40B4-BE49-F238E27FC236}">
                  <a16:creationId xmlns:a16="http://schemas.microsoft.com/office/drawing/2014/main" id="{28782224-6F58-5E43-BA32-CECAA9A8FD67}"/>
                </a:ext>
              </a:extLst>
            </p:cNvPr>
            <p:cNvSpPr>
              <a:spLocks noChangeArrowheads="1"/>
            </p:cNvSpPr>
            <p:nvPr/>
          </p:nvSpPr>
          <p:spPr bwMode="auto">
            <a:xfrm>
              <a:off x="5952"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26" name="AutoShape 142">
              <a:extLst>
                <a:ext uri="{FF2B5EF4-FFF2-40B4-BE49-F238E27FC236}">
                  <a16:creationId xmlns:a16="http://schemas.microsoft.com/office/drawing/2014/main" id="{572D78A2-D0A9-A24B-993E-6353AAECD218}"/>
                </a:ext>
              </a:extLst>
            </p:cNvPr>
            <p:cNvCxnSpPr>
              <a:cxnSpLocks noChangeShapeType="1"/>
              <a:stCxn id="21" idx="6"/>
              <a:endCxn id="22" idx="2"/>
            </p:cNvCxnSpPr>
            <p:nvPr/>
          </p:nvCxnSpPr>
          <p:spPr bwMode="auto">
            <a:xfrm>
              <a:off x="4176" y="14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143">
              <a:extLst>
                <a:ext uri="{FF2B5EF4-FFF2-40B4-BE49-F238E27FC236}">
                  <a16:creationId xmlns:a16="http://schemas.microsoft.com/office/drawing/2014/main" id="{49CA477B-2C83-8B4A-8C88-AA3114FDA7AD}"/>
                </a:ext>
              </a:extLst>
            </p:cNvPr>
            <p:cNvCxnSpPr>
              <a:cxnSpLocks noChangeShapeType="1"/>
              <a:stCxn id="22" idx="6"/>
              <a:endCxn id="23" idx="2"/>
            </p:cNvCxnSpPr>
            <p:nvPr/>
          </p:nvCxnSpPr>
          <p:spPr bwMode="auto">
            <a:xfrm>
              <a:off x="4560"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144">
              <a:extLst>
                <a:ext uri="{FF2B5EF4-FFF2-40B4-BE49-F238E27FC236}">
                  <a16:creationId xmlns:a16="http://schemas.microsoft.com/office/drawing/2014/main" id="{37BC5993-E768-524C-BB49-7EA420B50316}"/>
                </a:ext>
              </a:extLst>
            </p:cNvPr>
            <p:cNvCxnSpPr>
              <a:cxnSpLocks noChangeShapeType="1"/>
              <a:stCxn id="23" idx="6"/>
              <a:endCxn id="24" idx="2"/>
            </p:cNvCxnSpPr>
            <p:nvPr/>
          </p:nvCxnSpPr>
          <p:spPr bwMode="auto">
            <a:xfrm>
              <a:off x="5088"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145">
              <a:extLst>
                <a:ext uri="{FF2B5EF4-FFF2-40B4-BE49-F238E27FC236}">
                  <a16:creationId xmlns:a16="http://schemas.microsoft.com/office/drawing/2014/main" id="{A2681E47-2C02-4D46-AD39-BEE03869540C}"/>
                </a:ext>
              </a:extLst>
            </p:cNvPr>
            <p:cNvCxnSpPr>
              <a:cxnSpLocks noChangeShapeType="1"/>
              <a:stCxn id="24" idx="6"/>
              <a:endCxn id="25" idx="2"/>
            </p:cNvCxnSpPr>
            <p:nvPr/>
          </p:nvCxnSpPr>
          <p:spPr bwMode="auto">
            <a:xfrm>
              <a:off x="5616"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文本框 29">
            <a:extLst>
              <a:ext uri="{FF2B5EF4-FFF2-40B4-BE49-F238E27FC236}">
                <a16:creationId xmlns:a16="http://schemas.microsoft.com/office/drawing/2014/main" id="{20D38584-0F18-6142-865A-859D28462CC5}"/>
              </a:ext>
            </a:extLst>
          </p:cNvPr>
          <p:cNvSpPr txBox="1"/>
          <p:nvPr/>
        </p:nvSpPr>
        <p:spPr>
          <a:xfrm>
            <a:off x="1547877" y="2138265"/>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sp>
        <p:nvSpPr>
          <p:cNvPr id="31" name="文本框 30">
            <a:extLst>
              <a:ext uri="{FF2B5EF4-FFF2-40B4-BE49-F238E27FC236}">
                <a16:creationId xmlns:a16="http://schemas.microsoft.com/office/drawing/2014/main" id="{FD394782-86E6-C948-844C-82F50A313F12}"/>
              </a:ext>
            </a:extLst>
          </p:cNvPr>
          <p:cNvSpPr txBox="1"/>
          <p:nvPr/>
        </p:nvSpPr>
        <p:spPr>
          <a:xfrm>
            <a:off x="5285124" y="1720731"/>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cxnSp>
        <p:nvCxnSpPr>
          <p:cNvPr id="32" name="直接箭头连接符 5">
            <a:extLst>
              <a:ext uri="{FF2B5EF4-FFF2-40B4-BE49-F238E27FC236}">
                <a16:creationId xmlns:a16="http://schemas.microsoft.com/office/drawing/2014/main" id="{2F6ACFA9-4BB7-BF49-AC0E-4BE864C50737}"/>
              </a:ext>
            </a:extLst>
          </p:cNvPr>
          <p:cNvCxnSpPr/>
          <p:nvPr/>
        </p:nvCxnSpPr>
        <p:spPr bwMode="auto">
          <a:xfrm>
            <a:off x="2021954" y="3272211"/>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接箭头连接符 32">
            <a:extLst>
              <a:ext uri="{FF2B5EF4-FFF2-40B4-BE49-F238E27FC236}">
                <a16:creationId xmlns:a16="http://schemas.microsoft.com/office/drawing/2014/main" id="{8D02FE98-96B0-BE45-B697-521D4ED5E08F}"/>
              </a:ext>
            </a:extLst>
          </p:cNvPr>
          <p:cNvCxnSpPr/>
          <p:nvPr/>
        </p:nvCxnSpPr>
        <p:spPr bwMode="auto">
          <a:xfrm>
            <a:off x="2580754" y="3556660"/>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箭头连接符 33">
            <a:extLst>
              <a:ext uri="{FF2B5EF4-FFF2-40B4-BE49-F238E27FC236}">
                <a16:creationId xmlns:a16="http://schemas.microsoft.com/office/drawing/2014/main" id="{D68FCCC6-81B8-2248-A301-9EE7CEAD0D30}"/>
              </a:ext>
            </a:extLst>
          </p:cNvPr>
          <p:cNvCxnSpPr/>
          <p:nvPr/>
        </p:nvCxnSpPr>
        <p:spPr bwMode="auto">
          <a:xfrm>
            <a:off x="3139554" y="3849987"/>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矩形 34">
            <a:extLst>
              <a:ext uri="{FF2B5EF4-FFF2-40B4-BE49-F238E27FC236}">
                <a16:creationId xmlns:a16="http://schemas.microsoft.com/office/drawing/2014/main" id="{E5831B3E-BA8D-AA4C-AF03-6AD0B37BEF4C}"/>
              </a:ext>
            </a:extLst>
          </p:cNvPr>
          <p:cNvSpPr/>
          <p:nvPr/>
        </p:nvSpPr>
        <p:spPr bwMode="auto">
          <a:xfrm>
            <a:off x="762000" y="3055339"/>
            <a:ext cx="3204926" cy="1257931"/>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36" name="Group 169">
            <a:extLst>
              <a:ext uri="{FF2B5EF4-FFF2-40B4-BE49-F238E27FC236}">
                <a16:creationId xmlns:a16="http://schemas.microsoft.com/office/drawing/2014/main" id="{29AA2B8D-4334-AF40-9163-9BFDD76093A3}"/>
              </a:ext>
            </a:extLst>
          </p:cNvPr>
          <p:cNvGraphicFramePr>
            <a:graphicFrameLocks noGrp="1"/>
          </p:cNvGraphicFramePr>
          <p:nvPr>
            <p:extLst>
              <p:ext uri="{D42A27DB-BD31-4B8C-83A1-F6EECF244321}">
                <p14:modId xmlns:p14="http://schemas.microsoft.com/office/powerpoint/2010/main" val="3735061457"/>
              </p:ext>
            </p:extLst>
          </p:nvPr>
        </p:nvGraphicFramePr>
        <p:xfrm>
          <a:off x="888346" y="216671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mn-ea"/>
                          <a:ea typeface="+mn-ea"/>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6"/>
                  </a:ext>
                </a:extLst>
              </a:tr>
            </a:tbl>
          </a:graphicData>
        </a:graphic>
      </p:graphicFrame>
      <p:cxnSp>
        <p:nvCxnSpPr>
          <p:cNvPr id="37" name="直接箭头连接符 39">
            <a:extLst>
              <a:ext uri="{FF2B5EF4-FFF2-40B4-BE49-F238E27FC236}">
                <a16:creationId xmlns:a16="http://schemas.microsoft.com/office/drawing/2014/main" id="{0B63374D-293F-964D-9C44-E3E07F263FB8}"/>
              </a:ext>
            </a:extLst>
          </p:cNvPr>
          <p:cNvCxnSpPr/>
          <p:nvPr/>
        </p:nvCxnSpPr>
        <p:spPr bwMode="auto">
          <a:xfrm flipH="1">
            <a:off x="5766197" y="262615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箭头连接符 40">
            <a:extLst>
              <a:ext uri="{FF2B5EF4-FFF2-40B4-BE49-F238E27FC236}">
                <a16:creationId xmlns:a16="http://schemas.microsoft.com/office/drawing/2014/main" id="{5886665E-E870-074F-A4E6-02ECB8F92688}"/>
              </a:ext>
            </a:extLst>
          </p:cNvPr>
          <p:cNvCxnSpPr/>
          <p:nvPr/>
        </p:nvCxnSpPr>
        <p:spPr bwMode="auto">
          <a:xfrm>
            <a:off x="6947414" y="3454536"/>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箭头连接符 42">
            <a:extLst>
              <a:ext uri="{FF2B5EF4-FFF2-40B4-BE49-F238E27FC236}">
                <a16:creationId xmlns:a16="http://schemas.microsoft.com/office/drawing/2014/main" id="{50EBF318-B6D0-D34B-9916-82CC3ACB7BF9}"/>
              </a:ext>
            </a:extLst>
          </p:cNvPr>
          <p:cNvCxnSpPr/>
          <p:nvPr/>
        </p:nvCxnSpPr>
        <p:spPr bwMode="auto">
          <a:xfrm flipH="1">
            <a:off x="5827744" y="3794499"/>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箭头连接符 43">
            <a:extLst>
              <a:ext uri="{FF2B5EF4-FFF2-40B4-BE49-F238E27FC236}">
                <a16:creationId xmlns:a16="http://schemas.microsoft.com/office/drawing/2014/main" id="{25F6BCDD-14B1-C548-A4E7-121D7A7ECB70}"/>
              </a:ext>
            </a:extLst>
          </p:cNvPr>
          <p:cNvCxnSpPr/>
          <p:nvPr/>
        </p:nvCxnSpPr>
        <p:spPr bwMode="auto">
          <a:xfrm>
            <a:off x="5827744" y="286458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箭头连接符 44">
            <a:extLst>
              <a:ext uri="{FF2B5EF4-FFF2-40B4-BE49-F238E27FC236}">
                <a16:creationId xmlns:a16="http://schemas.microsoft.com/office/drawing/2014/main" id="{CED0EB5A-F5F2-B34F-8E51-19EA47E712D3}"/>
              </a:ext>
            </a:extLst>
          </p:cNvPr>
          <p:cNvCxnSpPr/>
          <p:nvPr/>
        </p:nvCxnSpPr>
        <p:spPr bwMode="auto">
          <a:xfrm>
            <a:off x="6396013" y="3176784"/>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箭头连接符 45">
            <a:extLst>
              <a:ext uri="{FF2B5EF4-FFF2-40B4-BE49-F238E27FC236}">
                <a16:creationId xmlns:a16="http://schemas.microsoft.com/office/drawing/2014/main" id="{CC7B55EF-65F7-0D40-B088-E09DEF921868}"/>
              </a:ext>
            </a:extLst>
          </p:cNvPr>
          <p:cNvCxnSpPr/>
          <p:nvPr/>
        </p:nvCxnSpPr>
        <p:spPr bwMode="auto">
          <a:xfrm flipH="1">
            <a:off x="5811710" y="318466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箭头连接符 46">
            <a:extLst>
              <a:ext uri="{FF2B5EF4-FFF2-40B4-BE49-F238E27FC236}">
                <a16:creationId xmlns:a16="http://schemas.microsoft.com/office/drawing/2014/main" id="{E14ED684-36D5-4F47-B9FD-CA989BBBB4CE}"/>
              </a:ext>
            </a:extLst>
          </p:cNvPr>
          <p:cNvCxnSpPr/>
          <p:nvPr/>
        </p:nvCxnSpPr>
        <p:spPr bwMode="auto">
          <a:xfrm>
            <a:off x="5830082" y="343593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矩形 43">
            <a:extLst>
              <a:ext uri="{FF2B5EF4-FFF2-40B4-BE49-F238E27FC236}">
                <a16:creationId xmlns:a16="http://schemas.microsoft.com/office/drawing/2014/main" id="{35E2A7E6-4A00-0D4B-8D13-158DF9471DA7}"/>
              </a:ext>
            </a:extLst>
          </p:cNvPr>
          <p:cNvSpPr/>
          <p:nvPr/>
        </p:nvSpPr>
        <p:spPr bwMode="auto">
          <a:xfrm>
            <a:off x="4574987" y="2603791"/>
            <a:ext cx="3204926" cy="215383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45" name="Group 165">
            <a:extLst>
              <a:ext uri="{FF2B5EF4-FFF2-40B4-BE49-F238E27FC236}">
                <a16:creationId xmlns:a16="http://schemas.microsoft.com/office/drawing/2014/main" id="{20B64CE3-662E-1842-8C36-73E2B79C67FC}"/>
              </a:ext>
            </a:extLst>
          </p:cNvPr>
          <p:cNvGraphicFramePr>
            <a:graphicFrameLocks noGrp="1"/>
          </p:cNvGraphicFramePr>
          <p:nvPr>
            <p:extLst>
              <p:ext uri="{D42A27DB-BD31-4B8C-83A1-F6EECF244321}">
                <p14:modId xmlns:p14="http://schemas.microsoft.com/office/powerpoint/2010/main" val="1378085319"/>
              </p:ext>
            </p:extLst>
          </p:nvPr>
        </p:nvGraphicFramePr>
        <p:xfrm>
          <a:off x="4648340" y="1757733"/>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mn-ea"/>
                          <a:ea typeface="+mn-ea"/>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966921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36"/>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45"/>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30"/>
                                        </p:tgtEl>
                                        <p:attrNameLst>
                                          <p:attrName>style.visibility</p:attrName>
                                        </p:attrNameLst>
                                      </p:cBhvr>
                                      <p:to>
                                        <p:strVal val="hidden"/>
                                      </p:to>
                                    </p:set>
                                  </p:childTnLst>
                                </p:cTn>
                              </p:par>
                              <p:par>
                                <p:cTn id="13" presetID="22" presetClass="exit" presetSubtype="1" fill="hold" grpId="0" nodeType="withEffect">
                                  <p:stCondLst>
                                    <p:cond delay="0"/>
                                  </p:stCondLst>
                                  <p:childTnLst>
                                    <p:animEffect transition="out" filter="wipe(up)">
                                      <p:cBhvr>
                                        <p:cTn id="14" dur="5000"/>
                                        <p:tgtEl>
                                          <p:spTgt spid="35"/>
                                        </p:tgtEl>
                                      </p:cBhvr>
                                    </p:animEffect>
                                    <p:set>
                                      <p:cBhvr>
                                        <p:cTn id="15" dur="1" fill="hold">
                                          <p:stCondLst>
                                            <p:cond delay="4999"/>
                                          </p:stCondLst>
                                        </p:cTn>
                                        <p:tgtEl>
                                          <p:spTgt spid="3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1"/>
                                        </p:tgtEl>
                                        <p:attrNameLst>
                                          <p:attrName>style.visibility</p:attrName>
                                        </p:attrNameLst>
                                      </p:cBhvr>
                                      <p:to>
                                        <p:strVal val="visible"/>
                                      </p:to>
                                    </p:set>
                                  </p:childTnLst>
                                </p:cTn>
                              </p:par>
                              <p:par>
                                <p:cTn id="24" presetID="22" presetClass="exit" presetSubtype="1" fill="hold" grpId="0" nodeType="withEffect">
                                  <p:stCondLst>
                                    <p:cond delay="0"/>
                                  </p:stCondLst>
                                  <p:childTnLst>
                                    <p:animEffect transition="out" filter="wipe(up)">
                                      <p:cBhvr>
                                        <p:cTn id="25" dur="5000"/>
                                        <p:tgtEl>
                                          <p:spTgt spid="44"/>
                                        </p:tgtEl>
                                      </p:cBhvr>
                                    </p:animEffect>
                                    <p:set>
                                      <p:cBhvr>
                                        <p:cTn id="26" dur="1" fill="hold">
                                          <p:stCondLst>
                                            <p:cond delay="4999"/>
                                          </p:stCondLst>
                                        </p:cTn>
                                        <p:tgtEl>
                                          <p:spTgt spid="4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5" grpId="0" animBg="1"/>
      <p:bldP spid="4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3" name="Rectangle 3">
            <a:extLst>
              <a:ext uri="{FF2B5EF4-FFF2-40B4-BE49-F238E27FC236}">
                <a16:creationId xmlns:a16="http://schemas.microsoft.com/office/drawing/2014/main" id="{BBA6E2E7-6180-5342-8A72-E24911736B7D}"/>
              </a:ext>
            </a:extLst>
          </p:cNvPr>
          <p:cNvSpPr>
            <a:spLocks noGrp="1" noChangeArrowheads="1"/>
          </p:cNvSpPr>
          <p:nvPr>
            <p:ph type="body" idx="1"/>
          </p:nvPr>
        </p:nvSpPr>
        <p:spPr>
          <a:xfrm>
            <a:off x="137161" y="1000126"/>
            <a:ext cx="8789669" cy="432197"/>
          </a:xfrm>
        </p:spPr>
        <p:txBody>
          <a:bodyPr/>
          <a:lstStyle/>
          <a:p>
            <a:pPr marL="8335" indent="-8335">
              <a:buNone/>
            </a:pPr>
            <a:r>
              <a:rPr lang="zh-CN" altLang="en-US" sz="2100" dirty="0">
                <a:latin typeface="微软雅黑" panose="020B0503020204020204" pitchFamily="34" charset="-122"/>
                <a:ea typeface="宋体" panose="02010600030101010101" pitchFamily="2" charset="-122"/>
              </a:rPr>
              <a:t>原理：工作过程与距离矢量算法一样，不同之处在于到</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的距离并不向真正通向</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的邻居结点报告（实际上，向该邻居结点报告的距离为无穷大）。如图初始化状态下，</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下网，</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的真实距离</a:t>
            </a:r>
            <a:r>
              <a:rPr lang="en-US" altLang="zh-CN" sz="2100" dirty="0">
                <a:latin typeface="微软雅黑" panose="020B0503020204020204" pitchFamily="34" charset="-122"/>
                <a:ea typeface="宋体" panose="02010600030101010101" pitchFamily="2" charset="-122"/>
              </a:rPr>
              <a:t>2</a:t>
            </a:r>
            <a:r>
              <a:rPr lang="zh-CN" altLang="en-US" sz="2100" dirty="0">
                <a:latin typeface="微软雅黑" panose="020B0503020204020204" pitchFamily="34" charset="-122"/>
                <a:ea typeface="宋体" panose="02010600030101010101" pitchFamily="2" charset="-122"/>
              </a:rPr>
              <a:t>，但</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B</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的距离为无穷大。类似地，</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E</a:t>
            </a:r>
            <a:r>
              <a:rPr lang="zh-CN" altLang="en-US" sz="2100" dirty="0">
                <a:latin typeface="微软雅黑" panose="020B0503020204020204" pitchFamily="34" charset="-122"/>
                <a:ea typeface="宋体" panose="02010600030101010101" pitchFamily="2" charset="-122"/>
              </a:rPr>
              <a:t>实情，但不对</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说真话。这样</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不可达的消息很快能传遍网络。</a:t>
            </a:r>
            <a:endParaRPr lang="zh-CN" altLang="en-US" sz="1800" dirty="0">
              <a:latin typeface="微软雅黑" panose="020B0503020204020204" pitchFamily="34" charset="-122"/>
              <a:ea typeface="宋体" panose="02010600030101010101" pitchFamily="2" charset="-122"/>
            </a:endParaRPr>
          </a:p>
          <a:p>
            <a:pPr lvl="1">
              <a:buFontTx/>
              <a:buNone/>
            </a:pPr>
            <a:endParaRPr lang="zh-CN" altLang="en-US" sz="1800" dirty="0">
              <a:latin typeface="微软雅黑" panose="020B0503020204020204" pitchFamily="34" charset="-122"/>
              <a:ea typeface="宋体" panose="02010600030101010101" pitchFamily="2" charset="-122"/>
            </a:endParaRPr>
          </a:p>
          <a:p>
            <a:pPr lvl="1">
              <a:buFontTx/>
              <a:buNone/>
            </a:pPr>
            <a:endParaRPr lang="en-US" altLang="zh-CN" sz="1800" dirty="0">
              <a:latin typeface="微软雅黑" panose="020B0503020204020204" pitchFamily="34" charset="-122"/>
              <a:ea typeface="宋体" panose="02010600030101010101" pitchFamily="2" charset="-122"/>
            </a:endParaRPr>
          </a:p>
        </p:txBody>
      </p:sp>
      <p:graphicFrame>
        <p:nvGraphicFramePr>
          <p:cNvPr id="413865" name="Group 169">
            <a:extLst>
              <a:ext uri="{FF2B5EF4-FFF2-40B4-BE49-F238E27FC236}">
                <a16:creationId xmlns:a16="http://schemas.microsoft.com/office/drawing/2014/main" id="{C237FEA1-B71F-404D-94FD-8D8CDBF49D2A}"/>
              </a:ext>
            </a:extLst>
          </p:cNvPr>
          <p:cNvGraphicFramePr>
            <a:graphicFrameLocks noGrp="1"/>
          </p:cNvGraphicFramePr>
          <p:nvPr>
            <p:extLst>
              <p:ext uri="{D42A27DB-BD31-4B8C-83A1-F6EECF244321}">
                <p14:modId xmlns:p14="http://schemas.microsoft.com/office/powerpoint/2010/main" val="3537042216"/>
              </p:ext>
            </p:extLst>
          </p:nvPr>
        </p:nvGraphicFramePr>
        <p:xfrm>
          <a:off x="3110628" y="2785271"/>
          <a:ext cx="2997995" cy="2083592"/>
        </p:xfrm>
        <a:graphic>
          <a:graphicData uri="http://schemas.openxmlformats.org/drawingml/2006/table">
            <a:tbl>
              <a:tblPr/>
              <a:tblGrid>
                <a:gridCol w="763190">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8403">
                  <a:extLst>
                    <a:ext uri="{9D8B030D-6E8A-4147-A177-3AD203B41FA5}">
                      <a16:colId xmlns:a16="http://schemas.microsoft.com/office/drawing/2014/main" val="20003"/>
                    </a:ext>
                  </a:extLst>
                </a:gridCol>
                <a:gridCol w="558404">
                  <a:extLst>
                    <a:ext uri="{9D8B030D-6E8A-4147-A177-3AD203B41FA5}">
                      <a16:colId xmlns:a16="http://schemas.microsoft.com/office/drawing/2014/main" val="20004"/>
                    </a:ext>
                  </a:extLst>
                </a:gridCol>
              </a:tblGrid>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297656">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交换次数</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371751" name="Group 160">
            <a:extLst>
              <a:ext uri="{FF2B5EF4-FFF2-40B4-BE49-F238E27FC236}">
                <a16:creationId xmlns:a16="http://schemas.microsoft.com/office/drawing/2014/main" id="{8328265B-4D53-E34A-BAFB-CC7091960BB0}"/>
              </a:ext>
            </a:extLst>
          </p:cNvPr>
          <p:cNvGrpSpPr>
            <a:grpSpLocks/>
          </p:cNvGrpSpPr>
          <p:nvPr/>
        </p:nvGrpSpPr>
        <p:grpSpPr bwMode="auto">
          <a:xfrm>
            <a:off x="3623786" y="2823370"/>
            <a:ext cx="2286000" cy="228600"/>
            <a:chOff x="720" y="1665"/>
            <a:chExt cx="2160" cy="192"/>
          </a:xfrm>
        </p:grpSpPr>
        <p:sp>
          <p:nvSpPr>
            <p:cNvPr id="371756" name="Oval 61">
              <a:extLst>
                <a:ext uri="{FF2B5EF4-FFF2-40B4-BE49-F238E27FC236}">
                  <a16:creationId xmlns:a16="http://schemas.microsoft.com/office/drawing/2014/main" id="{4FA53032-B6C1-9E46-ABBF-3A943808BBAE}"/>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7" name="Oval 62">
              <a:extLst>
                <a:ext uri="{FF2B5EF4-FFF2-40B4-BE49-F238E27FC236}">
                  <a16:creationId xmlns:a16="http://schemas.microsoft.com/office/drawing/2014/main" id="{1AAEF956-4FD7-0642-9CCB-2E10E0B0E3A1}"/>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8" name="Oval 63">
              <a:extLst>
                <a:ext uri="{FF2B5EF4-FFF2-40B4-BE49-F238E27FC236}">
                  <a16:creationId xmlns:a16="http://schemas.microsoft.com/office/drawing/2014/main" id="{D9B8F623-B4F1-CD42-816F-0BD90849636F}"/>
                </a:ext>
              </a:extLst>
            </p:cNvPr>
            <p:cNvSpPr>
              <a:spLocks noChangeArrowheads="1"/>
            </p:cNvSpPr>
            <p:nvPr/>
          </p:nvSpPr>
          <p:spPr bwMode="auto">
            <a:xfrm>
              <a:off x="1632" y="1665"/>
              <a:ext cx="191"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9" name="Oval 64">
              <a:extLst>
                <a:ext uri="{FF2B5EF4-FFF2-40B4-BE49-F238E27FC236}">
                  <a16:creationId xmlns:a16="http://schemas.microsoft.com/office/drawing/2014/main" id="{46EA77A9-B733-C745-A059-92FB08C26612}"/>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60" name="Oval 65">
              <a:extLst>
                <a:ext uri="{FF2B5EF4-FFF2-40B4-BE49-F238E27FC236}">
                  <a16:creationId xmlns:a16="http://schemas.microsoft.com/office/drawing/2014/main" id="{0F45307D-83DA-794B-AEBB-4857BAFAFD6A}"/>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71761" name="AutoShape 66">
              <a:extLst>
                <a:ext uri="{FF2B5EF4-FFF2-40B4-BE49-F238E27FC236}">
                  <a16:creationId xmlns:a16="http://schemas.microsoft.com/office/drawing/2014/main" id="{46A4553D-8B8A-184E-ADC5-63A7379C3772}"/>
                </a:ext>
              </a:extLst>
            </p:cNvPr>
            <p:cNvCxnSpPr>
              <a:cxnSpLocks noChangeShapeType="1"/>
              <a:stCxn id="371756" idx="6"/>
              <a:endCxn id="371757" idx="2"/>
            </p:cNvCxnSpPr>
            <p:nvPr/>
          </p:nvCxnSpPr>
          <p:spPr bwMode="auto">
            <a:xfrm>
              <a:off x="912" y="1761"/>
              <a:ext cx="191"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2" name="AutoShape 67">
              <a:extLst>
                <a:ext uri="{FF2B5EF4-FFF2-40B4-BE49-F238E27FC236}">
                  <a16:creationId xmlns:a16="http://schemas.microsoft.com/office/drawing/2014/main" id="{3E821CCA-A94A-4A4B-B2FB-B6EFBA43AAA6}"/>
                </a:ext>
              </a:extLst>
            </p:cNvPr>
            <p:cNvCxnSpPr>
              <a:cxnSpLocks noChangeShapeType="1"/>
              <a:stCxn id="371757" idx="6"/>
              <a:endCxn id="371758" idx="2"/>
            </p:cNvCxnSpPr>
            <p:nvPr/>
          </p:nvCxnSpPr>
          <p:spPr bwMode="auto">
            <a:xfrm>
              <a:off x="1296"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3" name="AutoShape 68">
              <a:extLst>
                <a:ext uri="{FF2B5EF4-FFF2-40B4-BE49-F238E27FC236}">
                  <a16:creationId xmlns:a16="http://schemas.microsoft.com/office/drawing/2014/main" id="{4E349C84-6844-D549-9B94-A63AFA03CC6F}"/>
                </a:ext>
              </a:extLst>
            </p:cNvPr>
            <p:cNvCxnSpPr>
              <a:cxnSpLocks noChangeShapeType="1"/>
              <a:stCxn id="371758" idx="6"/>
              <a:endCxn id="371759" idx="2"/>
            </p:cNvCxnSpPr>
            <p:nvPr/>
          </p:nvCxnSpPr>
          <p:spPr bwMode="auto">
            <a:xfrm>
              <a:off x="1824"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4" name="AutoShape 69">
              <a:extLst>
                <a:ext uri="{FF2B5EF4-FFF2-40B4-BE49-F238E27FC236}">
                  <a16:creationId xmlns:a16="http://schemas.microsoft.com/office/drawing/2014/main" id="{D3E54277-F4BE-014D-BE03-293CCFAF8C7B}"/>
                </a:ext>
              </a:extLst>
            </p:cNvPr>
            <p:cNvCxnSpPr>
              <a:cxnSpLocks noChangeShapeType="1"/>
              <a:stCxn id="371759" idx="6"/>
              <a:endCxn id="371760" idx="2"/>
            </p:cNvCxnSpPr>
            <p:nvPr/>
          </p:nvCxnSpPr>
          <p:spPr bwMode="auto">
            <a:xfrm>
              <a:off x="2352" y="1761"/>
              <a:ext cx="335"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371752" name="灯片编号占位符 1">
            <a:extLst>
              <a:ext uri="{FF2B5EF4-FFF2-40B4-BE49-F238E27FC236}">
                <a16:creationId xmlns:a16="http://schemas.microsoft.com/office/drawing/2014/main" id="{25152986-5997-8042-82EF-D945B71DD1D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BD0B23-41AD-1B46-A206-A6801881A41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166</a:t>
            </a:fld>
            <a:endParaRPr lang="en-US" altLang="zh-CN" sz="1050">
              <a:solidFill>
                <a:schemeClr val="bg2"/>
              </a:solidFill>
              <a:latin typeface="Tahoma" panose="020B0604030504040204" pitchFamily="34" charset="0"/>
              <a:ea typeface="宋体" panose="02010600030101010101" pitchFamily="2" charset="-122"/>
            </a:endParaRPr>
          </a:p>
        </p:txBody>
      </p:sp>
      <p:sp>
        <p:nvSpPr>
          <p:cNvPr id="371753" name="Rectangle 2">
            <a:extLst>
              <a:ext uri="{FF2B5EF4-FFF2-40B4-BE49-F238E27FC236}">
                <a16:creationId xmlns:a16="http://schemas.microsoft.com/office/drawing/2014/main" id="{0AF09C6F-FC55-EF4B-97FC-653E19A84341}"/>
              </a:ext>
            </a:extLst>
          </p:cNvPr>
          <p:cNvSpPr txBox="1">
            <a:spLocks noChangeArrowheads="1"/>
          </p:cNvSpPr>
          <p:nvPr/>
        </p:nvSpPr>
        <p:spPr bwMode="auto">
          <a:xfrm>
            <a:off x="137161" y="367903"/>
            <a:ext cx="7349490" cy="584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dirty="0">
                <a:solidFill>
                  <a:schemeClr val="tx1"/>
                </a:solidFill>
                <a:ea typeface="宋体" panose="02010600030101010101" pitchFamily="2" charset="-122"/>
              </a:rPr>
              <a:t>水平分裂</a:t>
            </a:r>
            <a:r>
              <a:rPr kumimoji="1" lang="zh-CN" altLang="en-US" dirty="0">
                <a:solidFill>
                  <a:schemeClr val="tx1"/>
                </a:solidFill>
                <a:latin typeface="Arial" panose="020B0604020202020204" pitchFamily="34" charset="0"/>
                <a:ea typeface="宋体" panose="02010600030101010101" pitchFamily="2" charset="-122"/>
              </a:rPr>
              <a:t>（</a:t>
            </a:r>
            <a:r>
              <a:rPr kumimoji="1" lang="en-US" altLang="zh-CN" dirty="0">
                <a:solidFill>
                  <a:schemeClr val="tx1"/>
                </a:solidFill>
                <a:latin typeface="Arial" panose="020B0604020202020204" pitchFamily="34" charset="0"/>
                <a:ea typeface="宋体" panose="02010600030101010101" pitchFamily="2" charset="-122"/>
              </a:rPr>
              <a:t>split horizon</a:t>
            </a:r>
            <a:r>
              <a:rPr kumimoji="1" lang="zh-CN" altLang="en-US" dirty="0">
                <a:solidFill>
                  <a:schemeClr val="tx1"/>
                </a:solidFill>
                <a:latin typeface="Arial" panose="020B0604020202020204" pitchFamily="34" charset="0"/>
                <a:ea typeface="宋体" panose="02010600030101010101" pitchFamily="2" charset="-122"/>
              </a:rPr>
              <a:t>）</a:t>
            </a:r>
            <a:r>
              <a:rPr kumimoji="1" lang="zh-CN" altLang="en-US" dirty="0">
                <a:solidFill>
                  <a:schemeClr val="tx1"/>
                </a:solidFill>
                <a:latin typeface="微软雅黑" panose="020B0503020204020204" pitchFamily="34" charset="-122"/>
                <a:ea typeface="宋体" panose="02010600030101010101" pitchFamily="2" charset="-122"/>
              </a:rPr>
              <a:t>算法</a:t>
            </a:r>
          </a:p>
        </p:txBody>
      </p:sp>
      <p:cxnSp>
        <p:nvCxnSpPr>
          <p:cNvPr id="5" name="直线连接符 4">
            <a:extLst>
              <a:ext uri="{FF2B5EF4-FFF2-40B4-BE49-F238E27FC236}">
                <a16:creationId xmlns:a16="http://schemas.microsoft.com/office/drawing/2014/main" id="{0A30CC07-C377-F640-A78B-6E075F5CBD10}"/>
              </a:ext>
            </a:extLst>
          </p:cNvPr>
          <p:cNvCxnSpPr/>
          <p:nvPr/>
        </p:nvCxnSpPr>
        <p:spPr>
          <a:xfrm flipH="1">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直线连接符 31">
            <a:extLst>
              <a:ext uri="{FF2B5EF4-FFF2-40B4-BE49-F238E27FC236}">
                <a16:creationId xmlns:a16="http://schemas.microsoft.com/office/drawing/2014/main" id="{9B2C8AEE-9014-924C-99EB-701F5CEBC507}"/>
              </a:ext>
            </a:extLst>
          </p:cNvPr>
          <p:cNvCxnSpPr/>
          <p:nvPr/>
        </p:nvCxnSpPr>
        <p:spPr>
          <a:xfrm>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13765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1" name="Rectangle 2">
            <a:extLst>
              <a:ext uri="{FF2B5EF4-FFF2-40B4-BE49-F238E27FC236}">
                <a16:creationId xmlns:a16="http://schemas.microsoft.com/office/drawing/2014/main" id="{E7F28884-A43B-954C-BB9F-549F7BC74FD4}"/>
              </a:ext>
            </a:extLst>
          </p:cNvPr>
          <p:cNvSpPr>
            <a:spLocks noGrp="1" noChangeArrowheads="1"/>
          </p:cNvSpPr>
          <p:nvPr>
            <p:ph type="title"/>
          </p:nvPr>
        </p:nvSpPr>
        <p:spPr>
          <a:xfrm>
            <a:off x="160020" y="64294"/>
            <a:ext cx="8417242" cy="779860"/>
          </a:xfrm>
        </p:spPr>
        <p:txBody>
          <a:bodyPr/>
          <a:lstStyle/>
          <a:p>
            <a:pPr eaLnBrk="1" hangingPunct="1"/>
            <a:r>
              <a:rPr lang="en-US" altLang="zh-CN" sz="2800">
                <a:ea typeface="宋体" panose="02010600030101010101" pitchFamily="2" charset="-122"/>
              </a:rPr>
              <a:t>4.5.3  </a:t>
            </a:r>
            <a:r>
              <a:rPr lang="zh-CN" altLang="en-US" sz="2800">
                <a:ea typeface="宋体" panose="02010600030101010101" pitchFamily="2" charset="-122"/>
              </a:rPr>
              <a:t>内部网关协议</a:t>
            </a:r>
            <a:r>
              <a:rPr lang="en-US" altLang="zh-CN" sz="2800">
                <a:ea typeface="宋体" panose="02010600030101010101" pitchFamily="2" charset="-122"/>
              </a:rPr>
              <a:t>OSPF (Open Shortest Path First)</a:t>
            </a:r>
          </a:p>
        </p:txBody>
      </p:sp>
      <p:sp>
        <p:nvSpPr>
          <p:cNvPr id="580611" name="Rectangle 3">
            <a:extLst>
              <a:ext uri="{FF2B5EF4-FFF2-40B4-BE49-F238E27FC236}">
                <a16:creationId xmlns:a16="http://schemas.microsoft.com/office/drawing/2014/main" id="{E756D37C-AFA3-8F4C-81F4-6DE8C33834C4}"/>
              </a:ext>
            </a:extLst>
          </p:cNvPr>
          <p:cNvSpPr>
            <a:spLocks noGrp="1" noChangeArrowheads="1"/>
          </p:cNvSpPr>
          <p:nvPr>
            <p:ph type="body" idx="1"/>
          </p:nvPr>
        </p:nvSpPr>
        <p:spPr>
          <a:xfrm>
            <a:off x="160020" y="1116807"/>
            <a:ext cx="8709659" cy="3723085"/>
          </a:xfrm>
        </p:spPr>
        <p:txBody>
          <a:bodyPr/>
          <a:lstStyle/>
          <a:p>
            <a:pPr eaLnBrk="1" hangingPunct="1">
              <a:lnSpc>
                <a:spcPct val="90000"/>
              </a:lnSpc>
              <a:buFont typeface="Wingdings" pitchFamily="2" charset="2"/>
              <a:buNone/>
            </a:pPr>
            <a:r>
              <a:rPr lang="en-US" altLang="zh-CN" dirty="0">
                <a:ea typeface="宋体" panose="02010600030101010101" pitchFamily="2" charset="-122"/>
              </a:rPr>
              <a:t>1.  OSPF </a:t>
            </a:r>
            <a:r>
              <a:rPr lang="zh-CN" altLang="en-US" dirty="0">
                <a:ea typeface="宋体" panose="02010600030101010101" pitchFamily="2" charset="-122"/>
              </a:rPr>
              <a:t>协议的基本特点</a:t>
            </a:r>
          </a:p>
          <a:p>
            <a:pPr eaLnBrk="1" hangingPunct="1">
              <a:lnSpc>
                <a:spcPct val="90000"/>
              </a:lnSpc>
            </a:pPr>
            <a:r>
              <a:rPr lang="zh-CN" altLang="en-US" dirty="0">
                <a:ea typeface="宋体" panose="02010600030101010101" pitchFamily="2" charset="-122"/>
              </a:rPr>
              <a:t>“开放”表明 </a:t>
            </a:r>
            <a:r>
              <a:rPr lang="en-US" altLang="zh-CN" dirty="0">
                <a:ea typeface="宋体" panose="02010600030101010101" pitchFamily="2" charset="-122"/>
              </a:rPr>
              <a:t>OSPF </a:t>
            </a:r>
            <a:r>
              <a:rPr lang="zh-CN" altLang="en-US" dirty="0">
                <a:ea typeface="宋体" panose="02010600030101010101" pitchFamily="2" charset="-122"/>
              </a:rPr>
              <a:t>协议不是受某一家厂商控制，而是公开发表的。</a:t>
            </a:r>
          </a:p>
          <a:p>
            <a:pPr eaLnBrk="1" hangingPunct="1">
              <a:lnSpc>
                <a:spcPct val="90000"/>
              </a:lnSpc>
            </a:pPr>
            <a:r>
              <a:rPr lang="zh-CN" altLang="en-US" dirty="0">
                <a:ea typeface="宋体" panose="02010600030101010101" pitchFamily="2" charset="-122"/>
              </a:rPr>
              <a:t>“最短路径优先”是因为使用了 </a:t>
            </a:r>
            <a:r>
              <a:rPr lang="en-US" altLang="zh-CN" dirty="0">
                <a:ea typeface="宋体" panose="02010600030101010101" pitchFamily="2" charset="-122"/>
              </a:rPr>
              <a:t>Dijkstra </a:t>
            </a:r>
            <a:r>
              <a:rPr lang="zh-CN" altLang="en-US" dirty="0">
                <a:ea typeface="宋体" panose="02010600030101010101" pitchFamily="2" charset="-122"/>
              </a:rPr>
              <a:t>提出的最短路径算法</a:t>
            </a:r>
            <a:r>
              <a:rPr lang="en-US" altLang="zh-CN" dirty="0">
                <a:ea typeface="宋体" panose="02010600030101010101" pitchFamily="2" charset="-122"/>
              </a:rPr>
              <a:t>SPF</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只是一个协议的名字，它并不表示其他的路由选择协议不是“最短路径优先”。</a:t>
            </a:r>
          </a:p>
          <a:p>
            <a:pPr eaLnBrk="1" hangingPunct="1">
              <a:lnSpc>
                <a:spcPct val="90000"/>
              </a:lnSpc>
            </a:pPr>
            <a:r>
              <a:rPr lang="zh-CN" altLang="en-US" dirty="0">
                <a:ea typeface="宋体" panose="02010600030101010101" pitchFamily="2" charset="-122"/>
              </a:rPr>
              <a:t>是分布式的</a:t>
            </a:r>
            <a:r>
              <a:rPr lang="zh-CN" altLang="en-US" dirty="0">
                <a:solidFill>
                  <a:schemeClr val="hlink"/>
                </a:solidFill>
                <a:ea typeface="宋体" panose="02010600030101010101" pitchFamily="2" charset="-122"/>
              </a:rPr>
              <a:t>链路状态协议</a:t>
            </a:r>
            <a:r>
              <a:rPr lang="zh-CN" altLang="en-US" dirty="0">
                <a:ea typeface="宋体" panose="02010600030101010101" pitchFamily="2" charset="-122"/>
              </a:rPr>
              <a:t>。</a:t>
            </a:r>
            <a:r>
              <a:rPr lang="zh-CN" altLang="en-US" sz="2000" dirty="0">
                <a:ea typeface="宋体" panose="02010600030101010101" pitchFamily="2" charset="-122"/>
              </a:rPr>
              <a:t> </a:t>
            </a:r>
          </a:p>
        </p:txBody>
      </p:sp>
      <p:sp>
        <p:nvSpPr>
          <p:cNvPr id="373763" name="幻灯片编号占位符 1">
            <a:extLst>
              <a:ext uri="{FF2B5EF4-FFF2-40B4-BE49-F238E27FC236}">
                <a16:creationId xmlns:a16="http://schemas.microsoft.com/office/drawing/2014/main" id="{DE054CFC-F300-B046-83BB-F1BE752B937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2AB10B-C89F-F744-8750-D430F73347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265043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09" name="Rectangle 2">
            <a:extLst>
              <a:ext uri="{FF2B5EF4-FFF2-40B4-BE49-F238E27FC236}">
                <a16:creationId xmlns:a16="http://schemas.microsoft.com/office/drawing/2014/main" id="{18E38C62-1248-1D4A-9F8D-5C597E4FD12F}"/>
              </a:ext>
            </a:extLst>
          </p:cNvPr>
          <p:cNvSpPr>
            <a:spLocks noGrp="1" noChangeArrowheads="1"/>
          </p:cNvSpPr>
          <p:nvPr>
            <p:ph type="title"/>
          </p:nvPr>
        </p:nvSpPr>
        <p:spPr>
          <a:xfrm>
            <a:off x="160020" y="195263"/>
            <a:ext cx="7377827" cy="683419"/>
          </a:xfrm>
        </p:spPr>
        <p:txBody>
          <a:bodyPr/>
          <a:lstStyle/>
          <a:p>
            <a:pPr eaLnBrk="1" hangingPunct="1"/>
            <a:r>
              <a:rPr lang="en-US" altLang="zh-CN" dirty="0">
                <a:ea typeface="宋体" panose="02010600030101010101" pitchFamily="2" charset="-122"/>
              </a:rPr>
              <a:t>OSPF </a:t>
            </a:r>
            <a:r>
              <a:rPr lang="zh-CN" altLang="en-US" dirty="0">
                <a:ea typeface="宋体" panose="02010600030101010101" pitchFamily="2" charset="-122"/>
              </a:rPr>
              <a:t>协议的</a:t>
            </a:r>
            <a:r>
              <a:rPr lang="zh-CN" altLang="en-US" dirty="0">
                <a:latin typeface="Times New Roman" panose="02020603050405020304" pitchFamily="18" charset="0"/>
                <a:ea typeface="宋体" panose="02010600030101010101" pitchFamily="2" charset="-122"/>
              </a:rPr>
              <a:t>三个要点 </a:t>
            </a:r>
          </a:p>
        </p:txBody>
      </p:sp>
      <p:sp>
        <p:nvSpPr>
          <p:cNvPr id="581635" name="Rectangle 3">
            <a:extLst>
              <a:ext uri="{FF2B5EF4-FFF2-40B4-BE49-F238E27FC236}">
                <a16:creationId xmlns:a16="http://schemas.microsoft.com/office/drawing/2014/main" id="{E9D31AAB-924C-7741-B00A-5E77535A7219}"/>
              </a:ext>
            </a:extLst>
          </p:cNvPr>
          <p:cNvSpPr>
            <a:spLocks noGrp="1" noChangeArrowheads="1"/>
          </p:cNvSpPr>
          <p:nvPr>
            <p:ph type="body" idx="1"/>
          </p:nvPr>
        </p:nvSpPr>
        <p:spPr>
          <a:xfrm>
            <a:off x="160020" y="1113235"/>
            <a:ext cx="8721089" cy="3680222"/>
          </a:xfrm>
        </p:spPr>
        <p:txBody>
          <a:bodyPr/>
          <a:lstStyle/>
          <a:p>
            <a:pPr eaLnBrk="1" hangingPunct="1">
              <a:lnSpc>
                <a:spcPct val="90000"/>
              </a:lnSpc>
            </a:pPr>
            <a:r>
              <a:rPr lang="zh-CN" altLang="en-US" dirty="0">
                <a:solidFill>
                  <a:schemeClr val="hlink"/>
                </a:solidFill>
                <a:latin typeface="微软雅黑" panose="020B0503020204020204" pitchFamily="34" charset="-122"/>
                <a:ea typeface="宋体" panose="02010600030101010101" pitchFamily="2" charset="-122"/>
              </a:rPr>
              <a:t>向本自治系统中所有路由器发送信息</a:t>
            </a:r>
            <a:r>
              <a:rPr lang="zh-CN" altLang="en-US" dirty="0">
                <a:latin typeface="微软雅黑" panose="020B0503020204020204" pitchFamily="34" charset="-122"/>
                <a:ea typeface="宋体" panose="02010600030101010101" pitchFamily="2" charset="-122"/>
              </a:rPr>
              <a:t>，这里使用的方法是洪泛法。</a:t>
            </a:r>
          </a:p>
          <a:p>
            <a:pPr eaLnBrk="1" hangingPunct="1">
              <a:lnSpc>
                <a:spcPct val="90000"/>
              </a:lnSpc>
            </a:pPr>
            <a:r>
              <a:rPr lang="zh-CN" altLang="en-US" dirty="0">
                <a:latin typeface="微软雅黑" panose="020B0503020204020204" pitchFamily="34" charset="-122"/>
                <a:ea typeface="宋体" panose="02010600030101010101" pitchFamily="2" charset="-122"/>
              </a:rPr>
              <a:t>发送的信息就是与本路由器</a:t>
            </a:r>
            <a:r>
              <a:rPr lang="zh-CN" altLang="en-US" dirty="0">
                <a:solidFill>
                  <a:schemeClr val="hlink"/>
                </a:solidFill>
                <a:latin typeface="微软雅黑" panose="020B0503020204020204" pitchFamily="34" charset="-122"/>
                <a:ea typeface="宋体" panose="02010600030101010101" pitchFamily="2" charset="-122"/>
              </a:rPr>
              <a:t>相邻</a:t>
            </a:r>
            <a:r>
              <a:rPr lang="zh-CN" altLang="en-US" dirty="0">
                <a:latin typeface="微软雅黑" panose="020B0503020204020204" pitchFamily="34" charset="-122"/>
                <a:ea typeface="宋体" panose="02010600030101010101" pitchFamily="2" charset="-122"/>
              </a:rPr>
              <a:t>的所有路由器的链路状态，但这只是路由器所知道的</a:t>
            </a:r>
            <a:r>
              <a:rPr lang="zh-CN" altLang="en-US" dirty="0">
                <a:solidFill>
                  <a:schemeClr val="hlink"/>
                </a:solidFill>
                <a:latin typeface="微软雅黑" panose="020B0503020204020204" pitchFamily="34" charset="-122"/>
                <a:ea typeface="宋体" panose="02010600030101010101" pitchFamily="2" charset="-122"/>
              </a:rPr>
              <a:t>部分信息</a:t>
            </a:r>
            <a:r>
              <a:rPr lang="zh-CN" altLang="en-US" dirty="0">
                <a:latin typeface="微软雅黑" panose="020B0503020204020204" pitchFamily="34" charset="-122"/>
                <a:ea typeface="宋体" panose="02010600030101010101" pitchFamily="2" charset="-122"/>
              </a:rPr>
              <a:t>。</a:t>
            </a:r>
          </a:p>
          <a:p>
            <a:pPr lvl="1" eaLnBrk="1" hangingPunct="1">
              <a:lnSpc>
                <a:spcPct val="90000"/>
              </a:lnSpc>
            </a:pP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链路状态</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就是说明本路由器都和哪些路由器相邻，以及该链路的</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chemeClr val="hlink"/>
                </a:solidFill>
                <a:latin typeface="微软雅黑" panose="020B0503020204020204" pitchFamily="34" charset="-122"/>
                <a:ea typeface="宋体" panose="02010600030101010101" pitchFamily="2" charset="-122"/>
              </a:rPr>
              <a:t>度量</a:t>
            </a:r>
            <a:r>
              <a:rPr lang="zh-CN" altLang="en-US" dirty="0">
                <a:solidFill>
                  <a:srgbClr val="333399"/>
                </a:solidFill>
                <a:latin typeface="Arial" panose="020B0604020202020204" pitchFamily="34" charset="0"/>
                <a:ea typeface="宋体" panose="02010600030101010101" pitchFamily="2" charset="-122"/>
              </a:rPr>
              <a:t>”</a:t>
            </a:r>
            <a:r>
              <a:rPr lang="en-US" altLang="zh-CN" dirty="0">
                <a:solidFill>
                  <a:srgbClr val="333399"/>
                </a:solidFill>
                <a:latin typeface="微软雅黑" panose="020B0503020204020204" pitchFamily="34" charset="-122"/>
                <a:ea typeface="宋体" panose="02010600030101010101" pitchFamily="2" charset="-122"/>
              </a:rPr>
              <a:t>(metric)</a:t>
            </a:r>
            <a:r>
              <a:rPr lang="zh-CN" altLang="en-US" dirty="0">
                <a:solidFill>
                  <a:srgbClr val="333399"/>
                </a:solidFill>
                <a:latin typeface="微软雅黑" panose="020B0503020204020204" pitchFamily="34" charset="-122"/>
                <a:ea typeface="宋体" panose="02010600030101010101" pitchFamily="2" charset="-122"/>
              </a:rPr>
              <a:t>。</a:t>
            </a:r>
            <a:r>
              <a:rPr lang="zh-CN" altLang="en-US" sz="1600" dirty="0">
                <a:latin typeface="微软雅黑" panose="020B0503020204020204" pitchFamily="34" charset="-122"/>
                <a:ea typeface="宋体" panose="02010600030101010101" pitchFamily="2" charset="-122"/>
              </a:rPr>
              <a:t> </a:t>
            </a:r>
            <a:endParaRPr lang="zh-CN" altLang="en-US" sz="2400" dirty="0">
              <a:latin typeface="微软雅黑" panose="020B0503020204020204" pitchFamily="34" charset="-122"/>
              <a:ea typeface="宋体" panose="02010600030101010101" pitchFamily="2" charset="-122"/>
            </a:endParaRPr>
          </a:p>
          <a:p>
            <a:pPr eaLnBrk="1" hangingPunct="1">
              <a:lnSpc>
                <a:spcPct val="90000"/>
              </a:lnSpc>
            </a:pPr>
            <a:r>
              <a:rPr lang="zh-CN" altLang="en-US" dirty="0">
                <a:latin typeface="微软雅黑" panose="020B0503020204020204" pitchFamily="34" charset="-122"/>
                <a:ea typeface="宋体" panose="02010600030101010101" pitchFamily="2" charset="-122"/>
              </a:rPr>
              <a:t>只有当链路状态</a:t>
            </a:r>
            <a:r>
              <a:rPr lang="zh-CN" altLang="en-US" dirty="0">
                <a:solidFill>
                  <a:schemeClr val="hlink"/>
                </a:solidFill>
                <a:latin typeface="微软雅黑" panose="020B0503020204020204" pitchFamily="34" charset="-122"/>
                <a:ea typeface="宋体" panose="02010600030101010101" pitchFamily="2" charset="-122"/>
              </a:rPr>
              <a:t>发生变化</a:t>
            </a:r>
            <a:r>
              <a:rPr lang="zh-CN" altLang="en-US" dirty="0">
                <a:latin typeface="微软雅黑" panose="020B0503020204020204" pitchFamily="34" charset="-122"/>
                <a:ea typeface="宋体" panose="02010600030101010101" pitchFamily="2" charset="-122"/>
              </a:rPr>
              <a:t>时，路由器才用洪泛法向所有路由器发送此信息。 </a:t>
            </a:r>
            <a:r>
              <a:rPr lang="zh-CN" altLang="en-US" sz="2800" dirty="0">
                <a:latin typeface="微软雅黑" panose="020B0503020204020204" pitchFamily="34" charset="-122"/>
                <a:ea typeface="宋体" panose="02010600030101010101" pitchFamily="2" charset="-122"/>
              </a:rPr>
              <a:t> </a:t>
            </a:r>
          </a:p>
        </p:txBody>
      </p:sp>
      <p:sp>
        <p:nvSpPr>
          <p:cNvPr id="375811" name="幻灯片编号占位符 1">
            <a:extLst>
              <a:ext uri="{FF2B5EF4-FFF2-40B4-BE49-F238E27FC236}">
                <a16:creationId xmlns:a16="http://schemas.microsoft.com/office/drawing/2014/main" id="{2FAD843D-2ED1-4A4A-AA30-6739023D2E0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72611A-02C7-394D-BA58-D75A125CFBE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405619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7" name="Rectangle 2">
            <a:extLst>
              <a:ext uri="{FF2B5EF4-FFF2-40B4-BE49-F238E27FC236}">
                <a16:creationId xmlns:a16="http://schemas.microsoft.com/office/drawing/2014/main" id="{B326D08E-B3D3-C245-BC93-C91D433835F7}"/>
              </a:ext>
            </a:extLst>
          </p:cNvPr>
          <p:cNvSpPr>
            <a:spLocks noGrp="1" noChangeArrowheads="1"/>
          </p:cNvSpPr>
          <p:nvPr>
            <p:ph type="title"/>
          </p:nvPr>
        </p:nvSpPr>
        <p:spPr>
          <a:xfrm>
            <a:off x="160021" y="250031"/>
            <a:ext cx="7367112" cy="647700"/>
          </a:xfrm>
        </p:spPr>
        <p:txBody>
          <a:bodyPr/>
          <a:lstStyle/>
          <a:p>
            <a:pPr eaLnBrk="1" hangingPunct="1"/>
            <a:r>
              <a:rPr lang="zh-CN" altLang="en-US" dirty="0">
                <a:latin typeface="Times New Roman" panose="02020603050405020304" pitchFamily="18" charset="0"/>
                <a:ea typeface="宋体" panose="02010600030101010101" pitchFamily="2" charset="-122"/>
              </a:rPr>
              <a:t>链路状态数据库</a:t>
            </a:r>
            <a:r>
              <a:rPr lang="en-US" altLang="zh-CN" sz="2700" dirty="0">
                <a:ea typeface="宋体" panose="02010600030101010101" pitchFamily="2" charset="-122"/>
              </a:rPr>
              <a:t>(link-state database)</a:t>
            </a:r>
            <a:r>
              <a:rPr lang="en-US" altLang="zh-CN" dirty="0">
                <a:latin typeface="Times New Roman" panose="02020603050405020304" pitchFamily="18" charset="0"/>
                <a:ea typeface="宋体" panose="02010600030101010101" pitchFamily="2" charset="-122"/>
              </a:rPr>
              <a:t> </a:t>
            </a:r>
          </a:p>
        </p:txBody>
      </p:sp>
      <p:sp>
        <p:nvSpPr>
          <p:cNvPr id="582659" name="Rectangle 3">
            <a:extLst>
              <a:ext uri="{FF2B5EF4-FFF2-40B4-BE49-F238E27FC236}">
                <a16:creationId xmlns:a16="http://schemas.microsoft.com/office/drawing/2014/main" id="{9ADEAF7B-71E4-5347-9549-89FA9771875E}"/>
              </a:ext>
            </a:extLst>
          </p:cNvPr>
          <p:cNvSpPr>
            <a:spLocks noGrp="1" noChangeArrowheads="1"/>
          </p:cNvSpPr>
          <p:nvPr>
            <p:ph type="body" idx="1"/>
          </p:nvPr>
        </p:nvSpPr>
        <p:spPr>
          <a:xfrm>
            <a:off x="160021" y="1040606"/>
            <a:ext cx="8709659" cy="3752850"/>
          </a:xfrm>
        </p:spPr>
        <p:txBody>
          <a:bodyPr/>
          <a:lstStyle/>
          <a:p>
            <a:pPr eaLnBrk="1" hangingPunct="1">
              <a:lnSpc>
                <a:spcPct val="90000"/>
              </a:lnSpc>
            </a:pPr>
            <a:r>
              <a:rPr lang="zh-CN" altLang="en-US" dirty="0">
                <a:ea typeface="宋体" panose="02010600030101010101" pitchFamily="2" charset="-122"/>
              </a:rPr>
              <a:t>由于各路由器之间频繁地交换链路状态信息，因此所有的路由器最终都能建立一个链路状态数据库。</a:t>
            </a:r>
          </a:p>
          <a:p>
            <a:pPr eaLnBrk="1" hangingPunct="1">
              <a:lnSpc>
                <a:spcPct val="90000"/>
              </a:lnSpc>
            </a:pPr>
            <a:r>
              <a:rPr lang="zh-CN" altLang="en-US" dirty="0">
                <a:ea typeface="宋体" panose="02010600030101010101" pitchFamily="2" charset="-122"/>
              </a:rPr>
              <a:t>这个数据库实际上就是</a:t>
            </a:r>
            <a:r>
              <a:rPr lang="zh-CN" altLang="en-US" dirty="0">
                <a:solidFill>
                  <a:schemeClr val="hlink"/>
                </a:solidFill>
                <a:ea typeface="宋体" panose="02010600030101010101" pitchFamily="2" charset="-122"/>
              </a:rPr>
              <a:t>全网的拓扑结构图</a:t>
            </a:r>
            <a:r>
              <a:rPr lang="zh-CN" altLang="en-US" dirty="0">
                <a:ea typeface="宋体" panose="02010600030101010101" pitchFamily="2" charset="-122"/>
              </a:rPr>
              <a:t>，它在全网范围内是一致的（这称为链路状态数据库的同步）。</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的链路状态数据库能较快地进行更新，使各个路由器能及时更新其路由表。</a:t>
            </a:r>
            <a:r>
              <a:rPr lang="en-US" altLang="zh-CN" dirty="0">
                <a:ea typeface="宋体" panose="02010600030101010101" pitchFamily="2" charset="-122"/>
              </a:rPr>
              <a:t>OSPF </a:t>
            </a:r>
            <a:r>
              <a:rPr lang="zh-CN" altLang="en-US" dirty="0">
                <a:ea typeface="宋体" panose="02010600030101010101" pitchFamily="2" charset="-122"/>
              </a:rPr>
              <a:t>的更新过程收敛得快是其重要优点。  </a:t>
            </a:r>
          </a:p>
        </p:txBody>
      </p:sp>
      <p:sp>
        <p:nvSpPr>
          <p:cNvPr id="377859" name="幻灯片编号占位符 1">
            <a:extLst>
              <a:ext uri="{FF2B5EF4-FFF2-40B4-BE49-F238E27FC236}">
                <a16:creationId xmlns:a16="http://schemas.microsoft.com/office/drawing/2014/main" id="{86E4218A-A43C-934A-9A29-AD6C3CFE6D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9701ED-4EAA-454E-86A5-66F3E64289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315047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5" name="Rectangle 2">
            <a:extLst>
              <a:ext uri="{FF2B5EF4-FFF2-40B4-BE49-F238E27FC236}">
                <a16:creationId xmlns:a16="http://schemas.microsoft.com/office/drawing/2014/main" id="{480CC4FC-8843-F64F-BFE1-713C10E14D4D}"/>
              </a:ext>
            </a:extLst>
          </p:cNvPr>
          <p:cNvSpPr>
            <a:spLocks noGrp="1" noChangeArrowheads="1"/>
          </p:cNvSpPr>
          <p:nvPr>
            <p:ph type="title"/>
          </p:nvPr>
        </p:nvSpPr>
        <p:spPr>
          <a:xfrm>
            <a:off x="182880" y="226219"/>
            <a:ext cx="6923961" cy="671513"/>
          </a:xfrm>
        </p:spPr>
        <p:txBody>
          <a:bodyPr/>
          <a:lstStyle/>
          <a:p>
            <a:r>
              <a:rPr lang="zh-CN" altLang="en-US" dirty="0">
                <a:ea typeface="宋体" panose="02010600030101010101" pitchFamily="2" charset="-122"/>
              </a:rPr>
              <a:t>链路状态路由</a:t>
            </a:r>
          </a:p>
        </p:txBody>
      </p:sp>
      <p:sp>
        <p:nvSpPr>
          <p:cNvPr id="379906" name="Rectangle 3">
            <a:extLst>
              <a:ext uri="{FF2B5EF4-FFF2-40B4-BE49-F238E27FC236}">
                <a16:creationId xmlns:a16="http://schemas.microsoft.com/office/drawing/2014/main" id="{98673F40-262B-D047-8834-B6EA02288130}"/>
              </a:ext>
            </a:extLst>
          </p:cNvPr>
          <p:cNvSpPr>
            <a:spLocks noGrp="1" noChangeArrowheads="1"/>
          </p:cNvSpPr>
          <p:nvPr>
            <p:ph type="body" idx="1"/>
          </p:nvPr>
        </p:nvSpPr>
        <p:spPr>
          <a:xfrm>
            <a:off x="182880" y="1060847"/>
            <a:ext cx="8698230" cy="3913584"/>
          </a:xfrm>
        </p:spPr>
        <p:txBody>
          <a:bodyPr/>
          <a:lstStyle/>
          <a:p>
            <a:r>
              <a:rPr lang="zh-CN" altLang="en-US" dirty="0">
                <a:ea typeface="宋体" panose="02010600030101010101" pitchFamily="2" charset="-122"/>
              </a:rPr>
              <a:t>距离向量路由算法的主要问题</a:t>
            </a:r>
          </a:p>
          <a:p>
            <a:pPr lvl="1"/>
            <a:r>
              <a:rPr lang="zh-CN" altLang="en-US" dirty="0">
                <a:ea typeface="宋体" panose="02010600030101010101" pitchFamily="2" charset="-122"/>
              </a:rPr>
              <a:t>选择路由时，没有考虑线路带宽；</a:t>
            </a:r>
          </a:p>
          <a:p>
            <a:pPr lvl="1"/>
            <a:r>
              <a:rPr lang="zh-CN" altLang="en-US" dirty="0">
                <a:ea typeface="宋体" panose="02010600030101010101" pitchFamily="2" charset="-122"/>
              </a:rPr>
              <a:t>路由收敛速度慢。</a:t>
            </a:r>
            <a:endParaRPr lang="en-US" altLang="zh-CN" sz="2400" dirty="0">
              <a:latin typeface="Times New Roman" panose="02020603050405020304" pitchFamily="18" charset="0"/>
              <a:ea typeface="宋体" panose="02010600030101010101" pitchFamily="2" charset="-122"/>
            </a:endParaRPr>
          </a:p>
          <a:p>
            <a:r>
              <a:rPr lang="zh-CN" altLang="en-US" dirty="0">
                <a:ea typeface="宋体" panose="02010600030101010101" pitchFamily="2" charset="-122"/>
              </a:rPr>
              <a:t>链路状态路由：</a:t>
            </a:r>
            <a:r>
              <a:rPr lang="en-US" altLang="zh-CN" dirty="0">
                <a:ea typeface="宋体" panose="02010600030101010101" pitchFamily="2" charset="-122"/>
              </a:rPr>
              <a:t>OSPF</a:t>
            </a:r>
            <a:r>
              <a:rPr lang="zh-CN" altLang="en-US" dirty="0">
                <a:ea typeface="宋体" panose="02010600030101010101" pitchFamily="2" charset="-122"/>
              </a:rPr>
              <a:t>、</a:t>
            </a:r>
            <a:r>
              <a:rPr lang="en-US" altLang="zh-CN" dirty="0">
                <a:ea typeface="宋体" panose="02010600030101010101" pitchFamily="2" charset="-122"/>
              </a:rPr>
              <a:t>IS-IS</a:t>
            </a:r>
          </a:p>
          <a:p>
            <a:pPr lvl="1">
              <a:buSzPct val="100000"/>
              <a:buFont typeface="Arial Black" panose="020B0604020202020204" pitchFamily="34" charset="0"/>
              <a:buAutoNum type="arabicPeriod"/>
            </a:pPr>
            <a:r>
              <a:rPr lang="zh-CN" altLang="en-US" dirty="0">
                <a:ea typeface="宋体" panose="02010600030101010101" pitchFamily="2" charset="-122"/>
              </a:rPr>
              <a:t>发现邻居节点，了解其网络地址</a:t>
            </a:r>
          </a:p>
          <a:p>
            <a:pPr lvl="1">
              <a:buSzPct val="100000"/>
              <a:buFont typeface="Arial Black" panose="020B0604020202020204" pitchFamily="34" charset="0"/>
              <a:buAutoNum type="arabicPeriod"/>
            </a:pPr>
            <a:r>
              <a:rPr lang="zh-CN" altLang="en-US" dirty="0">
                <a:ea typeface="宋体" panose="02010600030101010101" pitchFamily="2" charset="-122"/>
              </a:rPr>
              <a:t>测量线路开销，到邻居节点的距离或成本度量值</a:t>
            </a:r>
          </a:p>
          <a:p>
            <a:pPr lvl="1">
              <a:buSzPct val="100000"/>
              <a:buFont typeface="Arial Black" panose="020B0604020202020204" pitchFamily="34" charset="0"/>
              <a:buAutoNum type="arabicPeriod"/>
            </a:pPr>
            <a:r>
              <a:rPr lang="zh-CN" altLang="en-US" dirty="0">
                <a:ea typeface="宋体" panose="02010600030101010101" pitchFamily="2" charset="-122"/>
              </a:rPr>
              <a:t>组装链路状态分组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发送链路状态分组，接收其他所有链路状态分组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计算最短路径</a:t>
            </a:r>
            <a:endParaRPr lang="en-US" altLang="zh-CN" dirty="0">
              <a:ea typeface="宋体" panose="02010600030101010101" pitchFamily="2" charset="-122"/>
            </a:endParaRPr>
          </a:p>
          <a:p>
            <a:pPr lvl="1">
              <a:buSzPct val="100000"/>
              <a:buFont typeface="Arial Black" panose="020B0604020202020204" pitchFamily="34" charset="0"/>
              <a:buAutoNum type="arabicPeriod"/>
            </a:pPr>
            <a:r>
              <a:rPr lang="zh-CN" altLang="en-US" dirty="0">
                <a:ea typeface="宋体" panose="02010600030101010101" pitchFamily="2" charset="-122"/>
              </a:rPr>
              <a:t>完整的拓扑结构和所有的延时都被测量并被测量到各个路由器中，各个路由器可以用</a:t>
            </a:r>
            <a:r>
              <a:rPr lang="en-US" altLang="zh-CN" dirty="0">
                <a:ea typeface="宋体" panose="02010600030101010101" pitchFamily="2" charset="-122"/>
              </a:rPr>
              <a:t>Dijkstra</a:t>
            </a:r>
            <a:r>
              <a:rPr lang="zh-CN" altLang="en-US" dirty="0">
                <a:ea typeface="宋体" panose="02010600030101010101" pitchFamily="2" charset="-122"/>
              </a:rPr>
              <a:t>算法来找出最短路径。</a:t>
            </a:r>
          </a:p>
        </p:txBody>
      </p:sp>
      <p:sp>
        <p:nvSpPr>
          <p:cNvPr id="379907" name="灯片编号占位符 1">
            <a:extLst>
              <a:ext uri="{FF2B5EF4-FFF2-40B4-BE49-F238E27FC236}">
                <a16:creationId xmlns:a16="http://schemas.microsoft.com/office/drawing/2014/main" id="{A6D62DF3-7E19-3340-ADDB-BBB084828A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D6A386-66F6-9849-850C-6E84C1C9E46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5154231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3" name="Rectangle 2">
            <a:extLst>
              <a:ext uri="{FF2B5EF4-FFF2-40B4-BE49-F238E27FC236}">
                <a16:creationId xmlns:a16="http://schemas.microsoft.com/office/drawing/2014/main" id="{68BC1B02-7C7F-0048-A33F-39CB85C8B903}"/>
              </a:ext>
            </a:extLst>
          </p:cNvPr>
          <p:cNvSpPr>
            <a:spLocks noGrp="1" noChangeArrowheads="1"/>
          </p:cNvSpPr>
          <p:nvPr>
            <p:ph type="title"/>
          </p:nvPr>
        </p:nvSpPr>
        <p:spPr/>
        <p:txBody>
          <a:bodyPr/>
          <a:lstStyle/>
          <a:p>
            <a:r>
              <a:rPr lang="en-US" altLang="zh-CN" sz="3000">
                <a:latin typeface="微软雅黑" panose="020B0503020204020204" pitchFamily="34" charset="-122"/>
                <a:ea typeface="宋体" panose="02010600030101010101" pitchFamily="2" charset="-122"/>
              </a:rPr>
              <a:t>1.</a:t>
            </a:r>
            <a:r>
              <a:rPr lang="zh-CN" altLang="en-US" sz="3000">
                <a:latin typeface="微软雅黑" panose="020B0503020204020204" pitchFamily="34" charset="-122"/>
                <a:ea typeface="宋体" panose="02010600030101010101" pitchFamily="2" charset="-122"/>
              </a:rPr>
              <a:t> </a:t>
            </a:r>
            <a:r>
              <a:rPr lang="zh-CN" altLang="en-US" sz="3000">
                <a:latin typeface="Arial Black" panose="020B0604020202020204" pitchFamily="34" charset="0"/>
                <a:ea typeface="宋体" panose="02010600030101010101" pitchFamily="2" charset="-122"/>
              </a:rPr>
              <a:t>发现邻居节点</a:t>
            </a:r>
          </a:p>
        </p:txBody>
      </p:sp>
      <p:sp>
        <p:nvSpPr>
          <p:cNvPr id="381954" name="内容占位符 1">
            <a:extLst>
              <a:ext uri="{FF2B5EF4-FFF2-40B4-BE49-F238E27FC236}">
                <a16:creationId xmlns:a16="http://schemas.microsoft.com/office/drawing/2014/main" id="{6B22D585-1E6C-664B-BE3D-18C9C9350B00}"/>
              </a:ext>
            </a:extLst>
          </p:cNvPr>
          <p:cNvSpPr>
            <a:spLocks noGrp="1" noChangeArrowheads="1"/>
          </p:cNvSpPr>
          <p:nvPr>
            <p:ph idx="1"/>
          </p:nvPr>
        </p:nvSpPr>
        <p:spPr>
          <a:xfrm>
            <a:off x="251460" y="1059656"/>
            <a:ext cx="8687055" cy="1133475"/>
          </a:xfrm>
        </p:spPr>
        <p:txBody>
          <a:bodyPr/>
          <a:lstStyle/>
          <a:p>
            <a:r>
              <a:rPr lang="zh-CN" altLang="en-US" dirty="0">
                <a:latin typeface="微软雅黑" panose="020B0503020204020204" pitchFamily="34" charset="-122"/>
                <a:ea typeface="宋体" panose="02010600030101010101" pitchFamily="2" charset="-122"/>
              </a:rPr>
              <a:t>路由器启动后，通过发送</a:t>
            </a:r>
            <a:r>
              <a:rPr lang="en-US" altLang="zh-CN" dirty="0">
                <a:latin typeface="微软雅黑" panose="020B0503020204020204" pitchFamily="34" charset="-122"/>
                <a:ea typeface="宋体" panose="02010600030101010101" pitchFamily="2" charset="-122"/>
              </a:rPr>
              <a:t>HELLO</a:t>
            </a:r>
            <a:r>
              <a:rPr lang="zh-CN" altLang="en-US" dirty="0">
                <a:latin typeface="微软雅黑" panose="020B0503020204020204" pitchFamily="34" charset="-122"/>
                <a:ea typeface="宋体" panose="02010600030101010101" pitchFamily="2" charset="-122"/>
              </a:rPr>
              <a:t>分组发现邻居结点；</a:t>
            </a:r>
          </a:p>
          <a:p>
            <a:r>
              <a:rPr lang="zh-CN" altLang="en-US" dirty="0">
                <a:latin typeface="微软雅黑" panose="020B0503020204020204" pitchFamily="34" charset="-122"/>
                <a:ea typeface="宋体" panose="02010600030101010101" pitchFamily="2" charset="-122"/>
              </a:rPr>
              <a:t>两个或多个路由器连在一个</a:t>
            </a:r>
            <a:r>
              <a:rPr lang="en-US" altLang="zh-CN" dirty="0">
                <a:latin typeface="微软雅黑" panose="020B0503020204020204" pitchFamily="34" charset="-122"/>
                <a:ea typeface="宋体" panose="02010600030101010101" pitchFamily="2" charset="-122"/>
              </a:rPr>
              <a:t>LAN</a:t>
            </a:r>
            <a:r>
              <a:rPr lang="zh-CN" altLang="en-US" dirty="0">
                <a:latin typeface="微软雅黑" panose="020B0503020204020204" pitchFamily="34" charset="-122"/>
                <a:ea typeface="宋体" panose="02010600030101010101" pitchFamily="2" charset="-122"/>
              </a:rPr>
              <a:t>时，引入人工结点；</a:t>
            </a:r>
          </a:p>
        </p:txBody>
      </p:sp>
      <p:pic>
        <p:nvPicPr>
          <p:cNvPr id="381955" name="Picture 4" descr="5-11">
            <a:extLst>
              <a:ext uri="{FF2B5EF4-FFF2-40B4-BE49-F238E27FC236}">
                <a16:creationId xmlns:a16="http://schemas.microsoft.com/office/drawing/2014/main" id="{093706C2-B46E-C14E-A31D-66E4F33D50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41935" y="2333625"/>
            <a:ext cx="4754165" cy="214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956" name="灯片编号占位符 1">
            <a:extLst>
              <a:ext uri="{FF2B5EF4-FFF2-40B4-BE49-F238E27FC236}">
                <a16:creationId xmlns:a16="http://schemas.microsoft.com/office/drawing/2014/main" id="{E6F0C64D-AD9D-1C4F-95CC-F2ABB750CB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C5C4B0-05EA-924E-8ACE-674D6009DBE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62128776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1" name="Rectangle 2">
            <a:extLst>
              <a:ext uri="{FF2B5EF4-FFF2-40B4-BE49-F238E27FC236}">
                <a16:creationId xmlns:a16="http://schemas.microsoft.com/office/drawing/2014/main" id="{D099D43F-8B67-C943-B472-88DA34A5FC85}"/>
              </a:ext>
            </a:extLst>
          </p:cNvPr>
          <p:cNvSpPr>
            <a:spLocks noGrp="1" noChangeArrowheads="1"/>
          </p:cNvSpPr>
          <p:nvPr>
            <p:ph type="title"/>
          </p:nvPr>
        </p:nvSpPr>
        <p:spPr/>
        <p:txBody>
          <a:bodyPr/>
          <a:lstStyle/>
          <a:p>
            <a:r>
              <a:rPr lang="en-US" altLang="zh-CN" sz="3000">
                <a:ea typeface="宋体" panose="02010600030101010101" pitchFamily="2" charset="-122"/>
              </a:rPr>
              <a:t>2.</a:t>
            </a:r>
            <a:r>
              <a:rPr lang="zh-CN" altLang="en-US" sz="3000">
                <a:ea typeface="宋体" panose="02010600030101010101" pitchFamily="2" charset="-122"/>
              </a:rPr>
              <a:t> 设置链路成本</a:t>
            </a:r>
          </a:p>
        </p:txBody>
      </p:sp>
      <p:sp>
        <p:nvSpPr>
          <p:cNvPr id="384002" name="内容占位符 2">
            <a:extLst>
              <a:ext uri="{FF2B5EF4-FFF2-40B4-BE49-F238E27FC236}">
                <a16:creationId xmlns:a16="http://schemas.microsoft.com/office/drawing/2014/main" id="{292C6E22-6EFC-8A43-A0BE-62D45E1FDB74}"/>
              </a:ext>
            </a:extLst>
          </p:cNvPr>
          <p:cNvSpPr>
            <a:spLocks noGrp="1" noChangeArrowheads="1"/>
          </p:cNvSpPr>
          <p:nvPr>
            <p:ph idx="1"/>
          </p:nvPr>
        </p:nvSpPr>
        <p:spPr>
          <a:xfrm>
            <a:off x="249382" y="1080655"/>
            <a:ext cx="8689134" cy="3812814"/>
          </a:xfrm>
        </p:spPr>
        <p:txBody>
          <a:bodyPr/>
          <a:lstStyle/>
          <a:p>
            <a:r>
              <a:rPr lang="zh-CN" altLang="en-US" dirty="0">
                <a:ea typeface="宋体" panose="02010600030101010101" pitchFamily="2" charset="-122"/>
              </a:rPr>
              <a:t>为寻找最短路径，需要每条链路的距离或成本</a:t>
            </a:r>
            <a:endParaRPr lang="en-US" altLang="zh-CN" dirty="0">
              <a:ea typeface="宋体" panose="02010600030101010101" pitchFamily="2" charset="-122"/>
            </a:endParaRPr>
          </a:p>
          <a:p>
            <a:r>
              <a:rPr lang="zh-CN" altLang="en-US" dirty="0">
                <a:ea typeface="宋体" panose="02010600030101010101" pitchFamily="2" charset="-122"/>
              </a:rPr>
              <a:t>与链路带宽成反比：</a:t>
            </a:r>
            <a:r>
              <a:rPr lang="en-US" altLang="zh-CN" dirty="0">
                <a:solidFill>
                  <a:srgbClr val="C00000"/>
                </a:solidFill>
                <a:ea typeface="宋体" panose="02010600030101010101" pitchFamily="2" charset="-122"/>
              </a:rPr>
              <a:t>1G</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a:t>
            </a:r>
            <a:r>
              <a:rPr lang="zh-CN" altLang="en-US" dirty="0">
                <a:ea typeface="宋体" panose="02010600030101010101" pitchFamily="2" charset="-122"/>
              </a:rPr>
              <a:t>，</a:t>
            </a:r>
            <a:r>
              <a:rPr lang="en-US" altLang="zh-CN" dirty="0">
                <a:solidFill>
                  <a:srgbClr val="C00000"/>
                </a:solidFill>
                <a:ea typeface="宋体" panose="02010600030101010101" pitchFamily="2" charset="-122"/>
              </a:rPr>
              <a:t>100M</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10</a:t>
            </a:r>
          </a:p>
          <a:p>
            <a:r>
              <a:rPr lang="zh-CN" altLang="en-US" dirty="0">
                <a:ea typeface="宋体" panose="02010600030101010101" pitchFamily="2" charset="-122"/>
              </a:rPr>
              <a:t>地理上分散的线路延迟估算：</a:t>
            </a:r>
            <a:r>
              <a:rPr lang="zh-CN" altLang="en-US" dirty="0">
                <a:solidFill>
                  <a:srgbClr val="C00000"/>
                </a:solidFill>
                <a:ea typeface="宋体" panose="02010600030101010101" pitchFamily="2" charset="-122"/>
              </a:rPr>
              <a:t>往返时间除</a:t>
            </a:r>
            <a:r>
              <a:rPr lang="en-US" altLang="zh-CN" dirty="0">
                <a:solidFill>
                  <a:srgbClr val="C00000"/>
                </a:solidFill>
                <a:ea typeface="宋体" panose="02010600030101010101" pitchFamily="2" charset="-122"/>
              </a:rPr>
              <a:t>2</a:t>
            </a:r>
          </a:p>
          <a:p>
            <a:pPr lvl="1"/>
            <a:r>
              <a:rPr lang="zh-CN" altLang="en-US" dirty="0">
                <a:ea typeface="宋体" panose="02010600030101010101" pitchFamily="2" charset="-122"/>
              </a:rPr>
              <a:t>一种直接的方法是：发送一个要对方立即响应的</a:t>
            </a:r>
            <a:r>
              <a:rPr lang="en-US" altLang="zh-CN" dirty="0">
                <a:ea typeface="宋体" panose="02010600030101010101" pitchFamily="2" charset="-122"/>
              </a:rPr>
              <a:t>ECHO</a:t>
            </a:r>
            <a:r>
              <a:rPr lang="zh-CN" altLang="en-US" dirty="0">
                <a:ea typeface="宋体" panose="02010600030101010101" pitchFamily="2" charset="-122"/>
              </a:rPr>
              <a:t>分组，来回时间除以</a:t>
            </a:r>
            <a:r>
              <a:rPr lang="en-US" altLang="zh-CN" dirty="0">
                <a:ea typeface="宋体" panose="02010600030101010101" pitchFamily="2" charset="-122"/>
              </a:rPr>
              <a:t>2</a:t>
            </a:r>
            <a:r>
              <a:rPr lang="zh-CN" altLang="en-US" dirty="0">
                <a:ea typeface="宋体" panose="02010600030101010101" pitchFamily="2" charset="-122"/>
              </a:rPr>
              <a:t>即为延迟。</a:t>
            </a:r>
          </a:p>
        </p:txBody>
      </p:sp>
      <p:sp>
        <p:nvSpPr>
          <p:cNvPr id="384003" name="灯片编号占位符 1">
            <a:extLst>
              <a:ext uri="{FF2B5EF4-FFF2-40B4-BE49-F238E27FC236}">
                <a16:creationId xmlns:a16="http://schemas.microsoft.com/office/drawing/2014/main" id="{65796C07-4916-7F4D-B1B8-0364016491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09CC149-3FDF-A045-BC7F-E170D98613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81987032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49" name="Rectangle 2">
            <a:extLst>
              <a:ext uri="{FF2B5EF4-FFF2-40B4-BE49-F238E27FC236}">
                <a16:creationId xmlns:a16="http://schemas.microsoft.com/office/drawing/2014/main" id="{57A4646B-1AEF-2B45-B377-83F6D9C49A92}"/>
              </a:ext>
            </a:extLst>
          </p:cNvPr>
          <p:cNvSpPr>
            <a:spLocks noGrp="1" noChangeArrowheads="1"/>
          </p:cNvSpPr>
          <p:nvPr>
            <p:ph type="title"/>
          </p:nvPr>
        </p:nvSpPr>
        <p:spPr>
          <a:xfrm>
            <a:off x="160020" y="290514"/>
            <a:ext cx="7598093" cy="588165"/>
          </a:xfrm>
        </p:spPr>
        <p:txBody>
          <a:bodyPr/>
          <a:lstStyle/>
          <a:p>
            <a:r>
              <a:rPr lang="en-US" altLang="zh-CN" sz="3000">
                <a:ea typeface="宋体" panose="02010600030101010101" pitchFamily="2" charset="-122"/>
              </a:rPr>
              <a:t>3.</a:t>
            </a:r>
            <a:r>
              <a:rPr lang="zh-CN" altLang="en-US" sz="3000">
                <a:ea typeface="宋体" panose="02010600030101010101" pitchFamily="2" charset="-122"/>
              </a:rPr>
              <a:t> 构造链路状态分组</a:t>
            </a:r>
            <a:endParaRPr lang="en-US" altLang="zh-CN" sz="3000">
              <a:ea typeface="宋体" panose="02010600030101010101" pitchFamily="2" charset="-122"/>
            </a:endParaRPr>
          </a:p>
        </p:txBody>
      </p:sp>
      <p:sp>
        <p:nvSpPr>
          <p:cNvPr id="386050" name="内容占位符 1">
            <a:extLst>
              <a:ext uri="{FF2B5EF4-FFF2-40B4-BE49-F238E27FC236}">
                <a16:creationId xmlns:a16="http://schemas.microsoft.com/office/drawing/2014/main" id="{45D0854E-89FD-104E-AC19-C505B1E9AA5B}"/>
              </a:ext>
            </a:extLst>
          </p:cNvPr>
          <p:cNvSpPr>
            <a:spLocks noGrp="1" noChangeArrowheads="1"/>
          </p:cNvSpPr>
          <p:nvPr>
            <p:ph idx="1"/>
          </p:nvPr>
        </p:nvSpPr>
        <p:spPr>
          <a:xfrm>
            <a:off x="237054" y="945828"/>
            <a:ext cx="8669891" cy="1341834"/>
          </a:xfrm>
        </p:spPr>
        <p:txBody>
          <a:bodyPr/>
          <a:lstStyle/>
          <a:p>
            <a:pPr>
              <a:spcBef>
                <a:spcPts val="0"/>
              </a:spcBef>
            </a:pPr>
            <a:r>
              <a:rPr lang="zh-CN" altLang="en-US" sz="1800" dirty="0">
                <a:ea typeface="宋体" panose="02010600030101010101" pitchFamily="2" charset="-122"/>
              </a:rPr>
              <a:t>分组以发送方的标识符开头，后面是序号、年龄和一个邻居结点列表；</a:t>
            </a:r>
          </a:p>
          <a:p>
            <a:pPr>
              <a:spcBef>
                <a:spcPts val="0"/>
              </a:spcBef>
            </a:pPr>
            <a:r>
              <a:rPr lang="zh-CN" altLang="en-US" sz="1800" dirty="0">
                <a:ea typeface="宋体" panose="02010600030101010101" pitchFamily="2" charset="-122"/>
              </a:rPr>
              <a:t>列表中对应每个邻居结点，都有发送方到它们的延迟或开销；</a:t>
            </a:r>
          </a:p>
          <a:p>
            <a:pPr>
              <a:spcBef>
                <a:spcPts val="0"/>
              </a:spcBef>
            </a:pPr>
            <a:r>
              <a:rPr lang="zh-CN" altLang="en-US" sz="1800" dirty="0">
                <a:ea typeface="宋体" panose="02010600030101010101" pitchFamily="2" charset="-122"/>
              </a:rPr>
              <a:t>链路状态分组定期创建或发生重大事件时创建。</a:t>
            </a:r>
          </a:p>
          <a:p>
            <a:pPr lvl="1">
              <a:spcBef>
                <a:spcPts val="0"/>
              </a:spcBef>
            </a:pPr>
            <a:r>
              <a:rPr lang="zh-CN" altLang="en-US" sz="1600" dirty="0">
                <a:ea typeface="宋体" panose="02010600030101010101" pitchFamily="2" charset="-122"/>
              </a:rPr>
              <a:t>周期性创建</a:t>
            </a:r>
            <a:endParaRPr lang="en-US" altLang="zh-CN" sz="1600" dirty="0">
              <a:ea typeface="宋体" panose="02010600030101010101" pitchFamily="2" charset="-122"/>
            </a:endParaRPr>
          </a:p>
          <a:p>
            <a:pPr lvl="1">
              <a:spcBef>
                <a:spcPts val="0"/>
              </a:spcBef>
            </a:pPr>
            <a:r>
              <a:rPr lang="zh-CN" altLang="en-US" sz="1600" dirty="0">
                <a:ea typeface="宋体" panose="02010600030101010101" pitchFamily="2" charset="-122"/>
              </a:rPr>
              <a:t>事件驱动：线路断掉、邻居结点</a:t>
            </a:r>
            <a:r>
              <a:rPr lang="en-US" altLang="zh-CN" sz="1600" dirty="0">
                <a:ea typeface="宋体" panose="02010600030101010101" pitchFamily="2" charset="-122"/>
              </a:rPr>
              <a:t>down</a:t>
            </a:r>
            <a:r>
              <a:rPr lang="zh-CN" altLang="en-US" sz="1600" dirty="0">
                <a:ea typeface="宋体" panose="02010600030101010101" pitchFamily="2" charset="-122"/>
              </a:rPr>
              <a:t>机、重新恢复运行</a:t>
            </a:r>
            <a:endParaRPr lang="en-US" altLang="zh-CN" sz="1600" dirty="0">
              <a:ea typeface="宋体" panose="02010600030101010101" pitchFamily="2" charset="-122"/>
            </a:endParaRPr>
          </a:p>
        </p:txBody>
      </p:sp>
      <p:grpSp>
        <p:nvGrpSpPr>
          <p:cNvPr id="386051" name="Group 23">
            <a:extLst>
              <a:ext uri="{FF2B5EF4-FFF2-40B4-BE49-F238E27FC236}">
                <a16:creationId xmlns:a16="http://schemas.microsoft.com/office/drawing/2014/main" id="{00BDD64F-872B-2346-A947-5058065C686F}"/>
              </a:ext>
            </a:extLst>
          </p:cNvPr>
          <p:cNvGrpSpPr>
            <a:grpSpLocks/>
          </p:cNvGrpSpPr>
          <p:nvPr/>
        </p:nvGrpSpPr>
        <p:grpSpPr bwMode="auto">
          <a:xfrm>
            <a:off x="1416183" y="2787255"/>
            <a:ext cx="2170642" cy="1534716"/>
            <a:chOff x="781" y="1728"/>
            <a:chExt cx="2051" cy="1289"/>
          </a:xfrm>
        </p:grpSpPr>
        <p:sp>
          <p:nvSpPr>
            <p:cNvPr id="386198" name="AutoShape 6">
              <a:extLst>
                <a:ext uri="{FF2B5EF4-FFF2-40B4-BE49-F238E27FC236}">
                  <a16:creationId xmlns:a16="http://schemas.microsoft.com/office/drawing/2014/main" id="{60973941-1593-FF4F-B17A-9F6FFE05DFE8}"/>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86199" name="Line 7">
              <a:extLst>
                <a:ext uri="{FF2B5EF4-FFF2-40B4-BE49-F238E27FC236}">
                  <a16:creationId xmlns:a16="http://schemas.microsoft.com/office/drawing/2014/main" id="{42CD0006-9820-C24C-A2E2-BEA41FF51779}"/>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0" name="Line 8">
              <a:extLst>
                <a:ext uri="{FF2B5EF4-FFF2-40B4-BE49-F238E27FC236}">
                  <a16:creationId xmlns:a16="http://schemas.microsoft.com/office/drawing/2014/main" id="{60CFCE0E-3BFE-8B4E-8F90-DFA5B7028AB5}"/>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1" name="Text Box 9">
              <a:extLst>
                <a:ext uri="{FF2B5EF4-FFF2-40B4-BE49-F238E27FC236}">
                  <a16:creationId xmlns:a16="http://schemas.microsoft.com/office/drawing/2014/main" id="{D5250114-911E-224C-92E8-B42704639E6B}"/>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A</a:t>
              </a:r>
            </a:p>
          </p:txBody>
        </p:sp>
        <p:sp>
          <p:nvSpPr>
            <p:cNvPr id="386202" name="Text Box 10">
              <a:extLst>
                <a:ext uri="{FF2B5EF4-FFF2-40B4-BE49-F238E27FC236}">
                  <a16:creationId xmlns:a16="http://schemas.microsoft.com/office/drawing/2014/main" id="{F8DAC00E-7614-D84E-8301-614C740DA66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B</a:t>
              </a:r>
            </a:p>
          </p:txBody>
        </p:sp>
        <p:sp>
          <p:nvSpPr>
            <p:cNvPr id="386203" name="Text Box 11">
              <a:extLst>
                <a:ext uri="{FF2B5EF4-FFF2-40B4-BE49-F238E27FC236}">
                  <a16:creationId xmlns:a16="http://schemas.microsoft.com/office/drawing/2014/main" id="{10C9C046-A080-1D46-ABBA-CE5A0D204772}"/>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86204" name="Text Box 12">
              <a:extLst>
                <a:ext uri="{FF2B5EF4-FFF2-40B4-BE49-F238E27FC236}">
                  <a16:creationId xmlns:a16="http://schemas.microsoft.com/office/drawing/2014/main" id="{26C67198-A34D-0E46-B1BB-88FF0D6E80C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86205" name="Text Box 13">
              <a:extLst>
                <a:ext uri="{FF2B5EF4-FFF2-40B4-BE49-F238E27FC236}">
                  <a16:creationId xmlns:a16="http://schemas.microsoft.com/office/drawing/2014/main" id="{040F22EC-FEE8-554A-83AE-A4C25005AF9E}"/>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86206" name="Text Box 14">
              <a:extLst>
                <a:ext uri="{FF2B5EF4-FFF2-40B4-BE49-F238E27FC236}">
                  <a16:creationId xmlns:a16="http://schemas.microsoft.com/office/drawing/2014/main" id="{14D5FB2F-67DF-CE46-86F6-40C775946A8F}"/>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E</a:t>
              </a:r>
            </a:p>
          </p:txBody>
        </p:sp>
        <p:sp>
          <p:nvSpPr>
            <p:cNvPr id="386207" name="Text Box 15">
              <a:extLst>
                <a:ext uri="{FF2B5EF4-FFF2-40B4-BE49-F238E27FC236}">
                  <a16:creationId xmlns:a16="http://schemas.microsoft.com/office/drawing/2014/main" id="{7DB4A311-4C04-694D-BD9F-6E69A801C75F}"/>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86208" name="Text Box 16">
              <a:extLst>
                <a:ext uri="{FF2B5EF4-FFF2-40B4-BE49-F238E27FC236}">
                  <a16:creationId xmlns:a16="http://schemas.microsoft.com/office/drawing/2014/main" id="{4929E66B-C449-6147-B060-A5CCC5F7459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86209" name="Text Box 17">
              <a:extLst>
                <a:ext uri="{FF2B5EF4-FFF2-40B4-BE49-F238E27FC236}">
                  <a16:creationId xmlns:a16="http://schemas.microsoft.com/office/drawing/2014/main" id="{43A59FF7-0638-7548-9729-85907CBF7180}"/>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86210" name="Text Box 18">
              <a:extLst>
                <a:ext uri="{FF2B5EF4-FFF2-40B4-BE49-F238E27FC236}">
                  <a16:creationId xmlns:a16="http://schemas.microsoft.com/office/drawing/2014/main" id="{428AD12F-FDCF-F540-AAD4-18F0DAB2CCA1}"/>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86211" name="Text Box 19">
              <a:extLst>
                <a:ext uri="{FF2B5EF4-FFF2-40B4-BE49-F238E27FC236}">
                  <a16:creationId xmlns:a16="http://schemas.microsoft.com/office/drawing/2014/main" id="{AC8C930A-012A-D440-B965-9252C6FDCFB4}"/>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86212" name="Text Box 20">
              <a:extLst>
                <a:ext uri="{FF2B5EF4-FFF2-40B4-BE49-F238E27FC236}">
                  <a16:creationId xmlns:a16="http://schemas.microsoft.com/office/drawing/2014/main" id="{925E33C7-7433-AE40-B5C7-2EDDA99D249B}"/>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86213" name="Text Box 21">
              <a:extLst>
                <a:ext uri="{FF2B5EF4-FFF2-40B4-BE49-F238E27FC236}">
                  <a16:creationId xmlns:a16="http://schemas.microsoft.com/office/drawing/2014/main" id="{DD594919-DD61-EA44-86DA-2E7A78522B95}"/>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86214" name="Text Box 22">
              <a:extLst>
                <a:ext uri="{FF2B5EF4-FFF2-40B4-BE49-F238E27FC236}">
                  <a16:creationId xmlns:a16="http://schemas.microsoft.com/office/drawing/2014/main" id="{C74A5B18-9437-2E44-B99E-5BF6148EB499}"/>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graphicFrame>
        <p:nvGraphicFramePr>
          <p:cNvPr id="416309" name="Group 565">
            <a:extLst>
              <a:ext uri="{FF2B5EF4-FFF2-40B4-BE49-F238E27FC236}">
                <a16:creationId xmlns:a16="http://schemas.microsoft.com/office/drawing/2014/main" id="{C52DC6AC-D557-3947-925F-EE41EDE50452}"/>
              </a:ext>
            </a:extLst>
          </p:cNvPr>
          <p:cNvGraphicFramePr>
            <a:graphicFrameLocks noGrp="1"/>
          </p:cNvGraphicFramePr>
          <p:nvPr/>
        </p:nvGraphicFramePr>
        <p:xfrm>
          <a:off x="3814763" y="2284810"/>
          <a:ext cx="3875485" cy="2262191"/>
        </p:xfrm>
        <a:graphic>
          <a:graphicData uri="http://schemas.openxmlformats.org/drawingml/2006/table">
            <a:tbl>
              <a:tblPr/>
              <a:tblGrid>
                <a:gridCol w="208360">
                  <a:extLst>
                    <a:ext uri="{9D8B030D-6E8A-4147-A177-3AD203B41FA5}">
                      <a16:colId xmlns:a16="http://schemas.microsoft.com/office/drawing/2014/main" val="4278543894"/>
                    </a:ext>
                  </a:extLst>
                </a:gridCol>
                <a:gridCol w="229790">
                  <a:extLst>
                    <a:ext uri="{9D8B030D-6E8A-4147-A177-3AD203B41FA5}">
                      <a16:colId xmlns:a16="http://schemas.microsoft.com/office/drawing/2014/main" val="3683508235"/>
                    </a:ext>
                  </a:extLst>
                </a:gridCol>
                <a:gridCol w="228600">
                  <a:extLst>
                    <a:ext uri="{9D8B030D-6E8A-4147-A177-3AD203B41FA5}">
                      <a16:colId xmlns:a16="http://schemas.microsoft.com/office/drawing/2014/main" val="1230385362"/>
                    </a:ext>
                  </a:extLst>
                </a:gridCol>
                <a:gridCol w="228600">
                  <a:extLst>
                    <a:ext uri="{9D8B030D-6E8A-4147-A177-3AD203B41FA5}">
                      <a16:colId xmlns:a16="http://schemas.microsoft.com/office/drawing/2014/main" val="1446283425"/>
                    </a:ext>
                  </a:extLst>
                </a:gridCol>
                <a:gridCol w="230981">
                  <a:extLst>
                    <a:ext uri="{9D8B030D-6E8A-4147-A177-3AD203B41FA5}">
                      <a16:colId xmlns:a16="http://schemas.microsoft.com/office/drawing/2014/main" val="2393847455"/>
                    </a:ext>
                  </a:extLst>
                </a:gridCol>
                <a:gridCol w="228600">
                  <a:extLst>
                    <a:ext uri="{9D8B030D-6E8A-4147-A177-3AD203B41FA5}">
                      <a16:colId xmlns:a16="http://schemas.microsoft.com/office/drawing/2014/main" val="2630882321"/>
                    </a:ext>
                  </a:extLst>
                </a:gridCol>
                <a:gridCol w="228600">
                  <a:extLst>
                    <a:ext uri="{9D8B030D-6E8A-4147-A177-3AD203B41FA5}">
                      <a16:colId xmlns:a16="http://schemas.microsoft.com/office/drawing/2014/main" val="3032537854"/>
                    </a:ext>
                  </a:extLst>
                </a:gridCol>
                <a:gridCol w="229791">
                  <a:extLst>
                    <a:ext uri="{9D8B030D-6E8A-4147-A177-3AD203B41FA5}">
                      <a16:colId xmlns:a16="http://schemas.microsoft.com/office/drawing/2014/main" val="2346123106"/>
                    </a:ext>
                  </a:extLst>
                </a:gridCol>
                <a:gridCol w="228600">
                  <a:extLst>
                    <a:ext uri="{9D8B030D-6E8A-4147-A177-3AD203B41FA5}">
                      <a16:colId xmlns:a16="http://schemas.microsoft.com/office/drawing/2014/main" val="3250598581"/>
                    </a:ext>
                  </a:extLst>
                </a:gridCol>
                <a:gridCol w="230981">
                  <a:extLst>
                    <a:ext uri="{9D8B030D-6E8A-4147-A177-3AD203B41FA5}">
                      <a16:colId xmlns:a16="http://schemas.microsoft.com/office/drawing/2014/main" val="378999163"/>
                    </a:ext>
                  </a:extLst>
                </a:gridCol>
                <a:gridCol w="227409">
                  <a:extLst>
                    <a:ext uri="{9D8B030D-6E8A-4147-A177-3AD203B41FA5}">
                      <a16:colId xmlns:a16="http://schemas.microsoft.com/office/drawing/2014/main" val="1176873267"/>
                    </a:ext>
                  </a:extLst>
                </a:gridCol>
                <a:gridCol w="229791">
                  <a:extLst>
                    <a:ext uri="{9D8B030D-6E8A-4147-A177-3AD203B41FA5}">
                      <a16:colId xmlns:a16="http://schemas.microsoft.com/office/drawing/2014/main" val="3905271715"/>
                    </a:ext>
                  </a:extLst>
                </a:gridCol>
                <a:gridCol w="254794">
                  <a:extLst>
                    <a:ext uri="{9D8B030D-6E8A-4147-A177-3AD203B41FA5}">
                      <a16:colId xmlns:a16="http://schemas.microsoft.com/office/drawing/2014/main" val="1508423064"/>
                    </a:ext>
                  </a:extLst>
                </a:gridCol>
                <a:gridCol w="203597">
                  <a:extLst>
                    <a:ext uri="{9D8B030D-6E8A-4147-A177-3AD203B41FA5}">
                      <a16:colId xmlns:a16="http://schemas.microsoft.com/office/drawing/2014/main" val="3879336619"/>
                    </a:ext>
                  </a:extLst>
                </a:gridCol>
                <a:gridCol w="230981">
                  <a:extLst>
                    <a:ext uri="{9D8B030D-6E8A-4147-A177-3AD203B41FA5}">
                      <a16:colId xmlns:a16="http://schemas.microsoft.com/office/drawing/2014/main" val="3023316780"/>
                    </a:ext>
                  </a:extLst>
                </a:gridCol>
                <a:gridCol w="228600">
                  <a:extLst>
                    <a:ext uri="{9D8B030D-6E8A-4147-A177-3AD203B41FA5}">
                      <a16:colId xmlns:a16="http://schemas.microsoft.com/office/drawing/2014/main" val="1204378095"/>
                    </a:ext>
                  </a:extLst>
                </a:gridCol>
                <a:gridCol w="227410">
                  <a:extLst>
                    <a:ext uri="{9D8B030D-6E8A-4147-A177-3AD203B41FA5}">
                      <a16:colId xmlns:a16="http://schemas.microsoft.com/office/drawing/2014/main" val="4009916905"/>
                    </a:ext>
                  </a:extLst>
                </a:gridCol>
              </a:tblGrid>
              <a:tr h="289322">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链  路  状  态  分  组</a:t>
                      </a:r>
                    </a:p>
                  </a:txBody>
                  <a:tcPr marL="60968" marR="60968" marT="34298" marB="3429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715372343"/>
                  </a:ext>
                </a:extLst>
              </a:tr>
              <a:tr h="289322">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18394314"/>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35031072"/>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88071963"/>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003201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49112297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1123560"/>
                  </a:ext>
                </a:extLst>
              </a:tr>
            </a:tbl>
          </a:graphicData>
        </a:graphic>
      </p:graphicFrame>
      <p:sp>
        <p:nvSpPr>
          <p:cNvPr id="386196" name="灯片编号占位符 1">
            <a:extLst>
              <a:ext uri="{FF2B5EF4-FFF2-40B4-BE49-F238E27FC236}">
                <a16:creationId xmlns:a16="http://schemas.microsoft.com/office/drawing/2014/main" id="{7255E7AB-0293-894D-A55E-FA8EDB6EAC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3A8ED1F-DFD6-8C4A-B783-E581A435DF8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173</a:t>
            </a:fld>
            <a:endParaRPr lang="en-US" altLang="zh-CN" sz="1050">
              <a:solidFill>
                <a:schemeClr val="bg2"/>
              </a:solidFill>
              <a:latin typeface="Tahoma" panose="020B0604030504040204" pitchFamily="34" charset="0"/>
              <a:ea typeface="宋体" panose="02010600030101010101" pitchFamily="2" charset="-122"/>
            </a:endParaRPr>
          </a:p>
        </p:txBody>
      </p:sp>
      <p:sp>
        <p:nvSpPr>
          <p:cNvPr id="386197" name="Text Box 109">
            <a:extLst>
              <a:ext uri="{FF2B5EF4-FFF2-40B4-BE49-F238E27FC236}">
                <a16:creationId xmlns:a16="http://schemas.microsoft.com/office/drawing/2014/main" id="{52C3EE6D-2BAC-5945-862F-976C906A5BE3}"/>
              </a:ext>
            </a:extLst>
          </p:cNvPr>
          <p:cNvSpPr txBox="1">
            <a:spLocks noChangeArrowheads="1"/>
          </p:cNvSpPr>
          <p:nvPr/>
        </p:nvSpPr>
        <p:spPr bwMode="auto">
          <a:xfrm>
            <a:off x="2488316" y="4452939"/>
            <a:ext cx="1845469" cy="720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80000"/>
              </a:lnSpc>
              <a:spcBef>
                <a:spcPct val="50000"/>
              </a:spcBef>
              <a:buClrTx/>
              <a:buSzTx/>
              <a:buFontTx/>
              <a:buNone/>
            </a:pPr>
            <a:r>
              <a:rPr kumimoji="1" lang="zh-CN" altLang="en-US" sz="1200">
                <a:solidFill>
                  <a:schemeClr val="tx1"/>
                </a:solidFill>
                <a:latin typeface="微软雅黑" panose="020B0503020204020204" pitchFamily="34" charset="-122"/>
                <a:ea typeface="宋体" panose="02010600030101010101" pitchFamily="2" charset="-122"/>
              </a:rPr>
              <a:t>节点</a:t>
            </a:r>
            <a:r>
              <a:rPr kumimoji="1" lang="en-US" altLang="zh-CN" sz="1200">
                <a:solidFill>
                  <a:schemeClr val="tx1"/>
                </a:solidFill>
                <a:latin typeface="微软雅黑" panose="020B0503020204020204" pitchFamily="34" charset="-122"/>
                <a:ea typeface="宋体" panose="02010600030101010101" pitchFamily="2" charset="-122"/>
              </a:rPr>
              <a:t>A</a:t>
            </a:r>
            <a:r>
              <a:rPr kumimoji="1" lang="zh-CN" altLang="en-US" sz="1200">
                <a:solidFill>
                  <a:schemeClr val="tx1"/>
                </a:solidFill>
                <a:latin typeface="微软雅黑" panose="020B0503020204020204" pitchFamily="34" charset="-122"/>
                <a:ea typeface="宋体" panose="02010600030101010101" pitchFamily="2" charset="-122"/>
              </a:rPr>
              <a:t>仅与节点</a:t>
            </a:r>
            <a:r>
              <a:rPr kumimoji="1" lang="en-US" altLang="zh-CN" sz="1200">
                <a:solidFill>
                  <a:schemeClr val="tx1"/>
                </a:solidFill>
                <a:latin typeface="微软雅黑" panose="020B0503020204020204" pitchFamily="34" charset="-122"/>
                <a:ea typeface="宋体" panose="02010600030101010101" pitchFamily="2" charset="-122"/>
              </a:rPr>
              <a:t>B</a:t>
            </a:r>
            <a:r>
              <a:rPr kumimoji="1" lang="zh-CN" altLang="en-US" sz="1200">
                <a:solidFill>
                  <a:schemeClr val="tx1"/>
                </a:solidFill>
                <a:latin typeface="微软雅黑" panose="020B0503020204020204" pitchFamily="34" charset="-122"/>
                <a:ea typeface="宋体" panose="02010600030101010101" pitchFamily="2" charset="-122"/>
              </a:rPr>
              <a:t>和</a:t>
            </a:r>
            <a:r>
              <a:rPr kumimoji="1" lang="en-US" altLang="zh-CN" sz="1200">
                <a:solidFill>
                  <a:schemeClr val="tx1"/>
                </a:solidFill>
                <a:latin typeface="微软雅黑" panose="020B0503020204020204" pitchFamily="34" charset="-122"/>
                <a:ea typeface="宋体" panose="02010600030101010101" pitchFamily="2" charset="-122"/>
              </a:rPr>
              <a:t>E</a:t>
            </a:r>
            <a:r>
              <a:rPr kumimoji="1" lang="zh-CN" altLang="en-US" sz="1200">
                <a:solidFill>
                  <a:schemeClr val="tx1"/>
                </a:solidFill>
                <a:latin typeface="微软雅黑" panose="020B0503020204020204" pitchFamily="34" charset="-122"/>
                <a:ea typeface="宋体" panose="02010600030101010101" pitchFamily="2" charset="-122"/>
              </a:rPr>
              <a:t>相邻</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B</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4ms</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E</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5ms </a:t>
            </a:r>
          </a:p>
        </p:txBody>
      </p:sp>
    </p:spTree>
    <p:extLst>
      <p:ext uri="{BB962C8B-B14F-4D97-AF65-F5344CB8AC3E}">
        <p14:creationId xmlns:p14="http://schemas.microsoft.com/office/powerpoint/2010/main" val="55728811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7" name="Rectangle 2">
            <a:extLst>
              <a:ext uri="{FF2B5EF4-FFF2-40B4-BE49-F238E27FC236}">
                <a16:creationId xmlns:a16="http://schemas.microsoft.com/office/drawing/2014/main" id="{33AF7951-FC58-A345-A99D-12C89B71409F}"/>
              </a:ext>
            </a:extLst>
          </p:cNvPr>
          <p:cNvSpPr>
            <a:spLocks noGrp="1" noChangeArrowheads="1"/>
          </p:cNvSpPr>
          <p:nvPr>
            <p:ph type="title"/>
          </p:nvPr>
        </p:nvSpPr>
        <p:spPr>
          <a:xfrm>
            <a:off x="160020" y="226219"/>
            <a:ext cx="7326630" cy="725091"/>
          </a:xfrm>
        </p:spPr>
        <p:txBody>
          <a:bodyPr/>
          <a:lstStyle/>
          <a:p>
            <a:r>
              <a:rPr lang="en-US" altLang="zh-CN" sz="3000" dirty="0">
                <a:latin typeface="微软雅黑" panose="020B0503020204020204" pitchFamily="34" charset="-122"/>
                <a:ea typeface="宋体" panose="02010600030101010101" pitchFamily="2" charset="-122"/>
              </a:rPr>
              <a:t>4.</a:t>
            </a:r>
            <a:r>
              <a:rPr lang="zh-CN" altLang="en-US" sz="3000" dirty="0">
                <a:latin typeface="微软雅黑" panose="020B0503020204020204" pitchFamily="34" charset="-122"/>
                <a:ea typeface="宋体" panose="02010600030101010101" pitchFamily="2" charset="-122"/>
              </a:rPr>
              <a:t> </a:t>
            </a:r>
            <a:r>
              <a:rPr lang="zh-CN" altLang="en-US" sz="3000" dirty="0">
                <a:latin typeface="Arial Black" panose="020B0604020202020204" pitchFamily="34" charset="0"/>
                <a:ea typeface="宋体" panose="02010600030101010101" pitchFamily="2" charset="-122"/>
              </a:rPr>
              <a:t>分发链路状态分组</a:t>
            </a:r>
            <a:endParaRPr lang="en-US" altLang="zh-CN" sz="3000" dirty="0">
              <a:latin typeface="Arial Black" panose="020B0604020202020204" pitchFamily="34" charset="0"/>
              <a:ea typeface="宋体" panose="02010600030101010101" pitchFamily="2" charset="-122"/>
            </a:endParaRPr>
          </a:p>
        </p:txBody>
      </p:sp>
      <p:sp>
        <p:nvSpPr>
          <p:cNvPr id="388098" name="内容占位符 1">
            <a:extLst>
              <a:ext uri="{FF2B5EF4-FFF2-40B4-BE49-F238E27FC236}">
                <a16:creationId xmlns:a16="http://schemas.microsoft.com/office/drawing/2014/main" id="{3789E1F7-C76A-B841-BDBB-ED58852C7E4A}"/>
              </a:ext>
            </a:extLst>
          </p:cNvPr>
          <p:cNvSpPr>
            <a:spLocks noGrp="1" noChangeArrowheads="1"/>
          </p:cNvSpPr>
          <p:nvPr>
            <p:ph idx="1"/>
          </p:nvPr>
        </p:nvSpPr>
        <p:spPr>
          <a:xfrm>
            <a:off x="160020" y="1113235"/>
            <a:ext cx="8709659" cy="3726656"/>
          </a:xfrm>
        </p:spPr>
        <p:txBody>
          <a:bodyPr/>
          <a:lstStyle/>
          <a:p>
            <a:r>
              <a:rPr lang="zh-CN" altLang="en-US" dirty="0">
                <a:latin typeface="Arial Black" panose="020B0604020202020204" pitchFamily="34" charset="0"/>
                <a:ea typeface="宋体" panose="02010600030101010101" pitchFamily="2" charset="-122"/>
              </a:rPr>
              <a:t>泛洪法发布</a:t>
            </a:r>
            <a:endParaRPr lang="en-US" altLang="zh-CN" dirty="0">
              <a:latin typeface="Arial Black" panose="020B0604020202020204" pitchFamily="34"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基本思想</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洪泛链路状态分组，为控制洪泛，每个分组包含一个序号，每次发送新分组时加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路由器记录信息对：</a:t>
            </a:r>
            <a:r>
              <a:rPr lang="en-US" altLang="zh-CN" dirty="0">
                <a:latin typeface="Times New Roman" panose="02020603050405020304" pitchFamily="18" charset="0"/>
                <a:ea typeface="宋体" panose="02010600030101010101" pitchFamily="2" charset="-122"/>
              </a:rPr>
              <a:t>&lt;</a:t>
            </a:r>
            <a:r>
              <a:rPr lang="zh-CN" altLang="en-US" dirty="0">
                <a:latin typeface="Times New Roman" panose="02020603050405020304" pitchFamily="18" charset="0"/>
                <a:ea typeface="宋体" panose="02010600030101010101" pitchFamily="2" charset="-122"/>
              </a:rPr>
              <a:t>源路由器，序号</a:t>
            </a:r>
            <a:r>
              <a:rPr lang="en-US" altLang="zh-CN" dirty="0">
                <a:latin typeface="Times New Roman" panose="02020603050405020304" pitchFamily="18" charset="0"/>
                <a:ea typeface="宋体" panose="02010600030101010101" pitchFamily="2" charset="-122"/>
              </a:rPr>
              <a:t>&gt;</a:t>
            </a:r>
            <a:r>
              <a:rPr lang="zh-CN" altLang="en-US" dirty="0">
                <a:latin typeface="Times New Roman" panose="02020603050405020304" pitchFamily="18" charset="0"/>
                <a:ea typeface="宋体" panose="02010600030101010101" pitchFamily="2" charset="-122"/>
              </a:rPr>
              <a:t>，当一个链路状态分组到达时，若是新的，则分发；若是重复的，则丢弃；若序号比路由器记录中的最大序号小，则认为过时而丢弃；</a:t>
            </a:r>
          </a:p>
        </p:txBody>
      </p:sp>
      <p:sp>
        <p:nvSpPr>
          <p:cNvPr id="388099" name="灯片编号占位符 1">
            <a:extLst>
              <a:ext uri="{FF2B5EF4-FFF2-40B4-BE49-F238E27FC236}">
                <a16:creationId xmlns:a16="http://schemas.microsoft.com/office/drawing/2014/main" id="{47932652-09E3-D04E-951E-A943E57C93D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1FAAAB-7832-0546-B397-18F31570B6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174</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64024924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5" name="标题 1">
            <a:extLst>
              <a:ext uri="{FF2B5EF4-FFF2-40B4-BE49-F238E27FC236}">
                <a16:creationId xmlns:a16="http://schemas.microsoft.com/office/drawing/2014/main" id="{03281E34-E3BF-954B-8C61-FE1A6581D101}"/>
              </a:ext>
            </a:extLst>
          </p:cNvPr>
          <p:cNvSpPr>
            <a:spLocks noGrp="1" noChangeArrowheads="1"/>
          </p:cNvSpPr>
          <p:nvPr>
            <p:ph type="title"/>
          </p:nvPr>
        </p:nvSpPr>
        <p:spPr/>
        <p:txBody>
          <a:bodyPr/>
          <a:lstStyle/>
          <a:p>
            <a:pPr marL="257175" indent="-257175"/>
            <a:r>
              <a:rPr lang="zh-CN" altLang="en-US">
                <a:latin typeface="Times New Roman" panose="02020603050405020304" pitchFamily="18" charset="0"/>
                <a:ea typeface="宋体" panose="02010600030101010101" pitchFamily="2" charset="-122"/>
              </a:rPr>
              <a:t>存在问题及解决方案</a:t>
            </a:r>
          </a:p>
        </p:txBody>
      </p:sp>
      <p:sp>
        <p:nvSpPr>
          <p:cNvPr id="390146" name="内容占位符 2">
            <a:extLst>
              <a:ext uri="{FF2B5EF4-FFF2-40B4-BE49-F238E27FC236}">
                <a16:creationId xmlns:a16="http://schemas.microsoft.com/office/drawing/2014/main" id="{A7E2CFC8-120E-6E48-9A75-B7F6239AFF7D}"/>
              </a:ext>
            </a:extLst>
          </p:cNvPr>
          <p:cNvSpPr>
            <a:spLocks noGrp="1" noChangeArrowheads="1"/>
          </p:cNvSpPr>
          <p:nvPr>
            <p:ph idx="1"/>
          </p:nvPr>
        </p:nvSpPr>
        <p:spPr>
          <a:xfrm>
            <a:off x="133563" y="1059656"/>
            <a:ext cx="8804953" cy="3833813"/>
          </a:xfrm>
        </p:spPr>
        <p:txBody>
          <a:bodyPr/>
          <a:lstStyle/>
          <a:p>
            <a:r>
              <a:rPr lang="zh-CN" altLang="en-US" sz="2100" dirty="0">
                <a:ea typeface="宋体" panose="02010600030101010101" pitchFamily="2" charset="-122"/>
              </a:rPr>
              <a:t>存在问题</a:t>
            </a:r>
          </a:p>
          <a:p>
            <a:pPr lvl="1"/>
            <a:r>
              <a:rPr lang="zh-CN" altLang="en-US" sz="1800" dirty="0">
                <a:ea typeface="宋体" panose="02010600030101010101" pitchFamily="2" charset="-122"/>
              </a:rPr>
              <a:t>序号绕回</a:t>
            </a:r>
            <a:endParaRPr lang="en-US" altLang="zh-CN" sz="1800" dirty="0">
              <a:ea typeface="宋体" panose="02010600030101010101" pitchFamily="2" charset="-122"/>
            </a:endParaRPr>
          </a:p>
          <a:p>
            <a:pPr lvl="1"/>
            <a:r>
              <a:rPr lang="zh-CN" altLang="en-US" sz="1800" dirty="0">
                <a:ea typeface="宋体" panose="02010600030101010101" pitchFamily="2" charset="-122"/>
              </a:rPr>
              <a:t>路由器崩溃，序号重新开始，</a:t>
            </a:r>
            <a:r>
              <a:rPr lang="zh-CN" altLang="en-US" sz="1800" dirty="0">
                <a:latin typeface="微软雅黑" panose="020B0503020204020204" pitchFamily="34" charset="-122"/>
                <a:ea typeface="宋体" panose="02010600030101010101" pitchFamily="2" charset="-122"/>
              </a:rPr>
              <a:t>后面的分组会被当作重复分组被拒绝</a:t>
            </a:r>
            <a:endParaRPr lang="en-US" altLang="zh-CN" sz="1800" dirty="0">
              <a:latin typeface="微软雅黑" panose="020B0503020204020204" pitchFamily="34" charset="-122"/>
              <a:ea typeface="宋体" panose="02010600030101010101" pitchFamily="2" charset="-122"/>
            </a:endParaRPr>
          </a:p>
          <a:p>
            <a:pPr lvl="1"/>
            <a:r>
              <a:rPr lang="zh-CN" altLang="en-US" sz="1800" dirty="0">
                <a:ea typeface="宋体" panose="02010600030101010101" pitchFamily="2" charset="-122"/>
              </a:rPr>
              <a:t>序号传送出错</a:t>
            </a:r>
            <a:endParaRPr lang="en-US" altLang="zh-CN" sz="1800" dirty="0">
              <a:ea typeface="宋体" panose="02010600030101010101" pitchFamily="2" charset="-122"/>
            </a:endParaRP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0</a:t>
            </a:r>
            <a:r>
              <a:rPr lang="en-US" altLang="zh-CN" dirty="0">
                <a:latin typeface="Times New Roman" panose="02020603050405020304" pitchFamily="18" charset="0"/>
                <a:ea typeface="宋体" panose="02010600030101010101" pitchFamily="2" charset="-122"/>
              </a:rPr>
              <a:t> 0000 0000 0000 0100=4</a:t>
            </a:r>
            <a:r>
              <a:rPr lang="en-US" altLang="zh-CN" baseline="-25000" dirty="0">
                <a:latin typeface="Times New Roman" panose="02020603050405020304" pitchFamily="18" charset="0"/>
                <a:ea typeface="宋体" panose="02010600030101010101" pitchFamily="2" charset="-122"/>
              </a:rPr>
              <a:t>10</a:t>
            </a: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1</a:t>
            </a:r>
            <a:r>
              <a:rPr lang="en-US" altLang="zh-CN" dirty="0">
                <a:latin typeface="Times New Roman" panose="02020603050405020304" pitchFamily="18" charset="0"/>
                <a:ea typeface="宋体" panose="02010600030101010101" pitchFamily="2" charset="-122"/>
              </a:rPr>
              <a:t> 0000 0000 0000 0100=65540</a:t>
            </a:r>
            <a:r>
              <a:rPr lang="en-US" altLang="zh-CN" baseline="-25000" dirty="0">
                <a:latin typeface="Times New Roman" panose="02020603050405020304" pitchFamily="18" charset="0"/>
                <a:ea typeface="宋体" panose="02010600030101010101" pitchFamily="2" charset="-122"/>
              </a:rPr>
              <a:t>10</a:t>
            </a:r>
            <a:endParaRPr lang="en-US" altLang="zh-CN" dirty="0">
              <a:latin typeface="Times New Roman" panose="02020603050405020304" pitchFamily="18" charset="0"/>
              <a:ea typeface="宋体" panose="02010600030101010101" pitchFamily="2" charset="-122"/>
            </a:endParaRPr>
          </a:p>
          <a:p>
            <a:r>
              <a:rPr lang="zh-CN" altLang="en-US" sz="2100" dirty="0">
                <a:solidFill>
                  <a:srgbClr val="C00000"/>
                </a:solidFill>
                <a:ea typeface="宋体" panose="02010600030101010101" pitchFamily="2" charset="-122"/>
              </a:rPr>
              <a:t>解决方法：</a:t>
            </a:r>
            <a:endParaRPr lang="en-US" altLang="zh-CN" sz="2100" dirty="0">
              <a:solidFill>
                <a:srgbClr val="C00000"/>
              </a:solidFill>
              <a:ea typeface="宋体" panose="02010600030101010101" pitchFamily="2" charset="-122"/>
            </a:endParaRPr>
          </a:p>
          <a:p>
            <a:pPr lvl="1"/>
            <a:r>
              <a:rPr lang="zh-CN" altLang="en-US" sz="1800" dirty="0">
                <a:ea typeface="宋体" panose="02010600030101010101" pitchFamily="2" charset="-122"/>
              </a:rPr>
              <a:t>使用</a:t>
            </a:r>
            <a:r>
              <a:rPr lang="en-US" altLang="zh-CN" sz="1800" dirty="0">
                <a:ea typeface="宋体" panose="02010600030101010101" pitchFamily="2" charset="-122"/>
              </a:rPr>
              <a:t>32</a:t>
            </a:r>
            <a:r>
              <a:rPr lang="zh-CN" altLang="en-US" sz="1800" dirty="0">
                <a:ea typeface="宋体" panose="02010600030101010101" pitchFamily="2" charset="-122"/>
              </a:rPr>
              <a:t>位序号；</a:t>
            </a:r>
            <a:r>
              <a:rPr lang="en-US" altLang="zh-CN" sz="1800" dirty="0">
                <a:ea typeface="宋体" panose="02010600030101010101" pitchFamily="2" charset="-122"/>
              </a:rPr>
              <a:t>2</a:t>
            </a:r>
            <a:r>
              <a:rPr lang="en-US" altLang="zh-CN" sz="1800" baseline="30000" dirty="0">
                <a:ea typeface="宋体" panose="02010600030101010101" pitchFamily="2" charset="-122"/>
              </a:rPr>
              <a:t>32</a:t>
            </a:r>
            <a:r>
              <a:rPr lang="en-US" altLang="zh-CN" sz="1800" dirty="0">
                <a:ea typeface="宋体" panose="02010600030101010101" pitchFamily="2" charset="-122"/>
              </a:rPr>
              <a:t> &lt; 137</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365</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24</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zh-CN" altLang="en-US" sz="1800" dirty="0">
                <a:ea typeface="宋体" panose="02010600030101010101" pitchFamily="2" charset="-122"/>
              </a:rPr>
              <a:t>，</a:t>
            </a:r>
            <a:r>
              <a:rPr lang="en-US" altLang="zh-CN" sz="1800" dirty="0">
                <a:ea typeface="宋体" panose="02010600030101010101" pitchFamily="2" charset="-122"/>
              </a:rPr>
              <a:t> 137</a:t>
            </a:r>
            <a:r>
              <a:rPr lang="zh-CN" altLang="en-US" sz="1800" dirty="0">
                <a:ea typeface="宋体" panose="02010600030101010101" pitchFamily="2" charset="-122"/>
              </a:rPr>
              <a:t>年才循环一次 </a:t>
            </a:r>
            <a:endParaRPr lang="en-US" altLang="zh-CN" sz="1800" dirty="0">
              <a:ea typeface="宋体" panose="02010600030101010101" pitchFamily="2" charset="-122"/>
            </a:endParaRPr>
          </a:p>
          <a:p>
            <a:pPr lvl="1"/>
            <a:r>
              <a:rPr lang="zh-CN" altLang="en-US" sz="1800" dirty="0">
                <a:ea typeface="宋体" panose="02010600030101010101" pitchFamily="2" charset="-122"/>
              </a:rPr>
              <a:t>在每个分组中增加一年龄字段（如初值为</a:t>
            </a:r>
            <a:r>
              <a:rPr lang="en-US" altLang="zh-CN" sz="1800" dirty="0">
                <a:ea typeface="宋体" panose="02010600030101010101" pitchFamily="2" charset="-122"/>
              </a:rPr>
              <a:t>60</a:t>
            </a:r>
            <a:r>
              <a:rPr lang="zh-CN" altLang="en-US" sz="1800" dirty="0">
                <a:ea typeface="宋体" panose="02010600030101010101" pitchFamily="2" charset="-122"/>
              </a:rPr>
              <a:t>）</a:t>
            </a:r>
            <a:endParaRPr lang="en-US" altLang="zh-CN" sz="1800" dirty="0">
              <a:ea typeface="宋体" panose="02010600030101010101" pitchFamily="2" charset="-122"/>
            </a:endParaRPr>
          </a:p>
          <a:p>
            <a:pPr lvl="2"/>
            <a:r>
              <a:rPr lang="zh-CN" altLang="en-US" sz="1500" dirty="0">
                <a:ea typeface="宋体" panose="02010600030101010101" pitchFamily="2" charset="-122"/>
              </a:rPr>
              <a:t>每秒减</a:t>
            </a:r>
            <a:r>
              <a:rPr lang="en-US" altLang="zh-CN" sz="1500" dirty="0">
                <a:ea typeface="宋体" panose="02010600030101010101" pitchFamily="2" charset="-122"/>
              </a:rPr>
              <a:t>1</a:t>
            </a:r>
            <a:r>
              <a:rPr lang="zh-CN" altLang="en-US" sz="1500" dirty="0">
                <a:ea typeface="宋体" panose="02010600030101010101" pitchFamily="2" charset="-122"/>
              </a:rPr>
              <a:t>，路由器减</a:t>
            </a:r>
            <a:r>
              <a:rPr lang="en-US" altLang="zh-CN" sz="1500" dirty="0">
                <a:ea typeface="宋体" panose="02010600030101010101" pitchFamily="2" charset="-122"/>
              </a:rPr>
              <a:t>1</a:t>
            </a:r>
          </a:p>
          <a:p>
            <a:pPr lvl="2"/>
            <a:r>
              <a:rPr lang="zh-CN" altLang="en-US" sz="1500" dirty="0">
                <a:ea typeface="宋体" panose="02010600030101010101" pitchFamily="2" charset="-122"/>
              </a:rPr>
              <a:t>为</a:t>
            </a:r>
            <a:r>
              <a:rPr lang="en-US" altLang="zh-CN" sz="1500" dirty="0">
                <a:ea typeface="宋体" panose="02010600030101010101" pitchFamily="2" charset="-122"/>
              </a:rPr>
              <a:t>0</a:t>
            </a:r>
            <a:r>
              <a:rPr lang="zh-CN" altLang="en-US" sz="1500" dirty="0">
                <a:ea typeface="宋体" panose="02010600030101010101" pitchFamily="2" charset="-122"/>
              </a:rPr>
              <a:t>后该分组将被丢弃 ，否则不会被认为是过时分组</a:t>
            </a:r>
          </a:p>
          <a:p>
            <a:pPr lvl="2"/>
            <a:endParaRPr lang="zh-CN" altLang="en-US" sz="1500" dirty="0">
              <a:ea typeface="宋体" panose="02010600030101010101" pitchFamily="2" charset="-122"/>
            </a:endParaRPr>
          </a:p>
          <a:p>
            <a:endParaRPr lang="zh-CN" altLang="en-US" sz="2100" dirty="0">
              <a:ea typeface="宋体" panose="02010600030101010101" pitchFamily="2" charset="-122"/>
            </a:endParaRPr>
          </a:p>
        </p:txBody>
      </p:sp>
      <p:sp>
        <p:nvSpPr>
          <p:cNvPr id="390147" name="幻灯片编号占位符 3">
            <a:extLst>
              <a:ext uri="{FF2B5EF4-FFF2-40B4-BE49-F238E27FC236}">
                <a16:creationId xmlns:a16="http://schemas.microsoft.com/office/drawing/2014/main" id="{F6C796C9-83A0-C44E-BAAB-5C01A8AEC1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E2E813-4E7F-0A47-9035-F7B122C3700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54229728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3" name="Rectangle 2">
            <a:extLst>
              <a:ext uri="{FF2B5EF4-FFF2-40B4-BE49-F238E27FC236}">
                <a16:creationId xmlns:a16="http://schemas.microsoft.com/office/drawing/2014/main" id="{42C30741-8A0D-104E-8C79-E280A473E89B}"/>
              </a:ext>
            </a:extLst>
          </p:cNvPr>
          <p:cNvSpPr>
            <a:spLocks noGrp="1" noChangeArrowheads="1"/>
          </p:cNvSpPr>
          <p:nvPr>
            <p:ph type="title"/>
          </p:nvPr>
        </p:nvSpPr>
        <p:spPr>
          <a:xfrm>
            <a:off x="171450" y="122635"/>
            <a:ext cx="7611666" cy="726281"/>
          </a:xfrm>
        </p:spPr>
        <p:txBody>
          <a:bodyPr/>
          <a:lstStyle/>
          <a:p>
            <a:r>
              <a:rPr lang="en-US" altLang="zh-CN" sz="3000" dirty="0">
                <a:ea typeface="宋体" panose="02010600030101010101" pitchFamily="2" charset="-122"/>
              </a:rPr>
              <a:t>4.</a:t>
            </a:r>
            <a:r>
              <a:rPr lang="zh-CN" altLang="en-US" sz="3000" dirty="0">
                <a:ea typeface="宋体" panose="02010600030101010101" pitchFamily="2" charset="-122"/>
              </a:rPr>
              <a:t> 分发链路状态分组</a:t>
            </a:r>
            <a:r>
              <a:rPr lang="en-US" altLang="zh-CN" sz="3000" dirty="0">
                <a:ea typeface="宋体" panose="02010600030101010101" pitchFamily="2" charset="-122"/>
              </a:rPr>
              <a:t>(2)</a:t>
            </a:r>
          </a:p>
        </p:txBody>
      </p:sp>
      <p:sp>
        <p:nvSpPr>
          <p:cNvPr id="392194" name="内容占位符 1">
            <a:extLst>
              <a:ext uri="{FF2B5EF4-FFF2-40B4-BE49-F238E27FC236}">
                <a16:creationId xmlns:a16="http://schemas.microsoft.com/office/drawing/2014/main" id="{88789493-C3AD-1047-9EE8-8C68241E7B9A}"/>
              </a:ext>
            </a:extLst>
          </p:cNvPr>
          <p:cNvSpPr>
            <a:spLocks noGrp="1" noChangeArrowheads="1"/>
          </p:cNvSpPr>
          <p:nvPr>
            <p:ph idx="1"/>
          </p:nvPr>
        </p:nvSpPr>
        <p:spPr>
          <a:xfrm>
            <a:off x="195739" y="1148358"/>
            <a:ext cx="8839967" cy="3704034"/>
          </a:xfrm>
        </p:spPr>
        <p:txBody>
          <a:bodyPr/>
          <a:lstStyle/>
          <a:p>
            <a:r>
              <a:rPr lang="zh-CN" altLang="en-US" dirty="0">
                <a:latin typeface="Times New Roman" panose="02020603050405020304" pitchFamily="18" charset="0"/>
                <a:ea typeface="宋体" panose="02010600030101010101" pitchFamily="2" charset="-122"/>
              </a:rPr>
              <a:t>算法的改进</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收到分组后保留一段时间</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所有链路状态分组都确认</a:t>
            </a:r>
            <a:endParaRPr lang="en-US" altLang="zh-CN" dirty="0">
              <a:latin typeface="Times New Roman" panose="02020603050405020304" pitchFamily="18" charset="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例如，源是直连结点比较简单，非直连结点复杂。</a:t>
            </a:r>
            <a:endParaRPr lang="en-US" altLang="zh-CN" sz="1800" dirty="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考虑结点</a:t>
            </a:r>
            <a:r>
              <a:rPr lang="en-US" altLang="zh-CN" sz="1800" dirty="0">
                <a:ea typeface="宋体" panose="02010600030101010101" pitchFamily="2" charset="-122"/>
              </a:rPr>
              <a:t>B</a:t>
            </a:r>
            <a:r>
              <a:rPr lang="zh-CN" altLang="en-US" sz="1800" dirty="0">
                <a:ea typeface="宋体" panose="02010600030101010101" pitchFamily="2" charset="-122"/>
              </a:rPr>
              <a:t>，如接收来自</a:t>
            </a:r>
            <a:r>
              <a:rPr lang="en-US" altLang="zh-CN" sz="1800" dirty="0">
                <a:ea typeface="宋体" panose="02010600030101010101" pitchFamily="2" charset="-122"/>
              </a:rPr>
              <a:t>A/F/C</a:t>
            </a:r>
            <a:r>
              <a:rPr lang="zh-CN" altLang="en-US" sz="1800" dirty="0">
                <a:ea typeface="宋体" panose="02010600030101010101" pitchFamily="2" charset="-122"/>
              </a:rPr>
              <a:t>结点的状态分组时，从其他相邻结点转发出去即可；但如果是接收来自</a:t>
            </a:r>
            <a:r>
              <a:rPr lang="en-US" altLang="zh-CN" sz="1800" dirty="0">
                <a:ea typeface="宋体" panose="02010600030101010101" pitchFamily="2" charset="-122"/>
              </a:rPr>
              <a:t>E</a:t>
            </a:r>
            <a:r>
              <a:rPr lang="zh-CN" altLang="en-US" sz="1800" dirty="0">
                <a:ea typeface="宋体" panose="02010600030101010101" pitchFamily="2" charset="-122"/>
              </a:rPr>
              <a:t>、</a:t>
            </a:r>
            <a:r>
              <a:rPr lang="en-US" altLang="zh-CN" sz="1800" dirty="0">
                <a:ea typeface="宋体" panose="02010600030101010101" pitchFamily="2" charset="-122"/>
              </a:rPr>
              <a:t>D</a:t>
            </a:r>
            <a:r>
              <a:rPr lang="zh-CN" altLang="en-US" sz="1800" dirty="0">
                <a:ea typeface="宋体" panose="02010600030101010101" pitchFamily="2" charset="-122"/>
              </a:rPr>
              <a:t>的链路状态分组情况，需要分别考虑如下：</a:t>
            </a:r>
            <a:endParaRPr lang="en-US" altLang="zh-CN" sz="1800" dirty="0">
              <a:ea typeface="宋体" panose="02010600030101010101" pitchFamily="2" charset="-122"/>
            </a:endParaRPr>
          </a:p>
          <a:p>
            <a:pPr lvl="1"/>
            <a:r>
              <a:rPr lang="zh-CN" altLang="en-US" sz="1800" dirty="0">
                <a:solidFill>
                  <a:srgbClr val="00B050"/>
                </a:solidFill>
                <a:ea typeface="宋体" panose="02010600030101010101" pitchFamily="2" charset="-122"/>
              </a:rPr>
              <a:t>从</a:t>
            </a:r>
            <a:r>
              <a:rPr lang="en-US" altLang="zh-CN" sz="1800" dirty="0">
                <a:solidFill>
                  <a:srgbClr val="00B050"/>
                </a:solidFill>
                <a:ea typeface="宋体" panose="02010600030101010101" pitchFamily="2" charset="-122"/>
              </a:rPr>
              <a:t>E</a:t>
            </a:r>
            <a:r>
              <a:rPr lang="zh-CN" altLang="en-US" sz="1800" dirty="0">
                <a:solidFill>
                  <a:srgbClr val="00B050"/>
                </a:solidFill>
                <a:ea typeface="宋体" panose="02010600030101010101" pitchFamily="2" charset="-122"/>
              </a:rPr>
              <a:t>发来的链路状态分组有两个，一个经过</a:t>
            </a:r>
            <a:r>
              <a:rPr lang="en-US" altLang="zh-CN" sz="1800" dirty="0">
                <a:solidFill>
                  <a:srgbClr val="00B050"/>
                </a:solidFill>
                <a:ea typeface="宋体" panose="02010600030101010101" pitchFamily="2" charset="-122"/>
              </a:rPr>
              <a:t>EAB</a:t>
            </a:r>
            <a:r>
              <a:rPr lang="zh-CN" altLang="en-US" sz="1800" dirty="0">
                <a:solidFill>
                  <a:srgbClr val="00B050"/>
                </a:solidFill>
                <a:ea typeface="宋体" panose="02010600030101010101" pitchFamily="2" charset="-122"/>
              </a:rPr>
              <a:t>，另一个经过</a:t>
            </a:r>
            <a:r>
              <a:rPr lang="en-US" altLang="zh-CN" sz="1800" dirty="0">
                <a:solidFill>
                  <a:srgbClr val="00B050"/>
                </a:solidFill>
                <a:ea typeface="宋体" panose="02010600030101010101" pitchFamily="2" charset="-122"/>
              </a:rPr>
              <a:t>EFB</a:t>
            </a:r>
          </a:p>
          <a:p>
            <a:pPr lvl="1"/>
            <a:r>
              <a:rPr lang="zh-CN" altLang="en-US" sz="1800" dirty="0">
                <a:solidFill>
                  <a:srgbClr val="7030A0"/>
                </a:solidFill>
                <a:ea typeface="宋体" panose="02010600030101010101" pitchFamily="2" charset="-122"/>
              </a:rPr>
              <a:t>从</a:t>
            </a:r>
            <a:r>
              <a:rPr lang="en-US" altLang="zh-CN" sz="1800" dirty="0">
                <a:solidFill>
                  <a:srgbClr val="7030A0"/>
                </a:solidFill>
                <a:ea typeface="宋体" panose="02010600030101010101" pitchFamily="2" charset="-122"/>
              </a:rPr>
              <a:t>D</a:t>
            </a:r>
            <a:r>
              <a:rPr lang="zh-CN" altLang="en-US" sz="1800" dirty="0">
                <a:solidFill>
                  <a:srgbClr val="7030A0"/>
                </a:solidFill>
                <a:ea typeface="宋体" panose="02010600030101010101" pitchFamily="2" charset="-122"/>
              </a:rPr>
              <a:t>发来的链路状态分组有两个，一个经过</a:t>
            </a:r>
            <a:r>
              <a:rPr lang="en-US" altLang="zh-CN" sz="1800" dirty="0">
                <a:solidFill>
                  <a:srgbClr val="7030A0"/>
                </a:solidFill>
                <a:ea typeface="宋体" panose="02010600030101010101" pitchFamily="2" charset="-122"/>
              </a:rPr>
              <a:t>DCB</a:t>
            </a:r>
            <a:r>
              <a:rPr lang="zh-CN" altLang="en-US" sz="1800" dirty="0">
                <a:solidFill>
                  <a:srgbClr val="7030A0"/>
                </a:solidFill>
                <a:ea typeface="宋体" panose="02010600030101010101" pitchFamily="2" charset="-122"/>
              </a:rPr>
              <a:t>，另一个经过</a:t>
            </a:r>
            <a:r>
              <a:rPr lang="en-US" altLang="zh-CN" sz="1800" dirty="0">
                <a:solidFill>
                  <a:srgbClr val="7030A0"/>
                </a:solidFill>
                <a:ea typeface="宋体" panose="02010600030101010101" pitchFamily="2" charset="-122"/>
              </a:rPr>
              <a:t>DFB</a:t>
            </a:r>
          </a:p>
          <a:p>
            <a:pPr lvl="1"/>
            <a:endParaRPr lang="en-US" altLang="zh-CN" dirty="0">
              <a:latin typeface="Times New Roman" panose="02020603050405020304" pitchFamily="18" charset="0"/>
              <a:ea typeface="宋体" panose="02010600030101010101" pitchFamily="2" charset="-122"/>
            </a:endParaRPr>
          </a:p>
        </p:txBody>
      </p:sp>
      <p:grpSp>
        <p:nvGrpSpPr>
          <p:cNvPr id="392195" name="Group 23">
            <a:extLst>
              <a:ext uri="{FF2B5EF4-FFF2-40B4-BE49-F238E27FC236}">
                <a16:creationId xmlns:a16="http://schemas.microsoft.com/office/drawing/2014/main" id="{DFD14C88-98E4-194D-ACE5-4B509BE0C93D}"/>
              </a:ext>
            </a:extLst>
          </p:cNvPr>
          <p:cNvGrpSpPr>
            <a:grpSpLocks/>
          </p:cNvGrpSpPr>
          <p:nvPr/>
        </p:nvGrpSpPr>
        <p:grpSpPr bwMode="auto">
          <a:xfrm>
            <a:off x="5827449" y="952500"/>
            <a:ext cx="2170642" cy="1534716"/>
            <a:chOff x="781" y="1728"/>
            <a:chExt cx="2051" cy="1289"/>
          </a:xfrm>
        </p:grpSpPr>
        <p:sp>
          <p:nvSpPr>
            <p:cNvPr id="392201" name="AutoShape 6">
              <a:extLst>
                <a:ext uri="{FF2B5EF4-FFF2-40B4-BE49-F238E27FC236}">
                  <a16:creationId xmlns:a16="http://schemas.microsoft.com/office/drawing/2014/main" id="{E8FD1026-A84F-D449-9DDD-B0909F851721}"/>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2202" name="Line 7">
              <a:extLst>
                <a:ext uri="{FF2B5EF4-FFF2-40B4-BE49-F238E27FC236}">
                  <a16:creationId xmlns:a16="http://schemas.microsoft.com/office/drawing/2014/main" id="{1B2EBA1F-D30F-C847-9EFF-6E734ED6F5BE}"/>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3" name="Line 8">
              <a:extLst>
                <a:ext uri="{FF2B5EF4-FFF2-40B4-BE49-F238E27FC236}">
                  <a16:creationId xmlns:a16="http://schemas.microsoft.com/office/drawing/2014/main" id="{3DADE13B-4A08-D546-89A7-80E09A62B933}"/>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4" name="Text Box 9">
              <a:extLst>
                <a:ext uri="{FF2B5EF4-FFF2-40B4-BE49-F238E27FC236}">
                  <a16:creationId xmlns:a16="http://schemas.microsoft.com/office/drawing/2014/main" id="{0A7417DE-5BD5-1649-997B-33DCA7453C28}"/>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2205" name="Text Box 10">
              <a:extLst>
                <a:ext uri="{FF2B5EF4-FFF2-40B4-BE49-F238E27FC236}">
                  <a16:creationId xmlns:a16="http://schemas.microsoft.com/office/drawing/2014/main" id="{6F363482-4BFD-4D4D-935B-57A59DD4271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2206" name="Text Box 11">
              <a:extLst>
                <a:ext uri="{FF2B5EF4-FFF2-40B4-BE49-F238E27FC236}">
                  <a16:creationId xmlns:a16="http://schemas.microsoft.com/office/drawing/2014/main" id="{C14E181F-2EE0-3C42-8325-7D091EA9D2A9}"/>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2207" name="Text Box 12">
              <a:extLst>
                <a:ext uri="{FF2B5EF4-FFF2-40B4-BE49-F238E27FC236}">
                  <a16:creationId xmlns:a16="http://schemas.microsoft.com/office/drawing/2014/main" id="{BF3A317C-E5CA-7444-AC6F-0D4A9244ADD0}"/>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2208" name="Text Box 13">
              <a:extLst>
                <a:ext uri="{FF2B5EF4-FFF2-40B4-BE49-F238E27FC236}">
                  <a16:creationId xmlns:a16="http://schemas.microsoft.com/office/drawing/2014/main" id="{9F39F25C-7F79-594C-AC91-7E6381830196}"/>
                </a:ext>
              </a:extLst>
            </p:cNvPr>
            <p:cNvSpPr txBox="1">
              <a:spLocks noChangeArrowheads="1"/>
            </p:cNvSpPr>
            <p:nvPr/>
          </p:nvSpPr>
          <p:spPr bwMode="auto">
            <a:xfrm>
              <a:off x="2054" y="2784"/>
              <a:ext cx="2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2209" name="Text Box 14">
              <a:extLst>
                <a:ext uri="{FF2B5EF4-FFF2-40B4-BE49-F238E27FC236}">
                  <a16:creationId xmlns:a16="http://schemas.microsoft.com/office/drawing/2014/main" id="{09CCC94E-5986-5A4A-AE19-6CE8120725D6}"/>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2210" name="Text Box 15">
              <a:extLst>
                <a:ext uri="{FF2B5EF4-FFF2-40B4-BE49-F238E27FC236}">
                  <a16:creationId xmlns:a16="http://schemas.microsoft.com/office/drawing/2014/main" id="{80D090C0-487C-824A-AE71-91C2EF0D63AA}"/>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2211" name="Text Box 16">
              <a:extLst>
                <a:ext uri="{FF2B5EF4-FFF2-40B4-BE49-F238E27FC236}">
                  <a16:creationId xmlns:a16="http://schemas.microsoft.com/office/drawing/2014/main" id="{E4F58921-018B-2445-B670-3E7952D632E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2212" name="Text Box 17">
              <a:extLst>
                <a:ext uri="{FF2B5EF4-FFF2-40B4-BE49-F238E27FC236}">
                  <a16:creationId xmlns:a16="http://schemas.microsoft.com/office/drawing/2014/main" id="{6C50A5E3-9656-134A-A77A-B9D868B9368E}"/>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2213" name="Text Box 18">
              <a:extLst>
                <a:ext uri="{FF2B5EF4-FFF2-40B4-BE49-F238E27FC236}">
                  <a16:creationId xmlns:a16="http://schemas.microsoft.com/office/drawing/2014/main" id="{2F0D5155-1A13-084E-8503-61295BB852BC}"/>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2214" name="Text Box 19">
              <a:extLst>
                <a:ext uri="{FF2B5EF4-FFF2-40B4-BE49-F238E27FC236}">
                  <a16:creationId xmlns:a16="http://schemas.microsoft.com/office/drawing/2014/main" id="{5531295E-8CDC-D94F-B00A-F1A9A191C5BC}"/>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2215" name="Text Box 20">
              <a:extLst>
                <a:ext uri="{FF2B5EF4-FFF2-40B4-BE49-F238E27FC236}">
                  <a16:creationId xmlns:a16="http://schemas.microsoft.com/office/drawing/2014/main" id="{1F82BB56-91B8-9248-895D-C2596C3D1DBE}"/>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2216" name="Text Box 21">
              <a:extLst>
                <a:ext uri="{FF2B5EF4-FFF2-40B4-BE49-F238E27FC236}">
                  <a16:creationId xmlns:a16="http://schemas.microsoft.com/office/drawing/2014/main" id="{96D4E13F-6D33-E14C-9480-3A4D9288CD7E}"/>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2217" name="Text Box 22">
              <a:extLst>
                <a:ext uri="{FF2B5EF4-FFF2-40B4-BE49-F238E27FC236}">
                  <a16:creationId xmlns:a16="http://schemas.microsoft.com/office/drawing/2014/main" id="{3ECA5E75-53D9-314B-8EC9-F2E5F31FBF77}"/>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sp>
        <p:nvSpPr>
          <p:cNvPr id="7" name="任意多边形 6">
            <a:extLst>
              <a:ext uri="{FF2B5EF4-FFF2-40B4-BE49-F238E27FC236}">
                <a16:creationId xmlns:a16="http://schemas.microsoft.com/office/drawing/2014/main" id="{6432CF7E-F943-764D-88C8-3B4CE7BF04B2}"/>
              </a:ext>
            </a:extLst>
          </p:cNvPr>
          <p:cNvSpPr/>
          <p:nvPr/>
        </p:nvSpPr>
        <p:spPr>
          <a:xfrm>
            <a:off x="6300787"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任意多边形 8">
            <a:extLst>
              <a:ext uri="{FF2B5EF4-FFF2-40B4-BE49-F238E27FC236}">
                <a16:creationId xmlns:a16="http://schemas.microsoft.com/office/drawing/2014/main" id="{E6ECB7EE-B962-F049-B200-3ED682A2D46C}"/>
              </a:ext>
            </a:extLst>
          </p:cNvPr>
          <p:cNvSpPr/>
          <p:nvPr/>
        </p:nvSpPr>
        <p:spPr>
          <a:xfrm>
            <a:off x="6562726"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2198" name="灯片编号占位符 1">
            <a:extLst>
              <a:ext uri="{FF2B5EF4-FFF2-40B4-BE49-F238E27FC236}">
                <a16:creationId xmlns:a16="http://schemas.microsoft.com/office/drawing/2014/main" id="{9C104E86-5BF1-8349-AAD2-9FAFDA0733E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F9AA1FF-A06E-434F-9AD5-1A1F286327B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176</a:t>
            </a:fld>
            <a:endParaRPr lang="en-US" altLang="zh-CN" sz="1050">
              <a:solidFill>
                <a:schemeClr val="bg2"/>
              </a:solidFill>
              <a:latin typeface="Tahoma" panose="020B0604030504040204" pitchFamily="34" charset="0"/>
              <a:ea typeface="宋体" panose="02010600030101010101" pitchFamily="2" charset="-122"/>
            </a:endParaRPr>
          </a:p>
        </p:txBody>
      </p:sp>
      <p:sp>
        <p:nvSpPr>
          <p:cNvPr id="2" name="任意形状 1">
            <a:extLst>
              <a:ext uri="{FF2B5EF4-FFF2-40B4-BE49-F238E27FC236}">
                <a16:creationId xmlns:a16="http://schemas.microsoft.com/office/drawing/2014/main" id="{05E2D836-1B3D-5047-B392-3E8F2342D1C1}"/>
              </a:ext>
            </a:extLst>
          </p:cNvPr>
          <p:cNvSpPr/>
          <p:nvPr/>
        </p:nvSpPr>
        <p:spPr>
          <a:xfrm>
            <a:off x="6668691" y="1318022"/>
            <a:ext cx="932259" cy="385763"/>
          </a:xfrm>
          <a:custGeom>
            <a:avLst/>
            <a:gdLst>
              <a:gd name="connsiteX0" fmla="*/ 1243013 w 1243013"/>
              <a:gd name="connsiteY0" fmla="*/ 514350 h 514350"/>
              <a:gd name="connsiteX1" fmla="*/ 742950 w 1243013"/>
              <a:gd name="connsiteY1" fmla="*/ 28575 h 514350"/>
              <a:gd name="connsiteX2" fmla="*/ 742950 w 1243013"/>
              <a:gd name="connsiteY2" fmla="*/ 28575 h 514350"/>
              <a:gd name="connsiteX3" fmla="*/ 0 w 1243013"/>
              <a:gd name="connsiteY3" fmla="*/ 0 h 514350"/>
            </a:gdLst>
            <a:ahLst/>
            <a:cxnLst>
              <a:cxn ang="0">
                <a:pos x="connsiteX0" y="connsiteY0"/>
              </a:cxn>
              <a:cxn ang="0">
                <a:pos x="connsiteX1" y="connsiteY1"/>
              </a:cxn>
              <a:cxn ang="0">
                <a:pos x="connsiteX2" y="connsiteY2"/>
              </a:cxn>
              <a:cxn ang="0">
                <a:pos x="connsiteX3" y="connsiteY3"/>
              </a:cxn>
            </a:cxnLst>
            <a:rect l="l" t="t" r="r" b="b"/>
            <a:pathLst>
              <a:path w="1243013" h="514350">
                <a:moveTo>
                  <a:pt x="1243013" y="514350"/>
                </a:moveTo>
                <a:lnTo>
                  <a:pt x="742950" y="28575"/>
                </a:lnTo>
                <a:lnTo>
                  <a:pt x="742950" y="28575"/>
                </a:lnTo>
                <a:lnTo>
                  <a:pt x="0" y="0"/>
                </a:lnTo>
              </a:path>
            </a:pathLst>
          </a:custGeom>
          <a:noFill/>
          <a:ln w="44450">
            <a:solidFill>
              <a:srgbClr val="7030A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
        <p:nvSpPr>
          <p:cNvPr id="4" name="任意形状 3">
            <a:extLst>
              <a:ext uri="{FF2B5EF4-FFF2-40B4-BE49-F238E27FC236}">
                <a16:creationId xmlns:a16="http://schemas.microsoft.com/office/drawing/2014/main" id="{2C4853B6-BE6D-0147-93DE-42C00A0DD1F7}"/>
              </a:ext>
            </a:extLst>
          </p:cNvPr>
          <p:cNvSpPr/>
          <p:nvPr/>
        </p:nvSpPr>
        <p:spPr>
          <a:xfrm>
            <a:off x="6722269" y="1379935"/>
            <a:ext cx="788194" cy="582215"/>
          </a:xfrm>
          <a:custGeom>
            <a:avLst/>
            <a:gdLst>
              <a:gd name="connsiteX0" fmla="*/ 1000125 w 1000125"/>
              <a:gd name="connsiteY0" fmla="*/ 471488 h 776010"/>
              <a:gd name="connsiteX1" fmla="*/ 685800 w 1000125"/>
              <a:gd name="connsiteY1" fmla="*/ 757238 h 776010"/>
              <a:gd name="connsiteX2" fmla="*/ 0 w 1000125"/>
              <a:gd name="connsiteY2" fmla="*/ 0 h 776010"/>
            </a:gdLst>
            <a:ahLst/>
            <a:cxnLst>
              <a:cxn ang="0">
                <a:pos x="connsiteX0" y="connsiteY0"/>
              </a:cxn>
              <a:cxn ang="0">
                <a:pos x="connsiteX1" y="connsiteY1"/>
              </a:cxn>
              <a:cxn ang="0">
                <a:pos x="connsiteX2" y="connsiteY2"/>
              </a:cxn>
            </a:cxnLst>
            <a:rect l="l" t="t" r="r" b="b"/>
            <a:pathLst>
              <a:path w="1000125" h="776010">
                <a:moveTo>
                  <a:pt x="1000125" y="471488"/>
                </a:moveTo>
                <a:cubicBezTo>
                  <a:pt x="926306" y="653653"/>
                  <a:pt x="852487" y="835819"/>
                  <a:pt x="685800" y="757238"/>
                </a:cubicBezTo>
                <a:cubicBezTo>
                  <a:pt x="519112" y="678657"/>
                  <a:pt x="0" y="0"/>
                  <a:pt x="0" y="0"/>
                </a:cubicBezTo>
              </a:path>
            </a:pathLst>
          </a:custGeom>
          <a:noFill/>
          <a:ln w="44450">
            <a:solidFill>
              <a:srgbClr val="7030A0"/>
            </a:solidFill>
            <a:tailEnd type="stealth"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Tree>
    <p:extLst>
      <p:ext uri="{BB962C8B-B14F-4D97-AF65-F5344CB8AC3E}">
        <p14:creationId xmlns:p14="http://schemas.microsoft.com/office/powerpoint/2010/main" val="1511314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1" name="标题 1">
            <a:extLst>
              <a:ext uri="{FF2B5EF4-FFF2-40B4-BE49-F238E27FC236}">
                <a16:creationId xmlns:a16="http://schemas.microsoft.com/office/drawing/2014/main" id="{45FD7572-259D-504F-8150-96C24645ABEA}"/>
              </a:ext>
            </a:extLst>
          </p:cNvPr>
          <p:cNvSpPr>
            <a:spLocks noGrp="1" noChangeArrowheads="1"/>
          </p:cNvSpPr>
          <p:nvPr>
            <p:ph type="title"/>
          </p:nvPr>
        </p:nvSpPr>
        <p:spPr/>
        <p:txBody>
          <a:bodyPr/>
          <a:lstStyle/>
          <a:p>
            <a:r>
              <a:rPr lang="zh-CN" altLang="en-US">
                <a:latin typeface="微软雅黑" panose="020B0503020204020204" pitchFamily="34" charset="-122"/>
                <a:ea typeface="宋体" panose="02010600030101010101" pitchFamily="2" charset="-122"/>
              </a:rPr>
              <a:t>链路状态分组的转发和确认</a:t>
            </a:r>
          </a:p>
        </p:txBody>
      </p:sp>
      <p:sp>
        <p:nvSpPr>
          <p:cNvPr id="394242" name="内容占位符 2">
            <a:extLst>
              <a:ext uri="{FF2B5EF4-FFF2-40B4-BE49-F238E27FC236}">
                <a16:creationId xmlns:a16="http://schemas.microsoft.com/office/drawing/2014/main" id="{2567BC1B-EFE0-364A-BCA2-9F9AC6469464}"/>
              </a:ext>
            </a:extLst>
          </p:cNvPr>
          <p:cNvSpPr>
            <a:spLocks noGrp="1" noChangeArrowheads="1"/>
          </p:cNvSpPr>
          <p:nvPr>
            <p:ph idx="1"/>
          </p:nvPr>
        </p:nvSpPr>
        <p:spPr>
          <a:xfrm>
            <a:off x="133564" y="1059657"/>
            <a:ext cx="5735028" cy="1234086"/>
          </a:xfrm>
        </p:spPr>
        <p:txBody>
          <a:bodyPr/>
          <a:lstStyle/>
          <a:p>
            <a:r>
              <a:rPr lang="zh-CN" altLang="en-US" sz="2000" dirty="0">
                <a:latin typeface="微软雅黑" panose="020B0503020204020204" pitchFamily="34" charset="-122"/>
                <a:ea typeface="宋体" panose="02010600030101010101" pitchFamily="2" charset="-122"/>
              </a:rPr>
              <a:t>用</a:t>
            </a:r>
            <a:r>
              <a:rPr lang="zh-CN" altLang="en-US" sz="2000" dirty="0">
                <a:solidFill>
                  <a:srgbClr val="FF0000"/>
                </a:solidFill>
                <a:latin typeface="微软雅黑" panose="020B0503020204020204" pitchFamily="34" charset="-122"/>
                <a:ea typeface="宋体" panose="02010600030101010101" pitchFamily="2" charset="-122"/>
              </a:rPr>
              <a:t>扩散法</a:t>
            </a:r>
            <a:r>
              <a:rPr lang="zh-CN" altLang="en-US" sz="2000" dirty="0">
                <a:latin typeface="微软雅黑" panose="020B0503020204020204" pitchFamily="34" charset="-122"/>
                <a:ea typeface="宋体" panose="02010600030101010101" pitchFamily="2" charset="-122"/>
              </a:rPr>
              <a:t>（向邻接的节点）发布链路状态分组 （以</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为例，</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的邻接点有</a:t>
            </a:r>
            <a:r>
              <a:rPr lang="en-US" altLang="zh-CN" sz="2000" dirty="0">
                <a:latin typeface="微软雅黑" panose="020B0503020204020204" pitchFamily="34" charset="-122"/>
                <a:ea typeface="宋体" panose="02010600030101010101" pitchFamily="2" charset="-122"/>
              </a:rPr>
              <a:t>A</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C</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F</a:t>
            </a:r>
            <a:r>
              <a:rPr lang="zh-CN" altLang="en-US" sz="2000" dirty="0">
                <a:latin typeface="微软雅黑" panose="020B0503020204020204" pitchFamily="34" charset="-122"/>
                <a:ea typeface="宋体" panose="02010600030101010101" pitchFamily="2" charset="-122"/>
              </a:rPr>
              <a:t>） </a:t>
            </a:r>
            <a:endParaRPr lang="en-US" altLang="zh-CN" sz="2000" dirty="0">
              <a:latin typeface="微软雅黑" panose="020B0503020204020204" pitchFamily="34" charset="-122"/>
              <a:ea typeface="宋体" panose="02010600030101010101" pitchFamily="2" charset="-122"/>
            </a:endParaRPr>
          </a:p>
          <a:p>
            <a:pPr lvl="1"/>
            <a:r>
              <a:rPr lang="zh-CN" altLang="en-US" sz="1600" dirty="0">
                <a:latin typeface="微软雅黑" panose="020B0503020204020204" pitchFamily="34" charset="-122"/>
                <a:ea typeface="宋体" panose="02010600030101010101" pitchFamily="2" charset="-122"/>
              </a:rPr>
              <a:t>源节点</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的链路状态分组经</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到节点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必须再将</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的状态分组转送到</a:t>
            </a:r>
            <a:r>
              <a:rPr lang="en-US" altLang="zh-CN" sz="1600" dirty="0">
                <a:latin typeface="微软雅黑" panose="020B0503020204020204" pitchFamily="34" charset="-122"/>
                <a:ea typeface="宋体" panose="02010600030101010101" pitchFamily="2" charset="-122"/>
              </a:rPr>
              <a:t>C</a:t>
            </a:r>
            <a:r>
              <a:rPr lang="zh-CN" altLang="en-US" sz="1600" dirty="0">
                <a:latin typeface="微软雅黑" panose="020B0503020204020204" pitchFamily="34" charset="-122"/>
                <a:ea typeface="宋体" panose="02010600030101010101" pitchFamily="2" charset="-122"/>
              </a:rPr>
              <a:t>，并向</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发</a:t>
            </a:r>
            <a:r>
              <a:rPr lang="en-US" altLang="zh-CN" sz="1600" dirty="0">
                <a:latin typeface="微软雅黑" panose="020B0503020204020204" pitchFamily="34" charset="-122"/>
                <a:ea typeface="宋体" panose="02010600030101010101" pitchFamily="2" charset="-122"/>
              </a:rPr>
              <a:t>ACK </a:t>
            </a:r>
          </a:p>
          <a:p>
            <a:endParaRPr lang="zh-CN" altLang="en-US" sz="2000" dirty="0">
              <a:latin typeface="微软雅黑" panose="020B0503020204020204" pitchFamily="34" charset="-122"/>
              <a:ea typeface="宋体" panose="02010600030101010101" pitchFamily="2" charset="-122"/>
            </a:endParaRPr>
          </a:p>
          <a:p>
            <a:endParaRPr lang="zh-CN" altLang="en-US" sz="2000" dirty="0">
              <a:latin typeface="微软雅黑" panose="020B0503020204020204" pitchFamily="34" charset="-122"/>
              <a:ea typeface="宋体" panose="02010600030101010101" pitchFamily="2" charset="-122"/>
            </a:endParaRPr>
          </a:p>
        </p:txBody>
      </p:sp>
      <p:sp>
        <p:nvSpPr>
          <p:cNvPr id="394243" name="幻灯片编号占位符 3">
            <a:extLst>
              <a:ext uri="{FF2B5EF4-FFF2-40B4-BE49-F238E27FC236}">
                <a16:creationId xmlns:a16="http://schemas.microsoft.com/office/drawing/2014/main" id="{3B502710-6692-FF44-9955-C647C6156454}"/>
              </a:ext>
            </a:extLst>
          </p:cNvPr>
          <p:cNvSpPr>
            <a:spLocks noGrp="1" noChangeArrowheads="1"/>
          </p:cNvSpPr>
          <p:nvPr>
            <p:ph type="sldNum" sz="quarter" idx="10"/>
          </p:nvPr>
        </p:nvSpPr>
        <p:spPr>
          <a:xfrm>
            <a:off x="7272337" y="5049441"/>
            <a:ext cx="728663" cy="169069"/>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A79FF8F-6035-E541-87FA-9AC90DCB7B1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177</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8" name="Group 4">
            <a:extLst>
              <a:ext uri="{FF2B5EF4-FFF2-40B4-BE49-F238E27FC236}">
                <a16:creationId xmlns:a16="http://schemas.microsoft.com/office/drawing/2014/main" id="{8A13C07F-CE93-2F4E-ADB0-CC2689AE4BB0}"/>
              </a:ext>
            </a:extLst>
          </p:cNvPr>
          <p:cNvGraphicFramePr>
            <a:graphicFrameLocks noGrp="1"/>
          </p:cNvGraphicFramePr>
          <p:nvPr/>
        </p:nvGraphicFramePr>
        <p:xfrm>
          <a:off x="1899048" y="2957512"/>
          <a:ext cx="5587606" cy="1634732"/>
        </p:xfrm>
        <a:graphic>
          <a:graphicData uri="http://schemas.openxmlformats.org/drawingml/2006/table">
            <a:tbl>
              <a:tblPr/>
              <a:tblGrid>
                <a:gridCol w="558403">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9594">
                  <a:extLst>
                    <a:ext uri="{9D8B030D-6E8A-4147-A177-3AD203B41FA5}">
                      <a16:colId xmlns:a16="http://schemas.microsoft.com/office/drawing/2014/main" val="20003"/>
                    </a:ext>
                  </a:extLst>
                </a:gridCol>
                <a:gridCol w="558403">
                  <a:extLst>
                    <a:ext uri="{9D8B030D-6E8A-4147-A177-3AD203B41FA5}">
                      <a16:colId xmlns:a16="http://schemas.microsoft.com/office/drawing/2014/main" val="20004"/>
                    </a:ext>
                  </a:extLst>
                </a:gridCol>
                <a:gridCol w="557213">
                  <a:extLst>
                    <a:ext uri="{9D8B030D-6E8A-4147-A177-3AD203B41FA5}">
                      <a16:colId xmlns:a16="http://schemas.microsoft.com/office/drawing/2014/main" val="20005"/>
                    </a:ext>
                  </a:extLst>
                </a:gridCol>
                <a:gridCol w="559594">
                  <a:extLst>
                    <a:ext uri="{9D8B030D-6E8A-4147-A177-3AD203B41FA5}">
                      <a16:colId xmlns:a16="http://schemas.microsoft.com/office/drawing/2014/main" val="20006"/>
                    </a:ext>
                  </a:extLst>
                </a:gridCol>
                <a:gridCol w="558404">
                  <a:extLst>
                    <a:ext uri="{9D8B030D-6E8A-4147-A177-3AD203B41FA5}">
                      <a16:colId xmlns:a16="http://schemas.microsoft.com/office/drawing/2014/main" val="20007"/>
                    </a:ext>
                  </a:extLst>
                </a:gridCol>
                <a:gridCol w="559594">
                  <a:extLst>
                    <a:ext uri="{9D8B030D-6E8A-4147-A177-3AD203B41FA5}">
                      <a16:colId xmlns:a16="http://schemas.microsoft.com/office/drawing/2014/main" val="20008"/>
                    </a:ext>
                  </a:extLst>
                </a:gridCol>
                <a:gridCol w="558403">
                  <a:extLst>
                    <a:ext uri="{9D8B030D-6E8A-4147-A177-3AD203B41FA5}">
                      <a16:colId xmlns:a16="http://schemas.microsoft.com/office/drawing/2014/main" val="20009"/>
                    </a:ext>
                  </a:extLst>
                </a:gridCol>
              </a:tblGrid>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源</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序号</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年龄</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数据</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7384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E</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D</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94323" name="AutoShape 84">
            <a:extLst>
              <a:ext uri="{FF2B5EF4-FFF2-40B4-BE49-F238E27FC236}">
                <a16:creationId xmlns:a16="http://schemas.microsoft.com/office/drawing/2014/main" id="{DD884399-A6D4-9B40-A9B7-D2B9B10B7BB7}"/>
              </a:ext>
            </a:extLst>
          </p:cNvPr>
          <p:cNvSpPr>
            <a:spLocks/>
          </p:cNvSpPr>
          <p:nvPr/>
        </p:nvSpPr>
        <p:spPr bwMode="auto">
          <a:xfrm rot="5400000" flipV="1">
            <a:off x="4322564" y="2029421"/>
            <a:ext cx="180975" cy="1675209"/>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4" name="AutoShape 85">
            <a:extLst>
              <a:ext uri="{FF2B5EF4-FFF2-40B4-BE49-F238E27FC236}">
                <a16:creationId xmlns:a16="http://schemas.microsoft.com/office/drawing/2014/main" id="{F2895581-4498-0E46-951D-DE3752B57C34}"/>
              </a:ext>
            </a:extLst>
          </p:cNvPr>
          <p:cNvSpPr>
            <a:spLocks/>
          </p:cNvSpPr>
          <p:nvPr/>
        </p:nvSpPr>
        <p:spPr bwMode="auto">
          <a:xfrm rot="5400000" flipV="1">
            <a:off x="5997774" y="2029420"/>
            <a:ext cx="180975" cy="1675210"/>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5" name="Text Box 86">
            <a:extLst>
              <a:ext uri="{FF2B5EF4-FFF2-40B4-BE49-F238E27FC236}">
                <a16:creationId xmlns:a16="http://schemas.microsoft.com/office/drawing/2014/main" id="{E30281F4-EBA4-A249-9D1F-1AEB5A14284A}"/>
              </a:ext>
            </a:extLst>
          </p:cNvPr>
          <p:cNvSpPr txBox="1">
            <a:spLocks noChangeArrowheads="1"/>
          </p:cNvSpPr>
          <p:nvPr/>
        </p:nvSpPr>
        <p:spPr bwMode="auto">
          <a:xfrm>
            <a:off x="3900488"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zh-CN" altLang="en-US" sz="1500" b="1">
                <a:solidFill>
                  <a:schemeClr val="tx1"/>
                </a:solidFill>
                <a:ea typeface="楷体_GB2312" pitchFamily="49" charset="-122"/>
              </a:rPr>
              <a:t>发送标志</a:t>
            </a:r>
          </a:p>
        </p:txBody>
      </p:sp>
      <p:sp>
        <p:nvSpPr>
          <p:cNvPr id="394326" name="Text Box 87">
            <a:extLst>
              <a:ext uri="{FF2B5EF4-FFF2-40B4-BE49-F238E27FC236}">
                <a16:creationId xmlns:a16="http://schemas.microsoft.com/office/drawing/2014/main" id="{19495263-AB6E-764B-BF5A-D56F0520B803}"/>
              </a:ext>
            </a:extLst>
          </p:cNvPr>
          <p:cNvSpPr txBox="1">
            <a:spLocks noChangeArrowheads="1"/>
          </p:cNvSpPr>
          <p:nvPr/>
        </p:nvSpPr>
        <p:spPr bwMode="auto">
          <a:xfrm>
            <a:off x="5581651"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en-US" altLang="zh-CN" sz="1500" b="1">
                <a:solidFill>
                  <a:schemeClr val="tx1"/>
                </a:solidFill>
                <a:latin typeface="Arial" panose="020B0604020202020204" pitchFamily="34" charset="0"/>
                <a:ea typeface="楷体_GB2312" pitchFamily="49" charset="-122"/>
              </a:rPr>
              <a:t>ACK</a:t>
            </a:r>
            <a:r>
              <a:rPr kumimoji="1" lang="zh-CN" altLang="en-US" sz="1500" b="1">
                <a:solidFill>
                  <a:schemeClr val="tx1"/>
                </a:solidFill>
                <a:latin typeface="Arial" panose="020B0604020202020204" pitchFamily="34" charset="0"/>
                <a:ea typeface="楷体_GB2312" pitchFamily="49" charset="-122"/>
              </a:rPr>
              <a:t>标志</a:t>
            </a:r>
          </a:p>
        </p:txBody>
      </p:sp>
      <p:sp>
        <p:nvSpPr>
          <p:cNvPr id="394327" name="Oval 88">
            <a:extLst>
              <a:ext uri="{FF2B5EF4-FFF2-40B4-BE49-F238E27FC236}">
                <a16:creationId xmlns:a16="http://schemas.microsoft.com/office/drawing/2014/main" id="{97B6490F-7611-8040-90F7-FCE0C2B3E4A4}"/>
              </a:ext>
            </a:extLst>
          </p:cNvPr>
          <p:cNvSpPr>
            <a:spLocks noChangeArrowheads="1"/>
          </p:cNvSpPr>
          <p:nvPr/>
        </p:nvSpPr>
        <p:spPr bwMode="auto">
          <a:xfrm>
            <a:off x="4220767" y="3775472"/>
            <a:ext cx="383381" cy="270272"/>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8" name="Oval 89">
            <a:extLst>
              <a:ext uri="{FF2B5EF4-FFF2-40B4-BE49-F238E27FC236}">
                <a16:creationId xmlns:a16="http://schemas.microsoft.com/office/drawing/2014/main" id="{08EFBC66-0018-E246-A98C-9EBE7D2EF629}"/>
              </a:ext>
            </a:extLst>
          </p:cNvPr>
          <p:cNvSpPr>
            <a:spLocks noChangeArrowheads="1"/>
          </p:cNvSpPr>
          <p:nvPr/>
        </p:nvSpPr>
        <p:spPr bwMode="auto">
          <a:xfrm>
            <a:off x="5336382"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9" name="Oval 90">
            <a:extLst>
              <a:ext uri="{FF2B5EF4-FFF2-40B4-BE49-F238E27FC236}">
                <a16:creationId xmlns:a16="http://schemas.microsoft.com/office/drawing/2014/main" id="{1227E43B-5FBD-A743-860E-D228CC194D06}"/>
              </a:ext>
            </a:extLst>
          </p:cNvPr>
          <p:cNvSpPr>
            <a:spLocks noChangeArrowheads="1"/>
          </p:cNvSpPr>
          <p:nvPr/>
        </p:nvSpPr>
        <p:spPr bwMode="auto">
          <a:xfrm>
            <a:off x="6465094"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30" name="Text Box 91">
            <a:extLst>
              <a:ext uri="{FF2B5EF4-FFF2-40B4-BE49-F238E27FC236}">
                <a16:creationId xmlns:a16="http://schemas.microsoft.com/office/drawing/2014/main" id="{430C6904-A73B-5C49-93CA-16C0142B0FC7}"/>
              </a:ext>
            </a:extLst>
          </p:cNvPr>
          <p:cNvSpPr txBox="1">
            <a:spLocks noChangeArrowheads="1"/>
          </p:cNvSpPr>
          <p:nvPr/>
        </p:nvSpPr>
        <p:spPr bwMode="auto">
          <a:xfrm>
            <a:off x="3200401" y="4647010"/>
            <a:ext cx="35266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200" b="1">
                <a:solidFill>
                  <a:schemeClr val="tx1"/>
                </a:solidFill>
                <a:latin typeface="Arial" panose="020B0604020202020204" pitchFamily="34" charset="0"/>
                <a:ea typeface="楷体_GB2312" pitchFamily="49" charset="-122"/>
              </a:rPr>
              <a:t> </a:t>
            </a:r>
            <a:r>
              <a:rPr lang="zh-CN" altLang="en-US" sz="1200" b="1">
                <a:solidFill>
                  <a:schemeClr val="tx1"/>
                </a:solidFill>
                <a:latin typeface="Arial" panose="020B0604020202020204" pitchFamily="34" charset="0"/>
                <a:ea typeface="楷体_GB2312" pitchFamily="49" charset="-122"/>
              </a:rPr>
              <a:t>链路状态分组的转发和确认</a:t>
            </a:r>
          </a:p>
        </p:txBody>
      </p:sp>
      <p:grpSp>
        <p:nvGrpSpPr>
          <p:cNvPr id="394331" name="Group 23">
            <a:extLst>
              <a:ext uri="{FF2B5EF4-FFF2-40B4-BE49-F238E27FC236}">
                <a16:creationId xmlns:a16="http://schemas.microsoft.com/office/drawing/2014/main" id="{4C242558-6608-EF4A-818C-9492EA09D5A0}"/>
              </a:ext>
            </a:extLst>
          </p:cNvPr>
          <p:cNvGrpSpPr>
            <a:grpSpLocks/>
          </p:cNvGrpSpPr>
          <p:nvPr/>
        </p:nvGrpSpPr>
        <p:grpSpPr bwMode="auto">
          <a:xfrm>
            <a:off x="5763155" y="952500"/>
            <a:ext cx="2170642" cy="1534716"/>
            <a:chOff x="781" y="1728"/>
            <a:chExt cx="2051" cy="1289"/>
          </a:xfrm>
        </p:grpSpPr>
        <p:sp>
          <p:nvSpPr>
            <p:cNvPr id="394336" name="AutoShape 6">
              <a:extLst>
                <a:ext uri="{FF2B5EF4-FFF2-40B4-BE49-F238E27FC236}">
                  <a16:creationId xmlns:a16="http://schemas.microsoft.com/office/drawing/2014/main" id="{7F2FDA29-1F06-D542-8F8B-0A07F7ADE897}"/>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4337" name="Line 7">
              <a:extLst>
                <a:ext uri="{FF2B5EF4-FFF2-40B4-BE49-F238E27FC236}">
                  <a16:creationId xmlns:a16="http://schemas.microsoft.com/office/drawing/2014/main" id="{559FF9EF-B47F-ED49-8FF1-72FFC6E3CC36}"/>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8" name="Line 8">
              <a:extLst>
                <a:ext uri="{FF2B5EF4-FFF2-40B4-BE49-F238E27FC236}">
                  <a16:creationId xmlns:a16="http://schemas.microsoft.com/office/drawing/2014/main" id="{5E0C681F-8D95-8B4C-8362-7EDAD0EE7318}"/>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9" name="Text Box 9">
              <a:extLst>
                <a:ext uri="{FF2B5EF4-FFF2-40B4-BE49-F238E27FC236}">
                  <a16:creationId xmlns:a16="http://schemas.microsoft.com/office/drawing/2014/main" id="{3922F448-785D-0148-9D9B-AE2931B035C3}"/>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4340" name="Text Box 10">
              <a:extLst>
                <a:ext uri="{FF2B5EF4-FFF2-40B4-BE49-F238E27FC236}">
                  <a16:creationId xmlns:a16="http://schemas.microsoft.com/office/drawing/2014/main" id="{46A6FB36-9C35-5A40-95DE-A3049CCD1640}"/>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4341" name="Text Box 11">
              <a:extLst>
                <a:ext uri="{FF2B5EF4-FFF2-40B4-BE49-F238E27FC236}">
                  <a16:creationId xmlns:a16="http://schemas.microsoft.com/office/drawing/2014/main" id="{1F295BA6-E3A4-8A4D-923D-0AF13386708C}"/>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4342" name="Text Box 12">
              <a:extLst>
                <a:ext uri="{FF2B5EF4-FFF2-40B4-BE49-F238E27FC236}">
                  <a16:creationId xmlns:a16="http://schemas.microsoft.com/office/drawing/2014/main" id="{A5EAF698-4DF1-734E-B04C-96E8B74D1B6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4343" name="Text Box 13">
              <a:extLst>
                <a:ext uri="{FF2B5EF4-FFF2-40B4-BE49-F238E27FC236}">
                  <a16:creationId xmlns:a16="http://schemas.microsoft.com/office/drawing/2014/main" id="{F3DD8E30-F833-324F-8F56-01E1FF3A808A}"/>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4344" name="Text Box 14">
              <a:extLst>
                <a:ext uri="{FF2B5EF4-FFF2-40B4-BE49-F238E27FC236}">
                  <a16:creationId xmlns:a16="http://schemas.microsoft.com/office/drawing/2014/main" id="{51D6F22A-A8FE-1C4C-8F5E-039B35504574}"/>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4345" name="Text Box 15">
              <a:extLst>
                <a:ext uri="{FF2B5EF4-FFF2-40B4-BE49-F238E27FC236}">
                  <a16:creationId xmlns:a16="http://schemas.microsoft.com/office/drawing/2014/main" id="{16964090-5A59-9942-85CD-E60B02E3DD48}"/>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4346" name="Text Box 16">
              <a:extLst>
                <a:ext uri="{FF2B5EF4-FFF2-40B4-BE49-F238E27FC236}">
                  <a16:creationId xmlns:a16="http://schemas.microsoft.com/office/drawing/2014/main" id="{16744487-EF38-C241-A279-D5FA61F32FA5}"/>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4347" name="Text Box 17">
              <a:extLst>
                <a:ext uri="{FF2B5EF4-FFF2-40B4-BE49-F238E27FC236}">
                  <a16:creationId xmlns:a16="http://schemas.microsoft.com/office/drawing/2014/main" id="{64B6D700-61B4-504B-8CEE-5201D0FB0D53}"/>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4348" name="Text Box 18">
              <a:extLst>
                <a:ext uri="{FF2B5EF4-FFF2-40B4-BE49-F238E27FC236}">
                  <a16:creationId xmlns:a16="http://schemas.microsoft.com/office/drawing/2014/main" id="{4F58C445-2EF0-1C42-82C2-23C59138F834}"/>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4349" name="Text Box 19">
              <a:extLst>
                <a:ext uri="{FF2B5EF4-FFF2-40B4-BE49-F238E27FC236}">
                  <a16:creationId xmlns:a16="http://schemas.microsoft.com/office/drawing/2014/main" id="{EAC8899A-C5C8-2F46-8CD0-24A5C935AA68}"/>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4350" name="Text Box 20">
              <a:extLst>
                <a:ext uri="{FF2B5EF4-FFF2-40B4-BE49-F238E27FC236}">
                  <a16:creationId xmlns:a16="http://schemas.microsoft.com/office/drawing/2014/main" id="{B05928AB-070D-F641-BB0B-A481BF51739F}"/>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4351" name="Text Box 21">
              <a:extLst>
                <a:ext uri="{FF2B5EF4-FFF2-40B4-BE49-F238E27FC236}">
                  <a16:creationId xmlns:a16="http://schemas.microsoft.com/office/drawing/2014/main" id="{9C9C874B-7543-8A45-B6D1-485113187B94}"/>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4352" name="Text Box 22">
              <a:extLst>
                <a:ext uri="{FF2B5EF4-FFF2-40B4-BE49-F238E27FC236}">
                  <a16:creationId xmlns:a16="http://schemas.microsoft.com/office/drawing/2014/main" id="{E4BD33E7-400F-CB4F-8F22-DB27D71B52AB}"/>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cxnSp>
        <p:nvCxnSpPr>
          <p:cNvPr id="32" name="直接箭头连接符 2">
            <a:extLst>
              <a:ext uri="{FF2B5EF4-FFF2-40B4-BE49-F238E27FC236}">
                <a16:creationId xmlns:a16="http://schemas.microsoft.com/office/drawing/2014/main" id="{84FFABA4-6B8E-C848-BBCD-0765A1BE64CA}"/>
              </a:ext>
            </a:extLst>
          </p:cNvPr>
          <p:cNvCxnSpPr/>
          <p:nvPr/>
        </p:nvCxnSpPr>
        <p:spPr>
          <a:xfrm flipV="1">
            <a:off x="6494860" y="1145382"/>
            <a:ext cx="683419" cy="22622"/>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任意多边形 6">
            <a:extLst>
              <a:ext uri="{FF2B5EF4-FFF2-40B4-BE49-F238E27FC236}">
                <a16:creationId xmlns:a16="http://schemas.microsoft.com/office/drawing/2014/main" id="{D7E2F242-13E1-A44D-87AE-14AB583C8955}"/>
              </a:ext>
            </a:extLst>
          </p:cNvPr>
          <p:cNvSpPr/>
          <p:nvPr/>
        </p:nvSpPr>
        <p:spPr>
          <a:xfrm>
            <a:off x="6236494"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4" name="任意多边形 8">
            <a:extLst>
              <a:ext uri="{FF2B5EF4-FFF2-40B4-BE49-F238E27FC236}">
                <a16:creationId xmlns:a16="http://schemas.microsoft.com/office/drawing/2014/main" id="{41BB5B3D-0F7E-884D-9F47-946A3D619A7B}"/>
              </a:ext>
            </a:extLst>
          </p:cNvPr>
          <p:cNvSpPr/>
          <p:nvPr/>
        </p:nvSpPr>
        <p:spPr>
          <a:xfrm>
            <a:off x="6498432"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3" name="曲线连接符 2">
            <a:extLst>
              <a:ext uri="{FF2B5EF4-FFF2-40B4-BE49-F238E27FC236}">
                <a16:creationId xmlns:a16="http://schemas.microsoft.com/office/drawing/2014/main" id="{90D81E41-0375-F449-B611-D100C338B1E1}"/>
              </a:ext>
            </a:extLst>
          </p:cNvPr>
          <p:cNvCxnSpPr>
            <a:endCxn id="394344" idx="1"/>
          </p:cNvCxnSpPr>
          <p:nvPr/>
        </p:nvCxnSpPr>
        <p:spPr>
          <a:xfrm flipV="1">
            <a:off x="2033588" y="2348508"/>
            <a:ext cx="4236509" cy="1562697"/>
          </a:xfrm>
          <a:prstGeom prst="curvedConnector3">
            <a:avLst>
              <a:gd name="adj1" fmla="val 50000"/>
            </a:avLst>
          </a:prstGeom>
          <a:ln w="12700">
            <a:solidFill>
              <a:srgbClr val="C00000"/>
            </a:solidFill>
            <a:headEnd type="none" w="lg" len="lg"/>
            <a:tailEnd type="stealth"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48375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89" name="Rectangle 2">
            <a:extLst>
              <a:ext uri="{FF2B5EF4-FFF2-40B4-BE49-F238E27FC236}">
                <a16:creationId xmlns:a16="http://schemas.microsoft.com/office/drawing/2014/main" id="{ADE9400A-CED2-444E-ACEA-A2623F8654FF}"/>
              </a:ext>
            </a:extLst>
          </p:cNvPr>
          <p:cNvSpPr>
            <a:spLocks noGrp="1" noChangeArrowheads="1"/>
          </p:cNvSpPr>
          <p:nvPr>
            <p:ph type="title"/>
          </p:nvPr>
        </p:nvSpPr>
        <p:spPr>
          <a:xfrm>
            <a:off x="171450" y="226219"/>
            <a:ext cx="6881813" cy="725091"/>
          </a:xfrm>
        </p:spPr>
        <p:txBody>
          <a:bodyPr/>
          <a:lstStyle/>
          <a:p>
            <a:r>
              <a:rPr lang="en-US" altLang="zh-CN" sz="3000" dirty="0">
                <a:ea typeface="宋体" panose="02010600030101010101" pitchFamily="2" charset="-122"/>
              </a:rPr>
              <a:t>5-6.</a:t>
            </a:r>
            <a:r>
              <a:rPr lang="zh-CN" altLang="en-US" sz="3000" dirty="0">
                <a:ea typeface="宋体" panose="02010600030101010101" pitchFamily="2" charset="-122"/>
              </a:rPr>
              <a:t> 计算新路由</a:t>
            </a:r>
          </a:p>
        </p:txBody>
      </p:sp>
      <p:sp>
        <p:nvSpPr>
          <p:cNvPr id="396290" name="内容占位符 1">
            <a:extLst>
              <a:ext uri="{FF2B5EF4-FFF2-40B4-BE49-F238E27FC236}">
                <a16:creationId xmlns:a16="http://schemas.microsoft.com/office/drawing/2014/main" id="{B734742F-842A-1343-BCFA-7FAEF4E56326}"/>
              </a:ext>
            </a:extLst>
          </p:cNvPr>
          <p:cNvSpPr>
            <a:spLocks noGrp="1" noChangeArrowheads="1"/>
          </p:cNvSpPr>
          <p:nvPr>
            <p:ph idx="1"/>
          </p:nvPr>
        </p:nvSpPr>
        <p:spPr>
          <a:xfrm>
            <a:off x="274320" y="1059656"/>
            <a:ext cx="8606790" cy="3671888"/>
          </a:xfrm>
        </p:spPr>
        <p:txBody>
          <a:bodyPr/>
          <a:lstStyle/>
          <a:p>
            <a:r>
              <a:rPr lang="zh-CN" altLang="en-US">
                <a:latin typeface="Times New Roman" panose="02020603050405020304" pitchFamily="18" charset="0"/>
                <a:ea typeface="宋体" panose="02010600030101010101" pitchFamily="2" charset="-122"/>
              </a:rPr>
              <a:t>路由器积累全部链路状态分组</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可构造完整网络拓扑图</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运行</a:t>
            </a:r>
            <a:r>
              <a:rPr lang="en-US" altLang="zh-CN">
                <a:latin typeface="Times New Roman" panose="02020603050405020304" pitchFamily="18" charset="0"/>
                <a:ea typeface="宋体" panose="02010600030101010101" pitchFamily="2" charset="-122"/>
              </a:rPr>
              <a:t>Dijkstra</a:t>
            </a:r>
            <a:r>
              <a:rPr lang="zh-CN" altLang="en-US">
                <a:latin typeface="Times New Roman" panose="02020603050405020304" pitchFamily="18" charset="0"/>
                <a:ea typeface="宋体" panose="02010600030101010101" pitchFamily="2" charset="-122"/>
              </a:rPr>
              <a:t>算法，计算新路由</a:t>
            </a:r>
            <a:endParaRPr lang="en-US" altLang="zh-CN">
              <a:latin typeface="Times New Roman" panose="02020603050405020304" pitchFamily="18" charset="0"/>
              <a:ea typeface="宋体" panose="02010600030101010101" pitchFamily="2" charset="-122"/>
            </a:endParaRPr>
          </a:p>
          <a:p>
            <a:pPr lvl="1"/>
            <a:r>
              <a:rPr lang="en-US" altLang="zh-CN" i="1">
                <a:latin typeface="Times New Roman" panose="02020603050405020304" pitchFamily="18" charset="0"/>
                <a:ea typeface="宋体" panose="02010600030101010101" pitchFamily="2" charset="-122"/>
              </a:rPr>
              <a:t>n</a:t>
            </a:r>
            <a:r>
              <a:rPr lang="zh-CN" altLang="en-US">
                <a:latin typeface="Times New Roman" panose="02020603050405020304" pitchFamily="18" charset="0"/>
                <a:ea typeface="宋体" panose="02010600030101010101" pitchFamily="2" charset="-122"/>
              </a:rPr>
              <a:t>个路由器，</a:t>
            </a:r>
            <a:r>
              <a:rPr lang="en-US" altLang="zh-CN" i="1">
                <a:latin typeface="Times New Roman" panose="02020603050405020304" pitchFamily="18" charset="0"/>
                <a:ea typeface="宋体" panose="02010600030101010101" pitchFamily="2" charset="-122"/>
              </a:rPr>
              <a:t>k</a:t>
            </a:r>
            <a:r>
              <a:rPr lang="zh-CN" altLang="en-US">
                <a:latin typeface="Times New Roman" panose="02020603050405020304" pitchFamily="18" charset="0"/>
                <a:ea typeface="宋体" panose="02010600030101010101" pitchFamily="2" charset="-122"/>
              </a:rPr>
              <a:t>个邻居：</a:t>
            </a:r>
            <a:r>
              <a:rPr lang="en-US" altLang="zh-CN" i="1">
                <a:latin typeface="Times New Roman" panose="02020603050405020304" pitchFamily="18" charset="0"/>
                <a:ea typeface="宋体" panose="02010600030101010101" pitchFamily="2" charset="-122"/>
              </a:rPr>
              <a:t>kn</a:t>
            </a:r>
          </a:p>
          <a:p>
            <a:pPr lvl="1"/>
            <a:r>
              <a:rPr lang="zh-CN" altLang="en-US">
                <a:latin typeface="Times New Roman" panose="02020603050405020304" pitchFamily="18" charset="0"/>
                <a:ea typeface="宋体" panose="02010600030101010101" pitchFamily="2" charset="-122"/>
              </a:rPr>
              <a:t>消除个别路由器失败的影响</a:t>
            </a:r>
            <a:endParaRPr lang="en-US" altLang="zh-CN">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被广泛应用于实际网络中的链路状态路由协议</a:t>
            </a:r>
            <a:endParaRPr lang="en-US" altLang="zh-CN">
              <a:latin typeface="Times New Roman" panose="02020603050405020304" pitchFamily="18" charset="0"/>
              <a:ea typeface="宋体" panose="02010600030101010101" pitchFamily="2" charset="-122"/>
            </a:endParaRPr>
          </a:p>
          <a:p>
            <a:pPr lvl="1"/>
            <a:r>
              <a:rPr lang="en-US" altLang="zh-CN">
                <a:latin typeface="Times New Roman" panose="02020603050405020304" pitchFamily="18" charset="0"/>
                <a:ea typeface="宋体" panose="02010600030101010101" pitchFamily="2" charset="-122"/>
              </a:rPr>
              <a:t>IS-IS</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DECnet</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OSPF</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IETF</a:t>
            </a:r>
            <a:r>
              <a:rPr lang="zh-CN" altLang="en-US">
                <a:latin typeface="Times New Roman" panose="02020603050405020304" pitchFamily="18" charset="0"/>
                <a:ea typeface="宋体" panose="02010600030101010101" pitchFamily="2" charset="-122"/>
              </a:rPr>
              <a:t>）</a:t>
            </a:r>
          </a:p>
        </p:txBody>
      </p:sp>
      <p:sp>
        <p:nvSpPr>
          <p:cNvPr id="396291" name="灯片编号占位符 1">
            <a:extLst>
              <a:ext uri="{FF2B5EF4-FFF2-40B4-BE49-F238E27FC236}">
                <a16:creationId xmlns:a16="http://schemas.microsoft.com/office/drawing/2014/main" id="{7286BF62-2E82-7846-AD50-193BB790CA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C5D3E9-563C-B948-B38B-0610CF0EA4F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28431622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1" name="Rectangle 2">
            <a:extLst>
              <a:ext uri="{FF2B5EF4-FFF2-40B4-BE49-F238E27FC236}">
                <a16:creationId xmlns:a16="http://schemas.microsoft.com/office/drawing/2014/main" id="{829B7EAB-DDDE-C149-9EA2-1A778BD37F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的区域</a:t>
            </a:r>
            <a:r>
              <a:rPr lang="en-US" altLang="zh-CN" dirty="0">
                <a:latin typeface="Times New Roman" panose="02020603050405020304" pitchFamily="18" charset="0"/>
                <a:ea typeface="宋体" panose="02010600030101010101" pitchFamily="2" charset="-122"/>
              </a:rPr>
              <a:t>(area) </a:t>
            </a:r>
          </a:p>
        </p:txBody>
      </p:sp>
      <p:sp>
        <p:nvSpPr>
          <p:cNvPr id="583683" name="Rectangle 3">
            <a:extLst>
              <a:ext uri="{FF2B5EF4-FFF2-40B4-BE49-F238E27FC236}">
                <a16:creationId xmlns:a16="http://schemas.microsoft.com/office/drawing/2014/main" id="{E4477F2B-35C3-A34D-9441-875CDD7843B9}"/>
              </a:ext>
            </a:extLst>
          </p:cNvPr>
          <p:cNvSpPr>
            <a:spLocks noGrp="1" noChangeArrowheads="1"/>
          </p:cNvSpPr>
          <p:nvPr>
            <p:ph type="body" idx="1"/>
          </p:nvPr>
        </p:nvSpPr>
        <p:spPr>
          <a:xfrm>
            <a:off x="251460" y="1113235"/>
            <a:ext cx="8687056" cy="3402806"/>
          </a:xfrm>
        </p:spPr>
        <p:txBody>
          <a:bodyPr/>
          <a:lstStyle/>
          <a:p>
            <a:pPr eaLnBrk="1" hangingPunct="1"/>
            <a:r>
              <a:rPr lang="zh-CN" altLang="en-US" sz="2100" dirty="0">
                <a:ea typeface="宋体" panose="02010600030101010101" pitchFamily="2" charset="-122"/>
              </a:rPr>
              <a:t>为了使 </a:t>
            </a:r>
            <a:r>
              <a:rPr lang="en-US" altLang="zh-CN" sz="2100" dirty="0">
                <a:ea typeface="宋体" panose="02010600030101010101" pitchFamily="2" charset="-122"/>
              </a:rPr>
              <a:t>OSPF </a:t>
            </a:r>
            <a:r>
              <a:rPr lang="zh-CN" altLang="en-US" sz="2100" dirty="0">
                <a:ea typeface="宋体" panose="02010600030101010101" pitchFamily="2" charset="-122"/>
              </a:rPr>
              <a:t>能够用于规模很大的网络，</a:t>
            </a:r>
            <a:r>
              <a:rPr lang="en-US" altLang="zh-CN" sz="2100" dirty="0">
                <a:ea typeface="宋体" panose="02010600030101010101" pitchFamily="2" charset="-122"/>
              </a:rPr>
              <a:t>OSPF </a:t>
            </a:r>
            <a:r>
              <a:rPr lang="zh-CN" altLang="en-US" sz="2100" dirty="0">
                <a:ea typeface="宋体" panose="02010600030101010101" pitchFamily="2" charset="-122"/>
              </a:rPr>
              <a:t>将一个自治系统再划分为若干个更小的范围，叫作</a:t>
            </a:r>
            <a:r>
              <a:rPr lang="zh-CN" altLang="en-US" sz="2100" dirty="0">
                <a:solidFill>
                  <a:schemeClr val="hlink"/>
                </a:solidFill>
                <a:ea typeface="宋体" panose="02010600030101010101" pitchFamily="2" charset="-122"/>
              </a:rPr>
              <a:t>区域</a:t>
            </a:r>
            <a:r>
              <a:rPr lang="zh-CN" altLang="en-US" sz="2100" dirty="0">
                <a:ea typeface="宋体" panose="02010600030101010101" pitchFamily="2" charset="-122"/>
              </a:rPr>
              <a:t>。</a:t>
            </a:r>
          </a:p>
          <a:p>
            <a:pPr eaLnBrk="1" hangingPunct="1"/>
            <a:r>
              <a:rPr lang="zh-CN" altLang="en-US" sz="2100" dirty="0">
                <a:ea typeface="宋体" panose="02010600030101010101" pitchFamily="2" charset="-122"/>
              </a:rPr>
              <a:t>每一个区域都有一个 </a:t>
            </a:r>
            <a:r>
              <a:rPr lang="en-US" altLang="zh-CN" sz="2100" dirty="0">
                <a:ea typeface="宋体" panose="02010600030101010101" pitchFamily="2" charset="-122"/>
              </a:rPr>
              <a:t>32 </a:t>
            </a:r>
            <a:r>
              <a:rPr lang="zh-CN" altLang="en-US" sz="2100" dirty="0">
                <a:ea typeface="宋体" panose="02010600030101010101" pitchFamily="2" charset="-122"/>
              </a:rPr>
              <a:t>位的区域标识符（用点分十进制表示）。</a:t>
            </a:r>
          </a:p>
          <a:p>
            <a:pPr eaLnBrk="1" hangingPunct="1"/>
            <a:r>
              <a:rPr lang="zh-CN" altLang="en-US" sz="2100" dirty="0">
                <a:ea typeface="宋体" panose="02010600030101010101" pitchFamily="2" charset="-122"/>
              </a:rPr>
              <a:t>区域也不能太大，在一个区域内的路由器最好不超过 </a:t>
            </a:r>
            <a:r>
              <a:rPr lang="en-US" altLang="zh-CN" sz="2100" dirty="0">
                <a:ea typeface="宋体" panose="02010600030101010101" pitchFamily="2" charset="-122"/>
              </a:rPr>
              <a:t>200 </a:t>
            </a:r>
            <a:r>
              <a:rPr lang="zh-CN" altLang="en-US" sz="2100" dirty="0">
                <a:ea typeface="宋体" panose="02010600030101010101" pitchFamily="2" charset="-122"/>
              </a:rPr>
              <a:t>个。  </a:t>
            </a:r>
          </a:p>
        </p:txBody>
      </p:sp>
      <p:sp>
        <p:nvSpPr>
          <p:cNvPr id="399363" name="幻灯片编号占位符 1">
            <a:extLst>
              <a:ext uri="{FF2B5EF4-FFF2-40B4-BE49-F238E27FC236}">
                <a16:creationId xmlns:a16="http://schemas.microsoft.com/office/drawing/2014/main" id="{C31B0166-88EB-7444-A5EE-D0D564695C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75B7AB-D0BC-E34A-BD1A-CE4CB9F392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174287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7" name="Rectangle 2">
            <a:extLst>
              <a:ext uri="{FF2B5EF4-FFF2-40B4-BE49-F238E27FC236}">
                <a16:creationId xmlns:a16="http://schemas.microsoft.com/office/drawing/2014/main" id="{5C3992D4-5244-3A42-84FD-7B39FF973CE2}"/>
              </a:ext>
            </a:extLst>
          </p:cNvPr>
          <p:cNvSpPr>
            <a:spLocks noGrp="1" noChangeArrowheads="1"/>
          </p:cNvSpPr>
          <p:nvPr>
            <p:ph type="title"/>
          </p:nvPr>
        </p:nvSpPr>
        <p:spPr>
          <a:xfrm>
            <a:off x="160021" y="160735"/>
            <a:ext cx="7760018" cy="790575"/>
          </a:xfrm>
        </p:spPr>
        <p:txBody>
          <a:bodyPr/>
          <a:lstStyle/>
          <a:p>
            <a:pPr eaLnBrk="1" hangingPunct="1"/>
            <a:r>
              <a:rPr lang="en-US" altLang="zh-CN" dirty="0">
                <a:latin typeface="Times New Roman" panose="02020603050405020304" pitchFamily="18" charset="0"/>
                <a:ea typeface="宋体" panose="02010600030101010101" pitchFamily="2" charset="-122"/>
              </a:rPr>
              <a:t>4.5.4  </a:t>
            </a:r>
            <a:r>
              <a:rPr lang="zh-CN" altLang="en-US" dirty="0">
                <a:latin typeface="Times New Roman" panose="02020603050405020304" pitchFamily="18" charset="0"/>
                <a:ea typeface="宋体" panose="02010600030101010101" pitchFamily="2" charset="-122"/>
              </a:rPr>
              <a:t>外部网关协议 </a:t>
            </a:r>
            <a:r>
              <a:rPr lang="en-US" altLang="zh-CN" dirty="0">
                <a:latin typeface="Times New Roman" panose="02020603050405020304" pitchFamily="18" charset="0"/>
                <a:ea typeface="宋体" panose="02010600030101010101" pitchFamily="2" charset="-122"/>
              </a:rPr>
              <a:t>BGP</a:t>
            </a:r>
          </a:p>
        </p:txBody>
      </p:sp>
      <p:sp>
        <p:nvSpPr>
          <p:cNvPr id="600067" name="Rectangle 3">
            <a:extLst>
              <a:ext uri="{FF2B5EF4-FFF2-40B4-BE49-F238E27FC236}">
                <a16:creationId xmlns:a16="http://schemas.microsoft.com/office/drawing/2014/main" id="{BE5E88DB-BE88-5A4E-9184-FE418F826D8D}"/>
              </a:ext>
            </a:extLst>
          </p:cNvPr>
          <p:cNvSpPr>
            <a:spLocks noGrp="1" noChangeArrowheads="1"/>
          </p:cNvSpPr>
          <p:nvPr>
            <p:ph type="body" idx="1"/>
          </p:nvPr>
        </p:nvSpPr>
        <p:spPr>
          <a:xfrm>
            <a:off x="186214" y="1059657"/>
            <a:ext cx="8752046" cy="3240881"/>
          </a:xfrm>
        </p:spPr>
        <p:txBody>
          <a:bodyPr/>
          <a:lstStyle/>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是不同自治系统的路由器之间交换路由信息的协议。 </a:t>
            </a:r>
          </a:p>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较新版本是 </a:t>
            </a:r>
            <a:r>
              <a:rPr lang="en-US" altLang="zh-CN" sz="2250" dirty="0">
                <a:ea typeface="宋体" panose="02010600030101010101" pitchFamily="2" charset="-122"/>
              </a:rPr>
              <a:t>2006 </a:t>
            </a:r>
            <a:r>
              <a:rPr lang="zh-CN" altLang="en-US" sz="2250" dirty="0">
                <a:ea typeface="宋体" panose="02010600030101010101" pitchFamily="2" charset="-122"/>
              </a:rPr>
              <a:t>年 </a:t>
            </a:r>
            <a:r>
              <a:rPr lang="en-US" altLang="zh-CN" sz="2250" dirty="0">
                <a:ea typeface="宋体" panose="02010600030101010101" pitchFamily="2" charset="-122"/>
              </a:rPr>
              <a:t>1 </a:t>
            </a:r>
            <a:r>
              <a:rPr lang="zh-CN" altLang="en-US" sz="2250" dirty="0">
                <a:ea typeface="宋体" panose="02010600030101010101" pitchFamily="2" charset="-122"/>
              </a:rPr>
              <a:t>月发表的 </a:t>
            </a:r>
            <a:r>
              <a:rPr lang="en-US" altLang="zh-CN" sz="2250" dirty="0">
                <a:ea typeface="宋体" panose="02010600030101010101" pitchFamily="2" charset="-122"/>
              </a:rPr>
              <a:t>BGP-4</a:t>
            </a:r>
            <a:r>
              <a:rPr lang="zh-CN" altLang="en-US" sz="2250" dirty="0">
                <a:ea typeface="宋体" panose="02010600030101010101" pitchFamily="2" charset="-122"/>
              </a:rPr>
              <a:t>（</a:t>
            </a:r>
            <a:r>
              <a:rPr lang="en-US" altLang="zh-CN" sz="2250" dirty="0">
                <a:ea typeface="宋体" panose="02010600030101010101" pitchFamily="2" charset="-122"/>
              </a:rPr>
              <a:t>BGP </a:t>
            </a:r>
            <a:r>
              <a:rPr lang="zh-CN" altLang="en-US" sz="2250" dirty="0">
                <a:ea typeface="宋体" panose="02010600030101010101" pitchFamily="2" charset="-122"/>
              </a:rPr>
              <a:t>第 </a:t>
            </a:r>
            <a:r>
              <a:rPr lang="en-US" altLang="zh-CN" sz="2250" dirty="0">
                <a:ea typeface="宋体" panose="02010600030101010101" pitchFamily="2" charset="-122"/>
              </a:rPr>
              <a:t>4 </a:t>
            </a:r>
            <a:r>
              <a:rPr lang="zh-CN" altLang="en-US" sz="2250" dirty="0">
                <a:ea typeface="宋体" panose="02010600030101010101" pitchFamily="2" charset="-122"/>
              </a:rPr>
              <a:t>个版本），即 </a:t>
            </a:r>
            <a:r>
              <a:rPr lang="en-US" altLang="zh-CN" sz="2250" dirty="0">
                <a:ea typeface="宋体" panose="02010600030101010101" pitchFamily="2" charset="-122"/>
              </a:rPr>
              <a:t>RFC 4271 ~ 4278</a:t>
            </a:r>
            <a:r>
              <a:rPr lang="zh-CN" altLang="en-US" sz="2250" dirty="0">
                <a:ea typeface="宋体" panose="02010600030101010101" pitchFamily="2" charset="-122"/>
              </a:rPr>
              <a:t>。 </a:t>
            </a:r>
          </a:p>
          <a:p>
            <a:pPr eaLnBrk="1" hangingPunct="1"/>
            <a:r>
              <a:rPr lang="zh-CN" altLang="en-US" sz="2250" dirty="0">
                <a:ea typeface="宋体" panose="02010600030101010101" pitchFamily="2" charset="-122"/>
              </a:rPr>
              <a:t>可以将 </a:t>
            </a:r>
            <a:r>
              <a:rPr lang="en-US" altLang="zh-CN" sz="2250" dirty="0">
                <a:ea typeface="宋体" panose="02010600030101010101" pitchFamily="2" charset="-122"/>
              </a:rPr>
              <a:t>BGP-4 </a:t>
            </a:r>
            <a:r>
              <a:rPr lang="zh-CN" altLang="en-US" sz="2250" dirty="0">
                <a:ea typeface="宋体" panose="02010600030101010101" pitchFamily="2" charset="-122"/>
              </a:rPr>
              <a:t>简写为 </a:t>
            </a:r>
            <a:r>
              <a:rPr lang="en-US" altLang="zh-CN" sz="2250" dirty="0">
                <a:ea typeface="宋体" panose="02010600030101010101" pitchFamily="2" charset="-122"/>
              </a:rPr>
              <a:t>BGP</a:t>
            </a:r>
            <a:r>
              <a:rPr lang="zh-CN" altLang="en-US" sz="2250" dirty="0">
                <a:ea typeface="宋体" panose="02010600030101010101" pitchFamily="2" charset="-122"/>
              </a:rPr>
              <a:t>。 </a:t>
            </a:r>
          </a:p>
        </p:txBody>
      </p:sp>
      <p:sp>
        <p:nvSpPr>
          <p:cNvPr id="423939" name="幻灯片编号占位符 1">
            <a:extLst>
              <a:ext uri="{FF2B5EF4-FFF2-40B4-BE49-F238E27FC236}">
                <a16:creationId xmlns:a16="http://schemas.microsoft.com/office/drawing/2014/main" id="{130CE98F-4AF9-474A-8488-BDE73D19A3E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00B5307-679A-BF42-8BF0-035224631A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05933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5" name="Rectangle 2">
            <a:extLst>
              <a:ext uri="{FF2B5EF4-FFF2-40B4-BE49-F238E27FC236}">
                <a16:creationId xmlns:a16="http://schemas.microsoft.com/office/drawing/2014/main" id="{F78AB1FF-2C31-8949-8C3D-06629334F48E}"/>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使用的环境却不同 </a:t>
            </a:r>
          </a:p>
        </p:txBody>
      </p:sp>
      <p:sp>
        <p:nvSpPr>
          <p:cNvPr id="601091" name="Rectangle 3">
            <a:extLst>
              <a:ext uri="{FF2B5EF4-FFF2-40B4-BE49-F238E27FC236}">
                <a16:creationId xmlns:a16="http://schemas.microsoft.com/office/drawing/2014/main" id="{D4400745-DF5B-114A-86EA-1D44E97D989E}"/>
              </a:ext>
            </a:extLst>
          </p:cNvPr>
          <p:cNvSpPr>
            <a:spLocks noGrp="1" noChangeArrowheads="1"/>
          </p:cNvSpPr>
          <p:nvPr>
            <p:ph type="body" idx="1"/>
          </p:nvPr>
        </p:nvSpPr>
        <p:spPr>
          <a:xfrm>
            <a:off x="197644" y="1059656"/>
            <a:ext cx="8717755" cy="403026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因特网的规模太大，使得自治系统之间路由选择非常困难。对于自治系统之间的路由选择，要寻找最佳路由是很不现实的。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当一条路径通过几个不同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时，要想对这样的路径计算出有意义的代价是不太可能的。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比较合理的做法是在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之间交换“可达性”信息。</a:t>
            </a:r>
            <a:r>
              <a:rPr lang="zh-CN" altLang="en-US" dirty="0">
                <a:latin typeface="Times New Roman" panose="02020603050405020304" pitchFamily="18" charset="0"/>
                <a:ea typeface="宋体" panose="02010600030101010101" pitchFamily="2" charset="-122"/>
              </a:rPr>
              <a:t>   </a:t>
            </a:r>
          </a:p>
          <a:p>
            <a:pPr eaLnBrk="1" hangingPunct="1">
              <a:lnSpc>
                <a:spcPct val="90000"/>
              </a:lnSpc>
            </a:pPr>
            <a:r>
              <a:rPr lang="zh-CN" altLang="en-US" dirty="0">
                <a:latin typeface="Times New Roman" panose="02020603050405020304" pitchFamily="18" charset="0"/>
                <a:ea typeface="宋体" panose="02010600030101010101" pitchFamily="2" charset="-122"/>
              </a:rPr>
              <a:t>自治系统之间的路由选择必须考虑有关策略。</a:t>
            </a:r>
          </a:p>
          <a:p>
            <a:pPr eaLnBrk="1" hangingPunct="1">
              <a:lnSpc>
                <a:spcPct val="90000"/>
              </a:lnSpc>
            </a:pPr>
            <a:r>
              <a:rPr lang="zh-CN" altLang="en-US" dirty="0">
                <a:latin typeface="Times New Roman" panose="02020603050405020304" pitchFamily="18" charset="0"/>
                <a:ea typeface="宋体" panose="02010600030101010101" pitchFamily="2" charset="-122"/>
              </a:rPr>
              <a:t>因此，边界网关协议 </a:t>
            </a:r>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只能是力求寻找一条能够到达目的网络且</a:t>
            </a:r>
            <a:r>
              <a:rPr lang="zh-CN" altLang="en-US" dirty="0">
                <a:solidFill>
                  <a:srgbClr val="FF0000"/>
                </a:solidFill>
                <a:latin typeface="Times New Roman" panose="02020603050405020304" pitchFamily="18" charset="0"/>
                <a:ea typeface="宋体" panose="02010600030101010101" pitchFamily="2" charset="-122"/>
              </a:rPr>
              <a:t>比较好的路由</a:t>
            </a:r>
            <a:r>
              <a:rPr lang="zh-CN" altLang="en-US" dirty="0">
                <a:latin typeface="Times New Roman" panose="02020603050405020304" pitchFamily="18" charset="0"/>
                <a:ea typeface="宋体" panose="02010600030101010101" pitchFamily="2" charset="-122"/>
              </a:rPr>
              <a:t>（不能兜圈子），而</a:t>
            </a:r>
            <a:r>
              <a:rPr lang="zh-CN" altLang="en-US" dirty="0">
                <a:solidFill>
                  <a:srgbClr val="FF0000"/>
                </a:solidFill>
                <a:latin typeface="Times New Roman" panose="02020603050405020304" pitchFamily="18" charset="0"/>
                <a:ea typeface="宋体" panose="02010600030101010101" pitchFamily="2" charset="-122"/>
              </a:rPr>
              <a:t>并非要寻找一条最佳路由</a:t>
            </a:r>
            <a:r>
              <a:rPr lang="zh-CN" altLang="en-US" dirty="0">
                <a:latin typeface="Times New Roman" panose="02020603050405020304" pitchFamily="18" charset="0"/>
                <a:ea typeface="宋体" panose="02010600030101010101" pitchFamily="2" charset="-122"/>
              </a:rPr>
              <a:t>。  </a:t>
            </a:r>
          </a:p>
        </p:txBody>
      </p:sp>
      <p:sp>
        <p:nvSpPr>
          <p:cNvPr id="425987" name="幻灯片编号占位符 1">
            <a:extLst>
              <a:ext uri="{FF2B5EF4-FFF2-40B4-BE49-F238E27FC236}">
                <a16:creationId xmlns:a16="http://schemas.microsoft.com/office/drawing/2014/main" id="{0CA17565-3AAD-0548-9927-76EF2324B32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42EF3B-083B-3749-A29B-7A65B5E2DFD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37820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3" name="Rectangle 2">
            <a:extLst>
              <a:ext uri="{FF2B5EF4-FFF2-40B4-BE49-F238E27FC236}">
                <a16:creationId xmlns:a16="http://schemas.microsoft.com/office/drawing/2014/main" id="{A01220AD-CBAF-EC44-8517-37975F25BD6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发言人</a:t>
            </a:r>
            <a:r>
              <a:rPr lang="en-US" altLang="zh-CN" sz="3000" dirty="0">
                <a:ea typeface="宋体" panose="02010600030101010101" pitchFamily="2" charset="-122"/>
              </a:rPr>
              <a:t>(BGP speaker)</a:t>
            </a:r>
            <a:r>
              <a:rPr lang="en-US" altLang="zh-CN" dirty="0">
                <a:latin typeface="Times New Roman" panose="02020603050405020304" pitchFamily="18" charset="0"/>
                <a:ea typeface="宋体" panose="02010600030101010101" pitchFamily="2" charset="-122"/>
              </a:rPr>
              <a:t> </a:t>
            </a:r>
          </a:p>
        </p:txBody>
      </p:sp>
      <p:sp>
        <p:nvSpPr>
          <p:cNvPr id="602115" name="Rectangle 3">
            <a:extLst>
              <a:ext uri="{FF2B5EF4-FFF2-40B4-BE49-F238E27FC236}">
                <a16:creationId xmlns:a16="http://schemas.microsoft.com/office/drawing/2014/main" id="{D568114E-0EA2-EA4F-B3E9-C9D026392F1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每一个自治系统的管理员要选择至少一个路由器作为该自治系统的“ </a:t>
            </a:r>
            <a:r>
              <a:rPr lang="en-US" altLang="zh-CN">
                <a:solidFill>
                  <a:schemeClr val="hlink"/>
                </a:solidFill>
                <a:latin typeface="Times New Roman" panose="02020603050405020304" pitchFamily="18" charset="0"/>
                <a:ea typeface="宋体" panose="02010600030101010101" pitchFamily="2" charset="-122"/>
              </a:rPr>
              <a:t>BGP </a:t>
            </a:r>
            <a:r>
              <a:rPr lang="zh-CN" altLang="en-US">
                <a:solidFill>
                  <a:schemeClr val="hlink"/>
                </a:solidFill>
                <a:latin typeface="Times New Roman" panose="02020603050405020304" pitchFamily="18" charset="0"/>
                <a:ea typeface="宋体" panose="02010600030101010101" pitchFamily="2" charset="-122"/>
              </a:rPr>
              <a:t>发言人</a:t>
            </a:r>
            <a:r>
              <a:rPr lang="zh-CN" altLang="en-US">
                <a:latin typeface="Times New Roman" panose="02020603050405020304" pitchFamily="18" charset="0"/>
                <a:ea typeface="宋体" panose="02010600030101010101" pitchFamily="2" charset="-122"/>
              </a:rPr>
              <a:t>” 。</a:t>
            </a:r>
          </a:p>
          <a:p>
            <a:pPr eaLnBrk="1" hangingPunct="1"/>
            <a:r>
              <a:rPr lang="zh-CN" altLang="en-US">
                <a:latin typeface="Times New Roman" panose="02020603050405020304" pitchFamily="18" charset="0"/>
                <a:ea typeface="宋体" panose="02010600030101010101" pitchFamily="2" charset="-122"/>
              </a:rPr>
              <a:t>一般说来，两个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发言人都是通过一个共享网络连接在一起的，而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发言人往往就是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边界路由器，但也可以不是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 </a:t>
            </a:r>
          </a:p>
        </p:txBody>
      </p:sp>
      <p:sp>
        <p:nvSpPr>
          <p:cNvPr id="428035" name="幻灯片编号占位符 1">
            <a:extLst>
              <a:ext uri="{FF2B5EF4-FFF2-40B4-BE49-F238E27FC236}">
                <a16:creationId xmlns:a16="http://schemas.microsoft.com/office/drawing/2014/main" id="{9148619F-FB13-8142-92AF-E4FDAE57164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8335554-749D-7C44-ABB1-A816849570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88421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21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1" name="Rectangle 2">
            <a:extLst>
              <a:ext uri="{FF2B5EF4-FFF2-40B4-BE49-F238E27FC236}">
                <a16:creationId xmlns:a16="http://schemas.microsoft.com/office/drawing/2014/main" id="{2599824F-BB2E-8446-BCB8-F375FA663EB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交换路由信息</a:t>
            </a:r>
          </a:p>
        </p:txBody>
      </p:sp>
      <p:sp>
        <p:nvSpPr>
          <p:cNvPr id="603139" name="Rectangle 3">
            <a:extLst>
              <a:ext uri="{FF2B5EF4-FFF2-40B4-BE49-F238E27FC236}">
                <a16:creationId xmlns:a16="http://schemas.microsoft.com/office/drawing/2014/main" id="{1151CE5F-ADA5-E144-B2FC-6CE924F96D1D}"/>
              </a:ext>
            </a:extLst>
          </p:cNvPr>
          <p:cNvSpPr>
            <a:spLocks noGrp="1" noChangeArrowheads="1"/>
          </p:cNvSpPr>
          <p:nvPr>
            <p:ph type="body" idx="1"/>
          </p:nvPr>
        </p:nvSpPr>
        <p:spPr>
          <a:xfrm>
            <a:off x="240030" y="1059657"/>
            <a:ext cx="8698486" cy="3456385"/>
          </a:xfrm>
        </p:spPr>
        <p:txBody>
          <a:bodyPr/>
          <a:lstStyle/>
          <a:p>
            <a:pPr eaLnBrk="1" hangingPunct="1"/>
            <a:r>
              <a:rPr lang="zh-CN" altLang="en-US" sz="2100" dirty="0">
                <a:ea typeface="宋体" panose="02010600030101010101" pitchFamily="2" charset="-122"/>
              </a:rPr>
              <a:t>一个 </a:t>
            </a:r>
            <a:r>
              <a:rPr lang="en-US" altLang="zh-CN" sz="2100" dirty="0">
                <a:ea typeface="宋体" panose="02010600030101010101" pitchFamily="2" charset="-122"/>
              </a:rPr>
              <a:t>BGP </a:t>
            </a:r>
            <a:r>
              <a:rPr lang="zh-CN" altLang="en-US" sz="2100" dirty="0">
                <a:ea typeface="宋体" panose="02010600030101010101" pitchFamily="2" charset="-122"/>
              </a:rPr>
              <a:t>发言人与其他自治系统中的 </a:t>
            </a:r>
            <a:r>
              <a:rPr lang="en-US" altLang="zh-CN" sz="2100" dirty="0">
                <a:ea typeface="宋体" panose="02010600030101010101" pitchFamily="2" charset="-122"/>
              </a:rPr>
              <a:t>BGP </a:t>
            </a:r>
            <a:r>
              <a:rPr lang="zh-CN" altLang="en-US" sz="2100" dirty="0">
                <a:ea typeface="宋体" panose="02010600030101010101" pitchFamily="2" charset="-122"/>
              </a:rPr>
              <a:t>发言人要交换路由信息，就要先建立 </a:t>
            </a:r>
            <a:r>
              <a:rPr lang="en-US" altLang="zh-CN" sz="2100" dirty="0">
                <a:ea typeface="宋体" panose="02010600030101010101" pitchFamily="2" charset="-122"/>
              </a:rPr>
              <a:t>TCP </a:t>
            </a:r>
            <a:r>
              <a:rPr lang="zh-CN" altLang="en-US" sz="2100" dirty="0">
                <a:ea typeface="宋体" panose="02010600030101010101" pitchFamily="2" charset="-122"/>
              </a:rPr>
              <a:t>连接，然后在此连接上交换 </a:t>
            </a:r>
            <a:r>
              <a:rPr lang="en-US" altLang="zh-CN" sz="2100" dirty="0">
                <a:ea typeface="宋体" panose="02010600030101010101" pitchFamily="2" charset="-122"/>
              </a:rPr>
              <a:t>BGP </a:t>
            </a:r>
            <a:r>
              <a:rPr lang="zh-CN" altLang="en-US" sz="2100" dirty="0">
                <a:ea typeface="宋体" panose="02010600030101010101" pitchFamily="2" charset="-122"/>
              </a:rPr>
              <a:t>报文以建立 </a:t>
            </a:r>
            <a:r>
              <a:rPr lang="en-US" altLang="zh-CN" sz="2100" dirty="0">
                <a:ea typeface="宋体" panose="02010600030101010101" pitchFamily="2" charset="-122"/>
              </a:rPr>
              <a:t>BGP </a:t>
            </a:r>
            <a:r>
              <a:rPr lang="zh-CN" altLang="en-US" sz="2100" dirty="0">
                <a:solidFill>
                  <a:schemeClr val="hlink"/>
                </a:solidFill>
                <a:ea typeface="宋体" panose="02010600030101010101" pitchFamily="2" charset="-122"/>
              </a:rPr>
              <a:t>会话</a:t>
            </a:r>
            <a:r>
              <a:rPr lang="en-US" altLang="zh-CN" sz="2100" dirty="0">
                <a:ea typeface="宋体" panose="02010600030101010101" pitchFamily="2" charset="-122"/>
              </a:rPr>
              <a:t>(session)</a:t>
            </a:r>
            <a:r>
              <a:rPr lang="zh-CN" altLang="en-US" sz="2100" dirty="0">
                <a:ea typeface="宋体" panose="02010600030101010101" pitchFamily="2" charset="-122"/>
              </a:rPr>
              <a:t>，利用 </a:t>
            </a:r>
            <a:r>
              <a:rPr lang="en-US" altLang="zh-CN" sz="2100" dirty="0">
                <a:ea typeface="宋体" panose="02010600030101010101" pitchFamily="2" charset="-122"/>
              </a:rPr>
              <a:t>BGP </a:t>
            </a:r>
            <a:r>
              <a:rPr lang="zh-CN" altLang="en-US" sz="2100" dirty="0">
                <a:ea typeface="宋体" panose="02010600030101010101" pitchFamily="2" charset="-122"/>
              </a:rPr>
              <a:t>会话交换路由信息。</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连接能提供可靠的服务，也简化了路由选择协议。</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连接交换路由信息的两个 </a:t>
            </a:r>
            <a:r>
              <a:rPr lang="en-US" altLang="zh-CN" sz="2100" dirty="0">
                <a:ea typeface="宋体" panose="02010600030101010101" pitchFamily="2" charset="-122"/>
              </a:rPr>
              <a:t>BGP </a:t>
            </a:r>
            <a:r>
              <a:rPr lang="zh-CN" altLang="en-US" sz="2100" dirty="0">
                <a:ea typeface="宋体" panose="02010600030101010101" pitchFamily="2" charset="-122"/>
              </a:rPr>
              <a:t>发言人，彼此成为对方的邻站或对等站。</a:t>
            </a:r>
          </a:p>
        </p:txBody>
      </p:sp>
      <p:sp>
        <p:nvSpPr>
          <p:cNvPr id="430083" name="幻灯片编号占位符 1">
            <a:extLst>
              <a:ext uri="{FF2B5EF4-FFF2-40B4-BE49-F238E27FC236}">
                <a16:creationId xmlns:a16="http://schemas.microsoft.com/office/drawing/2014/main" id="{3CDB7C1A-A246-0541-BAA7-D0C2BEED23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1C813B3-371B-9449-BE3F-94DA34F54A8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63031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31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031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203" name="幻灯片编号占位符 1">
            <a:extLst>
              <a:ext uri="{FF2B5EF4-FFF2-40B4-BE49-F238E27FC236}">
                <a16:creationId xmlns:a16="http://schemas.microsoft.com/office/drawing/2014/main" id="{F49E5196-0661-9849-9815-8417FADF4E2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9C490E-2204-1D4D-9A9A-1E4CD2726F1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129" name="Rectangle 2">
            <a:extLst>
              <a:ext uri="{FF2B5EF4-FFF2-40B4-BE49-F238E27FC236}">
                <a16:creationId xmlns:a16="http://schemas.microsoft.com/office/drawing/2014/main" id="{D0A8D7C5-EEF5-5C4E-8CB9-F533693CFF3B}"/>
              </a:ext>
            </a:extLst>
          </p:cNvPr>
          <p:cNvSpPr>
            <a:spLocks noGrp="1" noChangeArrowheads="1"/>
          </p:cNvSpPr>
          <p:nvPr>
            <p:ph type="title"/>
          </p:nvPr>
        </p:nvSpPr>
        <p:spPr/>
        <p:txBody>
          <a:bodyPr/>
          <a:lstStyle/>
          <a:p>
            <a:pPr eaLnBrk="1" hangingPunct="1"/>
            <a:r>
              <a:rPr lang="en-US" altLang="zh-CN" sz="3000" dirty="0">
                <a:latin typeface="Times New Roman" panose="02020603050405020304" pitchFamily="18" charset="0"/>
                <a:ea typeface="宋体" panose="02010600030101010101" pitchFamily="2" charset="-122"/>
              </a:rPr>
              <a:t>BGP </a:t>
            </a:r>
            <a:r>
              <a:rPr lang="zh-CN" altLang="en-US" sz="3000" dirty="0">
                <a:latin typeface="Times New Roman" panose="02020603050405020304" pitchFamily="18" charset="0"/>
                <a:ea typeface="宋体" panose="02010600030101010101" pitchFamily="2" charset="-122"/>
              </a:rPr>
              <a:t>发言人和自治系统 </a:t>
            </a:r>
            <a:r>
              <a:rPr lang="en-US" altLang="zh-CN" sz="3000" dirty="0">
                <a:latin typeface="Times New Roman" panose="02020603050405020304" pitchFamily="18" charset="0"/>
                <a:ea typeface="宋体" panose="02010600030101010101" pitchFamily="2" charset="-122"/>
              </a:rPr>
              <a:t>AS </a:t>
            </a:r>
            <a:r>
              <a:rPr lang="zh-CN" altLang="en-US" sz="3000" dirty="0">
                <a:latin typeface="Times New Roman" panose="02020603050405020304" pitchFamily="18" charset="0"/>
                <a:ea typeface="宋体" panose="02010600030101010101" pitchFamily="2" charset="-122"/>
              </a:rPr>
              <a:t>的关系 </a:t>
            </a:r>
          </a:p>
        </p:txBody>
      </p:sp>
      <p:sp>
        <p:nvSpPr>
          <p:cNvPr id="604163" name="Oval 3">
            <a:extLst>
              <a:ext uri="{FF2B5EF4-FFF2-40B4-BE49-F238E27FC236}">
                <a16:creationId xmlns:a16="http://schemas.microsoft.com/office/drawing/2014/main" id="{354B7C1F-9E93-BB4B-943C-1D3802B018F5}"/>
              </a:ext>
            </a:extLst>
          </p:cNvPr>
          <p:cNvSpPr>
            <a:spLocks noChangeArrowheads="1"/>
          </p:cNvSpPr>
          <p:nvPr/>
        </p:nvSpPr>
        <p:spPr bwMode="auto">
          <a:xfrm>
            <a:off x="5008960" y="1545432"/>
            <a:ext cx="2803922"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4" name="Oval 4">
            <a:extLst>
              <a:ext uri="{FF2B5EF4-FFF2-40B4-BE49-F238E27FC236}">
                <a16:creationId xmlns:a16="http://schemas.microsoft.com/office/drawing/2014/main" id="{6C1097CA-F008-994E-8EEF-5552952DC6A4}"/>
              </a:ext>
            </a:extLst>
          </p:cNvPr>
          <p:cNvSpPr>
            <a:spLocks noChangeArrowheads="1"/>
          </p:cNvSpPr>
          <p:nvPr/>
        </p:nvSpPr>
        <p:spPr bwMode="auto">
          <a:xfrm>
            <a:off x="1331119" y="1545432"/>
            <a:ext cx="2271713"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2" name="Line 5">
            <a:extLst>
              <a:ext uri="{FF2B5EF4-FFF2-40B4-BE49-F238E27FC236}">
                <a16:creationId xmlns:a16="http://schemas.microsoft.com/office/drawing/2014/main" id="{CA506F4A-6F27-8F49-B29D-07B29A2A4AB1}"/>
              </a:ext>
            </a:extLst>
          </p:cNvPr>
          <p:cNvSpPr>
            <a:spLocks noChangeShapeType="1"/>
          </p:cNvSpPr>
          <p:nvPr/>
        </p:nvSpPr>
        <p:spPr bwMode="auto">
          <a:xfrm flipV="1">
            <a:off x="5107782" y="2071688"/>
            <a:ext cx="251222" cy="3559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66" name="Oval 6">
            <a:extLst>
              <a:ext uri="{FF2B5EF4-FFF2-40B4-BE49-F238E27FC236}">
                <a16:creationId xmlns:a16="http://schemas.microsoft.com/office/drawing/2014/main" id="{F797DBFA-B293-784D-8FC5-81E29ED9D1F7}"/>
              </a:ext>
            </a:extLst>
          </p:cNvPr>
          <p:cNvSpPr>
            <a:spLocks noChangeArrowheads="1"/>
          </p:cNvSpPr>
          <p:nvPr/>
        </p:nvSpPr>
        <p:spPr bwMode="auto">
          <a:xfrm>
            <a:off x="1520429" y="3436144"/>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7" name="Oval 7">
            <a:extLst>
              <a:ext uri="{FF2B5EF4-FFF2-40B4-BE49-F238E27FC236}">
                <a16:creationId xmlns:a16="http://schemas.microsoft.com/office/drawing/2014/main" id="{BD7823E5-A4B8-A04D-AE43-594B603C0FAF}"/>
              </a:ext>
            </a:extLst>
          </p:cNvPr>
          <p:cNvSpPr>
            <a:spLocks noChangeArrowheads="1"/>
          </p:cNvSpPr>
          <p:nvPr/>
        </p:nvSpPr>
        <p:spPr bwMode="auto">
          <a:xfrm>
            <a:off x="6367463" y="3907631"/>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5" name="Line 8">
            <a:extLst>
              <a:ext uri="{FF2B5EF4-FFF2-40B4-BE49-F238E27FC236}">
                <a16:creationId xmlns:a16="http://schemas.microsoft.com/office/drawing/2014/main" id="{B4F3DA27-0AD2-314C-A3EB-624C46C62A55}"/>
              </a:ext>
            </a:extLst>
          </p:cNvPr>
          <p:cNvSpPr>
            <a:spLocks noChangeShapeType="1"/>
          </p:cNvSpPr>
          <p:nvPr/>
        </p:nvSpPr>
        <p:spPr bwMode="auto">
          <a:xfrm>
            <a:off x="3602832" y="2533650"/>
            <a:ext cx="502444"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6" name="Line 9">
            <a:extLst>
              <a:ext uri="{FF2B5EF4-FFF2-40B4-BE49-F238E27FC236}">
                <a16:creationId xmlns:a16="http://schemas.microsoft.com/office/drawing/2014/main" id="{E114F37F-3711-DA48-99D7-70382E16C614}"/>
              </a:ext>
            </a:extLst>
          </p:cNvPr>
          <p:cNvSpPr>
            <a:spLocks noChangeShapeType="1"/>
          </p:cNvSpPr>
          <p:nvPr/>
        </p:nvSpPr>
        <p:spPr bwMode="auto">
          <a:xfrm flipH="1">
            <a:off x="4405313" y="2533650"/>
            <a:ext cx="6036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7" name="Line 10">
            <a:extLst>
              <a:ext uri="{FF2B5EF4-FFF2-40B4-BE49-F238E27FC236}">
                <a16:creationId xmlns:a16="http://schemas.microsoft.com/office/drawing/2014/main" id="{8024D7D4-539B-3740-8CA5-8BCDFEFA8826}"/>
              </a:ext>
            </a:extLst>
          </p:cNvPr>
          <p:cNvSpPr>
            <a:spLocks noChangeShapeType="1"/>
          </p:cNvSpPr>
          <p:nvPr/>
        </p:nvSpPr>
        <p:spPr bwMode="auto">
          <a:xfrm flipH="1">
            <a:off x="1897857" y="3120629"/>
            <a:ext cx="440531" cy="358378"/>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8" name="Line 11">
            <a:extLst>
              <a:ext uri="{FF2B5EF4-FFF2-40B4-BE49-F238E27FC236}">
                <a16:creationId xmlns:a16="http://schemas.microsoft.com/office/drawing/2014/main" id="{792149E8-0E7D-C941-B3B8-8FFB57CBC9AE}"/>
              </a:ext>
            </a:extLst>
          </p:cNvPr>
          <p:cNvSpPr>
            <a:spLocks noChangeShapeType="1"/>
          </p:cNvSpPr>
          <p:nvPr/>
        </p:nvSpPr>
        <p:spPr bwMode="auto">
          <a:xfrm>
            <a:off x="3679031" y="2451497"/>
            <a:ext cx="1219200" cy="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9" name="Line 12">
            <a:extLst>
              <a:ext uri="{FF2B5EF4-FFF2-40B4-BE49-F238E27FC236}">
                <a16:creationId xmlns:a16="http://schemas.microsoft.com/office/drawing/2014/main" id="{C63150D2-B964-6846-8454-88A3D4520920}"/>
              </a:ext>
            </a:extLst>
          </p:cNvPr>
          <p:cNvSpPr>
            <a:spLocks noChangeShapeType="1"/>
          </p:cNvSpPr>
          <p:nvPr/>
        </p:nvSpPr>
        <p:spPr bwMode="auto">
          <a:xfrm>
            <a:off x="5799535" y="3907631"/>
            <a:ext cx="566738"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0" name="Line 13">
            <a:extLst>
              <a:ext uri="{FF2B5EF4-FFF2-40B4-BE49-F238E27FC236}">
                <a16:creationId xmlns:a16="http://schemas.microsoft.com/office/drawing/2014/main" id="{A5D977F2-742E-264B-B7BC-CC8DE565336D}"/>
              </a:ext>
            </a:extLst>
          </p:cNvPr>
          <p:cNvSpPr>
            <a:spLocks noChangeShapeType="1"/>
          </p:cNvSpPr>
          <p:nvPr/>
        </p:nvSpPr>
        <p:spPr bwMode="auto">
          <a:xfrm>
            <a:off x="2024063" y="3764756"/>
            <a:ext cx="5655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1" name="Line 14">
            <a:extLst>
              <a:ext uri="{FF2B5EF4-FFF2-40B4-BE49-F238E27FC236}">
                <a16:creationId xmlns:a16="http://schemas.microsoft.com/office/drawing/2014/main" id="{FF00CE95-9BE2-1A46-A1CB-00867D843972}"/>
              </a:ext>
            </a:extLst>
          </p:cNvPr>
          <p:cNvSpPr>
            <a:spLocks noChangeShapeType="1"/>
          </p:cNvSpPr>
          <p:nvPr/>
        </p:nvSpPr>
        <p:spPr bwMode="auto">
          <a:xfrm flipH="1">
            <a:off x="1143000" y="3868341"/>
            <a:ext cx="458391" cy="539353"/>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2" name="Line 15">
            <a:extLst>
              <a:ext uri="{FF2B5EF4-FFF2-40B4-BE49-F238E27FC236}">
                <a16:creationId xmlns:a16="http://schemas.microsoft.com/office/drawing/2014/main" id="{17C80B91-8603-5244-B87C-1B84E93FAF5D}"/>
              </a:ext>
            </a:extLst>
          </p:cNvPr>
          <p:cNvSpPr>
            <a:spLocks noChangeShapeType="1"/>
          </p:cNvSpPr>
          <p:nvPr/>
        </p:nvSpPr>
        <p:spPr bwMode="auto">
          <a:xfrm flipV="1">
            <a:off x="5924550" y="4337447"/>
            <a:ext cx="490538" cy="28575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3" name="Line 16">
            <a:extLst>
              <a:ext uri="{FF2B5EF4-FFF2-40B4-BE49-F238E27FC236}">
                <a16:creationId xmlns:a16="http://schemas.microsoft.com/office/drawing/2014/main" id="{26358596-CC82-3E4F-96ED-B328F6C39940}"/>
              </a:ext>
            </a:extLst>
          </p:cNvPr>
          <p:cNvSpPr>
            <a:spLocks noChangeShapeType="1"/>
          </p:cNvSpPr>
          <p:nvPr/>
        </p:nvSpPr>
        <p:spPr bwMode="auto">
          <a:xfrm>
            <a:off x="6869907" y="4193381"/>
            <a:ext cx="565547"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4" name="Text Box 17">
            <a:extLst>
              <a:ext uri="{FF2B5EF4-FFF2-40B4-BE49-F238E27FC236}">
                <a16:creationId xmlns:a16="http://schemas.microsoft.com/office/drawing/2014/main" id="{D605A91A-E73B-C141-8AF7-D8EFFDB00100}"/>
              </a:ext>
            </a:extLst>
          </p:cNvPr>
          <p:cNvSpPr txBox="1">
            <a:spLocks noChangeArrowheads="1"/>
          </p:cNvSpPr>
          <p:nvPr/>
        </p:nvSpPr>
        <p:spPr bwMode="auto">
          <a:xfrm>
            <a:off x="2303860" y="311229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5" name="Text Box 18">
            <a:extLst>
              <a:ext uri="{FF2B5EF4-FFF2-40B4-BE49-F238E27FC236}">
                <a16:creationId xmlns:a16="http://schemas.microsoft.com/office/drawing/2014/main" id="{F6157E36-7DD1-9042-89E5-4C490DE3EC31}"/>
              </a:ext>
            </a:extLst>
          </p:cNvPr>
          <p:cNvSpPr txBox="1">
            <a:spLocks noChangeArrowheads="1"/>
          </p:cNvSpPr>
          <p:nvPr/>
        </p:nvSpPr>
        <p:spPr bwMode="auto">
          <a:xfrm>
            <a:off x="3620223" y="1928813"/>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6" name="Text Box 19">
            <a:extLst>
              <a:ext uri="{FF2B5EF4-FFF2-40B4-BE49-F238E27FC236}">
                <a16:creationId xmlns:a16="http://schemas.microsoft.com/office/drawing/2014/main" id="{D880F61E-0B48-2747-9DEE-611E49E05046}"/>
              </a:ext>
            </a:extLst>
          </p:cNvPr>
          <p:cNvSpPr txBox="1">
            <a:spLocks noChangeArrowheads="1"/>
          </p:cNvSpPr>
          <p:nvPr/>
        </p:nvSpPr>
        <p:spPr bwMode="auto">
          <a:xfrm>
            <a:off x="4539854" y="2842023"/>
            <a:ext cx="1216743" cy="323165"/>
          </a:xfrm>
          <a:prstGeom prst="rect">
            <a:avLst/>
          </a:prstGeom>
          <a:solidFill>
            <a:schemeClr val="bg1">
              <a:alpha val="50195"/>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7" name="Text Box 20">
            <a:extLst>
              <a:ext uri="{FF2B5EF4-FFF2-40B4-BE49-F238E27FC236}">
                <a16:creationId xmlns:a16="http://schemas.microsoft.com/office/drawing/2014/main" id="{7F4DC472-B409-3A43-A222-2A17C62C2C4D}"/>
              </a:ext>
            </a:extLst>
          </p:cNvPr>
          <p:cNvSpPr txBox="1">
            <a:spLocks noChangeArrowheads="1"/>
          </p:cNvSpPr>
          <p:nvPr/>
        </p:nvSpPr>
        <p:spPr bwMode="auto">
          <a:xfrm>
            <a:off x="5651898" y="343614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8" name="Text Box 21">
            <a:extLst>
              <a:ext uri="{FF2B5EF4-FFF2-40B4-BE49-F238E27FC236}">
                <a16:creationId xmlns:a16="http://schemas.microsoft.com/office/drawing/2014/main" id="{E7EC7F56-A00B-804F-8B68-8B0FBDBE5F0A}"/>
              </a:ext>
            </a:extLst>
          </p:cNvPr>
          <p:cNvSpPr txBox="1">
            <a:spLocks noChangeArrowheads="1"/>
          </p:cNvSpPr>
          <p:nvPr/>
        </p:nvSpPr>
        <p:spPr bwMode="auto">
          <a:xfrm>
            <a:off x="4311381" y="1821657"/>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9" name="Line 22">
            <a:extLst>
              <a:ext uri="{FF2B5EF4-FFF2-40B4-BE49-F238E27FC236}">
                <a16:creationId xmlns:a16="http://schemas.microsoft.com/office/drawing/2014/main" id="{D19F9EC9-D1F7-514D-9DBD-2025A75994D3}"/>
              </a:ext>
            </a:extLst>
          </p:cNvPr>
          <p:cNvSpPr>
            <a:spLocks noChangeShapeType="1"/>
          </p:cNvSpPr>
          <p:nvPr/>
        </p:nvSpPr>
        <p:spPr bwMode="auto">
          <a:xfrm>
            <a:off x="5160169" y="2445544"/>
            <a:ext cx="702469"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0" name="Line 23">
            <a:extLst>
              <a:ext uri="{FF2B5EF4-FFF2-40B4-BE49-F238E27FC236}">
                <a16:creationId xmlns:a16="http://schemas.microsoft.com/office/drawing/2014/main" id="{8DF45425-FDD6-824A-B327-797C026CF712}"/>
              </a:ext>
            </a:extLst>
          </p:cNvPr>
          <p:cNvSpPr>
            <a:spLocks noChangeShapeType="1"/>
          </p:cNvSpPr>
          <p:nvPr/>
        </p:nvSpPr>
        <p:spPr bwMode="auto">
          <a:xfrm>
            <a:off x="4306491" y="3146823"/>
            <a:ext cx="300038" cy="5024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84" name="Oval 24">
            <a:extLst>
              <a:ext uri="{FF2B5EF4-FFF2-40B4-BE49-F238E27FC236}">
                <a16:creationId xmlns:a16="http://schemas.microsoft.com/office/drawing/2014/main" id="{6E9B90C0-CC84-4C4B-A8CB-A4D1947D8FD9}"/>
              </a:ext>
            </a:extLst>
          </p:cNvPr>
          <p:cNvSpPr>
            <a:spLocks noChangeArrowheads="1"/>
          </p:cNvSpPr>
          <p:nvPr/>
        </p:nvSpPr>
        <p:spPr bwMode="auto">
          <a:xfrm>
            <a:off x="3093244" y="3092054"/>
            <a:ext cx="2580085" cy="153233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52" name="Line 25">
            <a:extLst>
              <a:ext uri="{FF2B5EF4-FFF2-40B4-BE49-F238E27FC236}">
                <a16:creationId xmlns:a16="http://schemas.microsoft.com/office/drawing/2014/main" id="{F06A04A2-8C32-D04A-8210-BFD0178A1C74}"/>
              </a:ext>
            </a:extLst>
          </p:cNvPr>
          <p:cNvSpPr>
            <a:spLocks noChangeShapeType="1"/>
          </p:cNvSpPr>
          <p:nvPr/>
        </p:nvSpPr>
        <p:spPr bwMode="auto">
          <a:xfrm>
            <a:off x="4981575" y="3479006"/>
            <a:ext cx="628650" cy="2857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3" name="Line 26">
            <a:extLst>
              <a:ext uri="{FF2B5EF4-FFF2-40B4-BE49-F238E27FC236}">
                <a16:creationId xmlns:a16="http://schemas.microsoft.com/office/drawing/2014/main" id="{8EEBFAEC-99FA-984D-A232-9C5BE15E6F39}"/>
              </a:ext>
            </a:extLst>
          </p:cNvPr>
          <p:cNvSpPr>
            <a:spLocks noChangeShapeType="1"/>
          </p:cNvSpPr>
          <p:nvPr/>
        </p:nvSpPr>
        <p:spPr bwMode="auto">
          <a:xfrm flipH="1">
            <a:off x="4981576" y="3764756"/>
            <a:ext cx="754856" cy="5726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4" name="Line 27">
            <a:extLst>
              <a:ext uri="{FF2B5EF4-FFF2-40B4-BE49-F238E27FC236}">
                <a16:creationId xmlns:a16="http://schemas.microsoft.com/office/drawing/2014/main" id="{7B328224-2629-D246-AD87-233ADCCB5AA4}"/>
              </a:ext>
            </a:extLst>
          </p:cNvPr>
          <p:cNvSpPr>
            <a:spLocks noChangeShapeType="1"/>
          </p:cNvSpPr>
          <p:nvPr/>
        </p:nvSpPr>
        <p:spPr bwMode="auto">
          <a:xfrm>
            <a:off x="4351735" y="3693319"/>
            <a:ext cx="503634" cy="5000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5" name="Line 28">
            <a:extLst>
              <a:ext uri="{FF2B5EF4-FFF2-40B4-BE49-F238E27FC236}">
                <a16:creationId xmlns:a16="http://schemas.microsoft.com/office/drawing/2014/main" id="{AF678AA5-6BCC-F44F-863F-A0072C8A8D4A}"/>
              </a:ext>
            </a:extLst>
          </p:cNvPr>
          <p:cNvSpPr>
            <a:spLocks noChangeShapeType="1"/>
          </p:cNvSpPr>
          <p:nvPr/>
        </p:nvSpPr>
        <p:spPr bwMode="auto">
          <a:xfrm flipV="1">
            <a:off x="4416029" y="3549254"/>
            <a:ext cx="501253"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6" name="Line 29">
            <a:extLst>
              <a:ext uri="{FF2B5EF4-FFF2-40B4-BE49-F238E27FC236}">
                <a16:creationId xmlns:a16="http://schemas.microsoft.com/office/drawing/2014/main" id="{6D7117D0-6293-054D-9818-E22B95E497C8}"/>
              </a:ext>
            </a:extLst>
          </p:cNvPr>
          <p:cNvSpPr>
            <a:spLocks noChangeShapeType="1"/>
          </p:cNvSpPr>
          <p:nvPr/>
        </p:nvSpPr>
        <p:spPr bwMode="auto">
          <a:xfrm flipH="1">
            <a:off x="3534966" y="3693319"/>
            <a:ext cx="816769" cy="1119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7" name="Line 30">
            <a:extLst>
              <a:ext uri="{FF2B5EF4-FFF2-40B4-BE49-F238E27FC236}">
                <a16:creationId xmlns:a16="http://schemas.microsoft.com/office/drawing/2014/main" id="{2DFBEE7D-23FD-BE4F-B095-E9706D0896E4}"/>
              </a:ext>
            </a:extLst>
          </p:cNvPr>
          <p:cNvSpPr>
            <a:spLocks noChangeShapeType="1"/>
          </p:cNvSpPr>
          <p:nvPr/>
        </p:nvSpPr>
        <p:spPr bwMode="auto">
          <a:xfrm>
            <a:off x="3534966" y="3837385"/>
            <a:ext cx="501253" cy="5726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8" name="Line 31">
            <a:extLst>
              <a:ext uri="{FF2B5EF4-FFF2-40B4-BE49-F238E27FC236}">
                <a16:creationId xmlns:a16="http://schemas.microsoft.com/office/drawing/2014/main" id="{7C623EA6-8934-FE4C-8C6E-166BABB8207B}"/>
              </a:ext>
            </a:extLst>
          </p:cNvPr>
          <p:cNvSpPr>
            <a:spLocks noChangeShapeType="1"/>
          </p:cNvSpPr>
          <p:nvPr/>
        </p:nvSpPr>
        <p:spPr bwMode="auto">
          <a:xfrm flipV="1">
            <a:off x="4100513" y="4337448"/>
            <a:ext cx="754856" cy="726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9" name="Line 32">
            <a:extLst>
              <a:ext uri="{FF2B5EF4-FFF2-40B4-BE49-F238E27FC236}">
                <a16:creationId xmlns:a16="http://schemas.microsoft.com/office/drawing/2014/main" id="{92460C56-4531-5D43-BD76-1FEEF3F4E720}"/>
              </a:ext>
            </a:extLst>
          </p:cNvPr>
          <p:cNvSpPr>
            <a:spLocks noChangeShapeType="1"/>
          </p:cNvSpPr>
          <p:nvPr/>
        </p:nvSpPr>
        <p:spPr bwMode="auto">
          <a:xfrm>
            <a:off x="6366273" y="1927623"/>
            <a:ext cx="286940" cy="9072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0" name="Line 33">
            <a:extLst>
              <a:ext uri="{FF2B5EF4-FFF2-40B4-BE49-F238E27FC236}">
                <a16:creationId xmlns:a16="http://schemas.microsoft.com/office/drawing/2014/main" id="{E5ECF7C3-B3ED-CE49-8667-8B3C23F8FDF6}"/>
              </a:ext>
            </a:extLst>
          </p:cNvPr>
          <p:cNvSpPr>
            <a:spLocks noChangeShapeType="1"/>
          </p:cNvSpPr>
          <p:nvPr/>
        </p:nvSpPr>
        <p:spPr bwMode="auto">
          <a:xfrm>
            <a:off x="5924550" y="2714625"/>
            <a:ext cx="692944"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1" name="Line 34">
            <a:extLst>
              <a:ext uri="{FF2B5EF4-FFF2-40B4-BE49-F238E27FC236}">
                <a16:creationId xmlns:a16="http://schemas.microsoft.com/office/drawing/2014/main" id="{A2260832-6D94-F24D-8097-6EE395944222}"/>
              </a:ext>
            </a:extLst>
          </p:cNvPr>
          <p:cNvSpPr>
            <a:spLocks noChangeShapeType="1"/>
          </p:cNvSpPr>
          <p:nvPr/>
        </p:nvSpPr>
        <p:spPr bwMode="auto">
          <a:xfrm>
            <a:off x="6428185" y="1759744"/>
            <a:ext cx="566738" cy="726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2" name="Line 35">
            <a:extLst>
              <a:ext uri="{FF2B5EF4-FFF2-40B4-BE49-F238E27FC236}">
                <a16:creationId xmlns:a16="http://schemas.microsoft.com/office/drawing/2014/main" id="{57E35A77-CD48-AE4F-943C-3A80D8B84663}"/>
              </a:ext>
            </a:extLst>
          </p:cNvPr>
          <p:cNvSpPr>
            <a:spLocks noChangeShapeType="1"/>
          </p:cNvSpPr>
          <p:nvPr/>
        </p:nvSpPr>
        <p:spPr bwMode="auto">
          <a:xfrm>
            <a:off x="3156347" y="1975248"/>
            <a:ext cx="295275" cy="3345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3" name="Line 36">
            <a:extLst>
              <a:ext uri="{FF2B5EF4-FFF2-40B4-BE49-F238E27FC236}">
                <a16:creationId xmlns:a16="http://schemas.microsoft.com/office/drawing/2014/main" id="{5FDB52F0-D89C-614C-9A76-09D9C9CB313D}"/>
              </a:ext>
            </a:extLst>
          </p:cNvPr>
          <p:cNvSpPr>
            <a:spLocks noChangeShapeType="1"/>
          </p:cNvSpPr>
          <p:nvPr/>
        </p:nvSpPr>
        <p:spPr bwMode="auto">
          <a:xfrm flipV="1">
            <a:off x="2715817" y="2421732"/>
            <a:ext cx="735806"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4" name="Line 37">
            <a:extLst>
              <a:ext uri="{FF2B5EF4-FFF2-40B4-BE49-F238E27FC236}">
                <a16:creationId xmlns:a16="http://schemas.microsoft.com/office/drawing/2014/main" id="{B984529A-8E98-7244-9D22-A70F28F08DCC}"/>
              </a:ext>
            </a:extLst>
          </p:cNvPr>
          <p:cNvSpPr>
            <a:spLocks noChangeShapeType="1"/>
          </p:cNvSpPr>
          <p:nvPr/>
        </p:nvSpPr>
        <p:spPr bwMode="auto">
          <a:xfrm flipH="1">
            <a:off x="2464594" y="2690812"/>
            <a:ext cx="251222" cy="35837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5" name="Line 38">
            <a:extLst>
              <a:ext uri="{FF2B5EF4-FFF2-40B4-BE49-F238E27FC236}">
                <a16:creationId xmlns:a16="http://schemas.microsoft.com/office/drawing/2014/main" id="{4674A1A5-CE5C-0540-8FE1-146E200A30BA}"/>
              </a:ext>
            </a:extLst>
          </p:cNvPr>
          <p:cNvSpPr>
            <a:spLocks noChangeShapeType="1"/>
          </p:cNvSpPr>
          <p:nvPr/>
        </p:nvSpPr>
        <p:spPr bwMode="auto">
          <a:xfrm flipV="1">
            <a:off x="1834754" y="2690813"/>
            <a:ext cx="819150"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6" name="Line 39">
            <a:extLst>
              <a:ext uri="{FF2B5EF4-FFF2-40B4-BE49-F238E27FC236}">
                <a16:creationId xmlns:a16="http://schemas.microsoft.com/office/drawing/2014/main" id="{B5977F6F-3122-CD40-8978-5E08299F2A17}"/>
              </a:ext>
            </a:extLst>
          </p:cNvPr>
          <p:cNvSpPr>
            <a:spLocks noChangeShapeType="1"/>
          </p:cNvSpPr>
          <p:nvPr/>
        </p:nvSpPr>
        <p:spPr bwMode="auto">
          <a:xfrm>
            <a:off x="1708547" y="2189560"/>
            <a:ext cx="100013" cy="44648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7" name="Line 40">
            <a:extLst>
              <a:ext uri="{FF2B5EF4-FFF2-40B4-BE49-F238E27FC236}">
                <a16:creationId xmlns:a16="http://schemas.microsoft.com/office/drawing/2014/main" id="{B010773C-36AF-6744-A5D0-DAEC22E4A538}"/>
              </a:ext>
            </a:extLst>
          </p:cNvPr>
          <p:cNvSpPr>
            <a:spLocks noChangeShapeType="1"/>
          </p:cNvSpPr>
          <p:nvPr/>
        </p:nvSpPr>
        <p:spPr bwMode="auto">
          <a:xfrm flipV="1">
            <a:off x="1708548" y="1759744"/>
            <a:ext cx="692944" cy="35837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8" name="Line 41">
            <a:extLst>
              <a:ext uri="{FF2B5EF4-FFF2-40B4-BE49-F238E27FC236}">
                <a16:creationId xmlns:a16="http://schemas.microsoft.com/office/drawing/2014/main" id="{9F5BA059-8F83-6C44-A079-D1927F36D4FA}"/>
              </a:ext>
            </a:extLst>
          </p:cNvPr>
          <p:cNvSpPr>
            <a:spLocks noChangeShapeType="1"/>
          </p:cNvSpPr>
          <p:nvPr/>
        </p:nvSpPr>
        <p:spPr bwMode="auto">
          <a:xfrm>
            <a:off x="2401492" y="1759744"/>
            <a:ext cx="629840" cy="21550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9" name="Line 42">
            <a:extLst>
              <a:ext uri="{FF2B5EF4-FFF2-40B4-BE49-F238E27FC236}">
                <a16:creationId xmlns:a16="http://schemas.microsoft.com/office/drawing/2014/main" id="{9DF1C48B-1AB7-6043-8178-6D9F92E86CA3}"/>
              </a:ext>
            </a:extLst>
          </p:cNvPr>
          <p:cNvSpPr>
            <a:spLocks noChangeShapeType="1"/>
          </p:cNvSpPr>
          <p:nvPr/>
        </p:nvSpPr>
        <p:spPr bwMode="auto">
          <a:xfrm flipV="1">
            <a:off x="5736432" y="1783556"/>
            <a:ext cx="565547"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70" name="Line 43">
            <a:extLst>
              <a:ext uri="{FF2B5EF4-FFF2-40B4-BE49-F238E27FC236}">
                <a16:creationId xmlns:a16="http://schemas.microsoft.com/office/drawing/2014/main" id="{52532F6F-5B31-654F-982E-8C66F0BBAD77}"/>
              </a:ext>
            </a:extLst>
          </p:cNvPr>
          <p:cNvSpPr>
            <a:spLocks noChangeShapeType="1"/>
          </p:cNvSpPr>
          <p:nvPr/>
        </p:nvSpPr>
        <p:spPr bwMode="auto">
          <a:xfrm>
            <a:off x="5736431" y="1999060"/>
            <a:ext cx="252413" cy="6453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71" name="Picture 44">
            <a:extLst>
              <a:ext uri="{FF2B5EF4-FFF2-40B4-BE49-F238E27FC236}">
                <a16:creationId xmlns:a16="http://schemas.microsoft.com/office/drawing/2014/main" id="{B3563666-AA1E-C148-952F-7D84E2FDFB1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2906316"/>
            <a:ext cx="344090" cy="254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2" name="Picture 45">
            <a:extLst>
              <a:ext uri="{FF2B5EF4-FFF2-40B4-BE49-F238E27FC236}">
                <a16:creationId xmlns:a16="http://schemas.microsoft.com/office/drawing/2014/main" id="{FA2F29BA-615F-B146-96A1-5D19264CB8C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08947"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3" name="Picture 46">
            <a:extLst>
              <a:ext uri="{FF2B5EF4-FFF2-40B4-BE49-F238E27FC236}">
                <a16:creationId xmlns:a16="http://schemas.microsoft.com/office/drawing/2014/main" id="{E413F259-63DD-844E-B2B7-615B317D65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1610"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4" name="Picture 47">
            <a:extLst>
              <a:ext uri="{FF2B5EF4-FFF2-40B4-BE49-F238E27FC236}">
                <a16:creationId xmlns:a16="http://schemas.microsoft.com/office/drawing/2014/main" id="{4A1A356E-EE9A-7F48-8398-22BC6FC6CC2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12394" y="4337448"/>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5" name="Picture 48">
            <a:extLst>
              <a:ext uri="{FF2B5EF4-FFF2-40B4-BE49-F238E27FC236}">
                <a16:creationId xmlns:a16="http://schemas.microsoft.com/office/drawing/2014/main" id="{D6CB3EE0-D3BF-5043-A4EE-5BA6D8F9AA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8548" y="2620567"/>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76" name="Group 49">
            <a:extLst>
              <a:ext uri="{FF2B5EF4-FFF2-40B4-BE49-F238E27FC236}">
                <a16:creationId xmlns:a16="http://schemas.microsoft.com/office/drawing/2014/main" id="{B1C5D4F2-F872-7749-BAA7-00CEB36190F0}"/>
              </a:ext>
            </a:extLst>
          </p:cNvPr>
          <p:cNvGrpSpPr>
            <a:grpSpLocks/>
          </p:cNvGrpSpPr>
          <p:nvPr/>
        </p:nvGrpSpPr>
        <p:grpSpPr bwMode="auto">
          <a:xfrm>
            <a:off x="2842022" y="1759744"/>
            <a:ext cx="452438" cy="391716"/>
            <a:chOff x="2949" y="196"/>
            <a:chExt cx="941" cy="598"/>
          </a:xfrm>
        </p:grpSpPr>
        <p:sp>
          <p:nvSpPr>
            <p:cNvPr id="432303" name="Oval 50">
              <a:extLst>
                <a:ext uri="{FF2B5EF4-FFF2-40B4-BE49-F238E27FC236}">
                  <a16:creationId xmlns:a16="http://schemas.microsoft.com/office/drawing/2014/main" id="{17B66535-2226-304F-A13F-2176549B625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4" name="Oval 51">
              <a:extLst>
                <a:ext uri="{FF2B5EF4-FFF2-40B4-BE49-F238E27FC236}">
                  <a16:creationId xmlns:a16="http://schemas.microsoft.com/office/drawing/2014/main" id="{5AF8CFF7-6EFF-7944-9A57-B2C4BC67D19B}"/>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5" name="Oval 52">
              <a:extLst>
                <a:ext uri="{FF2B5EF4-FFF2-40B4-BE49-F238E27FC236}">
                  <a16:creationId xmlns:a16="http://schemas.microsoft.com/office/drawing/2014/main" id="{8B9BDDAB-24AD-6F41-AD6F-E7CBDBF6634A}"/>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6" name="Oval 53">
              <a:extLst>
                <a:ext uri="{FF2B5EF4-FFF2-40B4-BE49-F238E27FC236}">
                  <a16:creationId xmlns:a16="http://schemas.microsoft.com/office/drawing/2014/main" id="{201CCC8D-6EA7-B54C-B361-AFAFB245D9C5}"/>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7" name="Oval 54">
              <a:extLst>
                <a:ext uri="{FF2B5EF4-FFF2-40B4-BE49-F238E27FC236}">
                  <a16:creationId xmlns:a16="http://schemas.microsoft.com/office/drawing/2014/main" id="{52A78DF5-5CBC-1F4B-BF93-3F1AEAC09351}"/>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8" name="Oval 55">
              <a:extLst>
                <a:ext uri="{FF2B5EF4-FFF2-40B4-BE49-F238E27FC236}">
                  <a16:creationId xmlns:a16="http://schemas.microsoft.com/office/drawing/2014/main" id="{C4EE8371-F84E-174D-ADD9-F8CEED880E6A}"/>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9" name="Oval 56">
              <a:extLst>
                <a:ext uri="{FF2B5EF4-FFF2-40B4-BE49-F238E27FC236}">
                  <a16:creationId xmlns:a16="http://schemas.microsoft.com/office/drawing/2014/main" id="{C508E3D5-AD58-DA47-B3B6-5559BDE25BC2}"/>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0" name="Oval 57">
              <a:extLst>
                <a:ext uri="{FF2B5EF4-FFF2-40B4-BE49-F238E27FC236}">
                  <a16:creationId xmlns:a16="http://schemas.microsoft.com/office/drawing/2014/main" id="{926E2FD2-83F8-8341-9517-91B2CA402E90}"/>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1" name="Freeform 58">
              <a:extLst>
                <a:ext uri="{FF2B5EF4-FFF2-40B4-BE49-F238E27FC236}">
                  <a16:creationId xmlns:a16="http://schemas.microsoft.com/office/drawing/2014/main" id="{88F77CD0-3F8D-3443-A2B4-F65BF6D951E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2" name="Freeform 59">
              <a:extLst>
                <a:ext uri="{FF2B5EF4-FFF2-40B4-BE49-F238E27FC236}">
                  <a16:creationId xmlns:a16="http://schemas.microsoft.com/office/drawing/2014/main" id="{C3DDA455-962D-B545-B2DE-3EB3E07340D8}"/>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3" name="Freeform 60">
              <a:extLst>
                <a:ext uri="{FF2B5EF4-FFF2-40B4-BE49-F238E27FC236}">
                  <a16:creationId xmlns:a16="http://schemas.microsoft.com/office/drawing/2014/main" id="{B32BF96C-55D5-8D4F-A2FD-F4833A0D60B3}"/>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7" name="Group 61">
            <a:extLst>
              <a:ext uri="{FF2B5EF4-FFF2-40B4-BE49-F238E27FC236}">
                <a16:creationId xmlns:a16="http://schemas.microsoft.com/office/drawing/2014/main" id="{36651F1B-CF61-7F41-9980-7ABD77F1E586}"/>
              </a:ext>
            </a:extLst>
          </p:cNvPr>
          <p:cNvGrpSpPr>
            <a:grpSpLocks/>
          </p:cNvGrpSpPr>
          <p:nvPr/>
        </p:nvGrpSpPr>
        <p:grpSpPr bwMode="auto">
          <a:xfrm>
            <a:off x="1457325" y="1975247"/>
            <a:ext cx="452438" cy="390525"/>
            <a:chOff x="2949" y="196"/>
            <a:chExt cx="941" cy="598"/>
          </a:xfrm>
        </p:grpSpPr>
        <p:sp>
          <p:nvSpPr>
            <p:cNvPr id="432292" name="Oval 62">
              <a:extLst>
                <a:ext uri="{FF2B5EF4-FFF2-40B4-BE49-F238E27FC236}">
                  <a16:creationId xmlns:a16="http://schemas.microsoft.com/office/drawing/2014/main" id="{93555F53-0EB8-BB48-8603-3B2E068C363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3" name="Oval 63">
              <a:extLst>
                <a:ext uri="{FF2B5EF4-FFF2-40B4-BE49-F238E27FC236}">
                  <a16:creationId xmlns:a16="http://schemas.microsoft.com/office/drawing/2014/main" id="{6CA6EF05-2623-0246-8E5A-5BD9563A78A7}"/>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4" name="Oval 64">
              <a:extLst>
                <a:ext uri="{FF2B5EF4-FFF2-40B4-BE49-F238E27FC236}">
                  <a16:creationId xmlns:a16="http://schemas.microsoft.com/office/drawing/2014/main" id="{572FE4A9-C53F-554F-80A3-5C842D6B2B94}"/>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5" name="Oval 65">
              <a:extLst>
                <a:ext uri="{FF2B5EF4-FFF2-40B4-BE49-F238E27FC236}">
                  <a16:creationId xmlns:a16="http://schemas.microsoft.com/office/drawing/2014/main" id="{169336E8-9893-064E-AEBD-4FED05465179}"/>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6" name="Oval 66">
              <a:extLst>
                <a:ext uri="{FF2B5EF4-FFF2-40B4-BE49-F238E27FC236}">
                  <a16:creationId xmlns:a16="http://schemas.microsoft.com/office/drawing/2014/main" id="{C7AB30F5-F75C-8E47-99E1-0C2613D46C29}"/>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7" name="Oval 67">
              <a:extLst>
                <a:ext uri="{FF2B5EF4-FFF2-40B4-BE49-F238E27FC236}">
                  <a16:creationId xmlns:a16="http://schemas.microsoft.com/office/drawing/2014/main" id="{24C8BE72-6F4A-FF47-9984-DDC030ABCB8B}"/>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8" name="Oval 68">
              <a:extLst>
                <a:ext uri="{FF2B5EF4-FFF2-40B4-BE49-F238E27FC236}">
                  <a16:creationId xmlns:a16="http://schemas.microsoft.com/office/drawing/2014/main" id="{1391456B-87CC-0242-8A4B-8C4828106461}"/>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9" name="Oval 69">
              <a:extLst>
                <a:ext uri="{FF2B5EF4-FFF2-40B4-BE49-F238E27FC236}">
                  <a16:creationId xmlns:a16="http://schemas.microsoft.com/office/drawing/2014/main" id="{8DD4B448-D979-7944-8A81-7D08DE923A86}"/>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0" name="Freeform 70">
              <a:extLst>
                <a:ext uri="{FF2B5EF4-FFF2-40B4-BE49-F238E27FC236}">
                  <a16:creationId xmlns:a16="http://schemas.microsoft.com/office/drawing/2014/main" id="{0B050ED5-9DC8-1B43-B0C5-906BF61FD2D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1" name="Freeform 71">
              <a:extLst>
                <a:ext uri="{FF2B5EF4-FFF2-40B4-BE49-F238E27FC236}">
                  <a16:creationId xmlns:a16="http://schemas.microsoft.com/office/drawing/2014/main" id="{F87388DD-D9D7-614E-826D-E38EC693F677}"/>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2" name="Freeform 72">
              <a:extLst>
                <a:ext uri="{FF2B5EF4-FFF2-40B4-BE49-F238E27FC236}">
                  <a16:creationId xmlns:a16="http://schemas.microsoft.com/office/drawing/2014/main" id="{6E76DC06-3979-6C44-8ED2-90A9C42C0775}"/>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8" name="Group 73">
            <a:extLst>
              <a:ext uri="{FF2B5EF4-FFF2-40B4-BE49-F238E27FC236}">
                <a16:creationId xmlns:a16="http://schemas.microsoft.com/office/drawing/2014/main" id="{397F1198-C02D-3543-AADB-F3F476E9D323}"/>
              </a:ext>
            </a:extLst>
          </p:cNvPr>
          <p:cNvGrpSpPr>
            <a:grpSpLocks/>
          </p:cNvGrpSpPr>
          <p:nvPr/>
        </p:nvGrpSpPr>
        <p:grpSpPr bwMode="auto">
          <a:xfrm>
            <a:off x="4666060" y="4121944"/>
            <a:ext cx="453628" cy="391716"/>
            <a:chOff x="2949" y="196"/>
            <a:chExt cx="941" cy="598"/>
          </a:xfrm>
        </p:grpSpPr>
        <p:sp>
          <p:nvSpPr>
            <p:cNvPr id="432281" name="Oval 74">
              <a:extLst>
                <a:ext uri="{FF2B5EF4-FFF2-40B4-BE49-F238E27FC236}">
                  <a16:creationId xmlns:a16="http://schemas.microsoft.com/office/drawing/2014/main" id="{BD5DD3DE-7A4A-D847-B918-B2D8CF8E52E5}"/>
                </a:ext>
              </a:extLst>
            </p:cNvPr>
            <p:cNvSpPr>
              <a:spLocks noChangeArrowheads="1"/>
            </p:cNvSpPr>
            <p:nvPr/>
          </p:nvSpPr>
          <p:spPr bwMode="auto">
            <a:xfrm>
              <a:off x="3169" y="196"/>
              <a:ext cx="405"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2" name="Oval 75">
              <a:extLst>
                <a:ext uri="{FF2B5EF4-FFF2-40B4-BE49-F238E27FC236}">
                  <a16:creationId xmlns:a16="http://schemas.microsoft.com/office/drawing/2014/main" id="{60ED9BBC-E6A2-AB45-A699-E159ABBE3EF0}"/>
                </a:ext>
              </a:extLst>
            </p:cNvPr>
            <p:cNvSpPr>
              <a:spLocks noChangeArrowheads="1"/>
            </p:cNvSpPr>
            <p:nvPr/>
          </p:nvSpPr>
          <p:spPr bwMode="auto">
            <a:xfrm rot="900000">
              <a:off x="3512" y="252"/>
              <a:ext cx="274"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3" name="Oval 76">
              <a:extLst>
                <a:ext uri="{FF2B5EF4-FFF2-40B4-BE49-F238E27FC236}">
                  <a16:creationId xmlns:a16="http://schemas.microsoft.com/office/drawing/2014/main" id="{C108C5FE-3E44-0340-A357-060623CB458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4" name="Oval 77">
              <a:extLst>
                <a:ext uri="{FF2B5EF4-FFF2-40B4-BE49-F238E27FC236}">
                  <a16:creationId xmlns:a16="http://schemas.microsoft.com/office/drawing/2014/main" id="{4500A3F5-A9F5-6147-B54E-304DD7F0F8E3}"/>
                </a:ext>
              </a:extLst>
            </p:cNvPr>
            <p:cNvSpPr>
              <a:spLocks noChangeArrowheads="1"/>
            </p:cNvSpPr>
            <p:nvPr/>
          </p:nvSpPr>
          <p:spPr bwMode="auto">
            <a:xfrm rot="-1560000">
              <a:off x="3574" y="538"/>
              <a:ext cx="289"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5" name="Oval 78">
              <a:extLst>
                <a:ext uri="{FF2B5EF4-FFF2-40B4-BE49-F238E27FC236}">
                  <a16:creationId xmlns:a16="http://schemas.microsoft.com/office/drawing/2014/main" id="{60E212A2-6B8E-4F44-8CAA-3A29BE196112}"/>
                </a:ext>
              </a:extLst>
            </p:cNvPr>
            <p:cNvSpPr>
              <a:spLocks noChangeArrowheads="1"/>
            </p:cNvSpPr>
            <p:nvPr/>
          </p:nvSpPr>
          <p:spPr bwMode="auto">
            <a:xfrm>
              <a:off x="3216" y="556"/>
              <a:ext cx="472"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6" name="Oval 79">
              <a:extLst>
                <a:ext uri="{FF2B5EF4-FFF2-40B4-BE49-F238E27FC236}">
                  <a16:creationId xmlns:a16="http://schemas.microsoft.com/office/drawing/2014/main" id="{5D0BF8EE-247A-A141-A53A-1097B8673BFB}"/>
                </a:ext>
              </a:extLst>
            </p:cNvPr>
            <p:cNvSpPr>
              <a:spLocks noChangeArrowheads="1"/>
            </p:cNvSpPr>
            <p:nvPr/>
          </p:nvSpPr>
          <p:spPr bwMode="auto">
            <a:xfrm rot="1080000">
              <a:off x="3023" y="556"/>
              <a:ext cx="264"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7" name="Oval 80">
              <a:extLst>
                <a:ext uri="{FF2B5EF4-FFF2-40B4-BE49-F238E27FC236}">
                  <a16:creationId xmlns:a16="http://schemas.microsoft.com/office/drawing/2014/main" id="{24840A8A-A43C-6642-ADD8-CADE4934CDC2}"/>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8" name="Oval 81">
              <a:extLst>
                <a:ext uri="{FF2B5EF4-FFF2-40B4-BE49-F238E27FC236}">
                  <a16:creationId xmlns:a16="http://schemas.microsoft.com/office/drawing/2014/main" id="{1B72AA36-3C67-934D-AA82-4DE7124D4019}"/>
                </a:ext>
              </a:extLst>
            </p:cNvPr>
            <p:cNvSpPr>
              <a:spLocks noChangeArrowheads="1"/>
            </p:cNvSpPr>
            <p:nvPr/>
          </p:nvSpPr>
          <p:spPr bwMode="auto">
            <a:xfrm rot="-1860000">
              <a:off x="2984" y="311"/>
              <a:ext cx="29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9" name="Freeform 82">
              <a:extLst>
                <a:ext uri="{FF2B5EF4-FFF2-40B4-BE49-F238E27FC236}">
                  <a16:creationId xmlns:a16="http://schemas.microsoft.com/office/drawing/2014/main" id="{3D221CE7-D04B-C449-896B-E17A1B308028}"/>
                </a:ext>
              </a:extLst>
            </p:cNvPr>
            <p:cNvSpPr>
              <a:spLocks/>
            </p:cNvSpPr>
            <p:nvPr/>
          </p:nvSpPr>
          <p:spPr bwMode="auto">
            <a:xfrm>
              <a:off x="3050"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0" name="Freeform 83">
              <a:extLst>
                <a:ext uri="{FF2B5EF4-FFF2-40B4-BE49-F238E27FC236}">
                  <a16:creationId xmlns:a16="http://schemas.microsoft.com/office/drawing/2014/main" id="{4232A5D2-E8A0-4346-BE95-230A6011A5FD}"/>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1" name="Freeform 84">
              <a:extLst>
                <a:ext uri="{FF2B5EF4-FFF2-40B4-BE49-F238E27FC236}">
                  <a16:creationId xmlns:a16="http://schemas.microsoft.com/office/drawing/2014/main" id="{83451E3A-38B5-934F-BAAB-DFA176EB0C0E}"/>
                </a:ext>
              </a:extLst>
            </p:cNvPr>
            <p:cNvSpPr>
              <a:spLocks/>
            </p:cNvSpPr>
            <p:nvPr/>
          </p:nvSpPr>
          <p:spPr bwMode="auto">
            <a:xfrm>
              <a:off x="3470"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9" name="Group 85">
            <a:extLst>
              <a:ext uri="{FF2B5EF4-FFF2-40B4-BE49-F238E27FC236}">
                <a16:creationId xmlns:a16="http://schemas.microsoft.com/office/drawing/2014/main" id="{05ED648F-6EA8-3E44-AEAD-4B990CF3FEEE}"/>
              </a:ext>
            </a:extLst>
          </p:cNvPr>
          <p:cNvGrpSpPr>
            <a:grpSpLocks/>
          </p:cNvGrpSpPr>
          <p:nvPr/>
        </p:nvGrpSpPr>
        <p:grpSpPr bwMode="auto">
          <a:xfrm>
            <a:off x="6113860" y="1618060"/>
            <a:ext cx="452438" cy="391715"/>
            <a:chOff x="2949" y="196"/>
            <a:chExt cx="941" cy="598"/>
          </a:xfrm>
        </p:grpSpPr>
        <p:sp>
          <p:nvSpPr>
            <p:cNvPr id="432270" name="Oval 86">
              <a:extLst>
                <a:ext uri="{FF2B5EF4-FFF2-40B4-BE49-F238E27FC236}">
                  <a16:creationId xmlns:a16="http://schemas.microsoft.com/office/drawing/2014/main" id="{B27A50E5-4D2F-1A41-B2F4-29C2227645CB}"/>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1" name="Oval 87">
              <a:extLst>
                <a:ext uri="{FF2B5EF4-FFF2-40B4-BE49-F238E27FC236}">
                  <a16:creationId xmlns:a16="http://schemas.microsoft.com/office/drawing/2014/main" id="{40A23E9B-721B-984F-B9D5-007A5FD228F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2" name="Oval 88">
              <a:extLst>
                <a:ext uri="{FF2B5EF4-FFF2-40B4-BE49-F238E27FC236}">
                  <a16:creationId xmlns:a16="http://schemas.microsoft.com/office/drawing/2014/main" id="{5521E620-5BD6-414B-84E7-1C281CF10CE1}"/>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3" name="Oval 89">
              <a:extLst>
                <a:ext uri="{FF2B5EF4-FFF2-40B4-BE49-F238E27FC236}">
                  <a16:creationId xmlns:a16="http://schemas.microsoft.com/office/drawing/2014/main" id="{3BD60F76-E5CC-5446-96CE-F35AD6DCA4DF}"/>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4" name="Oval 90">
              <a:extLst>
                <a:ext uri="{FF2B5EF4-FFF2-40B4-BE49-F238E27FC236}">
                  <a16:creationId xmlns:a16="http://schemas.microsoft.com/office/drawing/2014/main" id="{7DF8DA6F-AFB9-684E-9BDA-D3CB2911379C}"/>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5" name="Oval 91">
              <a:extLst>
                <a:ext uri="{FF2B5EF4-FFF2-40B4-BE49-F238E27FC236}">
                  <a16:creationId xmlns:a16="http://schemas.microsoft.com/office/drawing/2014/main" id="{C09AB2F1-6A75-644B-97AF-C36C49AC7BD1}"/>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6" name="Oval 92">
              <a:extLst>
                <a:ext uri="{FF2B5EF4-FFF2-40B4-BE49-F238E27FC236}">
                  <a16:creationId xmlns:a16="http://schemas.microsoft.com/office/drawing/2014/main" id="{D384F1FA-5B34-CB4A-8559-D3540907A2D0}"/>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7" name="Oval 93">
              <a:extLst>
                <a:ext uri="{FF2B5EF4-FFF2-40B4-BE49-F238E27FC236}">
                  <a16:creationId xmlns:a16="http://schemas.microsoft.com/office/drawing/2014/main" id="{4A9DDE6D-4462-4249-826A-709798DC676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8" name="Freeform 94">
              <a:extLst>
                <a:ext uri="{FF2B5EF4-FFF2-40B4-BE49-F238E27FC236}">
                  <a16:creationId xmlns:a16="http://schemas.microsoft.com/office/drawing/2014/main" id="{DB53A53C-7317-B949-9E8B-2E028B15AF0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79" name="Freeform 95">
              <a:extLst>
                <a:ext uri="{FF2B5EF4-FFF2-40B4-BE49-F238E27FC236}">
                  <a16:creationId xmlns:a16="http://schemas.microsoft.com/office/drawing/2014/main" id="{461DDD9E-DA57-A64F-A2C1-7BCEB356CAD7}"/>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80" name="Freeform 96">
              <a:extLst>
                <a:ext uri="{FF2B5EF4-FFF2-40B4-BE49-F238E27FC236}">
                  <a16:creationId xmlns:a16="http://schemas.microsoft.com/office/drawing/2014/main" id="{FA36E707-20EB-004B-B10C-0AB2DCBF3947}"/>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80" name="Group 97">
            <a:extLst>
              <a:ext uri="{FF2B5EF4-FFF2-40B4-BE49-F238E27FC236}">
                <a16:creationId xmlns:a16="http://schemas.microsoft.com/office/drawing/2014/main" id="{1668F956-B928-234E-B7F0-EB25355FA444}"/>
              </a:ext>
            </a:extLst>
          </p:cNvPr>
          <p:cNvGrpSpPr>
            <a:grpSpLocks/>
          </p:cNvGrpSpPr>
          <p:nvPr/>
        </p:nvGrpSpPr>
        <p:grpSpPr bwMode="auto">
          <a:xfrm>
            <a:off x="5736431" y="2476500"/>
            <a:ext cx="452438" cy="391716"/>
            <a:chOff x="2949" y="196"/>
            <a:chExt cx="941" cy="598"/>
          </a:xfrm>
        </p:grpSpPr>
        <p:sp>
          <p:nvSpPr>
            <p:cNvPr id="432259" name="Oval 98">
              <a:extLst>
                <a:ext uri="{FF2B5EF4-FFF2-40B4-BE49-F238E27FC236}">
                  <a16:creationId xmlns:a16="http://schemas.microsoft.com/office/drawing/2014/main" id="{14D1C8F1-050C-1747-977E-73B788DEE48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0" name="Oval 99">
              <a:extLst>
                <a:ext uri="{FF2B5EF4-FFF2-40B4-BE49-F238E27FC236}">
                  <a16:creationId xmlns:a16="http://schemas.microsoft.com/office/drawing/2014/main" id="{AB77B16C-5351-8E49-9518-B50F581EFA9A}"/>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1" name="Oval 100">
              <a:extLst>
                <a:ext uri="{FF2B5EF4-FFF2-40B4-BE49-F238E27FC236}">
                  <a16:creationId xmlns:a16="http://schemas.microsoft.com/office/drawing/2014/main" id="{B57120CB-6F64-9D43-B7EC-F1E854EC05B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2" name="Oval 101">
              <a:extLst>
                <a:ext uri="{FF2B5EF4-FFF2-40B4-BE49-F238E27FC236}">
                  <a16:creationId xmlns:a16="http://schemas.microsoft.com/office/drawing/2014/main" id="{8BA545AB-E84C-F34F-829B-3754448346C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3" name="Oval 102">
              <a:extLst>
                <a:ext uri="{FF2B5EF4-FFF2-40B4-BE49-F238E27FC236}">
                  <a16:creationId xmlns:a16="http://schemas.microsoft.com/office/drawing/2014/main" id="{FD339371-FA9F-3746-8C05-8C69FB8F6710}"/>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4" name="Oval 103">
              <a:extLst>
                <a:ext uri="{FF2B5EF4-FFF2-40B4-BE49-F238E27FC236}">
                  <a16:creationId xmlns:a16="http://schemas.microsoft.com/office/drawing/2014/main" id="{89BC7C41-3133-404C-BAD5-BDB15B6806EF}"/>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5" name="Oval 104">
              <a:extLst>
                <a:ext uri="{FF2B5EF4-FFF2-40B4-BE49-F238E27FC236}">
                  <a16:creationId xmlns:a16="http://schemas.microsoft.com/office/drawing/2014/main" id="{DFB4C0F3-2E1E-F240-B711-DF8925905B5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6" name="Oval 105">
              <a:extLst>
                <a:ext uri="{FF2B5EF4-FFF2-40B4-BE49-F238E27FC236}">
                  <a16:creationId xmlns:a16="http://schemas.microsoft.com/office/drawing/2014/main" id="{07D42A19-6A84-D148-A4FC-3B2B9344B6B1}"/>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7" name="Freeform 106">
              <a:extLst>
                <a:ext uri="{FF2B5EF4-FFF2-40B4-BE49-F238E27FC236}">
                  <a16:creationId xmlns:a16="http://schemas.microsoft.com/office/drawing/2014/main" id="{17F51F80-E0E2-704E-8558-910D7D117DC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8" name="Freeform 107">
              <a:extLst>
                <a:ext uri="{FF2B5EF4-FFF2-40B4-BE49-F238E27FC236}">
                  <a16:creationId xmlns:a16="http://schemas.microsoft.com/office/drawing/2014/main" id="{BB40DC25-9207-7540-AEFF-DD6A88CA3F9C}"/>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9" name="Freeform 108">
              <a:extLst>
                <a:ext uri="{FF2B5EF4-FFF2-40B4-BE49-F238E27FC236}">
                  <a16:creationId xmlns:a16="http://schemas.microsoft.com/office/drawing/2014/main" id="{285BFF05-9821-B34F-8D19-2C374B52B28F}"/>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81" name="Text Box 109">
            <a:extLst>
              <a:ext uri="{FF2B5EF4-FFF2-40B4-BE49-F238E27FC236}">
                <a16:creationId xmlns:a16="http://schemas.microsoft.com/office/drawing/2014/main" id="{51AB02BE-5060-2F43-9595-650D222EB714}"/>
              </a:ext>
            </a:extLst>
          </p:cNvPr>
          <p:cNvSpPr txBox="1">
            <a:spLocks noChangeArrowheads="1"/>
          </p:cNvSpPr>
          <p:nvPr/>
        </p:nvSpPr>
        <p:spPr bwMode="auto">
          <a:xfrm>
            <a:off x="2024063" y="1960960"/>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432182" name="Text Box 110">
            <a:extLst>
              <a:ext uri="{FF2B5EF4-FFF2-40B4-BE49-F238E27FC236}">
                <a16:creationId xmlns:a16="http://schemas.microsoft.com/office/drawing/2014/main" id="{0E054524-C3DF-AC4C-9B0B-420D49D0036A}"/>
              </a:ext>
            </a:extLst>
          </p:cNvPr>
          <p:cNvSpPr txBox="1">
            <a:spLocks noChangeArrowheads="1"/>
          </p:cNvSpPr>
          <p:nvPr/>
        </p:nvSpPr>
        <p:spPr bwMode="auto">
          <a:xfrm>
            <a:off x="3840957" y="3320654"/>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432183" name="Text Box 111">
            <a:extLst>
              <a:ext uri="{FF2B5EF4-FFF2-40B4-BE49-F238E27FC236}">
                <a16:creationId xmlns:a16="http://schemas.microsoft.com/office/drawing/2014/main" id="{11DFDD95-0669-9844-9DB0-9BFF78F8A7A4}"/>
              </a:ext>
            </a:extLst>
          </p:cNvPr>
          <p:cNvSpPr txBox="1">
            <a:spLocks noChangeArrowheads="1"/>
          </p:cNvSpPr>
          <p:nvPr/>
        </p:nvSpPr>
        <p:spPr bwMode="auto">
          <a:xfrm>
            <a:off x="6554392" y="20097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432184" name="Text Box 112">
            <a:extLst>
              <a:ext uri="{FF2B5EF4-FFF2-40B4-BE49-F238E27FC236}">
                <a16:creationId xmlns:a16="http://schemas.microsoft.com/office/drawing/2014/main" id="{BD2FBE48-A48E-8C43-979D-B609010888A1}"/>
              </a:ext>
            </a:extLst>
          </p:cNvPr>
          <p:cNvSpPr txBox="1">
            <a:spLocks noChangeArrowheads="1"/>
          </p:cNvSpPr>
          <p:nvPr/>
        </p:nvSpPr>
        <p:spPr bwMode="auto">
          <a:xfrm>
            <a:off x="6431757" y="4030266"/>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5</a:t>
            </a:r>
          </a:p>
        </p:txBody>
      </p:sp>
      <p:sp>
        <p:nvSpPr>
          <p:cNvPr id="432185" name="Text Box 113">
            <a:extLst>
              <a:ext uri="{FF2B5EF4-FFF2-40B4-BE49-F238E27FC236}">
                <a16:creationId xmlns:a16="http://schemas.microsoft.com/office/drawing/2014/main" id="{9B2527D6-CC70-1D49-92E0-5421F71BE622}"/>
              </a:ext>
            </a:extLst>
          </p:cNvPr>
          <p:cNvSpPr txBox="1">
            <a:spLocks noChangeArrowheads="1"/>
          </p:cNvSpPr>
          <p:nvPr/>
        </p:nvSpPr>
        <p:spPr bwMode="auto">
          <a:xfrm>
            <a:off x="1570435" y="35718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4</a:t>
            </a:r>
          </a:p>
        </p:txBody>
      </p:sp>
      <p:pic>
        <p:nvPicPr>
          <p:cNvPr id="432186" name="Picture 114">
            <a:extLst>
              <a:ext uri="{FF2B5EF4-FFF2-40B4-BE49-F238E27FC236}">
                <a16:creationId xmlns:a16="http://schemas.microsoft.com/office/drawing/2014/main" id="{F2E99F98-E3DE-5647-9316-FD3DEEC8933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85210" y="3693319"/>
            <a:ext cx="344090" cy="255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187" name="Line 115">
            <a:extLst>
              <a:ext uri="{FF2B5EF4-FFF2-40B4-BE49-F238E27FC236}">
                <a16:creationId xmlns:a16="http://schemas.microsoft.com/office/drawing/2014/main" id="{3A56051F-192B-6746-AE24-F74BF09C4B3F}"/>
              </a:ext>
            </a:extLst>
          </p:cNvPr>
          <p:cNvSpPr>
            <a:spLocks noChangeShapeType="1"/>
          </p:cNvSpPr>
          <p:nvPr/>
        </p:nvSpPr>
        <p:spPr bwMode="auto">
          <a:xfrm>
            <a:off x="4306491" y="3146823"/>
            <a:ext cx="613172" cy="2595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2188" name="Group 116">
            <a:extLst>
              <a:ext uri="{FF2B5EF4-FFF2-40B4-BE49-F238E27FC236}">
                <a16:creationId xmlns:a16="http://schemas.microsoft.com/office/drawing/2014/main" id="{B90F756D-A164-A347-95D6-388FC081228B}"/>
              </a:ext>
            </a:extLst>
          </p:cNvPr>
          <p:cNvGrpSpPr>
            <a:grpSpLocks/>
          </p:cNvGrpSpPr>
          <p:nvPr/>
        </p:nvGrpSpPr>
        <p:grpSpPr bwMode="auto">
          <a:xfrm>
            <a:off x="4729162" y="3263504"/>
            <a:ext cx="452438" cy="390525"/>
            <a:chOff x="2949" y="196"/>
            <a:chExt cx="941" cy="598"/>
          </a:xfrm>
        </p:grpSpPr>
        <p:sp>
          <p:nvSpPr>
            <p:cNvPr id="432248" name="Oval 117">
              <a:extLst>
                <a:ext uri="{FF2B5EF4-FFF2-40B4-BE49-F238E27FC236}">
                  <a16:creationId xmlns:a16="http://schemas.microsoft.com/office/drawing/2014/main" id="{A361562D-35AD-BD45-897E-3555A92A5F9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9" name="Oval 118">
              <a:extLst>
                <a:ext uri="{FF2B5EF4-FFF2-40B4-BE49-F238E27FC236}">
                  <a16:creationId xmlns:a16="http://schemas.microsoft.com/office/drawing/2014/main" id="{455910FE-44E2-BC42-8B74-92143D4F5BA1}"/>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0" name="Oval 119">
              <a:extLst>
                <a:ext uri="{FF2B5EF4-FFF2-40B4-BE49-F238E27FC236}">
                  <a16:creationId xmlns:a16="http://schemas.microsoft.com/office/drawing/2014/main" id="{4ADA7D08-E823-6242-A0F7-401D7B2FC248}"/>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1" name="Oval 120">
              <a:extLst>
                <a:ext uri="{FF2B5EF4-FFF2-40B4-BE49-F238E27FC236}">
                  <a16:creationId xmlns:a16="http://schemas.microsoft.com/office/drawing/2014/main" id="{AD7299FD-14EE-0443-A6C4-855D639662E0}"/>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2" name="Oval 121">
              <a:extLst>
                <a:ext uri="{FF2B5EF4-FFF2-40B4-BE49-F238E27FC236}">
                  <a16:creationId xmlns:a16="http://schemas.microsoft.com/office/drawing/2014/main" id="{711894C0-4AAA-8B48-BD59-05D6C15E1928}"/>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3" name="Oval 122">
              <a:extLst>
                <a:ext uri="{FF2B5EF4-FFF2-40B4-BE49-F238E27FC236}">
                  <a16:creationId xmlns:a16="http://schemas.microsoft.com/office/drawing/2014/main" id="{086E4741-D17A-0047-AFF7-2254B032AD50}"/>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4" name="Oval 123">
              <a:extLst>
                <a:ext uri="{FF2B5EF4-FFF2-40B4-BE49-F238E27FC236}">
                  <a16:creationId xmlns:a16="http://schemas.microsoft.com/office/drawing/2014/main" id="{0CB133DB-E61A-3E4C-A538-CC1EE9930383}"/>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5" name="Oval 124">
              <a:extLst>
                <a:ext uri="{FF2B5EF4-FFF2-40B4-BE49-F238E27FC236}">
                  <a16:creationId xmlns:a16="http://schemas.microsoft.com/office/drawing/2014/main" id="{ADDBE569-8681-FA4F-B8B7-B07D1B58DA69}"/>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6" name="Freeform 125">
              <a:extLst>
                <a:ext uri="{FF2B5EF4-FFF2-40B4-BE49-F238E27FC236}">
                  <a16:creationId xmlns:a16="http://schemas.microsoft.com/office/drawing/2014/main" id="{5E4B2987-73C9-334D-9DA2-F79AAA3AFEB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7" name="Freeform 126">
              <a:extLst>
                <a:ext uri="{FF2B5EF4-FFF2-40B4-BE49-F238E27FC236}">
                  <a16:creationId xmlns:a16="http://schemas.microsoft.com/office/drawing/2014/main" id="{BC2D5578-FDC6-514C-81C5-BDA080EFF1C8}"/>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8" name="Freeform 127">
              <a:extLst>
                <a:ext uri="{FF2B5EF4-FFF2-40B4-BE49-F238E27FC236}">
                  <a16:creationId xmlns:a16="http://schemas.microsoft.com/office/drawing/2014/main" id="{5A119772-14E0-254F-85A1-642E51A47CBA}"/>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189" name="Picture 128">
            <a:extLst>
              <a:ext uri="{FF2B5EF4-FFF2-40B4-BE49-F238E27FC236}">
                <a16:creationId xmlns:a16="http://schemas.microsoft.com/office/drawing/2014/main" id="{8CC6726B-C95B-B14B-8B07-95CFA21D59A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5275" y="2980135"/>
            <a:ext cx="344091"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0" name="Picture 129">
            <a:extLst>
              <a:ext uri="{FF2B5EF4-FFF2-40B4-BE49-F238E27FC236}">
                <a16:creationId xmlns:a16="http://schemas.microsoft.com/office/drawing/2014/main" id="{B946DFF3-7F49-9942-85F4-CF3C9C3A1F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26719" y="3621881"/>
            <a:ext cx="259556" cy="163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1" name="Group 130">
            <a:extLst>
              <a:ext uri="{FF2B5EF4-FFF2-40B4-BE49-F238E27FC236}">
                <a16:creationId xmlns:a16="http://schemas.microsoft.com/office/drawing/2014/main" id="{138EB80A-811D-F741-AEDD-E7920E659F54}"/>
              </a:ext>
            </a:extLst>
          </p:cNvPr>
          <p:cNvGrpSpPr>
            <a:grpSpLocks/>
          </p:cNvGrpSpPr>
          <p:nvPr/>
        </p:nvGrpSpPr>
        <p:grpSpPr bwMode="auto">
          <a:xfrm>
            <a:off x="3219450" y="3621881"/>
            <a:ext cx="452438" cy="391716"/>
            <a:chOff x="2949" y="196"/>
            <a:chExt cx="941" cy="598"/>
          </a:xfrm>
        </p:grpSpPr>
        <p:sp>
          <p:nvSpPr>
            <p:cNvPr id="432237" name="Oval 131">
              <a:extLst>
                <a:ext uri="{FF2B5EF4-FFF2-40B4-BE49-F238E27FC236}">
                  <a16:creationId xmlns:a16="http://schemas.microsoft.com/office/drawing/2014/main" id="{950341CE-14B2-9744-8D2C-9755563EA03F}"/>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8" name="Oval 132">
              <a:extLst>
                <a:ext uri="{FF2B5EF4-FFF2-40B4-BE49-F238E27FC236}">
                  <a16:creationId xmlns:a16="http://schemas.microsoft.com/office/drawing/2014/main" id="{006205B5-75A3-B845-8DED-DBD2F77DF3D8}"/>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9" name="Oval 133">
              <a:extLst>
                <a:ext uri="{FF2B5EF4-FFF2-40B4-BE49-F238E27FC236}">
                  <a16:creationId xmlns:a16="http://schemas.microsoft.com/office/drawing/2014/main" id="{A8CA3601-C76C-824F-91B6-77A902248487}"/>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0" name="Oval 134">
              <a:extLst>
                <a:ext uri="{FF2B5EF4-FFF2-40B4-BE49-F238E27FC236}">
                  <a16:creationId xmlns:a16="http://schemas.microsoft.com/office/drawing/2014/main" id="{4CFCCF07-D46C-734F-824E-39C1AF4F70A4}"/>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1" name="Oval 135">
              <a:extLst>
                <a:ext uri="{FF2B5EF4-FFF2-40B4-BE49-F238E27FC236}">
                  <a16:creationId xmlns:a16="http://schemas.microsoft.com/office/drawing/2014/main" id="{11C32EAD-956B-7A43-856A-A04CF5D7D785}"/>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2" name="Oval 136">
              <a:extLst>
                <a:ext uri="{FF2B5EF4-FFF2-40B4-BE49-F238E27FC236}">
                  <a16:creationId xmlns:a16="http://schemas.microsoft.com/office/drawing/2014/main" id="{536C3BFD-2E8D-D845-9688-43EED5B8EC95}"/>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3" name="Oval 137">
              <a:extLst>
                <a:ext uri="{FF2B5EF4-FFF2-40B4-BE49-F238E27FC236}">
                  <a16:creationId xmlns:a16="http://schemas.microsoft.com/office/drawing/2014/main" id="{AE295852-24DE-C04A-BA27-FB1E7C34BCA1}"/>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4" name="Oval 138">
              <a:extLst>
                <a:ext uri="{FF2B5EF4-FFF2-40B4-BE49-F238E27FC236}">
                  <a16:creationId xmlns:a16="http://schemas.microsoft.com/office/drawing/2014/main" id="{C8EEE075-8CC0-1841-A91C-6F43A679EAFB}"/>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5" name="Freeform 139">
              <a:extLst>
                <a:ext uri="{FF2B5EF4-FFF2-40B4-BE49-F238E27FC236}">
                  <a16:creationId xmlns:a16="http://schemas.microsoft.com/office/drawing/2014/main" id="{CA59902B-9721-4C44-BC24-09FD8D06A2D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6" name="Freeform 140">
              <a:extLst>
                <a:ext uri="{FF2B5EF4-FFF2-40B4-BE49-F238E27FC236}">
                  <a16:creationId xmlns:a16="http://schemas.microsoft.com/office/drawing/2014/main" id="{7AB1276C-8078-7F40-A184-D1BA5EFD4F4B}"/>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7" name="Freeform 141">
              <a:extLst>
                <a:ext uri="{FF2B5EF4-FFF2-40B4-BE49-F238E27FC236}">
                  <a16:creationId xmlns:a16="http://schemas.microsoft.com/office/drawing/2014/main" id="{924A0694-7D27-794C-B607-151B6799D230}"/>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2" name="Line 142">
            <a:extLst>
              <a:ext uri="{FF2B5EF4-FFF2-40B4-BE49-F238E27FC236}">
                <a16:creationId xmlns:a16="http://schemas.microsoft.com/office/drawing/2014/main" id="{4CCC180C-50FF-B344-96B5-5D43435A45B4}"/>
              </a:ext>
            </a:extLst>
          </p:cNvPr>
          <p:cNvSpPr>
            <a:spLocks noChangeShapeType="1"/>
          </p:cNvSpPr>
          <p:nvPr/>
        </p:nvSpPr>
        <p:spPr bwMode="auto">
          <a:xfrm>
            <a:off x="2401491" y="1759744"/>
            <a:ext cx="377428" cy="8608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3" name="Picture 143">
            <a:extLst>
              <a:ext uri="{FF2B5EF4-FFF2-40B4-BE49-F238E27FC236}">
                <a16:creationId xmlns:a16="http://schemas.microsoft.com/office/drawing/2014/main" id="{02BC9CEF-0D7B-1D47-A646-1EEFA30766C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1689498"/>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4" name="Group 144">
            <a:extLst>
              <a:ext uri="{FF2B5EF4-FFF2-40B4-BE49-F238E27FC236}">
                <a16:creationId xmlns:a16="http://schemas.microsoft.com/office/drawing/2014/main" id="{DEB441CC-A470-9943-9382-B62AD04C3C59}"/>
              </a:ext>
            </a:extLst>
          </p:cNvPr>
          <p:cNvGrpSpPr>
            <a:grpSpLocks/>
          </p:cNvGrpSpPr>
          <p:nvPr/>
        </p:nvGrpSpPr>
        <p:grpSpPr bwMode="auto">
          <a:xfrm>
            <a:off x="2527697" y="2476500"/>
            <a:ext cx="452438" cy="389335"/>
            <a:chOff x="2949" y="196"/>
            <a:chExt cx="941" cy="598"/>
          </a:xfrm>
        </p:grpSpPr>
        <p:sp>
          <p:nvSpPr>
            <p:cNvPr id="432226" name="Oval 145">
              <a:extLst>
                <a:ext uri="{FF2B5EF4-FFF2-40B4-BE49-F238E27FC236}">
                  <a16:creationId xmlns:a16="http://schemas.microsoft.com/office/drawing/2014/main" id="{36F45B4F-A734-D646-B377-5233ABEBE699}"/>
                </a:ext>
              </a:extLst>
            </p:cNvPr>
            <p:cNvSpPr>
              <a:spLocks noChangeArrowheads="1"/>
            </p:cNvSpPr>
            <p:nvPr/>
          </p:nvSpPr>
          <p:spPr bwMode="auto">
            <a:xfrm>
              <a:off x="3167" y="196"/>
              <a:ext cx="409" cy="16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7" name="Oval 146">
              <a:extLst>
                <a:ext uri="{FF2B5EF4-FFF2-40B4-BE49-F238E27FC236}">
                  <a16:creationId xmlns:a16="http://schemas.microsoft.com/office/drawing/2014/main" id="{69ABCE2E-3AC1-7540-946C-A2EC89033AD3}"/>
                </a:ext>
              </a:extLst>
            </p:cNvPr>
            <p:cNvSpPr>
              <a:spLocks noChangeArrowheads="1"/>
            </p:cNvSpPr>
            <p:nvPr/>
          </p:nvSpPr>
          <p:spPr bwMode="auto">
            <a:xfrm rot="900000">
              <a:off x="3511" y="253"/>
              <a:ext cx="275"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8" name="Oval 147">
              <a:extLst>
                <a:ext uri="{FF2B5EF4-FFF2-40B4-BE49-F238E27FC236}">
                  <a16:creationId xmlns:a16="http://schemas.microsoft.com/office/drawing/2014/main" id="{199E1C87-9AA3-6F44-A462-491CA57CAD9E}"/>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9" name="Oval 148">
              <a:extLst>
                <a:ext uri="{FF2B5EF4-FFF2-40B4-BE49-F238E27FC236}">
                  <a16:creationId xmlns:a16="http://schemas.microsoft.com/office/drawing/2014/main" id="{2A81BBAC-A5FE-2F44-84C3-EB9C9899E7B7}"/>
                </a:ext>
              </a:extLst>
            </p:cNvPr>
            <p:cNvSpPr>
              <a:spLocks noChangeArrowheads="1"/>
            </p:cNvSpPr>
            <p:nvPr/>
          </p:nvSpPr>
          <p:spPr bwMode="auto">
            <a:xfrm rot="-1560000">
              <a:off x="3573" y="536"/>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0" name="Oval 149">
              <a:extLst>
                <a:ext uri="{FF2B5EF4-FFF2-40B4-BE49-F238E27FC236}">
                  <a16:creationId xmlns:a16="http://schemas.microsoft.com/office/drawing/2014/main" id="{B3BE3E20-DD1E-224C-B485-A4DA6DC05B2C}"/>
                </a:ext>
              </a:extLst>
            </p:cNvPr>
            <p:cNvSpPr>
              <a:spLocks noChangeArrowheads="1"/>
            </p:cNvSpPr>
            <p:nvPr/>
          </p:nvSpPr>
          <p:spPr bwMode="auto">
            <a:xfrm>
              <a:off x="3216" y="554"/>
              <a:ext cx="471" cy="24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1" name="Oval 150">
              <a:extLst>
                <a:ext uri="{FF2B5EF4-FFF2-40B4-BE49-F238E27FC236}">
                  <a16:creationId xmlns:a16="http://schemas.microsoft.com/office/drawing/2014/main" id="{ED70D56D-BB0E-5142-AE00-A830D9114948}"/>
                </a:ext>
              </a:extLst>
            </p:cNvPr>
            <p:cNvSpPr>
              <a:spLocks noChangeArrowheads="1"/>
            </p:cNvSpPr>
            <p:nvPr/>
          </p:nvSpPr>
          <p:spPr bwMode="auto">
            <a:xfrm rot="1080000">
              <a:off x="3023" y="554"/>
              <a:ext cx="26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2" name="Oval 151">
              <a:extLst>
                <a:ext uri="{FF2B5EF4-FFF2-40B4-BE49-F238E27FC236}">
                  <a16:creationId xmlns:a16="http://schemas.microsoft.com/office/drawing/2014/main" id="{891AF1E2-9B0C-0640-AC81-2C1A8745D4CC}"/>
                </a:ext>
              </a:extLst>
            </p:cNvPr>
            <p:cNvSpPr>
              <a:spLocks noChangeArrowheads="1"/>
            </p:cNvSpPr>
            <p:nvPr/>
          </p:nvSpPr>
          <p:spPr bwMode="auto">
            <a:xfrm>
              <a:off x="2949" y="432"/>
              <a:ext cx="218"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3" name="Oval 152">
              <a:extLst>
                <a:ext uri="{FF2B5EF4-FFF2-40B4-BE49-F238E27FC236}">
                  <a16:creationId xmlns:a16="http://schemas.microsoft.com/office/drawing/2014/main" id="{CC601C15-8577-224A-B889-FEDDF9D31C3B}"/>
                </a:ext>
              </a:extLst>
            </p:cNvPr>
            <p:cNvSpPr>
              <a:spLocks noChangeArrowheads="1"/>
            </p:cNvSpPr>
            <p:nvPr/>
          </p:nvSpPr>
          <p:spPr bwMode="auto">
            <a:xfrm rot="-1860000">
              <a:off x="2984" y="309"/>
              <a:ext cx="29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4" name="Freeform 153">
              <a:extLst>
                <a:ext uri="{FF2B5EF4-FFF2-40B4-BE49-F238E27FC236}">
                  <a16:creationId xmlns:a16="http://schemas.microsoft.com/office/drawing/2014/main" id="{A7718BB9-84AF-6340-AC39-D94F2849F06E}"/>
                </a:ext>
              </a:extLst>
            </p:cNvPr>
            <p:cNvSpPr>
              <a:spLocks/>
            </p:cNvSpPr>
            <p:nvPr/>
          </p:nvSpPr>
          <p:spPr bwMode="auto">
            <a:xfrm>
              <a:off x="3051" y="300"/>
              <a:ext cx="738"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3 h 407"/>
                <a:gd name="T54" fmla="*/ 726 w 738"/>
                <a:gd name="T55" fmla="*/ 254 h 407"/>
                <a:gd name="T56" fmla="*/ 737 w 738"/>
                <a:gd name="T57" fmla="*/ 285 h 407"/>
                <a:gd name="T58" fmla="*/ 737 w 738"/>
                <a:gd name="T59" fmla="*/ 316 h 407"/>
                <a:gd name="T60" fmla="*/ 715 w 738"/>
                <a:gd name="T61" fmla="*/ 346 h 407"/>
                <a:gd name="T62" fmla="*/ 678 w 738"/>
                <a:gd name="T63" fmla="*/ 362 h 407"/>
                <a:gd name="T64" fmla="*/ 646 w 738"/>
                <a:gd name="T65" fmla="*/ 377 h 407"/>
                <a:gd name="T66" fmla="*/ 613 w 738"/>
                <a:gd name="T67" fmla="*/ 393 h 407"/>
                <a:gd name="T68" fmla="*/ 581 w 738"/>
                <a:gd name="T69" fmla="*/ 398 h 407"/>
                <a:gd name="T70" fmla="*/ 538 w 738"/>
                <a:gd name="T71" fmla="*/ 403 h 407"/>
                <a:gd name="T72" fmla="*/ 500 w 738"/>
                <a:gd name="T73" fmla="*/ 403 h 407"/>
                <a:gd name="T74" fmla="*/ 468 w 738"/>
                <a:gd name="T75" fmla="*/ 403 h 407"/>
                <a:gd name="T76" fmla="*/ 436 w 738"/>
                <a:gd name="T77" fmla="*/ 403 h 407"/>
                <a:gd name="T78" fmla="*/ 403 w 738"/>
                <a:gd name="T79" fmla="*/ 403 h 407"/>
                <a:gd name="T80" fmla="*/ 371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5" name="Freeform 154">
              <a:extLst>
                <a:ext uri="{FF2B5EF4-FFF2-40B4-BE49-F238E27FC236}">
                  <a16:creationId xmlns:a16="http://schemas.microsoft.com/office/drawing/2014/main" id="{798FA571-1624-D942-B4E8-41AF7EF31539}"/>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6" name="Freeform 155">
              <a:extLst>
                <a:ext uri="{FF2B5EF4-FFF2-40B4-BE49-F238E27FC236}">
                  <a16:creationId xmlns:a16="http://schemas.microsoft.com/office/drawing/2014/main" id="{B13643A7-087A-B24C-BFEF-3DEBCFC3D8F6}"/>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5" name="Line 156">
            <a:extLst>
              <a:ext uri="{FF2B5EF4-FFF2-40B4-BE49-F238E27FC236}">
                <a16:creationId xmlns:a16="http://schemas.microsoft.com/office/drawing/2014/main" id="{EE3DB5D0-D049-1C4B-A8F5-F386037412C0}"/>
              </a:ext>
            </a:extLst>
          </p:cNvPr>
          <p:cNvSpPr>
            <a:spLocks noChangeShapeType="1"/>
          </p:cNvSpPr>
          <p:nvPr/>
        </p:nvSpPr>
        <p:spPr bwMode="auto">
          <a:xfrm>
            <a:off x="7058026" y="1903810"/>
            <a:ext cx="440531" cy="4286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6" name="Line 157">
            <a:extLst>
              <a:ext uri="{FF2B5EF4-FFF2-40B4-BE49-F238E27FC236}">
                <a16:creationId xmlns:a16="http://schemas.microsoft.com/office/drawing/2014/main" id="{E99713AA-78FB-D149-81AF-3540D93AB104}"/>
              </a:ext>
            </a:extLst>
          </p:cNvPr>
          <p:cNvSpPr>
            <a:spLocks noChangeShapeType="1"/>
          </p:cNvSpPr>
          <p:nvPr/>
        </p:nvSpPr>
        <p:spPr bwMode="auto">
          <a:xfrm flipH="1">
            <a:off x="6678217" y="2356248"/>
            <a:ext cx="754856" cy="5024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7" name="Line 158">
            <a:extLst>
              <a:ext uri="{FF2B5EF4-FFF2-40B4-BE49-F238E27FC236}">
                <a16:creationId xmlns:a16="http://schemas.microsoft.com/office/drawing/2014/main" id="{D4ADB242-5FC6-894B-A24D-7B86D4A99551}"/>
              </a:ext>
            </a:extLst>
          </p:cNvPr>
          <p:cNvSpPr>
            <a:spLocks noChangeShapeType="1"/>
          </p:cNvSpPr>
          <p:nvPr/>
        </p:nvSpPr>
        <p:spPr bwMode="auto">
          <a:xfrm flipV="1">
            <a:off x="5420917" y="1927623"/>
            <a:ext cx="315515"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8" name="Picture 159">
            <a:extLst>
              <a:ext uri="{FF2B5EF4-FFF2-40B4-BE49-F238E27FC236}">
                <a16:creationId xmlns:a16="http://schemas.microsoft.com/office/drawing/2014/main" id="{05C5F455-D0E3-7444-B978-551E82D69F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4144" y="2762251"/>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9" name="Picture 160">
            <a:extLst>
              <a:ext uri="{FF2B5EF4-FFF2-40B4-BE49-F238E27FC236}">
                <a16:creationId xmlns:a16="http://schemas.microsoft.com/office/drawing/2014/main" id="{07C144A7-09A6-174C-B967-6828AC4CDE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9907" y="1759744"/>
            <a:ext cx="260747"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200" name="Group 161">
            <a:extLst>
              <a:ext uri="{FF2B5EF4-FFF2-40B4-BE49-F238E27FC236}">
                <a16:creationId xmlns:a16="http://schemas.microsoft.com/office/drawing/2014/main" id="{F1B9F8E9-0795-A843-BE15-FFDAE48877F8}"/>
              </a:ext>
            </a:extLst>
          </p:cNvPr>
          <p:cNvGrpSpPr>
            <a:grpSpLocks/>
          </p:cNvGrpSpPr>
          <p:nvPr/>
        </p:nvGrpSpPr>
        <p:grpSpPr bwMode="auto">
          <a:xfrm>
            <a:off x="7247335" y="2118122"/>
            <a:ext cx="451247" cy="390525"/>
            <a:chOff x="2949" y="196"/>
            <a:chExt cx="941" cy="598"/>
          </a:xfrm>
        </p:grpSpPr>
        <p:sp>
          <p:nvSpPr>
            <p:cNvPr id="432215" name="Oval 162">
              <a:extLst>
                <a:ext uri="{FF2B5EF4-FFF2-40B4-BE49-F238E27FC236}">
                  <a16:creationId xmlns:a16="http://schemas.microsoft.com/office/drawing/2014/main" id="{2190F75F-9DDD-0341-B6FA-E2BE86BD4B33}"/>
                </a:ext>
              </a:extLst>
            </p:cNvPr>
            <p:cNvSpPr>
              <a:spLocks noChangeArrowheads="1"/>
            </p:cNvSpPr>
            <p:nvPr/>
          </p:nvSpPr>
          <p:spPr bwMode="auto">
            <a:xfrm>
              <a:off x="3167"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6" name="Oval 163">
              <a:extLst>
                <a:ext uri="{FF2B5EF4-FFF2-40B4-BE49-F238E27FC236}">
                  <a16:creationId xmlns:a16="http://schemas.microsoft.com/office/drawing/2014/main" id="{B0FD8E42-6E41-364D-8439-680F5C25348B}"/>
                </a:ext>
              </a:extLst>
            </p:cNvPr>
            <p:cNvSpPr>
              <a:spLocks noChangeArrowheads="1"/>
            </p:cNvSpPr>
            <p:nvPr/>
          </p:nvSpPr>
          <p:spPr bwMode="auto">
            <a:xfrm rot="900000">
              <a:off x="3513" y="253"/>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7" name="Oval 164">
              <a:extLst>
                <a:ext uri="{FF2B5EF4-FFF2-40B4-BE49-F238E27FC236}">
                  <a16:creationId xmlns:a16="http://schemas.microsoft.com/office/drawing/2014/main" id="{B18BA104-F049-1E48-9C7A-CFED3726FA3D}"/>
                </a:ext>
              </a:extLst>
            </p:cNvPr>
            <p:cNvSpPr>
              <a:spLocks noChangeArrowheads="1"/>
            </p:cNvSpPr>
            <p:nvPr/>
          </p:nvSpPr>
          <p:spPr bwMode="auto">
            <a:xfrm rot="1500000">
              <a:off x="3649" y="386"/>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8" name="Oval 165">
              <a:extLst>
                <a:ext uri="{FF2B5EF4-FFF2-40B4-BE49-F238E27FC236}">
                  <a16:creationId xmlns:a16="http://schemas.microsoft.com/office/drawing/2014/main" id="{FBAC6C13-F300-7F49-8BAD-2DDD3B9423B2}"/>
                </a:ext>
              </a:extLst>
            </p:cNvPr>
            <p:cNvSpPr>
              <a:spLocks noChangeArrowheads="1"/>
            </p:cNvSpPr>
            <p:nvPr/>
          </p:nvSpPr>
          <p:spPr bwMode="auto">
            <a:xfrm rot="-1560000">
              <a:off x="3572" y="537"/>
              <a:ext cx="293"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9" name="Oval 166">
              <a:extLst>
                <a:ext uri="{FF2B5EF4-FFF2-40B4-BE49-F238E27FC236}">
                  <a16:creationId xmlns:a16="http://schemas.microsoft.com/office/drawing/2014/main" id="{EEF398E6-4D02-CB44-BC22-710E02A3E3AF}"/>
                </a:ext>
              </a:extLst>
            </p:cNvPr>
            <p:cNvSpPr>
              <a:spLocks noChangeArrowheads="1"/>
            </p:cNvSpPr>
            <p:nvPr/>
          </p:nvSpPr>
          <p:spPr bwMode="auto">
            <a:xfrm>
              <a:off x="3217" y="555"/>
              <a:ext cx="469"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0" name="Oval 167">
              <a:extLst>
                <a:ext uri="{FF2B5EF4-FFF2-40B4-BE49-F238E27FC236}">
                  <a16:creationId xmlns:a16="http://schemas.microsoft.com/office/drawing/2014/main" id="{D036E488-2959-A246-AC4A-FF18E6FE6F73}"/>
                </a:ext>
              </a:extLst>
            </p:cNvPr>
            <p:cNvSpPr>
              <a:spLocks noChangeArrowheads="1"/>
            </p:cNvSpPr>
            <p:nvPr/>
          </p:nvSpPr>
          <p:spPr bwMode="auto">
            <a:xfrm rot="1080000">
              <a:off x="3023" y="555"/>
              <a:ext cx="266"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1" name="Oval 168">
              <a:extLst>
                <a:ext uri="{FF2B5EF4-FFF2-40B4-BE49-F238E27FC236}">
                  <a16:creationId xmlns:a16="http://schemas.microsoft.com/office/drawing/2014/main" id="{3325D4F6-8443-CE44-B1A1-00350E839EAA}"/>
                </a:ext>
              </a:extLst>
            </p:cNvPr>
            <p:cNvSpPr>
              <a:spLocks noChangeArrowheads="1"/>
            </p:cNvSpPr>
            <p:nvPr/>
          </p:nvSpPr>
          <p:spPr bwMode="auto">
            <a:xfrm>
              <a:off x="2949" y="431"/>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2" name="Oval 169">
              <a:extLst>
                <a:ext uri="{FF2B5EF4-FFF2-40B4-BE49-F238E27FC236}">
                  <a16:creationId xmlns:a16="http://schemas.microsoft.com/office/drawing/2014/main" id="{753857F3-42AA-E840-8A37-906B8A3382CE}"/>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3" name="Freeform 170">
              <a:extLst>
                <a:ext uri="{FF2B5EF4-FFF2-40B4-BE49-F238E27FC236}">
                  <a16:creationId xmlns:a16="http://schemas.microsoft.com/office/drawing/2014/main" id="{21D3ABE8-DBBD-FB49-85EB-479E335B10DB}"/>
                </a:ext>
              </a:extLst>
            </p:cNvPr>
            <p:cNvSpPr>
              <a:spLocks/>
            </p:cNvSpPr>
            <p:nvPr/>
          </p:nvSpPr>
          <p:spPr bwMode="auto">
            <a:xfrm>
              <a:off x="3051" y="300"/>
              <a:ext cx="737"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6 h 407"/>
                <a:gd name="T54" fmla="*/ 723 w 738"/>
                <a:gd name="T55" fmla="*/ 257 h 407"/>
                <a:gd name="T56" fmla="*/ 734 w 738"/>
                <a:gd name="T57" fmla="*/ 288 h 407"/>
                <a:gd name="T58" fmla="*/ 734 w 738"/>
                <a:gd name="T59" fmla="*/ 319 h 407"/>
                <a:gd name="T60" fmla="*/ 712 w 738"/>
                <a:gd name="T61" fmla="*/ 349 h 407"/>
                <a:gd name="T62" fmla="*/ 675 w 738"/>
                <a:gd name="T63" fmla="*/ 365 h 407"/>
                <a:gd name="T64" fmla="*/ 643 w 738"/>
                <a:gd name="T65" fmla="*/ 380 h 407"/>
                <a:gd name="T66" fmla="*/ 610 w 738"/>
                <a:gd name="T67" fmla="*/ 396 h 407"/>
                <a:gd name="T68" fmla="*/ 578 w 738"/>
                <a:gd name="T69" fmla="*/ 401 h 407"/>
                <a:gd name="T70" fmla="*/ 535 w 738"/>
                <a:gd name="T71" fmla="*/ 406 h 407"/>
                <a:gd name="T72" fmla="*/ 497 w 738"/>
                <a:gd name="T73" fmla="*/ 406 h 407"/>
                <a:gd name="T74" fmla="*/ 465 w 738"/>
                <a:gd name="T75" fmla="*/ 406 h 407"/>
                <a:gd name="T76" fmla="*/ 433 w 738"/>
                <a:gd name="T77" fmla="*/ 406 h 407"/>
                <a:gd name="T78" fmla="*/ 400 w 738"/>
                <a:gd name="T79" fmla="*/ 406 h 407"/>
                <a:gd name="T80" fmla="*/ 369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4" name="Freeform 171">
              <a:extLst>
                <a:ext uri="{FF2B5EF4-FFF2-40B4-BE49-F238E27FC236}">
                  <a16:creationId xmlns:a16="http://schemas.microsoft.com/office/drawing/2014/main" id="{23AFBA38-C379-1E47-844D-1DD9CE7E5067}"/>
                </a:ext>
              </a:extLst>
            </p:cNvPr>
            <p:cNvSpPr>
              <a:spLocks/>
            </p:cNvSpPr>
            <p:nvPr/>
          </p:nvSpPr>
          <p:spPr bwMode="auto">
            <a:xfrm>
              <a:off x="3192" y="271"/>
              <a:ext cx="117"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59 h 118"/>
                <a:gd name="T24" fmla="*/ 116 w 117"/>
                <a:gd name="T25" fmla="*/ 73 h 118"/>
                <a:gd name="T26" fmla="*/ 116 w 117"/>
                <a:gd name="T27" fmla="*/ 89 h 118"/>
                <a:gd name="T28" fmla="*/ 116 w 117"/>
                <a:gd name="T29" fmla="*/ 104 h 118"/>
                <a:gd name="T30" fmla="*/ 100 w 117"/>
                <a:gd name="T31" fmla="*/ 114 h 118"/>
                <a:gd name="T32" fmla="*/ 84 w 117"/>
                <a:gd name="T33" fmla="*/ 114 h 118"/>
                <a:gd name="T34" fmla="*/ 69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5" name="Freeform 172">
              <a:extLst>
                <a:ext uri="{FF2B5EF4-FFF2-40B4-BE49-F238E27FC236}">
                  <a16:creationId xmlns:a16="http://schemas.microsoft.com/office/drawing/2014/main" id="{3F52E70B-5B52-494E-86B3-D87F1F6B9191}"/>
                </a:ext>
              </a:extLst>
            </p:cNvPr>
            <p:cNvSpPr>
              <a:spLocks/>
            </p:cNvSpPr>
            <p:nvPr/>
          </p:nvSpPr>
          <p:spPr bwMode="auto">
            <a:xfrm>
              <a:off x="3468"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201" name="Group 173">
            <a:extLst>
              <a:ext uri="{FF2B5EF4-FFF2-40B4-BE49-F238E27FC236}">
                <a16:creationId xmlns:a16="http://schemas.microsoft.com/office/drawing/2014/main" id="{EECDEDD9-2CD0-2143-9D7A-36EAD030C5AC}"/>
              </a:ext>
            </a:extLst>
          </p:cNvPr>
          <p:cNvGrpSpPr>
            <a:grpSpLocks/>
          </p:cNvGrpSpPr>
          <p:nvPr/>
        </p:nvGrpSpPr>
        <p:grpSpPr bwMode="auto">
          <a:xfrm>
            <a:off x="5107781" y="1832373"/>
            <a:ext cx="452438" cy="391715"/>
            <a:chOff x="2949" y="196"/>
            <a:chExt cx="941" cy="598"/>
          </a:xfrm>
        </p:grpSpPr>
        <p:sp>
          <p:nvSpPr>
            <p:cNvPr id="432204" name="Oval 174">
              <a:extLst>
                <a:ext uri="{FF2B5EF4-FFF2-40B4-BE49-F238E27FC236}">
                  <a16:creationId xmlns:a16="http://schemas.microsoft.com/office/drawing/2014/main" id="{FB25AA88-A0FD-FB4C-A84F-0E412948B036}"/>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5" name="Oval 175">
              <a:extLst>
                <a:ext uri="{FF2B5EF4-FFF2-40B4-BE49-F238E27FC236}">
                  <a16:creationId xmlns:a16="http://schemas.microsoft.com/office/drawing/2014/main" id="{16286F16-9C2A-094F-A432-E83A7C18AC8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6" name="Oval 176">
              <a:extLst>
                <a:ext uri="{FF2B5EF4-FFF2-40B4-BE49-F238E27FC236}">
                  <a16:creationId xmlns:a16="http://schemas.microsoft.com/office/drawing/2014/main" id="{2924CEAE-6F4F-1F43-A4B3-D6B609E6C090}"/>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7" name="Oval 177">
              <a:extLst>
                <a:ext uri="{FF2B5EF4-FFF2-40B4-BE49-F238E27FC236}">
                  <a16:creationId xmlns:a16="http://schemas.microsoft.com/office/drawing/2014/main" id="{DC840870-CA51-6A4F-8E44-F1A7F7EB73B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8" name="Oval 178">
              <a:extLst>
                <a:ext uri="{FF2B5EF4-FFF2-40B4-BE49-F238E27FC236}">
                  <a16:creationId xmlns:a16="http://schemas.microsoft.com/office/drawing/2014/main" id="{FE88AEE8-BAD8-FB47-81A2-0ED88930DA7D}"/>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9" name="Oval 179">
              <a:extLst>
                <a:ext uri="{FF2B5EF4-FFF2-40B4-BE49-F238E27FC236}">
                  <a16:creationId xmlns:a16="http://schemas.microsoft.com/office/drawing/2014/main" id="{4DE5ECA5-E539-1344-942D-6BAB0E1DB690}"/>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0" name="Oval 180">
              <a:extLst>
                <a:ext uri="{FF2B5EF4-FFF2-40B4-BE49-F238E27FC236}">
                  <a16:creationId xmlns:a16="http://schemas.microsoft.com/office/drawing/2014/main" id="{4AE9A7DA-19FC-1D49-BC14-8B30408FE9C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1" name="Oval 181">
              <a:extLst>
                <a:ext uri="{FF2B5EF4-FFF2-40B4-BE49-F238E27FC236}">
                  <a16:creationId xmlns:a16="http://schemas.microsoft.com/office/drawing/2014/main" id="{0EA9B4DC-0722-5642-A0BF-E3BFFC9ADCA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2" name="Freeform 182">
              <a:extLst>
                <a:ext uri="{FF2B5EF4-FFF2-40B4-BE49-F238E27FC236}">
                  <a16:creationId xmlns:a16="http://schemas.microsoft.com/office/drawing/2014/main" id="{DF09956A-2134-2F48-9284-A728DFA7CC4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3" name="Freeform 183">
              <a:extLst>
                <a:ext uri="{FF2B5EF4-FFF2-40B4-BE49-F238E27FC236}">
                  <a16:creationId xmlns:a16="http://schemas.microsoft.com/office/drawing/2014/main" id="{52CE0A76-F80D-4549-8889-4937AEDB8996}"/>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4" name="Freeform 184">
              <a:extLst>
                <a:ext uri="{FF2B5EF4-FFF2-40B4-BE49-F238E27FC236}">
                  <a16:creationId xmlns:a16="http://schemas.microsoft.com/office/drawing/2014/main" id="{CCF901EE-D0A6-1F4F-8234-757273D49A49}"/>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202" name="Picture 185">
            <a:extLst>
              <a:ext uri="{FF2B5EF4-FFF2-40B4-BE49-F238E27FC236}">
                <a16:creationId xmlns:a16="http://schemas.microsoft.com/office/drawing/2014/main" id="{644307C1-D6DB-154E-B02C-60608E8E83A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0226" y="1832373"/>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0333568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69" name="Rectangle 2">
            <a:extLst>
              <a:ext uri="{FF2B5EF4-FFF2-40B4-BE49-F238E27FC236}">
                <a16:creationId xmlns:a16="http://schemas.microsoft.com/office/drawing/2014/main" id="{C76A70C1-BCFC-9248-830D-BF09ED80B78E}"/>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网际组管理协议 </a:t>
            </a:r>
            <a:r>
              <a:rPr lang="en-US" altLang="zh-CN" dirty="0">
                <a:latin typeface="Times New Roman" panose="02020603050405020304" pitchFamily="18" charset="0"/>
                <a:ea typeface="宋体" panose="02010600030101010101" pitchFamily="2" charset="-122"/>
              </a:rPr>
              <a:t>IGMP </a:t>
            </a:r>
          </a:p>
        </p:txBody>
      </p:sp>
      <p:sp>
        <p:nvSpPr>
          <p:cNvPr id="442370" name="Rectangle 3">
            <a:extLst>
              <a:ext uri="{FF2B5EF4-FFF2-40B4-BE49-F238E27FC236}">
                <a16:creationId xmlns:a16="http://schemas.microsoft.com/office/drawing/2014/main" id="{81EDC3A6-084D-7F4F-A71B-B8DD1B794F57}"/>
              </a:ext>
            </a:extLst>
          </p:cNvPr>
          <p:cNvSpPr>
            <a:spLocks noGrp="1" noChangeArrowheads="1"/>
          </p:cNvSpPr>
          <p:nvPr>
            <p:ph type="body" idx="1"/>
          </p:nvPr>
        </p:nvSpPr>
        <p:spPr>
          <a:xfrm>
            <a:off x="251460" y="1059657"/>
            <a:ext cx="8687056" cy="3456385"/>
          </a:xfrm>
        </p:spPr>
        <p:txBody>
          <a:bodyPr/>
          <a:lstStyle/>
          <a:p>
            <a:pPr eaLnBrk="1" hangingPunct="1"/>
            <a:r>
              <a:rPr lang="en-US" altLang="zh-CN" dirty="0">
                <a:latin typeface="Times New Roman" panose="02020603050405020304" pitchFamily="18" charset="0"/>
                <a:ea typeface="宋体" panose="02010600030101010101" pitchFamily="2" charset="-122"/>
              </a:rPr>
              <a:t>1989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1112</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IGMPv1</a:t>
            </a:r>
            <a:r>
              <a:rPr lang="zh-CN" altLang="en-US" dirty="0">
                <a:latin typeface="Times New Roman" panose="02020603050405020304" pitchFamily="18" charset="0"/>
                <a:ea typeface="宋体" panose="02010600030101010101" pitchFamily="2" charset="-122"/>
              </a:rPr>
              <a:t>）早已成为了因特网的标准协议。</a:t>
            </a:r>
          </a:p>
          <a:p>
            <a:pPr eaLnBrk="1" hangingPunct="1"/>
            <a:r>
              <a:rPr lang="en-US" altLang="zh-CN" dirty="0">
                <a:latin typeface="Times New Roman" panose="02020603050405020304" pitchFamily="18" charset="0"/>
                <a:ea typeface="宋体" panose="02010600030101010101" pitchFamily="2" charset="-122"/>
              </a:rPr>
              <a:t>1997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，建议标准）对 </a:t>
            </a:r>
            <a:r>
              <a:rPr lang="en-US" altLang="zh-CN" dirty="0">
                <a:latin typeface="Times New Roman" panose="02020603050405020304" pitchFamily="18" charset="0"/>
                <a:ea typeface="宋体" panose="02010600030101010101" pitchFamily="2" charset="-122"/>
              </a:rPr>
              <a:t>IGMPv1 </a:t>
            </a:r>
            <a:r>
              <a:rPr lang="zh-CN" altLang="en-US" dirty="0">
                <a:latin typeface="Times New Roman" panose="02020603050405020304" pitchFamily="18" charset="0"/>
                <a:ea typeface="宋体" panose="02010600030101010101" pitchFamily="2" charset="-122"/>
              </a:rPr>
              <a:t>进行了更新。</a:t>
            </a:r>
          </a:p>
          <a:p>
            <a:pPr eaLnBrk="1" hangingPunct="1"/>
            <a:r>
              <a:rPr lang="en-US" altLang="zh-CN" dirty="0">
                <a:latin typeface="Times New Roman" panose="02020603050405020304" pitchFamily="18" charset="0"/>
                <a:ea typeface="宋体" panose="02010600030101010101" pitchFamily="2" charset="-122"/>
              </a:rPr>
              <a:t>2002 </a:t>
            </a:r>
            <a:r>
              <a:rPr lang="zh-CN" altLang="en-US" dirty="0">
                <a:latin typeface="Times New Roman" panose="02020603050405020304" pitchFamily="18" charset="0"/>
                <a:ea typeface="宋体" panose="02010600030101010101" pitchFamily="2" charset="-122"/>
              </a:rPr>
              <a:t>年 </a:t>
            </a:r>
            <a:r>
              <a:rPr lang="en-US" altLang="zh-CN" dirty="0">
                <a:latin typeface="Times New Roman" panose="02020603050405020304" pitchFamily="18" charset="0"/>
                <a:ea typeface="宋体" panose="02010600030101010101" pitchFamily="2" charset="-122"/>
              </a:rPr>
              <a:t>10 </a:t>
            </a:r>
            <a:r>
              <a:rPr lang="zh-CN" altLang="en-US" dirty="0">
                <a:latin typeface="Times New Roman" panose="02020603050405020304" pitchFamily="18" charset="0"/>
                <a:ea typeface="宋体" panose="02010600030101010101" pitchFamily="2" charset="-122"/>
              </a:rPr>
              <a:t>月公布了 </a:t>
            </a:r>
            <a:r>
              <a:rPr lang="en-US" altLang="zh-CN" dirty="0">
                <a:latin typeface="Times New Roman" panose="02020603050405020304" pitchFamily="18" charset="0"/>
                <a:ea typeface="宋体" panose="02010600030101010101" pitchFamily="2" charset="-122"/>
              </a:rPr>
              <a:t>RFC 3376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IGMPv3</a:t>
            </a:r>
            <a:r>
              <a:rPr lang="zh-CN" altLang="en-US" dirty="0">
                <a:latin typeface="Times New Roman" panose="02020603050405020304" pitchFamily="18" charset="0"/>
                <a:ea typeface="宋体" panose="02010600030101010101" pitchFamily="2" charset="-122"/>
              </a:rPr>
              <a:t>，建议标准），宣布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）是陈旧的。</a:t>
            </a:r>
          </a:p>
        </p:txBody>
      </p:sp>
      <p:sp>
        <p:nvSpPr>
          <p:cNvPr id="442371" name="幻灯片编号占位符 1">
            <a:extLst>
              <a:ext uri="{FF2B5EF4-FFF2-40B4-BE49-F238E27FC236}">
                <a16:creationId xmlns:a16="http://schemas.microsoft.com/office/drawing/2014/main" id="{D930E273-98B8-2441-915E-46EDABC29F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63429DB-1AF3-6245-B365-80AFEE5378A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9997702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7" name="Rectangle 2">
            <a:extLst>
              <a:ext uri="{FF2B5EF4-FFF2-40B4-BE49-F238E27FC236}">
                <a16:creationId xmlns:a16="http://schemas.microsoft.com/office/drawing/2014/main" id="{B4410FB2-FF89-0644-91DC-78DAE5677A95}"/>
              </a:ext>
            </a:extLst>
          </p:cNvPr>
          <p:cNvSpPr>
            <a:spLocks noGrp="1" noChangeArrowheads="1"/>
          </p:cNvSpPr>
          <p:nvPr>
            <p:ph type="title"/>
          </p:nvPr>
        </p:nvSpPr>
        <p:spPr>
          <a:xfrm>
            <a:off x="148590" y="160735"/>
            <a:ext cx="7796451" cy="790575"/>
          </a:xfrm>
        </p:spPr>
        <p:txBody>
          <a:bodyPr/>
          <a:lstStyle/>
          <a:p>
            <a:pPr eaLnBrk="1" hangingPunct="1"/>
            <a:r>
              <a:rPr lang="en-US" altLang="zh-CN" dirty="0">
                <a:ea typeface="宋体" panose="02010600030101010101" pitchFamily="2" charset="-122"/>
              </a:rPr>
              <a:t>IGMP </a:t>
            </a:r>
            <a:r>
              <a:rPr lang="zh-CN" altLang="en-US" dirty="0">
                <a:ea typeface="宋体" panose="02010600030101010101" pitchFamily="2" charset="-122"/>
              </a:rPr>
              <a:t>是整个网际协议 </a:t>
            </a:r>
            <a:r>
              <a:rPr lang="en-US" altLang="zh-CN" dirty="0">
                <a:ea typeface="宋体" panose="02010600030101010101" pitchFamily="2" charset="-122"/>
              </a:rPr>
              <a:t>IP </a:t>
            </a:r>
            <a:r>
              <a:rPr lang="zh-CN" altLang="en-US" dirty="0">
                <a:ea typeface="宋体" panose="02010600030101010101" pitchFamily="2" charset="-122"/>
              </a:rPr>
              <a:t>的一个组成部分</a:t>
            </a:r>
          </a:p>
        </p:txBody>
      </p:sp>
      <p:sp>
        <p:nvSpPr>
          <p:cNvPr id="444418" name="Rectangle 3">
            <a:extLst>
              <a:ext uri="{FF2B5EF4-FFF2-40B4-BE49-F238E27FC236}">
                <a16:creationId xmlns:a16="http://schemas.microsoft.com/office/drawing/2014/main" id="{6E7D12BA-374F-1B4A-850B-4AF90ADF6BFA}"/>
              </a:ext>
            </a:extLst>
          </p:cNvPr>
          <p:cNvSpPr>
            <a:spLocks noGrp="1" noChangeArrowheads="1"/>
          </p:cNvSpPr>
          <p:nvPr>
            <p:ph type="body" idx="1"/>
          </p:nvPr>
        </p:nvSpPr>
        <p:spPr>
          <a:xfrm>
            <a:off x="240030" y="1059656"/>
            <a:ext cx="8663940" cy="3509963"/>
          </a:xfrm>
        </p:spPr>
        <p:txBody>
          <a:bodyPr/>
          <a:lstStyle/>
          <a:p>
            <a:pPr eaLnBrk="1" hangingPunct="1"/>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相似，</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使用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数据报传递其报文（即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报文加上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首部构成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数据报），但它也向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提供服务。</a:t>
            </a:r>
          </a:p>
          <a:p>
            <a:pPr eaLnBrk="1" hangingPunct="1"/>
            <a:r>
              <a:rPr lang="zh-CN" altLang="en-US" dirty="0">
                <a:latin typeface="Times New Roman" panose="02020603050405020304" pitchFamily="18" charset="0"/>
                <a:ea typeface="宋体" panose="02010600030101010101" pitchFamily="2" charset="-122"/>
              </a:rPr>
              <a:t>因此，我们不把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看成是一个单独的协议，而是属于整个网际协议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的一个组成部分。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444419" name="幻灯片编号占位符 1">
            <a:extLst>
              <a:ext uri="{FF2B5EF4-FFF2-40B4-BE49-F238E27FC236}">
                <a16:creationId xmlns:a16="http://schemas.microsoft.com/office/drawing/2014/main" id="{10A132EC-7800-864D-987C-D722F1FF3E5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A67AFE-B242-3844-9043-A5964F2A9E4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1347430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09" name="Rectangle 2">
            <a:extLst>
              <a:ext uri="{FF2B5EF4-FFF2-40B4-BE49-F238E27FC236}">
                <a16:creationId xmlns:a16="http://schemas.microsoft.com/office/drawing/2014/main" id="{C4A9D4F1-3BDE-F24D-B95E-63C2E279C19F}"/>
              </a:ext>
            </a:extLst>
          </p:cNvPr>
          <p:cNvSpPr>
            <a:spLocks noGrp="1" noChangeArrowheads="1"/>
          </p:cNvSpPr>
          <p:nvPr>
            <p:ph type="title"/>
          </p:nvPr>
        </p:nvSpPr>
        <p:spPr>
          <a:xfrm>
            <a:off x="148590" y="141685"/>
            <a:ext cx="8789669" cy="738425"/>
          </a:xfrm>
        </p:spPr>
        <p:txBody>
          <a:bodyPr/>
          <a:lstStyle/>
          <a:p>
            <a:pPr eaLnBrk="1" hangingPunct="1"/>
            <a:r>
              <a:rPr lang="en-US" altLang="zh-CN" sz="2700" dirty="0">
                <a:ea typeface="宋体" panose="02010600030101010101" pitchFamily="2" charset="-122"/>
              </a:rPr>
              <a:t>4.7  </a:t>
            </a:r>
            <a:r>
              <a:rPr lang="zh-CN" altLang="en-US" sz="2700" dirty="0">
                <a:ea typeface="宋体" panose="02010600030101010101" pitchFamily="2" charset="-122"/>
              </a:rPr>
              <a:t>虚拟专用网 </a:t>
            </a:r>
            <a:r>
              <a:rPr lang="en-US" altLang="zh-CN" sz="2700" dirty="0">
                <a:ea typeface="宋体" panose="02010600030101010101" pitchFamily="2" charset="-122"/>
              </a:rPr>
              <a:t>VPN </a:t>
            </a:r>
            <a:r>
              <a:rPr lang="zh-CN" altLang="en-US" sz="2700" dirty="0">
                <a:ea typeface="宋体" panose="02010600030101010101" pitchFamily="2" charset="-122"/>
              </a:rPr>
              <a:t>和网络地址转换 </a:t>
            </a:r>
            <a:r>
              <a:rPr lang="en-US" altLang="zh-CN" sz="2700" dirty="0">
                <a:ea typeface="宋体" panose="02010600030101010101" pitchFamily="2" charset="-122"/>
              </a:rPr>
              <a:t>NAT</a:t>
            </a:r>
            <a:endParaRPr lang="en-US" altLang="zh-CN" sz="2400" dirty="0">
              <a:ea typeface="宋体" panose="02010600030101010101" pitchFamily="2" charset="-122"/>
            </a:endParaRPr>
          </a:p>
        </p:txBody>
      </p:sp>
      <p:sp>
        <p:nvSpPr>
          <p:cNvPr id="452610" name="Rectangle 3">
            <a:extLst>
              <a:ext uri="{FF2B5EF4-FFF2-40B4-BE49-F238E27FC236}">
                <a16:creationId xmlns:a16="http://schemas.microsoft.com/office/drawing/2014/main" id="{C7FD513A-7436-6B4A-8498-A393254D1DDC}"/>
              </a:ext>
            </a:extLst>
          </p:cNvPr>
          <p:cNvSpPr>
            <a:spLocks noGrp="1" noChangeArrowheads="1"/>
          </p:cNvSpPr>
          <p:nvPr>
            <p:ph type="body" idx="1"/>
          </p:nvPr>
        </p:nvSpPr>
        <p:spPr>
          <a:xfrm>
            <a:off x="148590" y="1657350"/>
            <a:ext cx="8789669" cy="2858692"/>
          </a:xfrm>
        </p:spPr>
        <p:txBody>
          <a:bodyPr/>
          <a:lstStyle/>
          <a:p>
            <a:pPr eaLnBrk="1" hangingPunct="1"/>
            <a:r>
              <a:rPr lang="zh-CN" altLang="en-US" dirty="0">
                <a:solidFill>
                  <a:srgbClr val="FF0000"/>
                </a:solidFill>
                <a:latin typeface="Times New Roman" panose="02020603050405020304" pitchFamily="18" charset="0"/>
                <a:ea typeface="宋体" panose="02010600030101010101" pitchFamily="2" charset="-122"/>
              </a:rPr>
              <a:t>本地地址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仅在机构内部使用的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地址，可以由本机构自行分配，而不需要向因特网的管理机构申请。</a:t>
            </a:r>
          </a:p>
          <a:p>
            <a:pPr eaLnBrk="1" hangingPunct="1"/>
            <a:r>
              <a:rPr lang="zh-CN" altLang="en-US" dirty="0">
                <a:solidFill>
                  <a:srgbClr val="FF0000"/>
                </a:solidFill>
                <a:latin typeface="Times New Roman" panose="02020603050405020304" pitchFamily="18" charset="0"/>
                <a:ea typeface="宋体" panose="02010600030101010101" pitchFamily="2" charset="-122"/>
              </a:rPr>
              <a:t>全球地址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全球唯一的</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地址，必须向因特网的管理机构申请。 </a:t>
            </a:r>
          </a:p>
        </p:txBody>
      </p:sp>
      <p:sp>
        <p:nvSpPr>
          <p:cNvPr id="452611" name="幻灯片编号占位符 1">
            <a:extLst>
              <a:ext uri="{FF2B5EF4-FFF2-40B4-BE49-F238E27FC236}">
                <a16:creationId xmlns:a16="http://schemas.microsoft.com/office/drawing/2014/main" id="{15492319-22BB-9B4E-9122-4D01C5C04F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6BA2408-B6B4-644A-B954-AD27FBF5201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AA54B0-127A-1D4E-8DC5-DD169039741E}"/>
              </a:ext>
            </a:extLst>
          </p:cNvPr>
          <p:cNvSpPr/>
          <p:nvPr/>
        </p:nvSpPr>
        <p:spPr>
          <a:xfrm>
            <a:off x="251460" y="1037897"/>
            <a:ext cx="4572000" cy="461665"/>
          </a:xfrm>
          <a:prstGeom prst="rect">
            <a:avLst/>
          </a:prstGeom>
        </p:spPr>
        <p:txBody>
          <a:bodyPr>
            <a:spAutoFit/>
          </a:bodyPr>
          <a:lstStyle/>
          <a:p>
            <a:r>
              <a:rPr lang="en-US" altLang="zh-CN" sz="2400" dirty="0"/>
              <a:t>4.7.1 </a:t>
            </a:r>
            <a:r>
              <a:rPr lang="zh-CN" altLang="en-US" sz="2400" dirty="0"/>
              <a:t>虚拟专用网 </a:t>
            </a:r>
            <a:r>
              <a:rPr lang="en-US" altLang="zh-CN" sz="2400" dirty="0"/>
              <a:t>VPN</a:t>
            </a:r>
            <a:endParaRPr lang="zh-CN" altLang="en-US" sz="2400" dirty="0"/>
          </a:p>
        </p:txBody>
      </p:sp>
    </p:spTree>
    <p:extLst>
      <p:ext uri="{BB962C8B-B14F-4D97-AF65-F5344CB8AC3E}">
        <p14:creationId xmlns:p14="http://schemas.microsoft.com/office/powerpoint/2010/main" val="1583592754"/>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7" name="Rectangle 2">
            <a:extLst>
              <a:ext uri="{FF2B5EF4-FFF2-40B4-BE49-F238E27FC236}">
                <a16:creationId xmlns:a16="http://schemas.microsoft.com/office/drawing/2014/main" id="{495D68A8-2E7A-1A4E-9171-C9CA057E3FDB}"/>
              </a:ext>
            </a:extLst>
          </p:cNvPr>
          <p:cNvSpPr>
            <a:spLocks noGrp="1" noChangeArrowheads="1"/>
          </p:cNvSpPr>
          <p:nvPr>
            <p:ph type="title"/>
          </p:nvPr>
        </p:nvSpPr>
        <p:spPr>
          <a:xfrm>
            <a:off x="160020" y="250031"/>
            <a:ext cx="7785021" cy="701279"/>
          </a:xfrm>
        </p:spPr>
        <p:txBody>
          <a:bodyPr/>
          <a:lstStyle/>
          <a:p>
            <a:pPr eaLnBrk="1" hangingPunct="1"/>
            <a:r>
              <a:rPr lang="en-US" altLang="zh-CN" sz="3000" dirty="0">
                <a:ea typeface="宋体" panose="02010600030101010101" pitchFamily="2" charset="-122"/>
              </a:rPr>
              <a:t>RFC 1918 </a:t>
            </a:r>
            <a:r>
              <a:rPr lang="zh-CN" altLang="en-US" sz="3000" dirty="0">
                <a:ea typeface="宋体" panose="02010600030101010101" pitchFamily="2" charset="-122"/>
              </a:rPr>
              <a:t>指明的专用地址</a:t>
            </a:r>
            <a:r>
              <a:rPr lang="en-US" altLang="zh-CN" sz="2700" dirty="0">
                <a:ea typeface="宋体" panose="02010600030101010101" pitchFamily="2" charset="-122"/>
              </a:rPr>
              <a:t>(private address)</a:t>
            </a:r>
            <a:r>
              <a:rPr lang="en-US" altLang="zh-CN" dirty="0">
                <a:latin typeface="Times New Roman" panose="02020603050405020304" pitchFamily="18" charset="0"/>
                <a:ea typeface="宋体" panose="02010600030101010101" pitchFamily="2" charset="-122"/>
              </a:rPr>
              <a:t> </a:t>
            </a:r>
          </a:p>
        </p:txBody>
      </p:sp>
      <p:sp>
        <p:nvSpPr>
          <p:cNvPr id="454658" name="Rectangle 3">
            <a:extLst>
              <a:ext uri="{FF2B5EF4-FFF2-40B4-BE49-F238E27FC236}">
                <a16:creationId xmlns:a16="http://schemas.microsoft.com/office/drawing/2014/main" id="{15A298BB-ECFC-E74B-9094-7650E04CFFF3}"/>
              </a:ext>
            </a:extLst>
          </p:cNvPr>
          <p:cNvSpPr>
            <a:spLocks noGrp="1" noChangeArrowheads="1"/>
          </p:cNvSpPr>
          <p:nvPr>
            <p:ph type="body" idx="1"/>
          </p:nvPr>
        </p:nvSpPr>
        <p:spPr>
          <a:xfrm>
            <a:off x="160020" y="1059656"/>
            <a:ext cx="8778240" cy="3671888"/>
          </a:xfrm>
        </p:spPr>
        <p:txBody>
          <a:bodyPr/>
          <a:lstStyle/>
          <a:p>
            <a:pPr eaLnBrk="1" hangingPunct="1"/>
            <a:r>
              <a:rPr lang="en-US" altLang="zh-CN" sz="2100" dirty="0">
                <a:ea typeface="宋体" panose="02010600030101010101" pitchFamily="2" charset="-122"/>
              </a:rPr>
              <a:t>10.0.0.0 </a:t>
            </a:r>
            <a:r>
              <a:rPr lang="zh-CN" altLang="en-US" sz="2100" dirty="0">
                <a:ea typeface="宋体" panose="02010600030101010101" pitchFamily="2" charset="-122"/>
              </a:rPr>
              <a:t>到 </a:t>
            </a:r>
            <a:r>
              <a:rPr lang="en-US" altLang="zh-CN" sz="2100" dirty="0">
                <a:ea typeface="宋体" panose="02010600030101010101" pitchFamily="2" charset="-122"/>
              </a:rPr>
              <a:t>10.255.255.255</a:t>
            </a:r>
          </a:p>
          <a:p>
            <a:pPr eaLnBrk="1" hangingPunct="1"/>
            <a:r>
              <a:rPr lang="en-US" altLang="zh-CN" sz="2100" dirty="0">
                <a:ea typeface="宋体" panose="02010600030101010101" pitchFamily="2" charset="-122"/>
              </a:rPr>
              <a:t>172.16.0.0 </a:t>
            </a:r>
            <a:r>
              <a:rPr lang="zh-CN" altLang="en-US" sz="2100" dirty="0">
                <a:ea typeface="宋体" panose="02010600030101010101" pitchFamily="2" charset="-122"/>
              </a:rPr>
              <a:t>到 </a:t>
            </a:r>
            <a:r>
              <a:rPr lang="en-US" altLang="zh-CN" sz="2100" dirty="0">
                <a:ea typeface="宋体" panose="02010600030101010101" pitchFamily="2" charset="-122"/>
              </a:rPr>
              <a:t>172.31.255.255</a:t>
            </a:r>
          </a:p>
          <a:p>
            <a:pPr eaLnBrk="1" hangingPunct="1"/>
            <a:r>
              <a:rPr lang="en-US" altLang="zh-CN" sz="2100" dirty="0">
                <a:ea typeface="宋体" panose="02010600030101010101" pitchFamily="2" charset="-122"/>
              </a:rPr>
              <a:t>192.168.0.0 </a:t>
            </a:r>
            <a:r>
              <a:rPr lang="zh-CN" altLang="en-US" sz="2100" dirty="0">
                <a:ea typeface="宋体" panose="02010600030101010101" pitchFamily="2" charset="-122"/>
              </a:rPr>
              <a:t>到 </a:t>
            </a:r>
            <a:r>
              <a:rPr lang="en-US" altLang="zh-CN" sz="2100" dirty="0">
                <a:ea typeface="宋体" panose="02010600030101010101" pitchFamily="2" charset="-122"/>
              </a:rPr>
              <a:t>192.168.255.255</a:t>
            </a:r>
          </a:p>
          <a:p>
            <a:pPr eaLnBrk="1" hangingPunct="1"/>
            <a:r>
              <a:rPr lang="zh-CN" altLang="en-US" sz="2100" dirty="0">
                <a:ea typeface="宋体" panose="02010600030101010101" pitchFamily="2" charset="-122"/>
              </a:rPr>
              <a:t>这些地址只能用于一个机构的内部通信，而不能用于和因特网上的主机通信。</a:t>
            </a:r>
          </a:p>
          <a:p>
            <a:pPr eaLnBrk="1" hangingPunct="1"/>
            <a:r>
              <a:rPr lang="zh-CN" altLang="en-US" sz="2100" dirty="0">
                <a:ea typeface="宋体" panose="02010600030101010101" pitchFamily="2" charset="-122"/>
              </a:rPr>
              <a:t>专用地址只能用作本地地址而不能用作全球地址。在因特网中的所有路由器对目的地址是专用地址的数据报一律不进行转发。 </a:t>
            </a:r>
          </a:p>
        </p:txBody>
      </p:sp>
      <p:sp>
        <p:nvSpPr>
          <p:cNvPr id="454659" name="幻灯片编号占位符 1">
            <a:extLst>
              <a:ext uri="{FF2B5EF4-FFF2-40B4-BE49-F238E27FC236}">
                <a16:creationId xmlns:a16="http://schemas.microsoft.com/office/drawing/2014/main" id="{97ECFEBA-7E29-6F4C-8509-9F96AA5CAB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8D5491A-5573-7D4E-97EC-AAB9A25693B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8894945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5666" name="Group 2">
            <a:extLst>
              <a:ext uri="{FF2B5EF4-FFF2-40B4-BE49-F238E27FC236}">
                <a16:creationId xmlns:a16="http://schemas.microsoft.com/office/drawing/2014/main" id="{6916B20C-32BE-EC49-916B-C52C46502038}"/>
              </a:ext>
            </a:extLst>
          </p:cNvPr>
          <p:cNvGrpSpPr>
            <a:grpSpLocks/>
          </p:cNvGrpSpPr>
          <p:nvPr/>
        </p:nvGrpSpPr>
        <p:grpSpPr bwMode="auto">
          <a:xfrm>
            <a:off x="1327785" y="2510551"/>
            <a:ext cx="1209675" cy="1341835"/>
            <a:chOff x="40" y="1384"/>
            <a:chExt cx="1016" cy="1127"/>
          </a:xfrm>
        </p:grpSpPr>
        <p:sp>
          <p:nvSpPr>
            <p:cNvPr id="456778" name="Line 3">
              <a:extLst>
                <a:ext uri="{FF2B5EF4-FFF2-40B4-BE49-F238E27FC236}">
                  <a16:creationId xmlns:a16="http://schemas.microsoft.com/office/drawing/2014/main" id="{66D77158-A9F5-C941-84CF-D9EBCFC9C38E}"/>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79" name="Line 4">
              <a:extLst>
                <a:ext uri="{FF2B5EF4-FFF2-40B4-BE49-F238E27FC236}">
                  <a16:creationId xmlns:a16="http://schemas.microsoft.com/office/drawing/2014/main" id="{DC98CE7E-67EF-6D4E-89BF-8DE954B36B23}"/>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80" name="Line 5">
              <a:extLst>
                <a:ext uri="{FF2B5EF4-FFF2-40B4-BE49-F238E27FC236}">
                  <a16:creationId xmlns:a16="http://schemas.microsoft.com/office/drawing/2014/main" id="{0E7603BD-7618-9C43-9322-C0779ADD864D}"/>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81" name="Picture 6">
              <a:extLst>
                <a:ext uri="{FF2B5EF4-FFF2-40B4-BE49-F238E27FC236}">
                  <a16:creationId xmlns:a16="http://schemas.microsoft.com/office/drawing/2014/main" id="{13155685-AD6D-8040-89E0-3C6D21FB307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82" name="Text Box 7">
              <a:extLst>
                <a:ext uri="{FF2B5EF4-FFF2-40B4-BE49-F238E27FC236}">
                  <a16:creationId xmlns:a16="http://schemas.microsoft.com/office/drawing/2014/main" id="{77C62A55-A7AB-C842-B2F2-314C00AB2AE3}"/>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6783" name="Text Box 8">
              <a:extLst>
                <a:ext uri="{FF2B5EF4-FFF2-40B4-BE49-F238E27FC236}">
                  <a16:creationId xmlns:a16="http://schemas.microsoft.com/office/drawing/2014/main" id="{BFD35750-291C-E34A-B894-A9A04ACB5E9A}"/>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6784" name="Picture 9">
              <a:extLst>
                <a:ext uri="{FF2B5EF4-FFF2-40B4-BE49-F238E27FC236}">
                  <a16:creationId xmlns:a16="http://schemas.microsoft.com/office/drawing/2014/main" id="{766692D1-85C6-8A4E-86CF-A392C6975BE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85" name="Picture 10">
              <a:extLst>
                <a:ext uri="{FF2B5EF4-FFF2-40B4-BE49-F238E27FC236}">
                  <a16:creationId xmlns:a16="http://schemas.microsoft.com/office/drawing/2014/main" id="{A127DBAC-04D0-CE46-83A3-52CE3DC714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内容占位符 1">
            <a:extLst>
              <a:ext uri="{FF2B5EF4-FFF2-40B4-BE49-F238E27FC236}">
                <a16:creationId xmlns:a16="http://schemas.microsoft.com/office/drawing/2014/main" id="{9E0D9F02-98E4-0A43-A968-570C4B3F9C21}"/>
              </a:ext>
            </a:extLst>
          </p:cNvPr>
          <p:cNvSpPr>
            <a:spLocks noGrp="1"/>
          </p:cNvSpPr>
          <p:nvPr>
            <p:ph idx="1"/>
          </p:nvPr>
        </p:nvSpPr>
        <p:spPr/>
        <p:txBody>
          <a:bodyPr/>
          <a:lstStyle/>
          <a:p>
            <a:endParaRPr kumimoji="1" lang="zh-CN" altLang="en-US"/>
          </a:p>
        </p:txBody>
      </p:sp>
      <p:sp>
        <p:nvSpPr>
          <p:cNvPr id="456731" name="幻灯片编号占位符 1">
            <a:extLst>
              <a:ext uri="{FF2B5EF4-FFF2-40B4-BE49-F238E27FC236}">
                <a16:creationId xmlns:a16="http://schemas.microsoft.com/office/drawing/2014/main" id="{32C7E9A9-46A3-E54B-83FE-46F0023641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8A9EA76-5154-9049-B7E4-FD951BE5A2F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06" name="Rectangle 11">
            <a:extLst>
              <a:ext uri="{FF2B5EF4-FFF2-40B4-BE49-F238E27FC236}">
                <a16:creationId xmlns:a16="http://schemas.microsoft.com/office/drawing/2014/main" id="{7ECF02E7-2E33-FE46-9B79-0A8D57AD81E9}"/>
              </a:ext>
            </a:extLst>
          </p:cNvPr>
          <p:cNvSpPr>
            <a:spLocks noGrp="1" noChangeArrowheads="1"/>
          </p:cNvSpPr>
          <p:nvPr>
            <p:ph type="title"/>
          </p:nvPr>
        </p:nvSpPr>
        <p:spPr/>
        <p:txBody>
          <a:bodyPr/>
          <a:lstStyle/>
          <a:p>
            <a:pPr eaLnBrk="1" hangingPunct="1"/>
            <a:r>
              <a:rPr lang="zh-CN" altLang="en-US" sz="2700" dirty="0">
                <a:latin typeface="Times New Roman" panose="02020603050405020304" pitchFamily="18" charset="0"/>
                <a:ea typeface="宋体" panose="02010600030101010101" pitchFamily="2" charset="-122"/>
              </a:rPr>
              <a:t>用隧道技术实现虚拟专用网 </a:t>
            </a:r>
          </a:p>
        </p:txBody>
      </p:sp>
      <p:grpSp>
        <p:nvGrpSpPr>
          <p:cNvPr id="456707" name="Group 12">
            <a:extLst>
              <a:ext uri="{FF2B5EF4-FFF2-40B4-BE49-F238E27FC236}">
                <a16:creationId xmlns:a16="http://schemas.microsoft.com/office/drawing/2014/main" id="{F3DCA5E4-85FB-F84F-B1CF-F614FF6F232A}"/>
              </a:ext>
            </a:extLst>
          </p:cNvPr>
          <p:cNvGrpSpPr>
            <a:grpSpLocks/>
          </p:cNvGrpSpPr>
          <p:nvPr/>
        </p:nvGrpSpPr>
        <p:grpSpPr bwMode="auto">
          <a:xfrm>
            <a:off x="2010014" y="2651045"/>
            <a:ext cx="1133475" cy="919163"/>
            <a:chOff x="385" y="2795"/>
            <a:chExt cx="1769" cy="816"/>
          </a:xfrm>
        </p:grpSpPr>
        <p:sp>
          <p:nvSpPr>
            <p:cNvPr id="625677" name="Oval 13">
              <a:extLst>
                <a:ext uri="{FF2B5EF4-FFF2-40B4-BE49-F238E27FC236}">
                  <a16:creationId xmlns:a16="http://schemas.microsoft.com/office/drawing/2014/main" id="{E7A65E80-3717-3341-B1CD-517EB0F833BD}"/>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8" name="Oval 14">
              <a:extLst>
                <a:ext uri="{FF2B5EF4-FFF2-40B4-BE49-F238E27FC236}">
                  <a16:creationId xmlns:a16="http://schemas.microsoft.com/office/drawing/2014/main" id="{509BC826-56CA-8444-88E7-7C113463DAB2}"/>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9" name="Oval 15">
              <a:extLst>
                <a:ext uri="{FF2B5EF4-FFF2-40B4-BE49-F238E27FC236}">
                  <a16:creationId xmlns:a16="http://schemas.microsoft.com/office/drawing/2014/main" id="{B09BC6DA-10B8-764E-A768-7FA6A6AEF49F}"/>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0" name="Oval 16">
              <a:extLst>
                <a:ext uri="{FF2B5EF4-FFF2-40B4-BE49-F238E27FC236}">
                  <a16:creationId xmlns:a16="http://schemas.microsoft.com/office/drawing/2014/main" id="{F1558C89-C616-5D42-9FDF-A58728A1970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1" name="Oval 17">
              <a:extLst>
                <a:ext uri="{FF2B5EF4-FFF2-40B4-BE49-F238E27FC236}">
                  <a16:creationId xmlns:a16="http://schemas.microsoft.com/office/drawing/2014/main" id="{29CC32E8-7835-E34D-81AF-C791C4FBD70A}"/>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2" name="Oval 18">
              <a:extLst>
                <a:ext uri="{FF2B5EF4-FFF2-40B4-BE49-F238E27FC236}">
                  <a16:creationId xmlns:a16="http://schemas.microsoft.com/office/drawing/2014/main" id="{5CC8D6CE-78FF-EF43-A25A-1FCF7671D3C6}"/>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3" name="Oval 19">
              <a:extLst>
                <a:ext uri="{FF2B5EF4-FFF2-40B4-BE49-F238E27FC236}">
                  <a16:creationId xmlns:a16="http://schemas.microsoft.com/office/drawing/2014/main" id="{0DE219CA-D436-764F-899B-01430AB01F56}"/>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4" name="Oval 20">
              <a:extLst>
                <a:ext uri="{FF2B5EF4-FFF2-40B4-BE49-F238E27FC236}">
                  <a16:creationId xmlns:a16="http://schemas.microsoft.com/office/drawing/2014/main" id="{44A1942E-D80F-724E-B134-C57DD1960F9E}"/>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5" name="Oval 21">
              <a:extLst>
                <a:ext uri="{FF2B5EF4-FFF2-40B4-BE49-F238E27FC236}">
                  <a16:creationId xmlns:a16="http://schemas.microsoft.com/office/drawing/2014/main" id="{E3979A1A-6FD1-614E-8E4D-FD6DCBBDB873}"/>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6" name="Oval 22">
              <a:extLst>
                <a:ext uri="{FF2B5EF4-FFF2-40B4-BE49-F238E27FC236}">
                  <a16:creationId xmlns:a16="http://schemas.microsoft.com/office/drawing/2014/main" id="{F61E146A-D61A-6846-9ED5-458B0083C6C0}"/>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7" name="Oval 23">
              <a:extLst>
                <a:ext uri="{FF2B5EF4-FFF2-40B4-BE49-F238E27FC236}">
                  <a16:creationId xmlns:a16="http://schemas.microsoft.com/office/drawing/2014/main" id="{B661CF58-1BF6-774A-A1B1-D4DBF046095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8" name="Oval 24">
              <a:extLst>
                <a:ext uri="{FF2B5EF4-FFF2-40B4-BE49-F238E27FC236}">
                  <a16:creationId xmlns:a16="http://schemas.microsoft.com/office/drawing/2014/main" id="{B5A08773-AB1B-5940-8149-863096DDC1CF}"/>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9" name="Oval 25">
              <a:extLst>
                <a:ext uri="{FF2B5EF4-FFF2-40B4-BE49-F238E27FC236}">
                  <a16:creationId xmlns:a16="http://schemas.microsoft.com/office/drawing/2014/main" id="{F1C8B0A7-7343-A049-93FD-4925858616C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0" name="Oval 26">
              <a:extLst>
                <a:ext uri="{FF2B5EF4-FFF2-40B4-BE49-F238E27FC236}">
                  <a16:creationId xmlns:a16="http://schemas.microsoft.com/office/drawing/2014/main" id="{D181D297-A4D4-0B43-AD6D-46B95094F13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1" name="Oval 27">
              <a:extLst>
                <a:ext uri="{FF2B5EF4-FFF2-40B4-BE49-F238E27FC236}">
                  <a16:creationId xmlns:a16="http://schemas.microsoft.com/office/drawing/2014/main" id="{853C6F59-5C05-A948-9FA5-BEF5C621BB8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2" name="Oval 28">
              <a:extLst>
                <a:ext uri="{FF2B5EF4-FFF2-40B4-BE49-F238E27FC236}">
                  <a16:creationId xmlns:a16="http://schemas.microsoft.com/office/drawing/2014/main" id="{AD8356DB-1E73-5144-853B-A72A82490FAC}"/>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77" name="Freeform 29">
              <a:extLst>
                <a:ext uri="{FF2B5EF4-FFF2-40B4-BE49-F238E27FC236}">
                  <a16:creationId xmlns:a16="http://schemas.microsoft.com/office/drawing/2014/main" id="{242F6A4D-BE18-FA4F-B476-DF6F8D9CFFC6}"/>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6708" name="Group 30">
            <a:extLst>
              <a:ext uri="{FF2B5EF4-FFF2-40B4-BE49-F238E27FC236}">
                <a16:creationId xmlns:a16="http://schemas.microsoft.com/office/drawing/2014/main" id="{E02DCF25-890F-5D45-B2CD-ED88516D9ACC}"/>
              </a:ext>
            </a:extLst>
          </p:cNvPr>
          <p:cNvGrpSpPr>
            <a:grpSpLocks/>
          </p:cNvGrpSpPr>
          <p:nvPr/>
        </p:nvGrpSpPr>
        <p:grpSpPr bwMode="auto">
          <a:xfrm>
            <a:off x="5950982" y="2598657"/>
            <a:ext cx="1133475" cy="919163"/>
            <a:chOff x="385" y="2795"/>
            <a:chExt cx="1769" cy="816"/>
          </a:xfrm>
        </p:grpSpPr>
        <p:sp>
          <p:nvSpPr>
            <p:cNvPr id="625695" name="Oval 31">
              <a:extLst>
                <a:ext uri="{FF2B5EF4-FFF2-40B4-BE49-F238E27FC236}">
                  <a16:creationId xmlns:a16="http://schemas.microsoft.com/office/drawing/2014/main" id="{5C173EB8-77F1-2A4B-8D49-A29B236A4E8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6" name="Oval 32">
              <a:extLst>
                <a:ext uri="{FF2B5EF4-FFF2-40B4-BE49-F238E27FC236}">
                  <a16:creationId xmlns:a16="http://schemas.microsoft.com/office/drawing/2014/main" id="{79A00527-91A1-6B41-88C1-58F7A49391CB}"/>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7" name="Oval 33">
              <a:extLst>
                <a:ext uri="{FF2B5EF4-FFF2-40B4-BE49-F238E27FC236}">
                  <a16:creationId xmlns:a16="http://schemas.microsoft.com/office/drawing/2014/main" id="{F1FA62A8-2F62-C145-85D6-276190C77BE6}"/>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8" name="Oval 34">
              <a:extLst>
                <a:ext uri="{FF2B5EF4-FFF2-40B4-BE49-F238E27FC236}">
                  <a16:creationId xmlns:a16="http://schemas.microsoft.com/office/drawing/2014/main" id="{62C87BA9-8DC2-8249-9CD7-D9275ED2482F}"/>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9" name="Oval 35">
              <a:extLst>
                <a:ext uri="{FF2B5EF4-FFF2-40B4-BE49-F238E27FC236}">
                  <a16:creationId xmlns:a16="http://schemas.microsoft.com/office/drawing/2014/main" id="{A3F00CDB-5732-3744-9E1F-8F46F8D4ED17}"/>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0" name="Oval 36">
              <a:extLst>
                <a:ext uri="{FF2B5EF4-FFF2-40B4-BE49-F238E27FC236}">
                  <a16:creationId xmlns:a16="http://schemas.microsoft.com/office/drawing/2014/main" id="{783080E5-0992-C243-B7F3-56BB7D2C50F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1" name="Oval 37">
              <a:extLst>
                <a:ext uri="{FF2B5EF4-FFF2-40B4-BE49-F238E27FC236}">
                  <a16:creationId xmlns:a16="http://schemas.microsoft.com/office/drawing/2014/main" id="{77EA34D0-4619-CC4C-92B5-080E1FAF3182}"/>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2" name="Oval 38">
              <a:extLst>
                <a:ext uri="{FF2B5EF4-FFF2-40B4-BE49-F238E27FC236}">
                  <a16:creationId xmlns:a16="http://schemas.microsoft.com/office/drawing/2014/main" id="{F0BEBF76-929C-CD43-94EA-8B88F254980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3" name="Oval 39">
              <a:extLst>
                <a:ext uri="{FF2B5EF4-FFF2-40B4-BE49-F238E27FC236}">
                  <a16:creationId xmlns:a16="http://schemas.microsoft.com/office/drawing/2014/main" id="{31FEB4E6-55F0-F948-A956-D37E2BB7F6AA}"/>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4" name="Oval 40">
              <a:extLst>
                <a:ext uri="{FF2B5EF4-FFF2-40B4-BE49-F238E27FC236}">
                  <a16:creationId xmlns:a16="http://schemas.microsoft.com/office/drawing/2014/main" id="{6EDF71AB-CB11-2249-A6A5-7F154517366C}"/>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5" name="Oval 41">
              <a:extLst>
                <a:ext uri="{FF2B5EF4-FFF2-40B4-BE49-F238E27FC236}">
                  <a16:creationId xmlns:a16="http://schemas.microsoft.com/office/drawing/2014/main" id="{EDE644FF-6904-EF43-8F75-0D17851070E8}"/>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6" name="Oval 42">
              <a:extLst>
                <a:ext uri="{FF2B5EF4-FFF2-40B4-BE49-F238E27FC236}">
                  <a16:creationId xmlns:a16="http://schemas.microsoft.com/office/drawing/2014/main" id="{39526959-D825-6545-8779-2737E369941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7" name="Oval 43">
              <a:extLst>
                <a:ext uri="{FF2B5EF4-FFF2-40B4-BE49-F238E27FC236}">
                  <a16:creationId xmlns:a16="http://schemas.microsoft.com/office/drawing/2014/main" id="{F4E18BD1-1479-614F-A77F-E5316F24F26E}"/>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8" name="Oval 44">
              <a:extLst>
                <a:ext uri="{FF2B5EF4-FFF2-40B4-BE49-F238E27FC236}">
                  <a16:creationId xmlns:a16="http://schemas.microsoft.com/office/drawing/2014/main" id="{B037C5EC-11D6-DF46-9A7B-9036E8291601}"/>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9" name="Oval 45">
              <a:extLst>
                <a:ext uri="{FF2B5EF4-FFF2-40B4-BE49-F238E27FC236}">
                  <a16:creationId xmlns:a16="http://schemas.microsoft.com/office/drawing/2014/main" id="{13C06CF5-8347-4245-AA39-4473E9C1030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10" name="Oval 46">
              <a:extLst>
                <a:ext uri="{FF2B5EF4-FFF2-40B4-BE49-F238E27FC236}">
                  <a16:creationId xmlns:a16="http://schemas.microsoft.com/office/drawing/2014/main" id="{4678014F-66B8-9844-AF69-6759E51BE3D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60" name="Freeform 47">
              <a:extLst>
                <a:ext uri="{FF2B5EF4-FFF2-40B4-BE49-F238E27FC236}">
                  <a16:creationId xmlns:a16="http://schemas.microsoft.com/office/drawing/2014/main" id="{58096530-10CF-744E-8C7D-A1999F1C145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6709" name="Object 48">
            <a:extLst>
              <a:ext uri="{FF2B5EF4-FFF2-40B4-BE49-F238E27FC236}">
                <a16:creationId xmlns:a16="http://schemas.microsoft.com/office/drawing/2014/main" id="{E8A09339-F798-E54F-AB81-70EE7AED020A}"/>
              </a:ext>
            </a:extLst>
          </p:cNvPr>
          <p:cNvGraphicFramePr>
            <a:graphicFrameLocks noChangeAspect="1"/>
          </p:cNvGraphicFramePr>
          <p:nvPr>
            <p:extLst>
              <p:ext uri="{D42A27DB-BD31-4B8C-83A1-F6EECF244321}">
                <p14:modId xmlns:p14="http://schemas.microsoft.com/office/powerpoint/2010/main" val="2350289241"/>
              </p:ext>
            </p:extLst>
          </p:nvPr>
        </p:nvGraphicFramePr>
        <p:xfrm>
          <a:off x="3623310" y="2529601"/>
          <a:ext cx="2057400" cy="1277541"/>
        </p:xfrm>
        <a:graphic>
          <a:graphicData uri="http://schemas.openxmlformats.org/presentationml/2006/ole">
            <mc:AlternateContent xmlns:mc="http://schemas.openxmlformats.org/markup-compatibility/2006">
              <mc:Choice xmlns:v="urn:schemas-microsoft-com:vml" Requires="v">
                <p:oleObj spid="_x0000_s443407" name="VISIO" r:id="rId5" imgW="3378200" imgH="1930400" progId="Visio.Drawing.6">
                  <p:embed/>
                </p:oleObj>
              </mc:Choice>
              <mc:Fallback>
                <p:oleObj name="VISIO" r:id="rId5" imgW="3378200" imgH="1930400" progId="Visio.Drawing.6">
                  <p:embed/>
                  <p:pic>
                    <p:nvPicPr>
                      <p:cNvPr id="456709" name="Object 48">
                        <a:extLst>
                          <a:ext uri="{FF2B5EF4-FFF2-40B4-BE49-F238E27FC236}">
                            <a16:creationId xmlns:a16="http://schemas.microsoft.com/office/drawing/2014/main" id="{E8A09339-F798-E54F-AB81-70EE7AED020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23310" y="2529601"/>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6710" name="Picture 49">
            <a:extLst>
              <a:ext uri="{FF2B5EF4-FFF2-40B4-BE49-F238E27FC236}">
                <a16:creationId xmlns:a16="http://schemas.microsoft.com/office/drawing/2014/main" id="{E55C5BAF-236A-D143-99A6-A51608713D6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42623" y="2930842"/>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11" name="Picture 50">
            <a:extLst>
              <a:ext uri="{FF2B5EF4-FFF2-40B4-BE49-F238E27FC236}">
                <a16:creationId xmlns:a16="http://schemas.microsoft.com/office/drawing/2014/main" id="{0AEB3FC1-D41E-4244-98BF-8EE0D0158BD4}"/>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29189" y="2932033"/>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12" name="Text Box 51">
            <a:extLst>
              <a:ext uri="{FF2B5EF4-FFF2-40B4-BE49-F238E27FC236}">
                <a16:creationId xmlns:a16="http://schemas.microsoft.com/office/drawing/2014/main" id="{5C015D15-57D7-EF44-9DE2-247DBDE6644D}"/>
              </a:ext>
            </a:extLst>
          </p:cNvPr>
          <p:cNvSpPr txBox="1">
            <a:spLocks noChangeArrowheads="1"/>
          </p:cNvSpPr>
          <p:nvPr/>
        </p:nvSpPr>
        <p:spPr bwMode="auto">
          <a:xfrm>
            <a:off x="2170748" y="2986801"/>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6713" name="AutoShape 52">
            <a:extLst>
              <a:ext uri="{FF2B5EF4-FFF2-40B4-BE49-F238E27FC236}">
                <a16:creationId xmlns:a16="http://schemas.microsoft.com/office/drawing/2014/main" id="{B9A59035-2157-D14F-B5D6-78F36D32B1E0}"/>
              </a:ext>
            </a:extLst>
          </p:cNvPr>
          <p:cNvSpPr>
            <a:spLocks noChangeArrowheads="1"/>
          </p:cNvSpPr>
          <p:nvPr/>
        </p:nvSpPr>
        <p:spPr bwMode="auto">
          <a:xfrm rot="16200000">
            <a:off x="4416862" y="2086094"/>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14" name="Text Box 53">
            <a:extLst>
              <a:ext uri="{FF2B5EF4-FFF2-40B4-BE49-F238E27FC236}">
                <a16:creationId xmlns:a16="http://schemas.microsoft.com/office/drawing/2014/main" id="{0D444016-BED4-F642-89FD-7C7BB321F185}"/>
              </a:ext>
            </a:extLst>
          </p:cNvPr>
          <p:cNvSpPr txBox="1">
            <a:spLocks noChangeArrowheads="1"/>
          </p:cNvSpPr>
          <p:nvPr/>
        </p:nvSpPr>
        <p:spPr bwMode="auto">
          <a:xfrm>
            <a:off x="4351973" y="3271361"/>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6715" name="Text Box 54">
            <a:extLst>
              <a:ext uri="{FF2B5EF4-FFF2-40B4-BE49-F238E27FC236}">
                <a16:creationId xmlns:a16="http://schemas.microsoft.com/office/drawing/2014/main" id="{E78A1D1C-F6C2-1040-8783-89ABFAFD9F92}"/>
              </a:ext>
            </a:extLst>
          </p:cNvPr>
          <p:cNvSpPr txBox="1">
            <a:spLocks noChangeArrowheads="1"/>
          </p:cNvSpPr>
          <p:nvPr/>
        </p:nvSpPr>
        <p:spPr bwMode="auto">
          <a:xfrm>
            <a:off x="6112907" y="2872501"/>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6716" name="Text Box 55">
            <a:extLst>
              <a:ext uri="{FF2B5EF4-FFF2-40B4-BE49-F238E27FC236}">
                <a16:creationId xmlns:a16="http://schemas.microsoft.com/office/drawing/2014/main" id="{45749335-2649-5F4E-AC73-49550B5DBAD0}"/>
              </a:ext>
            </a:extLst>
          </p:cNvPr>
          <p:cNvSpPr txBox="1">
            <a:spLocks noChangeArrowheads="1"/>
          </p:cNvSpPr>
          <p:nvPr/>
        </p:nvSpPr>
        <p:spPr bwMode="auto">
          <a:xfrm>
            <a:off x="3097368" y="3159442"/>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7" name="Text Box 56">
            <a:extLst>
              <a:ext uri="{FF2B5EF4-FFF2-40B4-BE49-F238E27FC236}">
                <a16:creationId xmlns:a16="http://schemas.microsoft.com/office/drawing/2014/main" id="{12429533-2767-9B46-8CE4-542680FC7C52}"/>
              </a:ext>
            </a:extLst>
          </p:cNvPr>
          <p:cNvSpPr txBox="1">
            <a:spLocks noChangeArrowheads="1"/>
          </p:cNvSpPr>
          <p:nvPr/>
        </p:nvSpPr>
        <p:spPr bwMode="auto">
          <a:xfrm>
            <a:off x="5710790" y="3105863"/>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8" name="Text Box 57">
            <a:extLst>
              <a:ext uri="{FF2B5EF4-FFF2-40B4-BE49-F238E27FC236}">
                <a16:creationId xmlns:a16="http://schemas.microsoft.com/office/drawing/2014/main" id="{9C16C328-3E3C-F34C-9BAA-7F0704E10DCA}"/>
              </a:ext>
            </a:extLst>
          </p:cNvPr>
          <p:cNvSpPr txBox="1">
            <a:spLocks noChangeArrowheads="1"/>
          </p:cNvSpPr>
          <p:nvPr/>
        </p:nvSpPr>
        <p:spPr bwMode="auto">
          <a:xfrm>
            <a:off x="4409123" y="257008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6719" name="Line 58">
            <a:extLst>
              <a:ext uri="{FF2B5EF4-FFF2-40B4-BE49-F238E27FC236}">
                <a16:creationId xmlns:a16="http://schemas.microsoft.com/office/drawing/2014/main" id="{720A6BE9-FA1E-8E42-9B8B-4FC8701E3498}"/>
              </a:ext>
            </a:extLst>
          </p:cNvPr>
          <p:cNvSpPr>
            <a:spLocks noChangeShapeType="1"/>
          </p:cNvSpPr>
          <p:nvPr/>
        </p:nvSpPr>
        <p:spPr bwMode="auto">
          <a:xfrm>
            <a:off x="338042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20" name="Line 59">
            <a:extLst>
              <a:ext uri="{FF2B5EF4-FFF2-40B4-BE49-F238E27FC236}">
                <a16:creationId xmlns:a16="http://schemas.microsoft.com/office/drawing/2014/main" id="{858653CC-09A1-C147-B63D-D6769E6459CA}"/>
              </a:ext>
            </a:extLst>
          </p:cNvPr>
          <p:cNvSpPr>
            <a:spLocks noChangeShapeType="1"/>
          </p:cNvSpPr>
          <p:nvPr/>
        </p:nvSpPr>
        <p:spPr bwMode="auto">
          <a:xfrm>
            <a:off x="549497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5724" name="Group 60">
            <a:extLst>
              <a:ext uri="{FF2B5EF4-FFF2-40B4-BE49-F238E27FC236}">
                <a16:creationId xmlns:a16="http://schemas.microsoft.com/office/drawing/2014/main" id="{D26F1E20-2DC0-5346-83BF-3A0C6CEF75D2}"/>
              </a:ext>
            </a:extLst>
          </p:cNvPr>
          <p:cNvGrpSpPr>
            <a:grpSpLocks/>
          </p:cNvGrpSpPr>
          <p:nvPr/>
        </p:nvGrpSpPr>
        <p:grpSpPr bwMode="auto">
          <a:xfrm>
            <a:off x="2898220" y="2542699"/>
            <a:ext cx="3298031" cy="482203"/>
            <a:chOff x="1359" y="1411"/>
            <a:chExt cx="2770" cy="405"/>
          </a:xfrm>
        </p:grpSpPr>
        <p:sp>
          <p:nvSpPr>
            <p:cNvPr id="456740" name="Text Box 61">
              <a:extLst>
                <a:ext uri="{FF2B5EF4-FFF2-40B4-BE49-F238E27FC236}">
                  <a16:creationId xmlns:a16="http://schemas.microsoft.com/office/drawing/2014/main" id="{8A0CF9F7-B545-FD40-B25D-56EC2A3A8E68}"/>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6741" name="Line 62">
              <a:extLst>
                <a:ext uri="{FF2B5EF4-FFF2-40B4-BE49-F238E27FC236}">
                  <a16:creationId xmlns:a16="http://schemas.microsoft.com/office/drawing/2014/main" id="{99B47385-19BE-A541-AAE5-C10D792AF28B}"/>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6742" name="Text Box 63">
              <a:extLst>
                <a:ext uri="{FF2B5EF4-FFF2-40B4-BE49-F238E27FC236}">
                  <a16:creationId xmlns:a16="http://schemas.microsoft.com/office/drawing/2014/main" id="{B22F0989-7698-404F-8C63-50A269753647}"/>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6743" name="Line 64">
              <a:extLst>
                <a:ext uri="{FF2B5EF4-FFF2-40B4-BE49-F238E27FC236}">
                  <a16:creationId xmlns:a16="http://schemas.microsoft.com/office/drawing/2014/main" id="{07A157CD-8D55-E84A-A741-3C3966C573E5}"/>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5729" name="Group 65">
            <a:extLst>
              <a:ext uri="{FF2B5EF4-FFF2-40B4-BE49-F238E27FC236}">
                <a16:creationId xmlns:a16="http://schemas.microsoft.com/office/drawing/2014/main" id="{0551818D-F5A7-684B-8B01-57EF0C7A75B0}"/>
              </a:ext>
            </a:extLst>
          </p:cNvPr>
          <p:cNvGrpSpPr>
            <a:grpSpLocks/>
          </p:cNvGrpSpPr>
          <p:nvPr/>
        </p:nvGrpSpPr>
        <p:grpSpPr bwMode="auto">
          <a:xfrm>
            <a:off x="6823715" y="2453401"/>
            <a:ext cx="1098948" cy="1284685"/>
            <a:chOff x="4656" y="1336"/>
            <a:chExt cx="923" cy="1079"/>
          </a:xfrm>
        </p:grpSpPr>
        <p:sp>
          <p:nvSpPr>
            <p:cNvPr id="456732" name="Line 66">
              <a:extLst>
                <a:ext uri="{FF2B5EF4-FFF2-40B4-BE49-F238E27FC236}">
                  <a16:creationId xmlns:a16="http://schemas.microsoft.com/office/drawing/2014/main" id="{3AD0CA8D-219E-ED40-852D-AF1E1149A08C}"/>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3" name="Line 67">
              <a:extLst>
                <a:ext uri="{FF2B5EF4-FFF2-40B4-BE49-F238E27FC236}">
                  <a16:creationId xmlns:a16="http://schemas.microsoft.com/office/drawing/2014/main" id="{BE232CC1-41B9-2C41-88FE-D7CB356467C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4" name="Line 68">
              <a:extLst>
                <a:ext uri="{FF2B5EF4-FFF2-40B4-BE49-F238E27FC236}">
                  <a16:creationId xmlns:a16="http://schemas.microsoft.com/office/drawing/2014/main" id="{D57B76DE-9163-B54E-8BB7-1183B81DEFEF}"/>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35" name="Picture 69">
              <a:extLst>
                <a:ext uri="{FF2B5EF4-FFF2-40B4-BE49-F238E27FC236}">
                  <a16:creationId xmlns:a16="http://schemas.microsoft.com/office/drawing/2014/main" id="{510B1F9D-EB91-024D-9404-D35C3AD26E7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36" name="Text Box 70">
              <a:extLst>
                <a:ext uri="{FF2B5EF4-FFF2-40B4-BE49-F238E27FC236}">
                  <a16:creationId xmlns:a16="http://schemas.microsoft.com/office/drawing/2014/main" id="{A69D339F-30B0-804A-8775-471CA266C5F6}"/>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6737" name="Text Box 71">
              <a:extLst>
                <a:ext uri="{FF2B5EF4-FFF2-40B4-BE49-F238E27FC236}">
                  <a16:creationId xmlns:a16="http://schemas.microsoft.com/office/drawing/2014/main" id="{1DE3B2BD-6AB7-0442-8188-F5FE02D016E9}"/>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6738" name="Picture 72">
              <a:extLst>
                <a:ext uri="{FF2B5EF4-FFF2-40B4-BE49-F238E27FC236}">
                  <a16:creationId xmlns:a16="http://schemas.microsoft.com/office/drawing/2014/main" id="{27720120-8AE9-C045-B7DF-3274ACE51C6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39" name="Picture 73">
              <a:extLst>
                <a:ext uri="{FF2B5EF4-FFF2-40B4-BE49-F238E27FC236}">
                  <a16:creationId xmlns:a16="http://schemas.microsoft.com/office/drawing/2014/main" id="{3C7040A1-086F-5B44-A220-567DA3F6757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723" name="Text Box 74">
            <a:extLst>
              <a:ext uri="{FF2B5EF4-FFF2-40B4-BE49-F238E27FC236}">
                <a16:creationId xmlns:a16="http://schemas.microsoft.com/office/drawing/2014/main" id="{C4FEF153-3399-3948-953F-770F3144EDD4}"/>
              </a:ext>
            </a:extLst>
          </p:cNvPr>
          <p:cNvSpPr txBox="1">
            <a:spLocks noChangeArrowheads="1"/>
          </p:cNvSpPr>
          <p:nvPr/>
        </p:nvSpPr>
        <p:spPr bwMode="auto">
          <a:xfrm>
            <a:off x="4046889" y="3747611"/>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625739" name="Text Box 75">
            <a:extLst>
              <a:ext uri="{FF2B5EF4-FFF2-40B4-BE49-F238E27FC236}">
                <a16:creationId xmlns:a16="http://schemas.microsoft.com/office/drawing/2014/main" id="{DCCF31B9-6CEE-E746-85E4-1C6007F8525B}"/>
              </a:ext>
            </a:extLst>
          </p:cNvPr>
          <p:cNvSpPr txBox="1">
            <a:spLocks noChangeArrowheads="1"/>
          </p:cNvSpPr>
          <p:nvPr/>
        </p:nvSpPr>
        <p:spPr bwMode="auto">
          <a:xfrm>
            <a:off x="2059663" y="1580673"/>
            <a:ext cx="1107996" cy="369332"/>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本地地址</a:t>
            </a:r>
          </a:p>
        </p:txBody>
      </p:sp>
      <p:sp>
        <p:nvSpPr>
          <p:cNvPr id="625740" name="Text Box 76">
            <a:extLst>
              <a:ext uri="{FF2B5EF4-FFF2-40B4-BE49-F238E27FC236}">
                <a16:creationId xmlns:a16="http://schemas.microsoft.com/office/drawing/2014/main" id="{8A9BEA0B-A0E7-6D47-87FA-FEDAFBB92217}"/>
              </a:ext>
            </a:extLst>
          </p:cNvPr>
          <p:cNvSpPr txBox="1">
            <a:spLocks noChangeArrowheads="1"/>
          </p:cNvSpPr>
          <p:nvPr/>
        </p:nvSpPr>
        <p:spPr bwMode="auto">
          <a:xfrm>
            <a:off x="6155413" y="1572339"/>
            <a:ext cx="1107996" cy="369332"/>
          </a:xfrm>
          <a:prstGeom prst="rect">
            <a:avLst/>
          </a:prstGeom>
          <a:solidFill>
            <a:srgbClr val="CC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rPr>
              <a:t>本地地址</a:t>
            </a:r>
          </a:p>
        </p:txBody>
      </p:sp>
      <p:sp>
        <p:nvSpPr>
          <p:cNvPr id="625741" name="Text Box 77">
            <a:extLst>
              <a:ext uri="{FF2B5EF4-FFF2-40B4-BE49-F238E27FC236}">
                <a16:creationId xmlns:a16="http://schemas.microsoft.com/office/drawing/2014/main" id="{D63EFAFC-286E-914C-8965-161FD94E96CC}"/>
              </a:ext>
            </a:extLst>
          </p:cNvPr>
          <p:cNvSpPr txBox="1">
            <a:spLocks noChangeArrowheads="1"/>
          </p:cNvSpPr>
          <p:nvPr/>
        </p:nvSpPr>
        <p:spPr bwMode="auto">
          <a:xfrm>
            <a:off x="4088488" y="1585436"/>
            <a:ext cx="1107996" cy="369332"/>
          </a:xfrm>
          <a:prstGeom prst="rect">
            <a:avLst/>
          </a:prstGeom>
          <a:solidFill>
            <a:srgbClr val="FFC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全球地址</a:t>
            </a:r>
          </a:p>
        </p:txBody>
      </p:sp>
      <p:sp>
        <p:nvSpPr>
          <p:cNvPr id="456727" name="AutoShape 78">
            <a:extLst>
              <a:ext uri="{FF2B5EF4-FFF2-40B4-BE49-F238E27FC236}">
                <a16:creationId xmlns:a16="http://schemas.microsoft.com/office/drawing/2014/main" id="{063966A8-B0FA-BF43-87B7-F09C23E3E84F}"/>
              </a:ext>
            </a:extLst>
          </p:cNvPr>
          <p:cNvSpPr>
            <a:spLocks noChangeArrowheads="1"/>
          </p:cNvSpPr>
          <p:nvPr/>
        </p:nvSpPr>
        <p:spPr bwMode="auto">
          <a:xfrm>
            <a:off x="1955245" y="4298870"/>
            <a:ext cx="2645569" cy="756047"/>
          </a:xfrm>
          <a:prstGeom prst="wedgeRoundRectCallout">
            <a:avLst>
              <a:gd name="adj1" fmla="val -24394"/>
              <a:gd name="adj2" fmla="val -166065"/>
              <a:gd name="adj3" fmla="val 16667"/>
            </a:avLst>
          </a:prstGeom>
          <a:solidFill>
            <a:srgbClr val="FF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28" name="Text Box 81">
            <a:extLst>
              <a:ext uri="{FF2B5EF4-FFF2-40B4-BE49-F238E27FC236}">
                <a16:creationId xmlns:a16="http://schemas.microsoft.com/office/drawing/2014/main" id="{D6AFF525-FCDF-5C4A-96CB-1E7C07169D33}"/>
              </a:ext>
            </a:extLst>
          </p:cNvPr>
          <p:cNvSpPr txBox="1">
            <a:spLocks noChangeArrowheads="1"/>
          </p:cNvSpPr>
          <p:nvPr/>
        </p:nvSpPr>
        <p:spPr bwMode="auto">
          <a:xfrm>
            <a:off x="2000345" y="4317920"/>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10.1.0.0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
        <p:nvSpPr>
          <p:cNvPr id="456729" name="AutoShape 83">
            <a:extLst>
              <a:ext uri="{FF2B5EF4-FFF2-40B4-BE49-F238E27FC236}">
                <a16:creationId xmlns:a16="http://schemas.microsoft.com/office/drawing/2014/main" id="{797257D6-C6ED-7B4C-8903-3A131E51E379}"/>
              </a:ext>
            </a:extLst>
          </p:cNvPr>
          <p:cNvSpPr>
            <a:spLocks noChangeArrowheads="1"/>
          </p:cNvSpPr>
          <p:nvPr/>
        </p:nvSpPr>
        <p:spPr bwMode="auto">
          <a:xfrm>
            <a:off x="5141358" y="4298870"/>
            <a:ext cx="2645569" cy="756047"/>
          </a:xfrm>
          <a:prstGeom prst="wedgeRoundRectCallout">
            <a:avLst>
              <a:gd name="adj1" fmla="val -2116"/>
              <a:gd name="adj2" fmla="val -191574"/>
              <a:gd name="adj3" fmla="val 16667"/>
            </a:avLst>
          </a:prstGeom>
          <a:solidFill>
            <a:srgbClr val="CC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30" name="Text Box 82">
            <a:extLst>
              <a:ext uri="{FF2B5EF4-FFF2-40B4-BE49-F238E27FC236}">
                <a16:creationId xmlns:a16="http://schemas.microsoft.com/office/drawing/2014/main" id="{85EA7B12-B305-F542-B943-58DE57B479D1}"/>
              </a:ext>
            </a:extLst>
          </p:cNvPr>
          <p:cNvSpPr txBox="1">
            <a:spLocks noChangeArrowheads="1"/>
          </p:cNvSpPr>
          <p:nvPr/>
        </p:nvSpPr>
        <p:spPr bwMode="auto">
          <a:xfrm>
            <a:off x="5186458" y="4314348"/>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10.2.0.0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Tree>
    <p:extLst>
      <p:ext uri="{BB962C8B-B14F-4D97-AF65-F5344CB8AC3E}">
        <p14:creationId xmlns:p14="http://schemas.microsoft.com/office/powerpoint/2010/main" val="40904761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57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2566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500"/>
                                  </p:stCondLst>
                                  <p:childTnLst>
                                    <p:set>
                                      <p:cBhvr>
                                        <p:cTn id="12" dur="1" fill="hold">
                                          <p:stCondLst>
                                            <p:cond delay="0"/>
                                          </p:stCondLst>
                                        </p:cTn>
                                        <p:tgtEl>
                                          <p:spTgt spid="625740"/>
                                        </p:tgtEl>
                                        <p:attrNameLst>
                                          <p:attrName>style.visibility</p:attrName>
                                        </p:attrNameLst>
                                      </p:cBhvr>
                                      <p:to>
                                        <p:strVal val="visible"/>
                                      </p:to>
                                    </p:set>
                                  </p:childTnLst>
                                </p:cTn>
                              </p:par>
                            </p:childTnLst>
                          </p:cTn>
                        </p:par>
                        <p:par>
                          <p:cTn id="13" fill="hold" nodeType="afterGroup">
                            <p:stCondLst>
                              <p:cond delay="4000"/>
                            </p:stCondLst>
                            <p:childTnLst>
                              <p:par>
                                <p:cTn id="14" presetID="35" presetClass="emph" presetSubtype="0" repeatCount="3000" fill="hold" nodeType="afterEffect">
                                  <p:stCondLst>
                                    <p:cond delay="500"/>
                                  </p:stCondLst>
                                  <p:childTnLst>
                                    <p:anim calcmode="discrete" valueType="str">
                                      <p:cBhvr>
                                        <p:cTn id="15" dur="1000" fill="hold"/>
                                        <p:tgtEl>
                                          <p:spTgt spid="625729"/>
                                        </p:tgtEl>
                                        <p:attrNameLst>
                                          <p:attrName>style.visibility</p:attrName>
                                        </p:attrNameLst>
                                      </p:cBhvr>
                                      <p:tavLst>
                                        <p:tav tm="0">
                                          <p:val>
                                            <p:strVal val="hidden"/>
                                          </p:val>
                                        </p:tav>
                                        <p:tav tm="50000">
                                          <p:val>
                                            <p:strVal val="visible"/>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5741"/>
                                        </p:tgtEl>
                                        <p:attrNameLst>
                                          <p:attrName>style.visibility</p:attrName>
                                        </p:attrNameLst>
                                      </p:cBhvr>
                                      <p:to>
                                        <p:strVal val="visible"/>
                                      </p:to>
                                    </p:set>
                                  </p:childTnLst>
                                </p:cTn>
                              </p:par>
                            </p:childTnLst>
                          </p:cTn>
                        </p:par>
                        <p:par>
                          <p:cTn id="20" fill="hold" nodeType="afterGroup">
                            <p:stCondLst>
                              <p:cond delay="0"/>
                            </p:stCondLst>
                            <p:childTnLst>
                              <p:par>
                                <p:cTn id="21" presetID="35" presetClass="emph" presetSubtype="0" repeatCount="3000" fill="hold" nodeType="afterEffect">
                                  <p:stCondLst>
                                    <p:cond delay="500"/>
                                  </p:stCondLst>
                                  <p:childTnLst>
                                    <p:anim calcmode="discrete" valueType="str">
                                      <p:cBhvr>
                                        <p:cTn id="22" dur="1000" fill="hold"/>
                                        <p:tgtEl>
                                          <p:spTgt spid="6257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739" grpId="0" animBg="1"/>
      <p:bldP spid="625740" grpId="0" animBg="1"/>
      <p:bldP spid="625741"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6690" name="Group 2">
            <a:extLst>
              <a:ext uri="{FF2B5EF4-FFF2-40B4-BE49-F238E27FC236}">
                <a16:creationId xmlns:a16="http://schemas.microsoft.com/office/drawing/2014/main" id="{54B898F7-F0E4-1A44-BC1C-22294FC02919}"/>
              </a:ext>
            </a:extLst>
          </p:cNvPr>
          <p:cNvGrpSpPr>
            <a:grpSpLocks/>
          </p:cNvGrpSpPr>
          <p:nvPr/>
        </p:nvGrpSpPr>
        <p:grpSpPr bwMode="auto">
          <a:xfrm>
            <a:off x="1173000" y="1889205"/>
            <a:ext cx="1209675" cy="1341835"/>
            <a:chOff x="40" y="1384"/>
            <a:chExt cx="1016" cy="1127"/>
          </a:xfrm>
        </p:grpSpPr>
        <p:sp>
          <p:nvSpPr>
            <p:cNvPr id="458894" name="Line 3">
              <a:extLst>
                <a:ext uri="{FF2B5EF4-FFF2-40B4-BE49-F238E27FC236}">
                  <a16:creationId xmlns:a16="http://schemas.microsoft.com/office/drawing/2014/main" id="{360E3C83-9E39-4A45-86E5-CA6224057A4C}"/>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5" name="Line 4">
              <a:extLst>
                <a:ext uri="{FF2B5EF4-FFF2-40B4-BE49-F238E27FC236}">
                  <a16:creationId xmlns:a16="http://schemas.microsoft.com/office/drawing/2014/main" id="{14FAA73C-C2D2-2547-9D3C-17C7451771CB}"/>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6" name="Line 5">
              <a:extLst>
                <a:ext uri="{FF2B5EF4-FFF2-40B4-BE49-F238E27FC236}">
                  <a16:creationId xmlns:a16="http://schemas.microsoft.com/office/drawing/2014/main" id="{95C75E7D-5D8B-614B-9FAD-2BFE885E7366}"/>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97" name="Picture 6">
              <a:extLst>
                <a:ext uri="{FF2B5EF4-FFF2-40B4-BE49-F238E27FC236}">
                  <a16:creationId xmlns:a16="http://schemas.microsoft.com/office/drawing/2014/main" id="{3F38070A-54C9-0F47-A55A-022493D618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98" name="Text Box 7">
              <a:extLst>
                <a:ext uri="{FF2B5EF4-FFF2-40B4-BE49-F238E27FC236}">
                  <a16:creationId xmlns:a16="http://schemas.microsoft.com/office/drawing/2014/main" id="{A2E9BA1D-E56D-C842-969C-4C2E4BE7DEEB}"/>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99" name="Text Box 8">
              <a:extLst>
                <a:ext uri="{FF2B5EF4-FFF2-40B4-BE49-F238E27FC236}">
                  <a16:creationId xmlns:a16="http://schemas.microsoft.com/office/drawing/2014/main" id="{29BDE414-39B5-DC4D-A76B-4E5B5CD3AE0E}"/>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8900" name="Picture 9">
              <a:extLst>
                <a:ext uri="{FF2B5EF4-FFF2-40B4-BE49-F238E27FC236}">
                  <a16:creationId xmlns:a16="http://schemas.microsoft.com/office/drawing/2014/main" id="{83F04041-3F23-B240-8777-7BBCA52851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901" name="Picture 10">
              <a:extLst>
                <a:ext uri="{FF2B5EF4-FFF2-40B4-BE49-F238E27FC236}">
                  <a16:creationId xmlns:a16="http://schemas.microsoft.com/office/drawing/2014/main" id="{0BF2F4F6-931D-1B42-95F9-F46DCE641DF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82" name="幻灯片编号占位符 1">
            <a:extLst>
              <a:ext uri="{FF2B5EF4-FFF2-40B4-BE49-F238E27FC236}">
                <a16:creationId xmlns:a16="http://schemas.microsoft.com/office/drawing/2014/main" id="{C508145A-3674-BB49-A1E8-170717E9BD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75A5452-A51E-8E44-A247-121616A0412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190</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54" name="Rectangle 11">
            <a:extLst>
              <a:ext uri="{FF2B5EF4-FFF2-40B4-BE49-F238E27FC236}">
                <a16:creationId xmlns:a16="http://schemas.microsoft.com/office/drawing/2014/main" id="{E5C6A73F-C1EE-1C43-937A-25D36B92A08C}"/>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用隧道技术实现虚拟专用网 </a:t>
            </a:r>
          </a:p>
        </p:txBody>
      </p:sp>
      <p:grpSp>
        <p:nvGrpSpPr>
          <p:cNvPr id="458755" name="Group 12">
            <a:extLst>
              <a:ext uri="{FF2B5EF4-FFF2-40B4-BE49-F238E27FC236}">
                <a16:creationId xmlns:a16="http://schemas.microsoft.com/office/drawing/2014/main" id="{436EFF43-390A-5F4A-A4B9-D48CD6D159DE}"/>
              </a:ext>
            </a:extLst>
          </p:cNvPr>
          <p:cNvGrpSpPr>
            <a:grpSpLocks/>
          </p:cNvGrpSpPr>
          <p:nvPr/>
        </p:nvGrpSpPr>
        <p:grpSpPr bwMode="auto">
          <a:xfrm>
            <a:off x="1855229" y="2029699"/>
            <a:ext cx="1133475" cy="919163"/>
            <a:chOff x="385" y="2795"/>
            <a:chExt cx="1769" cy="816"/>
          </a:xfrm>
        </p:grpSpPr>
        <p:sp>
          <p:nvSpPr>
            <p:cNvPr id="626701" name="Oval 13">
              <a:extLst>
                <a:ext uri="{FF2B5EF4-FFF2-40B4-BE49-F238E27FC236}">
                  <a16:creationId xmlns:a16="http://schemas.microsoft.com/office/drawing/2014/main" id="{BDA327F5-5DE2-1344-A4A7-235E39EFB8E3}"/>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2" name="Oval 14">
              <a:extLst>
                <a:ext uri="{FF2B5EF4-FFF2-40B4-BE49-F238E27FC236}">
                  <a16:creationId xmlns:a16="http://schemas.microsoft.com/office/drawing/2014/main" id="{FEEF856F-AB3F-D04C-BABC-8DF9EE2786B1}"/>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3" name="Oval 15">
              <a:extLst>
                <a:ext uri="{FF2B5EF4-FFF2-40B4-BE49-F238E27FC236}">
                  <a16:creationId xmlns:a16="http://schemas.microsoft.com/office/drawing/2014/main" id="{30A3754D-16AD-5440-9A25-50A48857A8A3}"/>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4" name="Oval 16">
              <a:extLst>
                <a:ext uri="{FF2B5EF4-FFF2-40B4-BE49-F238E27FC236}">
                  <a16:creationId xmlns:a16="http://schemas.microsoft.com/office/drawing/2014/main" id="{D1B54493-F328-3044-B185-AAFB79D5796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5" name="Oval 17">
              <a:extLst>
                <a:ext uri="{FF2B5EF4-FFF2-40B4-BE49-F238E27FC236}">
                  <a16:creationId xmlns:a16="http://schemas.microsoft.com/office/drawing/2014/main" id="{31DCE71C-DF89-9D43-B010-C27178284566}"/>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6" name="Oval 18">
              <a:extLst>
                <a:ext uri="{FF2B5EF4-FFF2-40B4-BE49-F238E27FC236}">
                  <a16:creationId xmlns:a16="http://schemas.microsoft.com/office/drawing/2014/main" id="{F56D4D20-46A5-624D-A8B0-EC7DE56AEDA0}"/>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7" name="Oval 19">
              <a:extLst>
                <a:ext uri="{FF2B5EF4-FFF2-40B4-BE49-F238E27FC236}">
                  <a16:creationId xmlns:a16="http://schemas.microsoft.com/office/drawing/2014/main" id="{F1DDF134-5EA7-F04D-8C37-D7385AF5BFF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8" name="Oval 20">
              <a:extLst>
                <a:ext uri="{FF2B5EF4-FFF2-40B4-BE49-F238E27FC236}">
                  <a16:creationId xmlns:a16="http://schemas.microsoft.com/office/drawing/2014/main" id="{799624EC-F820-744C-98B0-6F459C0F136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9" name="Oval 21">
              <a:extLst>
                <a:ext uri="{FF2B5EF4-FFF2-40B4-BE49-F238E27FC236}">
                  <a16:creationId xmlns:a16="http://schemas.microsoft.com/office/drawing/2014/main" id="{3B594F6C-A2A4-4148-BC8F-E4341A53566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0" name="Oval 22">
              <a:extLst>
                <a:ext uri="{FF2B5EF4-FFF2-40B4-BE49-F238E27FC236}">
                  <a16:creationId xmlns:a16="http://schemas.microsoft.com/office/drawing/2014/main" id="{8755A164-00BE-0E41-A26D-531A35A078B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1" name="Oval 23">
              <a:extLst>
                <a:ext uri="{FF2B5EF4-FFF2-40B4-BE49-F238E27FC236}">
                  <a16:creationId xmlns:a16="http://schemas.microsoft.com/office/drawing/2014/main" id="{08AB4D67-E605-6648-B708-F161E4B3A50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2" name="Oval 24">
              <a:extLst>
                <a:ext uri="{FF2B5EF4-FFF2-40B4-BE49-F238E27FC236}">
                  <a16:creationId xmlns:a16="http://schemas.microsoft.com/office/drawing/2014/main" id="{95592626-01D7-A24F-8FFB-53AF5FD2B4E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3" name="Oval 25">
              <a:extLst>
                <a:ext uri="{FF2B5EF4-FFF2-40B4-BE49-F238E27FC236}">
                  <a16:creationId xmlns:a16="http://schemas.microsoft.com/office/drawing/2014/main" id="{79E994D3-270C-3C40-A1F0-84C5DB61617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4" name="Oval 26">
              <a:extLst>
                <a:ext uri="{FF2B5EF4-FFF2-40B4-BE49-F238E27FC236}">
                  <a16:creationId xmlns:a16="http://schemas.microsoft.com/office/drawing/2014/main" id="{ED3DF250-68EF-1144-B2D7-1BC325FDA1E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5" name="Oval 27">
              <a:extLst>
                <a:ext uri="{FF2B5EF4-FFF2-40B4-BE49-F238E27FC236}">
                  <a16:creationId xmlns:a16="http://schemas.microsoft.com/office/drawing/2014/main" id="{7F567B03-02DE-E747-9501-7A27F6EB6D7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6" name="Oval 28">
              <a:extLst>
                <a:ext uri="{FF2B5EF4-FFF2-40B4-BE49-F238E27FC236}">
                  <a16:creationId xmlns:a16="http://schemas.microsoft.com/office/drawing/2014/main" id="{DF20718E-55FC-834D-9A6F-2086CDC984D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93" name="Freeform 29">
              <a:extLst>
                <a:ext uri="{FF2B5EF4-FFF2-40B4-BE49-F238E27FC236}">
                  <a16:creationId xmlns:a16="http://schemas.microsoft.com/office/drawing/2014/main" id="{774CD59B-2154-A84A-8AB6-F1BDEFC278B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8756" name="Group 30">
            <a:extLst>
              <a:ext uri="{FF2B5EF4-FFF2-40B4-BE49-F238E27FC236}">
                <a16:creationId xmlns:a16="http://schemas.microsoft.com/office/drawing/2014/main" id="{BDC07B56-D507-EE47-AF34-BBA8561EC4FC}"/>
              </a:ext>
            </a:extLst>
          </p:cNvPr>
          <p:cNvGrpSpPr>
            <a:grpSpLocks/>
          </p:cNvGrpSpPr>
          <p:nvPr/>
        </p:nvGrpSpPr>
        <p:grpSpPr bwMode="auto">
          <a:xfrm>
            <a:off x="5796197" y="1977311"/>
            <a:ext cx="1133475" cy="919163"/>
            <a:chOff x="385" y="2795"/>
            <a:chExt cx="1769" cy="816"/>
          </a:xfrm>
        </p:grpSpPr>
        <p:sp>
          <p:nvSpPr>
            <p:cNvPr id="626719" name="Oval 31">
              <a:extLst>
                <a:ext uri="{FF2B5EF4-FFF2-40B4-BE49-F238E27FC236}">
                  <a16:creationId xmlns:a16="http://schemas.microsoft.com/office/drawing/2014/main" id="{3D6D0CD8-2F8A-C14C-8727-907780DAD93F}"/>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0" name="Oval 32">
              <a:extLst>
                <a:ext uri="{FF2B5EF4-FFF2-40B4-BE49-F238E27FC236}">
                  <a16:creationId xmlns:a16="http://schemas.microsoft.com/office/drawing/2014/main" id="{76304A5E-46BB-2B40-8A67-55A11CB6EB6E}"/>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1" name="Oval 33">
              <a:extLst>
                <a:ext uri="{FF2B5EF4-FFF2-40B4-BE49-F238E27FC236}">
                  <a16:creationId xmlns:a16="http://schemas.microsoft.com/office/drawing/2014/main" id="{932F97AE-F873-994F-A762-842C84CDEF62}"/>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2" name="Oval 34">
              <a:extLst>
                <a:ext uri="{FF2B5EF4-FFF2-40B4-BE49-F238E27FC236}">
                  <a16:creationId xmlns:a16="http://schemas.microsoft.com/office/drawing/2014/main" id="{4934A9A0-9421-1F4F-AE6B-8A0944BA01B3}"/>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3" name="Oval 35">
              <a:extLst>
                <a:ext uri="{FF2B5EF4-FFF2-40B4-BE49-F238E27FC236}">
                  <a16:creationId xmlns:a16="http://schemas.microsoft.com/office/drawing/2014/main" id="{8F823F60-7883-0248-8401-96D4E191F2FB}"/>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4" name="Oval 36">
              <a:extLst>
                <a:ext uri="{FF2B5EF4-FFF2-40B4-BE49-F238E27FC236}">
                  <a16:creationId xmlns:a16="http://schemas.microsoft.com/office/drawing/2014/main" id="{DE449D77-949B-6B46-AEB7-9262D36C22EA}"/>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5" name="Oval 37">
              <a:extLst>
                <a:ext uri="{FF2B5EF4-FFF2-40B4-BE49-F238E27FC236}">
                  <a16:creationId xmlns:a16="http://schemas.microsoft.com/office/drawing/2014/main" id="{D4ED63BF-B0AD-A341-A99C-3AF1626B805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6" name="Oval 38">
              <a:extLst>
                <a:ext uri="{FF2B5EF4-FFF2-40B4-BE49-F238E27FC236}">
                  <a16:creationId xmlns:a16="http://schemas.microsoft.com/office/drawing/2014/main" id="{75C8FC51-E7A2-CD4B-BFAF-A900725B0F54}"/>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7" name="Oval 39">
              <a:extLst>
                <a:ext uri="{FF2B5EF4-FFF2-40B4-BE49-F238E27FC236}">
                  <a16:creationId xmlns:a16="http://schemas.microsoft.com/office/drawing/2014/main" id="{B972278E-3D5F-584C-AB7C-80A204517D6B}"/>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8" name="Oval 40">
              <a:extLst>
                <a:ext uri="{FF2B5EF4-FFF2-40B4-BE49-F238E27FC236}">
                  <a16:creationId xmlns:a16="http://schemas.microsoft.com/office/drawing/2014/main" id="{CD6F7470-B9DE-5946-B010-601750C3D289}"/>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9" name="Oval 41">
              <a:extLst>
                <a:ext uri="{FF2B5EF4-FFF2-40B4-BE49-F238E27FC236}">
                  <a16:creationId xmlns:a16="http://schemas.microsoft.com/office/drawing/2014/main" id="{F0295564-F59B-8B4F-B80B-E5B4828F382A}"/>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0" name="Oval 42">
              <a:extLst>
                <a:ext uri="{FF2B5EF4-FFF2-40B4-BE49-F238E27FC236}">
                  <a16:creationId xmlns:a16="http://schemas.microsoft.com/office/drawing/2014/main" id="{324C0414-87EA-7548-9F2D-CFD987ABD56E}"/>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1" name="Oval 43">
              <a:extLst>
                <a:ext uri="{FF2B5EF4-FFF2-40B4-BE49-F238E27FC236}">
                  <a16:creationId xmlns:a16="http://schemas.microsoft.com/office/drawing/2014/main" id="{00D558E5-5127-4245-BEE0-CFA4C21205F3}"/>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2" name="Oval 44">
              <a:extLst>
                <a:ext uri="{FF2B5EF4-FFF2-40B4-BE49-F238E27FC236}">
                  <a16:creationId xmlns:a16="http://schemas.microsoft.com/office/drawing/2014/main" id="{DD0C5FF2-075A-B042-A749-82FDBA132B7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3" name="Oval 45">
              <a:extLst>
                <a:ext uri="{FF2B5EF4-FFF2-40B4-BE49-F238E27FC236}">
                  <a16:creationId xmlns:a16="http://schemas.microsoft.com/office/drawing/2014/main" id="{8828153B-C21D-1440-B1EE-661BE39DCD2E}"/>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4" name="Oval 46">
              <a:extLst>
                <a:ext uri="{FF2B5EF4-FFF2-40B4-BE49-F238E27FC236}">
                  <a16:creationId xmlns:a16="http://schemas.microsoft.com/office/drawing/2014/main" id="{3D1A1297-51B0-DB4C-AC0F-2C0E617E5B9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76" name="Freeform 47">
              <a:extLst>
                <a:ext uri="{FF2B5EF4-FFF2-40B4-BE49-F238E27FC236}">
                  <a16:creationId xmlns:a16="http://schemas.microsoft.com/office/drawing/2014/main" id="{B87F6810-5392-194A-A074-E321B1C0C7A8}"/>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8757" name="Object 48">
            <a:extLst>
              <a:ext uri="{FF2B5EF4-FFF2-40B4-BE49-F238E27FC236}">
                <a16:creationId xmlns:a16="http://schemas.microsoft.com/office/drawing/2014/main" id="{44B51DA0-8BB9-A44F-8F77-770322F0F3AF}"/>
              </a:ext>
            </a:extLst>
          </p:cNvPr>
          <p:cNvGraphicFramePr>
            <a:graphicFrameLocks noChangeAspect="1"/>
          </p:cNvGraphicFramePr>
          <p:nvPr>
            <p:extLst>
              <p:ext uri="{D42A27DB-BD31-4B8C-83A1-F6EECF244321}">
                <p14:modId xmlns:p14="http://schemas.microsoft.com/office/powerpoint/2010/main" val="776470773"/>
              </p:ext>
            </p:extLst>
          </p:nvPr>
        </p:nvGraphicFramePr>
        <p:xfrm>
          <a:off x="3468525" y="1908255"/>
          <a:ext cx="2057400" cy="1277541"/>
        </p:xfrm>
        <a:graphic>
          <a:graphicData uri="http://schemas.openxmlformats.org/presentationml/2006/ole">
            <mc:AlternateContent xmlns:mc="http://schemas.openxmlformats.org/markup-compatibility/2006">
              <mc:Choice xmlns:v="urn:schemas-microsoft-com:vml" Requires="v">
                <p:oleObj spid="_x0000_s445455" name="VISIO" r:id="rId5" imgW="3378200" imgH="1930400" progId="Visio.Drawing.6">
                  <p:embed/>
                </p:oleObj>
              </mc:Choice>
              <mc:Fallback>
                <p:oleObj name="VISIO" r:id="rId5" imgW="3378200" imgH="1930400" progId="Visio.Drawing.6">
                  <p:embed/>
                  <p:pic>
                    <p:nvPicPr>
                      <p:cNvPr id="458757" name="Object 48">
                        <a:extLst>
                          <a:ext uri="{FF2B5EF4-FFF2-40B4-BE49-F238E27FC236}">
                            <a16:creationId xmlns:a16="http://schemas.microsoft.com/office/drawing/2014/main" id="{44B51DA0-8BB9-A44F-8F77-770322F0F3A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68525" y="1908255"/>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8758" name="Picture 49">
            <a:extLst>
              <a:ext uri="{FF2B5EF4-FFF2-40B4-BE49-F238E27FC236}">
                <a16:creationId xmlns:a16="http://schemas.microsoft.com/office/drawing/2014/main" id="{4696E197-D240-F240-B6C9-E4D9FA950877}"/>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87838" y="2309496"/>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59" name="Picture 50">
            <a:extLst>
              <a:ext uri="{FF2B5EF4-FFF2-40B4-BE49-F238E27FC236}">
                <a16:creationId xmlns:a16="http://schemas.microsoft.com/office/drawing/2014/main" id="{6B6A71B7-010C-3244-A794-A4BAA1640F0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74404" y="2310687"/>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60" name="Text Box 51">
            <a:extLst>
              <a:ext uri="{FF2B5EF4-FFF2-40B4-BE49-F238E27FC236}">
                <a16:creationId xmlns:a16="http://schemas.microsoft.com/office/drawing/2014/main" id="{26EDF44D-190C-4F4B-ADCC-CF36F2257E4D}"/>
              </a:ext>
            </a:extLst>
          </p:cNvPr>
          <p:cNvSpPr txBox="1">
            <a:spLocks noChangeArrowheads="1"/>
          </p:cNvSpPr>
          <p:nvPr/>
        </p:nvSpPr>
        <p:spPr bwMode="auto">
          <a:xfrm>
            <a:off x="2015963" y="2365455"/>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8761" name="AutoShape 52">
            <a:extLst>
              <a:ext uri="{FF2B5EF4-FFF2-40B4-BE49-F238E27FC236}">
                <a16:creationId xmlns:a16="http://schemas.microsoft.com/office/drawing/2014/main" id="{ADDA0506-DF31-584F-AFDF-AAFD8EB1A17A}"/>
              </a:ext>
            </a:extLst>
          </p:cNvPr>
          <p:cNvSpPr>
            <a:spLocks noChangeArrowheads="1"/>
          </p:cNvSpPr>
          <p:nvPr/>
        </p:nvSpPr>
        <p:spPr bwMode="auto">
          <a:xfrm rot="16200000">
            <a:off x="4262077" y="1464748"/>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62" name="Text Box 53">
            <a:extLst>
              <a:ext uri="{FF2B5EF4-FFF2-40B4-BE49-F238E27FC236}">
                <a16:creationId xmlns:a16="http://schemas.microsoft.com/office/drawing/2014/main" id="{3119CFD1-0063-FC4D-B366-4D2D189BC982}"/>
              </a:ext>
            </a:extLst>
          </p:cNvPr>
          <p:cNvSpPr txBox="1">
            <a:spLocks noChangeArrowheads="1"/>
          </p:cNvSpPr>
          <p:nvPr/>
        </p:nvSpPr>
        <p:spPr bwMode="auto">
          <a:xfrm>
            <a:off x="4197188" y="2650015"/>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8763" name="Text Box 54">
            <a:extLst>
              <a:ext uri="{FF2B5EF4-FFF2-40B4-BE49-F238E27FC236}">
                <a16:creationId xmlns:a16="http://schemas.microsoft.com/office/drawing/2014/main" id="{3C107FED-7F80-6043-B00A-DFBE161DD2AD}"/>
              </a:ext>
            </a:extLst>
          </p:cNvPr>
          <p:cNvSpPr txBox="1">
            <a:spLocks noChangeArrowheads="1"/>
          </p:cNvSpPr>
          <p:nvPr/>
        </p:nvSpPr>
        <p:spPr bwMode="auto">
          <a:xfrm>
            <a:off x="5958122" y="2251155"/>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64" name="Text Box 55">
            <a:extLst>
              <a:ext uri="{FF2B5EF4-FFF2-40B4-BE49-F238E27FC236}">
                <a16:creationId xmlns:a16="http://schemas.microsoft.com/office/drawing/2014/main" id="{3C802E17-D7E1-0F48-8474-9914C5DC2679}"/>
              </a:ext>
            </a:extLst>
          </p:cNvPr>
          <p:cNvSpPr txBox="1">
            <a:spLocks noChangeArrowheads="1"/>
          </p:cNvSpPr>
          <p:nvPr/>
        </p:nvSpPr>
        <p:spPr bwMode="auto">
          <a:xfrm>
            <a:off x="2942583" y="2538096"/>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5" name="Text Box 56">
            <a:extLst>
              <a:ext uri="{FF2B5EF4-FFF2-40B4-BE49-F238E27FC236}">
                <a16:creationId xmlns:a16="http://schemas.microsoft.com/office/drawing/2014/main" id="{0ADB24BB-230F-6D4C-946B-8307B716E85B}"/>
              </a:ext>
            </a:extLst>
          </p:cNvPr>
          <p:cNvSpPr txBox="1">
            <a:spLocks noChangeArrowheads="1"/>
          </p:cNvSpPr>
          <p:nvPr/>
        </p:nvSpPr>
        <p:spPr bwMode="auto">
          <a:xfrm>
            <a:off x="5556005" y="2484517"/>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6" name="Text Box 57">
            <a:extLst>
              <a:ext uri="{FF2B5EF4-FFF2-40B4-BE49-F238E27FC236}">
                <a16:creationId xmlns:a16="http://schemas.microsoft.com/office/drawing/2014/main" id="{40DB0A1C-3D9A-8E4D-91C1-E6D3C318D46F}"/>
              </a:ext>
            </a:extLst>
          </p:cNvPr>
          <p:cNvSpPr txBox="1">
            <a:spLocks noChangeArrowheads="1"/>
          </p:cNvSpPr>
          <p:nvPr/>
        </p:nvSpPr>
        <p:spPr bwMode="auto">
          <a:xfrm>
            <a:off x="4254338" y="19487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8767" name="Line 58">
            <a:extLst>
              <a:ext uri="{FF2B5EF4-FFF2-40B4-BE49-F238E27FC236}">
                <a16:creationId xmlns:a16="http://schemas.microsoft.com/office/drawing/2014/main" id="{72FA3016-6B47-AF44-A586-5CD6B4433A38}"/>
              </a:ext>
            </a:extLst>
          </p:cNvPr>
          <p:cNvSpPr>
            <a:spLocks noChangeShapeType="1"/>
          </p:cNvSpPr>
          <p:nvPr/>
        </p:nvSpPr>
        <p:spPr bwMode="auto">
          <a:xfrm>
            <a:off x="322563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68" name="Line 59">
            <a:extLst>
              <a:ext uri="{FF2B5EF4-FFF2-40B4-BE49-F238E27FC236}">
                <a16:creationId xmlns:a16="http://schemas.microsoft.com/office/drawing/2014/main" id="{D04F656A-6743-4844-A5AE-C135D65925AD}"/>
              </a:ext>
            </a:extLst>
          </p:cNvPr>
          <p:cNvSpPr>
            <a:spLocks noChangeShapeType="1"/>
          </p:cNvSpPr>
          <p:nvPr/>
        </p:nvSpPr>
        <p:spPr bwMode="auto">
          <a:xfrm>
            <a:off x="534018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6748" name="Group 60">
            <a:extLst>
              <a:ext uri="{FF2B5EF4-FFF2-40B4-BE49-F238E27FC236}">
                <a16:creationId xmlns:a16="http://schemas.microsoft.com/office/drawing/2014/main" id="{8DE6CACA-E343-D645-897C-5EE6F4F173A3}"/>
              </a:ext>
            </a:extLst>
          </p:cNvPr>
          <p:cNvGrpSpPr>
            <a:grpSpLocks/>
          </p:cNvGrpSpPr>
          <p:nvPr/>
        </p:nvGrpSpPr>
        <p:grpSpPr bwMode="auto">
          <a:xfrm>
            <a:off x="2743435" y="1921353"/>
            <a:ext cx="3298031" cy="482203"/>
            <a:chOff x="1359" y="1411"/>
            <a:chExt cx="2770" cy="405"/>
          </a:xfrm>
        </p:grpSpPr>
        <p:sp>
          <p:nvSpPr>
            <p:cNvPr id="458856" name="Text Box 61">
              <a:extLst>
                <a:ext uri="{FF2B5EF4-FFF2-40B4-BE49-F238E27FC236}">
                  <a16:creationId xmlns:a16="http://schemas.microsoft.com/office/drawing/2014/main" id="{F6BB3DA4-A8DC-C04B-8F42-37750012AD26}"/>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57" name="Line 62">
              <a:extLst>
                <a:ext uri="{FF2B5EF4-FFF2-40B4-BE49-F238E27FC236}">
                  <a16:creationId xmlns:a16="http://schemas.microsoft.com/office/drawing/2014/main" id="{AF6BC966-569B-304C-B50D-8BF9F057E20C}"/>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8858" name="Text Box 63">
              <a:extLst>
                <a:ext uri="{FF2B5EF4-FFF2-40B4-BE49-F238E27FC236}">
                  <a16:creationId xmlns:a16="http://schemas.microsoft.com/office/drawing/2014/main" id="{3819EBAB-56E9-1140-82ED-140C2E64E47F}"/>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59" name="Line 64">
              <a:extLst>
                <a:ext uri="{FF2B5EF4-FFF2-40B4-BE49-F238E27FC236}">
                  <a16:creationId xmlns:a16="http://schemas.microsoft.com/office/drawing/2014/main" id="{6072A6A3-0781-F146-B20F-9FF33CA28284}"/>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6753" name="Group 65">
            <a:extLst>
              <a:ext uri="{FF2B5EF4-FFF2-40B4-BE49-F238E27FC236}">
                <a16:creationId xmlns:a16="http://schemas.microsoft.com/office/drawing/2014/main" id="{5A02CF5A-A099-844A-A4AB-571D390F1BEB}"/>
              </a:ext>
            </a:extLst>
          </p:cNvPr>
          <p:cNvGrpSpPr>
            <a:grpSpLocks/>
          </p:cNvGrpSpPr>
          <p:nvPr/>
        </p:nvGrpSpPr>
        <p:grpSpPr bwMode="auto">
          <a:xfrm>
            <a:off x="6668930" y="1832055"/>
            <a:ext cx="1098948" cy="1284685"/>
            <a:chOff x="4656" y="1336"/>
            <a:chExt cx="923" cy="1079"/>
          </a:xfrm>
        </p:grpSpPr>
        <p:sp>
          <p:nvSpPr>
            <p:cNvPr id="458848" name="Line 66">
              <a:extLst>
                <a:ext uri="{FF2B5EF4-FFF2-40B4-BE49-F238E27FC236}">
                  <a16:creationId xmlns:a16="http://schemas.microsoft.com/office/drawing/2014/main" id="{B29B354E-C30D-3042-896A-FF0BBCA896C0}"/>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49" name="Line 67">
              <a:extLst>
                <a:ext uri="{FF2B5EF4-FFF2-40B4-BE49-F238E27FC236}">
                  <a16:creationId xmlns:a16="http://schemas.microsoft.com/office/drawing/2014/main" id="{13749896-CF4A-614C-8BFA-E21D37CD54FC}"/>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50" name="Line 68">
              <a:extLst>
                <a:ext uri="{FF2B5EF4-FFF2-40B4-BE49-F238E27FC236}">
                  <a16:creationId xmlns:a16="http://schemas.microsoft.com/office/drawing/2014/main" id="{5C600192-79C0-EF47-B893-A04231F642AB}"/>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51" name="Picture 69">
              <a:extLst>
                <a:ext uri="{FF2B5EF4-FFF2-40B4-BE49-F238E27FC236}">
                  <a16:creationId xmlns:a16="http://schemas.microsoft.com/office/drawing/2014/main" id="{A73CC947-D789-8947-B776-8D4CD0A924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52" name="Text Box 70">
              <a:extLst>
                <a:ext uri="{FF2B5EF4-FFF2-40B4-BE49-F238E27FC236}">
                  <a16:creationId xmlns:a16="http://schemas.microsoft.com/office/drawing/2014/main" id="{9724A1F4-3396-C544-9E58-282B4236A6D4}"/>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53" name="Text Box 71">
              <a:extLst>
                <a:ext uri="{FF2B5EF4-FFF2-40B4-BE49-F238E27FC236}">
                  <a16:creationId xmlns:a16="http://schemas.microsoft.com/office/drawing/2014/main" id="{7C211B5D-4C59-6145-A091-C297CC7E94F4}"/>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54" name="Picture 72">
              <a:extLst>
                <a:ext uri="{FF2B5EF4-FFF2-40B4-BE49-F238E27FC236}">
                  <a16:creationId xmlns:a16="http://schemas.microsoft.com/office/drawing/2014/main" id="{AA46A090-6F95-974A-8E60-3F8C3B17EB7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55" name="Picture 73">
              <a:extLst>
                <a:ext uri="{FF2B5EF4-FFF2-40B4-BE49-F238E27FC236}">
                  <a16:creationId xmlns:a16="http://schemas.microsoft.com/office/drawing/2014/main" id="{8D458A69-5261-9C4D-AB17-3DA278179AA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71" name="Text Box 74">
            <a:extLst>
              <a:ext uri="{FF2B5EF4-FFF2-40B4-BE49-F238E27FC236}">
                <a16:creationId xmlns:a16="http://schemas.microsoft.com/office/drawing/2014/main" id="{D5EBBBF3-1044-C844-AA89-BB1A3D435A88}"/>
              </a:ext>
            </a:extLst>
          </p:cNvPr>
          <p:cNvSpPr txBox="1">
            <a:spLocks noChangeArrowheads="1"/>
          </p:cNvSpPr>
          <p:nvPr/>
        </p:nvSpPr>
        <p:spPr bwMode="auto">
          <a:xfrm>
            <a:off x="3892104" y="3126265"/>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458772" name="AutoShape 75">
            <a:extLst>
              <a:ext uri="{FF2B5EF4-FFF2-40B4-BE49-F238E27FC236}">
                <a16:creationId xmlns:a16="http://schemas.microsoft.com/office/drawing/2014/main" id="{39DE8A43-186B-3941-859D-B0E69003626B}"/>
              </a:ext>
            </a:extLst>
          </p:cNvPr>
          <p:cNvSpPr>
            <a:spLocks noChangeArrowheads="1"/>
          </p:cNvSpPr>
          <p:nvPr/>
        </p:nvSpPr>
        <p:spPr bwMode="auto">
          <a:xfrm>
            <a:off x="5310422" y="1555830"/>
            <a:ext cx="342900" cy="114300"/>
          </a:xfrm>
          <a:prstGeom prst="rightArrow">
            <a:avLst>
              <a:gd name="adj1" fmla="val 50000"/>
              <a:gd name="adj2" fmla="val 75000"/>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26764" name="Rectangle 76">
            <a:extLst>
              <a:ext uri="{FF2B5EF4-FFF2-40B4-BE49-F238E27FC236}">
                <a16:creationId xmlns:a16="http://schemas.microsoft.com/office/drawing/2014/main" id="{AE7CD6A1-7ED1-3447-8F13-B82F11A1D46C}"/>
              </a:ext>
            </a:extLst>
          </p:cNvPr>
          <p:cNvSpPr>
            <a:spLocks noChangeArrowheads="1"/>
          </p:cNvSpPr>
          <p:nvPr/>
        </p:nvSpPr>
        <p:spPr bwMode="auto">
          <a:xfrm>
            <a:off x="1692112" y="974806"/>
            <a:ext cx="2538413" cy="326231"/>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加密的从</a:t>
            </a:r>
            <a:r>
              <a:rPr kumimoji="1" lang="zh-CN" altLang="en-US" sz="90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X</a:t>
            </a:r>
            <a:r>
              <a:rPr kumimoji="1" lang="en-US" altLang="zh-CN" sz="750">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到</a:t>
            </a:r>
            <a:r>
              <a:rPr kumimoji="1" lang="zh-CN" altLang="en-US" sz="75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Y</a:t>
            </a:r>
            <a:r>
              <a:rPr kumimoji="1" lang="en-US" altLang="zh-CN" sz="675">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的内部数据报</a:t>
            </a:r>
          </a:p>
        </p:txBody>
      </p:sp>
      <p:sp>
        <p:nvSpPr>
          <p:cNvPr id="626765" name="Rectangle 77">
            <a:extLst>
              <a:ext uri="{FF2B5EF4-FFF2-40B4-BE49-F238E27FC236}">
                <a16:creationId xmlns:a16="http://schemas.microsoft.com/office/drawing/2014/main" id="{FF9F5504-60B3-F042-90A4-155F8138E16D}"/>
              </a:ext>
            </a:extLst>
          </p:cNvPr>
          <p:cNvSpPr>
            <a:spLocks noChangeArrowheads="1"/>
          </p:cNvSpPr>
          <p:nvPr/>
        </p:nvSpPr>
        <p:spPr bwMode="auto">
          <a:xfrm>
            <a:off x="1692112" y="1462962"/>
            <a:ext cx="2568179" cy="297656"/>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外部数据报的数据部分</a:t>
            </a:r>
          </a:p>
        </p:txBody>
      </p:sp>
      <p:sp>
        <p:nvSpPr>
          <p:cNvPr id="458775" name="AutoShape 78">
            <a:extLst>
              <a:ext uri="{FF2B5EF4-FFF2-40B4-BE49-F238E27FC236}">
                <a16:creationId xmlns:a16="http://schemas.microsoft.com/office/drawing/2014/main" id="{1283009F-A8F3-404F-9962-1E482C15B95B}"/>
              </a:ext>
            </a:extLst>
          </p:cNvPr>
          <p:cNvSpPr>
            <a:spLocks noChangeArrowheads="1"/>
          </p:cNvSpPr>
          <p:nvPr/>
        </p:nvSpPr>
        <p:spPr bwMode="auto">
          <a:xfrm>
            <a:off x="3582825" y="1203405"/>
            <a:ext cx="114300" cy="342900"/>
          </a:xfrm>
          <a:prstGeom prst="downArrow">
            <a:avLst>
              <a:gd name="adj1" fmla="val 50000"/>
              <a:gd name="adj2" fmla="val 75000"/>
            </a:avLst>
          </a:prstGeom>
          <a:solidFill>
            <a:schemeClr val="bg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76" name="Text Box 79">
            <a:extLst>
              <a:ext uri="{FF2B5EF4-FFF2-40B4-BE49-F238E27FC236}">
                <a16:creationId xmlns:a16="http://schemas.microsoft.com/office/drawing/2014/main" id="{6B614DCB-46E6-FB43-94D7-6E315AE62072}"/>
              </a:ext>
            </a:extLst>
          </p:cNvPr>
          <p:cNvSpPr txBox="1">
            <a:spLocks noChangeArrowheads="1"/>
          </p:cNvSpPr>
          <p:nvPr/>
        </p:nvSpPr>
        <p:spPr bwMode="auto">
          <a:xfrm>
            <a:off x="5352765" y="977187"/>
            <a:ext cx="1949573" cy="507831"/>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源地址：</a:t>
            </a: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目的地址：</a:t>
            </a: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777" name="Freeform 80">
            <a:extLst>
              <a:ext uri="{FF2B5EF4-FFF2-40B4-BE49-F238E27FC236}">
                <a16:creationId xmlns:a16="http://schemas.microsoft.com/office/drawing/2014/main" id="{BA746CD4-08C1-034D-BDD4-912BB659FD89}"/>
              </a:ext>
            </a:extLst>
          </p:cNvPr>
          <p:cNvSpPr>
            <a:spLocks/>
          </p:cNvSpPr>
          <p:nvPr/>
        </p:nvSpPr>
        <p:spPr bwMode="auto">
          <a:xfrm>
            <a:off x="3792375" y="1841580"/>
            <a:ext cx="347663" cy="571500"/>
          </a:xfrm>
          <a:custGeom>
            <a:avLst/>
            <a:gdLst>
              <a:gd name="T0" fmla="*/ 0 w 292"/>
              <a:gd name="T1" fmla="*/ 0 h 584"/>
              <a:gd name="T2" fmla="*/ 2147483646 w 292"/>
              <a:gd name="T3" fmla="*/ 2147483646 h 584"/>
              <a:gd name="T4" fmla="*/ 2147483646 w 292"/>
              <a:gd name="T5" fmla="*/ 2147483646 h 584"/>
              <a:gd name="T6" fmla="*/ 2147483646 w 292"/>
              <a:gd name="T7" fmla="*/ 2147483646 h 584"/>
              <a:gd name="T8" fmla="*/ 2147483646 w 292"/>
              <a:gd name="T9" fmla="*/ 2147483646 h 584"/>
              <a:gd name="T10" fmla="*/ 2147483646 w 292"/>
              <a:gd name="T11" fmla="*/ 2147483646 h 584"/>
              <a:gd name="T12" fmla="*/ 2147483646 w 292"/>
              <a:gd name="T13" fmla="*/ 2147483646 h 5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6769" name="Rectangle 81">
            <a:extLst>
              <a:ext uri="{FF2B5EF4-FFF2-40B4-BE49-F238E27FC236}">
                <a16:creationId xmlns:a16="http://schemas.microsoft.com/office/drawing/2014/main" id="{A5C1EBE2-3334-4046-B3D6-07912916AE41}"/>
              </a:ext>
            </a:extLst>
          </p:cNvPr>
          <p:cNvSpPr>
            <a:spLocks noChangeArrowheads="1"/>
          </p:cNvSpPr>
          <p:nvPr/>
        </p:nvSpPr>
        <p:spPr bwMode="auto">
          <a:xfrm>
            <a:off x="4230526" y="1462962"/>
            <a:ext cx="1079897" cy="297656"/>
          </a:xfrm>
          <a:prstGeom prst="rect">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数据报首部</a:t>
            </a:r>
          </a:p>
        </p:txBody>
      </p:sp>
      <p:sp>
        <p:nvSpPr>
          <p:cNvPr id="458779" name="Line 82">
            <a:extLst>
              <a:ext uri="{FF2B5EF4-FFF2-40B4-BE49-F238E27FC236}">
                <a16:creationId xmlns:a16="http://schemas.microsoft.com/office/drawing/2014/main" id="{D7C8DC08-566A-6C42-9E27-A03BC94FA6B7}"/>
              </a:ext>
            </a:extLst>
          </p:cNvPr>
          <p:cNvSpPr>
            <a:spLocks noChangeShapeType="1"/>
          </p:cNvSpPr>
          <p:nvPr/>
        </p:nvSpPr>
        <p:spPr bwMode="auto">
          <a:xfrm flipH="1">
            <a:off x="5094919" y="1301036"/>
            <a:ext cx="323850" cy="2155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780" name="Line 83">
            <a:extLst>
              <a:ext uri="{FF2B5EF4-FFF2-40B4-BE49-F238E27FC236}">
                <a16:creationId xmlns:a16="http://schemas.microsoft.com/office/drawing/2014/main" id="{7902CD02-59B4-7E4A-835F-F30959DE3CA7}"/>
              </a:ext>
            </a:extLst>
          </p:cNvPr>
          <p:cNvSpPr>
            <a:spLocks noChangeShapeType="1"/>
          </p:cNvSpPr>
          <p:nvPr/>
        </p:nvSpPr>
        <p:spPr bwMode="auto">
          <a:xfrm>
            <a:off x="1692113" y="1841580"/>
            <a:ext cx="361831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1" name="Group 84">
            <a:extLst>
              <a:ext uri="{FF2B5EF4-FFF2-40B4-BE49-F238E27FC236}">
                <a16:creationId xmlns:a16="http://schemas.microsoft.com/office/drawing/2014/main" id="{0B09B921-60C2-5C4F-95D8-B0C14B1E90D5}"/>
              </a:ext>
            </a:extLst>
          </p:cNvPr>
          <p:cNvGrpSpPr>
            <a:grpSpLocks/>
          </p:cNvGrpSpPr>
          <p:nvPr/>
        </p:nvGrpSpPr>
        <p:grpSpPr bwMode="auto">
          <a:xfrm>
            <a:off x="1483860" y="3511412"/>
            <a:ext cx="6594872" cy="1543050"/>
            <a:chOff x="40" y="2872"/>
            <a:chExt cx="5539" cy="1296"/>
          </a:xfrm>
        </p:grpSpPr>
        <p:sp>
          <p:nvSpPr>
            <p:cNvPr id="458783" name="AutoShape 85">
              <a:extLst>
                <a:ext uri="{FF2B5EF4-FFF2-40B4-BE49-F238E27FC236}">
                  <a16:creationId xmlns:a16="http://schemas.microsoft.com/office/drawing/2014/main" id="{8EBF2FDC-75F6-6A40-B751-3792491D7E55}"/>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84" name="Line 86">
              <a:extLst>
                <a:ext uri="{FF2B5EF4-FFF2-40B4-BE49-F238E27FC236}">
                  <a16:creationId xmlns:a16="http://schemas.microsoft.com/office/drawing/2014/main" id="{17F01992-38A9-2642-9C93-B54464DC3BBA}"/>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5" name="Line 87">
              <a:extLst>
                <a:ext uri="{FF2B5EF4-FFF2-40B4-BE49-F238E27FC236}">
                  <a16:creationId xmlns:a16="http://schemas.microsoft.com/office/drawing/2014/main" id="{C5F46392-FA37-D848-A9F2-22999807D29D}"/>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6" name="Line 88">
              <a:extLst>
                <a:ext uri="{FF2B5EF4-FFF2-40B4-BE49-F238E27FC236}">
                  <a16:creationId xmlns:a16="http://schemas.microsoft.com/office/drawing/2014/main" id="{DD548F2C-CA51-A842-A262-19E8176FE9EA}"/>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7" name="Line 89">
              <a:extLst>
                <a:ext uri="{FF2B5EF4-FFF2-40B4-BE49-F238E27FC236}">
                  <a16:creationId xmlns:a16="http://schemas.microsoft.com/office/drawing/2014/main" id="{C8133EC2-695A-CE4B-81BD-583979DC5062}"/>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8" name="Group 90">
              <a:extLst>
                <a:ext uri="{FF2B5EF4-FFF2-40B4-BE49-F238E27FC236}">
                  <a16:creationId xmlns:a16="http://schemas.microsoft.com/office/drawing/2014/main" id="{651F0888-7FEB-DC4B-AA3C-10E793D6202D}"/>
                </a:ext>
              </a:extLst>
            </p:cNvPr>
            <p:cNvGrpSpPr>
              <a:grpSpLocks/>
            </p:cNvGrpSpPr>
            <p:nvPr/>
          </p:nvGrpSpPr>
          <p:grpSpPr bwMode="auto">
            <a:xfrm>
              <a:off x="657" y="3091"/>
              <a:ext cx="952" cy="772"/>
              <a:chOff x="385" y="2795"/>
              <a:chExt cx="1769" cy="816"/>
            </a:xfrm>
          </p:grpSpPr>
          <p:sp>
            <p:nvSpPr>
              <p:cNvPr id="626779" name="Oval 91">
                <a:extLst>
                  <a:ext uri="{FF2B5EF4-FFF2-40B4-BE49-F238E27FC236}">
                    <a16:creationId xmlns:a16="http://schemas.microsoft.com/office/drawing/2014/main" id="{A207CEBE-D4CD-1F4B-A197-0067E81145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0" name="Oval 92">
                <a:extLst>
                  <a:ext uri="{FF2B5EF4-FFF2-40B4-BE49-F238E27FC236}">
                    <a16:creationId xmlns:a16="http://schemas.microsoft.com/office/drawing/2014/main" id="{8D6248EF-99D2-1D4B-A51C-BC422823DD3D}"/>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1" name="Oval 93">
                <a:extLst>
                  <a:ext uri="{FF2B5EF4-FFF2-40B4-BE49-F238E27FC236}">
                    <a16:creationId xmlns:a16="http://schemas.microsoft.com/office/drawing/2014/main" id="{344A2755-8367-6E4F-8310-5060ADFF16F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2" name="Oval 94">
                <a:extLst>
                  <a:ext uri="{FF2B5EF4-FFF2-40B4-BE49-F238E27FC236}">
                    <a16:creationId xmlns:a16="http://schemas.microsoft.com/office/drawing/2014/main" id="{D890EC0F-2111-1E4F-ACFB-923C4D6EA7F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3" name="Oval 95">
                <a:extLst>
                  <a:ext uri="{FF2B5EF4-FFF2-40B4-BE49-F238E27FC236}">
                    <a16:creationId xmlns:a16="http://schemas.microsoft.com/office/drawing/2014/main" id="{A2E0EB0B-4640-9D4A-94AB-9A9A75B209FC}"/>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4" name="Oval 96">
                <a:extLst>
                  <a:ext uri="{FF2B5EF4-FFF2-40B4-BE49-F238E27FC236}">
                    <a16:creationId xmlns:a16="http://schemas.microsoft.com/office/drawing/2014/main" id="{3B01EE15-7FA1-E644-B865-12724DFCC0C5}"/>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5" name="Oval 97">
                <a:extLst>
                  <a:ext uri="{FF2B5EF4-FFF2-40B4-BE49-F238E27FC236}">
                    <a16:creationId xmlns:a16="http://schemas.microsoft.com/office/drawing/2014/main" id="{40AC7B8F-AC23-B140-90B7-0BEC34A5C4C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6" name="Oval 98">
                <a:extLst>
                  <a:ext uri="{FF2B5EF4-FFF2-40B4-BE49-F238E27FC236}">
                    <a16:creationId xmlns:a16="http://schemas.microsoft.com/office/drawing/2014/main" id="{45D3F896-F253-8948-8CDA-CA8F96FA5E70}"/>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7" name="Oval 99">
                <a:extLst>
                  <a:ext uri="{FF2B5EF4-FFF2-40B4-BE49-F238E27FC236}">
                    <a16:creationId xmlns:a16="http://schemas.microsoft.com/office/drawing/2014/main" id="{3A52AA27-1E63-FF44-908C-7E53FA12402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8" name="Oval 100">
                <a:extLst>
                  <a:ext uri="{FF2B5EF4-FFF2-40B4-BE49-F238E27FC236}">
                    <a16:creationId xmlns:a16="http://schemas.microsoft.com/office/drawing/2014/main" id="{4DE5401C-5A00-1747-BACD-1B02A82C4A1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9" name="Oval 101">
                <a:extLst>
                  <a:ext uri="{FF2B5EF4-FFF2-40B4-BE49-F238E27FC236}">
                    <a16:creationId xmlns:a16="http://schemas.microsoft.com/office/drawing/2014/main" id="{839767F0-F201-B341-BC90-D1ED67B3386D}"/>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0" name="Oval 102">
                <a:extLst>
                  <a:ext uri="{FF2B5EF4-FFF2-40B4-BE49-F238E27FC236}">
                    <a16:creationId xmlns:a16="http://schemas.microsoft.com/office/drawing/2014/main" id="{063B2488-0F95-C74E-BA8B-930018B6094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1" name="Oval 103">
                <a:extLst>
                  <a:ext uri="{FF2B5EF4-FFF2-40B4-BE49-F238E27FC236}">
                    <a16:creationId xmlns:a16="http://schemas.microsoft.com/office/drawing/2014/main" id="{0CE4614A-EA56-7749-ACF1-EFCB5352096D}"/>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2" name="Oval 104">
                <a:extLst>
                  <a:ext uri="{FF2B5EF4-FFF2-40B4-BE49-F238E27FC236}">
                    <a16:creationId xmlns:a16="http://schemas.microsoft.com/office/drawing/2014/main" id="{2A5CF8D6-7A6A-F541-8060-DFDC2FE892F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3" name="Oval 105">
                <a:extLst>
                  <a:ext uri="{FF2B5EF4-FFF2-40B4-BE49-F238E27FC236}">
                    <a16:creationId xmlns:a16="http://schemas.microsoft.com/office/drawing/2014/main" id="{9895CD85-CA6A-DB41-BB48-F06CAD5063E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4" name="Oval 106">
                <a:extLst>
                  <a:ext uri="{FF2B5EF4-FFF2-40B4-BE49-F238E27FC236}">
                    <a16:creationId xmlns:a16="http://schemas.microsoft.com/office/drawing/2014/main" id="{62B55C9B-7FCB-FC41-8386-E0EA3AE61FB9}"/>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47" name="Freeform 107">
                <a:extLst>
                  <a:ext uri="{FF2B5EF4-FFF2-40B4-BE49-F238E27FC236}">
                    <a16:creationId xmlns:a16="http://schemas.microsoft.com/office/drawing/2014/main" id="{A80F6CD8-B4C3-4845-AF74-915941881181}"/>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58789" name="Line 108">
              <a:extLst>
                <a:ext uri="{FF2B5EF4-FFF2-40B4-BE49-F238E27FC236}">
                  <a16:creationId xmlns:a16="http://schemas.microsoft.com/office/drawing/2014/main" id="{4D7EC8EF-C74B-7C42-9CE5-D5D9E30C64F9}"/>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0" name="Line 109">
              <a:extLst>
                <a:ext uri="{FF2B5EF4-FFF2-40B4-BE49-F238E27FC236}">
                  <a16:creationId xmlns:a16="http://schemas.microsoft.com/office/drawing/2014/main" id="{86573DB6-7AF1-A145-9302-48CD03FF27E1}"/>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1" name="Line 110">
              <a:extLst>
                <a:ext uri="{FF2B5EF4-FFF2-40B4-BE49-F238E27FC236}">
                  <a16:creationId xmlns:a16="http://schemas.microsoft.com/office/drawing/2014/main" id="{50A12D7C-0B47-9247-91D9-268E3E5F8B36}"/>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92" name="Group 111">
              <a:extLst>
                <a:ext uri="{FF2B5EF4-FFF2-40B4-BE49-F238E27FC236}">
                  <a16:creationId xmlns:a16="http://schemas.microsoft.com/office/drawing/2014/main" id="{B00BBF4D-7B26-FA49-898D-A65378222530}"/>
                </a:ext>
              </a:extLst>
            </p:cNvPr>
            <p:cNvGrpSpPr>
              <a:grpSpLocks/>
            </p:cNvGrpSpPr>
            <p:nvPr/>
          </p:nvGrpSpPr>
          <p:grpSpPr bwMode="auto">
            <a:xfrm>
              <a:off x="3969" y="3046"/>
              <a:ext cx="952" cy="772"/>
              <a:chOff x="385" y="2795"/>
              <a:chExt cx="1769" cy="816"/>
            </a:xfrm>
          </p:grpSpPr>
          <p:sp>
            <p:nvSpPr>
              <p:cNvPr id="626800" name="Oval 112">
                <a:extLst>
                  <a:ext uri="{FF2B5EF4-FFF2-40B4-BE49-F238E27FC236}">
                    <a16:creationId xmlns:a16="http://schemas.microsoft.com/office/drawing/2014/main" id="{2A0873D5-6242-F541-AF4B-EBE20082D4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1" name="Oval 113">
                <a:extLst>
                  <a:ext uri="{FF2B5EF4-FFF2-40B4-BE49-F238E27FC236}">
                    <a16:creationId xmlns:a16="http://schemas.microsoft.com/office/drawing/2014/main" id="{F5E51BD3-6ED1-4843-8BFF-7618AC2B4E49}"/>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2" name="Oval 114">
                <a:extLst>
                  <a:ext uri="{FF2B5EF4-FFF2-40B4-BE49-F238E27FC236}">
                    <a16:creationId xmlns:a16="http://schemas.microsoft.com/office/drawing/2014/main" id="{0311791B-E806-4241-A313-A2D98589C65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3" name="Oval 115">
                <a:extLst>
                  <a:ext uri="{FF2B5EF4-FFF2-40B4-BE49-F238E27FC236}">
                    <a16:creationId xmlns:a16="http://schemas.microsoft.com/office/drawing/2014/main" id="{B606C953-E6F5-9046-8C94-CB06ED79ED09}"/>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4" name="Oval 116">
                <a:extLst>
                  <a:ext uri="{FF2B5EF4-FFF2-40B4-BE49-F238E27FC236}">
                    <a16:creationId xmlns:a16="http://schemas.microsoft.com/office/drawing/2014/main" id="{A4A17267-DF89-BE40-8363-4072454E9A83}"/>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5" name="Oval 117">
                <a:extLst>
                  <a:ext uri="{FF2B5EF4-FFF2-40B4-BE49-F238E27FC236}">
                    <a16:creationId xmlns:a16="http://schemas.microsoft.com/office/drawing/2014/main" id="{C063D332-9333-F74A-9931-7192CF414F97}"/>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6" name="Oval 118">
                <a:extLst>
                  <a:ext uri="{FF2B5EF4-FFF2-40B4-BE49-F238E27FC236}">
                    <a16:creationId xmlns:a16="http://schemas.microsoft.com/office/drawing/2014/main" id="{0F1485F6-6E57-EF43-B611-925AFDFD410E}"/>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7" name="Oval 119">
                <a:extLst>
                  <a:ext uri="{FF2B5EF4-FFF2-40B4-BE49-F238E27FC236}">
                    <a16:creationId xmlns:a16="http://schemas.microsoft.com/office/drawing/2014/main" id="{7DCFD4CA-2004-E44E-B48A-57DA1D3C7808}"/>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8" name="Oval 120">
                <a:extLst>
                  <a:ext uri="{FF2B5EF4-FFF2-40B4-BE49-F238E27FC236}">
                    <a16:creationId xmlns:a16="http://schemas.microsoft.com/office/drawing/2014/main" id="{1D941450-244E-994C-8A66-246D6B1DE61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9" name="Oval 121">
                <a:extLst>
                  <a:ext uri="{FF2B5EF4-FFF2-40B4-BE49-F238E27FC236}">
                    <a16:creationId xmlns:a16="http://schemas.microsoft.com/office/drawing/2014/main" id="{A3E7B6C0-D07E-6345-A276-00B3F747DABA}"/>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0" name="Oval 122">
                <a:extLst>
                  <a:ext uri="{FF2B5EF4-FFF2-40B4-BE49-F238E27FC236}">
                    <a16:creationId xmlns:a16="http://schemas.microsoft.com/office/drawing/2014/main" id="{FE515FE1-4C83-8A4F-AC83-B7CFA5C9FA15}"/>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1" name="Oval 123">
                <a:extLst>
                  <a:ext uri="{FF2B5EF4-FFF2-40B4-BE49-F238E27FC236}">
                    <a16:creationId xmlns:a16="http://schemas.microsoft.com/office/drawing/2014/main" id="{A8AC7986-281C-6544-ACD7-FD2DFE1ED209}"/>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2" name="Oval 124">
                <a:extLst>
                  <a:ext uri="{FF2B5EF4-FFF2-40B4-BE49-F238E27FC236}">
                    <a16:creationId xmlns:a16="http://schemas.microsoft.com/office/drawing/2014/main" id="{0A9064E5-6041-574B-B24D-3699BCE61648}"/>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3" name="Oval 125">
                <a:extLst>
                  <a:ext uri="{FF2B5EF4-FFF2-40B4-BE49-F238E27FC236}">
                    <a16:creationId xmlns:a16="http://schemas.microsoft.com/office/drawing/2014/main" id="{20281245-172C-8445-9A5A-FF354F1F3A9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4" name="Oval 126">
                <a:extLst>
                  <a:ext uri="{FF2B5EF4-FFF2-40B4-BE49-F238E27FC236}">
                    <a16:creationId xmlns:a16="http://schemas.microsoft.com/office/drawing/2014/main" id="{924B96C9-F66F-9648-BEF6-EC0E3BE22DFC}"/>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5" name="Oval 127">
                <a:extLst>
                  <a:ext uri="{FF2B5EF4-FFF2-40B4-BE49-F238E27FC236}">
                    <a16:creationId xmlns:a16="http://schemas.microsoft.com/office/drawing/2014/main" id="{4B4E31E3-DD7E-0143-BAA4-C153C2EF814E}"/>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30" name="Freeform 128">
                <a:extLst>
                  <a:ext uri="{FF2B5EF4-FFF2-40B4-BE49-F238E27FC236}">
                    <a16:creationId xmlns:a16="http://schemas.microsoft.com/office/drawing/2014/main" id="{FB91F3DB-98C6-0F4E-A53F-94594B520B1A}"/>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58793" name="Picture 129">
              <a:extLst>
                <a:ext uri="{FF2B5EF4-FFF2-40B4-BE49-F238E27FC236}">
                  <a16:creationId xmlns:a16="http://schemas.microsoft.com/office/drawing/2014/main" id="{C85E1641-142F-0A45-A7D9-D8EE8470E5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4" name="Picture 130">
              <a:extLst>
                <a:ext uri="{FF2B5EF4-FFF2-40B4-BE49-F238E27FC236}">
                  <a16:creationId xmlns:a16="http://schemas.microsoft.com/office/drawing/2014/main" id="{E64BFCF2-20BD-F84A-BBA9-38B1447852B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5" name="Picture 131">
              <a:extLst>
                <a:ext uri="{FF2B5EF4-FFF2-40B4-BE49-F238E27FC236}">
                  <a16:creationId xmlns:a16="http://schemas.microsoft.com/office/drawing/2014/main" id="{CE3395AC-BB4B-7A43-8FA5-36E6931D3ED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6" name="Text Box 132">
              <a:extLst>
                <a:ext uri="{FF2B5EF4-FFF2-40B4-BE49-F238E27FC236}">
                  <a16:creationId xmlns:a16="http://schemas.microsoft.com/office/drawing/2014/main" id="{E1DAED5D-ACC6-2A4E-A3E0-92C7CA7307DF}"/>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58797" name="Picture 133">
              <a:extLst>
                <a:ext uri="{FF2B5EF4-FFF2-40B4-BE49-F238E27FC236}">
                  <a16:creationId xmlns:a16="http://schemas.microsoft.com/office/drawing/2014/main" id="{ADE281EA-C708-5B4B-A993-3DDB691AD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8" name="Text Box 134">
              <a:extLst>
                <a:ext uri="{FF2B5EF4-FFF2-40B4-BE49-F238E27FC236}">
                  <a16:creationId xmlns:a16="http://schemas.microsoft.com/office/drawing/2014/main" id="{009759BA-E9BA-E945-8656-DD7F16E8F76C}"/>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99" name="Text Box 135">
              <a:extLst>
                <a:ext uri="{FF2B5EF4-FFF2-40B4-BE49-F238E27FC236}">
                  <a16:creationId xmlns:a16="http://schemas.microsoft.com/office/drawing/2014/main" id="{9F3D0E6B-1BBB-464D-879B-6D685ED5C3B4}"/>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00" name="Text Box 136">
              <a:extLst>
                <a:ext uri="{FF2B5EF4-FFF2-40B4-BE49-F238E27FC236}">
                  <a16:creationId xmlns:a16="http://schemas.microsoft.com/office/drawing/2014/main" id="{B20BB298-510C-934E-BB77-DB746AD9EEB1}"/>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01" name="Text Box 137">
              <a:extLst>
                <a:ext uri="{FF2B5EF4-FFF2-40B4-BE49-F238E27FC236}">
                  <a16:creationId xmlns:a16="http://schemas.microsoft.com/office/drawing/2014/main" id="{84EBF1E7-40B4-914A-824A-2F81A7CDDD8B}"/>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2" name="Text Box 138">
              <a:extLst>
                <a:ext uri="{FF2B5EF4-FFF2-40B4-BE49-F238E27FC236}">
                  <a16:creationId xmlns:a16="http://schemas.microsoft.com/office/drawing/2014/main" id="{EEC74826-FB22-274A-82E2-C969053E5660}"/>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3" name="Text Box 139">
              <a:extLst>
                <a:ext uri="{FF2B5EF4-FFF2-40B4-BE49-F238E27FC236}">
                  <a16:creationId xmlns:a16="http://schemas.microsoft.com/office/drawing/2014/main" id="{B90EACE7-4B28-3C42-AF7C-BF8ABA1C8642}"/>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04" name="Line 140">
              <a:extLst>
                <a:ext uri="{FF2B5EF4-FFF2-40B4-BE49-F238E27FC236}">
                  <a16:creationId xmlns:a16="http://schemas.microsoft.com/office/drawing/2014/main" id="{96346F3F-B573-224C-BD8C-66029E5319A7}"/>
                </a:ext>
              </a:extLst>
            </p:cNvPr>
            <p:cNvSpPr>
              <a:spLocks noChangeShapeType="1"/>
            </p:cNvSpPr>
            <p:nvPr/>
          </p:nvSpPr>
          <p:spPr bwMode="auto">
            <a:xfrm>
              <a:off x="1812"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5" name="Text Box 141">
              <a:extLst>
                <a:ext uri="{FF2B5EF4-FFF2-40B4-BE49-F238E27FC236}">
                  <a16:creationId xmlns:a16="http://schemas.microsoft.com/office/drawing/2014/main" id="{18A48BCB-9C88-624D-8DA6-F9761024313C}"/>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06" name="Line 142">
              <a:extLst>
                <a:ext uri="{FF2B5EF4-FFF2-40B4-BE49-F238E27FC236}">
                  <a16:creationId xmlns:a16="http://schemas.microsoft.com/office/drawing/2014/main" id="{631EB5A5-295F-C644-ADAB-7082A410B80F}"/>
                </a:ext>
              </a:extLst>
            </p:cNvPr>
            <p:cNvSpPr>
              <a:spLocks noChangeShapeType="1"/>
            </p:cNvSpPr>
            <p:nvPr/>
          </p:nvSpPr>
          <p:spPr bwMode="auto">
            <a:xfrm>
              <a:off x="3588"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7" name="Text Box 143">
              <a:extLst>
                <a:ext uri="{FF2B5EF4-FFF2-40B4-BE49-F238E27FC236}">
                  <a16:creationId xmlns:a16="http://schemas.microsoft.com/office/drawing/2014/main" id="{5034F43E-8B3D-9B40-A5BD-6F0290C7986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58808" name="Text Box 144">
              <a:extLst>
                <a:ext uri="{FF2B5EF4-FFF2-40B4-BE49-F238E27FC236}">
                  <a16:creationId xmlns:a16="http://schemas.microsoft.com/office/drawing/2014/main" id="{D8DF5D33-DF5E-D248-A9A4-15304F0443D3}"/>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09" name="Picture 145">
              <a:extLst>
                <a:ext uri="{FF2B5EF4-FFF2-40B4-BE49-F238E27FC236}">
                  <a16:creationId xmlns:a16="http://schemas.microsoft.com/office/drawing/2014/main" id="{83166764-ABBC-D24A-8D63-537B0BDDE58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0" name="Picture 146">
              <a:extLst>
                <a:ext uri="{FF2B5EF4-FFF2-40B4-BE49-F238E27FC236}">
                  <a16:creationId xmlns:a16="http://schemas.microsoft.com/office/drawing/2014/main" id="{ABC478E1-85FD-4945-A3B5-EFAE84223E3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1" name="Picture 147">
              <a:extLst>
                <a:ext uri="{FF2B5EF4-FFF2-40B4-BE49-F238E27FC236}">
                  <a16:creationId xmlns:a16="http://schemas.microsoft.com/office/drawing/2014/main" id="{FCDB9FE3-D3B9-4046-A764-7E68E5AF10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2" name="Picture 148">
              <a:extLst>
                <a:ext uri="{FF2B5EF4-FFF2-40B4-BE49-F238E27FC236}">
                  <a16:creationId xmlns:a16="http://schemas.microsoft.com/office/drawing/2014/main" id="{4D63FA4F-42F0-634C-B789-78090064B46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13" name="Text Box 149">
              <a:extLst>
                <a:ext uri="{FF2B5EF4-FFF2-40B4-BE49-F238E27FC236}">
                  <a16:creationId xmlns:a16="http://schemas.microsoft.com/office/drawing/2014/main" id="{F5C2653C-2A6D-B34C-B942-9C5D4953004C}"/>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Tree>
    <p:extLst>
      <p:ext uri="{BB962C8B-B14F-4D97-AF65-F5344CB8AC3E}">
        <p14:creationId xmlns:p14="http://schemas.microsoft.com/office/powerpoint/2010/main" val="26922149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7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1" name="Rectangle 2">
            <a:extLst>
              <a:ext uri="{FF2B5EF4-FFF2-40B4-BE49-F238E27FC236}">
                <a16:creationId xmlns:a16="http://schemas.microsoft.com/office/drawing/2014/main" id="{BDD3C437-34E6-524F-AF4C-1AFF2FB52E0E}"/>
              </a:ext>
            </a:extLst>
          </p:cNvPr>
          <p:cNvSpPr>
            <a:spLocks noGrp="1" noChangeArrowheads="1"/>
          </p:cNvSpPr>
          <p:nvPr>
            <p:ph type="title"/>
          </p:nvPr>
        </p:nvSpPr>
        <p:spPr>
          <a:xfrm>
            <a:off x="160020" y="290104"/>
            <a:ext cx="8983980" cy="576263"/>
          </a:xfrm>
        </p:spPr>
        <p:txBody>
          <a:bodyPr/>
          <a:lstStyle/>
          <a:p>
            <a:pPr eaLnBrk="1" hangingPunct="1"/>
            <a:r>
              <a:rPr lang="zh-CN" altLang="en-US" sz="2800" dirty="0">
                <a:ea typeface="宋体" panose="02010600030101010101" pitchFamily="2" charset="-122"/>
              </a:rPr>
              <a:t>内联网 </a:t>
            </a:r>
            <a:r>
              <a:rPr lang="en-US" altLang="zh-CN" sz="2800" dirty="0">
                <a:ea typeface="宋体" panose="02010600030101010101" pitchFamily="2" charset="-122"/>
              </a:rPr>
              <a:t>intranet </a:t>
            </a:r>
            <a:r>
              <a:rPr lang="zh-CN" altLang="en-US" sz="2800" dirty="0">
                <a:ea typeface="宋体" panose="02010600030101010101" pitchFamily="2" charset="-122"/>
              </a:rPr>
              <a:t>和外联网 </a:t>
            </a:r>
            <a:r>
              <a:rPr lang="en-US" altLang="zh-CN" sz="2800" dirty="0">
                <a:ea typeface="宋体" panose="02010600030101010101" pitchFamily="2" charset="-122"/>
              </a:rPr>
              <a:t>extranet</a:t>
            </a:r>
            <a:r>
              <a:rPr lang="zh-CN" altLang="en-US" sz="2800" dirty="0">
                <a:ea typeface="宋体" panose="02010600030101010101" pitchFamily="2" charset="-122"/>
              </a:rPr>
              <a:t>（都是基于 </a:t>
            </a:r>
            <a:r>
              <a:rPr lang="en-US" altLang="zh-CN" sz="2800" dirty="0">
                <a:ea typeface="宋体" panose="02010600030101010101" pitchFamily="2" charset="-122"/>
              </a:rPr>
              <a:t>TCP/IP </a:t>
            </a:r>
            <a:r>
              <a:rPr lang="zh-CN" altLang="en-US" sz="2800" dirty="0">
                <a:ea typeface="宋体" panose="02010600030101010101" pitchFamily="2" charset="-122"/>
              </a:rPr>
              <a:t>协议）</a:t>
            </a:r>
            <a:r>
              <a:rPr lang="zh-CN" altLang="en-US" dirty="0">
                <a:ea typeface="宋体" panose="02010600030101010101" pitchFamily="2" charset="-122"/>
              </a:rPr>
              <a:t> </a:t>
            </a:r>
            <a:r>
              <a:rPr lang="zh-CN" altLang="en-US" sz="2800" dirty="0">
                <a:ea typeface="宋体" panose="02010600030101010101" pitchFamily="2" charset="-122"/>
              </a:rPr>
              <a:t> </a:t>
            </a:r>
          </a:p>
        </p:txBody>
      </p:sp>
      <p:sp>
        <p:nvSpPr>
          <p:cNvPr id="460802" name="Rectangle 3">
            <a:extLst>
              <a:ext uri="{FF2B5EF4-FFF2-40B4-BE49-F238E27FC236}">
                <a16:creationId xmlns:a16="http://schemas.microsoft.com/office/drawing/2014/main" id="{847A4716-E72F-F147-92EE-AE96B465011D}"/>
              </a:ext>
            </a:extLst>
          </p:cNvPr>
          <p:cNvSpPr>
            <a:spLocks noGrp="1" noChangeArrowheads="1"/>
          </p:cNvSpPr>
          <p:nvPr>
            <p:ph type="body" idx="1"/>
          </p:nvPr>
        </p:nvSpPr>
        <p:spPr>
          <a:xfrm>
            <a:off x="285750" y="1026319"/>
            <a:ext cx="8652510" cy="2400300"/>
          </a:xfrm>
        </p:spPr>
        <p:txBody>
          <a:bodyPr/>
          <a:lstStyle/>
          <a:p>
            <a:pPr eaLnBrk="1" hangingPunct="1"/>
            <a:r>
              <a:rPr lang="zh-CN" altLang="en-US" dirty="0">
                <a:ea typeface="宋体" panose="02010600030101010101" pitchFamily="2" charset="-122"/>
              </a:rPr>
              <a:t>由部门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的内部网络所构成的虚拟专用网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rgbClr val="FF0000"/>
                </a:solidFill>
                <a:ea typeface="宋体" panose="02010600030101010101" pitchFamily="2" charset="-122"/>
              </a:rPr>
              <a:t>内联网</a:t>
            </a:r>
            <a:r>
              <a:rPr lang="en-US" altLang="zh-CN" dirty="0">
                <a:ea typeface="宋体" panose="02010600030101010101" pitchFamily="2" charset="-122"/>
              </a:rPr>
              <a:t>(intranet)</a:t>
            </a:r>
            <a:r>
              <a:rPr lang="zh-CN" altLang="en-US" dirty="0">
                <a:ea typeface="宋体" panose="02010600030101010101" pitchFamily="2" charset="-122"/>
              </a:rPr>
              <a:t>，表示部门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都是在</a:t>
            </a:r>
            <a:r>
              <a:rPr lang="zh-CN" altLang="en-US" dirty="0">
                <a:solidFill>
                  <a:schemeClr val="hlink"/>
                </a:solidFill>
                <a:ea typeface="宋体" panose="02010600030101010101" pitchFamily="2" charset="-122"/>
              </a:rPr>
              <a:t>同一个</a:t>
            </a:r>
            <a:r>
              <a:rPr lang="zh-CN" altLang="en-US" dirty="0">
                <a:ea typeface="宋体" panose="02010600030101010101" pitchFamily="2" charset="-122"/>
              </a:rPr>
              <a:t>机构的内部。</a:t>
            </a:r>
          </a:p>
          <a:p>
            <a:pPr eaLnBrk="1" hangingPunct="1"/>
            <a:r>
              <a:rPr lang="zh-CN" altLang="en-US" dirty="0">
                <a:ea typeface="宋体" panose="02010600030101010101" pitchFamily="2" charset="-122"/>
              </a:rPr>
              <a:t>一个机构和某些</a:t>
            </a:r>
            <a:r>
              <a:rPr lang="zh-CN" altLang="en-US" dirty="0">
                <a:solidFill>
                  <a:schemeClr val="hlink"/>
                </a:solidFill>
                <a:ea typeface="宋体" panose="02010600030101010101" pitchFamily="2" charset="-122"/>
              </a:rPr>
              <a:t>外部机构</a:t>
            </a:r>
            <a:r>
              <a:rPr lang="zh-CN" altLang="en-US" dirty="0">
                <a:ea typeface="宋体" panose="02010600030101010101" pitchFamily="2" charset="-122"/>
              </a:rPr>
              <a:t>共同建立的虚拟专用网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chemeClr val="hlink"/>
                </a:solidFill>
                <a:ea typeface="宋体" panose="02010600030101010101" pitchFamily="2" charset="-122"/>
              </a:rPr>
              <a:t>外联网</a:t>
            </a:r>
            <a:r>
              <a:rPr lang="en-US" altLang="zh-CN" dirty="0">
                <a:ea typeface="宋体" panose="02010600030101010101" pitchFamily="2" charset="-122"/>
              </a:rPr>
              <a:t>(extranet)</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grpSp>
        <p:nvGrpSpPr>
          <p:cNvPr id="460803" name="Group 4">
            <a:extLst>
              <a:ext uri="{FF2B5EF4-FFF2-40B4-BE49-F238E27FC236}">
                <a16:creationId xmlns:a16="http://schemas.microsoft.com/office/drawing/2014/main" id="{D388C8DE-3479-D347-8D50-A9524C5BDD79}"/>
              </a:ext>
            </a:extLst>
          </p:cNvPr>
          <p:cNvGrpSpPr>
            <a:grpSpLocks/>
          </p:cNvGrpSpPr>
          <p:nvPr/>
        </p:nvGrpSpPr>
        <p:grpSpPr bwMode="auto">
          <a:xfrm>
            <a:off x="1190626" y="3003947"/>
            <a:ext cx="6594872" cy="1543050"/>
            <a:chOff x="40" y="2872"/>
            <a:chExt cx="5539" cy="1296"/>
          </a:xfrm>
        </p:grpSpPr>
        <p:sp>
          <p:nvSpPr>
            <p:cNvPr id="460805" name="AutoShape 5">
              <a:extLst>
                <a:ext uri="{FF2B5EF4-FFF2-40B4-BE49-F238E27FC236}">
                  <a16:creationId xmlns:a16="http://schemas.microsoft.com/office/drawing/2014/main" id="{86A9DC9A-DC9A-A243-84F1-D5AD0C14E5DB}"/>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60806" name="Line 6">
              <a:extLst>
                <a:ext uri="{FF2B5EF4-FFF2-40B4-BE49-F238E27FC236}">
                  <a16:creationId xmlns:a16="http://schemas.microsoft.com/office/drawing/2014/main" id="{9CB83AA5-CF80-4E49-84BB-29E59523A252}"/>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7" name="Line 7">
              <a:extLst>
                <a:ext uri="{FF2B5EF4-FFF2-40B4-BE49-F238E27FC236}">
                  <a16:creationId xmlns:a16="http://schemas.microsoft.com/office/drawing/2014/main" id="{C068D907-6EF6-8A46-B209-63B13F1BA6D0}"/>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8" name="Line 8">
              <a:extLst>
                <a:ext uri="{FF2B5EF4-FFF2-40B4-BE49-F238E27FC236}">
                  <a16:creationId xmlns:a16="http://schemas.microsoft.com/office/drawing/2014/main" id="{777347D2-378A-DB4E-BDDF-12E982DC756D}"/>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9" name="Line 9">
              <a:extLst>
                <a:ext uri="{FF2B5EF4-FFF2-40B4-BE49-F238E27FC236}">
                  <a16:creationId xmlns:a16="http://schemas.microsoft.com/office/drawing/2014/main" id="{4E031FAC-09C6-3545-9F8A-E45C552158E6}"/>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0" name="Group 10">
              <a:extLst>
                <a:ext uri="{FF2B5EF4-FFF2-40B4-BE49-F238E27FC236}">
                  <a16:creationId xmlns:a16="http://schemas.microsoft.com/office/drawing/2014/main" id="{6678EEAC-DC63-034B-8BE9-D570ADA21AE4}"/>
                </a:ext>
              </a:extLst>
            </p:cNvPr>
            <p:cNvGrpSpPr>
              <a:grpSpLocks/>
            </p:cNvGrpSpPr>
            <p:nvPr/>
          </p:nvGrpSpPr>
          <p:grpSpPr bwMode="auto">
            <a:xfrm>
              <a:off x="657" y="3091"/>
              <a:ext cx="952" cy="772"/>
              <a:chOff x="385" y="2795"/>
              <a:chExt cx="1769" cy="816"/>
            </a:xfrm>
          </p:grpSpPr>
          <p:sp>
            <p:nvSpPr>
              <p:cNvPr id="627723" name="Oval 11">
                <a:extLst>
                  <a:ext uri="{FF2B5EF4-FFF2-40B4-BE49-F238E27FC236}">
                    <a16:creationId xmlns:a16="http://schemas.microsoft.com/office/drawing/2014/main" id="{C1DAE390-5434-9B41-B28B-16CA40A02AA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4" name="Oval 12">
                <a:extLst>
                  <a:ext uri="{FF2B5EF4-FFF2-40B4-BE49-F238E27FC236}">
                    <a16:creationId xmlns:a16="http://schemas.microsoft.com/office/drawing/2014/main" id="{49671C51-FFF6-0541-AAD6-42387B6FF62C}"/>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5" name="Oval 13">
                <a:extLst>
                  <a:ext uri="{FF2B5EF4-FFF2-40B4-BE49-F238E27FC236}">
                    <a16:creationId xmlns:a16="http://schemas.microsoft.com/office/drawing/2014/main" id="{094B26A1-C73B-0147-A9F9-2FDC1D72E48E}"/>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6" name="Oval 14">
                <a:extLst>
                  <a:ext uri="{FF2B5EF4-FFF2-40B4-BE49-F238E27FC236}">
                    <a16:creationId xmlns:a16="http://schemas.microsoft.com/office/drawing/2014/main" id="{BDFE156A-58D8-AD4B-BB77-90D949DDED1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7" name="Oval 15">
                <a:extLst>
                  <a:ext uri="{FF2B5EF4-FFF2-40B4-BE49-F238E27FC236}">
                    <a16:creationId xmlns:a16="http://schemas.microsoft.com/office/drawing/2014/main" id="{EC2C8F9C-D3AA-0446-B069-7BF5673A4145}"/>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8" name="Oval 16">
                <a:extLst>
                  <a:ext uri="{FF2B5EF4-FFF2-40B4-BE49-F238E27FC236}">
                    <a16:creationId xmlns:a16="http://schemas.microsoft.com/office/drawing/2014/main" id="{EB198CF2-64B8-044E-B099-6D21B7ABB67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9" name="Oval 17">
                <a:extLst>
                  <a:ext uri="{FF2B5EF4-FFF2-40B4-BE49-F238E27FC236}">
                    <a16:creationId xmlns:a16="http://schemas.microsoft.com/office/drawing/2014/main" id="{0F3842A5-E821-9041-BEEB-3575C49BBC31}"/>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0" name="Oval 18">
                <a:extLst>
                  <a:ext uri="{FF2B5EF4-FFF2-40B4-BE49-F238E27FC236}">
                    <a16:creationId xmlns:a16="http://schemas.microsoft.com/office/drawing/2014/main" id="{DB032400-B1F8-334C-8219-94E9C65F90C1}"/>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1" name="Oval 19">
                <a:extLst>
                  <a:ext uri="{FF2B5EF4-FFF2-40B4-BE49-F238E27FC236}">
                    <a16:creationId xmlns:a16="http://schemas.microsoft.com/office/drawing/2014/main" id="{C554D2E1-3A1C-D943-BDE3-CED423D7C2D2}"/>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2" name="Oval 20">
                <a:extLst>
                  <a:ext uri="{FF2B5EF4-FFF2-40B4-BE49-F238E27FC236}">
                    <a16:creationId xmlns:a16="http://schemas.microsoft.com/office/drawing/2014/main" id="{37D92165-63D2-3542-8548-FD8042548AF5}"/>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3" name="Oval 21">
                <a:extLst>
                  <a:ext uri="{FF2B5EF4-FFF2-40B4-BE49-F238E27FC236}">
                    <a16:creationId xmlns:a16="http://schemas.microsoft.com/office/drawing/2014/main" id="{83791674-120B-0F4F-8114-337ECFD011AB}"/>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4" name="Oval 22">
                <a:extLst>
                  <a:ext uri="{FF2B5EF4-FFF2-40B4-BE49-F238E27FC236}">
                    <a16:creationId xmlns:a16="http://schemas.microsoft.com/office/drawing/2014/main" id="{4895A7E4-350D-C346-8650-4B53E441B62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5" name="Oval 23">
                <a:extLst>
                  <a:ext uri="{FF2B5EF4-FFF2-40B4-BE49-F238E27FC236}">
                    <a16:creationId xmlns:a16="http://schemas.microsoft.com/office/drawing/2014/main" id="{B437FBCF-BD93-8E4A-A835-C49A69C1D06F}"/>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6" name="Oval 24">
                <a:extLst>
                  <a:ext uri="{FF2B5EF4-FFF2-40B4-BE49-F238E27FC236}">
                    <a16:creationId xmlns:a16="http://schemas.microsoft.com/office/drawing/2014/main" id="{4F2AA55C-FF8F-0D4D-A4D1-EC307996DCF8}"/>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7" name="Oval 25">
                <a:extLst>
                  <a:ext uri="{FF2B5EF4-FFF2-40B4-BE49-F238E27FC236}">
                    <a16:creationId xmlns:a16="http://schemas.microsoft.com/office/drawing/2014/main" id="{480055D9-09DC-9645-B994-4C0DD3142D88}"/>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8" name="Oval 26">
                <a:extLst>
                  <a:ext uri="{FF2B5EF4-FFF2-40B4-BE49-F238E27FC236}">
                    <a16:creationId xmlns:a16="http://schemas.microsoft.com/office/drawing/2014/main" id="{7A94F6FF-BF27-2242-8025-3977DCB6B4C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69" name="Freeform 27">
                <a:extLst>
                  <a:ext uri="{FF2B5EF4-FFF2-40B4-BE49-F238E27FC236}">
                    <a16:creationId xmlns:a16="http://schemas.microsoft.com/office/drawing/2014/main" id="{5938951A-B3C1-0A4E-B558-FC9DADD009F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60811" name="Line 28">
              <a:extLst>
                <a:ext uri="{FF2B5EF4-FFF2-40B4-BE49-F238E27FC236}">
                  <a16:creationId xmlns:a16="http://schemas.microsoft.com/office/drawing/2014/main" id="{0256A8AE-9627-3A41-8D43-D301AB5A0A61}"/>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2" name="Line 29">
              <a:extLst>
                <a:ext uri="{FF2B5EF4-FFF2-40B4-BE49-F238E27FC236}">
                  <a16:creationId xmlns:a16="http://schemas.microsoft.com/office/drawing/2014/main" id="{5314A41F-4B3A-614B-BA19-AA04AFB441D6}"/>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3" name="Line 30">
              <a:extLst>
                <a:ext uri="{FF2B5EF4-FFF2-40B4-BE49-F238E27FC236}">
                  <a16:creationId xmlns:a16="http://schemas.microsoft.com/office/drawing/2014/main" id="{8ECC69DF-9AFF-E54A-8BF8-B3A8BB7BD1F3}"/>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4" name="Group 31">
              <a:extLst>
                <a:ext uri="{FF2B5EF4-FFF2-40B4-BE49-F238E27FC236}">
                  <a16:creationId xmlns:a16="http://schemas.microsoft.com/office/drawing/2014/main" id="{6C34FDFF-53C4-844B-822A-B50DDFE720EB}"/>
                </a:ext>
              </a:extLst>
            </p:cNvPr>
            <p:cNvGrpSpPr>
              <a:grpSpLocks/>
            </p:cNvGrpSpPr>
            <p:nvPr/>
          </p:nvGrpSpPr>
          <p:grpSpPr bwMode="auto">
            <a:xfrm>
              <a:off x="3969" y="3046"/>
              <a:ext cx="952" cy="772"/>
              <a:chOff x="385" y="2795"/>
              <a:chExt cx="1769" cy="816"/>
            </a:xfrm>
          </p:grpSpPr>
          <p:sp>
            <p:nvSpPr>
              <p:cNvPr id="627744" name="Oval 32">
                <a:extLst>
                  <a:ext uri="{FF2B5EF4-FFF2-40B4-BE49-F238E27FC236}">
                    <a16:creationId xmlns:a16="http://schemas.microsoft.com/office/drawing/2014/main" id="{0FB0DD7F-04B7-A148-B6A7-55E4122761D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5" name="Oval 33">
                <a:extLst>
                  <a:ext uri="{FF2B5EF4-FFF2-40B4-BE49-F238E27FC236}">
                    <a16:creationId xmlns:a16="http://schemas.microsoft.com/office/drawing/2014/main" id="{B00F7809-FBED-BE41-8398-03736A537EF6}"/>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6" name="Oval 34">
                <a:extLst>
                  <a:ext uri="{FF2B5EF4-FFF2-40B4-BE49-F238E27FC236}">
                    <a16:creationId xmlns:a16="http://schemas.microsoft.com/office/drawing/2014/main" id="{22DD1585-2490-1547-91FC-DCEB412C7428}"/>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7" name="Oval 35">
                <a:extLst>
                  <a:ext uri="{FF2B5EF4-FFF2-40B4-BE49-F238E27FC236}">
                    <a16:creationId xmlns:a16="http://schemas.microsoft.com/office/drawing/2014/main" id="{26B2ADC7-9B12-8243-83E0-337562C7DCB7}"/>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8" name="Oval 36">
                <a:extLst>
                  <a:ext uri="{FF2B5EF4-FFF2-40B4-BE49-F238E27FC236}">
                    <a16:creationId xmlns:a16="http://schemas.microsoft.com/office/drawing/2014/main" id="{D52899F3-D15F-6944-8571-D210E86D7672}"/>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9" name="Oval 37">
                <a:extLst>
                  <a:ext uri="{FF2B5EF4-FFF2-40B4-BE49-F238E27FC236}">
                    <a16:creationId xmlns:a16="http://schemas.microsoft.com/office/drawing/2014/main" id="{780BD130-6A46-7D41-B61F-4A189430B388}"/>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0" name="Oval 38">
                <a:extLst>
                  <a:ext uri="{FF2B5EF4-FFF2-40B4-BE49-F238E27FC236}">
                    <a16:creationId xmlns:a16="http://schemas.microsoft.com/office/drawing/2014/main" id="{25B4D225-D578-9C43-AB67-1D6C31083CC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1" name="Oval 39">
                <a:extLst>
                  <a:ext uri="{FF2B5EF4-FFF2-40B4-BE49-F238E27FC236}">
                    <a16:creationId xmlns:a16="http://schemas.microsoft.com/office/drawing/2014/main" id="{E3EE5004-A7E8-BA4A-B724-C611AC3B632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2" name="Oval 40">
                <a:extLst>
                  <a:ext uri="{FF2B5EF4-FFF2-40B4-BE49-F238E27FC236}">
                    <a16:creationId xmlns:a16="http://schemas.microsoft.com/office/drawing/2014/main" id="{B39BC646-64DA-C34B-846D-E833EA08A214}"/>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3" name="Oval 41">
                <a:extLst>
                  <a:ext uri="{FF2B5EF4-FFF2-40B4-BE49-F238E27FC236}">
                    <a16:creationId xmlns:a16="http://schemas.microsoft.com/office/drawing/2014/main" id="{98B537F1-2597-3E43-9AAD-4525FE56EBF7}"/>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4" name="Oval 42">
                <a:extLst>
                  <a:ext uri="{FF2B5EF4-FFF2-40B4-BE49-F238E27FC236}">
                    <a16:creationId xmlns:a16="http://schemas.microsoft.com/office/drawing/2014/main" id="{F728FE44-F7EA-F947-B045-977249CEFF7F}"/>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5" name="Oval 43">
                <a:extLst>
                  <a:ext uri="{FF2B5EF4-FFF2-40B4-BE49-F238E27FC236}">
                    <a16:creationId xmlns:a16="http://schemas.microsoft.com/office/drawing/2014/main" id="{50DB30ED-2FDA-6B4C-BE2D-8A3F053E0F7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6" name="Oval 44">
                <a:extLst>
                  <a:ext uri="{FF2B5EF4-FFF2-40B4-BE49-F238E27FC236}">
                    <a16:creationId xmlns:a16="http://schemas.microsoft.com/office/drawing/2014/main" id="{731E2A9E-B0C3-AE48-8DD3-7808D8F15D84}"/>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7" name="Oval 45">
                <a:extLst>
                  <a:ext uri="{FF2B5EF4-FFF2-40B4-BE49-F238E27FC236}">
                    <a16:creationId xmlns:a16="http://schemas.microsoft.com/office/drawing/2014/main" id="{F7578B3F-5356-A64E-A6F0-2594BCEFF6A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8" name="Oval 46">
                <a:extLst>
                  <a:ext uri="{FF2B5EF4-FFF2-40B4-BE49-F238E27FC236}">
                    <a16:creationId xmlns:a16="http://schemas.microsoft.com/office/drawing/2014/main" id="{30F1BA1B-CAB9-E141-B440-92F3AF4F7482}"/>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9" name="Oval 47">
                <a:extLst>
                  <a:ext uri="{FF2B5EF4-FFF2-40B4-BE49-F238E27FC236}">
                    <a16:creationId xmlns:a16="http://schemas.microsoft.com/office/drawing/2014/main" id="{6BAC0674-2A15-5449-8850-C7D20BE8F38F}"/>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52" name="Freeform 48">
                <a:extLst>
                  <a:ext uri="{FF2B5EF4-FFF2-40B4-BE49-F238E27FC236}">
                    <a16:creationId xmlns:a16="http://schemas.microsoft.com/office/drawing/2014/main" id="{74E16E29-D05E-554D-A347-989F162045C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60815" name="Picture 49">
              <a:extLst>
                <a:ext uri="{FF2B5EF4-FFF2-40B4-BE49-F238E27FC236}">
                  <a16:creationId xmlns:a16="http://schemas.microsoft.com/office/drawing/2014/main" id="{1921EC6E-49FD-ED48-B9C0-EBD91FA4F8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6" name="Picture 50">
              <a:extLst>
                <a:ext uri="{FF2B5EF4-FFF2-40B4-BE49-F238E27FC236}">
                  <a16:creationId xmlns:a16="http://schemas.microsoft.com/office/drawing/2014/main" id="{F7452B7D-55AD-D640-BBBC-804407F947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7" name="Picture 51">
              <a:extLst>
                <a:ext uri="{FF2B5EF4-FFF2-40B4-BE49-F238E27FC236}">
                  <a16:creationId xmlns:a16="http://schemas.microsoft.com/office/drawing/2014/main" id="{B9B4410D-6E82-7840-9BE2-7C6AD3DB0C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18" name="Text Box 52">
              <a:extLst>
                <a:ext uri="{FF2B5EF4-FFF2-40B4-BE49-F238E27FC236}">
                  <a16:creationId xmlns:a16="http://schemas.microsoft.com/office/drawing/2014/main" id="{C487F885-8C63-A746-9EFA-8E8B5E602652}"/>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60819" name="Picture 53">
              <a:extLst>
                <a:ext uri="{FF2B5EF4-FFF2-40B4-BE49-F238E27FC236}">
                  <a16:creationId xmlns:a16="http://schemas.microsoft.com/office/drawing/2014/main" id="{85A529EB-4AC5-4842-8864-A9592E110E1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20" name="Text Box 54">
              <a:extLst>
                <a:ext uri="{FF2B5EF4-FFF2-40B4-BE49-F238E27FC236}">
                  <a16:creationId xmlns:a16="http://schemas.microsoft.com/office/drawing/2014/main" id="{0B097B1C-7FCC-7146-91E2-D532B8507836}"/>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60821" name="Text Box 55">
              <a:extLst>
                <a:ext uri="{FF2B5EF4-FFF2-40B4-BE49-F238E27FC236}">
                  <a16:creationId xmlns:a16="http://schemas.microsoft.com/office/drawing/2014/main" id="{2B247950-B0F5-A047-9E84-ADF67B1D1EDA}"/>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60822" name="Text Box 56">
              <a:extLst>
                <a:ext uri="{FF2B5EF4-FFF2-40B4-BE49-F238E27FC236}">
                  <a16:creationId xmlns:a16="http://schemas.microsoft.com/office/drawing/2014/main" id="{3678B0E9-AD4F-4244-BA82-C04CF0F2E23F}"/>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60823" name="Text Box 57">
              <a:extLst>
                <a:ext uri="{FF2B5EF4-FFF2-40B4-BE49-F238E27FC236}">
                  <a16:creationId xmlns:a16="http://schemas.microsoft.com/office/drawing/2014/main" id="{B1BD7157-EED0-C44B-A82E-E04881402E8F}"/>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4" name="Text Box 58">
              <a:extLst>
                <a:ext uri="{FF2B5EF4-FFF2-40B4-BE49-F238E27FC236}">
                  <a16:creationId xmlns:a16="http://schemas.microsoft.com/office/drawing/2014/main" id="{37D47361-B15E-7F49-B7BF-D7209F896722}"/>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5" name="Text Box 59">
              <a:extLst>
                <a:ext uri="{FF2B5EF4-FFF2-40B4-BE49-F238E27FC236}">
                  <a16:creationId xmlns:a16="http://schemas.microsoft.com/office/drawing/2014/main" id="{D02F34E9-3F66-7B45-9449-A738356F0FD8}"/>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60826" name="Line 60">
              <a:extLst>
                <a:ext uri="{FF2B5EF4-FFF2-40B4-BE49-F238E27FC236}">
                  <a16:creationId xmlns:a16="http://schemas.microsoft.com/office/drawing/2014/main" id="{2EA9B918-4954-EE4F-A33C-489BDDE08A98}"/>
                </a:ext>
              </a:extLst>
            </p:cNvPr>
            <p:cNvSpPr>
              <a:spLocks noChangeShapeType="1"/>
            </p:cNvSpPr>
            <p:nvPr/>
          </p:nvSpPr>
          <p:spPr bwMode="auto">
            <a:xfrm>
              <a:off x="1812"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7" name="Text Box 61">
              <a:extLst>
                <a:ext uri="{FF2B5EF4-FFF2-40B4-BE49-F238E27FC236}">
                  <a16:creationId xmlns:a16="http://schemas.microsoft.com/office/drawing/2014/main" id="{7619FCEE-8051-114D-93A1-88CCAFB64ECD}"/>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60828" name="Line 62">
              <a:extLst>
                <a:ext uri="{FF2B5EF4-FFF2-40B4-BE49-F238E27FC236}">
                  <a16:creationId xmlns:a16="http://schemas.microsoft.com/office/drawing/2014/main" id="{13A18CA4-393C-334D-A568-AC7BC6D972EE}"/>
                </a:ext>
              </a:extLst>
            </p:cNvPr>
            <p:cNvSpPr>
              <a:spLocks noChangeShapeType="1"/>
            </p:cNvSpPr>
            <p:nvPr/>
          </p:nvSpPr>
          <p:spPr bwMode="auto">
            <a:xfrm>
              <a:off x="3588"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9" name="Text Box 63">
              <a:extLst>
                <a:ext uri="{FF2B5EF4-FFF2-40B4-BE49-F238E27FC236}">
                  <a16:creationId xmlns:a16="http://schemas.microsoft.com/office/drawing/2014/main" id="{619C6B5B-C900-B148-8CCE-91511720139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60830" name="Text Box 64">
              <a:extLst>
                <a:ext uri="{FF2B5EF4-FFF2-40B4-BE49-F238E27FC236}">
                  <a16:creationId xmlns:a16="http://schemas.microsoft.com/office/drawing/2014/main" id="{11B7BC0E-67A8-E443-A730-7665D495C467}"/>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60831" name="Picture 65">
              <a:extLst>
                <a:ext uri="{FF2B5EF4-FFF2-40B4-BE49-F238E27FC236}">
                  <a16:creationId xmlns:a16="http://schemas.microsoft.com/office/drawing/2014/main" id="{FF634591-2538-B04D-88B2-CA67DE1CF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2" name="Picture 66">
              <a:extLst>
                <a:ext uri="{FF2B5EF4-FFF2-40B4-BE49-F238E27FC236}">
                  <a16:creationId xmlns:a16="http://schemas.microsoft.com/office/drawing/2014/main" id="{B2E4ED3E-C1D4-B84C-9BF5-66235F6504E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3" name="Picture 67">
              <a:extLst>
                <a:ext uri="{FF2B5EF4-FFF2-40B4-BE49-F238E27FC236}">
                  <a16:creationId xmlns:a16="http://schemas.microsoft.com/office/drawing/2014/main" id="{813DF1E2-5B1B-B24A-BCD8-4B419A3A67A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4" name="Picture 68">
              <a:extLst>
                <a:ext uri="{FF2B5EF4-FFF2-40B4-BE49-F238E27FC236}">
                  <a16:creationId xmlns:a16="http://schemas.microsoft.com/office/drawing/2014/main" id="{658C6C57-F2B3-0347-8E85-EB4BF343E1D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35" name="Text Box 69">
              <a:extLst>
                <a:ext uri="{FF2B5EF4-FFF2-40B4-BE49-F238E27FC236}">
                  <a16:creationId xmlns:a16="http://schemas.microsoft.com/office/drawing/2014/main" id="{C9529565-974E-DB4B-99B0-4014250834E0}"/>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
        <p:nvSpPr>
          <p:cNvPr id="460804" name="幻灯片编号占位符 1">
            <a:extLst>
              <a:ext uri="{FF2B5EF4-FFF2-40B4-BE49-F238E27FC236}">
                <a16:creationId xmlns:a16="http://schemas.microsoft.com/office/drawing/2014/main" id="{56B98DB1-56CD-1849-96AB-797D27C6888C}"/>
              </a:ext>
            </a:extLst>
          </p:cNvPr>
          <p:cNvSpPr>
            <a:spLocks noGrp="1" noChangeArrowheads="1"/>
          </p:cNvSpPr>
          <p:nvPr>
            <p:ph type="sldNum" sz="quarter" idx="10"/>
          </p:nvPr>
        </p:nvSpPr>
        <p:spPr>
          <a:xfrm>
            <a:off x="6516291" y="4767263"/>
            <a:ext cx="1428750" cy="3429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4D782F-7428-CF4B-A49A-6074695DA3E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4946854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49" name="Rectangle 2">
            <a:extLst>
              <a:ext uri="{FF2B5EF4-FFF2-40B4-BE49-F238E27FC236}">
                <a16:creationId xmlns:a16="http://schemas.microsoft.com/office/drawing/2014/main" id="{5974D8E1-C470-CD41-9B01-A73078B29B3A}"/>
              </a:ext>
            </a:extLst>
          </p:cNvPr>
          <p:cNvSpPr>
            <a:spLocks noGrp="1" noChangeArrowheads="1"/>
          </p:cNvSpPr>
          <p:nvPr>
            <p:ph type="title"/>
          </p:nvPr>
        </p:nvSpPr>
        <p:spPr>
          <a:xfrm>
            <a:off x="217171" y="160735"/>
            <a:ext cx="7325440" cy="790575"/>
          </a:xfrm>
        </p:spPr>
        <p:txBody>
          <a:bodyPr/>
          <a:lstStyle/>
          <a:p>
            <a:pPr eaLnBrk="1" hangingPunct="1"/>
            <a:r>
              <a:rPr lang="zh-CN" altLang="en-US" sz="3000" dirty="0">
                <a:ea typeface="宋体" panose="02010600030101010101" pitchFamily="2" charset="-122"/>
              </a:rPr>
              <a:t>远程接入</a:t>
            </a:r>
            <a:r>
              <a:rPr lang="en-US" altLang="zh-CN" sz="3000" dirty="0">
                <a:ea typeface="宋体" panose="02010600030101010101" pitchFamily="2" charset="-122"/>
              </a:rPr>
              <a:t>VPN</a:t>
            </a:r>
            <a:r>
              <a:rPr lang="en-US" altLang="zh-CN" sz="2700" dirty="0">
                <a:ea typeface="宋体" panose="02010600030101010101" pitchFamily="2" charset="-122"/>
              </a:rPr>
              <a:t>(remote access VPN)</a:t>
            </a:r>
            <a:r>
              <a:rPr lang="en-US" altLang="zh-CN" sz="3000" dirty="0">
                <a:ea typeface="宋体" panose="02010600030101010101" pitchFamily="2" charset="-122"/>
              </a:rPr>
              <a:t> </a:t>
            </a:r>
          </a:p>
        </p:txBody>
      </p:sp>
      <p:sp>
        <p:nvSpPr>
          <p:cNvPr id="462850" name="Rectangle 3">
            <a:extLst>
              <a:ext uri="{FF2B5EF4-FFF2-40B4-BE49-F238E27FC236}">
                <a16:creationId xmlns:a16="http://schemas.microsoft.com/office/drawing/2014/main" id="{45239681-8C8B-DF40-8C3C-09AFC186C810}"/>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有的公司可能没有分布在不同场所的部门，但有很多流动员工在外地工作。公司需要和他们保持联系，远程接入 </a:t>
            </a:r>
            <a:r>
              <a:rPr lang="en-US" altLang="zh-CN" dirty="0">
                <a:ea typeface="宋体" panose="02010600030101010101" pitchFamily="2" charset="-122"/>
              </a:rPr>
              <a:t>VPN </a:t>
            </a:r>
            <a:r>
              <a:rPr lang="zh-CN" altLang="en-US" dirty="0">
                <a:ea typeface="宋体" panose="02010600030101010101" pitchFamily="2" charset="-122"/>
              </a:rPr>
              <a:t>可满足这种需求。</a:t>
            </a:r>
          </a:p>
          <a:p>
            <a:pPr eaLnBrk="1" hangingPunct="1"/>
            <a:r>
              <a:rPr lang="zh-CN" altLang="en-US" dirty="0">
                <a:ea typeface="宋体" panose="02010600030101010101" pitchFamily="2" charset="-122"/>
              </a:rPr>
              <a:t>在外地工作的员工拨号接入因特网，而驻留在员工 </a:t>
            </a:r>
            <a:r>
              <a:rPr lang="en-US" altLang="zh-CN" dirty="0">
                <a:ea typeface="宋体" panose="02010600030101010101" pitchFamily="2" charset="-122"/>
              </a:rPr>
              <a:t>PC </a:t>
            </a:r>
            <a:r>
              <a:rPr lang="zh-CN" altLang="en-US" dirty="0">
                <a:ea typeface="宋体" panose="02010600030101010101" pitchFamily="2" charset="-122"/>
              </a:rPr>
              <a:t>机中的 </a:t>
            </a:r>
            <a:r>
              <a:rPr lang="en-US" altLang="zh-CN" dirty="0">
                <a:ea typeface="宋体" panose="02010600030101010101" pitchFamily="2" charset="-122"/>
              </a:rPr>
              <a:t>VPN </a:t>
            </a:r>
            <a:r>
              <a:rPr lang="zh-CN" altLang="en-US" dirty="0">
                <a:ea typeface="宋体" panose="02010600030101010101" pitchFamily="2" charset="-122"/>
              </a:rPr>
              <a:t>软件可在员工的 </a:t>
            </a:r>
            <a:r>
              <a:rPr lang="en-US" altLang="zh-CN" dirty="0">
                <a:ea typeface="宋体" panose="02010600030101010101" pitchFamily="2" charset="-122"/>
              </a:rPr>
              <a:t>PC </a:t>
            </a:r>
            <a:r>
              <a:rPr lang="zh-CN" altLang="en-US" dirty="0">
                <a:ea typeface="宋体" panose="02010600030101010101" pitchFamily="2" charset="-122"/>
              </a:rPr>
              <a:t>机和公司的主机之间建立 </a:t>
            </a:r>
            <a:r>
              <a:rPr lang="en-US" altLang="zh-CN" dirty="0">
                <a:ea typeface="宋体" panose="02010600030101010101" pitchFamily="2" charset="-122"/>
              </a:rPr>
              <a:t>VPN </a:t>
            </a:r>
            <a:r>
              <a:rPr lang="zh-CN" altLang="en-US" dirty="0">
                <a:ea typeface="宋体" panose="02010600030101010101" pitchFamily="2" charset="-122"/>
              </a:rPr>
              <a:t>隧道，因而外地员工与公司通信的内容是保密的，员工们感到好像就是使用公司内部的本地网络。 </a:t>
            </a:r>
          </a:p>
        </p:txBody>
      </p:sp>
      <p:sp>
        <p:nvSpPr>
          <p:cNvPr id="462851" name="幻灯片编号占位符 1">
            <a:extLst>
              <a:ext uri="{FF2B5EF4-FFF2-40B4-BE49-F238E27FC236}">
                <a16:creationId xmlns:a16="http://schemas.microsoft.com/office/drawing/2014/main" id="{529D97DE-F5F2-B544-BA5F-3B4C34EC6E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D0E61F5-6879-1B4F-8AC6-325E06CCAAC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1470744"/>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3" name="Rectangle 3">
            <a:extLst>
              <a:ext uri="{FF2B5EF4-FFF2-40B4-BE49-F238E27FC236}">
                <a16:creationId xmlns:a16="http://schemas.microsoft.com/office/drawing/2014/main" id="{76892BA8-91A4-0740-A185-A543B2655D33}"/>
              </a:ext>
            </a:extLst>
          </p:cNvPr>
          <p:cNvSpPr>
            <a:spLocks noGrp="1" noChangeArrowheads="1"/>
          </p:cNvSpPr>
          <p:nvPr>
            <p:ph idx="1"/>
          </p:nvPr>
        </p:nvSpPr>
        <p:spPr/>
        <p:txBody>
          <a:bodyPr/>
          <a:lstStyle/>
          <a:p>
            <a:r>
              <a:rPr lang="zh-CN" altLang="en-US" sz="2800" dirty="0">
                <a:solidFill>
                  <a:srgbClr val="FF0000"/>
                </a:solidFill>
                <a:latin typeface="Times New Roman" panose="02020603050405020304" pitchFamily="18" charset="0"/>
                <a:ea typeface="宋体" panose="02010600030101010101" pitchFamily="2" charset="-122"/>
              </a:rPr>
              <a:t>问题：</a:t>
            </a:r>
            <a:r>
              <a:rPr lang="zh-CN" altLang="zh-CN" sz="2800" dirty="0">
                <a:latin typeface="Times New Roman" panose="02020603050405020304" pitchFamily="18" charset="0"/>
                <a:ea typeface="宋体" panose="02010600030101010101" pitchFamily="2" charset="-122"/>
              </a:rPr>
              <a:t>在专用网</a:t>
            </a:r>
            <a:r>
              <a:rPr lang="zh-CN" altLang="en-US" sz="2800" dirty="0">
                <a:latin typeface="Times New Roman" panose="02020603050405020304" pitchFamily="18" charset="0"/>
                <a:ea typeface="宋体" panose="02010600030101010101" pitchFamily="2" charset="-122"/>
              </a:rPr>
              <a:t>上使用</a:t>
            </a:r>
            <a:r>
              <a:rPr lang="zh-CN" altLang="zh-CN" sz="2800" dirty="0">
                <a:latin typeface="Times New Roman" panose="02020603050405020304" pitchFamily="18" charset="0"/>
                <a:ea typeface="宋体" panose="02010600030101010101" pitchFamily="2" charset="-122"/>
              </a:rPr>
              <a:t>专用地址</a:t>
            </a:r>
            <a:r>
              <a:rPr lang="zh-CN" altLang="en-US" sz="2800" dirty="0">
                <a:latin typeface="Times New Roman" panose="02020603050405020304" pitchFamily="18" charset="0"/>
                <a:ea typeface="宋体" panose="02010600030101010101" pitchFamily="2" charset="-122"/>
              </a:rPr>
              <a:t>的主机如何与</a:t>
            </a:r>
            <a:r>
              <a:rPr lang="zh-CN" altLang="zh-CN" sz="2800" dirty="0">
                <a:latin typeface="Times New Roman" panose="02020603050405020304" pitchFamily="18" charset="0"/>
                <a:ea typeface="宋体" panose="02010600030101010101" pitchFamily="2" charset="-122"/>
              </a:rPr>
              <a:t>互联网上的主机通信（并不需要加密）</a:t>
            </a:r>
            <a:r>
              <a:rPr lang="zh-CN" altLang="en-US" sz="2800" dirty="0">
                <a:latin typeface="Times New Roman" panose="02020603050405020304" pitchFamily="18" charset="0"/>
                <a:ea typeface="宋体" panose="02010600030101010101" pitchFamily="2" charset="-122"/>
              </a:rPr>
              <a:t>？</a:t>
            </a:r>
            <a:endParaRPr lang="en-US" altLang="zh-CN" sz="2800" dirty="0">
              <a:latin typeface="Times New Roman" panose="02020603050405020304" pitchFamily="18" charset="0"/>
              <a:ea typeface="宋体" panose="02010600030101010101" pitchFamily="2" charset="-122"/>
            </a:endParaRPr>
          </a:p>
          <a:p>
            <a:r>
              <a:rPr lang="zh-CN" altLang="en-US" sz="2800" dirty="0">
                <a:solidFill>
                  <a:srgbClr val="0000FF"/>
                </a:solidFill>
                <a:latin typeface="Times New Roman" panose="02020603050405020304" pitchFamily="18" charset="0"/>
                <a:ea typeface="宋体" panose="02010600030101010101" pitchFamily="2" charset="-122"/>
              </a:rPr>
              <a:t>解决：</a:t>
            </a:r>
            <a:endParaRPr lang="en-US" altLang="zh-CN" sz="2800" dirty="0">
              <a:solidFill>
                <a:srgbClr val="0000FF"/>
              </a:solidFill>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(1) </a:t>
            </a:r>
            <a:r>
              <a:rPr lang="zh-CN" altLang="zh-CN" sz="2400" dirty="0">
                <a:latin typeface="Times New Roman" panose="02020603050405020304" pitchFamily="18" charset="0"/>
                <a:ea typeface="宋体" panose="02010600030101010101" pitchFamily="2" charset="-122"/>
              </a:rPr>
              <a:t>再申请一些全球</a:t>
            </a:r>
            <a:r>
              <a:rPr lang="en-US" altLang="zh-CN" sz="2400" dirty="0">
                <a:latin typeface="Times New Roman" panose="02020603050405020304" pitchFamily="18" charset="0"/>
                <a:ea typeface="宋体" panose="02010600030101010101" pitchFamily="2" charset="-122"/>
              </a:rPr>
              <a:t> IP </a:t>
            </a:r>
            <a:r>
              <a:rPr lang="zh-CN" altLang="zh-CN" sz="2400" dirty="0">
                <a:latin typeface="Times New Roman" panose="02020603050405020304" pitchFamily="18" charset="0"/>
                <a:ea typeface="宋体" panose="02010600030101010101" pitchFamily="2" charset="-122"/>
              </a:rPr>
              <a:t>地址。但这在很多情况下是不容易做到</a:t>
            </a:r>
            <a:r>
              <a:rPr lang="zh-CN" altLang="en-US" sz="2400" dirty="0">
                <a:latin typeface="Times New Roman" panose="02020603050405020304" pitchFamily="18" charset="0"/>
                <a:ea typeface="宋体" panose="02010600030101010101" pitchFamily="2" charset="-122"/>
              </a:rPr>
              <a:t>的。</a:t>
            </a:r>
            <a:endParaRPr lang="en-US" altLang="zh-CN" sz="2400" dirty="0">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(2)</a:t>
            </a:r>
            <a:r>
              <a:rPr lang="zh-CN" altLang="en-US" sz="2400" dirty="0">
                <a:latin typeface="Times New Roman" panose="02020603050405020304" pitchFamily="18" charset="0"/>
                <a:ea typeface="宋体" panose="02010600030101010101" pitchFamily="2" charset="-122"/>
              </a:rPr>
              <a:t> </a:t>
            </a:r>
            <a:r>
              <a:rPr lang="zh-CN" altLang="zh-CN" sz="2400" dirty="0">
                <a:latin typeface="Times New Roman" panose="02020603050405020304" pitchFamily="18" charset="0"/>
                <a:ea typeface="宋体" panose="02010600030101010101" pitchFamily="2" charset="-122"/>
              </a:rPr>
              <a:t>采用网络地址转换</a:t>
            </a:r>
            <a:r>
              <a:rPr lang="en-US" altLang="zh-CN" sz="2400" dirty="0">
                <a:latin typeface="Times New Roman" panose="02020603050405020304" pitchFamily="18" charset="0"/>
                <a:ea typeface="宋体" panose="02010600030101010101" pitchFamily="2" charset="-122"/>
              </a:rPr>
              <a:t> NAT</a:t>
            </a:r>
            <a:r>
              <a:rPr lang="zh-CN" altLang="en-US" sz="2400" dirty="0">
                <a:latin typeface="Times New Roman" panose="02020603050405020304" pitchFamily="18" charset="0"/>
                <a:ea typeface="宋体" panose="02010600030101010101" pitchFamily="2" charset="-122"/>
              </a:rPr>
              <a:t>。这是</a:t>
            </a:r>
            <a:r>
              <a:rPr lang="zh-CN" altLang="zh-CN" sz="2400" dirty="0">
                <a:latin typeface="Times New Roman" panose="02020603050405020304" pitchFamily="18" charset="0"/>
                <a:ea typeface="宋体" panose="02010600030101010101" pitchFamily="2" charset="-122"/>
              </a:rPr>
              <a:t>目前使用得最多的方法</a:t>
            </a:r>
            <a:r>
              <a:rPr lang="zh-CN" altLang="en-US" sz="2400" dirty="0">
                <a:latin typeface="Times New Roman" panose="02020603050405020304" pitchFamily="18" charset="0"/>
                <a:ea typeface="宋体" panose="02010600030101010101" pitchFamily="2" charset="-122"/>
              </a:rPr>
              <a:t>。</a:t>
            </a:r>
            <a:endParaRPr lang="zh-CN" altLang="zh-CN" sz="2400" dirty="0">
              <a:latin typeface="Times New Roman" panose="02020603050405020304" pitchFamily="18" charset="0"/>
              <a:ea typeface="宋体" panose="02010600030101010101" pitchFamily="2" charset="-122"/>
            </a:endParaRPr>
          </a:p>
          <a:p>
            <a:endParaRPr lang="en-US" altLang="zh-CN" sz="2800" dirty="0">
              <a:latin typeface="Times New Roman" panose="02020603050405020304" pitchFamily="18" charset="0"/>
              <a:ea typeface="宋体" panose="02010600030101010101" pitchFamily="2" charset="-122"/>
            </a:endParaRPr>
          </a:p>
        </p:txBody>
      </p:sp>
      <p:sp>
        <p:nvSpPr>
          <p:cNvPr id="463874" name="Rectangle 2">
            <a:extLst>
              <a:ext uri="{FF2B5EF4-FFF2-40B4-BE49-F238E27FC236}">
                <a16:creationId xmlns:a16="http://schemas.microsoft.com/office/drawing/2014/main" id="{4DFD9558-1000-FD47-BADC-E65E35C87BF5}"/>
              </a:ext>
            </a:extLst>
          </p:cNvPr>
          <p:cNvSpPr txBox="1">
            <a:spLocks noChangeArrowheads="1"/>
          </p:cNvSpPr>
          <p:nvPr/>
        </p:nvSpPr>
        <p:spPr bwMode="auto">
          <a:xfrm>
            <a:off x="133563" y="283369"/>
            <a:ext cx="8930427" cy="596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dirty="0">
                <a:ea typeface="宋体" panose="02010600030101010101" pitchFamily="2" charset="-122"/>
              </a:rPr>
              <a:t>4.7.2   </a:t>
            </a:r>
            <a:r>
              <a:rPr lang="zh-CN" altLang="en-US" dirty="0">
                <a:ea typeface="宋体" panose="02010600030101010101" pitchFamily="2" charset="-122"/>
              </a:rPr>
              <a:t>网络地址转换 </a:t>
            </a:r>
            <a:r>
              <a:rPr lang="en-US" altLang="zh-CN" dirty="0">
                <a:ea typeface="宋体" panose="02010600030101010101" pitchFamily="2" charset="-122"/>
              </a:rPr>
              <a:t>NAT </a:t>
            </a:r>
            <a:r>
              <a:rPr lang="en-US" altLang="zh-CN" sz="2400" dirty="0">
                <a:ea typeface="宋体" panose="02010600030101010101" pitchFamily="2" charset="-122"/>
              </a:rPr>
              <a:t>(Network Address Translation)</a:t>
            </a:r>
          </a:p>
        </p:txBody>
      </p:sp>
    </p:spTree>
    <p:extLst>
      <p:ext uri="{BB962C8B-B14F-4D97-AF65-F5344CB8AC3E}">
        <p14:creationId xmlns:p14="http://schemas.microsoft.com/office/powerpoint/2010/main" val="4243213375"/>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1" name="Rectangle 2">
            <a:extLst>
              <a:ext uri="{FF2B5EF4-FFF2-40B4-BE49-F238E27FC236}">
                <a16:creationId xmlns:a16="http://schemas.microsoft.com/office/drawing/2014/main" id="{28CB2B97-50D5-EC4C-862A-0A83196A4571}"/>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en-US" altLang="zh-CN" sz="2475">
              <a:ea typeface="宋体" panose="02010600030101010101" pitchFamily="2" charset="-122"/>
            </a:endParaRPr>
          </a:p>
        </p:txBody>
      </p:sp>
      <p:sp>
        <p:nvSpPr>
          <p:cNvPr id="628739" name="Rectangle 3">
            <a:extLst>
              <a:ext uri="{FF2B5EF4-FFF2-40B4-BE49-F238E27FC236}">
                <a16:creationId xmlns:a16="http://schemas.microsoft.com/office/drawing/2014/main" id="{E165597A-EEDE-4B45-BBD7-2746D2511323}"/>
              </a:ext>
            </a:extLst>
          </p:cNvPr>
          <p:cNvSpPr>
            <a:spLocks noGrp="1" noChangeArrowheads="1"/>
          </p:cNvSpPr>
          <p:nvPr>
            <p:ph idx="1"/>
          </p:nvPr>
        </p:nvSpPr>
        <p:spPr/>
        <p:txBody>
          <a:bodyPr/>
          <a:lstStyle/>
          <a:p>
            <a:r>
              <a:rPr lang="zh-CN" altLang="en-US" dirty="0">
                <a:latin typeface="Times New Roman" panose="02020603050405020304" pitchFamily="18" charset="0"/>
                <a:ea typeface="宋体" panose="02010600030101010101" pitchFamily="2" charset="-122"/>
              </a:rPr>
              <a:t>网络地址转换 </a:t>
            </a:r>
            <a:r>
              <a:rPr lang="en-US" altLang="zh-CN" dirty="0">
                <a:latin typeface="Times New Roman" panose="02020603050405020304" pitchFamily="18" charset="0"/>
                <a:ea typeface="宋体" panose="02010600030101010101" pitchFamily="2" charset="-122"/>
              </a:rPr>
              <a:t>NAT (Network Address Translation)  </a:t>
            </a:r>
            <a:r>
              <a:rPr lang="zh-CN" altLang="en-US" dirty="0">
                <a:latin typeface="Times New Roman" panose="02020603050405020304" pitchFamily="18" charset="0"/>
                <a:ea typeface="宋体" panose="02010600030101010101" pitchFamily="2" charset="-122"/>
              </a:rPr>
              <a:t>方法于</a:t>
            </a:r>
            <a:r>
              <a:rPr lang="en-US" altLang="zh-CN" dirty="0">
                <a:latin typeface="Times New Roman" panose="02020603050405020304" pitchFamily="18" charset="0"/>
                <a:ea typeface="宋体" panose="02010600030101010101" pitchFamily="2" charset="-122"/>
              </a:rPr>
              <a:t>1994</a:t>
            </a:r>
            <a:r>
              <a:rPr lang="zh-CN" altLang="en-US" dirty="0">
                <a:latin typeface="Times New Roman" panose="02020603050405020304" pitchFamily="18" charset="0"/>
                <a:ea typeface="宋体" panose="02010600030101010101" pitchFamily="2" charset="-122"/>
              </a:rPr>
              <a:t>年提出。</a:t>
            </a:r>
          </a:p>
          <a:p>
            <a:r>
              <a:rPr lang="zh-CN" altLang="en-US" dirty="0">
                <a:latin typeface="Times New Roman" panose="02020603050405020304" pitchFamily="18" charset="0"/>
                <a:ea typeface="宋体" panose="02010600030101010101" pitchFamily="2" charset="-122"/>
              </a:rPr>
              <a:t>需要在专用网连接到互联网的路由器上安装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软件。装有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软件的路由器叫作 </a:t>
            </a:r>
            <a:r>
              <a:rPr lang="en-US" altLang="zh-CN" dirty="0">
                <a:solidFill>
                  <a:srgbClr val="FF0000"/>
                </a:solidFill>
                <a:latin typeface="Times New Roman" panose="02020603050405020304" pitchFamily="18" charset="0"/>
                <a:ea typeface="宋体" panose="02010600030101010101" pitchFamily="2" charset="-122"/>
              </a:rPr>
              <a:t>NAT</a:t>
            </a:r>
            <a:r>
              <a:rPr lang="zh-CN" altLang="en-US" dirty="0">
                <a:solidFill>
                  <a:srgbClr val="FF0000"/>
                </a:solidFill>
                <a:latin typeface="Times New Roman" panose="02020603050405020304" pitchFamily="18" charset="0"/>
                <a:ea typeface="宋体" panose="02010600030101010101" pitchFamily="2" charset="-122"/>
              </a:rPr>
              <a:t>路由器，</a:t>
            </a:r>
            <a:r>
              <a:rPr lang="zh-CN" altLang="en-US" dirty="0">
                <a:solidFill>
                  <a:srgbClr val="0000FF"/>
                </a:solidFill>
                <a:latin typeface="Times New Roman" panose="02020603050405020304" pitchFamily="18" charset="0"/>
                <a:ea typeface="宋体" panose="02010600030101010101" pitchFamily="2" charset="-122"/>
              </a:rPr>
              <a:t>它至少有一个有效的外部全球</a:t>
            </a:r>
            <a:r>
              <a:rPr lang="en-US" altLang="zh-CN" dirty="0">
                <a:solidFill>
                  <a:srgbClr val="0000FF"/>
                </a:solidFill>
                <a:latin typeface="Times New Roman" panose="02020603050405020304" pitchFamily="18" charset="0"/>
                <a:ea typeface="宋体" panose="02010600030101010101" pitchFamily="2" charset="-122"/>
              </a:rPr>
              <a:t>IP</a:t>
            </a:r>
            <a:r>
              <a:rPr lang="zh-CN" altLang="en-US" dirty="0">
                <a:solidFill>
                  <a:srgbClr val="0000FF"/>
                </a:solidFill>
                <a:latin typeface="Times New Roman" panose="02020603050405020304" pitchFamily="18" charset="0"/>
                <a:ea typeface="宋体" panose="02010600030101010101" pitchFamily="2" charset="-122"/>
              </a:rPr>
              <a:t>地址。</a:t>
            </a:r>
          </a:p>
          <a:p>
            <a:r>
              <a:rPr lang="zh-CN" altLang="en-US" dirty="0">
                <a:latin typeface="Times New Roman" panose="02020603050405020304" pitchFamily="18" charset="0"/>
                <a:ea typeface="宋体" panose="02010600030101010101" pitchFamily="2" charset="-122"/>
              </a:rPr>
              <a:t>所有使用本地地址的主机在和外界通信时，都要在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路由器</a:t>
            </a:r>
            <a:r>
              <a:rPr lang="zh-CN" altLang="en-US" dirty="0">
                <a:solidFill>
                  <a:srgbClr val="FF0000"/>
                </a:solidFill>
                <a:latin typeface="Times New Roman" panose="02020603050405020304" pitchFamily="18" charset="0"/>
                <a:ea typeface="宋体" panose="02010600030101010101" pitchFamily="2" charset="-122"/>
              </a:rPr>
              <a:t>上将其本地地址转换成</a:t>
            </a:r>
            <a:r>
              <a:rPr lang="zh-CN" altLang="zh-CN" dirty="0">
                <a:solidFill>
                  <a:srgbClr val="FF0000"/>
                </a:solidFill>
                <a:latin typeface="Times New Roman" panose="02020603050405020304" pitchFamily="18" charset="0"/>
                <a:ea typeface="宋体" panose="02010600030101010101" pitchFamily="2" charset="-122"/>
              </a:rPr>
              <a:t>全球</a:t>
            </a:r>
            <a:r>
              <a:rPr lang="en-US" altLang="zh-CN" dirty="0">
                <a:solidFill>
                  <a:srgbClr val="FF0000"/>
                </a:solidFill>
                <a:latin typeface="Times New Roman" panose="02020603050405020304" pitchFamily="18" charset="0"/>
                <a:ea typeface="宋体" panose="02010600030101010101" pitchFamily="2" charset="-122"/>
              </a:rPr>
              <a:t> IP </a:t>
            </a:r>
            <a:r>
              <a:rPr lang="zh-CN" altLang="zh-CN" dirty="0">
                <a:solidFill>
                  <a:srgbClr val="FF0000"/>
                </a:solidFill>
                <a:latin typeface="Times New Roman" panose="02020603050405020304" pitchFamily="18" charset="0"/>
                <a:ea typeface="宋体" panose="02010600030101010101" pitchFamily="2" charset="-122"/>
              </a:rPr>
              <a:t>地址</a:t>
            </a:r>
            <a:r>
              <a:rPr lang="zh-CN" altLang="en-US" dirty="0">
                <a:solidFill>
                  <a:srgbClr val="FF0000"/>
                </a:solidFill>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才能和互联网连接。</a:t>
            </a:r>
            <a:r>
              <a:rPr lang="zh-CN" altLang="en-US" sz="2475"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20686240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69" name="Rectangle 2">
            <a:extLst>
              <a:ext uri="{FF2B5EF4-FFF2-40B4-BE49-F238E27FC236}">
                <a16:creationId xmlns:a16="http://schemas.microsoft.com/office/drawing/2014/main" id="{C9679B17-1AC8-1740-BB50-DFA7CB901C2B}"/>
              </a:ext>
            </a:extLst>
          </p:cNvPr>
          <p:cNvSpPr>
            <a:spLocks noGrp="1" noChangeArrowheads="1"/>
          </p:cNvSpPr>
          <p:nvPr>
            <p:ph type="title"/>
          </p:nvPr>
        </p:nvSpPr>
        <p:spPr>
          <a:xfrm>
            <a:off x="171450" y="246460"/>
            <a:ext cx="6935391" cy="647700"/>
          </a:xfrm>
        </p:spPr>
        <p:txBody>
          <a:bodyPr/>
          <a:lstStyle/>
          <a:p>
            <a:r>
              <a:rPr lang="zh-CN" altLang="en-US">
                <a:ea typeface="宋体" panose="02010600030101010101" pitchFamily="2" charset="-122"/>
              </a:rPr>
              <a:t>网络地址转换示意图</a:t>
            </a:r>
          </a:p>
        </p:txBody>
      </p:sp>
      <p:pic>
        <p:nvPicPr>
          <p:cNvPr id="467970" name="Picture 4" descr="5-60">
            <a:extLst>
              <a:ext uri="{FF2B5EF4-FFF2-40B4-BE49-F238E27FC236}">
                <a16:creationId xmlns:a16="http://schemas.microsoft.com/office/drawing/2014/main" id="{A06540F7-858C-F841-ADDE-638162A08C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2206" y="1458517"/>
            <a:ext cx="4267200" cy="2840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7971" name="灯片编号占位符 1">
            <a:extLst>
              <a:ext uri="{FF2B5EF4-FFF2-40B4-BE49-F238E27FC236}">
                <a16:creationId xmlns:a16="http://schemas.microsoft.com/office/drawing/2014/main" id="{38AC7AD2-B5B7-3646-9B2A-3D3934840C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F1189FB-414D-794C-9C4D-98D46044323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3770429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3" name="Rectangle 2">
            <a:extLst>
              <a:ext uri="{FF2B5EF4-FFF2-40B4-BE49-F238E27FC236}">
                <a16:creationId xmlns:a16="http://schemas.microsoft.com/office/drawing/2014/main" id="{82CC84FB-9827-3B41-BA8A-74BC0F36919B}"/>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latin typeface="Times New Roman" panose="02020603050405020304" pitchFamily="18" charset="0"/>
              <a:ea typeface="宋体" panose="02010600030101010101" pitchFamily="2" charset="-122"/>
            </a:endParaRPr>
          </a:p>
        </p:txBody>
      </p:sp>
      <p:sp>
        <p:nvSpPr>
          <p:cNvPr id="6" name="Line 74">
            <a:extLst>
              <a:ext uri="{FF2B5EF4-FFF2-40B4-BE49-F238E27FC236}">
                <a16:creationId xmlns:a16="http://schemas.microsoft.com/office/drawing/2014/main" id="{D255F0F0-6BDE-364E-9738-23FF5D4A8E1B}"/>
              </a:ext>
            </a:extLst>
          </p:cNvPr>
          <p:cNvSpPr>
            <a:spLocks noChangeShapeType="1"/>
          </p:cNvSpPr>
          <p:nvPr/>
        </p:nvSpPr>
        <p:spPr bwMode="auto">
          <a:xfrm>
            <a:off x="7323058" y="3214926"/>
            <a:ext cx="441722" cy="120253"/>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7" name="Line 73">
            <a:extLst>
              <a:ext uri="{FF2B5EF4-FFF2-40B4-BE49-F238E27FC236}">
                <a16:creationId xmlns:a16="http://schemas.microsoft.com/office/drawing/2014/main" id="{2CAE5A57-5FBC-5B43-A586-1436946839D5}"/>
              </a:ext>
            </a:extLst>
          </p:cNvPr>
          <p:cNvSpPr>
            <a:spLocks noChangeShapeType="1"/>
          </p:cNvSpPr>
          <p:nvPr/>
        </p:nvSpPr>
        <p:spPr bwMode="auto">
          <a:xfrm>
            <a:off x="7046833" y="3631645"/>
            <a:ext cx="441722" cy="298847"/>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72">
            <a:extLst>
              <a:ext uri="{FF2B5EF4-FFF2-40B4-BE49-F238E27FC236}">
                <a16:creationId xmlns:a16="http://schemas.microsoft.com/office/drawing/2014/main" id="{619AC16E-52D9-F54B-B8EA-E828DF771296}"/>
              </a:ext>
            </a:extLst>
          </p:cNvPr>
          <p:cNvSpPr>
            <a:spLocks noChangeShapeType="1"/>
          </p:cNvSpPr>
          <p:nvPr/>
        </p:nvSpPr>
        <p:spPr bwMode="auto">
          <a:xfrm flipV="1">
            <a:off x="7102792" y="2677954"/>
            <a:ext cx="385763" cy="238125"/>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8997" name="Group 61">
            <a:extLst>
              <a:ext uri="{FF2B5EF4-FFF2-40B4-BE49-F238E27FC236}">
                <a16:creationId xmlns:a16="http://schemas.microsoft.com/office/drawing/2014/main" id="{BF57432E-E7E9-6145-A23A-081D6F6E86CE}"/>
              </a:ext>
            </a:extLst>
          </p:cNvPr>
          <p:cNvGrpSpPr>
            <a:grpSpLocks/>
          </p:cNvGrpSpPr>
          <p:nvPr/>
        </p:nvGrpSpPr>
        <p:grpSpPr bwMode="auto">
          <a:xfrm flipH="1">
            <a:off x="2403396" y="3335179"/>
            <a:ext cx="719138" cy="178594"/>
            <a:chOff x="521" y="2478"/>
            <a:chExt cx="1044" cy="136"/>
          </a:xfrm>
        </p:grpSpPr>
        <p:sp>
          <p:nvSpPr>
            <p:cNvPr id="469038" name="AutoShape 62">
              <a:extLst>
                <a:ext uri="{FF2B5EF4-FFF2-40B4-BE49-F238E27FC236}">
                  <a16:creationId xmlns:a16="http://schemas.microsoft.com/office/drawing/2014/main" id="{ACB22BFB-C45F-9946-94A7-36347A0F13C5}"/>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9" name="Rectangle 63">
              <a:extLst>
                <a:ext uri="{FF2B5EF4-FFF2-40B4-BE49-F238E27FC236}">
                  <a16:creationId xmlns:a16="http://schemas.microsoft.com/office/drawing/2014/main" id="{E01A4950-5076-B64F-8949-9E29E4C66154}"/>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40" name="Rectangle 64">
              <a:extLst>
                <a:ext uri="{FF2B5EF4-FFF2-40B4-BE49-F238E27FC236}">
                  <a16:creationId xmlns:a16="http://schemas.microsoft.com/office/drawing/2014/main" id="{B7FB7D76-6F60-C346-94A4-F96666775FF7}"/>
                </a:ext>
              </a:extLst>
            </p:cNvPr>
            <p:cNvSpPr>
              <a:spLocks noChangeArrowheads="1"/>
            </p:cNvSpPr>
            <p:nvPr/>
          </p:nvSpPr>
          <p:spPr bwMode="auto">
            <a:xfrm>
              <a:off x="1155" y="2478"/>
              <a:ext cx="228"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8998" name="Rectangle 43">
            <a:extLst>
              <a:ext uri="{FF2B5EF4-FFF2-40B4-BE49-F238E27FC236}">
                <a16:creationId xmlns:a16="http://schemas.microsoft.com/office/drawing/2014/main" id="{D047EE67-806C-3B4A-A41C-DBAE2149BCCF}"/>
              </a:ext>
            </a:extLst>
          </p:cNvPr>
          <p:cNvSpPr>
            <a:spLocks noChangeArrowheads="1"/>
          </p:cNvSpPr>
          <p:nvPr/>
        </p:nvSpPr>
        <p:spPr bwMode="auto">
          <a:xfrm>
            <a:off x="1817609" y="2200514"/>
            <a:ext cx="1858565" cy="1491853"/>
          </a:xfrm>
          <a:prstGeom prst="rect">
            <a:avLst/>
          </a:prstGeom>
          <a:noFill/>
          <a:ln w="2857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14" name="Line 37">
            <a:extLst>
              <a:ext uri="{FF2B5EF4-FFF2-40B4-BE49-F238E27FC236}">
                <a16:creationId xmlns:a16="http://schemas.microsoft.com/office/drawing/2014/main" id="{7582BEEE-3F3B-D045-8877-E7F1D5CA2386}"/>
              </a:ext>
            </a:extLst>
          </p:cNvPr>
          <p:cNvSpPr>
            <a:spLocks noChangeShapeType="1"/>
          </p:cNvSpPr>
          <p:nvPr/>
        </p:nvSpPr>
        <p:spPr bwMode="auto">
          <a:xfrm>
            <a:off x="1906905" y="3274457"/>
            <a:ext cx="2100263"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5" name="Line 34">
            <a:extLst>
              <a:ext uri="{FF2B5EF4-FFF2-40B4-BE49-F238E27FC236}">
                <a16:creationId xmlns:a16="http://schemas.microsoft.com/office/drawing/2014/main" id="{61A7B33F-5AEA-2D42-BD3F-D39ECF239994}"/>
              </a:ext>
            </a:extLst>
          </p:cNvPr>
          <p:cNvSpPr>
            <a:spLocks noChangeShapeType="1"/>
          </p:cNvSpPr>
          <p:nvPr/>
        </p:nvSpPr>
        <p:spPr bwMode="auto">
          <a:xfrm>
            <a:off x="4061937" y="3274457"/>
            <a:ext cx="1493044" cy="0"/>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aphicFrame>
        <p:nvGraphicFramePr>
          <p:cNvPr id="469001" name="Object 4">
            <a:extLst>
              <a:ext uri="{FF2B5EF4-FFF2-40B4-BE49-F238E27FC236}">
                <a16:creationId xmlns:a16="http://schemas.microsoft.com/office/drawing/2014/main" id="{8B693B6D-D017-2946-9342-B2792D3FCD4B}"/>
              </a:ext>
            </a:extLst>
          </p:cNvPr>
          <p:cNvGraphicFramePr>
            <a:graphicFrameLocks noChangeAspect="1"/>
          </p:cNvGraphicFramePr>
          <p:nvPr>
            <p:extLst>
              <p:ext uri="{D42A27DB-BD31-4B8C-83A1-F6EECF244321}">
                <p14:modId xmlns:p14="http://schemas.microsoft.com/office/powerpoint/2010/main" val="397484194"/>
              </p:ext>
            </p:extLst>
          </p:nvPr>
        </p:nvGraphicFramePr>
        <p:xfrm>
          <a:off x="5444252" y="2499361"/>
          <a:ext cx="2105025" cy="1412081"/>
        </p:xfrm>
        <a:graphic>
          <a:graphicData uri="http://schemas.openxmlformats.org/presentationml/2006/ole">
            <mc:AlternateContent xmlns:mc="http://schemas.openxmlformats.org/markup-compatibility/2006">
              <mc:Choice xmlns:v="urn:schemas-microsoft-com:vml" Requires="v">
                <p:oleObj spid="_x0000_s455695" name="VISIO" r:id="rId4" imgW="3378200" imgH="1930400" progId="">
                  <p:embed/>
                </p:oleObj>
              </mc:Choice>
              <mc:Fallback>
                <p:oleObj name="VISIO" r:id="rId4" imgW="3378200" imgH="1930400" progId="">
                  <p:embed/>
                  <p:pic>
                    <p:nvPicPr>
                      <p:cNvPr id="469001" name="Object 4">
                        <a:extLst>
                          <a:ext uri="{FF2B5EF4-FFF2-40B4-BE49-F238E27FC236}">
                            <a16:creationId xmlns:a16="http://schemas.microsoft.com/office/drawing/2014/main" id="{8B693B6D-D017-2946-9342-B2792D3FCD4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4252" y="2499361"/>
                        <a:ext cx="2105025" cy="14120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69002" name="Picture 6">
            <a:extLst>
              <a:ext uri="{FF2B5EF4-FFF2-40B4-BE49-F238E27FC236}">
                <a16:creationId xmlns:a16="http://schemas.microsoft.com/office/drawing/2014/main" id="{494DD98E-7B9C-3A4F-91EF-8020B9EEA23D}"/>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96440" y="3186351"/>
            <a:ext cx="400050" cy="207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69003" name="Text Box 7">
            <a:extLst>
              <a:ext uri="{FF2B5EF4-FFF2-40B4-BE49-F238E27FC236}">
                <a16:creationId xmlns:a16="http://schemas.microsoft.com/office/drawing/2014/main" id="{125AC1F2-531E-8149-9303-C9C73A81B09E}"/>
              </a:ext>
            </a:extLst>
          </p:cNvPr>
          <p:cNvSpPr txBox="1">
            <a:spLocks noChangeArrowheads="1"/>
          </p:cNvSpPr>
          <p:nvPr/>
        </p:nvSpPr>
        <p:spPr bwMode="auto">
          <a:xfrm>
            <a:off x="3707536" y="2737485"/>
            <a:ext cx="70404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350">
                <a:solidFill>
                  <a:srgbClr val="FF0000"/>
                </a:solidFill>
                <a:latin typeface="微软雅黑" panose="020B0503020204020204" pitchFamily="34" charset="-122"/>
                <a:ea typeface="宋体" panose="02010600030101010101" pitchFamily="2" charset="-122"/>
              </a:rPr>
              <a:t>NAT</a:t>
            </a:r>
          </a:p>
          <a:p>
            <a:pPr algn="ctr" eaLnBrk="1" hangingPunct="1">
              <a:lnSpc>
                <a:spcPct val="90000"/>
              </a:lnSpc>
              <a:spcBef>
                <a:spcPct val="0"/>
              </a:spcBef>
              <a:buClrTx/>
              <a:buSzTx/>
              <a:buFontTx/>
              <a:buNone/>
            </a:pPr>
            <a:r>
              <a:rPr kumimoji="1" lang="zh-CN" altLang="en-US" sz="1350">
                <a:solidFill>
                  <a:srgbClr val="FF0000"/>
                </a:solidFill>
                <a:latin typeface="微软雅黑" panose="020B0503020204020204" pitchFamily="34" charset="-122"/>
                <a:ea typeface="宋体" panose="02010600030101010101" pitchFamily="2" charset="-122"/>
              </a:rPr>
              <a:t>路由器</a:t>
            </a:r>
          </a:p>
        </p:txBody>
      </p:sp>
      <p:pic>
        <p:nvPicPr>
          <p:cNvPr id="469004" name="Picture 30">
            <a:extLst>
              <a:ext uri="{FF2B5EF4-FFF2-40B4-BE49-F238E27FC236}">
                <a16:creationId xmlns:a16="http://schemas.microsoft.com/office/drawing/2014/main" id="{2EC22AD9-BE27-C747-B12E-552F8F3084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83780" y="2499360"/>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5" name="Picture 31">
            <a:extLst>
              <a:ext uri="{FF2B5EF4-FFF2-40B4-BE49-F238E27FC236}">
                <a16:creationId xmlns:a16="http://schemas.microsoft.com/office/drawing/2014/main" id="{3D9EEC0B-FF13-E44E-B9EB-08DDADC55623}"/>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68290" y="3692367"/>
            <a:ext cx="258365"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6" name="Picture 32">
            <a:extLst>
              <a:ext uri="{FF2B5EF4-FFF2-40B4-BE49-F238E27FC236}">
                <a16:creationId xmlns:a16="http://schemas.microsoft.com/office/drawing/2014/main" id="{619D1ED7-292C-8A43-9351-7C3211057BB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60005" y="3155395"/>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007" name="Text Box 35">
            <a:extLst>
              <a:ext uri="{FF2B5EF4-FFF2-40B4-BE49-F238E27FC236}">
                <a16:creationId xmlns:a16="http://schemas.microsoft.com/office/drawing/2014/main" id="{F1F6889D-DD08-0E41-A641-850E397996BF}"/>
              </a:ext>
            </a:extLst>
          </p:cNvPr>
          <p:cNvSpPr txBox="1">
            <a:spLocks noChangeArrowheads="1"/>
          </p:cNvSpPr>
          <p:nvPr/>
        </p:nvSpPr>
        <p:spPr bwMode="auto">
          <a:xfrm>
            <a:off x="1928944" y="1895714"/>
            <a:ext cx="1688283"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专用网 </a:t>
            </a:r>
            <a:r>
              <a:rPr kumimoji="1" lang="en-US" altLang="zh-CN" sz="1350">
                <a:solidFill>
                  <a:srgbClr val="0000FF"/>
                </a:solidFill>
                <a:latin typeface="微软雅黑" panose="020B0503020204020204" pitchFamily="34" charset="-122"/>
                <a:ea typeface="宋体" panose="02010600030101010101" pitchFamily="2" charset="-122"/>
              </a:rPr>
              <a:t>192.168.0.0</a:t>
            </a:r>
          </a:p>
        </p:txBody>
      </p:sp>
      <p:sp>
        <p:nvSpPr>
          <p:cNvPr id="469008" name="Text Box 36">
            <a:extLst>
              <a:ext uri="{FF2B5EF4-FFF2-40B4-BE49-F238E27FC236}">
                <a16:creationId xmlns:a16="http://schemas.microsoft.com/office/drawing/2014/main" id="{EED3CC78-1471-B241-9BC7-FA00E6800D72}"/>
              </a:ext>
            </a:extLst>
          </p:cNvPr>
          <p:cNvSpPr txBox="1">
            <a:spLocks noChangeArrowheads="1"/>
          </p:cNvSpPr>
          <p:nvPr/>
        </p:nvSpPr>
        <p:spPr bwMode="auto">
          <a:xfrm>
            <a:off x="6039375" y="2705339"/>
            <a:ext cx="704040"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互联网</a:t>
            </a:r>
          </a:p>
        </p:txBody>
      </p:sp>
      <p:sp>
        <p:nvSpPr>
          <p:cNvPr id="24" name="Line 38">
            <a:extLst>
              <a:ext uri="{FF2B5EF4-FFF2-40B4-BE49-F238E27FC236}">
                <a16:creationId xmlns:a16="http://schemas.microsoft.com/office/drawing/2014/main" id="{400225B2-B7E0-5949-944C-ECD569BCB761}"/>
              </a:ext>
            </a:extLst>
          </p:cNvPr>
          <p:cNvSpPr>
            <a:spLocks noChangeShapeType="1"/>
          </p:cNvSpPr>
          <p:nvPr/>
        </p:nvSpPr>
        <p:spPr bwMode="auto">
          <a:xfrm rot="5400000">
            <a:off x="2012276" y="3076218"/>
            <a:ext cx="417909"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pic>
        <p:nvPicPr>
          <p:cNvPr id="469010" name="Picture 27">
            <a:extLst>
              <a:ext uri="{FF2B5EF4-FFF2-40B4-BE49-F238E27FC236}">
                <a16:creationId xmlns:a16="http://schemas.microsoft.com/office/drawing/2014/main" id="{F22E4F0F-1F26-E244-96C8-BF4DAEF9944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90261" y="2779158"/>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69011" name="Group 42">
            <a:extLst>
              <a:ext uri="{FF2B5EF4-FFF2-40B4-BE49-F238E27FC236}">
                <a16:creationId xmlns:a16="http://schemas.microsoft.com/office/drawing/2014/main" id="{1B0BF7B7-DCF0-234E-B2CE-BC0A05BC5F1E}"/>
              </a:ext>
            </a:extLst>
          </p:cNvPr>
          <p:cNvGrpSpPr>
            <a:grpSpLocks/>
          </p:cNvGrpSpPr>
          <p:nvPr/>
        </p:nvGrpSpPr>
        <p:grpSpPr bwMode="auto">
          <a:xfrm>
            <a:off x="2791540" y="3036333"/>
            <a:ext cx="717947" cy="178594"/>
            <a:chOff x="521" y="2478"/>
            <a:chExt cx="1044" cy="136"/>
          </a:xfrm>
        </p:grpSpPr>
        <p:sp>
          <p:nvSpPr>
            <p:cNvPr id="469035" name="AutoShape 41">
              <a:extLst>
                <a:ext uri="{FF2B5EF4-FFF2-40B4-BE49-F238E27FC236}">
                  <a16:creationId xmlns:a16="http://schemas.microsoft.com/office/drawing/2014/main" id="{319518C9-FEA8-2B4C-AF18-81B0A7E65BF6}"/>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6" name="Rectangle 39">
              <a:extLst>
                <a:ext uri="{FF2B5EF4-FFF2-40B4-BE49-F238E27FC236}">
                  <a16:creationId xmlns:a16="http://schemas.microsoft.com/office/drawing/2014/main" id="{E18545B6-471E-8448-A3A1-3C0C3355AF3B}"/>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7" name="Rectangle 40">
              <a:extLst>
                <a:ext uri="{FF2B5EF4-FFF2-40B4-BE49-F238E27FC236}">
                  <a16:creationId xmlns:a16="http://schemas.microsoft.com/office/drawing/2014/main" id="{74568729-E676-CF4E-8245-D7F699E98CEC}"/>
                </a:ext>
              </a:extLst>
            </p:cNvPr>
            <p:cNvSpPr>
              <a:spLocks noChangeArrowheads="1"/>
            </p:cNvSpPr>
            <p:nvPr/>
          </p:nvSpPr>
          <p:spPr bwMode="auto">
            <a:xfrm>
              <a:off x="1156" y="2478"/>
              <a:ext cx="227"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2" name="Text Box 44">
            <a:extLst>
              <a:ext uri="{FF2B5EF4-FFF2-40B4-BE49-F238E27FC236}">
                <a16:creationId xmlns:a16="http://schemas.microsoft.com/office/drawing/2014/main" id="{E144D8A8-E0BC-BC41-AFC5-4C8687397F1B}"/>
              </a:ext>
            </a:extLst>
          </p:cNvPr>
          <p:cNvSpPr txBox="1">
            <a:spLocks noChangeArrowheads="1"/>
          </p:cNvSpPr>
          <p:nvPr/>
        </p:nvSpPr>
        <p:spPr bwMode="auto">
          <a:xfrm>
            <a:off x="2623257" y="22362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源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69013" name="Text Box 45">
            <a:extLst>
              <a:ext uri="{FF2B5EF4-FFF2-40B4-BE49-F238E27FC236}">
                <a16:creationId xmlns:a16="http://schemas.microsoft.com/office/drawing/2014/main" id="{631C70C0-2557-6644-B9A9-0CDBD4D125D7}"/>
              </a:ext>
            </a:extLst>
          </p:cNvPr>
          <p:cNvSpPr txBox="1">
            <a:spLocks noChangeArrowheads="1"/>
          </p:cNvSpPr>
          <p:nvPr/>
        </p:nvSpPr>
        <p:spPr bwMode="auto">
          <a:xfrm>
            <a:off x="1651112" y="23886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主机 </a:t>
            </a:r>
            <a:r>
              <a:rPr kumimoji="1" lang="en-US" altLang="zh-CN" sz="1350">
                <a:solidFill>
                  <a:srgbClr val="0000FF"/>
                </a:solidFill>
                <a:latin typeface="微软雅黑" panose="020B0503020204020204" pitchFamily="34" charset="-122"/>
                <a:ea typeface="宋体" panose="02010600030101010101" pitchFamily="2" charset="-122"/>
              </a:rPr>
              <a:t>A</a:t>
            </a:r>
          </a:p>
          <a:p>
            <a:pPr algn="ctr" eaLnBrk="1" hangingPunct="1">
              <a:lnSpc>
                <a:spcPct val="90000"/>
              </a:lnSpc>
              <a:spcBef>
                <a:spcPct val="0"/>
              </a:spcBef>
              <a:buClrTx/>
              <a:buSzTx/>
              <a:buFontTx/>
              <a:buNone/>
            </a:pPr>
            <a:r>
              <a:rPr kumimoji="1" lang="en-US" altLang="zh-CN" sz="1350">
                <a:solidFill>
                  <a:srgbClr val="0000FF"/>
                </a:solidFill>
                <a:latin typeface="微软雅黑" panose="020B0503020204020204" pitchFamily="34" charset="-122"/>
                <a:ea typeface="宋体" panose="02010600030101010101" pitchFamily="2" charset="-122"/>
              </a:rPr>
              <a:t>192.168.0.3</a:t>
            </a:r>
          </a:p>
        </p:txBody>
      </p:sp>
      <p:grpSp>
        <p:nvGrpSpPr>
          <p:cNvPr id="469014" name="Group 46">
            <a:extLst>
              <a:ext uri="{FF2B5EF4-FFF2-40B4-BE49-F238E27FC236}">
                <a16:creationId xmlns:a16="http://schemas.microsoft.com/office/drawing/2014/main" id="{2E43A644-EEDC-5E49-ABA7-9977C5C32683}"/>
              </a:ext>
            </a:extLst>
          </p:cNvPr>
          <p:cNvGrpSpPr>
            <a:grpSpLocks/>
          </p:cNvGrpSpPr>
          <p:nvPr/>
        </p:nvGrpSpPr>
        <p:grpSpPr bwMode="auto">
          <a:xfrm>
            <a:off x="4504849" y="3036333"/>
            <a:ext cx="717947" cy="178594"/>
            <a:chOff x="521" y="2478"/>
            <a:chExt cx="1044" cy="136"/>
          </a:xfrm>
        </p:grpSpPr>
        <p:sp>
          <p:nvSpPr>
            <p:cNvPr id="469032" name="AutoShape 47">
              <a:extLst>
                <a:ext uri="{FF2B5EF4-FFF2-40B4-BE49-F238E27FC236}">
                  <a16:creationId xmlns:a16="http://schemas.microsoft.com/office/drawing/2014/main" id="{1DEA54E0-CF47-A24E-9803-1659C07FF1D8}"/>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3" name="Rectangle 48">
              <a:extLst>
                <a:ext uri="{FF2B5EF4-FFF2-40B4-BE49-F238E27FC236}">
                  <a16:creationId xmlns:a16="http://schemas.microsoft.com/office/drawing/2014/main" id="{58B807AA-3C70-D547-B0C5-26AD401379D9}"/>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4" name="Rectangle 49">
              <a:extLst>
                <a:ext uri="{FF2B5EF4-FFF2-40B4-BE49-F238E27FC236}">
                  <a16:creationId xmlns:a16="http://schemas.microsoft.com/office/drawing/2014/main" id="{DA946B6F-81FF-6340-88D5-5AE900835818}"/>
                </a:ext>
              </a:extLst>
            </p:cNvPr>
            <p:cNvSpPr>
              <a:spLocks noChangeArrowheads="1"/>
            </p:cNvSpPr>
            <p:nvPr/>
          </p:nvSpPr>
          <p:spPr bwMode="auto">
            <a:xfrm>
              <a:off x="1156" y="2478"/>
              <a:ext cx="227"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5" name="Text Box 50">
            <a:extLst>
              <a:ext uri="{FF2B5EF4-FFF2-40B4-BE49-F238E27FC236}">
                <a16:creationId xmlns:a16="http://schemas.microsoft.com/office/drawing/2014/main" id="{7DC1AE28-3445-DC4B-9F97-A3C31186E151}"/>
              </a:ext>
            </a:extLst>
          </p:cNvPr>
          <p:cNvSpPr txBox="1">
            <a:spLocks noChangeArrowheads="1"/>
          </p:cNvSpPr>
          <p:nvPr/>
        </p:nvSpPr>
        <p:spPr bwMode="auto">
          <a:xfrm>
            <a:off x="4738296" y="235529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源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37" name="Line 51">
            <a:extLst>
              <a:ext uri="{FF2B5EF4-FFF2-40B4-BE49-F238E27FC236}">
                <a16:creationId xmlns:a16="http://schemas.microsoft.com/office/drawing/2014/main" id="{67A7A712-553B-554E-9A2B-129D0FF00F01}"/>
              </a:ext>
            </a:extLst>
          </p:cNvPr>
          <p:cNvSpPr>
            <a:spLocks noChangeShapeType="1"/>
          </p:cNvSpPr>
          <p:nvPr/>
        </p:nvSpPr>
        <p:spPr bwMode="auto">
          <a:xfrm>
            <a:off x="3288030" y="2618423"/>
            <a:ext cx="0" cy="5369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17" name="Text Box 52">
            <a:extLst>
              <a:ext uri="{FF2B5EF4-FFF2-40B4-BE49-F238E27FC236}">
                <a16:creationId xmlns:a16="http://schemas.microsoft.com/office/drawing/2014/main" id="{0A43CB51-4B45-8841-B1CF-62BF54D01BBE}"/>
              </a:ext>
            </a:extLst>
          </p:cNvPr>
          <p:cNvSpPr txBox="1">
            <a:spLocks noChangeArrowheads="1"/>
          </p:cNvSpPr>
          <p:nvPr/>
        </p:nvSpPr>
        <p:spPr bwMode="auto">
          <a:xfrm>
            <a:off x="7020129" y="208978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主机 </a:t>
            </a:r>
            <a:r>
              <a:rPr kumimoji="1" lang="en-US" altLang="zh-CN" sz="1350">
                <a:solidFill>
                  <a:srgbClr val="000099"/>
                </a:solidFill>
                <a:latin typeface="微软雅黑" panose="020B0503020204020204" pitchFamily="34" charset="-122"/>
                <a:ea typeface="宋体" panose="02010600030101010101" pitchFamily="2" charset="-122"/>
              </a:rPr>
              <a:t>B</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213.18.2.4</a:t>
            </a:r>
          </a:p>
        </p:txBody>
      </p:sp>
      <p:sp>
        <p:nvSpPr>
          <p:cNvPr id="39" name="Line 53">
            <a:extLst>
              <a:ext uri="{FF2B5EF4-FFF2-40B4-BE49-F238E27FC236}">
                <a16:creationId xmlns:a16="http://schemas.microsoft.com/office/drawing/2014/main" id="{675EE4A1-0D6D-5F40-A63A-6A5DDDCC63C6}"/>
              </a:ext>
            </a:extLst>
          </p:cNvPr>
          <p:cNvSpPr>
            <a:spLocks noChangeShapeType="1"/>
          </p:cNvSpPr>
          <p:nvPr/>
        </p:nvSpPr>
        <p:spPr bwMode="auto">
          <a:xfrm flipH="1">
            <a:off x="5001340" y="2737485"/>
            <a:ext cx="165497" cy="417910"/>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0" name="Freeform 54">
            <a:extLst>
              <a:ext uri="{FF2B5EF4-FFF2-40B4-BE49-F238E27FC236}">
                <a16:creationId xmlns:a16="http://schemas.microsoft.com/office/drawing/2014/main" id="{6D3B232B-061C-5D40-A2FC-7208D22407EF}"/>
              </a:ext>
            </a:extLst>
          </p:cNvPr>
          <p:cNvSpPr>
            <a:spLocks/>
          </p:cNvSpPr>
          <p:nvPr/>
        </p:nvSpPr>
        <p:spPr bwMode="auto">
          <a:xfrm>
            <a:off x="5333524" y="2618423"/>
            <a:ext cx="2045494" cy="542925"/>
          </a:xfrm>
          <a:custGeom>
            <a:avLst/>
            <a:gdLst>
              <a:gd name="T0" fmla="*/ 0 w 1679"/>
              <a:gd name="T1" fmla="*/ 409 h 413"/>
              <a:gd name="T2" fmla="*/ 475 w 1679"/>
              <a:gd name="T3" fmla="*/ 401 h 413"/>
              <a:gd name="T4" fmla="*/ 843 w 1679"/>
              <a:gd name="T5" fmla="*/ 337 h 413"/>
              <a:gd name="T6" fmla="*/ 1147 w 1679"/>
              <a:gd name="T7" fmla="*/ 241 h 413"/>
              <a:gd name="T8" fmla="*/ 1387 w 1679"/>
              <a:gd name="T9" fmla="*/ 145 h 413"/>
              <a:gd name="T10" fmla="*/ 1679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CC00CC"/>
            </a:solidFill>
            <a:round/>
            <a:headEnd type="none" w="med" len="med"/>
            <a:tailEnd type="triangl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0" name="Text Box 59">
            <a:extLst>
              <a:ext uri="{FF2B5EF4-FFF2-40B4-BE49-F238E27FC236}">
                <a16:creationId xmlns:a16="http://schemas.microsoft.com/office/drawing/2014/main" id="{6119BAFE-CD09-5A42-9466-909F1405FF2F}"/>
              </a:ext>
            </a:extLst>
          </p:cNvPr>
          <p:cNvSpPr txBox="1">
            <a:spLocks noChangeArrowheads="1"/>
          </p:cNvSpPr>
          <p:nvPr/>
        </p:nvSpPr>
        <p:spPr bwMode="auto">
          <a:xfrm>
            <a:off x="1995110"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目的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2" name="Line 60">
            <a:extLst>
              <a:ext uri="{FF2B5EF4-FFF2-40B4-BE49-F238E27FC236}">
                <a16:creationId xmlns:a16="http://schemas.microsoft.com/office/drawing/2014/main" id="{8AB95B80-9821-AA47-9B81-F972ADE13ABB}"/>
              </a:ext>
            </a:extLst>
          </p:cNvPr>
          <p:cNvSpPr>
            <a:spLocks noChangeShapeType="1"/>
          </p:cNvSpPr>
          <p:nvPr/>
        </p:nvSpPr>
        <p:spPr bwMode="auto">
          <a:xfrm flipH="1">
            <a:off x="2624852" y="3393520"/>
            <a:ext cx="0" cy="452438"/>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9022" name="Group 65">
            <a:extLst>
              <a:ext uri="{FF2B5EF4-FFF2-40B4-BE49-F238E27FC236}">
                <a16:creationId xmlns:a16="http://schemas.microsoft.com/office/drawing/2014/main" id="{D84095E8-25A7-5243-85EA-F1F2A7843FB1}"/>
              </a:ext>
            </a:extLst>
          </p:cNvPr>
          <p:cNvGrpSpPr>
            <a:grpSpLocks/>
          </p:cNvGrpSpPr>
          <p:nvPr/>
        </p:nvGrpSpPr>
        <p:grpSpPr bwMode="auto">
          <a:xfrm flipH="1">
            <a:off x="4670346" y="3335179"/>
            <a:ext cx="719138" cy="178594"/>
            <a:chOff x="521" y="2478"/>
            <a:chExt cx="1044" cy="136"/>
          </a:xfrm>
        </p:grpSpPr>
        <p:sp>
          <p:nvSpPr>
            <p:cNvPr id="469029" name="AutoShape 66">
              <a:extLst>
                <a:ext uri="{FF2B5EF4-FFF2-40B4-BE49-F238E27FC236}">
                  <a16:creationId xmlns:a16="http://schemas.microsoft.com/office/drawing/2014/main" id="{9CE85C77-8873-5A44-8FAD-A57B5DD23406}"/>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0" name="Rectangle 67">
              <a:extLst>
                <a:ext uri="{FF2B5EF4-FFF2-40B4-BE49-F238E27FC236}">
                  <a16:creationId xmlns:a16="http://schemas.microsoft.com/office/drawing/2014/main" id="{E3EA63D8-971B-5D42-81E4-7DCA02E90FA7}"/>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1" name="Rectangle 68">
              <a:extLst>
                <a:ext uri="{FF2B5EF4-FFF2-40B4-BE49-F238E27FC236}">
                  <a16:creationId xmlns:a16="http://schemas.microsoft.com/office/drawing/2014/main" id="{7F66AD31-C3A9-1F49-9414-2161F1E8B5D1}"/>
                </a:ext>
              </a:extLst>
            </p:cNvPr>
            <p:cNvSpPr>
              <a:spLocks noChangeArrowheads="1"/>
            </p:cNvSpPr>
            <p:nvPr/>
          </p:nvSpPr>
          <p:spPr bwMode="auto">
            <a:xfrm>
              <a:off x="1155" y="2478"/>
              <a:ext cx="228"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23" name="Text Box 69">
            <a:extLst>
              <a:ext uri="{FF2B5EF4-FFF2-40B4-BE49-F238E27FC236}">
                <a16:creationId xmlns:a16="http://schemas.microsoft.com/office/drawing/2014/main" id="{EEBEC5C4-4BCC-1348-B9A2-DFF1C472CFDB}"/>
              </a:ext>
            </a:extLst>
          </p:cNvPr>
          <p:cNvSpPr txBox="1">
            <a:spLocks noChangeArrowheads="1"/>
          </p:cNvSpPr>
          <p:nvPr/>
        </p:nvSpPr>
        <p:spPr bwMode="auto">
          <a:xfrm>
            <a:off x="4664491"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目的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48" name="Line 70">
            <a:extLst>
              <a:ext uri="{FF2B5EF4-FFF2-40B4-BE49-F238E27FC236}">
                <a16:creationId xmlns:a16="http://schemas.microsoft.com/office/drawing/2014/main" id="{A7996523-39F5-FB43-BDCE-11A1060FBB49}"/>
              </a:ext>
            </a:extLst>
          </p:cNvPr>
          <p:cNvSpPr>
            <a:spLocks noChangeShapeType="1"/>
          </p:cNvSpPr>
          <p:nvPr/>
        </p:nvSpPr>
        <p:spPr bwMode="auto">
          <a:xfrm>
            <a:off x="4890612" y="3461386"/>
            <a:ext cx="332185" cy="3845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9" name="Freeform 71">
            <a:extLst>
              <a:ext uri="{FF2B5EF4-FFF2-40B4-BE49-F238E27FC236}">
                <a16:creationId xmlns:a16="http://schemas.microsoft.com/office/drawing/2014/main" id="{26656778-D7CB-094F-96DE-4CA16AE03066}"/>
              </a:ext>
            </a:extLst>
          </p:cNvPr>
          <p:cNvSpPr>
            <a:spLocks/>
          </p:cNvSpPr>
          <p:nvPr/>
        </p:nvSpPr>
        <p:spPr bwMode="auto">
          <a:xfrm>
            <a:off x="5444252" y="2829164"/>
            <a:ext cx="2056209" cy="561975"/>
          </a:xfrm>
          <a:custGeom>
            <a:avLst/>
            <a:gdLst>
              <a:gd name="T0" fmla="*/ 0 w 1688"/>
              <a:gd name="T1" fmla="*/ 425 h 427"/>
              <a:gd name="T2" fmla="*/ 456 w 1688"/>
              <a:gd name="T3" fmla="*/ 416 h 427"/>
              <a:gd name="T4" fmla="*/ 816 w 1688"/>
              <a:gd name="T5" fmla="*/ 360 h 427"/>
              <a:gd name="T6" fmla="*/ 1080 w 1688"/>
              <a:gd name="T7" fmla="*/ 288 h 427"/>
              <a:gd name="T8" fmla="*/ 1336 w 1688"/>
              <a:gd name="T9" fmla="*/ 192 h 427"/>
              <a:gd name="T10" fmla="*/ 1688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CC00CC"/>
            </a:solidFill>
            <a:round/>
            <a:headEnd type="triangle" w="med" len="med"/>
            <a:tailEnd type="non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6" name="AutoShape 75">
            <a:extLst>
              <a:ext uri="{FF2B5EF4-FFF2-40B4-BE49-F238E27FC236}">
                <a16:creationId xmlns:a16="http://schemas.microsoft.com/office/drawing/2014/main" id="{0E567644-5EC3-9D49-8584-54E56E284801}"/>
              </a:ext>
            </a:extLst>
          </p:cNvPr>
          <p:cNvSpPr>
            <a:spLocks noChangeArrowheads="1"/>
          </p:cNvSpPr>
          <p:nvPr/>
        </p:nvSpPr>
        <p:spPr bwMode="auto">
          <a:xfrm>
            <a:off x="4450080" y="1596867"/>
            <a:ext cx="1287066" cy="517922"/>
          </a:xfrm>
          <a:prstGeom prst="wedgeRoundRectCallout">
            <a:avLst>
              <a:gd name="adj1" fmla="val -61991"/>
              <a:gd name="adj2" fmla="val 265088"/>
              <a:gd name="adj3" fmla="val 16667"/>
            </a:avLst>
          </a:prstGeom>
          <a:solidFill>
            <a:srgbClr val="FFFF66"/>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endParaRPr lang="zh-CN" altLang="zh-CN" sz="1350">
              <a:solidFill>
                <a:srgbClr val="000099"/>
              </a:solidFill>
              <a:latin typeface="微软雅黑" panose="020B0503020204020204" pitchFamily="34" charset="-122"/>
              <a:ea typeface="宋体" panose="02010600030101010101" pitchFamily="2" charset="-122"/>
            </a:endParaRPr>
          </a:p>
        </p:txBody>
      </p:sp>
      <p:sp>
        <p:nvSpPr>
          <p:cNvPr id="469027" name="Text Box 76">
            <a:extLst>
              <a:ext uri="{FF2B5EF4-FFF2-40B4-BE49-F238E27FC236}">
                <a16:creationId xmlns:a16="http://schemas.microsoft.com/office/drawing/2014/main" id="{76394A33-E05F-C448-A565-57852129DC07}"/>
              </a:ext>
            </a:extLst>
          </p:cNvPr>
          <p:cNvSpPr txBox="1">
            <a:spLocks noChangeArrowheads="1"/>
          </p:cNvSpPr>
          <p:nvPr/>
        </p:nvSpPr>
        <p:spPr bwMode="auto">
          <a:xfrm>
            <a:off x="4516853" y="1646873"/>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全球 </a:t>
            </a:r>
            <a:r>
              <a:rPr kumimoji="1" lang="en-US" altLang="zh-CN" sz="1350">
                <a:solidFill>
                  <a:srgbClr val="000099"/>
                </a:solidFill>
                <a:latin typeface="微软雅黑" panose="020B0503020204020204" pitchFamily="34" charset="-122"/>
                <a:ea typeface="宋体" panose="02010600030101010101" pitchFamily="2" charset="-122"/>
              </a:rPr>
              <a:t>IP </a:t>
            </a:r>
            <a:r>
              <a:rPr kumimoji="1" lang="zh-CN" altLang="en-US" sz="1350">
                <a:solidFill>
                  <a:srgbClr val="00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172.38.1.5</a:t>
            </a:r>
          </a:p>
        </p:txBody>
      </p:sp>
      <p:sp>
        <p:nvSpPr>
          <p:cNvPr id="469028" name="矩形 3">
            <a:extLst>
              <a:ext uri="{FF2B5EF4-FFF2-40B4-BE49-F238E27FC236}">
                <a16:creationId xmlns:a16="http://schemas.microsoft.com/office/drawing/2014/main" id="{0D10B79B-7D73-614D-A8EF-8DDF34BD6F56}"/>
              </a:ext>
            </a:extLst>
          </p:cNvPr>
          <p:cNvSpPr>
            <a:spLocks noChangeArrowheads="1"/>
          </p:cNvSpPr>
          <p:nvPr/>
        </p:nvSpPr>
        <p:spPr bwMode="auto">
          <a:xfrm>
            <a:off x="2888456" y="4489307"/>
            <a:ext cx="3876675"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 </a:t>
            </a:r>
            <a:r>
              <a:rPr lang="zh-CN" altLang="zh-CN" sz="1650">
                <a:solidFill>
                  <a:schemeClr val="tx1"/>
                </a:solidFill>
                <a:latin typeface="微软雅黑" panose="020B0503020204020204" pitchFamily="34" charset="-122"/>
                <a:ea typeface="宋体" panose="02010600030101010101" pitchFamily="2" charset="-122"/>
              </a:rPr>
              <a:t>路由器的工作原理</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75434758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1" name="Rectangle 2">
            <a:extLst>
              <a:ext uri="{FF2B5EF4-FFF2-40B4-BE49-F238E27FC236}">
                <a16:creationId xmlns:a16="http://schemas.microsoft.com/office/drawing/2014/main" id="{1B751F7C-90FD-AC4F-B5B6-DA5FAE6462F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629763" name="Rectangle 3">
            <a:extLst>
              <a:ext uri="{FF2B5EF4-FFF2-40B4-BE49-F238E27FC236}">
                <a16:creationId xmlns:a16="http://schemas.microsoft.com/office/drawing/2014/main" id="{F0E60A0A-8C45-1E4C-97A3-235204AC235C}"/>
              </a:ext>
            </a:extLst>
          </p:cNvPr>
          <p:cNvSpPr>
            <a:spLocks noGrp="1" noChangeArrowheads="1"/>
          </p:cNvSpPr>
          <p:nvPr>
            <p:ph idx="1"/>
          </p:nvPr>
        </p:nvSpPr>
        <p:spPr/>
        <p:txBody>
          <a:bodyPr/>
          <a:lstStyle/>
          <a:p>
            <a:pPr>
              <a:lnSpc>
                <a:spcPct val="120000"/>
              </a:lnSpc>
            </a:pPr>
            <a:r>
              <a:rPr lang="zh-CN" altLang="en-US" sz="1875">
                <a:ea typeface="宋体" panose="02010600030101010101" pitchFamily="2" charset="-122"/>
              </a:rPr>
              <a:t>内部主机 </a:t>
            </a:r>
            <a:r>
              <a:rPr lang="en-US" altLang="zh-CN" sz="1875">
                <a:ea typeface="宋体" panose="02010600030101010101" pitchFamily="2" charset="-122"/>
              </a:rPr>
              <a:t>A </a:t>
            </a:r>
            <a:r>
              <a:rPr lang="zh-CN" altLang="en-US" sz="1875">
                <a:ea typeface="宋体" panose="02010600030101010101" pitchFamily="2" charset="-122"/>
              </a:rPr>
              <a:t>用</a:t>
            </a:r>
            <a:r>
              <a:rPr lang="zh-CN" altLang="en-US" sz="1875">
                <a:solidFill>
                  <a:srgbClr val="FF0000"/>
                </a:solidFill>
                <a:ea typeface="宋体" panose="02010600030101010101" pitchFamily="2" charset="-122"/>
              </a:rPr>
              <a:t>本地地址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ea typeface="宋体" panose="02010600030101010101" pitchFamily="2" charset="-122"/>
              </a:rPr>
              <a:t>和互联网上主机 </a:t>
            </a:r>
            <a:r>
              <a:rPr lang="en-US" altLang="zh-CN" sz="1875">
                <a:ea typeface="宋体" panose="02010600030101010101" pitchFamily="2" charset="-122"/>
              </a:rPr>
              <a:t>B </a:t>
            </a:r>
            <a:r>
              <a:rPr lang="zh-CN" altLang="en-US" sz="1875">
                <a:ea typeface="宋体" panose="02010600030101010101" pitchFamily="2" charset="-122"/>
              </a:rPr>
              <a:t>通信所发送的数据报必须经过 </a:t>
            </a:r>
            <a:r>
              <a:rPr lang="en-US" altLang="zh-CN" sz="1875">
                <a:ea typeface="宋体" panose="02010600030101010101" pitchFamily="2" charset="-122"/>
              </a:rPr>
              <a:t>NAT </a:t>
            </a:r>
            <a:r>
              <a:rPr lang="zh-CN" altLang="en-US" sz="1875">
                <a:ea typeface="宋体" panose="02010600030101010101" pitchFamily="2" charset="-122"/>
              </a:rPr>
              <a:t>路由器。</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将数据报的源地址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solidFill>
                  <a:srgbClr val="FF0000"/>
                </a:solidFill>
                <a:ea typeface="宋体" panose="02010600030101010101" pitchFamily="2" charset="-122"/>
              </a:rPr>
              <a:t>转换成全球地址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a:t>
            </a:r>
            <a:r>
              <a:rPr lang="zh-CN" altLang="en-US" sz="1875">
                <a:solidFill>
                  <a:srgbClr val="FF0000"/>
                </a:solidFill>
                <a:ea typeface="宋体" panose="02010600030101010101" pitchFamily="2" charset="-122"/>
              </a:rPr>
              <a:t>，</a:t>
            </a:r>
            <a:r>
              <a:rPr lang="zh-CN" altLang="en-US" sz="1875">
                <a:ea typeface="宋体" panose="02010600030101010101" pitchFamily="2" charset="-122"/>
              </a:rPr>
              <a:t>并把转换结果记录到</a:t>
            </a:r>
            <a:r>
              <a:rPr lang="en-US" altLang="zh-CN" sz="1875">
                <a:solidFill>
                  <a:srgbClr val="FF0000"/>
                </a:solidFill>
                <a:ea typeface="宋体" panose="02010600030101010101" pitchFamily="2" charset="-122"/>
              </a:rPr>
              <a:t>NAT</a:t>
            </a:r>
            <a:r>
              <a:rPr lang="zh-CN" altLang="en-US" sz="1875">
                <a:solidFill>
                  <a:srgbClr val="FF0000"/>
                </a:solidFill>
                <a:ea typeface="宋体" panose="02010600030101010101" pitchFamily="2" charset="-122"/>
              </a:rPr>
              <a:t>地址转换表</a:t>
            </a:r>
            <a:r>
              <a:rPr lang="zh-CN" altLang="en-US" sz="1875">
                <a:ea typeface="宋体" panose="02010600030101010101" pitchFamily="2" charset="-122"/>
              </a:rPr>
              <a:t>中，目的地址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保持不变，然后发送到互联网。</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路由器收到主机 </a:t>
            </a:r>
            <a:r>
              <a:rPr lang="en-US" altLang="zh-CN" sz="1875">
                <a:ea typeface="宋体" panose="02010600030101010101" pitchFamily="2" charset="-122"/>
              </a:rPr>
              <a:t>B </a:t>
            </a:r>
            <a:r>
              <a:rPr lang="zh-CN" altLang="en-US" sz="1875">
                <a:ea typeface="宋体" panose="02010600030101010101" pitchFamily="2" charset="-122"/>
              </a:rPr>
              <a:t>发回的数据报时，知道数据报中的源地址是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而目的地址是 </a:t>
            </a:r>
            <a:r>
              <a:rPr lang="en-US" altLang="zh-CN" sz="1875">
                <a:ea typeface="宋体" panose="02010600030101010101" pitchFamily="2" charset="-122"/>
              </a:rPr>
              <a:t>IP</a:t>
            </a:r>
            <a:r>
              <a:rPr lang="en-US" altLang="zh-CN" sz="1875" i="1" baseline="-25000">
                <a:ea typeface="宋体" panose="02010600030101010101" pitchFamily="2" charset="-122"/>
              </a:rPr>
              <a:t>G</a:t>
            </a:r>
            <a:r>
              <a:rPr lang="zh-CN" altLang="en-US" sz="1875">
                <a:ea typeface="宋体" panose="02010600030101010101" pitchFamily="2" charset="-122"/>
              </a:rPr>
              <a:t>。</a:t>
            </a:r>
          </a:p>
          <a:p>
            <a:pPr>
              <a:lnSpc>
                <a:spcPct val="120000"/>
              </a:lnSpc>
            </a:pPr>
            <a:r>
              <a:rPr lang="zh-CN" altLang="en-US" sz="1875">
                <a:solidFill>
                  <a:srgbClr val="FF0000"/>
                </a:solidFill>
                <a:ea typeface="宋体" panose="02010600030101010101" pitchFamily="2" charset="-122"/>
              </a:rPr>
              <a:t>根据 </a:t>
            </a:r>
            <a:r>
              <a:rPr lang="en-US" altLang="zh-CN" sz="1875">
                <a:solidFill>
                  <a:srgbClr val="FF0000"/>
                </a:solidFill>
                <a:ea typeface="宋体" panose="02010600030101010101" pitchFamily="2" charset="-122"/>
              </a:rPr>
              <a:t>NAT </a:t>
            </a:r>
            <a:r>
              <a:rPr lang="zh-CN" altLang="en-US" sz="1875">
                <a:solidFill>
                  <a:srgbClr val="FF0000"/>
                </a:solidFill>
                <a:ea typeface="宋体" panose="02010600030101010101" pitchFamily="2" charset="-122"/>
              </a:rPr>
              <a:t>转换表，</a:t>
            </a: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将目的地址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 </a:t>
            </a:r>
            <a:r>
              <a:rPr lang="zh-CN" altLang="en-US" sz="1875">
                <a:solidFill>
                  <a:srgbClr val="FF0000"/>
                </a:solidFill>
                <a:ea typeface="宋体" panose="02010600030101010101" pitchFamily="2" charset="-122"/>
              </a:rPr>
              <a:t>转换为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a:t>
            </a:r>
            <a:r>
              <a:rPr lang="zh-CN" altLang="en-US" sz="1875">
                <a:solidFill>
                  <a:srgbClr val="FF0000"/>
                </a:solidFill>
                <a:ea typeface="宋体" panose="02010600030101010101" pitchFamily="2" charset="-122"/>
              </a:rPr>
              <a:t>，</a:t>
            </a:r>
            <a:r>
              <a:rPr lang="zh-CN" altLang="en-US" sz="1875">
                <a:ea typeface="宋体" panose="02010600030101010101" pitchFamily="2" charset="-122"/>
              </a:rPr>
              <a:t>转发给最终的内部主机 </a:t>
            </a:r>
            <a:r>
              <a:rPr lang="en-US" altLang="zh-CN" sz="1875">
                <a:ea typeface="宋体" panose="02010600030101010101" pitchFamily="2" charset="-122"/>
              </a:rPr>
              <a:t>A</a:t>
            </a:r>
            <a:r>
              <a:rPr lang="zh-CN" altLang="en-US" sz="1875">
                <a:ea typeface="宋体" panose="02010600030101010101" pitchFamily="2" charset="-122"/>
              </a:rPr>
              <a:t>。 </a:t>
            </a:r>
          </a:p>
        </p:txBody>
      </p:sp>
    </p:spTree>
    <p:extLst>
      <p:ext uri="{BB962C8B-B14F-4D97-AF65-F5344CB8AC3E}">
        <p14:creationId xmlns:p14="http://schemas.microsoft.com/office/powerpoint/2010/main" val="24998697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97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976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297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Rectangle 2">
            <a:extLst>
              <a:ext uri="{FF2B5EF4-FFF2-40B4-BE49-F238E27FC236}">
                <a16:creationId xmlns:a16="http://schemas.microsoft.com/office/drawing/2014/main" id="{925EA9C9-D8B6-B048-B513-810B347826F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473090" name="Rectangle 3">
            <a:extLst>
              <a:ext uri="{FF2B5EF4-FFF2-40B4-BE49-F238E27FC236}">
                <a16:creationId xmlns:a16="http://schemas.microsoft.com/office/drawing/2014/main" id="{F9B8C934-8E51-7942-B658-95F7B8AAA168}"/>
              </a:ext>
            </a:extLst>
          </p:cNvPr>
          <p:cNvSpPr>
            <a:spLocks noGrp="1" noChangeArrowheads="1"/>
          </p:cNvSpPr>
          <p:nvPr>
            <p:ph idx="1"/>
          </p:nvPr>
        </p:nvSpPr>
        <p:spPr/>
        <p:txBody>
          <a:bodyPr/>
          <a:lstStyle/>
          <a:p>
            <a:r>
              <a:rPr lang="zh-CN" altLang="en-US" sz="1875">
                <a:ea typeface="宋体" panose="02010600030101010101" pitchFamily="2" charset="-122"/>
              </a:rPr>
              <a:t>可以看出，在内部主机与外部主机通信时，在</a:t>
            </a:r>
            <a:r>
              <a:rPr lang="en-US" altLang="zh-CN" sz="1875">
                <a:ea typeface="宋体" panose="02010600030101010101" pitchFamily="2" charset="-122"/>
              </a:rPr>
              <a:t>NAT</a:t>
            </a:r>
            <a:r>
              <a:rPr lang="zh-CN" altLang="en-US" sz="1875">
                <a:ea typeface="宋体" panose="02010600030101010101" pitchFamily="2" charset="-122"/>
              </a:rPr>
              <a:t>路由器上发生了</a:t>
            </a:r>
            <a:r>
              <a:rPr lang="zh-CN" altLang="en-US" sz="1875">
                <a:solidFill>
                  <a:srgbClr val="FF0000"/>
                </a:solidFill>
                <a:ea typeface="宋体" panose="02010600030101010101" pitchFamily="2" charset="-122"/>
              </a:rPr>
              <a:t>两次地址转换：</a:t>
            </a:r>
            <a:endParaRPr lang="en-US" altLang="zh-CN" sz="1875">
              <a:solidFill>
                <a:srgbClr val="FF0000"/>
              </a:solidFill>
              <a:ea typeface="宋体" panose="02010600030101010101" pitchFamily="2" charset="-122"/>
            </a:endParaRPr>
          </a:p>
          <a:p>
            <a:pPr lvl="1"/>
            <a:r>
              <a:rPr lang="zh-CN" altLang="en-US" sz="1650">
                <a:solidFill>
                  <a:srgbClr val="0000FF"/>
                </a:solidFill>
                <a:ea typeface="宋体" panose="02010600030101010101" pitchFamily="2" charset="-122"/>
              </a:rPr>
              <a:t>离开专用网时：</a:t>
            </a:r>
            <a:r>
              <a:rPr lang="zh-CN" altLang="en-US" sz="1650">
                <a:ea typeface="宋体" panose="02010600030101010101" pitchFamily="2" charset="-122"/>
              </a:rPr>
              <a:t>替换源地址，将内部地址替换为全球地址；</a:t>
            </a:r>
            <a:endParaRPr lang="en-US" altLang="zh-CN" sz="1650">
              <a:ea typeface="宋体" panose="02010600030101010101" pitchFamily="2" charset="-122"/>
            </a:endParaRPr>
          </a:p>
          <a:p>
            <a:pPr lvl="1"/>
            <a:r>
              <a:rPr lang="zh-CN" altLang="en-US" sz="1650">
                <a:solidFill>
                  <a:srgbClr val="0000FF"/>
                </a:solidFill>
                <a:ea typeface="宋体" panose="02010600030101010101" pitchFamily="2" charset="-122"/>
              </a:rPr>
              <a:t>进入专用网时：</a:t>
            </a:r>
            <a:r>
              <a:rPr lang="zh-CN" altLang="en-US" sz="1650">
                <a:ea typeface="宋体" panose="02010600030101010101" pitchFamily="2" charset="-122"/>
              </a:rPr>
              <a:t>替换目的地址，将全球地址替换为内部地址；</a:t>
            </a:r>
          </a:p>
        </p:txBody>
      </p:sp>
      <p:graphicFrame>
        <p:nvGraphicFramePr>
          <p:cNvPr id="2" name="表格 1">
            <a:extLst>
              <a:ext uri="{FF2B5EF4-FFF2-40B4-BE49-F238E27FC236}">
                <a16:creationId xmlns:a16="http://schemas.microsoft.com/office/drawing/2014/main" id="{8840584D-E81E-104B-A66B-3677D1565533}"/>
              </a:ext>
            </a:extLst>
          </p:cNvPr>
          <p:cNvGraphicFramePr>
            <a:graphicFrameLocks noGrp="1"/>
          </p:cNvGraphicFramePr>
          <p:nvPr/>
        </p:nvGraphicFramePr>
        <p:xfrm>
          <a:off x="1729979" y="2820591"/>
          <a:ext cx="5882878" cy="1446610"/>
        </p:xfrm>
        <a:graphic>
          <a:graphicData uri="http://schemas.openxmlformats.org/drawingml/2006/table">
            <a:tbl>
              <a:tblPr/>
              <a:tblGrid>
                <a:gridCol w="1220390">
                  <a:extLst>
                    <a:ext uri="{9D8B030D-6E8A-4147-A177-3AD203B41FA5}">
                      <a16:colId xmlns:a16="http://schemas.microsoft.com/office/drawing/2014/main" val="20000"/>
                    </a:ext>
                  </a:extLst>
                </a:gridCol>
                <a:gridCol w="1763316">
                  <a:extLst>
                    <a:ext uri="{9D8B030D-6E8A-4147-A177-3AD203B41FA5}">
                      <a16:colId xmlns:a16="http://schemas.microsoft.com/office/drawing/2014/main" val="20001"/>
                    </a:ext>
                  </a:extLst>
                </a:gridCol>
                <a:gridCol w="1456134">
                  <a:extLst>
                    <a:ext uri="{9D8B030D-6E8A-4147-A177-3AD203B41FA5}">
                      <a16:colId xmlns:a16="http://schemas.microsoft.com/office/drawing/2014/main" val="20002"/>
                    </a:ext>
                  </a:extLst>
                </a:gridCol>
                <a:gridCol w="1443038">
                  <a:extLst>
                    <a:ext uri="{9D8B030D-6E8A-4147-A177-3AD203B41FA5}">
                      <a16:colId xmlns:a16="http://schemas.microsoft.com/office/drawing/2014/main" val="20003"/>
                    </a:ext>
                  </a:extLst>
                </a:gridCol>
              </a:tblGrid>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方向</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字段</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旧的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新的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73123" name="矩形 2">
            <a:extLst>
              <a:ext uri="{FF2B5EF4-FFF2-40B4-BE49-F238E27FC236}">
                <a16:creationId xmlns:a16="http://schemas.microsoft.com/office/drawing/2014/main" id="{16D15EE4-E10C-B349-A3E2-E1D59AC69D66}"/>
              </a:ext>
            </a:extLst>
          </p:cNvPr>
          <p:cNvSpPr>
            <a:spLocks noChangeArrowheads="1"/>
          </p:cNvSpPr>
          <p:nvPr/>
        </p:nvSpPr>
        <p:spPr bwMode="auto">
          <a:xfrm>
            <a:off x="3275410" y="2471738"/>
            <a:ext cx="2443163"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a:t>
            </a:r>
            <a:r>
              <a:rPr lang="zh-CN" altLang="zh-CN" sz="1650">
                <a:solidFill>
                  <a:schemeClr val="tx1"/>
                </a:solidFill>
                <a:latin typeface="微软雅黑" panose="020B0503020204020204" pitchFamily="34" charset="-122"/>
                <a:ea typeface="宋体" panose="02010600030101010101" pitchFamily="2" charset="-122"/>
              </a:rPr>
              <a:t>地址转换表举例</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4513866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7" name="标题 1">
            <a:extLst>
              <a:ext uri="{FF2B5EF4-FFF2-40B4-BE49-F238E27FC236}">
                <a16:creationId xmlns:a16="http://schemas.microsoft.com/office/drawing/2014/main" id="{BCD39786-EB12-2746-B654-CAF0D233588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zh-CN" altLang="en-US">
              <a:latin typeface="Times New Roman" panose="02020603050405020304" pitchFamily="18" charset="0"/>
              <a:ea typeface="宋体" panose="02010600030101010101" pitchFamily="2" charset="-122"/>
            </a:endParaRPr>
          </a:p>
        </p:txBody>
      </p:sp>
      <p:sp>
        <p:nvSpPr>
          <p:cNvPr id="475138" name="内容占位符 2">
            <a:extLst>
              <a:ext uri="{FF2B5EF4-FFF2-40B4-BE49-F238E27FC236}">
                <a16:creationId xmlns:a16="http://schemas.microsoft.com/office/drawing/2014/main" id="{1141EF69-3811-2B43-8C21-26B5E8D5434F}"/>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路由器具有</a:t>
            </a:r>
            <a:r>
              <a:rPr lang="en-US" altLang="zh-CN">
                <a:latin typeface="Times New Roman" panose="02020603050405020304" pitchFamily="18" charset="0"/>
                <a:ea typeface="宋体" panose="02010600030101010101" pitchFamily="2" charset="-122"/>
              </a:rPr>
              <a:t> </a:t>
            </a:r>
            <a:r>
              <a:rPr lang="en-US" altLang="zh-CN" i="1">
                <a:latin typeface="Times New Roman" panose="02020603050405020304" pitchFamily="18" charset="0"/>
                <a:ea typeface="宋体" panose="02010600030101010101" pitchFamily="2" charset="-122"/>
              </a:rPr>
              <a:t>n </a:t>
            </a:r>
            <a:r>
              <a:rPr lang="zh-CN" altLang="zh-CN">
                <a:latin typeface="Times New Roman" panose="02020603050405020304" pitchFamily="18" charset="0"/>
                <a:ea typeface="宋体" panose="02010600030101010101" pitchFamily="2" charset="-122"/>
              </a:rPr>
              <a:t>个全球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地址时，专用网内</a:t>
            </a:r>
            <a:r>
              <a:rPr lang="zh-CN" altLang="zh-CN">
                <a:solidFill>
                  <a:srgbClr val="FF0000"/>
                </a:solidFill>
                <a:latin typeface="Times New Roman" panose="02020603050405020304" pitchFamily="18" charset="0"/>
                <a:ea typeface="宋体" panose="02010600030101010101" pitchFamily="2" charset="-122"/>
              </a:rPr>
              <a:t>最多可以同时有</a:t>
            </a:r>
            <a:r>
              <a:rPr lang="en-US" altLang="zh-CN">
                <a:solidFill>
                  <a:srgbClr val="FF0000"/>
                </a:solidFill>
                <a:latin typeface="Times New Roman" panose="02020603050405020304" pitchFamily="18" charset="0"/>
                <a:ea typeface="宋体" panose="02010600030101010101" pitchFamily="2" charset="-122"/>
              </a:rPr>
              <a:t> </a:t>
            </a:r>
            <a:r>
              <a:rPr lang="en-US" altLang="zh-CN" i="1">
                <a:solidFill>
                  <a:srgbClr val="FF0000"/>
                </a:solidFill>
                <a:latin typeface="Times New Roman" panose="02020603050405020304" pitchFamily="18" charset="0"/>
                <a:ea typeface="宋体" panose="02010600030101010101" pitchFamily="2" charset="-122"/>
              </a:rPr>
              <a:t>n </a:t>
            </a:r>
            <a:r>
              <a:rPr lang="zh-CN" altLang="zh-CN">
                <a:solidFill>
                  <a:srgbClr val="FF0000"/>
                </a:solidFill>
                <a:latin typeface="Times New Roman" panose="02020603050405020304" pitchFamily="18" charset="0"/>
                <a:ea typeface="宋体" panose="02010600030101010101" pitchFamily="2" charset="-122"/>
              </a:rPr>
              <a:t>台主机接入到互联网。</a:t>
            </a:r>
            <a:r>
              <a:rPr lang="zh-CN" altLang="zh-CN">
                <a:latin typeface="Times New Roman" panose="02020603050405020304" pitchFamily="18" charset="0"/>
                <a:ea typeface="宋体" panose="02010600030101010101" pitchFamily="2" charset="-122"/>
              </a:rPr>
              <a:t>这样就可以使专用网内较多数量的主机，轮流使用</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路由器有限数量的全球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通过</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路由器的通信必须由专用网内的主机发起。</a:t>
            </a:r>
            <a:r>
              <a:rPr lang="zh-CN" altLang="zh-CN">
                <a:solidFill>
                  <a:srgbClr val="FF0000"/>
                </a:solidFill>
                <a:latin typeface="Times New Roman" panose="02020603050405020304" pitchFamily="18" charset="0"/>
                <a:ea typeface="宋体" panose="02010600030101010101" pitchFamily="2" charset="-122"/>
              </a:rPr>
              <a:t>专用网内部的主机不能充当服务器用，</a:t>
            </a:r>
            <a:r>
              <a:rPr lang="zh-CN" altLang="zh-CN">
                <a:latin typeface="Times New Roman" panose="02020603050405020304" pitchFamily="18" charset="0"/>
                <a:ea typeface="宋体" panose="02010600030101010101" pitchFamily="2" charset="-122"/>
              </a:rPr>
              <a:t>因为互联网上的客户无法请求专用网内的服务器提供服务。</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8032241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1" name="Rectangle 2">
            <a:extLst>
              <a:ext uri="{FF2B5EF4-FFF2-40B4-BE49-F238E27FC236}">
                <a16:creationId xmlns:a16="http://schemas.microsoft.com/office/drawing/2014/main" id="{1270A0C9-DA5F-DD47-930F-830E7E4C4C60}"/>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6162" name="Rectangle 3">
            <a:extLst>
              <a:ext uri="{FF2B5EF4-FFF2-40B4-BE49-F238E27FC236}">
                <a16:creationId xmlns:a16="http://schemas.microsoft.com/office/drawing/2014/main" id="{99EFC16C-5658-D44D-8169-6C11C7D3DC77}"/>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的基本首部</a:t>
            </a:r>
          </a:p>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的地址</a:t>
            </a:r>
          </a:p>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过渡</a:t>
            </a:r>
          </a:p>
        </p:txBody>
      </p:sp>
    </p:spTree>
    <p:extLst>
      <p:ext uri="{BB962C8B-B14F-4D97-AF65-F5344CB8AC3E}">
        <p14:creationId xmlns:p14="http://schemas.microsoft.com/office/powerpoint/2010/main" val="152877147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09" name="Rectangle 2">
            <a:extLst>
              <a:ext uri="{FF2B5EF4-FFF2-40B4-BE49-F238E27FC236}">
                <a16:creationId xmlns:a16="http://schemas.microsoft.com/office/drawing/2014/main" id="{9C5ACC66-615B-E04A-B4B9-70E90CB0D476}"/>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8210" name="Rectangle 3">
            <a:extLst>
              <a:ext uri="{FF2B5EF4-FFF2-40B4-BE49-F238E27FC236}">
                <a16:creationId xmlns:a16="http://schemas.microsoft.com/office/drawing/2014/main" id="{90A67BB9-9E92-3B45-8804-1372A08426B2}"/>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 </a:t>
            </a:r>
            <a:r>
              <a:rPr lang="zh-CN" altLang="zh-CN">
                <a:latin typeface="Times New Roman" panose="02020603050405020304" pitchFamily="18" charset="0"/>
                <a:ea typeface="宋体" panose="02010600030101010101" pitchFamily="2" charset="-122"/>
              </a:rPr>
              <a:t>是互联网的核心协议。</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互联网经过几十年的飞速发展，到</a:t>
            </a:r>
            <a:r>
              <a:rPr lang="en-US" altLang="zh-CN">
                <a:latin typeface="Times New Roman" panose="02020603050405020304" pitchFamily="18" charset="0"/>
                <a:ea typeface="宋体" panose="02010600030101010101" pitchFamily="2" charset="-122"/>
              </a:rPr>
              <a:t>2011</a:t>
            </a:r>
            <a:r>
              <a:rPr lang="zh-CN" altLang="zh-CN">
                <a:latin typeface="Times New Roman" panose="02020603050405020304" pitchFamily="18" charset="0"/>
                <a:ea typeface="宋体" panose="02010600030101010101" pitchFamily="2" charset="-122"/>
              </a:rPr>
              <a:t>年</a:t>
            </a:r>
            <a:r>
              <a:rPr lang="en-US" altLang="zh-CN">
                <a:latin typeface="Times New Roman" panose="02020603050405020304" pitchFamily="18" charset="0"/>
                <a:ea typeface="宋体" panose="02010600030101010101" pitchFamily="2" charset="-122"/>
              </a:rPr>
              <a:t>2</a:t>
            </a:r>
            <a:r>
              <a:rPr lang="zh-CN" altLang="zh-CN">
                <a:latin typeface="Times New Roman" panose="02020603050405020304" pitchFamily="18" charset="0"/>
                <a:ea typeface="宋体" panose="02010600030101010101" pitchFamily="2" charset="-122"/>
              </a:rPr>
              <a:t>月，</a:t>
            </a:r>
            <a:r>
              <a:rPr lang="en-US" altLang="zh-CN">
                <a:latin typeface="Times New Roman" panose="02020603050405020304" pitchFamily="18" charset="0"/>
                <a:ea typeface="宋体" panose="02010600030101010101" pitchFamily="2" charset="-122"/>
              </a:rPr>
              <a:t>IPv4 </a:t>
            </a:r>
            <a:r>
              <a:rPr lang="zh-CN" altLang="zh-CN">
                <a:latin typeface="Times New Roman" panose="02020603050405020304" pitchFamily="18" charset="0"/>
                <a:ea typeface="宋体" panose="02010600030101010101" pitchFamily="2" charset="-122"/>
              </a:rPr>
              <a:t>的</a:t>
            </a:r>
            <a:r>
              <a:rPr lang="en-US" altLang="zh-CN">
                <a:latin typeface="Times New Roman" panose="02020603050405020304" pitchFamily="18" charset="0"/>
                <a:ea typeface="宋体" panose="02010600030101010101" pitchFamily="2" charset="-122"/>
              </a:rPr>
              <a:t> 32 </a:t>
            </a:r>
            <a:r>
              <a:rPr lang="zh-CN" altLang="en-US">
                <a:latin typeface="Times New Roman" panose="02020603050405020304" pitchFamily="18" charset="0"/>
                <a:ea typeface="宋体" panose="02010600030101010101" pitchFamily="2" charset="-122"/>
              </a:rPr>
              <a:t>位</a:t>
            </a:r>
            <a:r>
              <a:rPr lang="zh-CN" altLang="zh-CN">
                <a:latin typeface="Times New Roman" panose="02020603050405020304" pitchFamily="18" charset="0"/>
                <a:ea typeface="宋体" panose="02010600030101010101" pitchFamily="2" charset="-122"/>
              </a:rPr>
              <a:t>地址已经耗尽</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en-US" altLang="zh-CN">
                <a:latin typeface="Times New Roman" panose="02020603050405020304" pitchFamily="18" charset="0"/>
                <a:ea typeface="宋体" panose="02010600030101010101" pitchFamily="2" charset="-122"/>
              </a:rPr>
              <a:t>ISP </a:t>
            </a:r>
            <a:r>
              <a:rPr lang="zh-CN" altLang="zh-CN">
                <a:latin typeface="Times New Roman" panose="02020603050405020304" pitchFamily="18" charset="0"/>
                <a:ea typeface="宋体" panose="02010600030101010101" pitchFamily="2" charset="-122"/>
              </a:rPr>
              <a:t>已经不能再申请到新的</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地址块了。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我国在</a:t>
            </a:r>
            <a:r>
              <a:rPr lang="en-US" altLang="zh-CN">
                <a:latin typeface="Times New Roman" panose="02020603050405020304" pitchFamily="18" charset="0"/>
                <a:ea typeface="宋体" panose="02010600030101010101" pitchFamily="2" charset="-122"/>
              </a:rPr>
              <a:t>2014-2015</a:t>
            </a:r>
            <a:r>
              <a:rPr lang="zh-CN" altLang="zh-CN">
                <a:latin typeface="Times New Roman" panose="02020603050405020304" pitchFamily="18" charset="0"/>
                <a:ea typeface="宋体" panose="02010600030101010101" pitchFamily="2" charset="-122"/>
              </a:rPr>
              <a:t>年也逐步停止了向新用户和应用分配</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地址</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解决</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地址耗尽的根本措施就是采用具有更大地址空间的新版本的</a:t>
            </a:r>
            <a:r>
              <a:rPr lang="en-US" altLang="zh-CN">
                <a:latin typeface="Times New Roman" panose="02020603050405020304" pitchFamily="18" charset="0"/>
                <a:ea typeface="宋体" panose="02010600030101010101" pitchFamily="2" charset="-122"/>
              </a:rPr>
              <a:t> IP</a:t>
            </a:r>
            <a:r>
              <a:rPr lang="zh-CN" altLang="zh-CN">
                <a:latin typeface="Times New Roman" panose="02020603050405020304" pitchFamily="18" charset="0"/>
                <a:ea typeface="宋体" panose="02010600030101010101" pitchFamily="2" charset="-122"/>
              </a:rPr>
              <a:t>，即</a:t>
            </a:r>
            <a:r>
              <a:rPr lang="en-US" altLang="zh-CN">
                <a:latin typeface="Times New Roman" panose="02020603050405020304" pitchFamily="18" charset="0"/>
                <a:ea typeface="宋体" panose="02010600030101010101" pitchFamily="2" charset="-122"/>
              </a:rPr>
              <a:t> IPv6</a:t>
            </a:r>
            <a:r>
              <a:rPr lang="zh-CN" altLang="zh-CN">
                <a:latin typeface="Times New Roman" panose="02020603050405020304" pitchFamily="18" charset="0"/>
                <a:ea typeface="宋体" panose="02010600030101010101" pitchFamily="2" charset="-122"/>
              </a:rPr>
              <a:t>。</a:t>
            </a:r>
            <a:endParaRPr lang="zh-CN" altLang="en-US">
              <a:solidFill>
                <a:srgbClr val="0000CC"/>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45619972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7" name="标题 1">
            <a:extLst>
              <a:ext uri="{FF2B5EF4-FFF2-40B4-BE49-F238E27FC236}">
                <a16:creationId xmlns:a16="http://schemas.microsoft.com/office/drawing/2014/main" id="{98D4CB63-3B6B-944F-9AE0-CF5FB3092D4F}"/>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0258" name="内容占位符 2">
            <a:extLst>
              <a:ext uri="{FF2B5EF4-FFF2-40B4-BE49-F238E27FC236}">
                <a16:creationId xmlns:a16="http://schemas.microsoft.com/office/drawing/2014/main" id="{D24FE668-EB81-564D-8694-CE812B49587A}"/>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仍支持</a:t>
            </a:r>
            <a:r>
              <a:rPr lang="zh-CN" altLang="zh-CN">
                <a:solidFill>
                  <a:srgbClr val="FF0000"/>
                </a:solidFill>
                <a:latin typeface="Times New Roman" panose="02020603050405020304" pitchFamily="18" charset="0"/>
                <a:ea typeface="宋体" panose="02010600030101010101" pitchFamily="2" charset="-122"/>
              </a:rPr>
              <a:t>无连接的传送，</a:t>
            </a:r>
            <a:r>
              <a:rPr lang="zh-CN" altLang="zh-CN">
                <a:latin typeface="Times New Roman" panose="02020603050405020304" pitchFamily="18" charset="0"/>
                <a:ea typeface="宋体" panose="02010600030101010101" pitchFamily="2" charset="-122"/>
              </a:rPr>
              <a:t>但将协议数据单元</a:t>
            </a:r>
            <a:r>
              <a:rPr lang="en-US" altLang="zh-CN">
                <a:latin typeface="Times New Roman" panose="02020603050405020304" pitchFamily="18" charset="0"/>
                <a:ea typeface="宋体" panose="02010600030101010101" pitchFamily="2" charset="-122"/>
              </a:rPr>
              <a:t> PDU </a:t>
            </a:r>
            <a:r>
              <a:rPr lang="zh-CN" altLang="zh-CN">
                <a:latin typeface="Times New Roman" panose="02020603050405020304" pitchFamily="18" charset="0"/>
                <a:ea typeface="宋体" panose="02010600030101010101" pitchFamily="2" charset="-122"/>
              </a:rPr>
              <a:t>称为</a:t>
            </a:r>
            <a:r>
              <a:rPr lang="zh-CN" altLang="zh-CN">
                <a:solidFill>
                  <a:srgbClr val="FF0000"/>
                </a:solidFill>
                <a:latin typeface="Times New Roman" panose="02020603050405020304" pitchFamily="18" charset="0"/>
                <a:ea typeface="宋体" panose="02010600030101010101" pitchFamily="2" charset="-122"/>
              </a:rPr>
              <a:t>分组</a:t>
            </a:r>
            <a:r>
              <a:rPr lang="zh-CN" altLang="en-US">
                <a:solidFill>
                  <a:srgbClr val="FF0000"/>
                </a:solidFill>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所引进的</a:t>
            </a:r>
            <a:r>
              <a:rPr lang="zh-CN" altLang="en-US">
                <a:solidFill>
                  <a:srgbClr val="FF0000"/>
                </a:solidFill>
                <a:latin typeface="Times New Roman" panose="02020603050405020304" pitchFamily="18" charset="0"/>
                <a:ea typeface="宋体" panose="02010600030101010101" pitchFamily="2" charset="-122"/>
              </a:rPr>
              <a:t>主要变化</a:t>
            </a:r>
            <a:r>
              <a:rPr lang="zh-CN" altLang="en-US">
                <a:latin typeface="Times New Roman" panose="02020603050405020304" pitchFamily="18" charset="0"/>
                <a:ea typeface="宋体" panose="02010600030101010101" pitchFamily="2" charset="-122"/>
              </a:rPr>
              <a:t>如下：</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更大的地址空间。</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将地址从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的 </a:t>
            </a:r>
            <a:r>
              <a:rPr lang="en-US" altLang="zh-CN">
                <a:latin typeface="Times New Roman" panose="02020603050405020304" pitchFamily="18" charset="0"/>
                <a:ea typeface="宋体" panose="02010600030101010101" pitchFamily="2" charset="-122"/>
              </a:rPr>
              <a:t>32 </a:t>
            </a:r>
            <a:r>
              <a:rPr lang="zh-CN" altLang="en-US">
                <a:latin typeface="Times New Roman" panose="02020603050405020304" pitchFamily="18" charset="0"/>
                <a:ea typeface="宋体" panose="02010600030101010101" pitchFamily="2" charset="-122"/>
              </a:rPr>
              <a:t>位 增大到了 </a:t>
            </a:r>
            <a:r>
              <a:rPr lang="en-US" altLang="zh-CN">
                <a:latin typeface="Times New Roman" panose="02020603050405020304" pitchFamily="18" charset="0"/>
                <a:ea typeface="宋体" panose="02010600030101010101" pitchFamily="2" charset="-122"/>
              </a:rPr>
              <a:t>128 </a:t>
            </a:r>
            <a:r>
              <a:rPr lang="zh-CN" altLang="en-US">
                <a:latin typeface="Times New Roman" panose="02020603050405020304" pitchFamily="18" charset="0"/>
                <a:ea typeface="宋体" panose="02010600030101010101" pitchFamily="2" charset="-122"/>
              </a:rPr>
              <a:t>位。 </a:t>
            </a:r>
          </a:p>
          <a:p>
            <a:pPr lvl="1"/>
            <a:r>
              <a:rPr lang="zh-CN" altLang="en-US">
                <a:solidFill>
                  <a:srgbClr val="0000FF"/>
                </a:solidFill>
                <a:latin typeface="Times New Roman" panose="02020603050405020304" pitchFamily="18" charset="0"/>
                <a:ea typeface="宋体" panose="02010600030101010101" pitchFamily="2" charset="-122"/>
              </a:rPr>
              <a:t>扩展的地址层次结构。 </a:t>
            </a:r>
          </a:p>
          <a:p>
            <a:pPr lvl="1"/>
            <a:r>
              <a:rPr lang="zh-CN" altLang="en-US">
                <a:solidFill>
                  <a:srgbClr val="0000FF"/>
                </a:solidFill>
                <a:latin typeface="Times New Roman" panose="02020603050405020304" pitchFamily="18" charset="0"/>
                <a:ea typeface="宋体" panose="02010600030101010101" pitchFamily="2" charset="-122"/>
              </a:rPr>
              <a:t>灵活的首部格式。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定义了许多可选的扩展首部</a:t>
            </a:r>
            <a:r>
              <a:rPr lang="zh-CN" altLang="en-US">
                <a:latin typeface="Times New Roman" panose="02020603050405020304" pitchFamily="18" charset="0"/>
                <a:ea typeface="宋体" panose="02010600030101010101" pitchFamily="2" charset="-122"/>
              </a:rPr>
              <a:t>。</a:t>
            </a:r>
          </a:p>
          <a:p>
            <a:pPr lvl="1"/>
            <a:r>
              <a:rPr lang="zh-CN" altLang="en-US">
                <a:solidFill>
                  <a:srgbClr val="0000FF"/>
                </a:solidFill>
                <a:latin typeface="Times New Roman" panose="02020603050405020304" pitchFamily="18" charset="0"/>
                <a:ea typeface="宋体" panose="02010600030101010101" pitchFamily="2" charset="-122"/>
              </a:rPr>
              <a:t>改进的选项。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允许数据报包含有选项的控制信息</a:t>
            </a:r>
            <a:r>
              <a:rPr lang="zh-CN" altLang="en-US">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其选项放在有效载荷中</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38179911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1" name="标题 1">
            <a:extLst>
              <a:ext uri="{FF2B5EF4-FFF2-40B4-BE49-F238E27FC236}">
                <a16:creationId xmlns:a16="http://schemas.microsoft.com/office/drawing/2014/main" id="{BA91DA03-5FA3-B344-AEF2-C18E9135B838}"/>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1282" name="内容占位符 2">
            <a:extLst>
              <a:ext uri="{FF2B5EF4-FFF2-40B4-BE49-F238E27FC236}">
                <a16:creationId xmlns:a16="http://schemas.microsoft.com/office/drawing/2014/main" id="{963B99BA-EA8E-6240-8D25-1EEAE5844895}"/>
              </a:ext>
            </a:extLst>
          </p:cNvPr>
          <p:cNvSpPr>
            <a:spLocks noGrp="1" noChangeArrowheads="1"/>
          </p:cNvSpPr>
          <p:nvPr>
            <p:ph idx="1"/>
          </p:nvPr>
        </p:nvSpPr>
        <p:spPr/>
        <p:txBody>
          <a:bodyPr/>
          <a:lstStyle/>
          <a:p>
            <a:r>
              <a:rPr lang="zh-CN" altLang="en-US">
                <a:latin typeface="Times New Roman" panose="02020603050405020304" pitchFamily="18" charset="0"/>
                <a:ea typeface="宋体" panose="02010600030101010101" pitchFamily="2" charset="-122"/>
              </a:rPr>
              <a:t>所引进的主要变化如下（续）：</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允许协议继续扩充。</a:t>
            </a:r>
            <a:r>
              <a:rPr lang="zh-CN" altLang="en-US">
                <a:latin typeface="Times New Roman" panose="02020603050405020304" pitchFamily="18" charset="0"/>
                <a:ea typeface="宋体" panose="02010600030101010101" pitchFamily="2" charset="-122"/>
              </a:rPr>
              <a:t> </a:t>
            </a:r>
          </a:p>
          <a:p>
            <a:pPr lvl="1"/>
            <a:r>
              <a:rPr lang="zh-CN" altLang="en-US">
                <a:solidFill>
                  <a:srgbClr val="0000FF"/>
                </a:solidFill>
                <a:latin typeface="Times New Roman" panose="02020603050405020304" pitchFamily="18" charset="0"/>
                <a:ea typeface="宋体" panose="02010600030101010101" pitchFamily="2" charset="-122"/>
              </a:rPr>
              <a:t>支持即插即用（即自动配置）。</a:t>
            </a:r>
            <a:r>
              <a:rPr lang="zh-CN" altLang="zh-CN">
                <a:latin typeface="Times New Roman" panose="02020603050405020304" pitchFamily="18" charset="0"/>
                <a:ea typeface="宋体" panose="02010600030101010101" pitchFamily="2" charset="-122"/>
              </a:rPr>
              <a:t>因此</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不需要使用</a:t>
            </a:r>
            <a:r>
              <a:rPr lang="en-US" altLang="zh-CN">
                <a:latin typeface="Times New Roman" panose="02020603050405020304" pitchFamily="18" charset="0"/>
                <a:ea typeface="宋体" panose="02010600030101010101" pitchFamily="2" charset="-122"/>
              </a:rPr>
              <a:t> DHCP</a:t>
            </a:r>
            <a:r>
              <a:rPr lang="zh-CN" altLang="zh-CN">
                <a:latin typeface="Times New Roman" panose="02020603050405020304" pitchFamily="18" charset="0"/>
                <a:ea typeface="宋体" panose="02010600030101010101" pitchFamily="2" charset="-122"/>
              </a:rPr>
              <a:t>。</a:t>
            </a:r>
            <a:endParaRPr lang="zh-CN" altLang="en-US">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支持资源的预分配。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支持实时视像等要求</a:t>
            </a:r>
            <a:r>
              <a:rPr lang="zh-CN" altLang="en-US">
                <a:solidFill>
                  <a:srgbClr val="00B05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保证一定的带宽和时延的应用。</a:t>
            </a:r>
            <a:endParaRPr lang="en-US" altLang="zh-CN">
              <a:latin typeface="Times New Roman" panose="02020603050405020304" pitchFamily="18" charset="0"/>
              <a:ea typeface="宋体" panose="02010600030101010101" pitchFamily="2" charset="-122"/>
            </a:endParaRPr>
          </a:p>
          <a:p>
            <a:pPr lvl="1"/>
            <a:r>
              <a:rPr lang="en-US" altLang="zh-CN">
                <a:solidFill>
                  <a:srgbClr val="0000FF"/>
                </a:solidFill>
                <a:latin typeface="Times New Roman" panose="02020603050405020304" pitchFamily="18" charset="0"/>
                <a:ea typeface="宋体" panose="02010600030101010101" pitchFamily="2" charset="-122"/>
              </a:rPr>
              <a:t>IPv6 </a:t>
            </a:r>
            <a:r>
              <a:rPr lang="zh-CN" altLang="zh-CN">
                <a:solidFill>
                  <a:srgbClr val="0000FF"/>
                </a:solidFill>
                <a:latin typeface="Times New Roman" panose="02020603050405020304" pitchFamily="18" charset="0"/>
                <a:ea typeface="宋体" panose="02010600030101010101" pitchFamily="2" charset="-122"/>
              </a:rPr>
              <a:t>首部改为</a:t>
            </a:r>
            <a:r>
              <a:rPr lang="en-US" altLang="zh-CN">
                <a:solidFill>
                  <a:srgbClr val="0000FF"/>
                </a:solidFill>
                <a:latin typeface="Times New Roman" panose="02020603050405020304" pitchFamily="18" charset="0"/>
                <a:ea typeface="宋体" panose="02010600030101010101" pitchFamily="2" charset="-122"/>
              </a:rPr>
              <a:t> 8 </a:t>
            </a:r>
            <a:r>
              <a:rPr lang="zh-CN" altLang="zh-CN">
                <a:solidFill>
                  <a:srgbClr val="0000FF"/>
                </a:solidFill>
                <a:latin typeface="Times New Roman" panose="02020603050405020304" pitchFamily="18" charset="0"/>
                <a:ea typeface="宋体" panose="02010600030101010101" pitchFamily="2" charset="-122"/>
              </a:rPr>
              <a:t>字节对齐</a:t>
            </a:r>
            <a:r>
              <a:rPr lang="zh-CN" altLang="en-US">
                <a:solidFill>
                  <a:srgbClr val="0000FF"/>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首部长度必须是</a:t>
            </a:r>
            <a:r>
              <a:rPr lang="en-US" altLang="zh-CN">
                <a:latin typeface="Times New Roman" panose="02020603050405020304" pitchFamily="18" charset="0"/>
                <a:ea typeface="宋体" panose="02010600030101010101" pitchFamily="2" charset="-122"/>
              </a:rPr>
              <a:t> 8 </a:t>
            </a:r>
            <a:r>
              <a:rPr lang="zh-CN" altLang="zh-CN">
                <a:latin typeface="Times New Roman" panose="02020603050405020304" pitchFamily="18" charset="0"/>
                <a:ea typeface="宋体" panose="02010600030101010101" pitchFamily="2" charset="-122"/>
              </a:rPr>
              <a:t>字节的整数倍。原来的</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首部是</a:t>
            </a:r>
            <a:r>
              <a:rPr lang="en-US" altLang="zh-CN">
                <a:latin typeface="Times New Roman" panose="02020603050405020304" pitchFamily="18" charset="0"/>
                <a:ea typeface="宋体" panose="02010600030101010101" pitchFamily="2" charset="-122"/>
              </a:rPr>
              <a:t> 4 </a:t>
            </a:r>
            <a:r>
              <a:rPr lang="zh-CN" altLang="zh-CN">
                <a:latin typeface="Times New Roman" panose="02020603050405020304" pitchFamily="18" charset="0"/>
                <a:ea typeface="宋体" panose="02010600030101010101" pitchFamily="2" charset="-122"/>
              </a:rPr>
              <a:t>字节对齐。</a:t>
            </a:r>
            <a:endParaRPr lang="en-US" altLang="zh-CN">
              <a:latin typeface="Times New Roman" panose="02020603050405020304" pitchFamily="18" charset="0"/>
              <a:ea typeface="宋体" panose="02010600030101010101" pitchFamily="2" charset="-122"/>
            </a:endParaRPr>
          </a:p>
          <a:p>
            <a:endParaRPr lang="zh-CN" altLang="zh-CN">
              <a:latin typeface="Times New Roman" panose="02020603050405020304" pitchFamily="18" charset="0"/>
              <a:ea typeface="宋体" panose="02010600030101010101" pitchFamily="2" charset="-122"/>
            </a:endParaRPr>
          </a:p>
          <a:p>
            <a:pPr lvl="1"/>
            <a:endParaRPr lang="zh-CN" altLang="en-US">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06678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5" name="标题 1">
            <a:extLst>
              <a:ext uri="{FF2B5EF4-FFF2-40B4-BE49-F238E27FC236}">
                <a16:creationId xmlns:a16="http://schemas.microsoft.com/office/drawing/2014/main" id="{EE8A3012-3AD6-A849-BF0D-3EBCBA45C67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数据报</a:t>
            </a:r>
            <a:r>
              <a:rPr lang="zh-CN" altLang="en-US">
                <a:latin typeface="Times New Roman" panose="02020603050405020304" pitchFamily="18" charset="0"/>
                <a:ea typeface="宋体" panose="02010600030101010101" pitchFamily="2" charset="-122"/>
              </a:rPr>
              <a:t>的一般形式</a:t>
            </a:r>
          </a:p>
        </p:txBody>
      </p:sp>
      <p:sp>
        <p:nvSpPr>
          <p:cNvPr id="482306" name="内容占位符 2">
            <a:extLst>
              <a:ext uri="{FF2B5EF4-FFF2-40B4-BE49-F238E27FC236}">
                <a16:creationId xmlns:a16="http://schemas.microsoft.com/office/drawing/2014/main" id="{CC981BF6-4CA0-5B4A-BBC6-3EFB3FD35A0D}"/>
              </a:ext>
            </a:extLst>
          </p:cNvPr>
          <p:cNvSpPr>
            <a:spLocks noGrp="1" noChangeArrowheads="1"/>
          </p:cNvSpPr>
          <p:nvPr>
            <p:ph idx="1"/>
          </p:nvPr>
        </p:nvSpPr>
        <p:spPr/>
        <p:txBody>
          <a:bodyPr/>
          <a:lstStyle/>
          <a:p>
            <a:r>
              <a:rPr lang="en-US" altLang="zh-CN" sz="1875">
                <a:ea typeface="宋体" panose="02010600030101010101" pitchFamily="2" charset="-122"/>
              </a:rPr>
              <a:t>IPv6</a:t>
            </a:r>
            <a:r>
              <a:rPr lang="zh-CN" altLang="zh-CN" sz="1875">
                <a:ea typeface="宋体" panose="02010600030101010101" pitchFamily="2" charset="-122"/>
              </a:rPr>
              <a:t>数据报由两大部分组成</a:t>
            </a:r>
            <a:r>
              <a:rPr lang="zh-CN" altLang="en-US" sz="1875">
                <a:ea typeface="宋体" panose="02010600030101010101" pitchFamily="2" charset="-122"/>
              </a:rPr>
              <a:t>：</a:t>
            </a:r>
            <a:endParaRPr lang="en-US" altLang="zh-CN" sz="1875">
              <a:ea typeface="宋体" panose="02010600030101010101" pitchFamily="2" charset="-122"/>
            </a:endParaRPr>
          </a:p>
          <a:p>
            <a:pPr lvl="1"/>
            <a:r>
              <a:rPr lang="zh-CN" altLang="zh-CN" sz="1650">
                <a:solidFill>
                  <a:srgbClr val="FF0000"/>
                </a:solidFill>
                <a:ea typeface="宋体" panose="02010600030101010101" pitchFamily="2" charset="-122"/>
              </a:rPr>
              <a:t>基本首部</a:t>
            </a:r>
            <a:r>
              <a:rPr lang="en-US" altLang="zh-CN" sz="1650">
                <a:solidFill>
                  <a:srgbClr val="FF0000"/>
                </a:solidFill>
                <a:ea typeface="宋体" panose="02010600030101010101" pitchFamily="2" charset="-122"/>
              </a:rPr>
              <a:t> </a:t>
            </a:r>
            <a:r>
              <a:rPr lang="en-US" altLang="zh-CN" sz="1650">
                <a:ea typeface="宋体" panose="02010600030101010101" pitchFamily="2" charset="-122"/>
              </a:rPr>
              <a:t>(base header)</a:t>
            </a:r>
          </a:p>
          <a:p>
            <a:pPr lvl="1"/>
            <a:r>
              <a:rPr lang="zh-CN" altLang="zh-CN" sz="1650">
                <a:solidFill>
                  <a:srgbClr val="FF0000"/>
                </a:solidFill>
                <a:ea typeface="宋体" panose="02010600030101010101" pitchFamily="2" charset="-122"/>
              </a:rPr>
              <a:t>有效载荷</a:t>
            </a:r>
            <a:r>
              <a:rPr lang="en-US" altLang="zh-CN" sz="1650">
                <a:ea typeface="宋体" panose="02010600030101010101" pitchFamily="2" charset="-122"/>
              </a:rPr>
              <a:t> (payload)</a:t>
            </a:r>
            <a:r>
              <a:rPr lang="zh-CN" altLang="zh-CN" sz="1650">
                <a:ea typeface="宋体" panose="02010600030101010101" pitchFamily="2" charset="-122"/>
              </a:rPr>
              <a:t>。有效载荷也称为净负荷。有效载荷允许有零个或多个扩展首部</a:t>
            </a:r>
            <a:r>
              <a:rPr lang="en-US" altLang="zh-CN" sz="1650">
                <a:ea typeface="宋体" panose="02010600030101010101" pitchFamily="2" charset="-122"/>
              </a:rPr>
              <a:t>(extension header)</a:t>
            </a:r>
            <a:r>
              <a:rPr lang="zh-CN" altLang="zh-CN" sz="1650">
                <a:ea typeface="宋体" panose="02010600030101010101" pitchFamily="2" charset="-122"/>
              </a:rPr>
              <a:t>，再后面是数据部分</a:t>
            </a:r>
            <a:r>
              <a:rPr lang="zh-CN" altLang="en-US" sz="1650">
                <a:ea typeface="宋体" panose="02010600030101010101" pitchFamily="2" charset="-122"/>
              </a:rPr>
              <a:t>。</a:t>
            </a:r>
          </a:p>
        </p:txBody>
      </p:sp>
      <p:sp>
        <p:nvSpPr>
          <p:cNvPr id="482307" name="Rectangle 2">
            <a:extLst>
              <a:ext uri="{FF2B5EF4-FFF2-40B4-BE49-F238E27FC236}">
                <a16:creationId xmlns:a16="http://schemas.microsoft.com/office/drawing/2014/main" id="{A70F91F8-D274-394D-9BB9-37E05E4372E2}"/>
              </a:ext>
            </a:extLst>
          </p:cNvPr>
          <p:cNvSpPr>
            <a:spLocks noChangeArrowheads="1"/>
          </p:cNvSpPr>
          <p:nvPr/>
        </p:nvSpPr>
        <p:spPr bwMode="auto">
          <a:xfrm>
            <a:off x="2786063" y="2970610"/>
            <a:ext cx="4036219" cy="366713"/>
          </a:xfrm>
          <a:prstGeom prst="rect">
            <a:avLst/>
          </a:prstGeom>
          <a:solidFill>
            <a:srgbClr val="FF66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08" name="Rectangle 30">
            <a:extLst>
              <a:ext uri="{FF2B5EF4-FFF2-40B4-BE49-F238E27FC236}">
                <a16:creationId xmlns:a16="http://schemas.microsoft.com/office/drawing/2014/main" id="{BF5CBC8F-46EB-CF45-842F-60B1CEC1343F}"/>
              </a:ext>
            </a:extLst>
          </p:cNvPr>
          <p:cNvSpPr>
            <a:spLocks noChangeArrowheads="1"/>
          </p:cNvSpPr>
          <p:nvPr/>
        </p:nvSpPr>
        <p:spPr bwMode="auto">
          <a:xfrm>
            <a:off x="3509963" y="3630216"/>
            <a:ext cx="3312319" cy="365522"/>
          </a:xfrm>
          <a:prstGeom prst="rect">
            <a:avLst/>
          </a:prstGeom>
          <a:solidFill>
            <a:srgbClr val="66FF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7" name="Line 3">
            <a:extLst>
              <a:ext uri="{FF2B5EF4-FFF2-40B4-BE49-F238E27FC236}">
                <a16:creationId xmlns:a16="http://schemas.microsoft.com/office/drawing/2014/main" id="{A74E10AE-F65C-1D4D-8A82-51865EF023FE}"/>
              </a:ext>
            </a:extLst>
          </p:cNvPr>
          <p:cNvSpPr>
            <a:spLocks noChangeShapeType="1"/>
          </p:cNvSpPr>
          <p:nvPr/>
        </p:nvSpPr>
        <p:spPr bwMode="auto">
          <a:xfrm>
            <a:off x="3507581"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4">
            <a:extLst>
              <a:ext uri="{FF2B5EF4-FFF2-40B4-BE49-F238E27FC236}">
                <a16:creationId xmlns:a16="http://schemas.microsoft.com/office/drawing/2014/main" id="{B7A9D514-F352-2945-928E-2A7734B90F82}"/>
              </a:ext>
            </a:extLst>
          </p:cNvPr>
          <p:cNvSpPr>
            <a:spLocks noChangeShapeType="1"/>
          </p:cNvSpPr>
          <p:nvPr/>
        </p:nvSpPr>
        <p:spPr bwMode="auto">
          <a:xfrm>
            <a:off x="3981450"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9" name="Line 5">
            <a:extLst>
              <a:ext uri="{FF2B5EF4-FFF2-40B4-BE49-F238E27FC236}">
                <a16:creationId xmlns:a16="http://schemas.microsoft.com/office/drawing/2014/main" id="{5AEFDB99-872C-494A-9640-653220BF2C68}"/>
              </a:ext>
            </a:extLst>
          </p:cNvPr>
          <p:cNvSpPr>
            <a:spLocks noChangeShapeType="1"/>
          </p:cNvSpPr>
          <p:nvPr/>
        </p:nvSpPr>
        <p:spPr bwMode="auto">
          <a:xfrm>
            <a:off x="4281488"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0" name="Line 6">
            <a:extLst>
              <a:ext uri="{FF2B5EF4-FFF2-40B4-BE49-F238E27FC236}">
                <a16:creationId xmlns:a16="http://schemas.microsoft.com/office/drawing/2014/main" id="{29A64A7A-56B3-9143-A36D-B3ED66071F15}"/>
              </a:ext>
            </a:extLst>
          </p:cNvPr>
          <p:cNvSpPr>
            <a:spLocks noChangeShapeType="1"/>
          </p:cNvSpPr>
          <p:nvPr/>
        </p:nvSpPr>
        <p:spPr bwMode="auto">
          <a:xfrm>
            <a:off x="4779169"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3" name="Text Box 15">
            <a:extLst>
              <a:ext uri="{FF2B5EF4-FFF2-40B4-BE49-F238E27FC236}">
                <a16:creationId xmlns:a16="http://schemas.microsoft.com/office/drawing/2014/main" id="{171A2C8B-00C5-0340-A5AD-C5AF3E4D8E8B}"/>
              </a:ext>
            </a:extLst>
          </p:cNvPr>
          <p:cNvSpPr txBox="1">
            <a:spLocks noChangeArrowheads="1"/>
          </p:cNvSpPr>
          <p:nvPr/>
        </p:nvSpPr>
        <p:spPr bwMode="auto">
          <a:xfrm>
            <a:off x="2733616" y="3057525"/>
            <a:ext cx="800220"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基本首部</a:t>
            </a:r>
          </a:p>
        </p:txBody>
      </p:sp>
      <p:sp>
        <p:nvSpPr>
          <p:cNvPr id="482314" name="Text Box 16">
            <a:extLst>
              <a:ext uri="{FF2B5EF4-FFF2-40B4-BE49-F238E27FC236}">
                <a16:creationId xmlns:a16="http://schemas.microsoft.com/office/drawing/2014/main" id="{C7897C80-9FC0-B940-91F6-06EAE4B767B0}"/>
              </a:ext>
            </a:extLst>
          </p:cNvPr>
          <p:cNvSpPr txBox="1">
            <a:spLocks noChangeArrowheads="1"/>
          </p:cNvSpPr>
          <p:nvPr/>
        </p:nvSpPr>
        <p:spPr bwMode="auto">
          <a:xfrm>
            <a:off x="3454053" y="3644503"/>
            <a:ext cx="572594"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1</a:t>
            </a:r>
          </a:p>
        </p:txBody>
      </p:sp>
      <p:sp>
        <p:nvSpPr>
          <p:cNvPr id="482315" name="Text Box 17">
            <a:extLst>
              <a:ext uri="{FF2B5EF4-FFF2-40B4-BE49-F238E27FC236}">
                <a16:creationId xmlns:a16="http://schemas.microsoft.com/office/drawing/2014/main" id="{3363B72D-FE2A-DD4D-81D4-E8D6F62CAD1F}"/>
              </a:ext>
            </a:extLst>
          </p:cNvPr>
          <p:cNvSpPr txBox="1">
            <a:spLocks noChangeArrowheads="1"/>
          </p:cNvSpPr>
          <p:nvPr/>
        </p:nvSpPr>
        <p:spPr bwMode="auto">
          <a:xfrm>
            <a:off x="4200825" y="3636169"/>
            <a:ext cx="6030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N</a:t>
            </a:r>
          </a:p>
        </p:txBody>
      </p:sp>
      <p:sp>
        <p:nvSpPr>
          <p:cNvPr id="482316" name="Text Box 18">
            <a:extLst>
              <a:ext uri="{FF2B5EF4-FFF2-40B4-BE49-F238E27FC236}">
                <a16:creationId xmlns:a16="http://schemas.microsoft.com/office/drawing/2014/main" id="{87AF2B60-36B6-1B4E-970E-E92A6F20C127}"/>
              </a:ext>
            </a:extLst>
          </p:cNvPr>
          <p:cNvSpPr txBox="1">
            <a:spLocks noChangeArrowheads="1"/>
          </p:cNvSpPr>
          <p:nvPr/>
        </p:nvSpPr>
        <p:spPr bwMode="auto">
          <a:xfrm>
            <a:off x="3981450" y="3680223"/>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 </a:t>
            </a:r>
            <a:r>
              <a:rPr kumimoji="1" lang="en-US" altLang="zh-CN" sz="1200">
                <a:solidFill>
                  <a:srgbClr val="000099"/>
                </a:solidFill>
                <a:latin typeface="Arial" panose="020B0604020202020204" pitchFamily="34" charset="0"/>
                <a:ea typeface="宋体" panose="02010600030101010101" pitchFamily="2" charset="-122"/>
              </a:rPr>
              <a:t>…</a:t>
            </a:r>
            <a:endParaRPr kumimoji="1" lang="en-US" altLang="zh-CN" sz="1200">
              <a:solidFill>
                <a:srgbClr val="000099"/>
              </a:solidFill>
              <a:latin typeface="微软雅黑" panose="020B0503020204020204" pitchFamily="34" charset="-122"/>
              <a:ea typeface="宋体" panose="02010600030101010101" pitchFamily="2" charset="-122"/>
            </a:endParaRPr>
          </a:p>
        </p:txBody>
      </p:sp>
      <p:sp>
        <p:nvSpPr>
          <p:cNvPr id="482317" name="Text Box 19">
            <a:extLst>
              <a:ext uri="{FF2B5EF4-FFF2-40B4-BE49-F238E27FC236}">
                <a16:creationId xmlns:a16="http://schemas.microsoft.com/office/drawing/2014/main" id="{5492AF38-7732-8043-B5FE-C65846FF49A6}"/>
              </a:ext>
            </a:extLst>
          </p:cNvPr>
          <p:cNvSpPr txBox="1">
            <a:spLocks noChangeArrowheads="1"/>
          </p:cNvSpPr>
          <p:nvPr/>
        </p:nvSpPr>
        <p:spPr bwMode="auto">
          <a:xfrm>
            <a:off x="4787504" y="3706417"/>
            <a:ext cx="16081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数      据      部      分</a:t>
            </a:r>
          </a:p>
        </p:txBody>
      </p:sp>
      <p:sp>
        <p:nvSpPr>
          <p:cNvPr id="16" name="Line 22">
            <a:extLst>
              <a:ext uri="{FF2B5EF4-FFF2-40B4-BE49-F238E27FC236}">
                <a16:creationId xmlns:a16="http://schemas.microsoft.com/office/drawing/2014/main" id="{B8FE44FA-FB1C-EE43-8E17-E679957C0692}"/>
              </a:ext>
            </a:extLst>
          </p:cNvPr>
          <p:cNvSpPr>
            <a:spLocks noChangeShapeType="1"/>
          </p:cNvSpPr>
          <p:nvPr/>
        </p:nvSpPr>
        <p:spPr bwMode="auto">
          <a:xfrm>
            <a:off x="3483769" y="4129088"/>
            <a:ext cx="1295400"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9" name="Text Box 23">
            <a:extLst>
              <a:ext uri="{FF2B5EF4-FFF2-40B4-BE49-F238E27FC236}">
                <a16:creationId xmlns:a16="http://schemas.microsoft.com/office/drawing/2014/main" id="{C0F97932-4F23-B142-AC03-9BC9498D19A8}"/>
              </a:ext>
            </a:extLst>
          </p:cNvPr>
          <p:cNvSpPr txBox="1">
            <a:spLocks noChangeArrowheads="1"/>
          </p:cNvSpPr>
          <p:nvPr/>
        </p:nvSpPr>
        <p:spPr bwMode="auto">
          <a:xfrm>
            <a:off x="3929063" y="4012407"/>
            <a:ext cx="49244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选项</a:t>
            </a:r>
          </a:p>
        </p:txBody>
      </p:sp>
      <p:grpSp>
        <p:nvGrpSpPr>
          <p:cNvPr id="482320" name="组合 26">
            <a:extLst>
              <a:ext uri="{FF2B5EF4-FFF2-40B4-BE49-F238E27FC236}">
                <a16:creationId xmlns:a16="http://schemas.microsoft.com/office/drawing/2014/main" id="{12A30DE2-6A7C-8D47-AAF7-200F2D1DA079}"/>
              </a:ext>
            </a:extLst>
          </p:cNvPr>
          <p:cNvGrpSpPr>
            <a:grpSpLocks/>
          </p:cNvGrpSpPr>
          <p:nvPr/>
        </p:nvGrpSpPr>
        <p:grpSpPr bwMode="auto">
          <a:xfrm>
            <a:off x="2786063" y="2750344"/>
            <a:ext cx="4037410" cy="186929"/>
            <a:chOff x="1331640" y="1700808"/>
            <a:chExt cx="5832648" cy="344488"/>
          </a:xfrm>
        </p:grpSpPr>
        <p:sp>
          <p:nvSpPr>
            <p:cNvPr id="19" name="Line 25">
              <a:extLst>
                <a:ext uri="{FF2B5EF4-FFF2-40B4-BE49-F238E27FC236}">
                  <a16:creationId xmlns:a16="http://schemas.microsoft.com/office/drawing/2014/main" id="{E47D62EB-4013-8E43-B3BD-48E008F22FC4}"/>
                </a:ext>
              </a:extLst>
            </p:cNvPr>
            <p:cNvSpPr>
              <a:spLocks noChangeShapeType="1"/>
            </p:cNvSpPr>
            <p:nvPr/>
          </p:nvSpPr>
          <p:spPr bwMode="auto">
            <a:xfrm>
              <a:off x="1331640" y="1700808"/>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20" name="Line 26">
              <a:extLst>
                <a:ext uri="{FF2B5EF4-FFF2-40B4-BE49-F238E27FC236}">
                  <a16:creationId xmlns:a16="http://schemas.microsoft.com/office/drawing/2014/main" id="{C7B94BEE-16B9-3344-B5D8-011B84DDB180}"/>
                </a:ext>
              </a:extLst>
            </p:cNvPr>
            <p:cNvSpPr>
              <a:spLocks noChangeShapeType="1"/>
            </p:cNvSpPr>
            <p:nvPr/>
          </p:nvSpPr>
          <p:spPr bwMode="auto">
            <a:xfrm>
              <a:off x="7164288" y="1707391"/>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grpSp>
      <p:sp>
        <p:nvSpPr>
          <p:cNvPr id="21" name="Line 27">
            <a:extLst>
              <a:ext uri="{FF2B5EF4-FFF2-40B4-BE49-F238E27FC236}">
                <a16:creationId xmlns:a16="http://schemas.microsoft.com/office/drawing/2014/main" id="{73AF41E4-DF06-3649-8E09-326838BF2F51}"/>
              </a:ext>
            </a:extLst>
          </p:cNvPr>
          <p:cNvSpPr>
            <a:spLocks noChangeShapeType="1"/>
          </p:cNvSpPr>
          <p:nvPr/>
        </p:nvSpPr>
        <p:spPr bwMode="auto">
          <a:xfrm flipV="1">
            <a:off x="2786063" y="2840831"/>
            <a:ext cx="4030266"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2" name="Text Box 28">
            <a:extLst>
              <a:ext uri="{FF2B5EF4-FFF2-40B4-BE49-F238E27FC236}">
                <a16:creationId xmlns:a16="http://schemas.microsoft.com/office/drawing/2014/main" id="{1012B646-3D29-4443-8721-89873F9F0F6C}"/>
              </a:ext>
            </a:extLst>
          </p:cNvPr>
          <p:cNvSpPr txBox="1">
            <a:spLocks noChangeArrowheads="1"/>
          </p:cNvSpPr>
          <p:nvPr/>
        </p:nvSpPr>
        <p:spPr bwMode="auto">
          <a:xfrm>
            <a:off x="4350544" y="2671762"/>
            <a:ext cx="1104790"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cxnSp>
        <p:nvCxnSpPr>
          <p:cNvPr id="482323" name="直接连接符 32">
            <a:extLst>
              <a:ext uri="{FF2B5EF4-FFF2-40B4-BE49-F238E27FC236}">
                <a16:creationId xmlns:a16="http://schemas.microsoft.com/office/drawing/2014/main" id="{B44D1CB5-7501-1945-BD38-E88F401B9B48}"/>
              </a:ext>
            </a:extLst>
          </p:cNvPr>
          <p:cNvCxnSpPr>
            <a:cxnSpLocks noChangeShapeType="1"/>
          </p:cNvCxnSpPr>
          <p:nvPr/>
        </p:nvCxnSpPr>
        <p:spPr bwMode="auto">
          <a:xfrm>
            <a:off x="3505200" y="3362326"/>
            <a:ext cx="0" cy="298847"/>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cxnSp>
        <p:nvCxnSpPr>
          <p:cNvPr id="482324" name="直接连接符 34">
            <a:extLst>
              <a:ext uri="{FF2B5EF4-FFF2-40B4-BE49-F238E27FC236}">
                <a16:creationId xmlns:a16="http://schemas.microsoft.com/office/drawing/2014/main" id="{2753B20C-6189-3D41-8823-239B82ECB33B}"/>
              </a:ext>
            </a:extLst>
          </p:cNvPr>
          <p:cNvCxnSpPr>
            <a:cxnSpLocks noChangeShapeType="1"/>
          </p:cNvCxnSpPr>
          <p:nvPr/>
        </p:nvCxnSpPr>
        <p:spPr bwMode="auto">
          <a:xfrm>
            <a:off x="6822281" y="3362325"/>
            <a:ext cx="0" cy="3000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sp>
        <p:nvSpPr>
          <p:cNvPr id="482325" name="Text Box 23">
            <a:extLst>
              <a:ext uri="{FF2B5EF4-FFF2-40B4-BE49-F238E27FC236}">
                <a16:creationId xmlns:a16="http://schemas.microsoft.com/office/drawing/2014/main" id="{ED0AE46C-4F5C-F941-B803-A1885BB28F25}"/>
              </a:ext>
            </a:extLst>
          </p:cNvPr>
          <p:cNvSpPr txBox="1">
            <a:spLocks noChangeArrowheads="1"/>
          </p:cNvSpPr>
          <p:nvPr/>
        </p:nvSpPr>
        <p:spPr bwMode="auto">
          <a:xfrm>
            <a:off x="2827735" y="3352801"/>
            <a:ext cx="71686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40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28" name="Line 27">
            <a:extLst>
              <a:ext uri="{FF2B5EF4-FFF2-40B4-BE49-F238E27FC236}">
                <a16:creationId xmlns:a16="http://schemas.microsoft.com/office/drawing/2014/main" id="{A4E0C85A-3C9E-5A4F-A16D-1588D592484D}"/>
              </a:ext>
            </a:extLst>
          </p:cNvPr>
          <p:cNvSpPr>
            <a:spLocks noChangeShapeType="1"/>
          </p:cNvSpPr>
          <p:nvPr/>
        </p:nvSpPr>
        <p:spPr bwMode="auto">
          <a:xfrm>
            <a:off x="3508772" y="3494485"/>
            <a:ext cx="3314700" cy="2381"/>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7" name="Text Box 23">
            <a:extLst>
              <a:ext uri="{FF2B5EF4-FFF2-40B4-BE49-F238E27FC236}">
                <a16:creationId xmlns:a16="http://schemas.microsoft.com/office/drawing/2014/main" id="{7AECE95E-306B-8C45-9267-84CA4C9D76F5}"/>
              </a:ext>
            </a:extLst>
          </p:cNvPr>
          <p:cNvSpPr txBox="1">
            <a:spLocks noChangeArrowheads="1"/>
          </p:cNvSpPr>
          <p:nvPr/>
        </p:nvSpPr>
        <p:spPr bwMode="auto">
          <a:xfrm>
            <a:off x="4444604" y="3367088"/>
            <a:ext cx="1492716"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不超过 </a:t>
            </a:r>
            <a:r>
              <a:rPr kumimoji="1" lang="en-US" altLang="zh-CN" sz="1200">
                <a:solidFill>
                  <a:srgbClr val="000099"/>
                </a:solidFill>
                <a:latin typeface="微软雅黑" panose="020B0503020204020204" pitchFamily="34" charset="-122"/>
                <a:ea typeface="宋体" panose="02010600030101010101" pitchFamily="2" charset="-122"/>
              </a:rPr>
              <a:t>65535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482328" name="右箭头 28">
            <a:extLst>
              <a:ext uri="{FF2B5EF4-FFF2-40B4-BE49-F238E27FC236}">
                <a16:creationId xmlns:a16="http://schemas.microsoft.com/office/drawing/2014/main" id="{3C20B13E-BE38-9941-86B1-EF4864EBD09C}"/>
              </a:ext>
            </a:extLst>
          </p:cNvPr>
          <p:cNvSpPr>
            <a:spLocks noChangeArrowheads="1"/>
          </p:cNvSpPr>
          <p:nvPr/>
        </p:nvSpPr>
        <p:spPr bwMode="auto">
          <a:xfrm rot="10800000">
            <a:off x="2287191" y="3078957"/>
            <a:ext cx="498872" cy="140494"/>
          </a:xfrm>
          <a:prstGeom prst="rightArrow">
            <a:avLst>
              <a:gd name="adj1" fmla="val 50000"/>
              <a:gd name="adj2" fmla="val 162073"/>
            </a:avLst>
          </a:prstGeom>
          <a:solidFill>
            <a:srgbClr val="990000"/>
          </a:solidFill>
          <a:ln w="9525" algn="ctr">
            <a:solidFill>
              <a:schemeClr val="tx1"/>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29" name="Text Box 23">
            <a:extLst>
              <a:ext uri="{FF2B5EF4-FFF2-40B4-BE49-F238E27FC236}">
                <a16:creationId xmlns:a16="http://schemas.microsoft.com/office/drawing/2014/main" id="{D126B51C-8E2E-1346-AEBC-2B6F8562966B}"/>
              </a:ext>
            </a:extLst>
          </p:cNvPr>
          <p:cNvSpPr txBox="1">
            <a:spLocks noChangeArrowheads="1"/>
          </p:cNvSpPr>
          <p:nvPr/>
        </p:nvSpPr>
        <p:spPr bwMode="auto">
          <a:xfrm>
            <a:off x="1865710" y="3294460"/>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发送在前</a:t>
            </a:r>
          </a:p>
        </p:txBody>
      </p:sp>
      <p:sp>
        <p:nvSpPr>
          <p:cNvPr id="24" name="Line 3">
            <a:extLst>
              <a:ext uri="{FF2B5EF4-FFF2-40B4-BE49-F238E27FC236}">
                <a16:creationId xmlns:a16="http://schemas.microsoft.com/office/drawing/2014/main" id="{CC80C562-CDF9-4948-82B1-880F2F402EDA}"/>
              </a:ext>
            </a:extLst>
          </p:cNvPr>
          <p:cNvSpPr>
            <a:spLocks noChangeShapeType="1"/>
          </p:cNvSpPr>
          <p:nvPr/>
        </p:nvSpPr>
        <p:spPr bwMode="auto">
          <a:xfrm>
            <a:off x="3507581" y="2968229"/>
            <a:ext cx="0" cy="36790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31" name="矩形 3">
            <a:extLst>
              <a:ext uri="{FF2B5EF4-FFF2-40B4-BE49-F238E27FC236}">
                <a16:creationId xmlns:a16="http://schemas.microsoft.com/office/drawing/2014/main" id="{BCCBB588-58A9-534A-8BF3-A748C17B3747}"/>
              </a:ext>
            </a:extLst>
          </p:cNvPr>
          <p:cNvSpPr>
            <a:spLocks noChangeArrowheads="1"/>
          </p:cNvSpPr>
          <p:nvPr/>
        </p:nvSpPr>
        <p:spPr bwMode="auto">
          <a:xfrm>
            <a:off x="3512344" y="2980135"/>
            <a:ext cx="3303985" cy="355997"/>
          </a:xfrm>
          <a:prstGeom prst="rect">
            <a:avLst/>
          </a:prstGeom>
          <a:solidFill>
            <a:srgbClr val="FFFF6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32" name="Text Box 33">
            <a:extLst>
              <a:ext uri="{FF2B5EF4-FFF2-40B4-BE49-F238E27FC236}">
                <a16:creationId xmlns:a16="http://schemas.microsoft.com/office/drawing/2014/main" id="{8D1F91CB-8E70-B146-93BD-53072EC5BF18}"/>
              </a:ext>
            </a:extLst>
          </p:cNvPr>
          <p:cNvSpPr txBox="1">
            <a:spLocks noChangeArrowheads="1"/>
          </p:cNvSpPr>
          <p:nvPr/>
        </p:nvSpPr>
        <p:spPr bwMode="auto">
          <a:xfrm>
            <a:off x="3600450" y="3042047"/>
            <a:ext cx="303966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有         效         载         荷</a:t>
            </a:r>
          </a:p>
        </p:txBody>
      </p:sp>
      <p:sp>
        <p:nvSpPr>
          <p:cNvPr id="482333" name="矩形 36">
            <a:extLst>
              <a:ext uri="{FF2B5EF4-FFF2-40B4-BE49-F238E27FC236}">
                <a16:creationId xmlns:a16="http://schemas.microsoft.com/office/drawing/2014/main" id="{68B15D99-BE1E-DF42-BF55-5DF968A31683}"/>
              </a:ext>
            </a:extLst>
          </p:cNvPr>
          <p:cNvSpPr>
            <a:spLocks noChangeArrowheads="1"/>
          </p:cNvSpPr>
          <p:nvPr/>
        </p:nvSpPr>
        <p:spPr bwMode="auto">
          <a:xfrm>
            <a:off x="1865710" y="4210050"/>
            <a:ext cx="5847159"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具有多个可选扩展首部的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数据报的一般形式</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85056665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29" name="Rectangle 2">
            <a:extLst>
              <a:ext uri="{FF2B5EF4-FFF2-40B4-BE49-F238E27FC236}">
                <a16:creationId xmlns:a16="http://schemas.microsoft.com/office/drawing/2014/main" id="{6E193235-692C-A945-AAA5-89D2900F8F9E}"/>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数据报的基本首部</a:t>
            </a:r>
          </a:p>
        </p:txBody>
      </p:sp>
      <p:sp>
        <p:nvSpPr>
          <p:cNvPr id="483330" name="Rectangle 3">
            <a:extLst>
              <a:ext uri="{FF2B5EF4-FFF2-40B4-BE49-F238E27FC236}">
                <a16:creationId xmlns:a16="http://schemas.microsoft.com/office/drawing/2014/main" id="{368CF80F-7CDB-7046-8524-7AF47031C20C}"/>
              </a:ext>
            </a:extLst>
          </p:cNvPr>
          <p:cNvSpPr>
            <a:spLocks noGrp="1" noChangeArrowheads="1"/>
          </p:cNvSpPr>
          <p:nvPr>
            <p:ph idx="1"/>
          </p:nvPr>
        </p:nvSpPr>
        <p:spPr/>
        <p:txBody>
          <a:bodyPr vert="horz" wrap="square" lIns="63305" tIns="31652" rIns="63305" bIns="31652" numCol="1" anchor="t" anchorCtr="0" compatLnSpc="1">
            <a:prstTxWarp prst="textNoShape">
              <a:avLst/>
            </a:prstTxWarp>
          </a:bodyPr>
          <a:lstStyle/>
          <a:p>
            <a:r>
              <a:rPr lang="en-US" altLang="zh-CN" sz="1875" dirty="0">
                <a:ea typeface="宋体" panose="02010600030101010101" pitchFamily="2" charset="-122"/>
              </a:rPr>
              <a:t>IPv6 </a:t>
            </a:r>
            <a:r>
              <a:rPr lang="zh-CN" altLang="en-US" sz="1875" dirty="0">
                <a:ea typeface="宋体" panose="02010600030101010101" pitchFamily="2" charset="-122"/>
              </a:rPr>
              <a:t>将首部长度变为</a:t>
            </a:r>
            <a:r>
              <a:rPr lang="zh-CN" altLang="en-US" sz="1875" dirty="0">
                <a:solidFill>
                  <a:srgbClr val="FF0000"/>
                </a:solidFill>
                <a:ea typeface="宋体" panose="02010600030101010101" pitchFamily="2" charset="-122"/>
              </a:rPr>
              <a:t>固定的</a:t>
            </a:r>
            <a:r>
              <a:rPr lang="zh-CN" altLang="en-US" sz="1875" dirty="0">
                <a:ea typeface="宋体" panose="02010600030101010101" pitchFamily="2" charset="-122"/>
              </a:rPr>
              <a:t> </a:t>
            </a:r>
            <a:r>
              <a:rPr lang="en-US" altLang="zh-CN" sz="1875" dirty="0">
                <a:solidFill>
                  <a:srgbClr val="FF0000"/>
                </a:solidFill>
                <a:ea typeface="宋体" panose="02010600030101010101" pitchFamily="2" charset="-122"/>
              </a:rPr>
              <a:t>40 </a:t>
            </a:r>
            <a:r>
              <a:rPr lang="zh-CN" altLang="en-US" sz="1875" dirty="0">
                <a:solidFill>
                  <a:srgbClr val="FF0000"/>
                </a:solidFill>
                <a:ea typeface="宋体" panose="02010600030101010101" pitchFamily="2" charset="-122"/>
              </a:rPr>
              <a:t>字节，</a:t>
            </a:r>
            <a:r>
              <a:rPr lang="zh-CN" altLang="en-US" sz="1875" dirty="0">
                <a:ea typeface="宋体" panose="02010600030101010101" pitchFamily="2" charset="-122"/>
              </a:rPr>
              <a:t>称为</a:t>
            </a:r>
            <a:r>
              <a:rPr lang="zh-CN" altLang="en-US" sz="1875" dirty="0">
                <a:solidFill>
                  <a:srgbClr val="FF0000"/>
                </a:solidFill>
                <a:ea typeface="宋体" panose="02010600030101010101" pitchFamily="2" charset="-122"/>
              </a:rPr>
              <a:t>基本首部。</a:t>
            </a:r>
            <a:endParaRPr lang="en-US" altLang="zh-CN" sz="1875" dirty="0">
              <a:solidFill>
                <a:srgbClr val="FF0000"/>
              </a:solidFill>
              <a:ea typeface="宋体" panose="02010600030101010101" pitchFamily="2" charset="-122"/>
            </a:endParaRPr>
          </a:p>
          <a:p>
            <a:r>
              <a:rPr lang="zh-CN" altLang="zh-CN" sz="1875" dirty="0">
                <a:ea typeface="宋体" panose="02010600030101010101" pitchFamily="2" charset="-122"/>
              </a:rPr>
              <a:t>把首部中不必要的功能取消了，使得</a:t>
            </a:r>
            <a:r>
              <a:rPr lang="en-US" altLang="zh-CN" sz="1875" dirty="0">
                <a:ea typeface="宋体" panose="02010600030101010101" pitchFamily="2" charset="-122"/>
              </a:rPr>
              <a:t> IPv6 </a:t>
            </a:r>
            <a:r>
              <a:rPr lang="zh-CN" altLang="zh-CN" sz="1875" dirty="0">
                <a:ea typeface="宋体" panose="02010600030101010101" pitchFamily="2" charset="-122"/>
              </a:rPr>
              <a:t>首部的字段数减少到只有</a:t>
            </a:r>
            <a:r>
              <a:rPr lang="en-US" altLang="zh-CN" sz="1875" dirty="0">
                <a:ea typeface="宋体" panose="02010600030101010101" pitchFamily="2" charset="-122"/>
              </a:rPr>
              <a:t> 8 </a:t>
            </a:r>
            <a:r>
              <a:rPr lang="zh-CN" altLang="zh-CN" sz="1875" dirty="0">
                <a:ea typeface="宋体" panose="02010600030101010101" pitchFamily="2" charset="-122"/>
              </a:rPr>
              <a:t>个</a:t>
            </a:r>
            <a:r>
              <a:rPr lang="zh-CN" altLang="en-US" sz="1875" dirty="0">
                <a:ea typeface="宋体" panose="02010600030101010101" pitchFamily="2" charset="-122"/>
              </a:rPr>
              <a:t>。</a:t>
            </a:r>
            <a:endParaRPr lang="en-US" altLang="zh-CN" sz="1875" dirty="0">
              <a:ea typeface="宋体" panose="02010600030101010101" pitchFamily="2" charset="-122"/>
            </a:endParaRPr>
          </a:p>
          <a:p>
            <a:r>
              <a:rPr lang="en-US" altLang="zh-CN" sz="1875" dirty="0">
                <a:ea typeface="宋体" panose="02010600030101010101" pitchFamily="2" charset="-122"/>
              </a:rPr>
              <a:t>IPv6 </a:t>
            </a:r>
            <a:r>
              <a:rPr lang="zh-CN" altLang="zh-CN" sz="1875" dirty="0">
                <a:ea typeface="宋体" panose="02010600030101010101" pitchFamily="2" charset="-122"/>
              </a:rPr>
              <a:t>对首部中的某些字段进行了如下的</a:t>
            </a:r>
            <a:r>
              <a:rPr lang="zh-CN" altLang="zh-CN" sz="1875" dirty="0">
                <a:solidFill>
                  <a:srgbClr val="FF0000"/>
                </a:solidFill>
                <a:ea typeface="宋体" panose="02010600030101010101" pitchFamily="2" charset="-122"/>
              </a:rPr>
              <a:t>更改</a:t>
            </a:r>
            <a:r>
              <a:rPr lang="zh-CN" altLang="en-US" sz="1875" dirty="0">
                <a:solidFill>
                  <a:srgbClr val="FF0000"/>
                </a:solidFill>
                <a:ea typeface="宋体" panose="02010600030101010101" pitchFamily="2" charset="-122"/>
              </a:rPr>
              <a:t>：</a:t>
            </a:r>
            <a:endParaRPr lang="en-US" altLang="zh-CN" sz="1875" dirty="0">
              <a:solidFill>
                <a:srgbClr val="FF0000"/>
              </a:solidFill>
              <a:ea typeface="宋体" panose="02010600030101010101" pitchFamily="2" charset="-122"/>
            </a:endParaRPr>
          </a:p>
          <a:p>
            <a:pPr lvl="1"/>
            <a:endParaRPr lang="zh-CN" altLang="en-US" sz="1650" dirty="0">
              <a:ea typeface="宋体" panose="02010600030101010101" pitchFamily="2" charset="-122"/>
            </a:endParaRPr>
          </a:p>
        </p:txBody>
      </p:sp>
      <p:graphicFrame>
        <p:nvGraphicFramePr>
          <p:cNvPr id="3" name="表格 2">
            <a:extLst>
              <a:ext uri="{FF2B5EF4-FFF2-40B4-BE49-F238E27FC236}">
                <a16:creationId xmlns:a16="http://schemas.microsoft.com/office/drawing/2014/main" id="{AE05660E-A566-E94D-B1DD-5D2A88F72218}"/>
              </a:ext>
            </a:extLst>
          </p:cNvPr>
          <p:cNvGraphicFramePr>
            <a:graphicFrameLocks noGrp="1"/>
          </p:cNvGraphicFramePr>
          <p:nvPr>
            <p:extLst>
              <p:ext uri="{D42A27DB-BD31-4B8C-83A1-F6EECF244321}">
                <p14:modId xmlns:p14="http://schemas.microsoft.com/office/powerpoint/2010/main" val="2437443236"/>
              </p:ext>
            </p:extLst>
          </p:nvPr>
        </p:nvGraphicFramePr>
        <p:xfrm>
          <a:off x="354330" y="2571750"/>
          <a:ext cx="8584186" cy="1597581"/>
        </p:xfrm>
        <a:graphic>
          <a:graphicData uri="http://schemas.openxmlformats.org/drawingml/2006/table">
            <a:tbl>
              <a:tblPr/>
              <a:tblGrid>
                <a:gridCol w="4292947">
                  <a:extLst>
                    <a:ext uri="{9D8B030D-6E8A-4147-A177-3AD203B41FA5}">
                      <a16:colId xmlns:a16="http://schemas.microsoft.com/office/drawing/2014/main" val="20000"/>
                    </a:ext>
                  </a:extLst>
                </a:gridCol>
                <a:gridCol w="4291239">
                  <a:extLst>
                    <a:ext uri="{9D8B030D-6E8A-4147-A177-3AD203B41FA5}">
                      <a16:colId xmlns:a16="http://schemas.microsoft.com/office/drawing/2014/main" val="20001"/>
                    </a:ext>
                  </a:extLst>
                </a:gridCol>
              </a:tblGrid>
              <a:tr h="1597581">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取消了首部长度字段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因为首部长度是固定的</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40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字节</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取消了服务类型字段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取消了总长度字段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改用有效载荷长度字段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63312"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把</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TTL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字段改称为跳数限制字段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取消了协议字段，改用下一个首部字段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取消了检验和字段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取消了选项字段，而用扩展首部来实现选项功能。</a:t>
                      </a:r>
                      <a:endPar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124630"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086579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5377" name="Rectangle 2">
            <a:extLst>
              <a:ext uri="{FF2B5EF4-FFF2-40B4-BE49-F238E27FC236}">
                <a16:creationId xmlns:a16="http://schemas.microsoft.com/office/drawing/2014/main" id="{041C4D45-9313-D940-A72D-5D694134002F}"/>
              </a:ext>
            </a:extLst>
          </p:cNvPr>
          <p:cNvSpPr>
            <a:spLocks noChangeArrowheads="1"/>
          </p:cNvSpPr>
          <p:nvPr/>
        </p:nvSpPr>
        <p:spPr bwMode="auto">
          <a:xfrm>
            <a:off x="2374107" y="547687"/>
            <a:ext cx="5047060" cy="3930254"/>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78" name="Line 3">
            <a:extLst>
              <a:ext uri="{FF2B5EF4-FFF2-40B4-BE49-F238E27FC236}">
                <a16:creationId xmlns:a16="http://schemas.microsoft.com/office/drawing/2014/main" id="{4CA634B4-0504-B746-9CAD-3AA70A9C869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79" name="Line 4">
            <a:extLst>
              <a:ext uri="{FF2B5EF4-FFF2-40B4-BE49-F238E27FC236}">
                <a16:creationId xmlns:a16="http://schemas.microsoft.com/office/drawing/2014/main" id="{A471293B-28B8-4244-85A4-3A9765877BD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0" name="Line 5">
            <a:extLst>
              <a:ext uri="{FF2B5EF4-FFF2-40B4-BE49-F238E27FC236}">
                <a16:creationId xmlns:a16="http://schemas.microsoft.com/office/drawing/2014/main" id="{3F2343E1-F619-1244-93F5-8EA92E1C1E1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1" name="Rectangle 6">
            <a:extLst>
              <a:ext uri="{FF2B5EF4-FFF2-40B4-BE49-F238E27FC236}">
                <a16:creationId xmlns:a16="http://schemas.microsoft.com/office/drawing/2014/main" id="{FC7F0012-A7DE-DC42-8731-0980C733DD6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5382" name="Rectangle 7">
            <a:extLst>
              <a:ext uri="{FF2B5EF4-FFF2-40B4-BE49-F238E27FC236}">
                <a16:creationId xmlns:a16="http://schemas.microsoft.com/office/drawing/2014/main" id="{DD3BA658-147C-724A-B514-2069A66DE4C5}"/>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5383" name="Rectangle 8">
            <a:extLst>
              <a:ext uri="{FF2B5EF4-FFF2-40B4-BE49-F238E27FC236}">
                <a16:creationId xmlns:a16="http://schemas.microsoft.com/office/drawing/2014/main" id="{4B0D891D-0988-B248-B6FB-6E5B148DDAA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5384" name="Rectangle 9">
            <a:extLst>
              <a:ext uri="{FF2B5EF4-FFF2-40B4-BE49-F238E27FC236}">
                <a16:creationId xmlns:a16="http://schemas.microsoft.com/office/drawing/2014/main" id="{006ACF40-C364-E64D-A1DF-54DA92EA32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5385" name="Rectangle 10">
            <a:extLst>
              <a:ext uri="{FF2B5EF4-FFF2-40B4-BE49-F238E27FC236}">
                <a16:creationId xmlns:a16="http://schemas.microsoft.com/office/drawing/2014/main" id="{977CCEAD-F7B7-F747-A527-7D522A0DB94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5386" name="Rectangle 11">
            <a:extLst>
              <a:ext uri="{FF2B5EF4-FFF2-40B4-BE49-F238E27FC236}">
                <a16:creationId xmlns:a16="http://schemas.microsoft.com/office/drawing/2014/main" id="{94E5F3F7-DF56-194B-B451-D94E75D031C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5387" name="Line 12">
            <a:extLst>
              <a:ext uri="{FF2B5EF4-FFF2-40B4-BE49-F238E27FC236}">
                <a16:creationId xmlns:a16="http://schemas.microsoft.com/office/drawing/2014/main" id="{574EBFEB-3859-574A-A404-1ABA555AC2C4}"/>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8" name="Line 13">
            <a:extLst>
              <a:ext uri="{FF2B5EF4-FFF2-40B4-BE49-F238E27FC236}">
                <a16:creationId xmlns:a16="http://schemas.microsoft.com/office/drawing/2014/main" id="{C4897E88-D52C-AF41-9E5A-4E1AE29ECE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9" name="Line 14">
            <a:extLst>
              <a:ext uri="{FF2B5EF4-FFF2-40B4-BE49-F238E27FC236}">
                <a16:creationId xmlns:a16="http://schemas.microsoft.com/office/drawing/2014/main" id="{AD046AE5-7659-1147-A541-97FBC3D6ED3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0" name="Line 15">
            <a:extLst>
              <a:ext uri="{FF2B5EF4-FFF2-40B4-BE49-F238E27FC236}">
                <a16:creationId xmlns:a16="http://schemas.microsoft.com/office/drawing/2014/main" id="{C50E0C45-A754-AF41-B47D-B7609F23254A}"/>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1" name="Line 16">
            <a:extLst>
              <a:ext uri="{FF2B5EF4-FFF2-40B4-BE49-F238E27FC236}">
                <a16:creationId xmlns:a16="http://schemas.microsoft.com/office/drawing/2014/main" id="{49B0DFF5-2A52-DD43-BBFF-36E937D2723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2" name="Line 17">
            <a:extLst>
              <a:ext uri="{FF2B5EF4-FFF2-40B4-BE49-F238E27FC236}">
                <a16:creationId xmlns:a16="http://schemas.microsoft.com/office/drawing/2014/main" id="{4221335E-E4D7-7A4C-B999-9BF51BA5308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3" name="Line 18">
            <a:extLst>
              <a:ext uri="{FF2B5EF4-FFF2-40B4-BE49-F238E27FC236}">
                <a16:creationId xmlns:a16="http://schemas.microsoft.com/office/drawing/2014/main" id="{8D9ACA48-252F-134F-8BE0-A38AC0492FF7}"/>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4" name="Line 19">
            <a:extLst>
              <a:ext uri="{FF2B5EF4-FFF2-40B4-BE49-F238E27FC236}">
                <a16:creationId xmlns:a16="http://schemas.microsoft.com/office/drawing/2014/main" id="{C7D82C6B-0305-C544-9A93-50E4265C96C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5" name="Rectangle 20">
            <a:extLst>
              <a:ext uri="{FF2B5EF4-FFF2-40B4-BE49-F238E27FC236}">
                <a16:creationId xmlns:a16="http://schemas.microsoft.com/office/drawing/2014/main" id="{4A7579EF-9DEC-5F44-996E-729485CFCCC2}"/>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6" name="Rectangle 21">
            <a:extLst>
              <a:ext uri="{FF2B5EF4-FFF2-40B4-BE49-F238E27FC236}">
                <a16:creationId xmlns:a16="http://schemas.microsoft.com/office/drawing/2014/main" id="{CC14FCFD-9BD7-9B45-BA5C-3E7D8330EBC1}"/>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7" name="Rectangle 22">
            <a:extLst>
              <a:ext uri="{FF2B5EF4-FFF2-40B4-BE49-F238E27FC236}">
                <a16:creationId xmlns:a16="http://schemas.microsoft.com/office/drawing/2014/main" id="{75530676-6C03-6F48-8471-70146A9DD06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5398" name="Rectangle 23">
            <a:extLst>
              <a:ext uri="{FF2B5EF4-FFF2-40B4-BE49-F238E27FC236}">
                <a16:creationId xmlns:a16="http://schemas.microsoft.com/office/drawing/2014/main" id="{EF22443F-9579-D149-93A3-369511374C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5399" name="Line 24">
            <a:extLst>
              <a:ext uri="{FF2B5EF4-FFF2-40B4-BE49-F238E27FC236}">
                <a16:creationId xmlns:a16="http://schemas.microsoft.com/office/drawing/2014/main" id="{CBD8F469-4A08-2A42-B14D-9A3F019C14A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0" name="Rectangle 25">
            <a:extLst>
              <a:ext uri="{FF2B5EF4-FFF2-40B4-BE49-F238E27FC236}">
                <a16:creationId xmlns:a16="http://schemas.microsoft.com/office/drawing/2014/main" id="{948E28DB-3FDE-2740-87EA-66CAD206D926}"/>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5401" name="Rectangle 26">
            <a:extLst>
              <a:ext uri="{FF2B5EF4-FFF2-40B4-BE49-F238E27FC236}">
                <a16:creationId xmlns:a16="http://schemas.microsoft.com/office/drawing/2014/main" id="{EA55C6FF-132F-9D41-B6C8-06875949D09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5402" name="Rectangle 27">
            <a:extLst>
              <a:ext uri="{FF2B5EF4-FFF2-40B4-BE49-F238E27FC236}">
                <a16:creationId xmlns:a16="http://schemas.microsoft.com/office/drawing/2014/main" id="{B1965A23-BDE1-E646-A9D1-B278A103AB1F}"/>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5403" name="Rectangle 28">
            <a:extLst>
              <a:ext uri="{FF2B5EF4-FFF2-40B4-BE49-F238E27FC236}">
                <a16:creationId xmlns:a16="http://schemas.microsoft.com/office/drawing/2014/main" id="{93ECD109-5189-CC41-8DBA-1DB2F7060563}"/>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5404" name="Rectangle 29">
            <a:extLst>
              <a:ext uri="{FF2B5EF4-FFF2-40B4-BE49-F238E27FC236}">
                <a16:creationId xmlns:a16="http://schemas.microsoft.com/office/drawing/2014/main" id="{C883B209-E878-FE42-A087-00B57E26E61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5" name="Rectangle 30">
            <a:extLst>
              <a:ext uri="{FF2B5EF4-FFF2-40B4-BE49-F238E27FC236}">
                <a16:creationId xmlns:a16="http://schemas.microsoft.com/office/drawing/2014/main" id="{AF50BF47-39E2-974E-BC19-88873907277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6" name="Rectangle 31">
            <a:extLst>
              <a:ext uri="{FF2B5EF4-FFF2-40B4-BE49-F238E27FC236}">
                <a16:creationId xmlns:a16="http://schemas.microsoft.com/office/drawing/2014/main" id="{9ED82C9E-8E26-E940-ABC0-17F5897BF84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5407" name="Rectangle 32">
            <a:extLst>
              <a:ext uri="{FF2B5EF4-FFF2-40B4-BE49-F238E27FC236}">
                <a16:creationId xmlns:a16="http://schemas.microsoft.com/office/drawing/2014/main" id="{6072CF02-2F96-1B40-8485-BC1716D11E5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5408" name="Line 33">
            <a:extLst>
              <a:ext uri="{FF2B5EF4-FFF2-40B4-BE49-F238E27FC236}">
                <a16:creationId xmlns:a16="http://schemas.microsoft.com/office/drawing/2014/main" id="{C0B06C5D-B6ED-5746-8FAD-91827AE4976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9" name="Rectangle 34">
            <a:extLst>
              <a:ext uri="{FF2B5EF4-FFF2-40B4-BE49-F238E27FC236}">
                <a16:creationId xmlns:a16="http://schemas.microsoft.com/office/drawing/2014/main" id="{B7C94DA6-5699-1E4E-92A8-AD4D6707713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5410" name="Line 35">
            <a:extLst>
              <a:ext uri="{FF2B5EF4-FFF2-40B4-BE49-F238E27FC236}">
                <a16:creationId xmlns:a16="http://schemas.microsoft.com/office/drawing/2014/main" id="{DFDB1BA8-E816-DE47-A88B-D205CBFAED80}"/>
              </a:ext>
            </a:extLst>
          </p:cNvPr>
          <p:cNvSpPr>
            <a:spLocks noChangeShapeType="1"/>
          </p:cNvSpPr>
          <p:nvPr/>
        </p:nvSpPr>
        <p:spPr bwMode="auto">
          <a:xfrm>
            <a:off x="2374106" y="3452813"/>
            <a:ext cx="50577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1" name="Rectangle 36">
            <a:extLst>
              <a:ext uri="{FF2B5EF4-FFF2-40B4-BE49-F238E27FC236}">
                <a16:creationId xmlns:a16="http://schemas.microsoft.com/office/drawing/2014/main" id="{8D6EDC83-8EB1-A448-A50F-CF1F5AD3C8C6}"/>
              </a:ext>
            </a:extLst>
          </p:cNvPr>
          <p:cNvSpPr>
            <a:spLocks noChangeArrowheads="1"/>
          </p:cNvSpPr>
          <p:nvPr/>
        </p:nvSpPr>
        <p:spPr bwMode="auto">
          <a:xfrm>
            <a:off x="2386012" y="3464719"/>
            <a:ext cx="5033963" cy="1013222"/>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2" name="Rectangle 37">
            <a:extLst>
              <a:ext uri="{FF2B5EF4-FFF2-40B4-BE49-F238E27FC236}">
                <a16:creationId xmlns:a16="http://schemas.microsoft.com/office/drawing/2014/main" id="{1E428D90-1826-3143-B16F-1D5CEB2A3630}"/>
              </a:ext>
            </a:extLst>
          </p:cNvPr>
          <p:cNvSpPr>
            <a:spLocks noChangeArrowheads="1"/>
          </p:cNvSpPr>
          <p:nvPr/>
        </p:nvSpPr>
        <p:spPr bwMode="auto">
          <a:xfrm>
            <a:off x="3401617" y="3542110"/>
            <a:ext cx="3255575" cy="35068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875">
                <a:solidFill>
                  <a:srgbClr val="0000CC"/>
                </a:solidFill>
                <a:latin typeface="微软雅黑" panose="020B0503020204020204" pitchFamily="34" charset="-122"/>
                <a:ea typeface="宋体" panose="02010600030101010101" pitchFamily="2" charset="-122"/>
              </a:rPr>
              <a:t>有效载荷（扩展首部 </a:t>
            </a:r>
            <a:r>
              <a:rPr kumimoji="1" lang="en-US" altLang="zh-CN" sz="1875">
                <a:solidFill>
                  <a:srgbClr val="0000CC"/>
                </a:solidFill>
                <a:latin typeface="微软雅黑" panose="020B0503020204020204" pitchFamily="34" charset="-122"/>
                <a:ea typeface="宋体" panose="02010600030101010101" pitchFamily="2" charset="-122"/>
              </a:rPr>
              <a:t>/ </a:t>
            </a:r>
            <a:r>
              <a:rPr kumimoji="1" lang="zh-CN" altLang="en-US" sz="1875">
                <a:solidFill>
                  <a:srgbClr val="0000CC"/>
                </a:solidFill>
                <a:latin typeface="微软雅黑" panose="020B0503020204020204" pitchFamily="34" charset="-122"/>
                <a:ea typeface="宋体" panose="02010600030101010101" pitchFamily="2" charset="-122"/>
              </a:rPr>
              <a:t>数据）</a:t>
            </a:r>
          </a:p>
        </p:txBody>
      </p:sp>
      <p:sp>
        <p:nvSpPr>
          <p:cNvPr id="485413" name="Freeform 38">
            <a:extLst>
              <a:ext uri="{FF2B5EF4-FFF2-40B4-BE49-F238E27FC236}">
                <a16:creationId xmlns:a16="http://schemas.microsoft.com/office/drawing/2014/main" id="{B2BD63BA-FB99-6D49-9977-6A39DA6FB2FE}"/>
              </a:ext>
            </a:extLst>
          </p:cNvPr>
          <p:cNvSpPr>
            <a:spLocks/>
          </p:cNvSpPr>
          <p:nvPr/>
        </p:nvSpPr>
        <p:spPr bwMode="auto">
          <a:xfrm>
            <a:off x="2316957" y="3913585"/>
            <a:ext cx="5245894" cy="215503"/>
          </a:xfrm>
          <a:custGeom>
            <a:avLst/>
            <a:gdLst>
              <a:gd name="T0" fmla="*/ 0 w 4778"/>
              <a:gd name="T1" fmla="*/ 2147483646 h 214"/>
              <a:gd name="T2" fmla="*/ 2147483646 w 4778"/>
              <a:gd name="T3" fmla="*/ 2147483646 h 214"/>
              <a:gd name="T4" fmla="*/ 2147483646 w 4778"/>
              <a:gd name="T5" fmla="*/ 2147483646 h 214"/>
              <a:gd name="T6" fmla="*/ 2147483646 w 4778"/>
              <a:gd name="T7" fmla="*/ 2147483646 h 214"/>
              <a:gd name="T8" fmla="*/ 2147483646 w 4778"/>
              <a:gd name="T9" fmla="*/ 2147483646 h 214"/>
              <a:gd name="T10" fmla="*/ 2147483646 w 4778"/>
              <a:gd name="T11" fmla="*/ 2147483646 h 214"/>
              <a:gd name="T12" fmla="*/ 2147483646 w 4778"/>
              <a:gd name="T13" fmla="*/ 2147483646 h 214"/>
              <a:gd name="T14" fmla="*/ 2147483646 w 4778"/>
              <a:gd name="T15" fmla="*/ 2147483646 h 214"/>
              <a:gd name="T16" fmla="*/ 2147483646 w 4778"/>
              <a:gd name="T17" fmla="*/ 2147483646 h 214"/>
              <a:gd name="T18" fmla="*/ 2147483646 w 4778"/>
              <a:gd name="T19" fmla="*/ 2147483646 h 214"/>
              <a:gd name="T20" fmla="*/ 2147483646 w 4778"/>
              <a:gd name="T21" fmla="*/ 2147483646 h 214"/>
              <a:gd name="T22" fmla="*/ 2147483646 w 4778"/>
              <a:gd name="T23" fmla="*/ 2147483646 h 214"/>
              <a:gd name="T24" fmla="*/ 2147483646 w 4778"/>
              <a:gd name="T25" fmla="*/ 2147483646 h 214"/>
              <a:gd name="T26" fmla="*/ 2147483646 w 4778"/>
              <a:gd name="T27" fmla="*/ 2147483646 h 214"/>
              <a:gd name="T28" fmla="*/ 2147483646 w 4778"/>
              <a:gd name="T29" fmla="*/ 2147483646 h 214"/>
              <a:gd name="T30" fmla="*/ 2147483646 w 4778"/>
              <a:gd name="T31" fmla="*/ 0 h 2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4" name="AutoShape 39">
            <a:extLst>
              <a:ext uri="{FF2B5EF4-FFF2-40B4-BE49-F238E27FC236}">
                <a16:creationId xmlns:a16="http://schemas.microsoft.com/office/drawing/2014/main" id="{416070BB-AD55-6344-8483-88046FD87A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2" name="Rectangle 40">
            <a:extLst>
              <a:ext uri="{FF2B5EF4-FFF2-40B4-BE49-F238E27FC236}">
                <a16:creationId xmlns:a16="http://schemas.microsoft.com/office/drawing/2014/main" id="{08566648-8DB7-7044-89B7-2AE880626F22}"/>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5416" name="AutoShape 41">
            <a:extLst>
              <a:ext uri="{FF2B5EF4-FFF2-40B4-BE49-F238E27FC236}">
                <a16:creationId xmlns:a16="http://schemas.microsoft.com/office/drawing/2014/main" id="{E0693F5E-A096-6B48-AFE6-CC615F105F14}"/>
              </a:ext>
            </a:extLst>
          </p:cNvPr>
          <p:cNvSpPr>
            <a:spLocks/>
          </p:cNvSpPr>
          <p:nvPr/>
        </p:nvSpPr>
        <p:spPr bwMode="auto">
          <a:xfrm>
            <a:off x="2188369" y="3477816"/>
            <a:ext cx="158354" cy="1000125"/>
          </a:xfrm>
          <a:prstGeom prst="leftBrace">
            <a:avLst>
              <a:gd name="adj1" fmla="val 52661"/>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7" name="Rectangle 42">
            <a:extLst>
              <a:ext uri="{FF2B5EF4-FFF2-40B4-BE49-F238E27FC236}">
                <a16:creationId xmlns:a16="http://schemas.microsoft.com/office/drawing/2014/main" id="{F87FB9AB-96E7-2541-B178-3E38392002B5}"/>
              </a:ext>
            </a:extLst>
          </p:cNvPr>
          <p:cNvSpPr>
            <a:spLocks noChangeArrowheads="1"/>
          </p:cNvSpPr>
          <p:nvPr/>
        </p:nvSpPr>
        <p:spPr bwMode="auto">
          <a:xfrm>
            <a:off x="1186021" y="3614738"/>
            <a:ext cx="1170069"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有效载荷</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（至 </a:t>
            </a:r>
            <a:r>
              <a:rPr kumimoji="1" lang="en-US" altLang="zh-CN" sz="1350">
                <a:solidFill>
                  <a:srgbClr val="0000CC"/>
                </a:solidFill>
                <a:latin typeface="微软雅黑" panose="020B0503020204020204" pitchFamily="34" charset="-122"/>
                <a:ea typeface="宋体" panose="02010600030101010101" pitchFamily="2" charset="-122"/>
              </a:rPr>
              <a:t>64 KB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5" name="Rectangle 43">
            <a:extLst>
              <a:ext uri="{FF2B5EF4-FFF2-40B4-BE49-F238E27FC236}">
                <a16:creationId xmlns:a16="http://schemas.microsoft.com/office/drawing/2014/main" id="{B38A938F-C016-B543-B45B-06911DED18BB}"/>
              </a:ext>
            </a:extLst>
          </p:cNvPr>
          <p:cNvSpPr>
            <a:spLocks noChangeArrowheads="1"/>
          </p:cNvSpPr>
          <p:nvPr/>
        </p:nvSpPr>
        <p:spPr bwMode="auto">
          <a:xfrm>
            <a:off x="2353866" y="540544"/>
            <a:ext cx="5073253" cy="2940844"/>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9" name="矩形 46">
            <a:extLst>
              <a:ext uri="{FF2B5EF4-FFF2-40B4-BE49-F238E27FC236}">
                <a16:creationId xmlns:a16="http://schemas.microsoft.com/office/drawing/2014/main" id="{22F33E64-6330-4744-9CFA-CDEA626E0B96}"/>
              </a:ext>
            </a:extLst>
          </p:cNvPr>
          <p:cNvSpPr>
            <a:spLocks noChangeArrowheads="1"/>
          </p:cNvSpPr>
          <p:nvPr/>
        </p:nvSpPr>
        <p:spPr bwMode="auto">
          <a:xfrm>
            <a:off x="3220641" y="4566048"/>
            <a:ext cx="3276600"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40 </a:t>
            </a:r>
            <a:r>
              <a:rPr lang="zh-CN" altLang="zh-CN" sz="1650">
                <a:solidFill>
                  <a:schemeClr val="tx1"/>
                </a:solidFill>
                <a:latin typeface="微软雅黑" panose="020B0503020204020204" pitchFamily="34" charset="-122"/>
                <a:ea typeface="宋体" panose="02010600030101010101" pitchFamily="2" charset="-122"/>
              </a:rPr>
              <a:t>字节长的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基本首部</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7515010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indefinite" fill="hold" grpId="1" nodeType="afterEffect">
                                  <p:stCondLst>
                                    <p:cond delay="500"/>
                                  </p:stCondLst>
                                  <p:endCondLst>
                                    <p:cond evt="onNext" delay="0">
                                      <p:tgtEl>
                                        <p:sldTgt/>
                                      </p:tgtEl>
                                    </p:cond>
                                  </p:endCondLst>
                                  <p:childTnLst>
                                    <p:anim calcmode="discrete" valueType="str">
                                      <p:cBhvr>
                                        <p:cTn id="9" dur="1000" fill="hold"/>
                                        <p:tgtEl>
                                          <p:spTgt spid="45"/>
                                        </p:tgtEl>
                                        <p:attrNameLst>
                                          <p:attrName>style.visibility</p:attrName>
                                        </p:attrNameLst>
                                      </p:cBhvr>
                                      <p:tavLst>
                                        <p:tav tm="0">
                                          <p:val>
                                            <p:strVal val="hidden"/>
                                          </p:val>
                                        </p:tav>
                                        <p:tav tm="50000">
                                          <p:val>
                                            <p:strVal val="visible"/>
                                          </p:val>
                                        </p:tav>
                                      </p:tavLst>
                                    </p:anim>
                                  </p:childTnLst>
                                </p:cTn>
                              </p:par>
                              <p:par>
                                <p:cTn id="10" presetID="35" presetClass="emph" presetSubtype="0" repeatCount="indefinite" fill="hold" grpId="0" nodeType="withEffect">
                                  <p:stCondLst>
                                    <p:cond delay="500"/>
                                  </p:stCondLst>
                                  <p:endCondLst>
                                    <p:cond evt="onNext" delay="0">
                                      <p:tgtEl>
                                        <p:sldTgt/>
                                      </p:tgtEl>
                                    </p:cond>
                                  </p:end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animBg="1"/>
      <p:bldP spid="45" grpId="1" animBg="1"/>
    </p:bldLst>
  </p:timing>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6401" name="Rectangle 2">
            <a:extLst>
              <a:ext uri="{FF2B5EF4-FFF2-40B4-BE49-F238E27FC236}">
                <a16:creationId xmlns:a16="http://schemas.microsoft.com/office/drawing/2014/main" id="{29E9C32E-AABA-B04D-B65E-B855E471434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02" name="Line 3">
            <a:extLst>
              <a:ext uri="{FF2B5EF4-FFF2-40B4-BE49-F238E27FC236}">
                <a16:creationId xmlns:a16="http://schemas.microsoft.com/office/drawing/2014/main" id="{FCA28FF7-83B5-F04E-989B-962CA5262F27}"/>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3" name="Line 4">
            <a:extLst>
              <a:ext uri="{FF2B5EF4-FFF2-40B4-BE49-F238E27FC236}">
                <a16:creationId xmlns:a16="http://schemas.microsoft.com/office/drawing/2014/main" id="{79FA39E0-BE29-3140-B247-FB38C22A87F5}"/>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4" name="Line 5">
            <a:extLst>
              <a:ext uri="{FF2B5EF4-FFF2-40B4-BE49-F238E27FC236}">
                <a16:creationId xmlns:a16="http://schemas.microsoft.com/office/drawing/2014/main" id="{205C9BB2-3920-7049-A01C-182FAC307275}"/>
              </a:ext>
            </a:extLst>
          </p:cNvPr>
          <p:cNvSpPr>
            <a:spLocks noChangeShapeType="1"/>
          </p:cNvSpPr>
          <p:nvPr/>
        </p:nvSpPr>
        <p:spPr bwMode="auto">
          <a:xfrm>
            <a:off x="4604147"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5" name="Rectangle 6">
            <a:extLst>
              <a:ext uri="{FF2B5EF4-FFF2-40B4-BE49-F238E27FC236}">
                <a16:creationId xmlns:a16="http://schemas.microsoft.com/office/drawing/2014/main" id="{5C3A6C94-D69C-064F-A069-8FEE13EF1242}"/>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6406" name="Rectangle 7">
            <a:extLst>
              <a:ext uri="{FF2B5EF4-FFF2-40B4-BE49-F238E27FC236}">
                <a16:creationId xmlns:a16="http://schemas.microsoft.com/office/drawing/2014/main" id="{CE80052C-DB26-054A-A22B-EC8D1689146B}"/>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6407" name="Rectangle 8">
            <a:extLst>
              <a:ext uri="{FF2B5EF4-FFF2-40B4-BE49-F238E27FC236}">
                <a16:creationId xmlns:a16="http://schemas.microsoft.com/office/drawing/2014/main" id="{1FAA456A-9172-D740-BDC2-737D3FE3DDB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6408" name="Rectangle 9">
            <a:extLst>
              <a:ext uri="{FF2B5EF4-FFF2-40B4-BE49-F238E27FC236}">
                <a16:creationId xmlns:a16="http://schemas.microsoft.com/office/drawing/2014/main" id="{C9C9800B-40BD-DA4E-ACF8-37402872920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6409" name="Rectangle 10">
            <a:extLst>
              <a:ext uri="{FF2B5EF4-FFF2-40B4-BE49-F238E27FC236}">
                <a16:creationId xmlns:a16="http://schemas.microsoft.com/office/drawing/2014/main" id="{70FE4153-9E7D-5049-BA14-702C25A3BA81}"/>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6410" name="Rectangle 11">
            <a:extLst>
              <a:ext uri="{FF2B5EF4-FFF2-40B4-BE49-F238E27FC236}">
                <a16:creationId xmlns:a16="http://schemas.microsoft.com/office/drawing/2014/main" id="{A3C6033E-96AF-C348-BCF5-55624ACBE8DD}"/>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6411" name="Line 12">
            <a:extLst>
              <a:ext uri="{FF2B5EF4-FFF2-40B4-BE49-F238E27FC236}">
                <a16:creationId xmlns:a16="http://schemas.microsoft.com/office/drawing/2014/main" id="{311BC6B8-71F3-384B-8161-7C5F3B1EA4E3}"/>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2" name="Line 13">
            <a:extLst>
              <a:ext uri="{FF2B5EF4-FFF2-40B4-BE49-F238E27FC236}">
                <a16:creationId xmlns:a16="http://schemas.microsoft.com/office/drawing/2014/main" id="{CEDA1B7D-536A-ED43-89E3-696CE4EEE9C3}"/>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3" name="Line 14">
            <a:extLst>
              <a:ext uri="{FF2B5EF4-FFF2-40B4-BE49-F238E27FC236}">
                <a16:creationId xmlns:a16="http://schemas.microsoft.com/office/drawing/2014/main" id="{76E61440-3C09-5343-9DFF-1B43E0D45701}"/>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4" name="Line 15">
            <a:extLst>
              <a:ext uri="{FF2B5EF4-FFF2-40B4-BE49-F238E27FC236}">
                <a16:creationId xmlns:a16="http://schemas.microsoft.com/office/drawing/2014/main" id="{A18B7FAF-6F83-1E40-B227-B9609906A6B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5" name="Line 16">
            <a:extLst>
              <a:ext uri="{FF2B5EF4-FFF2-40B4-BE49-F238E27FC236}">
                <a16:creationId xmlns:a16="http://schemas.microsoft.com/office/drawing/2014/main" id="{736D401F-AD5B-274C-8D20-289045FB836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6" name="Line 17">
            <a:extLst>
              <a:ext uri="{FF2B5EF4-FFF2-40B4-BE49-F238E27FC236}">
                <a16:creationId xmlns:a16="http://schemas.microsoft.com/office/drawing/2014/main" id="{822678A3-4E17-4E4B-BC94-2D9574AF45B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7" name="Line 18">
            <a:extLst>
              <a:ext uri="{FF2B5EF4-FFF2-40B4-BE49-F238E27FC236}">
                <a16:creationId xmlns:a16="http://schemas.microsoft.com/office/drawing/2014/main" id="{A8E514C5-CD66-9347-AAFD-6D798069FCC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8" name="Line 19">
            <a:extLst>
              <a:ext uri="{FF2B5EF4-FFF2-40B4-BE49-F238E27FC236}">
                <a16:creationId xmlns:a16="http://schemas.microsoft.com/office/drawing/2014/main" id="{E0C561CC-5583-C443-916C-BEA4D68E547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9" name="Rectangle 20">
            <a:extLst>
              <a:ext uri="{FF2B5EF4-FFF2-40B4-BE49-F238E27FC236}">
                <a16:creationId xmlns:a16="http://schemas.microsoft.com/office/drawing/2014/main" id="{5C06041A-671E-9347-B0FA-6B85FE73E187}"/>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0" name="Rectangle 21">
            <a:extLst>
              <a:ext uri="{FF2B5EF4-FFF2-40B4-BE49-F238E27FC236}">
                <a16:creationId xmlns:a16="http://schemas.microsoft.com/office/drawing/2014/main" id="{C2F3358A-F251-FC4B-9974-708191F55D24}"/>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1" name="Rectangle 22">
            <a:extLst>
              <a:ext uri="{FF2B5EF4-FFF2-40B4-BE49-F238E27FC236}">
                <a16:creationId xmlns:a16="http://schemas.microsoft.com/office/drawing/2014/main" id="{22945EA7-695A-8941-9C63-EC1D36E8D0A7}"/>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6422" name="Rectangle 23">
            <a:extLst>
              <a:ext uri="{FF2B5EF4-FFF2-40B4-BE49-F238E27FC236}">
                <a16:creationId xmlns:a16="http://schemas.microsoft.com/office/drawing/2014/main" id="{867CD263-3D51-C941-98E2-3B22EEAF377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6423" name="Line 24">
            <a:extLst>
              <a:ext uri="{FF2B5EF4-FFF2-40B4-BE49-F238E27FC236}">
                <a16:creationId xmlns:a16="http://schemas.microsoft.com/office/drawing/2014/main" id="{6D80420A-6F8A-5340-B9DC-CD15073B7D54}"/>
              </a:ext>
            </a:extLst>
          </p:cNvPr>
          <p:cNvSpPr>
            <a:spLocks noChangeShapeType="1"/>
          </p:cNvSpPr>
          <p:nvPr/>
        </p:nvSpPr>
        <p:spPr bwMode="auto">
          <a:xfrm>
            <a:off x="6030516"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24" name="Rectangle 25">
            <a:extLst>
              <a:ext uri="{FF2B5EF4-FFF2-40B4-BE49-F238E27FC236}">
                <a16:creationId xmlns:a16="http://schemas.microsoft.com/office/drawing/2014/main" id="{A7FAE510-B59F-D743-AEF8-56C7A8EFFA4F}"/>
              </a:ext>
            </a:extLst>
          </p:cNvPr>
          <p:cNvSpPr>
            <a:spLocks noChangeArrowheads="1"/>
          </p:cNvSpPr>
          <p:nvPr/>
        </p:nvSpPr>
        <p:spPr bwMode="auto">
          <a:xfrm>
            <a:off x="4701779"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6425" name="Rectangle 26">
            <a:extLst>
              <a:ext uri="{FF2B5EF4-FFF2-40B4-BE49-F238E27FC236}">
                <a16:creationId xmlns:a16="http://schemas.microsoft.com/office/drawing/2014/main" id="{92B51620-65AE-3046-B980-280C32E3D291}"/>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6426" name="Rectangle 27">
            <a:extLst>
              <a:ext uri="{FF2B5EF4-FFF2-40B4-BE49-F238E27FC236}">
                <a16:creationId xmlns:a16="http://schemas.microsoft.com/office/drawing/2014/main" id="{9FBCAE5B-B0E5-3344-AD08-7F65E037B9C2}"/>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6427" name="Rectangle 28">
            <a:extLst>
              <a:ext uri="{FF2B5EF4-FFF2-40B4-BE49-F238E27FC236}">
                <a16:creationId xmlns:a16="http://schemas.microsoft.com/office/drawing/2014/main" id="{8AF7F417-6B40-F141-B70B-9EB91644FB55}"/>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6428" name="Rectangle 29">
            <a:extLst>
              <a:ext uri="{FF2B5EF4-FFF2-40B4-BE49-F238E27FC236}">
                <a16:creationId xmlns:a16="http://schemas.microsoft.com/office/drawing/2014/main" id="{7EFD5729-E804-E041-A753-5617575723C5}"/>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29" name="Rectangle 30">
            <a:extLst>
              <a:ext uri="{FF2B5EF4-FFF2-40B4-BE49-F238E27FC236}">
                <a16:creationId xmlns:a16="http://schemas.microsoft.com/office/drawing/2014/main" id="{92D97472-3FA6-BC40-ADAB-94CC158F0CA2}"/>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30" name="Rectangle 31">
            <a:extLst>
              <a:ext uri="{FF2B5EF4-FFF2-40B4-BE49-F238E27FC236}">
                <a16:creationId xmlns:a16="http://schemas.microsoft.com/office/drawing/2014/main" id="{C954AC47-FDE3-4848-9395-18FD3AFEE371}"/>
              </a:ext>
            </a:extLst>
          </p:cNvPr>
          <p:cNvSpPr>
            <a:spLocks noChangeArrowheads="1"/>
          </p:cNvSpPr>
          <p:nvPr/>
        </p:nvSpPr>
        <p:spPr bwMode="auto">
          <a:xfrm>
            <a:off x="2574131"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6431" name="Rectangle 32">
            <a:extLst>
              <a:ext uri="{FF2B5EF4-FFF2-40B4-BE49-F238E27FC236}">
                <a16:creationId xmlns:a16="http://schemas.microsoft.com/office/drawing/2014/main" id="{AE78B17E-AABD-F440-BD95-E01C977A8C41}"/>
              </a:ext>
            </a:extLst>
          </p:cNvPr>
          <p:cNvSpPr>
            <a:spLocks noChangeArrowheads="1"/>
          </p:cNvSpPr>
          <p:nvPr/>
        </p:nvSpPr>
        <p:spPr bwMode="auto">
          <a:xfrm>
            <a:off x="6067426"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6432" name="Line 33">
            <a:extLst>
              <a:ext uri="{FF2B5EF4-FFF2-40B4-BE49-F238E27FC236}">
                <a16:creationId xmlns:a16="http://schemas.microsoft.com/office/drawing/2014/main" id="{7101FAF8-E972-3A4C-9981-CF08B772086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33" name="Rectangle 34">
            <a:extLst>
              <a:ext uri="{FF2B5EF4-FFF2-40B4-BE49-F238E27FC236}">
                <a16:creationId xmlns:a16="http://schemas.microsoft.com/office/drawing/2014/main" id="{CB54967F-CFEC-5045-9FDC-BA9579C90075}"/>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6434" name="AutoShape 39">
            <a:extLst>
              <a:ext uri="{FF2B5EF4-FFF2-40B4-BE49-F238E27FC236}">
                <a16:creationId xmlns:a16="http://schemas.microsoft.com/office/drawing/2014/main" id="{C5A1AD72-80E5-9044-8E2F-DEF1A3B994DF}"/>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35" name="Rectangle 40">
            <a:extLst>
              <a:ext uri="{FF2B5EF4-FFF2-40B4-BE49-F238E27FC236}">
                <a16:creationId xmlns:a16="http://schemas.microsoft.com/office/drawing/2014/main" id="{99725DC7-28F4-2049-971E-84059F34144A}"/>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6436" name="Text Box 38">
            <a:extLst>
              <a:ext uri="{FF2B5EF4-FFF2-40B4-BE49-F238E27FC236}">
                <a16:creationId xmlns:a16="http://schemas.microsoft.com/office/drawing/2014/main" id="{5AC80420-163C-A04B-908C-D07B2925201E}"/>
              </a:ext>
            </a:extLst>
          </p:cNvPr>
          <p:cNvSpPr txBox="1">
            <a:spLocks noChangeArrowheads="1"/>
          </p:cNvSpPr>
          <p:nvPr/>
        </p:nvSpPr>
        <p:spPr bwMode="auto">
          <a:xfrm>
            <a:off x="1818085" y="3519488"/>
            <a:ext cx="5793581"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版本</a:t>
            </a:r>
            <a:r>
              <a:rPr lang="en-US" altLang="zh-CN" sz="1650">
                <a:solidFill>
                  <a:srgbClr val="000099"/>
                </a:solidFill>
                <a:latin typeface="微软雅黑" panose="020B0503020204020204" pitchFamily="34" charset="-122"/>
                <a:ea typeface="宋体" panose="02010600030101010101" pitchFamily="2" charset="-122"/>
              </a:rPr>
              <a:t>(version)</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4 </a:t>
            </a:r>
            <a:r>
              <a:rPr lang="zh-CN" altLang="en-US" sz="1650">
                <a:solidFill>
                  <a:srgbClr val="000099"/>
                </a:solidFill>
                <a:latin typeface="微软雅黑" panose="020B0503020204020204" pitchFamily="34" charset="-122"/>
                <a:ea typeface="宋体" panose="02010600030101010101" pitchFamily="2" charset="-122"/>
              </a:rPr>
              <a:t>位。它指明了协议的版本，对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该字段总是 </a:t>
            </a:r>
            <a:r>
              <a:rPr lang="en-US" altLang="zh-CN" sz="1650">
                <a:solidFill>
                  <a:srgbClr val="000099"/>
                </a:solidFill>
                <a:latin typeface="微软雅黑" panose="020B0503020204020204" pitchFamily="34" charset="-122"/>
                <a:ea typeface="宋体" panose="02010600030101010101" pitchFamily="2" charset="-122"/>
              </a:rPr>
              <a:t>6</a:t>
            </a:r>
            <a:r>
              <a:rPr lang="zh-CN" altLang="en-US" sz="1650">
                <a:solidFill>
                  <a:srgbClr val="000099"/>
                </a:solidFill>
                <a:latin typeface="微软雅黑" panose="020B0503020204020204" pitchFamily="34" charset="-122"/>
                <a:ea typeface="宋体" panose="02010600030101010101" pitchFamily="2" charset="-122"/>
              </a:rPr>
              <a:t>。 </a:t>
            </a:r>
          </a:p>
        </p:txBody>
      </p:sp>
      <p:sp>
        <p:nvSpPr>
          <p:cNvPr id="48" name="Rectangle 37">
            <a:extLst>
              <a:ext uri="{FF2B5EF4-FFF2-40B4-BE49-F238E27FC236}">
                <a16:creationId xmlns:a16="http://schemas.microsoft.com/office/drawing/2014/main" id="{A6467757-CB56-A849-8167-047DE5755A4C}"/>
              </a:ext>
            </a:extLst>
          </p:cNvPr>
          <p:cNvSpPr>
            <a:spLocks noChangeArrowheads="1"/>
          </p:cNvSpPr>
          <p:nvPr/>
        </p:nvSpPr>
        <p:spPr bwMode="auto">
          <a:xfrm>
            <a:off x="2380060" y="540544"/>
            <a:ext cx="646509"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37755043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Lst>
  </p:timing>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7425" name="Rectangle 2">
            <a:extLst>
              <a:ext uri="{FF2B5EF4-FFF2-40B4-BE49-F238E27FC236}">
                <a16:creationId xmlns:a16="http://schemas.microsoft.com/office/drawing/2014/main" id="{FBB22450-8982-F44B-BC25-B9B348F1F1B7}"/>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26" name="Line 3">
            <a:extLst>
              <a:ext uri="{FF2B5EF4-FFF2-40B4-BE49-F238E27FC236}">
                <a16:creationId xmlns:a16="http://schemas.microsoft.com/office/drawing/2014/main" id="{45AF686D-4D82-AE4F-9794-12E5DC3B80B6}"/>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7" name="Line 4">
            <a:extLst>
              <a:ext uri="{FF2B5EF4-FFF2-40B4-BE49-F238E27FC236}">
                <a16:creationId xmlns:a16="http://schemas.microsoft.com/office/drawing/2014/main" id="{36874303-92B9-F741-A7D8-2D58BE7F593A}"/>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8" name="Line 5">
            <a:extLst>
              <a:ext uri="{FF2B5EF4-FFF2-40B4-BE49-F238E27FC236}">
                <a16:creationId xmlns:a16="http://schemas.microsoft.com/office/drawing/2014/main" id="{CF6B80D4-A030-B540-975F-2424EB01659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9" name="Rectangle 6">
            <a:extLst>
              <a:ext uri="{FF2B5EF4-FFF2-40B4-BE49-F238E27FC236}">
                <a16:creationId xmlns:a16="http://schemas.microsoft.com/office/drawing/2014/main" id="{DE774E0C-E660-7349-B15D-DF5085739D74}"/>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7430" name="Rectangle 7">
            <a:extLst>
              <a:ext uri="{FF2B5EF4-FFF2-40B4-BE49-F238E27FC236}">
                <a16:creationId xmlns:a16="http://schemas.microsoft.com/office/drawing/2014/main" id="{66F99DC4-062F-484C-BBDA-35E213375A2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7431" name="Rectangle 8">
            <a:extLst>
              <a:ext uri="{FF2B5EF4-FFF2-40B4-BE49-F238E27FC236}">
                <a16:creationId xmlns:a16="http://schemas.microsoft.com/office/drawing/2014/main" id="{ABF8EC47-9F53-064E-8B72-BDA947381C6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7432" name="Rectangle 9">
            <a:extLst>
              <a:ext uri="{FF2B5EF4-FFF2-40B4-BE49-F238E27FC236}">
                <a16:creationId xmlns:a16="http://schemas.microsoft.com/office/drawing/2014/main" id="{6ADACBE5-254B-6549-8720-D5E21BD5BD5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7433" name="Rectangle 10">
            <a:extLst>
              <a:ext uri="{FF2B5EF4-FFF2-40B4-BE49-F238E27FC236}">
                <a16:creationId xmlns:a16="http://schemas.microsoft.com/office/drawing/2014/main" id="{F7371D55-D7AA-0142-8D5F-ADA4B36E3DE8}"/>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7434" name="Rectangle 11">
            <a:extLst>
              <a:ext uri="{FF2B5EF4-FFF2-40B4-BE49-F238E27FC236}">
                <a16:creationId xmlns:a16="http://schemas.microsoft.com/office/drawing/2014/main" id="{E573DED8-B3D3-8A44-8C5A-736355DA5C44}"/>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7435" name="Line 12">
            <a:extLst>
              <a:ext uri="{FF2B5EF4-FFF2-40B4-BE49-F238E27FC236}">
                <a16:creationId xmlns:a16="http://schemas.microsoft.com/office/drawing/2014/main" id="{A7EA466F-14D6-814B-98A0-D7F100036C7B}"/>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6" name="Line 13">
            <a:extLst>
              <a:ext uri="{FF2B5EF4-FFF2-40B4-BE49-F238E27FC236}">
                <a16:creationId xmlns:a16="http://schemas.microsoft.com/office/drawing/2014/main" id="{8A8B38F0-1A4A-124A-9EFD-9A6F37DE94A6}"/>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7" name="Line 14">
            <a:extLst>
              <a:ext uri="{FF2B5EF4-FFF2-40B4-BE49-F238E27FC236}">
                <a16:creationId xmlns:a16="http://schemas.microsoft.com/office/drawing/2014/main" id="{C53B93FA-0111-4145-B331-2B67FBAB12D9}"/>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8" name="Line 15">
            <a:extLst>
              <a:ext uri="{FF2B5EF4-FFF2-40B4-BE49-F238E27FC236}">
                <a16:creationId xmlns:a16="http://schemas.microsoft.com/office/drawing/2014/main" id="{5CCE7866-D94B-C141-856A-D674BDC1C7D2}"/>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9" name="Line 16">
            <a:extLst>
              <a:ext uri="{FF2B5EF4-FFF2-40B4-BE49-F238E27FC236}">
                <a16:creationId xmlns:a16="http://schemas.microsoft.com/office/drawing/2014/main" id="{835A715B-CCAE-5149-A9AF-34EBF288A89E}"/>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0" name="Line 17">
            <a:extLst>
              <a:ext uri="{FF2B5EF4-FFF2-40B4-BE49-F238E27FC236}">
                <a16:creationId xmlns:a16="http://schemas.microsoft.com/office/drawing/2014/main" id="{ED861E25-9130-8E4E-9CB0-F3552A1FE7EE}"/>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1" name="Line 18">
            <a:extLst>
              <a:ext uri="{FF2B5EF4-FFF2-40B4-BE49-F238E27FC236}">
                <a16:creationId xmlns:a16="http://schemas.microsoft.com/office/drawing/2014/main" id="{7E43E5E6-5C04-5D47-B0FD-10C48104C04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2" name="Line 19">
            <a:extLst>
              <a:ext uri="{FF2B5EF4-FFF2-40B4-BE49-F238E27FC236}">
                <a16:creationId xmlns:a16="http://schemas.microsoft.com/office/drawing/2014/main" id="{2B5BA9D9-27E4-F449-B631-82F165C8F3C5}"/>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3" name="Rectangle 20">
            <a:extLst>
              <a:ext uri="{FF2B5EF4-FFF2-40B4-BE49-F238E27FC236}">
                <a16:creationId xmlns:a16="http://schemas.microsoft.com/office/drawing/2014/main" id="{C5178A08-1C44-C54B-B593-4860EEECE6E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4" name="Rectangle 21">
            <a:extLst>
              <a:ext uri="{FF2B5EF4-FFF2-40B4-BE49-F238E27FC236}">
                <a16:creationId xmlns:a16="http://schemas.microsoft.com/office/drawing/2014/main" id="{76F0DA89-3ADC-CA4D-9CCC-7DEC7F7119D2}"/>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5" name="Rectangle 22">
            <a:extLst>
              <a:ext uri="{FF2B5EF4-FFF2-40B4-BE49-F238E27FC236}">
                <a16:creationId xmlns:a16="http://schemas.microsoft.com/office/drawing/2014/main" id="{6C92D116-D035-E343-A1BD-5D86A72C85A5}"/>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7446" name="Rectangle 23">
            <a:extLst>
              <a:ext uri="{FF2B5EF4-FFF2-40B4-BE49-F238E27FC236}">
                <a16:creationId xmlns:a16="http://schemas.microsoft.com/office/drawing/2014/main" id="{55C38140-2593-3C43-98CF-2DD8D52B310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7447" name="Line 24">
            <a:extLst>
              <a:ext uri="{FF2B5EF4-FFF2-40B4-BE49-F238E27FC236}">
                <a16:creationId xmlns:a16="http://schemas.microsoft.com/office/drawing/2014/main" id="{CEEF1322-2AA6-7446-9C9F-8B9E4CFCEBFF}"/>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8" name="Rectangle 25">
            <a:extLst>
              <a:ext uri="{FF2B5EF4-FFF2-40B4-BE49-F238E27FC236}">
                <a16:creationId xmlns:a16="http://schemas.microsoft.com/office/drawing/2014/main" id="{BCD9DFC1-CAA3-C948-8D3C-28618298AAF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7449" name="Rectangle 26">
            <a:extLst>
              <a:ext uri="{FF2B5EF4-FFF2-40B4-BE49-F238E27FC236}">
                <a16:creationId xmlns:a16="http://schemas.microsoft.com/office/drawing/2014/main" id="{A821E54B-8F56-FF4D-AA12-DD62981D55C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7450" name="Rectangle 27">
            <a:extLst>
              <a:ext uri="{FF2B5EF4-FFF2-40B4-BE49-F238E27FC236}">
                <a16:creationId xmlns:a16="http://schemas.microsoft.com/office/drawing/2014/main" id="{9A076306-627E-2740-9EE5-CC4FFBA8D83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7451" name="Rectangle 28">
            <a:extLst>
              <a:ext uri="{FF2B5EF4-FFF2-40B4-BE49-F238E27FC236}">
                <a16:creationId xmlns:a16="http://schemas.microsoft.com/office/drawing/2014/main" id="{8C6FA255-5148-2C42-849E-240F2B5F9FA7}"/>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7452" name="Rectangle 29">
            <a:extLst>
              <a:ext uri="{FF2B5EF4-FFF2-40B4-BE49-F238E27FC236}">
                <a16:creationId xmlns:a16="http://schemas.microsoft.com/office/drawing/2014/main" id="{00EE33CD-073E-4542-A2BD-1030C0133052}"/>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3" name="Rectangle 30">
            <a:extLst>
              <a:ext uri="{FF2B5EF4-FFF2-40B4-BE49-F238E27FC236}">
                <a16:creationId xmlns:a16="http://schemas.microsoft.com/office/drawing/2014/main" id="{F2B9565A-30B1-FE4C-9324-72A197C2306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4" name="Rectangle 31">
            <a:extLst>
              <a:ext uri="{FF2B5EF4-FFF2-40B4-BE49-F238E27FC236}">
                <a16:creationId xmlns:a16="http://schemas.microsoft.com/office/drawing/2014/main" id="{BA209E85-475F-A946-843B-C08C2DCB7A48}"/>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7455" name="Rectangle 32">
            <a:extLst>
              <a:ext uri="{FF2B5EF4-FFF2-40B4-BE49-F238E27FC236}">
                <a16:creationId xmlns:a16="http://schemas.microsoft.com/office/drawing/2014/main" id="{D99E5940-02A4-244D-87E8-69F89EDF188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7456" name="Line 33">
            <a:extLst>
              <a:ext uri="{FF2B5EF4-FFF2-40B4-BE49-F238E27FC236}">
                <a16:creationId xmlns:a16="http://schemas.microsoft.com/office/drawing/2014/main" id="{A540616C-3D78-9B44-83B1-B03D64032C5D}"/>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57" name="Rectangle 34">
            <a:extLst>
              <a:ext uri="{FF2B5EF4-FFF2-40B4-BE49-F238E27FC236}">
                <a16:creationId xmlns:a16="http://schemas.microsoft.com/office/drawing/2014/main" id="{8C8B9311-9725-0D4C-BEDD-8D44745658F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7458" name="AutoShape 39">
            <a:extLst>
              <a:ext uri="{FF2B5EF4-FFF2-40B4-BE49-F238E27FC236}">
                <a16:creationId xmlns:a16="http://schemas.microsoft.com/office/drawing/2014/main" id="{085918C9-E864-7342-9AE0-34B00A762D53}"/>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59" name="Rectangle 40">
            <a:extLst>
              <a:ext uri="{FF2B5EF4-FFF2-40B4-BE49-F238E27FC236}">
                <a16:creationId xmlns:a16="http://schemas.microsoft.com/office/drawing/2014/main" id="{DB75C9FC-6520-5246-9B72-DD478E7469CB}"/>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9B875FDE-0174-ED4C-8AE6-1D4342AE5EA4}"/>
              </a:ext>
            </a:extLst>
          </p:cNvPr>
          <p:cNvSpPr>
            <a:spLocks noChangeArrowheads="1"/>
          </p:cNvSpPr>
          <p:nvPr/>
        </p:nvSpPr>
        <p:spPr bwMode="auto">
          <a:xfrm>
            <a:off x="3002757" y="527447"/>
            <a:ext cx="1270397"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7461" name="Text Box 38">
            <a:extLst>
              <a:ext uri="{FF2B5EF4-FFF2-40B4-BE49-F238E27FC236}">
                <a16:creationId xmlns:a16="http://schemas.microsoft.com/office/drawing/2014/main" id="{10ACCF74-F2C1-9F40-BB48-5A5F52585A07}"/>
              </a:ext>
            </a:extLst>
          </p:cNvPr>
          <p:cNvSpPr txBox="1">
            <a:spLocks noChangeArrowheads="1"/>
          </p:cNvSpPr>
          <p:nvPr/>
        </p:nvSpPr>
        <p:spPr bwMode="auto">
          <a:xfrm>
            <a:off x="1818085" y="3519487"/>
            <a:ext cx="6411515"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通信量类</a:t>
            </a:r>
            <a:r>
              <a:rPr lang="en-US" altLang="zh-CN" sz="1650" dirty="0">
                <a:solidFill>
                  <a:srgbClr val="000099"/>
                </a:solidFill>
                <a:latin typeface="微软雅黑" panose="020B0503020204020204" pitchFamily="34" charset="-122"/>
                <a:ea typeface="宋体" panose="02010600030101010101" pitchFamily="2" charset="-122"/>
              </a:rPr>
              <a:t>(traffic class)</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8 </a:t>
            </a:r>
            <a:r>
              <a:rPr lang="zh-CN" altLang="en-US" sz="1650" dirty="0">
                <a:solidFill>
                  <a:srgbClr val="000099"/>
                </a:solidFill>
                <a:latin typeface="微软雅黑" panose="020B0503020204020204" pitchFamily="34" charset="-122"/>
                <a:ea typeface="宋体" panose="02010600030101010101" pitchFamily="2" charset="-122"/>
              </a:rPr>
              <a:t>位。这是为了区分不同的 </a:t>
            </a:r>
            <a:r>
              <a:rPr lang="en-US" altLang="zh-CN" sz="1650" dirty="0">
                <a:solidFill>
                  <a:srgbClr val="000099"/>
                </a:solidFill>
                <a:latin typeface="微软雅黑" panose="020B0503020204020204" pitchFamily="34" charset="-122"/>
                <a:ea typeface="宋体" panose="02010600030101010101" pitchFamily="2" charset="-122"/>
              </a:rPr>
              <a:t>IPv6 </a:t>
            </a:r>
            <a:r>
              <a:rPr lang="zh-CN" altLang="en-US" sz="1650" dirty="0">
                <a:solidFill>
                  <a:srgbClr val="000099"/>
                </a:solidFill>
                <a:latin typeface="微软雅黑" panose="020B0503020204020204" pitchFamily="34" charset="-122"/>
                <a:ea typeface="宋体" panose="02010600030101010101" pitchFamily="2" charset="-122"/>
              </a:rPr>
              <a:t>数据报的类别或优先级。目前正在进行不同的通信量类性能的实验。 </a:t>
            </a:r>
          </a:p>
        </p:txBody>
      </p:sp>
    </p:spTree>
    <p:extLst>
      <p:ext uri="{BB962C8B-B14F-4D97-AF65-F5344CB8AC3E}">
        <p14:creationId xmlns:p14="http://schemas.microsoft.com/office/powerpoint/2010/main" val="512387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8449" name="Rectangle 2">
            <a:extLst>
              <a:ext uri="{FF2B5EF4-FFF2-40B4-BE49-F238E27FC236}">
                <a16:creationId xmlns:a16="http://schemas.microsoft.com/office/drawing/2014/main" id="{7214B771-4343-D843-81AC-7174251AD5D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50" name="Line 3">
            <a:extLst>
              <a:ext uri="{FF2B5EF4-FFF2-40B4-BE49-F238E27FC236}">
                <a16:creationId xmlns:a16="http://schemas.microsoft.com/office/drawing/2014/main" id="{3FA6BBEA-C39C-FB4B-AD56-86695799A8AD}"/>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1" name="Line 4">
            <a:extLst>
              <a:ext uri="{FF2B5EF4-FFF2-40B4-BE49-F238E27FC236}">
                <a16:creationId xmlns:a16="http://schemas.microsoft.com/office/drawing/2014/main" id="{758768FF-958F-9C4C-A6D0-7BD996EB320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2" name="Line 5">
            <a:extLst>
              <a:ext uri="{FF2B5EF4-FFF2-40B4-BE49-F238E27FC236}">
                <a16:creationId xmlns:a16="http://schemas.microsoft.com/office/drawing/2014/main" id="{A6FDBEEC-C4BE-CC41-969C-F7565F236C71}"/>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3" name="Rectangle 6">
            <a:extLst>
              <a:ext uri="{FF2B5EF4-FFF2-40B4-BE49-F238E27FC236}">
                <a16:creationId xmlns:a16="http://schemas.microsoft.com/office/drawing/2014/main" id="{FB98DEE0-BCEE-B142-8C3B-3566488C0FA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8454" name="Rectangle 7">
            <a:extLst>
              <a:ext uri="{FF2B5EF4-FFF2-40B4-BE49-F238E27FC236}">
                <a16:creationId xmlns:a16="http://schemas.microsoft.com/office/drawing/2014/main" id="{A0167583-E22E-CE49-A0E1-EB374C56D69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8455" name="Rectangle 8">
            <a:extLst>
              <a:ext uri="{FF2B5EF4-FFF2-40B4-BE49-F238E27FC236}">
                <a16:creationId xmlns:a16="http://schemas.microsoft.com/office/drawing/2014/main" id="{6EC6F878-E6F7-484B-9678-601A1F18C68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8456" name="Rectangle 9">
            <a:extLst>
              <a:ext uri="{FF2B5EF4-FFF2-40B4-BE49-F238E27FC236}">
                <a16:creationId xmlns:a16="http://schemas.microsoft.com/office/drawing/2014/main" id="{397E42F6-5A61-F645-B07A-9559B3C5E000}"/>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8457" name="Rectangle 10">
            <a:extLst>
              <a:ext uri="{FF2B5EF4-FFF2-40B4-BE49-F238E27FC236}">
                <a16:creationId xmlns:a16="http://schemas.microsoft.com/office/drawing/2014/main" id="{5B54772B-D818-294F-A3D5-986AA45B910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8458" name="Rectangle 11">
            <a:extLst>
              <a:ext uri="{FF2B5EF4-FFF2-40B4-BE49-F238E27FC236}">
                <a16:creationId xmlns:a16="http://schemas.microsoft.com/office/drawing/2014/main" id="{3C059375-2C68-6949-AEA1-DBFBE7DF263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8459" name="Line 12">
            <a:extLst>
              <a:ext uri="{FF2B5EF4-FFF2-40B4-BE49-F238E27FC236}">
                <a16:creationId xmlns:a16="http://schemas.microsoft.com/office/drawing/2014/main" id="{56668674-3B5A-C24C-919C-70D2D4FD74B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0" name="Line 13">
            <a:extLst>
              <a:ext uri="{FF2B5EF4-FFF2-40B4-BE49-F238E27FC236}">
                <a16:creationId xmlns:a16="http://schemas.microsoft.com/office/drawing/2014/main" id="{12759474-B7B1-EB41-8E4D-78968C889BEC}"/>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1" name="Line 14">
            <a:extLst>
              <a:ext uri="{FF2B5EF4-FFF2-40B4-BE49-F238E27FC236}">
                <a16:creationId xmlns:a16="http://schemas.microsoft.com/office/drawing/2014/main" id="{EE33E4C8-E95F-9F49-9160-BAB2AA899A6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2" name="Line 15">
            <a:extLst>
              <a:ext uri="{FF2B5EF4-FFF2-40B4-BE49-F238E27FC236}">
                <a16:creationId xmlns:a16="http://schemas.microsoft.com/office/drawing/2014/main" id="{C7802652-8A18-9245-AFCC-C3F9C52B3D8F}"/>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3" name="Line 16">
            <a:extLst>
              <a:ext uri="{FF2B5EF4-FFF2-40B4-BE49-F238E27FC236}">
                <a16:creationId xmlns:a16="http://schemas.microsoft.com/office/drawing/2014/main" id="{DA35DA99-22FD-F747-BAFA-B9668C5EACC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4" name="Line 17">
            <a:extLst>
              <a:ext uri="{FF2B5EF4-FFF2-40B4-BE49-F238E27FC236}">
                <a16:creationId xmlns:a16="http://schemas.microsoft.com/office/drawing/2014/main" id="{E36B9CBA-8029-E645-99F2-CD6126A41477}"/>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5" name="Line 18">
            <a:extLst>
              <a:ext uri="{FF2B5EF4-FFF2-40B4-BE49-F238E27FC236}">
                <a16:creationId xmlns:a16="http://schemas.microsoft.com/office/drawing/2014/main" id="{6828C5BD-7CF4-6944-A7A1-F5D9E54F8431}"/>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6" name="Line 19">
            <a:extLst>
              <a:ext uri="{FF2B5EF4-FFF2-40B4-BE49-F238E27FC236}">
                <a16:creationId xmlns:a16="http://schemas.microsoft.com/office/drawing/2014/main" id="{41FFBA3A-B4A4-924A-B570-81BC1402772C}"/>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7" name="Rectangle 20">
            <a:extLst>
              <a:ext uri="{FF2B5EF4-FFF2-40B4-BE49-F238E27FC236}">
                <a16:creationId xmlns:a16="http://schemas.microsoft.com/office/drawing/2014/main" id="{E626905C-AE27-C84E-94F1-0B62782D429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8" name="Rectangle 21">
            <a:extLst>
              <a:ext uri="{FF2B5EF4-FFF2-40B4-BE49-F238E27FC236}">
                <a16:creationId xmlns:a16="http://schemas.microsoft.com/office/drawing/2014/main" id="{1F717A50-5DA9-274F-9758-23C6504C58B7}"/>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9" name="Rectangle 22">
            <a:extLst>
              <a:ext uri="{FF2B5EF4-FFF2-40B4-BE49-F238E27FC236}">
                <a16:creationId xmlns:a16="http://schemas.microsoft.com/office/drawing/2014/main" id="{9A4C6E5F-F268-A74C-A9BE-9D780C25B0D2}"/>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8470" name="Rectangle 23">
            <a:extLst>
              <a:ext uri="{FF2B5EF4-FFF2-40B4-BE49-F238E27FC236}">
                <a16:creationId xmlns:a16="http://schemas.microsoft.com/office/drawing/2014/main" id="{6A9D8042-D959-8E46-9825-11B270E440FD}"/>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8471" name="Line 24">
            <a:extLst>
              <a:ext uri="{FF2B5EF4-FFF2-40B4-BE49-F238E27FC236}">
                <a16:creationId xmlns:a16="http://schemas.microsoft.com/office/drawing/2014/main" id="{31C8583C-2E25-C644-B482-38E34326D35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72" name="Rectangle 25">
            <a:extLst>
              <a:ext uri="{FF2B5EF4-FFF2-40B4-BE49-F238E27FC236}">
                <a16:creationId xmlns:a16="http://schemas.microsoft.com/office/drawing/2014/main" id="{02E30223-C3CB-5646-AB5F-47E64713D82C}"/>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8473" name="Rectangle 26">
            <a:extLst>
              <a:ext uri="{FF2B5EF4-FFF2-40B4-BE49-F238E27FC236}">
                <a16:creationId xmlns:a16="http://schemas.microsoft.com/office/drawing/2014/main" id="{8CB208AB-0E72-9545-91D2-56F0EEAEFB8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8474" name="Rectangle 27">
            <a:extLst>
              <a:ext uri="{FF2B5EF4-FFF2-40B4-BE49-F238E27FC236}">
                <a16:creationId xmlns:a16="http://schemas.microsoft.com/office/drawing/2014/main" id="{8F7DB052-EF83-1649-9B6C-E95163EE5ACA}"/>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8475" name="Rectangle 28">
            <a:extLst>
              <a:ext uri="{FF2B5EF4-FFF2-40B4-BE49-F238E27FC236}">
                <a16:creationId xmlns:a16="http://schemas.microsoft.com/office/drawing/2014/main" id="{F4193FB9-896F-AD40-B295-FD1CDC70652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8476" name="Rectangle 29">
            <a:extLst>
              <a:ext uri="{FF2B5EF4-FFF2-40B4-BE49-F238E27FC236}">
                <a16:creationId xmlns:a16="http://schemas.microsoft.com/office/drawing/2014/main" id="{BE7CFF63-CD21-1741-895B-2961E0C02D27}"/>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7" name="Rectangle 30">
            <a:extLst>
              <a:ext uri="{FF2B5EF4-FFF2-40B4-BE49-F238E27FC236}">
                <a16:creationId xmlns:a16="http://schemas.microsoft.com/office/drawing/2014/main" id="{09281ECA-AC2D-2C46-948E-F95FE9673BE0}"/>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8" name="Rectangle 31">
            <a:extLst>
              <a:ext uri="{FF2B5EF4-FFF2-40B4-BE49-F238E27FC236}">
                <a16:creationId xmlns:a16="http://schemas.microsoft.com/office/drawing/2014/main" id="{2A2DEA9A-9453-A748-A5E7-A41843C81716}"/>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8479" name="Rectangle 32">
            <a:extLst>
              <a:ext uri="{FF2B5EF4-FFF2-40B4-BE49-F238E27FC236}">
                <a16:creationId xmlns:a16="http://schemas.microsoft.com/office/drawing/2014/main" id="{CC1869ED-AEF0-4A42-BC90-B25F658D6E71}"/>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8480" name="Line 33">
            <a:extLst>
              <a:ext uri="{FF2B5EF4-FFF2-40B4-BE49-F238E27FC236}">
                <a16:creationId xmlns:a16="http://schemas.microsoft.com/office/drawing/2014/main" id="{BE375B83-2A24-E448-8EA5-6AEF97B37D4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81" name="Rectangle 34">
            <a:extLst>
              <a:ext uri="{FF2B5EF4-FFF2-40B4-BE49-F238E27FC236}">
                <a16:creationId xmlns:a16="http://schemas.microsoft.com/office/drawing/2014/main" id="{6F7D2E1C-C486-1849-87EE-96E2D4123BF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8482" name="AutoShape 39">
            <a:extLst>
              <a:ext uri="{FF2B5EF4-FFF2-40B4-BE49-F238E27FC236}">
                <a16:creationId xmlns:a16="http://schemas.microsoft.com/office/drawing/2014/main" id="{00E107A2-F7F1-164F-B339-49574FCC92B7}"/>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83" name="Rectangle 40">
            <a:extLst>
              <a:ext uri="{FF2B5EF4-FFF2-40B4-BE49-F238E27FC236}">
                <a16:creationId xmlns:a16="http://schemas.microsoft.com/office/drawing/2014/main" id="{BB61391F-2FC6-C94B-8C75-F616EB13AD55}"/>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CFF45751-B0EE-F74B-B81E-50A3E3DF0642}"/>
              </a:ext>
            </a:extLst>
          </p:cNvPr>
          <p:cNvSpPr>
            <a:spLocks noChangeArrowheads="1"/>
          </p:cNvSpPr>
          <p:nvPr/>
        </p:nvSpPr>
        <p:spPr bwMode="auto">
          <a:xfrm>
            <a:off x="4261247" y="539353"/>
            <a:ext cx="3152775"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8485" name="Text Box 38">
            <a:extLst>
              <a:ext uri="{FF2B5EF4-FFF2-40B4-BE49-F238E27FC236}">
                <a16:creationId xmlns:a16="http://schemas.microsoft.com/office/drawing/2014/main" id="{00389F1C-0174-3148-871F-ADA8A5BE883E}"/>
              </a:ext>
            </a:extLst>
          </p:cNvPr>
          <p:cNvSpPr txBox="1">
            <a:spLocks noChangeArrowheads="1"/>
          </p:cNvSpPr>
          <p:nvPr/>
        </p:nvSpPr>
        <p:spPr bwMode="auto">
          <a:xfrm>
            <a:off x="1810940" y="3513535"/>
            <a:ext cx="6715839"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流标号</a:t>
            </a:r>
            <a:r>
              <a:rPr lang="en-US" altLang="zh-CN" sz="1650" dirty="0">
                <a:solidFill>
                  <a:srgbClr val="000099"/>
                </a:solidFill>
                <a:latin typeface="微软雅黑" panose="020B0503020204020204" pitchFamily="34" charset="-122"/>
                <a:ea typeface="宋体" panose="02010600030101010101" pitchFamily="2" charset="-122"/>
              </a:rPr>
              <a:t>(flow label)</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20 </a:t>
            </a:r>
            <a:r>
              <a:rPr lang="zh-CN" altLang="en-US" sz="1650" dirty="0">
                <a:solidFill>
                  <a:srgbClr val="000099"/>
                </a:solidFill>
                <a:latin typeface="微软雅黑" panose="020B0503020204020204" pitchFamily="34" charset="-122"/>
                <a:ea typeface="宋体" panose="02010600030101010101" pitchFamily="2" charset="-122"/>
              </a:rPr>
              <a:t>位。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是互联网络上从特定源点到特定终点的一系列数据报，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所经过的路径上的路由器都保证指明的服务质量。所有属于同一个流的数据报都具有同样的流标号。 </a:t>
            </a:r>
          </a:p>
        </p:txBody>
      </p:sp>
    </p:spTree>
    <p:extLst>
      <p:ext uri="{BB962C8B-B14F-4D97-AF65-F5344CB8AC3E}">
        <p14:creationId xmlns:p14="http://schemas.microsoft.com/office/powerpoint/2010/main" val="3375798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9473" name="Rectangle 2">
            <a:extLst>
              <a:ext uri="{FF2B5EF4-FFF2-40B4-BE49-F238E27FC236}">
                <a16:creationId xmlns:a16="http://schemas.microsoft.com/office/drawing/2014/main" id="{D4CA2A91-6F64-F341-8188-0A46BB5B40F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74" name="Line 3">
            <a:extLst>
              <a:ext uri="{FF2B5EF4-FFF2-40B4-BE49-F238E27FC236}">
                <a16:creationId xmlns:a16="http://schemas.microsoft.com/office/drawing/2014/main" id="{2A35DBA5-1E45-5943-A9E2-0902F45D6B1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5" name="Line 4">
            <a:extLst>
              <a:ext uri="{FF2B5EF4-FFF2-40B4-BE49-F238E27FC236}">
                <a16:creationId xmlns:a16="http://schemas.microsoft.com/office/drawing/2014/main" id="{D4D2DE88-0745-8C4D-858C-4AFB7D14E9F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6" name="Line 5">
            <a:extLst>
              <a:ext uri="{FF2B5EF4-FFF2-40B4-BE49-F238E27FC236}">
                <a16:creationId xmlns:a16="http://schemas.microsoft.com/office/drawing/2014/main" id="{5009FE71-7C95-B54E-92AE-3A736D3E528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7" name="Rectangle 6">
            <a:extLst>
              <a:ext uri="{FF2B5EF4-FFF2-40B4-BE49-F238E27FC236}">
                <a16:creationId xmlns:a16="http://schemas.microsoft.com/office/drawing/2014/main" id="{5106655F-F2DA-464F-930B-53F8B66F718F}"/>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9478" name="Rectangle 7">
            <a:extLst>
              <a:ext uri="{FF2B5EF4-FFF2-40B4-BE49-F238E27FC236}">
                <a16:creationId xmlns:a16="http://schemas.microsoft.com/office/drawing/2014/main" id="{CA4732F4-BD28-7B42-B6D7-FFB7A02792A8}"/>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9479" name="Rectangle 8">
            <a:extLst>
              <a:ext uri="{FF2B5EF4-FFF2-40B4-BE49-F238E27FC236}">
                <a16:creationId xmlns:a16="http://schemas.microsoft.com/office/drawing/2014/main" id="{35E23F0A-8B3E-2043-8852-379AD1688621}"/>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9480" name="Rectangle 9">
            <a:extLst>
              <a:ext uri="{FF2B5EF4-FFF2-40B4-BE49-F238E27FC236}">
                <a16:creationId xmlns:a16="http://schemas.microsoft.com/office/drawing/2014/main" id="{D666AE06-63DF-7642-9729-1D5D7C744D84}"/>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9481" name="Rectangle 10">
            <a:extLst>
              <a:ext uri="{FF2B5EF4-FFF2-40B4-BE49-F238E27FC236}">
                <a16:creationId xmlns:a16="http://schemas.microsoft.com/office/drawing/2014/main" id="{0E35FBC6-9A19-9C4D-BDCB-0A0A8C6ACDF2}"/>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9482" name="Rectangle 11">
            <a:extLst>
              <a:ext uri="{FF2B5EF4-FFF2-40B4-BE49-F238E27FC236}">
                <a16:creationId xmlns:a16="http://schemas.microsoft.com/office/drawing/2014/main" id="{4651B399-60A8-8E43-AA87-EA997AD90B8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9483" name="Line 12">
            <a:extLst>
              <a:ext uri="{FF2B5EF4-FFF2-40B4-BE49-F238E27FC236}">
                <a16:creationId xmlns:a16="http://schemas.microsoft.com/office/drawing/2014/main" id="{C542D9B1-DE42-4946-8174-59518E7F2A06}"/>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4" name="Line 13">
            <a:extLst>
              <a:ext uri="{FF2B5EF4-FFF2-40B4-BE49-F238E27FC236}">
                <a16:creationId xmlns:a16="http://schemas.microsoft.com/office/drawing/2014/main" id="{AE212969-46A5-5940-AD1A-2624A6ADC2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5" name="Line 14">
            <a:extLst>
              <a:ext uri="{FF2B5EF4-FFF2-40B4-BE49-F238E27FC236}">
                <a16:creationId xmlns:a16="http://schemas.microsoft.com/office/drawing/2014/main" id="{A40126BB-D917-054C-BD76-8C477E8920B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6" name="Line 15">
            <a:extLst>
              <a:ext uri="{FF2B5EF4-FFF2-40B4-BE49-F238E27FC236}">
                <a16:creationId xmlns:a16="http://schemas.microsoft.com/office/drawing/2014/main" id="{D2757368-3115-CC43-9A5D-12DCC9264460}"/>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7" name="Line 16">
            <a:extLst>
              <a:ext uri="{FF2B5EF4-FFF2-40B4-BE49-F238E27FC236}">
                <a16:creationId xmlns:a16="http://schemas.microsoft.com/office/drawing/2014/main" id="{D118653A-F4B8-AD47-B0D1-2436151D10C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8" name="Line 17">
            <a:extLst>
              <a:ext uri="{FF2B5EF4-FFF2-40B4-BE49-F238E27FC236}">
                <a16:creationId xmlns:a16="http://schemas.microsoft.com/office/drawing/2014/main" id="{42D66887-B5C7-AB43-8657-F73FAD59F760}"/>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9" name="Line 18">
            <a:extLst>
              <a:ext uri="{FF2B5EF4-FFF2-40B4-BE49-F238E27FC236}">
                <a16:creationId xmlns:a16="http://schemas.microsoft.com/office/drawing/2014/main" id="{413F2EDF-035C-124B-8850-EE92432D9E8F}"/>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0" name="Line 19">
            <a:extLst>
              <a:ext uri="{FF2B5EF4-FFF2-40B4-BE49-F238E27FC236}">
                <a16:creationId xmlns:a16="http://schemas.microsoft.com/office/drawing/2014/main" id="{EA4D4B7E-1326-E345-BBC1-5301CD42EB21}"/>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1" name="Rectangle 20">
            <a:extLst>
              <a:ext uri="{FF2B5EF4-FFF2-40B4-BE49-F238E27FC236}">
                <a16:creationId xmlns:a16="http://schemas.microsoft.com/office/drawing/2014/main" id="{0E5FFC82-EDA1-6244-81A9-9F09DDE5646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2" name="Rectangle 21">
            <a:extLst>
              <a:ext uri="{FF2B5EF4-FFF2-40B4-BE49-F238E27FC236}">
                <a16:creationId xmlns:a16="http://schemas.microsoft.com/office/drawing/2014/main" id="{E2D5FF4F-C034-AE46-B99F-08CD4CF75965}"/>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3" name="Rectangle 22">
            <a:extLst>
              <a:ext uri="{FF2B5EF4-FFF2-40B4-BE49-F238E27FC236}">
                <a16:creationId xmlns:a16="http://schemas.microsoft.com/office/drawing/2014/main" id="{45F46CE6-9B8B-A342-810F-CF7D50928D71}"/>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9494" name="Rectangle 23">
            <a:extLst>
              <a:ext uri="{FF2B5EF4-FFF2-40B4-BE49-F238E27FC236}">
                <a16:creationId xmlns:a16="http://schemas.microsoft.com/office/drawing/2014/main" id="{83197F44-E9C1-FA4F-A5F6-E7E02272A6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9495" name="Line 24">
            <a:extLst>
              <a:ext uri="{FF2B5EF4-FFF2-40B4-BE49-F238E27FC236}">
                <a16:creationId xmlns:a16="http://schemas.microsoft.com/office/drawing/2014/main" id="{2BF9AC88-638D-5147-AE42-0EBE12DB72B2}"/>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6" name="Rectangle 25">
            <a:extLst>
              <a:ext uri="{FF2B5EF4-FFF2-40B4-BE49-F238E27FC236}">
                <a16:creationId xmlns:a16="http://schemas.microsoft.com/office/drawing/2014/main" id="{C9E9E02F-4242-AC46-A14B-F0CA50BDB22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9497" name="Rectangle 26">
            <a:extLst>
              <a:ext uri="{FF2B5EF4-FFF2-40B4-BE49-F238E27FC236}">
                <a16:creationId xmlns:a16="http://schemas.microsoft.com/office/drawing/2014/main" id="{1CDBAF34-182C-D240-B8A5-84E96B10D0E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9498" name="Rectangle 27">
            <a:extLst>
              <a:ext uri="{FF2B5EF4-FFF2-40B4-BE49-F238E27FC236}">
                <a16:creationId xmlns:a16="http://schemas.microsoft.com/office/drawing/2014/main" id="{D4E2E2D1-51A2-3544-987C-6CFC8451E9D5}"/>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9499" name="Rectangle 28">
            <a:extLst>
              <a:ext uri="{FF2B5EF4-FFF2-40B4-BE49-F238E27FC236}">
                <a16:creationId xmlns:a16="http://schemas.microsoft.com/office/drawing/2014/main" id="{8CCF70C9-68B5-824B-B9A9-BFD80C01C0E1}"/>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9500" name="Rectangle 29">
            <a:extLst>
              <a:ext uri="{FF2B5EF4-FFF2-40B4-BE49-F238E27FC236}">
                <a16:creationId xmlns:a16="http://schemas.microsoft.com/office/drawing/2014/main" id="{9DA378DB-8B1E-7047-9F13-8BE93554B1C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1" name="Rectangle 30">
            <a:extLst>
              <a:ext uri="{FF2B5EF4-FFF2-40B4-BE49-F238E27FC236}">
                <a16:creationId xmlns:a16="http://schemas.microsoft.com/office/drawing/2014/main" id="{EFB254B3-0BE8-DC40-8813-D49D5F8FF134}"/>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2" name="Rectangle 31">
            <a:extLst>
              <a:ext uri="{FF2B5EF4-FFF2-40B4-BE49-F238E27FC236}">
                <a16:creationId xmlns:a16="http://schemas.microsoft.com/office/drawing/2014/main" id="{72557C81-59EE-694C-B899-C8C1CE025F2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9503" name="Rectangle 32">
            <a:extLst>
              <a:ext uri="{FF2B5EF4-FFF2-40B4-BE49-F238E27FC236}">
                <a16:creationId xmlns:a16="http://schemas.microsoft.com/office/drawing/2014/main" id="{508AE6D4-A905-9843-8216-B8481AC866D6}"/>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9504" name="Line 33">
            <a:extLst>
              <a:ext uri="{FF2B5EF4-FFF2-40B4-BE49-F238E27FC236}">
                <a16:creationId xmlns:a16="http://schemas.microsoft.com/office/drawing/2014/main" id="{15279AB2-64E3-974B-BE5B-BE2B64AEC813}"/>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505" name="Rectangle 34">
            <a:extLst>
              <a:ext uri="{FF2B5EF4-FFF2-40B4-BE49-F238E27FC236}">
                <a16:creationId xmlns:a16="http://schemas.microsoft.com/office/drawing/2014/main" id="{0AF1F71A-86DC-0F4B-A4B8-96C68EC2418E}"/>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9506" name="AutoShape 39">
            <a:extLst>
              <a:ext uri="{FF2B5EF4-FFF2-40B4-BE49-F238E27FC236}">
                <a16:creationId xmlns:a16="http://schemas.microsoft.com/office/drawing/2014/main" id="{AD4B0C2F-6134-C247-9DA4-6E5E8F023BD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507" name="Rectangle 40">
            <a:extLst>
              <a:ext uri="{FF2B5EF4-FFF2-40B4-BE49-F238E27FC236}">
                <a16:creationId xmlns:a16="http://schemas.microsoft.com/office/drawing/2014/main" id="{2F166148-03DB-5840-B55F-BC0A0B9E14F4}"/>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E693AA-C3EA-634A-BE98-BB402F13FC98}"/>
              </a:ext>
            </a:extLst>
          </p:cNvPr>
          <p:cNvSpPr>
            <a:spLocks noChangeArrowheads="1"/>
          </p:cNvSpPr>
          <p:nvPr/>
        </p:nvSpPr>
        <p:spPr bwMode="auto">
          <a:xfrm>
            <a:off x="2399110" y="835819"/>
            <a:ext cx="2496740"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9509" name="Text Box 38">
            <a:extLst>
              <a:ext uri="{FF2B5EF4-FFF2-40B4-BE49-F238E27FC236}">
                <a16:creationId xmlns:a16="http://schemas.microsoft.com/office/drawing/2014/main" id="{3B8B43DE-7AD3-D94E-958D-E5731D02FDE7}"/>
              </a:ext>
            </a:extLst>
          </p:cNvPr>
          <p:cNvSpPr txBox="1">
            <a:spLocks noChangeArrowheads="1"/>
          </p:cNvSpPr>
          <p:nvPr/>
        </p:nvSpPr>
        <p:spPr bwMode="auto">
          <a:xfrm>
            <a:off x="1779985" y="3519487"/>
            <a:ext cx="5882878"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有效载荷长度</a:t>
            </a:r>
            <a:r>
              <a:rPr lang="en-US" altLang="zh-CN" sz="1650">
                <a:solidFill>
                  <a:srgbClr val="000099"/>
                </a:solidFill>
                <a:latin typeface="微软雅黑" panose="020B0503020204020204" pitchFamily="34" charset="-122"/>
                <a:ea typeface="宋体" panose="02010600030101010101" pitchFamily="2" charset="-122"/>
              </a:rPr>
              <a:t>(payload length)</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16 </a:t>
            </a:r>
            <a:r>
              <a:rPr lang="zh-CN" altLang="en-US" sz="1650">
                <a:solidFill>
                  <a:srgbClr val="000099"/>
                </a:solidFill>
                <a:latin typeface="微软雅黑" panose="020B0503020204020204" pitchFamily="34" charset="-122"/>
                <a:ea typeface="宋体" panose="02010600030101010101" pitchFamily="2" charset="-122"/>
              </a:rPr>
              <a:t>位。它指明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数据报除基本首部以外的字节数（所有扩展首部都算在有效载荷之内），其最大值是 </a:t>
            </a:r>
            <a:r>
              <a:rPr lang="en-US" altLang="zh-CN" sz="1650">
                <a:solidFill>
                  <a:srgbClr val="000099"/>
                </a:solidFill>
                <a:latin typeface="微软雅黑" panose="020B0503020204020204" pitchFamily="34" charset="-122"/>
                <a:ea typeface="宋体" panose="02010600030101010101" pitchFamily="2" charset="-122"/>
              </a:rPr>
              <a:t>64 KB</a:t>
            </a:r>
            <a:r>
              <a:rPr lang="zh-CN" altLang="en-US" sz="1650">
                <a:solidFill>
                  <a:srgbClr val="000099"/>
                </a:solidFill>
                <a:latin typeface="微软雅黑" panose="020B0503020204020204" pitchFamily="34" charset="-122"/>
                <a:ea typeface="宋体" panose="02010600030101010101" pitchFamily="2" charset="-122"/>
              </a:rPr>
              <a:t>。 </a:t>
            </a:r>
          </a:p>
        </p:txBody>
      </p:sp>
    </p:spTree>
    <p:extLst>
      <p:ext uri="{BB962C8B-B14F-4D97-AF65-F5344CB8AC3E}">
        <p14:creationId xmlns:p14="http://schemas.microsoft.com/office/powerpoint/2010/main" val="16916549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0497" name="Rectangle 2">
            <a:extLst>
              <a:ext uri="{FF2B5EF4-FFF2-40B4-BE49-F238E27FC236}">
                <a16:creationId xmlns:a16="http://schemas.microsoft.com/office/drawing/2014/main" id="{B7DE6C2A-33F8-2D47-90F5-AF88C6E14C79}"/>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498" name="Line 3">
            <a:extLst>
              <a:ext uri="{FF2B5EF4-FFF2-40B4-BE49-F238E27FC236}">
                <a16:creationId xmlns:a16="http://schemas.microsoft.com/office/drawing/2014/main" id="{E57F6131-8B4B-8543-8650-725754613A05}"/>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499" name="Line 4">
            <a:extLst>
              <a:ext uri="{FF2B5EF4-FFF2-40B4-BE49-F238E27FC236}">
                <a16:creationId xmlns:a16="http://schemas.microsoft.com/office/drawing/2014/main" id="{01DB1AF2-31C3-5E4D-801C-509024157429}"/>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0" name="Line 5">
            <a:extLst>
              <a:ext uri="{FF2B5EF4-FFF2-40B4-BE49-F238E27FC236}">
                <a16:creationId xmlns:a16="http://schemas.microsoft.com/office/drawing/2014/main" id="{7B105BB9-0405-5946-AFCA-5261D1E0192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1" name="Rectangle 6">
            <a:extLst>
              <a:ext uri="{FF2B5EF4-FFF2-40B4-BE49-F238E27FC236}">
                <a16:creationId xmlns:a16="http://schemas.microsoft.com/office/drawing/2014/main" id="{2EA9A718-649C-204F-91BA-868633B8FFC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0502" name="Rectangle 7">
            <a:extLst>
              <a:ext uri="{FF2B5EF4-FFF2-40B4-BE49-F238E27FC236}">
                <a16:creationId xmlns:a16="http://schemas.microsoft.com/office/drawing/2014/main" id="{E8B0336E-D9FD-2749-9437-A0D5ACDC1B9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0503" name="Rectangle 8">
            <a:extLst>
              <a:ext uri="{FF2B5EF4-FFF2-40B4-BE49-F238E27FC236}">
                <a16:creationId xmlns:a16="http://schemas.microsoft.com/office/drawing/2014/main" id="{62881C38-81C0-194C-9C27-2F5F4D7257FF}"/>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0504" name="Rectangle 9">
            <a:extLst>
              <a:ext uri="{FF2B5EF4-FFF2-40B4-BE49-F238E27FC236}">
                <a16:creationId xmlns:a16="http://schemas.microsoft.com/office/drawing/2014/main" id="{D8C1C297-2AEB-094C-B34B-841482D188AF}"/>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0505" name="Rectangle 10">
            <a:extLst>
              <a:ext uri="{FF2B5EF4-FFF2-40B4-BE49-F238E27FC236}">
                <a16:creationId xmlns:a16="http://schemas.microsoft.com/office/drawing/2014/main" id="{23D3B7AB-1D87-5440-948F-FB895AEADE2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0506" name="Rectangle 11">
            <a:extLst>
              <a:ext uri="{FF2B5EF4-FFF2-40B4-BE49-F238E27FC236}">
                <a16:creationId xmlns:a16="http://schemas.microsoft.com/office/drawing/2014/main" id="{0EFC1A65-5A52-9A4D-92D0-95D5249843B1}"/>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0507" name="Line 12">
            <a:extLst>
              <a:ext uri="{FF2B5EF4-FFF2-40B4-BE49-F238E27FC236}">
                <a16:creationId xmlns:a16="http://schemas.microsoft.com/office/drawing/2014/main" id="{0CFE2D7F-7874-EB44-8F8F-6CEE0CDCAF4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8" name="Line 13">
            <a:extLst>
              <a:ext uri="{FF2B5EF4-FFF2-40B4-BE49-F238E27FC236}">
                <a16:creationId xmlns:a16="http://schemas.microsoft.com/office/drawing/2014/main" id="{046B9ACF-0A4B-8948-9DF3-C5579B5A9A85}"/>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9" name="Line 14">
            <a:extLst>
              <a:ext uri="{FF2B5EF4-FFF2-40B4-BE49-F238E27FC236}">
                <a16:creationId xmlns:a16="http://schemas.microsoft.com/office/drawing/2014/main" id="{2CF19301-F4FC-BA4E-B845-AE65EBF7C39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0" name="Line 15">
            <a:extLst>
              <a:ext uri="{FF2B5EF4-FFF2-40B4-BE49-F238E27FC236}">
                <a16:creationId xmlns:a16="http://schemas.microsoft.com/office/drawing/2014/main" id="{A88EBE39-BB79-1544-960A-6A7D7BD33C33}"/>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1" name="Line 16">
            <a:extLst>
              <a:ext uri="{FF2B5EF4-FFF2-40B4-BE49-F238E27FC236}">
                <a16:creationId xmlns:a16="http://schemas.microsoft.com/office/drawing/2014/main" id="{8BFE82D6-1342-DC47-A611-0CC97983A80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2" name="Line 17">
            <a:extLst>
              <a:ext uri="{FF2B5EF4-FFF2-40B4-BE49-F238E27FC236}">
                <a16:creationId xmlns:a16="http://schemas.microsoft.com/office/drawing/2014/main" id="{8F19C22D-96C4-C549-88B0-1F47F89F1412}"/>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3" name="Line 18">
            <a:extLst>
              <a:ext uri="{FF2B5EF4-FFF2-40B4-BE49-F238E27FC236}">
                <a16:creationId xmlns:a16="http://schemas.microsoft.com/office/drawing/2014/main" id="{8B63DF1A-66A2-CA4D-B98B-C0C293CD201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4" name="Line 19">
            <a:extLst>
              <a:ext uri="{FF2B5EF4-FFF2-40B4-BE49-F238E27FC236}">
                <a16:creationId xmlns:a16="http://schemas.microsoft.com/office/drawing/2014/main" id="{10AB60E9-15A9-704D-87BC-CCA608E2BF6B}"/>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5" name="Rectangle 20">
            <a:extLst>
              <a:ext uri="{FF2B5EF4-FFF2-40B4-BE49-F238E27FC236}">
                <a16:creationId xmlns:a16="http://schemas.microsoft.com/office/drawing/2014/main" id="{85DA1C5C-A0E9-F04A-8710-CDFF280C7F4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6" name="Rectangle 21">
            <a:extLst>
              <a:ext uri="{FF2B5EF4-FFF2-40B4-BE49-F238E27FC236}">
                <a16:creationId xmlns:a16="http://schemas.microsoft.com/office/drawing/2014/main" id="{E186289E-925D-4C4E-821F-43A203DB5C0E}"/>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7" name="Rectangle 22">
            <a:extLst>
              <a:ext uri="{FF2B5EF4-FFF2-40B4-BE49-F238E27FC236}">
                <a16:creationId xmlns:a16="http://schemas.microsoft.com/office/drawing/2014/main" id="{3E59C76C-2643-F941-B2B2-B9A7B36F7F84}"/>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0518" name="Rectangle 23">
            <a:extLst>
              <a:ext uri="{FF2B5EF4-FFF2-40B4-BE49-F238E27FC236}">
                <a16:creationId xmlns:a16="http://schemas.microsoft.com/office/drawing/2014/main" id="{464FD48C-9848-FC47-8DE0-B0CBE5B9C3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0519" name="Line 24">
            <a:extLst>
              <a:ext uri="{FF2B5EF4-FFF2-40B4-BE49-F238E27FC236}">
                <a16:creationId xmlns:a16="http://schemas.microsoft.com/office/drawing/2014/main" id="{3653624F-286D-5546-AE42-D9E57848F5B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0" name="Rectangle 25">
            <a:extLst>
              <a:ext uri="{FF2B5EF4-FFF2-40B4-BE49-F238E27FC236}">
                <a16:creationId xmlns:a16="http://schemas.microsoft.com/office/drawing/2014/main" id="{460B410B-8498-3E47-8263-FFFE3CB1BC8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0521" name="Rectangle 26">
            <a:extLst>
              <a:ext uri="{FF2B5EF4-FFF2-40B4-BE49-F238E27FC236}">
                <a16:creationId xmlns:a16="http://schemas.microsoft.com/office/drawing/2014/main" id="{39409C4F-B659-DE4F-8BD3-DA8FC1330A13}"/>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0522" name="Rectangle 27">
            <a:extLst>
              <a:ext uri="{FF2B5EF4-FFF2-40B4-BE49-F238E27FC236}">
                <a16:creationId xmlns:a16="http://schemas.microsoft.com/office/drawing/2014/main" id="{FC331247-CC50-154B-A3A5-8D8AAC628399}"/>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0523" name="Rectangle 28">
            <a:extLst>
              <a:ext uri="{FF2B5EF4-FFF2-40B4-BE49-F238E27FC236}">
                <a16:creationId xmlns:a16="http://schemas.microsoft.com/office/drawing/2014/main" id="{ACB9887B-F56B-4243-A717-7CCC7B2F663B}"/>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0524" name="Rectangle 29">
            <a:extLst>
              <a:ext uri="{FF2B5EF4-FFF2-40B4-BE49-F238E27FC236}">
                <a16:creationId xmlns:a16="http://schemas.microsoft.com/office/drawing/2014/main" id="{788B67A6-E702-6E48-A5C7-F8240330EEF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5" name="Rectangle 30">
            <a:extLst>
              <a:ext uri="{FF2B5EF4-FFF2-40B4-BE49-F238E27FC236}">
                <a16:creationId xmlns:a16="http://schemas.microsoft.com/office/drawing/2014/main" id="{3DBEA4C2-1DB3-7C40-A813-F6BCF80676FA}"/>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6" name="Rectangle 31">
            <a:extLst>
              <a:ext uri="{FF2B5EF4-FFF2-40B4-BE49-F238E27FC236}">
                <a16:creationId xmlns:a16="http://schemas.microsoft.com/office/drawing/2014/main" id="{AFD8D905-6637-9941-B5F1-D5A0FE7137C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0527" name="Rectangle 32">
            <a:extLst>
              <a:ext uri="{FF2B5EF4-FFF2-40B4-BE49-F238E27FC236}">
                <a16:creationId xmlns:a16="http://schemas.microsoft.com/office/drawing/2014/main" id="{977D90B7-9EE7-5B47-AEE7-1BA41FC8F9B5}"/>
              </a:ext>
            </a:extLst>
          </p:cNvPr>
          <p:cNvSpPr>
            <a:spLocks noChangeArrowheads="1"/>
          </p:cNvSpPr>
          <p:nvPr/>
        </p:nvSpPr>
        <p:spPr bwMode="auto">
          <a:xfrm>
            <a:off x="6246019" y="84415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0528" name="Line 33">
            <a:extLst>
              <a:ext uri="{FF2B5EF4-FFF2-40B4-BE49-F238E27FC236}">
                <a16:creationId xmlns:a16="http://schemas.microsoft.com/office/drawing/2014/main" id="{1C879012-43EC-BB4A-8A6C-8C2169701574}"/>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9" name="Rectangle 34">
            <a:extLst>
              <a:ext uri="{FF2B5EF4-FFF2-40B4-BE49-F238E27FC236}">
                <a16:creationId xmlns:a16="http://schemas.microsoft.com/office/drawing/2014/main" id="{244D3EC7-39DE-D54C-BFFC-80DFF52A34D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0530" name="AutoShape 39">
            <a:extLst>
              <a:ext uri="{FF2B5EF4-FFF2-40B4-BE49-F238E27FC236}">
                <a16:creationId xmlns:a16="http://schemas.microsoft.com/office/drawing/2014/main" id="{72BD2D65-7DD1-3442-9B40-E6A7B147BE80}"/>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31" name="Rectangle 40">
            <a:extLst>
              <a:ext uri="{FF2B5EF4-FFF2-40B4-BE49-F238E27FC236}">
                <a16:creationId xmlns:a16="http://schemas.microsoft.com/office/drawing/2014/main" id="{7E6B4210-AA38-BD4C-8E2B-33FAC2586EF8}"/>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B66858C-98DE-9749-929F-3D5515CFE115}"/>
              </a:ext>
            </a:extLst>
          </p:cNvPr>
          <p:cNvSpPr>
            <a:spLocks noChangeArrowheads="1"/>
          </p:cNvSpPr>
          <p:nvPr/>
        </p:nvSpPr>
        <p:spPr bwMode="auto">
          <a:xfrm>
            <a:off x="4900613" y="827485"/>
            <a:ext cx="1275160"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0533" name="Text Box 38">
            <a:extLst>
              <a:ext uri="{FF2B5EF4-FFF2-40B4-BE49-F238E27FC236}">
                <a16:creationId xmlns:a16="http://schemas.microsoft.com/office/drawing/2014/main" id="{DE068B9A-AD26-404B-BE3C-8CDDF42F2B0A}"/>
              </a:ext>
            </a:extLst>
          </p:cNvPr>
          <p:cNvSpPr txBox="1">
            <a:spLocks noChangeArrowheads="1"/>
          </p:cNvSpPr>
          <p:nvPr/>
        </p:nvSpPr>
        <p:spPr bwMode="auto">
          <a:xfrm>
            <a:off x="1778794" y="3519488"/>
            <a:ext cx="5884069"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下一个首部</a:t>
            </a:r>
            <a:r>
              <a:rPr lang="en-US" altLang="zh-CN" sz="1650">
                <a:solidFill>
                  <a:srgbClr val="000099"/>
                </a:solidFill>
                <a:latin typeface="微软雅黑" panose="020B0503020204020204" pitchFamily="34" charset="-122"/>
                <a:ea typeface="宋体" panose="02010600030101010101" pitchFamily="2" charset="-122"/>
              </a:rPr>
              <a:t>(next header)</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位。它相当于 </a:t>
            </a:r>
            <a:r>
              <a:rPr lang="en-US" altLang="zh-CN" sz="1650">
                <a:solidFill>
                  <a:srgbClr val="000099"/>
                </a:solidFill>
                <a:latin typeface="微软雅黑" panose="020B0503020204020204" pitchFamily="34" charset="-122"/>
                <a:ea typeface="宋体" panose="02010600030101010101" pitchFamily="2" charset="-122"/>
              </a:rPr>
              <a:t>IPv4 </a:t>
            </a:r>
            <a:r>
              <a:rPr lang="zh-CN" altLang="en-US" sz="1650">
                <a:solidFill>
                  <a:srgbClr val="000099"/>
                </a:solidFill>
                <a:latin typeface="微软雅黑" panose="020B0503020204020204" pitchFamily="34" charset="-122"/>
                <a:ea typeface="宋体" panose="02010600030101010101" pitchFamily="2" charset="-122"/>
              </a:rPr>
              <a:t>的协议字段或可选字段。 </a:t>
            </a:r>
          </a:p>
        </p:txBody>
      </p:sp>
    </p:spTree>
    <p:extLst>
      <p:ext uri="{BB962C8B-B14F-4D97-AF65-F5344CB8AC3E}">
        <p14:creationId xmlns:p14="http://schemas.microsoft.com/office/powerpoint/2010/main" val="10715522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1521" name="Rectangle 2">
            <a:extLst>
              <a:ext uri="{FF2B5EF4-FFF2-40B4-BE49-F238E27FC236}">
                <a16:creationId xmlns:a16="http://schemas.microsoft.com/office/drawing/2014/main" id="{C18E5386-D057-6249-9897-058048853FB3}"/>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22" name="Line 3">
            <a:extLst>
              <a:ext uri="{FF2B5EF4-FFF2-40B4-BE49-F238E27FC236}">
                <a16:creationId xmlns:a16="http://schemas.microsoft.com/office/drawing/2014/main" id="{D1942993-2634-0548-8E94-5723C660FB8B}"/>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3" name="Line 4">
            <a:extLst>
              <a:ext uri="{FF2B5EF4-FFF2-40B4-BE49-F238E27FC236}">
                <a16:creationId xmlns:a16="http://schemas.microsoft.com/office/drawing/2014/main" id="{FA3459F3-66A5-1C4C-BA06-E32E3A035C27}"/>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4" name="Line 5">
            <a:extLst>
              <a:ext uri="{FF2B5EF4-FFF2-40B4-BE49-F238E27FC236}">
                <a16:creationId xmlns:a16="http://schemas.microsoft.com/office/drawing/2014/main" id="{A420C6B0-AB2E-DE4E-9D09-E2200D88D626}"/>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5" name="Rectangle 6">
            <a:extLst>
              <a:ext uri="{FF2B5EF4-FFF2-40B4-BE49-F238E27FC236}">
                <a16:creationId xmlns:a16="http://schemas.microsoft.com/office/drawing/2014/main" id="{A29CAA51-5331-474A-9756-1FF05920B4FD}"/>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1526" name="Rectangle 7">
            <a:extLst>
              <a:ext uri="{FF2B5EF4-FFF2-40B4-BE49-F238E27FC236}">
                <a16:creationId xmlns:a16="http://schemas.microsoft.com/office/drawing/2014/main" id="{3682833C-7BD5-1749-A5E6-FE5910C26CB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1527" name="Rectangle 8">
            <a:extLst>
              <a:ext uri="{FF2B5EF4-FFF2-40B4-BE49-F238E27FC236}">
                <a16:creationId xmlns:a16="http://schemas.microsoft.com/office/drawing/2014/main" id="{C78ECA78-00AD-334C-B163-1A347EA49FF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1528" name="Rectangle 9">
            <a:extLst>
              <a:ext uri="{FF2B5EF4-FFF2-40B4-BE49-F238E27FC236}">
                <a16:creationId xmlns:a16="http://schemas.microsoft.com/office/drawing/2014/main" id="{33F0ED0A-13A8-3A44-A0B9-42D51E62F04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1529" name="Rectangle 10">
            <a:extLst>
              <a:ext uri="{FF2B5EF4-FFF2-40B4-BE49-F238E27FC236}">
                <a16:creationId xmlns:a16="http://schemas.microsoft.com/office/drawing/2014/main" id="{A9CB2EDC-F099-5644-860B-7F4ABE6A56C5}"/>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1530" name="Rectangle 11">
            <a:extLst>
              <a:ext uri="{FF2B5EF4-FFF2-40B4-BE49-F238E27FC236}">
                <a16:creationId xmlns:a16="http://schemas.microsoft.com/office/drawing/2014/main" id="{6AD60DB6-1E3E-514D-92C0-8C2F27ACB577}"/>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1531" name="Line 12">
            <a:extLst>
              <a:ext uri="{FF2B5EF4-FFF2-40B4-BE49-F238E27FC236}">
                <a16:creationId xmlns:a16="http://schemas.microsoft.com/office/drawing/2014/main" id="{80DD522F-FB40-1E49-B509-2BAACCF195AE}"/>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2" name="Line 13">
            <a:extLst>
              <a:ext uri="{FF2B5EF4-FFF2-40B4-BE49-F238E27FC236}">
                <a16:creationId xmlns:a16="http://schemas.microsoft.com/office/drawing/2014/main" id="{79E54133-E12B-5445-861C-853CC3D83A5D}"/>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3" name="Line 14">
            <a:extLst>
              <a:ext uri="{FF2B5EF4-FFF2-40B4-BE49-F238E27FC236}">
                <a16:creationId xmlns:a16="http://schemas.microsoft.com/office/drawing/2014/main" id="{F0E14402-0EAC-3642-8F9B-2DCB2ADD40A3}"/>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4" name="Line 15">
            <a:extLst>
              <a:ext uri="{FF2B5EF4-FFF2-40B4-BE49-F238E27FC236}">
                <a16:creationId xmlns:a16="http://schemas.microsoft.com/office/drawing/2014/main" id="{50828D7E-3BB8-0E43-96D8-5D46C04ECB57}"/>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5" name="Line 16">
            <a:extLst>
              <a:ext uri="{FF2B5EF4-FFF2-40B4-BE49-F238E27FC236}">
                <a16:creationId xmlns:a16="http://schemas.microsoft.com/office/drawing/2014/main" id="{E497C149-5FB2-5A4D-B74A-3CA03372E778}"/>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6" name="Line 17">
            <a:extLst>
              <a:ext uri="{FF2B5EF4-FFF2-40B4-BE49-F238E27FC236}">
                <a16:creationId xmlns:a16="http://schemas.microsoft.com/office/drawing/2014/main" id="{19448A63-562F-3C46-A876-A7959861AAB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7" name="Line 18">
            <a:extLst>
              <a:ext uri="{FF2B5EF4-FFF2-40B4-BE49-F238E27FC236}">
                <a16:creationId xmlns:a16="http://schemas.microsoft.com/office/drawing/2014/main" id="{9AF01172-31F2-C740-8FBB-9A8B5429E9A8}"/>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8" name="Line 19">
            <a:extLst>
              <a:ext uri="{FF2B5EF4-FFF2-40B4-BE49-F238E27FC236}">
                <a16:creationId xmlns:a16="http://schemas.microsoft.com/office/drawing/2014/main" id="{F8D73CD7-4A11-9F46-AD76-9CE7A79B940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9" name="Rectangle 20">
            <a:extLst>
              <a:ext uri="{FF2B5EF4-FFF2-40B4-BE49-F238E27FC236}">
                <a16:creationId xmlns:a16="http://schemas.microsoft.com/office/drawing/2014/main" id="{1E10B4C6-CDBC-8C4A-9941-C1E950FBD8C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0" name="Rectangle 21">
            <a:extLst>
              <a:ext uri="{FF2B5EF4-FFF2-40B4-BE49-F238E27FC236}">
                <a16:creationId xmlns:a16="http://schemas.microsoft.com/office/drawing/2014/main" id="{582BCC20-59F1-784B-885D-19AD0573F3CD}"/>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1" name="Rectangle 22">
            <a:extLst>
              <a:ext uri="{FF2B5EF4-FFF2-40B4-BE49-F238E27FC236}">
                <a16:creationId xmlns:a16="http://schemas.microsoft.com/office/drawing/2014/main" id="{7615BF4F-FDE4-B249-8C94-24DE675A6A7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1542" name="Rectangle 23">
            <a:extLst>
              <a:ext uri="{FF2B5EF4-FFF2-40B4-BE49-F238E27FC236}">
                <a16:creationId xmlns:a16="http://schemas.microsoft.com/office/drawing/2014/main" id="{555C0FFF-6352-0B4C-9AC8-6096CA6734CF}"/>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1543" name="Line 24">
            <a:extLst>
              <a:ext uri="{FF2B5EF4-FFF2-40B4-BE49-F238E27FC236}">
                <a16:creationId xmlns:a16="http://schemas.microsoft.com/office/drawing/2014/main" id="{B3FEF11F-3300-7C4C-A92A-16E8E8A6794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44" name="Rectangle 25">
            <a:extLst>
              <a:ext uri="{FF2B5EF4-FFF2-40B4-BE49-F238E27FC236}">
                <a16:creationId xmlns:a16="http://schemas.microsoft.com/office/drawing/2014/main" id="{35093FDF-9CE0-2B45-9EDD-F832E19760E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1545" name="Rectangle 26">
            <a:extLst>
              <a:ext uri="{FF2B5EF4-FFF2-40B4-BE49-F238E27FC236}">
                <a16:creationId xmlns:a16="http://schemas.microsoft.com/office/drawing/2014/main" id="{8ED0F4E9-CE05-EE4C-B211-E4A3C95EBC6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1546" name="Rectangle 27">
            <a:extLst>
              <a:ext uri="{FF2B5EF4-FFF2-40B4-BE49-F238E27FC236}">
                <a16:creationId xmlns:a16="http://schemas.microsoft.com/office/drawing/2014/main" id="{5A61181F-C3B3-E54E-A417-F7D51C75CA98}"/>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1547" name="Rectangle 28">
            <a:extLst>
              <a:ext uri="{FF2B5EF4-FFF2-40B4-BE49-F238E27FC236}">
                <a16:creationId xmlns:a16="http://schemas.microsoft.com/office/drawing/2014/main" id="{7B31F6F0-59C7-1648-A1A0-8CCAFD11A95C}"/>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1548" name="Rectangle 29">
            <a:extLst>
              <a:ext uri="{FF2B5EF4-FFF2-40B4-BE49-F238E27FC236}">
                <a16:creationId xmlns:a16="http://schemas.microsoft.com/office/drawing/2014/main" id="{893F0B0E-C49C-1540-A8B8-9AB61D308B7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49" name="Rectangle 30">
            <a:extLst>
              <a:ext uri="{FF2B5EF4-FFF2-40B4-BE49-F238E27FC236}">
                <a16:creationId xmlns:a16="http://schemas.microsoft.com/office/drawing/2014/main" id="{EEAA815B-435C-BB4C-B420-71F69B340C5C}"/>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50" name="Rectangle 31">
            <a:extLst>
              <a:ext uri="{FF2B5EF4-FFF2-40B4-BE49-F238E27FC236}">
                <a16:creationId xmlns:a16="http://schemas.microsoft.com/office/drawing/2014/main" id="{68887B08-7B10-B049-BAA9-21E041F3E262}"/>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1551" name="Rectangle 32">
            <a:extLst>
              <a:ext uri="{FF2B5EF4-FFF2-40B4-BE49-F238E27FC236}">
                <a16:creationId xmlns:a16="http://schemas.microsoft.com/office/drawing/2014/main" id="{81D754FE-02B3-7F48-A5B5-394AA28E3BB4}"/>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1552" name="Line 33">
            <a:extLst>
              <a:ext uri="{FF2B5EF4-FFF2-40B4-BE49-F238E27FC236}">
                <a16:creationId xmlns:a16="http://schemas.microsoft.com/office/drawing/2014/main" id="{3DA20A4A-6EB6-C249-883D-B8C9D327FFB0}"/>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53" name="Rectangle 34">
            <a:extLst>
              <a:ext uri="{FF2B5EF4-FFF2-40B4-BE49-F238E27FC236}">
                <a16:creationId xmlns:a16="http://schemas.microsoft.com/office/drawing/2014/main" id="{766BB04E-D571-844F-8ABF-9144C218551A}"/>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1554" name="AutoShape 39">
            <a:extLst>
              <a:ext uri="{FF2B5EF4-FFF2-40B4-BE49-F238E27FC236}">
                <a16:creationId xmlns:a16="http://schemas.microsoft.com/office/drawing/2014/main" id="{78FC1D29-498F-F44D-94BD-35C597F8F1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55" name="Rectangle 40">
            <a:extLst>
              <a:ext uri="{FF2B5EF4-FFF2-40B4-BE49-F238E27FC236}">
                <a16:creationId xmlns:a16="http://schemas.microsoft.com/office/drawing/2014/main" id="{A9BFAC1C-4ADC-FC4A-ABF4-3B9563D02707}"/>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0A38B7-6393-0B41-B05B-C2487FB9A687}"/>
              </a:ext>
            </a:extLst>
          </p:cNvPr>
          <p:cNvSpPr>
            <a:spLocks noChangeArrowheads="1"/>
          </p:cNvSpPr>
          <p:nvPr/>
        </p:nvSpPr>
        <p:spPr bwMode="auto">
          <a:xfrm>
            <a:off x="6167438" y="827485"/>
            <a:ext cx="1268016"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1557" name="Text Box 38">
            <a:extLst>
              <a:ext uri="{FF2B5EF4-FFF2-40B4-BE49-F238E27FC236}">
                <a16:creationId xmlns:a16="http://schemas.microsoft.com/office/drawing/2014/main" id="{C102FDC8-11DC-0640-8AD3-09E9C02250C8}"/>
              </a:ext>
            </a:extLst>
          </p:cNvPr>
          <p:cNvSpPr txBox="1">
            <a:spLocks noChangeArrowheads="1"/>
          </p:cNvSpPr>
          <p:nvPr/>
        </p:nvSpPr>
        <p:spPr bwMode="auto">
          <a:xfrm>
            <a:off x="1810942" y="3519488"/>
            <a:ext cx="6001940"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跳数限制</a:t>
            </a:r>
            <a:r>
              <a:rPr lang="en-US" altLang="zh-CN" sz="1650">
                <a:solidFill>
                  <a:srgbClr val="000099"/>
                </a:solidFill>
                <a:latin typeface="微软雅黑" panose="020B0503020204020204" pitchFamily="34" charset="-122"/>
                <a:ea typeface="宋体" panose="02010600030101010101" pitchFamily="2" charset="-122"/>
              </a:rPr>
              <a:t>(hop limit)</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位。源站在数据报发出时即设定跳数限制。路由器在转发数据报时将跳数限制字段中的值减 </a:t>
            </a:r>
            <a:r>
              <a:rPr lang="en-US" altLang="zh-CN" sz="1650">
                <a:solidFill>
                  <a:srgbClr val="000099"/>
                </a:solidFill>
                <a:latin typeface="微软雅黑" panose="020B0503020204020204" pitchFamily="34" charset="-122"/>
                <a:ea typeface="宋体" panose="02010600030101010101" pitchFamily="2" charset="-122"/>
              </a:rPr>
              <a:t>1</a:t>
            </a:r>
            <a:r>
              <a:rPr lang="zh-CN" altLang="en-US" sz="1650">
                <a:solidFill>
                  <a:srgbClr val="000099"/>
                </a:solidFill>
                <a:latin typeface="微软雅黑" panose="020B0503020204020204" pitchFamily="34" charset="-122"/>
                <a:ea typeface="宋体" panose="02010600030101010101" pitchFamily="2" charset="-122"/>
              </a:rPr>
              <a:t>。</a:t>
            </a:r>
          </a:p>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当跳数限制的值为零时，就要将此数据报丢弃。 </a:t>
            </a:r>
          </a:p>
        </p:txBody>
      </p:sp>
    </p:spTree>
    <p:extLst>
      <p:ext uri="{BB962C8B-B14F-4D97-AF65-F5344CB8AC3E}">
        <p14:creationId xmlns:p14="http://schemas.microsoft.com/office/powerpoint/2010/main" val="42712316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2545" name="Rectangle 2">
            <a:extLst>
              <a:ext uri="{FF2B5EF4-FFF2-40B4-BE49-F238E27FC236}">
                <a16:creationId xmlns:a16="http://schemas.microsoft.com/office/drawing/2014/main" id="{ED9ACD5D-60DE-074E-9829-6ED6A6F4682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46" name="Line 3">
            <a:extLst>
              <a:ext uri="{FF2B5EF4-FFF2-40B4-BE49-F238E27FC236}">
                <a16:creationId xmlns:a16="http://schemas.microsoft.com/office/drawing/2014/main" id="{30DA99C2-6269-6E4F-AFC4-7FC4AB6F7328}"/>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7" name="Line 4">
            <a:extLst>
              <a:ext uri="{FF2B5EF4-FFF2-40B4-BE49-F238E27FC236}">
                <a16:creationId xmlns:a16="http://schemas.microsoft.com/office/drawing/2014/main" id="{9AB8C4CB-57D6-4F4A-B46B-5003FD1C7E28}"/>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8" name="Line 5">
            <a:extLst>
              <a:ext uri="{FF2B5EF4-FFF2-40B4-BE49-F238E27FC236}">
                <a16:creationId xmlns:a16="http://schemas.microsoft.com/office/drawing/2014/main" id="{96DABF09-F9DA-6B4D-9F86-58206389E799}"/>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9" name="Rectangle 6">
            <a:extLst>
              <a:ext uri="{FF2B5EF4-FFF2-40B4-BE49-F238E27FC236}">
                <a16:creationId xmlns:a16="http://schemas.microsoft.com/office/drawing/2014/main" id="{C731C3D2-37CB-DF48-8EB9-DD19D9806811}"/>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2550" name="Rectangle 7">
            <a:extLst>
              <a:ext uri="{FF2B5EF4-FFF2-40B4-BE49-F238E27FC236}">
                <a16:creationId xmlns:a16="http://schemas.microsoft.com/office/drawing/2014/main" id="{08D2459B-5C56-8C42-9DB8-F1C93FE058CC}"/>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2551" name="Rectangle 8">
            <a:extLst>
              <a:ext uri="{FF2B5EF4-FFF2-40B4-BE49-F238E27FC236}">
                <a16:creationId xmlns:a16="http://schemas.microsoft.com/office/drawing/2014/main" id="{DCFBE441-51B7-C548-846F-527678C417C9}"/>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2552" name="Rectangle 9">
            <a:extLst>
              <a:ext uri="{FF2B5EF4-FFF2-40B4-BE49-F238E27FC236}">
                <a16:creationId xmlns:a16="http://schemas.microsoft.com/office/drawing/2014/main" id="{B58FF99A-9DAD-E248-8A35-CFEB4A2497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2553" name="Rectangle 10">
            <a:extLst>
              <a:ext uri="{FF2B5EF4-FFF2-40B4-BE49-F238E27FC236}">
                <a16:creationId xmlns:a16="http://schemas.microsoft.com/office/drawing/2014/main" id="{78699164-9F18-EF4C-BF9D-8E4CB27FCA8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2554" name="Rectangle 11">
            <a:extLst>
              <a:ext uri="{FF2B5EF4-FFF2-40B4-BE49-F238E27FC236}">
                <a16:creationId xmlns:a16="http://schemas.microsoft.com/office/drawing/2014/main" id="{10CBAA5E-9541-7447-A291-FA82780EC64A}"/>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2555" name="Line 12">
            <a:extLst>
              <a:ext uri="{FF2B5EF4-FFF2-40B4-BE49-F238E27FC236}">
                <a16:creationId xmlns:a16="http://schemas.microsoft.com/office/drawing/2014/main" id="{91B2A2BE-F3A1-F143-814F-06DFFC87F1D0}"/>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6" name="Line 13">
            <a:extLst>
              <a:ext uri="{FF2B5EF4-FFF2-40B4-BE49-F238E27FC236}">
                <a16:creationId xmlns:a16="http://schemas.microsoft.com/office/drawing/2014/main" id="{1CD6AB6A-8C9F-B347-80EF-C89A82D29ED4}"/>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7" name="Line 14">
            <a:extLst>
              <a:ext uri="{FF2B5EF4-FFF2-40B4-BE49-F238E27FC236}">
                <a16:creationId xmlns:a16="http://schemas.microsoft.com/office/drawing/2014/main" id="{50CE81E9-35E3-E543-A62F-BCC5B4BA5302}"/>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8" name="Line 15">
            <a:extLst>
              <a:ext uri="{FF2B5EF4-FFF2-40B4-BE49-F238E27FC236}">
                <a16:creationId xmlns:a16="http://schemas.microsoft.com/office/drawing/2014/main" id="{0BB21C5B-4418-E149-B17F-1B922C637385}"/>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9" name="Line 16">
            <a:extLst>
              <a:ext uri="{FF2B5EF4-FFF2-40B4-BE49-F238E27FC236}">
                <a16:creationId xmlns:a16="http://schemas.microsoft.com/office/drawing/2014/main" id="{CB6D5E9E-7D8D-C74B-81BA-031E0225651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0" name="Line 17">
            <a:extLst>
              <a:ext uri="{FF2B5EF4-FFF2-40B4-BE49-F238E27FC236}">
                <a16:creationId xmlns:a16="http://schemas.microsoft.com/office/drawing/2014/main" id="{18FC6F22-172D-0F40-829A-4A1426A4C02C}"/>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1" name="Line 18">
            <a:extLst>
              <a:ext uri="{FF2B5EF4-FFF2-40B4-BE49-F238E27FC236}">
                <a16:creationId xmlns:a16="http://schemas.microsoft.com/office/drawing/2014/main" id="{74A0B2DB-5748-F746-BD7A-77869AA69E2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2" name="Line 19">
            <a:extLst>
              <a:ext uri="{FF2B5EF4-FFF2-40B4-BE49-F238E27FC236}">
                <a16:creationId xmlns:a16="http://schemas.microsoft.com/office/drawing/2014/main" id="{3D735E88-417D-5E46-A2A0-61BDEDAF615A}"/>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3" name="Rectangle 20">
            <a:extLst>
              <a:ext uri="{FF2B5EF4-FFF2-40B4-BE49-F238E27FC236}">
                <a16:creationId xmlns:a16="http://schemas.microsoft.com/office/drawing/2014/main" id="{813211D5-37AF-0F42-822D-63442E594F25}"/>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4" name="Rectangle 21">
            <a:extLst>
              <a:ext uri="{FF2B5EF4-FFF2-40B4-BE49-F238E27FC236}">
                <a16:creationId xmlns:a16="http://schemas.microsoft.com/office/drawing/2014/main" id="{664F76AB-F0CE-8542-B883-6FA052984CD9}"/>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5" name="Rectangle 22">
            <a:extLst>
              <a:ext uri="{FF2B5EF4-FFF2-40B4-BE49-F238E27FC236}">
                <a16:creationId xmlns:a16="http://schemas.microsoft.com/office/drawing/2014/main" id="{E6212EDF-9FE9-7041-A7A2-A0EF66CEAF2A}"/>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2566" name="Rectangle 23">
            <a:extLst>
              <a:ext uri="{FF2B5EF4-FFF2-40B4-BE49-F238E27FC236}">
                <a16:creationId xmlns:a16="http://schemas.microsoft.com/office/drawing/2014/main" id="{69971E58-5049-6D49-80F8-BA839601BD8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2567" name="Line 24">
            <a:extLst>
              <a:ext uri="{FF2B5EF4-FFF2-40B4-BE49-F238E27FC236}">
                <a16:creationId xmlns:a16="http://schemas.microsoft.com/office/drawing/2014/main" id="{63C61218-6A46-7443-9144-250198845B1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8" name="Rectangle 25">
            <a:extLst>
              <a:ext uri="{FF2B5EF4-FFF2-40B4-BE49-F238E27FC236}">
                <a16:creationId xmlns:a16="http://schemas.microsoft.com/office/drawing/2014/main" id="{6A403B4B-7076-6048-AED2-F75EB1915693}"/>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2569" name="Rectangle 26">
            <a:extLst>
              <a:ext uri="{FF2B5EF4-FFF2-40B4-BE49-F238E27FC236}">
                <a16:creationId xmlns:a16="http://schemas.microsoft.com/office/drawing/2014/main" id="{408CE484-68E9-BC49-AF5D-071EEE57104D}"/>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2570" name="Rectangle 27">
            <a:extLst>
              <a:ext uri="{FF2B5EF4-FFF2-40B4-BE49-F238E27FC236}">
                <a16:creationId xmlns:a16="http://schemas.microsoft.com/office/drawing/2014/main" id="{99E24A9D-0CC7-0E49-8FC9-EEBB87CCD154}"/>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2571" name="Rectangle 28">
            <a:extLst>
              <a:ext uri="{FF2B5EF4-FFF2-40B4-BE49-F238E27FC236}">
                <a16:creationId xmlns:a16="http://schemas.microsoft.com/office/drawing/2014/main" id="{487285BB-CD7D-4D44-B836-0E8148B699CF}"/>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2572" name="Rectangle 29">
            <a:extLst>
              <a:ext uri="{FF2B5EF4-FFF2-40B4-BE49-F238E27FC236}">
                <a16:creationId xmlns:a16="http://schemas.microsoft.com/office/drawing/2014/main" id="{8883D083-066F-1B4C-8B67-BAC020C8534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3" name="Rectangle 30">
            <a:extLst>
              <a:ext uri="{FF2B5EF4-FFF2-40B4-BE49-F238E27FC236}">
                <a16:creationId xmlns:a16="http://schemas.microsoft.com/office/drawing/2014/main" id="{059032E5-8454-0A48-8FD7-B4B1174A3866}"/>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4" name="Rectangle 31">
            <a:extLst>
              <a:ext uri="{FF2B5EF4-FFF2-40B4-BE49-F238E27FC236}">
                <a16:creationId xmlns:a16="http://schemas.microsoft.com/office/drawing/2014/main" id="{060B3D4F-E9FD-C344-9EC9-41C8C8FEB8E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2575" name="Rectangle 32">
            <a:extLst>
              <a:ext uri="{FF2B5EF4-FFF2-40B4-BE49-F238E27FC236}">
                <a16:creationId xmlns:a16="http://schemas.microsoft.com/office/drawing/2014/main" id="{B81C409F-1E1E-1D4A-80E4-07A98F4B34DB}"/>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2576" name="Line 33">
            <a:extLst>
              <a:ext uri="{FF2B5EF4-FFF2-40B4-BE49-F238E27FC236}">
                <a16:creationId xmlns:a16="http://schemas.microsoft.com/office/drawing/2014/main" id="{59FFA8A4-1C44-B444-A456-9500DA9F361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77" name="Rectangle 34">
            <a:extLst>
              <a:ext uri="{FF2B5EF4-FFF2-40B4-BE49-F238E27FC236}">
                <a16:creationId xmlns:a16="http://schemas.microsoft.com/office/drawing/2014/main" id="{59D77C31-01C2-0B40-B04A-4CF397D3465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2578" name="AutoShape 39">
            <a:extLst>
              <a:ext uri="{FF2B5EF4-FFF2-40B4-BE49-F238E27FC236}">
                <a16:creationId xmlns:a16="http://schemas.microsoft.com/office/drawing/2014/main" id="{40CF80E1-E778-1B4B-ABA8-9E857BB8E5A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79" name="Rectangle 40">
            <a:extLst>
              <a:ext uri="{FF2B5EF4-FFF2-40B4-BE49-F238E27FC236}">
                <a16:creationId xmlns:a16="http://schemas.microsoft.com/office/drawing/2014/main" id="{FB431037-0EE4-6147-8919-B0580FC029E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687879F-D03C-1143-97CD-E3480B83DB53}"/>
              </a:ext>
            </a:extLst>
          </p:cNvPr>
          <p:cNvSpPr>
            <a:spLocks noChangeArrowheads="1"/>
          </p:cNvSpPr>
          <p:nvPr/>
        </p:nvSpPr>
        <p:spPr bwMode="auto">
          <a:xfrm>
            <a:off x="2374106" y="1126332"/>
            <a:ext cx="5039916" cy="11465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2581" name="Text Box 38">
            <a:extLst>
              <a:ext uri="{FF2B5EF4-FFF2-40B4-BE49-F238E27FC236}">
                <a16:creationId xmlns:a16="http://schemas.microsoft.com/office/drawing/2014/main" id="{6F3F90D2-CBCC-7743-A6F5-B95A60C8C018}"/>
              </a:ext>
            </a:extLst>
          </p:cNvPr>
          <p:cNvSpPr txBox="1">
            <a:spLocks noChangeArrowheads="1"/>
          </p:cNvSpPr>
          <p:nvPr/>
        </p:nvSpPr>
        <p:spPr bwMode="auto">
          <a:xfrm>
            <a:off x="2309813" y="3519488"/>
            <a:ext cx="5153025"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源地址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位。是数据报的发送站的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7270437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3569" name="Rectangle 2">
            <a:extLst>
              <a:ext uri="{FF2B5EF4-FFF2-40B4-BE49-F238E27FC236}">
                <a16:creationId xmlns:a16="http://schemas.microsoft.com/office/drawing/2014/main" id="{87797F2E-7A89-E743-9C2E-3E29B8FA80A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70" name="Line 3">
            <a:extLst>
              <a:ext uri="{FF2B5EF4-FFF2-40B4-BE49-F238E27FC236}">
                <a16:creationId xmlns:a16="http://schemas.microsoft.com/office/drawing/2014/main" id="{0289CD64-6854-CA40-88E7-78FACB15DBE7}"/>
              </a:ext>
            </a:extLst>
          </p:cNvPr>
          <p:cNvSpPr>
            <a:spLocks noChangeShapeType="1"/>
          </p:cNvSpPr>
          <p:nvPr/>
        </p:nvSpPr>
        <p:spPr bwMode="auto">
          <a:xfrm>
            <a:off x="2378869"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1" name="Line 4">
            <a:extLst>
              <a:ext uri="{FF2B5EF4-FFF2-40B4-BE49-F238E27FC236}">
                <a16:creationId xmlns:a16="http://schemas.microsoft.com/office/drawing/2014/main" id="{B4017C60-2B7B-144B-8AD8-9D5057ECCD54}"/>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2" name="Line 5">
            <a:extLst>
              <a:ext uri="{FF2B5EF4-FFF2-40B4-BE49-F238E27FC236}">
                <a16:creationId xmlns:a16="http://schemas.microsoft.com/office/drawing/2014/main" id="{077E6CF8-95A4-FE45-A8EA-4D3CAA07269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3" name="Rectangle 6">
            <a:extLst>
              <a:ext uri="{FF2B5EF4-FFF2-40B4-BE49-F238E27FC236}">
                <a16:creationId xmlns:a16="http://schemas.microsoft.com/office/drawing/2014/main" id="{4B1A233A-585D-BD4F-B16B-D200C2F34B09}"/>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3574" name="Rectangle 7">
            <a:extLst>
              <a:ext uri="{FF2B5EF4-FFF2-40B4-BE49-F238E27FC236}">
                <a16:creationId xmlns:a16="http://schemas.microsoft.com/office/drawing/2014/main" id="{01AA4F03-9A7D-E04F-B469-6AD16EE264FA}"/>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3575" name="Rectangle 8">
            <a:extLst>
              <a:ext uri="{FF2B5EF4-FFF2-40B4-BE49-F238E27FC236}">
                <a16:creationId xmlns:a16="http://schemas.microsoft.com/office/drawing/2014/main" id="{3CC8D086-E14A-E54D-98E2-4E05EA3B3F4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3576" name="Rectangle 9">
            <a:extLst>
              <a:ext uri="{FF2B5EF4-FFF2-40B4-BE49-F238E27FC236}">
                <a16:creationId xmlns:a16="http://schemas.microsoft.com/office/drawing/2014/main" id="{2E0A6B24-30EA-DC4F-AB7B-45E2824726B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3577" name="Rectangle 10">
            <a:extLst>
              <a:ext uri="{FF2B5EF4-FFF2-40B4-BE49-F238E27FC236}">
                <a16:creationId xmlns:a16="http://schemas.microsoft.com/office/drawing/2014/main" id="{6F0B57E7-BD1D-A54F-AD5A-BF876523806C}"/>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3578" name="Rectangle 11">
            <a:extLst>
              <a:ext uri="{FF2B5EF4-FFF2-40B4-BE49-F238E27FC236}">
                <a16:creationId xmlns:a16="http://schemas.microsoft.com/office/drawing/2014/main" id="{3648DA0B-2549-634E-B19C-4FC5EC2C9BB6}"/>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3579" name="Line 12">
            <a:extLst>
              <a:ext uri="{FF2B5EF4-FFF2-40B4-BE49-F238E27FC236}">
                <a16:creationId xmlns:a16="http://schemas.microsoft.com/office/drawing/2014/main" id="{7C3315BC-8B24-A941-A763-E185C95DC915}"/>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0" name="Line 13">
            <a:extLst>
              <a:ext uri="{FF2B5EF4-FFF2-40B4-BE49-F238E27FC236}">
                <a16:creationId xmlns:a16="http://schemas.microsoft.com/office/drawing/2014/main" id="{4FE1E7B7-C62F-C846-93C1-89D7D42595CB}"/>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1" name="Line 14">
            <a:extLst>
              <a:ext uri="{FF2B5EF4-FFF2-40B4-BE49-F238E27FC236}">
                <a16:creationId xmlns:a16="http://schemas.microsoft.com/office/drawing/2014/main" id="{0F89D4E2-B127-7A42-847A-7CA1F204B010}"/>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2" name="Line 15">
            <a:extLst>
              <a:ext uri="{FF2B5EF4-FFF2-40B4-BE49-F238E27FC236}">
                <a16:creationId xmlns:a16="http://schemas.microsoft.com/office/drawing/2014/main" id="{DF7241DC-DD19-E44A-B363-8ED595CCA0D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3" name="Line 16">
            <a:extLst>
              <a:ext uri="{FF2B5EF4-FFF2-40B4-BE49-F238E27FC236}">
                <a16:creationId xmlns:a16="http://schemas.microsoft.com/office/drawing/2014/main" id="{60B99976-7E9D-B841-BB07-9888944D422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4" name="Line 17">
            <a:extLst>
              <a:ext uri="{FF2B5EF4-FFF2-40B4-BE49-F238E27FC236}">
                <a16:creationId xmlns:a16="http://schemas.microsoft.com/office/drawing/2014/main" id="{E16837A0-FAC4-A947-8DD9-1AA536C47E9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5" name="Line 18">
            <a:extLst>
              <a:ext uri="{FF2B5EF4-FFF2-40B4-BE49-F238E27FC236}">
                <a16:creationId xmlns:a16="http://schemas.microsoft.com/office/drawing/2014/main" id="{61113C12-EFE1-9149-A20B-5560965809B4}"/>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6" name="Line 19">
            <a:extLst>
              <a:ext uri="{FF2B5EF4-FFF2-40B4-BE49-F238E27FC236}">
                <a16:creationId xmlns:a16="http://schemas.microsoft.com/office/drawing/2014/main" id="{833ECE36-06C6-5343-BFE9-CC6A9044572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7" name="Rectangle 20">
            <a:extLst>
              <a:ext uri="{FF2B5EF4-FFF2-40B4-BE49-F238E27FC236}">
                <a16:creationId xmlns:a16="http://schemas.microsoft.com/office/drawing/2014/main" id="{0F59C9C6-5B24-794B-AE79-CEC10EDEEDA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8" name="Rectangle 21">
            <a:extLst>
              <a:ext uri="{FF2B5EF4-FFF2-40B4-BE49-F238E27FC236}">
                <a16:creationId xmlns:a16="http://schemas.microsoft.com/office/drawing/2014/main" id="{79901FD0-DB66-7B45-94BE-A86EFAB989A3}"/>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9" name="Rectangle 22">
            <a:extLst>
              <a:ext uri="{FF2B5EF4-FFF2-40B4-BE49-F238E27FC236}">
                <a16:creationId xmlns:a16="http://schemas.microsoft.com/office/drawing/2014/main" id="{B5B8991A-6186-9449-820C-CFD22AB9D078}"/>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3590" name="Rectangle 23">
            <a:extLst>
              <a:ext uri="{FF2B5EF4-FFF2-40B4-BE49-F238E27FC236}">
                <a16:creationId xmlns:a16="http://schemas.microsoft.com/office/drawing/2014/main" id="{793EA711-CC86-6B49-9189-C696F3D783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3591" name="Line 24">
            <a:extLst>
              <a:ext uri="{FF2B5EF4-FFF2-40B4-BE49-F238E27FC236}">
                <a16:creationId xmlns:a16="http://schemas.microsoft.com/office/drawing/2014/main" id="{51E112F6-4D7B-9F4E-A71F-B7AAFD21D88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92" name="Rectangle 25">
            <a:extLst>
              <a:ext uri="{FF2B5EF4-FFF2-40B4-BE49-F238E27FC236}">
                <a16:creationId xmlns:a16="http://schemas.microsoft.com/office/drawing/2014/main" id="{B95C0163-EABC-124B-8703-A55C498A59E1}"/>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3593" name="Rectangle 26">
            <a:extLst>
              <a:ext uri="{FF2B5EF4-FFF2-40B4-BE49-F238E27FC236}">
                <a16:creationId xmlns:a16="http://schemas.microsoft.com/office/drawing/2014/main" id="{68199F29-9955-5441-A328-9C544FAE09D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3594" name="Rectangle 27">
            <a:extLst>
              <a:ext uri="{FF2B5EF4-FFF2-40B4-BE49-F238E27FC236}">
                <a16:creationId xmlns:a16="http://schemas.microsoft.com/office/drawing/2014/main" id="{87A1C3A5-AAD7-7647-B401-D0C2C8835B2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3595" name="Rectangle 28">
            <a:extLst>
              <a:ext uri="{FF2B5EF4-FFF2-40B4-BE49-F238E27FC236}">
                <a16:creationId xmlns:a16="http://schemas.microsoft.com/office/drawing/2014/main" id="{72D0CE01-2A31-974C-8099-A98F0F1F8AF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3596" name="Rectangle 29">
            <a:extLst>
              <a:ext uri="{FF2B5EF4-FFF2-40B4-BE49-F238E27FC236}">
                <a16:creationId xmlns:a16="http://schemas.microsoft.com/office/drawing/2014/main" id="{47C4E9E1-29B2-3D4E-9453-D5F768CFACE4}"/>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7" name="Rectangle 30">
            <a:extLst>
              <a:ext uri="{FF2B5EF4-FFF2-40B4-BE49-F238E27FC236}">
                <a16:creationId xmlns:a16="http://schemas.microsoft.com/office/drawing/2014/main" id="{1190DFEC-06B8-F843-B920-B7C35CC8C219}"/>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8" name="Rectangle 31">
            <a:extLst>
              <a:ext uri="{FF2B5EF4-FFF2-40B4-BE49-F238E27FC236}">
                <a16:creationId xmlns:a16="http://schemas.microsoft.com/office/drawing/2014/main" id="{E0E3D199-92FA-C747-A4AB-26AEFC658D0C}"/>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3599" name="Rectangle 32">
            <a:extLst>
              <a:ext uri="{FF2B5EF4-FFF2-40B4-BE49-F238E27FC236}">
                <a16:creationId xmlns:a16="http://schemas.microsoft.com/office/drawing/2014/main" id="{2B7C52A9-CDB6-CE4E-91FE-3924200AA32B}"/>
              </a:ext>
            </a:extLst>
          </p:cNvPr>
          <p:cNvSpPr>
            <a:spLocks noChangeArrowheads="1"/>
          </p:cNvSpPr>
          <p:nvPr/>
        </p:nvSpPr>
        <p:spPr bwMode="auto">
          <a:xfrm>
            <a:off x="6256735"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3600" name="Line 33">
            <a:extLst>
              <a:ext uri="{FF2B5EF4-FFF2-40B4-BE49-F238E27FC236}">
                <a16:creationId xmlns:a16="http://schemas.microsoft.com/office/drawing/2014/main" id="{E4A4B191-4306-144A-9A90-E891E142371E}"/>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601" name="Rectangle 34">
            <a:extLst>
              <a:ext uri="{FF2B5EF4-FFF2-40B4-BE49-F238E27FC236}">
                <a16:creationId xmlns:a16="http://schemas.microsoft.com/office/drawing/2014/main" id="{624E65F4-B0BF-1740-AB8E-787A9AD91B4C}"/>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3602" name="AutoShape 39">
            <a:extLst>
              <a:ext uri="{FF2B5EF4-FFF2-40B4-BE49-F238E27FC236}">
                <a16:creationId xmlns:a16="http://schemas.microsoft.com/office/drawing/2014/main" id="{E956E9C0-4B0D-4448-B8F9-8461381AEB9D}"/>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603" name="Rectangle 40">
            <a:extLst>
              <a:ext uri="{FF2B5EF4-FFF2-40B4-BE49-F238E27FC236}">
                <a16:creationId xmlns:a16="http://schemas.microsoft.com/office/drawing/2014/main" id="{9DAE2FC5-B35E-C648-A37E-B568FA14A03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184750C8-09BC-F74E-A947-6B55DBF019EB}"/>
              </a:ext>
            </a:extLst>
          </p:cNvPr>
          <p:cNvSpPr>
            <a:spLocks noChangeArrowheads="1"/>
          </p:cNvSpPr>
          <p:nvPr/>
        </p:nvSpPr>
        <p:spPr bwMode="auto">
          <a:xfrm>
            <a:off x="2374107" y="2272903"/>
            <a:ext cx="5041106" cy="11846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3605" name="Text Box 38">
            <a:extLst>
              <a:ext uri="{FF2B5EF4-FFF2-40B4-BE49-F238E27FC236}">
                <a16:creationId xmlns:a16="http://schemas.microsoft.com/office/drawing/2014/main" id="{19BD905F-6014-3E44-8E88-4F9A89B27454}"/>
              </a:ext>
            </a:extLst>
          </p:cNvPr>
          <p:cNvSpPr txBox="1">
            <a:spLocks noChangeArrowheads="1"/>
          </p:cNvSpPr>
          <p:nvPr/>
        </p:nvSpPr>
        <p:spPr bwMode="auto">
          <a:xfrm>
            <a:off x="2297906" y="3523060"/>
            <a:ext cx="5314950"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目的地址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位。是数据报的接收站的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4428083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3" name="Rectangle 2">
            <a:extLst>
              <a:ext uri="{FF2B5EF4-FFF2-40B4-BE49-F238E27FC236}">
                <a16:creationId xmlns:a16="http://schemas.microsoft.com/office/drawing/2014/main" id="{BE5FD5D3-1B2B-3F44-9504-9AEE1AB8CF81}"/>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的扩展首部</a:t>
            </a:r>
          </a:p>
        </p:txBody>
      </p:sp>
      <p:sp>
        <p:nvSpPr>
          <p:cNvPr id="646147" name="Rectangle 3">
            <a:extLst>
              <a:ext uri="{FF2B5EF4-FFF2-40B4-BE49-F238E27FC236}">
                <a16:creationId xmlns:a16="http://schemas.microsoft.com/office/drawing/2014/main" id="{C182F67B-8783-DE45-801D-DF583106337F}"/>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把原来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首部中选项的功能都放在</a:t>
            </a:r>
            <a:r>
              <a:rPr lang="zh-CN" altLang="en-US">
                <a:solidFill>
                  <a:srgbClr val="FF0000"/>
                </a:solidFill>
                <a:latin typeface="Times New Roman" panose="02020603050405020304" pitchFamily="18" charset="0"/>
                <a:ea typeface="宋体" panose="02010600030101010101" pitchFamily="2" charset="-122"/>
              </a:rPr>
              <a:t>扩展首部</a:t>
            </a:r>
            <a:r>
              <a:rPr lang="zh-CN" altLang="en-US">
                <a:latin typeface="Times New Roman" panose="02020603050405020304" pitchFamily="18" charset="0"/>
                <a:ea typeface="宋体" panose="02010600030101010101" pitchFamily="2" charset="-122"/>
              </a:rPr>
              <a:t>中，并将扩展首部留给路径两端的源站和目的站的主机来处理。</a:t>
            </a:r>
          </a:p>
          <a:p>
            <a:r>
              <a:rPr lang="zh-CN" altLang="en-US">
                <a:solidFill>
                  <a:srgbClr val="0000FF"/>
                </a:solidFill>
                <a:latin typeface="Times New Roman" panose="02020603050405020304" pitchFamily="18" charset="0"/>
                <a:ea typeface="宋体" panose="02010600030101010101" pitchFamily="2" charset="-122"/>
              </a:rPr>
              <a:t>数据报途中经过的路由器都不处理这些扩展首部（只有一个首部例外，即逐跳选项扩展首部）。</a:t>
            </a:r>
          </a:p>
          <a:p>
            <a:r>
              <a:rPr lang="zh-CN" altLang="en-US">
                <a:latin typeface="Times New Roman" panose="02020603050405020304" pitchFamily="18" charset="0"/>
                <a:ea typeface="宋体" panose="02010600030101010101" pitchFamily="2" charset="-122"/>
              </a:rPr>
              <a:t>这样就</a:t>
            </a:r>
            <a:r>
              <a:rPr lang="zh-CN" altLang="en-US">
                <a:solidFill>
                  <a:srgbClr val="FF0000"/>
                </a:solidFill>
                <a:latin typeface="Times New Roman" panose="02020603050405020304" pitchFamily="18" charset="0"/>
                <a:ea typeface="宋体" panose="02010600030101010101" pitchFamily="2" charset="-122"/>
              </a:rPr>
              <a:t>大大提高了路由器的处理效率。</a:t>
            </a:r>
            <a:r>
              <a:rPr lang="zh-CN" altLang="en-US">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11421299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461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461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1" name="Rectangle 2">
            <a:extLst>
              <a:ext uri="{FF2B5EF4-FFF2-40B4-BE49-F238E27FC236}">
                <a16:creationId xmlns:a16="http://schemas.microsoft.com/office/drawing/2014/main" id="{05248DAA-CE0B-7B46-8D66-5A4EBABFB55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六种扩展首部 </a:t>
            </a:r>
          </a:p>
        </p:txBody>
      </p:sp>
      <p:sp>
        <p:nvSpPr>
          <p:cNvPr id="496642" name="Rectangle 3">
            <a:extLst>
              <a:ext uri="{FF2B5EF4-FFF2-40B4-BE49-F238E27FC236}">
                <a16:creationId xmlns:a16="http://schemas.microsoft.com/office/drawing/2014/main" id="{C08E206D-FF26-9447-AFD1-96EE9E090D9F}"/>
              </a:ext>
            </a:extLst>
          </p:cNvPr>
          <p:cNvSpPr>
            <a:spLocks noGrp="1" noChangeArrowheads="1"/>
          </p:cNvSpPr>
          <p:nvPr>
            <p:ph idx="1"/>
          </p:nvPr>
        </p:nvSpPr>
        <p:spPr/>
        <p:txBody>
          <a:bodyPr/>
          <a:lstStyle/>
          <a:p>
            <a:pPr>
              <a:buFont typeface="Wingdings" pitchFamily="2" charset="2"/>
              <a:buNone/>
            </a:pPr>
            <a:r>
              <a:rPr lang="zh-CN" altLang="en-US">
                <a:latin typeface="Times New Roman" panose="02020603050405020304" pitchFamily="18" charset="0"/>
                <a:ea typeface="宋体" panose="02010600030101010101" pitchFamily="2" charset="-122"/>
              </a:rPr>
              <a:t>在 </a:t>
            </a:r>
            <a:r>
              <a:rPr lang="en-US" altLang="zh-CN">
                <a:latin typeface="Times New Roman" panose="02020603050405020304" pitchFamily="18" charset="0"/>
                <a:ea typeface="宋体" panose="02010600030101010101" pitchFamily="2" charset="-122"/>
              </a:rPr>
              <a:t>RFC 2460 </a:t>
            </a:r>
            <a:r>
              <a:rPr lang="zh-CN" altLang="en-US">
                <a:latin typeface="Times New Roman" panose="02020603050405020304" pitchFamily="18" charset="0"/>
                <a:ea typeface="宋体" panose="02010600030101010101" pitchFamily="2" charset="-122"/>
              </a:rPr>
              <a:t>中定义了</a:t>
            </a:r>
            <a:r>
              <a:rPr lang="zh-CN" altLang="en-US">
                <a:solidFill>
                  <a:srgbClr val="FF0000"/>
                </a:solidFill>
                <a:latin typeface="Times New Roman" panose="02020603050405020304" pitchFamily="18" charset="0"/>
                <a:ea typeface="宋体" panose="02010600030101010101" pitchFamily="2" charset="-122"/>
              </a:rPr>
              <a:t>六种扩展首部：</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逐跳选项</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路由选择</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(3) </a:t>
            </a:r>
            <a:r>
              <a:rPr lang="zh-CN" altLang="en-US">
                <a:latin typeface="Times New Roman" panose="02020603050405020304" pitchFamily="18" charset="0"/>
                <a:ea typeface="宋体" panose="02010600030101010101" pitchFamily="2" charset="-122"/>
              </a:rPr>
              <a:t>分片</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鉴别</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(5) </a:t>
            </a:r>
            <a:r>
              <a:rPr lang="zh-CN" altLang="en-US">
                <a:latin typeface="Times New Roman" panose="02020603050405020304" pitchFamily="18" charset="0"/>
                <a:ea typeface="宋体" panose="02010600030101010101" pitchFamily="2" charset="-122"/>
              </a:rPr>
              <a:t>封装安全有效载荷</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(6) </a:t>
            </a:r>
            <a:r>
              <a:rPr lang="zh-CN" altLang="en-US">
                <a:latin typeface="Times New Roman" panose="02020603050405020304" pitchFamily="18" charset="0"/>
                <a:ea typeface="宋体" panose="02010600030101010101" pitchFamily="2" charset="-122"/>
              </a:rPr>
              <a:t>目的站选项 </a:t>
            </a:r>
          </a:p>
        </p:txBody>
      </p:sp>
      <p:sp>
        <p:nvSpPr>
          <p:cNvPr id="496643" name="矩形 1">
            <a:extLst>
              <a:ext uri="{FF2B5EF4-FFF2-40B4-BE49-F238E27FC236}">
                <a16:creationId xmlns:a16="http://schemas.microsoft.com/office/drawing/2014/main" id="{8D723CDC-D43D-C14C-95F4-7F1DBE62F1A2}"/>
              </a:ext>
            </a:extLst>
          </p:cNvPr>
          <p:cNvSpPr>
            <a:spLocks noChangeArrowheads="1"/>
          </p:cNvSpPr>
          <p:nvPr/>
        </p:nvSpPr>
        <p:spPr bwMode="auto">
          <a:xfrm>
            <a:off x="3924301" y="1624013"/>
            <a:ext cx="3937397" cy="1466620"/>
          </a:xfrm>
          <a:prstGeom prst="rect">
            <a:avLst/>
          </a:prstGeom>
          <a:solidFill>
            <a:srgbClr val="66FF66"/>
          </a:solidFill>
          <a:ln w="9525">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ts val="413"/>
              </a:spcBef>
              <a:buClrTx/>
              <a:buSzTx/>
              <a:buNone/>
            </a:pPr>
            <a:r>
              <a:rPr lang="zh-CN" altLang="zh-CN" sz="1650">
                <a:solidFill>
                  <a:srgbClr val="000099"/>
                </a:solidFill>
                <a:latin typeface="微软雅黑" panose="020B0503020204020204" pitchFamily="34" charset="-122"/>
                <a:ea typeface="宋体" panose="02010600030101010101" pitchFamily="2" charset="-122"/>
              </a:rPr>
              <a:t>每一个扩展首部都由若干个字段组成，它们的长度也各不</a:t>
            </a:r>
            <a:r>
              <a:rPr lang="zh-CN" altLang="en-US" sz="1650">
                <a:solidFill>
                  <a:srgbClr val="000099"/>
                </a:solidFill>
                <a:latin typeface="微软雅黑" panose="020B0503020204020204" pitchFamily="34" charset="-122"/>
                <a:ea typeface="宋体" panose="02010600030101010101" pitchFamily="2" charset="-122"/>
              </a:rPr>
              <a:t>相</a:t>
            </a:r>
            <a:r>
              <a:rPr lang="zh-CN" altLang="zh-CN" sz="1650">
                <a:solidFill>
                  <a:srgbClr val="000099"/>
                </a:solidFill>
                <a:latin typeface="微软雅黑" panose="020B0503020204020204" pitchFamily="34" charset="-122"/>
                <a:ea typeface="宋体" panose="02010600030101010101" pitchFamily="2" charset="-122"/>
              </a:rPr>
              <a:t>同。但所有扩展首部的第一个字段都是</a:t>
            </a:r>
            <a:r>
              <a:rPr lang="en-US" altLang="zh-CN" sz="1650">
                <a:solidFill>
                  <a:srgbClr val="000099"/>
                </a:solidFill>
                <a:latin typeface="微软雅黑" panose="020B0503020204020204" pitchFamily="34" charset="-122"/>
                <a:ea typeface="宋体" panose="02010600030101010101" pitchFamily="2" charset="-122"/>
              </a:rPr>
              <a:t>8</a:t>
            </a:r>
            <a:r>
              <a:rPr lang="zh-CN" altLang="zh-CN" sz="1650">
                <a:solidFill>
                  <a:srgbClr val="000099"/>
                </a:solidFill>
                <a:latin typeface="微软雅黑" panose="020B0503020204020204" pitchFamily="34" charset="-122"/>
                <a:ea typeface="宋体" panose="02010600030101010101" pitchFamily="2" charset="-122"/>
              </a:rPr>
              <a:t>位的</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下一个首部</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字段。此字段的值指出了在该扩展首部后面的字段是什么。</a:t>
            </a:r>
            <a:endParaRPr lang="zh-CN" altLang="en-US" sz="1650">
              <a:solidFill>
                <a:srgbClr val="000099"/>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940386762"/>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89" name="标题 1">
            <a:extLst>
              <a:ext uri="{FF2B5EF4-FFF2-40B4-BE49-F238E27FC236}">
                <a16:creationId xmlns:a16="http://schemas.microsoft.com/office/drawing/2014/main" id="{08D8C651-CC6D-D044-8820-F9323103869D}"/>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的地址</a:t>
            </a:r>
            <a:endParaRPr lang="zh-CN" altLang="en-US">
              <a:latin typeface="Times New Roman" panose="02020603050405020304" pitchFamily="18" charset="0"/>
              <a:ea typeface="宋体" panose="02010600030101010101" pitchFamily="2" charset="-122"/>
            </a:endParaRPr>
          </a:p>
        </p:txBody>
      </p:sp>
      <p:sp>
        <p:nvSpPr>
          <p:cNvPr id="498690" name="内容占位符 2">
            <a:extLst>
              <a:ext uri="{FF2B5EF4-FFF2-40B4-BE49-F238E27FC236}">
                <a16:creationId xmlns:a16="http://schemas.microsoft.com/office/drawing/2014/main" id="{BAB5DA12-B8CE-7B45-B34F-81DD40492F58}"/>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数据报的目的地址可以是以下三种基本类型地址之一：</a:t>
            </a:r>
          </a:p>
          <a:p>
            <a:pPr marL="735806" lvl="1" indent="-392906">
              <a:buNone/>
            </a:pPr>
            <a:r>
              <a:rPr lang="en-US" altLang="zh-CN">
                <a:latin typeface="Times New Roman" panose="02020603050405020304" pitchFamily="18" charset="0"/>
                <a:ea typeface="宋体" panose="02010600030101010101" pitchFamily="2" charset="-122"/>
              </a:rPr>
              <a:t>(1) </a:t>
            </a:r>
            <a:r>
              <a:rPr lang="zh-CN" altLang="en-US">
                <a:solidFill>
                  <a:srgbClr val="FF0000"/>
                </a:solidFill>
                <a:latin typeface="Times New Roman" panose="02020603050405020304" pitchFamily="18" charset="0"/>
                <a:ea typeface="宋体" panose="02010600030101010101" pitchFamily="2" charset="-122"/>
              </a:rPr>
              <a:t>单播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(unicast)</a:t>
            </a:r>
            <a:r>
              <a:rPr lang="zh-CN" altLang="en-US">
                <a:latin typeface="Times New Roman" panose="02020603050405020304" pitchFamily="18" charset="0"/>
                <a:ea typeface="宋体" panose="02010600030101010101" pitchFamily="2" charset="-122"/>
              </a:rPr>
              <a:t>：传统的点对点通信。</a:t>
            </a:r>
          </a:p>
          <a:p>
            <a:pPr marL="735806" lvl="1" indent="-392906">
              <a:buNone/>
            </a:pPr>
            <a:r>
              <a:rPr lang="en-US" altLang="zh-CN">
                <a:latin typeface="Times New Roman" panose="02020603050405020304" pitchFamily="18" charset="0"/>
                <a:ea typeface="宋体" panose="02010600030101010101" pitchFamily="2" charset="-122"/>
              </a:rPr>
              <a:t>(2) </a:t>
            </a:r>
            <a:r>
              <a:rPr lang="zh-CN" altLang="en-US">
                <a:solidFill>
                  <a:srgbClr val="FF0000"/>
                </a:solidFill>
                <a:latin typeface="Times New Roman" panose="02020603050405020304" pitchFamily="18" charset="0"/>
                <a:ea typeface="宋体" panose="02010600030101010101" pitchFamily="2" charset="-122"/>
              </a:rPr>
              <a:t>多播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(multicast)</a:t>
            </a:r>
            <a:r>
              <a:rPr lang="zh-CN" altLang="en-US">
                <a:latin typeface="Times New Roman" panose="02020603050405020304" pitchFamily="18" charset="0"/>
                <a:ea typeface="宋体" panose="02010600030101010101" pitchFamily="2" charset="-122"/>
              </a:rPr>
              <a:t>：一点对多点的通信。</a:t>
            </a:r>
          </a:p>
          <a:p>
            <a:pPr marL="735806" lvl="1" indent="-392906">
              <a:buNone/>
            </a:pPr>
            <a:r>
              <a:rPr lang="en-US" altLang="zh-CN">
                <a:latin typeface="Times New Roman" panose="02020603050405020304" pitchFamily="18" charset="0"/>
                <a:ea typeface="宋体" panose="02010600030101010101" pitchFamily="2" charset="-122"/>
              </a:rPr>
              <a:t>(3) </a:t>
            </a:r>
            <a:r>
              <a:rPr lang="zh-CN" altLang="en-US">
                <a:solidFill>
                  <a:srgbClr val="FF0000"/>
                </a:solidFill>
                <a:latin typeface="Times New Roman" panose="02020603050405020304" pitchFamily="18" charset="0"/>
                <a:ea typeface="宋体" panose="02010600030101010101" pitchFamily="2" charset="-122"/>
              </a:rPr>
              <a:t>选播</a:t>
            </a:r>
            <a:r>
              <a:rPr lang="en-US" altLang="zh-CN">
                <a:latin typeface="Times New Roman" panose="02020603050405020304" pitchFamily="18" charset="0"/>
                <a:ea typeface="宋体" panose="02010600030101010101" pitchFamily="2" charset="-122"/>
              </a:rPr>
              <a:t>(anycast</a:t>
            </a:r>
            <a:r>
              <a:rPr lang="zh-CN" altLang="en-US">
                <a:latin typeface="Times New Roman" panose="02020603050405020304" pitchFamily="18" charset="0"/>
                <a:ea typeface="宋体" panose="02010600030101010101" pitchFamily="2" charset="-122"/>
              </a:rPr>
              <a:t>，或译为</a:t>
            </a:r>
            <a:r>
              <a:rPr lang="zh-CN" altLang="en-US">
                <a:solidFill>
                  <a:srgbClr val="FF0000"/>
                </a:solidFill>
                <a:latin typeface="Times New Roman" panose="02020603050405020304" pitchFamily="18" charset="0"/>
                <a:ea typeface="宋体" panose="02010600030101010101" pitchFamily="2" charset="-122"/>
              </a:rPr>
              <a:t>任播</a:t>
            </a:r>
            <a:r>
              <a:rPr lang="en-US" altLang="zh-CN">
                <a:latin typeface="Times New Roman" panose="02020603050405020304" pitchFamily="18" charset="0"/>
                <a:ea typeface="宋体" panose="02010600030101010101" pitchFamily="2" charset="-122"/>
              </a:rPr>
              <a:t>)</a:t>
            </a:r>
            <a:r>
              <a:rPr lang="zh-CN" altLang="en-US">
                <a:latin typeface="Times New Roman" panose="02020603050405020304" pitchFamily="18" charset="0"/>
                <a:ea typeface="宋体" panose="02010600030101010101" pitchFamily="2" charset="-122"/>
              </a:rPr>
              <a:t>：这是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增加的一种类型。任播的目的站是一组计算机，但数据报在交付时只交付其中的一个，通常是距离最近的一个。 </a:t>
            </a:r>
          </a:p>
        </p:txBody>
      </p:sp>
    </p:spTree>
    <p:extLst>
      <p:ext uri="{BB962C8B-B14F-4D97-AF65-F5344CB8AC3E}">
        <p14:creationId xmlns:p14="http://schemas.microsoft.com/office/powerpoint/2010/main" val="152503765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3" name="Rectangle 2">
            <a:extLst>
              <a:ext uri="{FF2B5EF4-FFF2-40B4-BE49-F238E27FC236}">
                <a16:creationId xmlns:a16="http://schemas.microsoft.com/office/drawing/2014/main" id="{40704A7D-273B-F04C-A373-85E0FDE6DA1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冒号十六进制记法</a:t>
            </a:r>
            <a:endParaRPr lang="en-US" altLang="zh-CN">
              <a:latin typeface="Times New Roman" panose="02020603050405020304" pitchFamily="18" charset="0"/>
              <a:ea typeface="宋体" panose="02010600030101010101" pitchFamily="2" charset="-122"/>
            </a:endParaRPr>
          </a:p>
        </p:txBody>
      </p:sp>
      <p:sp>
        <p:nvSpPr>
          <p:cNvPr id="499714" name="Rectangle 3">
            <a:extLst>
              <a:ext uri="{FF2B5EF4-FFF2-40B4-BE49-F238E27FC236}">
                <a16:creationId xmlns:a16="http://schemas.microsoft.com/office/drawing/2014/main" id="{4F4CC9B4-EFD6-7342-875F-CE0FD2F924F6}"/>
              </a:ext>
            </a:extLst>
          </p:cNvPr>
          <p:cNvSpPr>
            <a:spLocks noGrp="1" noChangeArrowheads="1"/>
          </p:cNvSpPr>
          <p:nvPr>
            <p:ph idx="1"/>
          </p:nvPr>
        </p:nvSpPr>
        <p:spPr/>
        <p:txBody>
          <a:bodyPr/>
          <a:lstStyle/>
          <a:p>
            <a:r>
              <a:rPr lang="zh-CN" altLang="zh-CN" sz="1875">
                <a:ea typeface="宋体" panose="02010600030101010101" pitchFamily="2" charset="-122"/>
              </a:rPr>
              <a:t>在</a:t>
            </a:r>
            <a:r>
              <a:rPr lang="en-US" altLang="zh-CN" sz="1875">
                <a:ea typeface="宋体" panose="02010600030101010101" pitchFamily="2" charset="-122"/>
              </a:rPr>
              <a:t>IPv6</a:t>
            </a:r>
            <a:r>
              <a:rPr lang="zh-CN" altLang="zh-CN" sz="1875">
                <a:ea typeface="宋体" panose="02010600030101010101" pitchFamily="2" charset="-122"/>
              </a:rPr>
              <a:t>中，每个地址占</a:t>
            </a:r>
            <a:r>
              <a:rPr lang="en-US" altLang="zh-CN" sz="1875">
                <a:ea typeface="宋体" panose="02010600030101010101" pitchFamily="2" charset="-122"/>
              </a:rPr>
              <a:t> 128 </a:t>
            </a:r>
            <a:r>
              <a:rPr lang="zh-CN" altLang="zh-CN" sz="1875">
                <a:ea typeface="宋体" panose="02010600030101010101" pitchFamily="2" charset="-122"/>
              </a:rPr>
              <a:t>位，地址空间大于</a:t>
            </a:r>
            <a:r>
              <a:rPr lang="en-US" altLang="zh-CN" sz="1875">
                <a:ea typeface="宋体" panose="02010600030101010101" pitchFamily="2" charset="-122"/>
              </a:rPr>
              <a:t> 3.4</a:t>
            </a:r>
            <a:r>
              <a:rPr lang="en-US" altLang="zh-CN" sz="1875">
                <a:ea typeface="宋体" panose="02010600030101010101" pitchFamily="2" charset="-122"/>
                <a:sym typeface="Symbol" pitchFamily="2" charset="2"/>
              </a:rPr>
              <a:t></a:t>
            </a:r>
            <a:r>
              <a:rPr lang="en-US" altLang="zh-CN" sz="1875">
                <a:ea typeface="宋体" panose="02010600030101010101" pitchFamily="2" charset="-122"/>
              </a:rPr>
              <a:t>10</a:t>
            </a:r>
            <a:r>
              <a:rPr lang="en-US" altLang="zh-CN" sz="1875" baseline="30000">
                <a:ea typeface="宋体" panose="02010600030101010101" pitchFamily="2" charset="-122"/>
              </a:rPr>
              <a:t>38</a:t>
            </a:r>
            <a:r>
              <a:rPr lang="en-US" altLang="zh-CN" sz="1875">
                <a:ea typeface="宋体" panose="02010600030101010101" pitchFamily="2" charset="-122"/>
              </a:rPr>
              <a:t> </a:t>
            </a:r>
            <a:r>
              <a:rPr lang="zh-CN" altLang="en-US" sz="1875">
                <a:ea typeface="宋体" panose="02010600030101010101" pitchFamily="2" charset="-122"/>
              </a:rPr>
              <a:t>。</a:t>
            </a:r>
            <a:endParaRPr lang="en-US" altLang="zh-CN" sz="1875">
              <a:ea typeface="宋体" panose="02010600030101010101" pitchFamily="2" charset="-122"/>
            </a:endParaRPr>
          </a:p>
          <a:p>
            <a:r>
              <a:rPr lang="zh-CN" altLang="zh-CN" sz="1875">
                <a:ea typeface="宋体" panose="02010600030101010101" pitchFamily="2" charset="-122"/>
              </a:rPr>
              <a:t>为了使地址再稍简洁些，</a:t>
            </a:r>
            <a:r>
              <a:rPr lang="en-US" altLang="zh-CN" sz="1875">
                <a:ea typeface="宋体" panose="02010600030101010101" pitchFamily="2" charset="-122"/>
              </a:rPr>
              <a:t>IPv6 </a:t>
            </a:r>
            <a:r>
              <a:rPr lang="zh-CN" altLang="zh-CN" sz="1875">
                <a:ea typeface="宋体" panose="02010600030101010101" pitchFamily="2" charset="-122"/>
              </a:rPr>
              <a:t>使用</a:t>
            </a:r>
            <a:r>
              <a:rPr lang="zh-CN" altLang="zh-CN" sz="1875">
                <a:solidFill>
                  <a:srgbClr val="FF0000"/>
                </a:solidFill>
                <a:ea typeface="宋体" panose="02010600030101010101" pitchFamily="2" charset="-122"/>
              </a:rPr>
              <a:t>冒号十六进制记法</a:t>
            </a:r>
            <a:r>
              <a:rPr lang="en-US" altLang="zh-CN" sz="1875">
                <a:ea typeface="宋体" panose="02010600030101010101" pitchFamily="2" charset="-122"/>
              </a:rPr>
              <a:t>(colon hexadecimal notation, </a:t>
            </a:r>
            <a:r>
              <a:rPr lang="zh-CN" altLang="zh-CN" sz="1875">
                <a:ea typeface="宋体" panose="02010600030101010101" pitchFamily="2" charset="-122"/>
              </a:rPr>
              <a:t>简写为</a:t>
            </a:r>
            <a:r>
              <a:rPr lang="en-US" altLang="zh-CN" sz="1875">
                <a:ea typeface="宋体" panose="02010600030101010101" pitchFamily="2" charset="-122"/>
              </a:rPr>
              <a:t>colon hex)</a:t>
            </a:r>
            <a:r>
              <a:rPr lang="zh-CN" altLang="en-US" sz="1875">
                <a:ea typeface="宋体" panose="02010600030101010101" pitchFamily="2" charset="-122"/>
              </a:rPr>
              <a:t>。</a:t>
            </a:r>
            <a:endParaRPr lang="en-US" altLang="zh-CN" sz="1875">
              <a:ea typeface="宋体" panose="02010600030101010101" pitchFamily="2" charset="-122"/>
            </a:endParaRPr>
          </a:p>
          <a:p>
            <a:r>
              <a:rPr lang="zh-CN" altLang="en-US" sz="1875">
                <a:ea typeface="宋体" panose="02010600030101010101" pitchFamily="2" charset="-122"/>
              </a:rPr>
              <a:t>每个 </a:t>
            </a:r>
            <a:r>
              <a:rPr lang="en-US" altLang="zh-CN" sz="1875">
                <a:ea typeface="宋体" panose="02010600030101010101" pitchFamily="2" charset="-122"/>
              </a:rPr>
              <a:t>16 </a:t>
            </a:r>
            <a:r>
              <a:rPr lang="zh-CN" altLang="en-US" sz="1875">
                <a:ea typeface="宋体" panose="02010600030101010101" pitchFamily="2" charset="-122"/>
              </a:rPr>
              <a:t>位的值用十六进制值表示，各值之间用冒号分隔。例如：</a:t>
            </a:r>
            <a:endParaRPr lang="en-US" altLang="zh-CN" sz="1875">
              <a:ea typeface="宋体" panose="02010600030101010101" pitchFamily="2" charset="-122"/>
            </a:endParaRPr>
          </a:p>
          <a:p>
            <a:pPr>
              <a:buFont typeface="Wingdings" pitchFamily="2" charset="2"/>
              <a:buNone/>
            </a:pPr>
            <a:r>
              <a:rPr lang="en-US" altLang="zh-CN" sz="1875">
                <a:ea typeface="宋体" panose="02010600030101010101" pitchFamily="2" charset="-122"/>
              </a:rPr>
              <a:t>   </a:t>
            </a:r>
            <a:r>
              <a:rPr lang="en-US" altLang="zh-CN">
                <a:solidFill>
                  <a:srgbClr val="0000FF"/>
                </a:solidFill>
                <a:latin typeface="Times New Roman" panose="02020603050405020304" pitchFamily="18" charset="0"/>
                <a:ea typeface="宋体" panose="02010600030101010101" pitchFamily="2" charset="-122"/>
              </a:rPr>
              <a:t>68E6:8C64:FFFF:FFFF:0:1180:960A:FFFF</a:t>
            </a:r>
          </a:p>
          <a:p>
            <a:r>
              <a:rPr lang="zh-CN" altLang="zh-CN" sz="1875">
                <a:ea typeface="宋体" panose="02010600030101010101" pitchFamily="2" charset="-122"/>
              </a:rPr>
              <a:t>在十六进制记法中，允许把数字前面的</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例如</a:t>
            </a:r>
            <a:r>
              <a:rPr lang="zh-CN" altLang="zh-CN" sz="1875">
                <a:ea typeface="宋体" panose="02010600030101010101" pitchFamily="2" charset="-122"/>
              </a:rPr>
              <a:t>把</a:t>
            </a:r>
            <a:r>
              <a:rPr lang="en-US" altLang="zh-CN" sz="1875">
                <a:ea typeface="宋体" panose="02010600030101010101" pitchFamily="2" charset="-122"/>
              </a:rPr>
              <a:t>0000</a:t>
            </a:r>
            <a:r>
              <a:rPr lang="zh-CN" altLang="zh-CN" sz="1875">
                <a:ea typeface="宋体" panose="02010600030101010101" pitchFamily="2" charset="-122"/>
              </a:rPr>
              <a:t>中的前三个</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，写成</a:t>
            </a:r>
            <a:r>
              <a:rPr lang="en-US" altLang="zh-CN" sz="1875">
                <a:ea typeface="宋体" panose="02010600030101010101" pitchFamily="2" charset="-122"/>
              </a:rPr>
              <a:t>1</a:t>
            </a:r>
            <a:r>
              <a:rPr lang="zh-CN" altLang="en-US" sz="1875">
                <a:ea typeface="宋体" panose="02010600030101010101" pitchFamily="2" charset="-122"/>
              </a:rPr>
              <a:t>个</a:t>
            </a:r>
            <a:r>
              <a:rPr lang="en-US" altLang="zh-CN" sz="1875">
                <a:ea typeface="宋体" panose="02010600030101010101" pitchFamily="2" charset="-122"/>
              </a:rPr>
              <a:t>0</a:t>
            </a:r>
            <a:r>
              <a:rPr lang="zh-CN" altLang="zh-CN" sz="1875">
                <a:ea typeface="宋体" panose="02010600030101010101" pitchFamily="2" charset="-122"/>
              </a:rPr>
              <a:t>。</a:t>
            </a:r>
          </a:p>
          <a:p>
            <a:pPr>
              <a:buFont typeface="Wingdings" pitchFamily="2" charset="2"/>
              <a:buNone/>
            </a:pPr>
            <a:endParaRPr lang="en-US" altLang="zh-CN">
              <a:solidFill>
                <a:srgbClr val="0000FF"/>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85471262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1" name="Rectangle 2">
            <a:extLst>
              <a:ext uri="{FF2B5EF4-FFF2-40B4-BE49-F238E27FC236}">
                <a16:creationId xmlns:a16="http://schemas.microsoft.com/office/drawing/2014/main" id="{4EA1BFFB-9262-BD4E-A92B-B62516463501}"/>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零压缩</a:t>
            </a:r>
            <a:endParaRPr lang="en-US" altLang="zh-CN">
              <a:latin typeface="Times New Roman" panose="02020603050405020304" pitchFamily="18" charset="0"/>
              <a:ea typeface="宋体" panose="02010600030101010101" pitchFamily="2" charset="-122"/>
            </a:endParaRPr>
          </a:p>
        </p:txBody>
      </p:sp>
      <p:sp>
        <p:nvSpPr>
          <p:cNvPr id="655363" name="Rectangle 3">
            <a:extLst>
              <a:ext uri="{FF2B5EF4-FFF2-40B4-BE49-F238E27FC236}">
                <a16:creationId xmlns:a16="http://schemas.microsoft.com/office/drawing/2014/main" id="{9853BBCC-C09E-D840-9B0A-FB5D2A2F251B}"/>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冒号十六进制记法可以允许</a:t>
            </a:r>
            <a:r>
              <a:rPr lang="zh-CN" altLang="zh-CN">
                <a:solidFill>
                  <a:srgbClr val="FF0000"/>
                </a:solidFill>
                <a:latin typeface="Times New Roman" panose="02020603050405020304" pitchFamily="18" charset="0"/>
                <a:ea typeface="宋体" panose="02010600030101010101" pitchFamily="2" charset="-122"/>
              </a:rPr>
              <a:t>零压缩</a:t>
            </a:r>
            <a:r>
              <a:rPr lang="en-US" altLang="zh-CN">
                <a:solidFill>
                  <a:srgbClr val="FF0000"/>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(zero compression)</a:t>
            </a:r>
            <a:r>
              <a:rPr lang="zh-CN" altLang="zh-CN">
                <a:latin typeface="Times New Roman" panose="02020603050405020304" pitchFamily="18" charset="0"/>
                <a:ea typeface="宋体" panose="02010600030101010101" pitchFamily="2" charset="-122"/>
              </a:rPr>
              <a:t>，即一连串连续的零可以为一对冒号所取代</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a:buFont typeface="Wingdings" pitchFamily="2" charset="2"/>
              <a:buNone/>
            </a:pPr>
            <a:r>
              <a:rPr lang="en-US" altLang="zh-CN">
                <a:latin typeface="Times New Roman" panose="02020603050405020304" pitchFamily="18" charset="0"/>
                <a:ea typeface="宋体" panose="02010600030101010101" pitchFamily="2" charset="-122"/>
              </a:rPr>
              <a:t>    FF05:0:0:0:0:0:0:B3    </a:t>
            </a:r>
            <a:r>
              <a:rPr lang="zh-CN" altLang="zh-CN">
                <a:latin typeface="Times New Roman" panose="02020603050405020304" pitchFamily="18" charset="0"/>
                <a:ea typeface="宋体" panose="02010600030101010101" pitchFamily="2" charset="-122"/>
              </a:rPr>
              <a:t>可压缩为：</a:t>
            </a:r>
            <a:r>
              <a:rPr lang="en-US" altLang="zh-CN">
                <a:latin typeface="Times New Roman" panose="02020603050405020304" pitchFamily="18" charset="0"/>
                <a:ea typeface="宋体" panose="02010600030101010101" pitchFamily="2" charset="-122"/>
              </a:rPr>
              <a:t>   </a:t>
            </a:r>
          </a:p>
          <a:p>
            <a:pPr>
              <a:buFont typeface="Wingdings" pitchFamily="2" charset="2"/>
              <a:buNone/>
            </a:pPr>
            <a:r>
              <a:rPr lang="en-US" altLang="zh-CN">
                <a:latin typeface="Times New Roman" panose="02020603050405020304" pitchFamily="18" charset="0"/>
                <a:ea typeface="宋体" panose="02010600030101010101" pitchFamily="2" charset="-122"/>
              </a:rPr>
              <a:t>    FF05::B3</a:t>
            </a:r>
            <a:endParaRPr lang="zh-CN" altLang="zh-CN">
              <a:latin typeface="Times New Roman" panose="02020603050405020304" pitchFamily="18" charset="0"/>
              <a:ea typeface="宋体" panose="02010600030101010101" pitchFamily="2" charset="-122"/>
            </a:endParaRPr>
          </a:p>
          <a:p>
            <a:r>
              <a:rPr lang="zh-CN" altLang="en-US">
                <a:solidFill>
                  <a:srgbClr val="FF0000"/>
                </a:solidFill>
                <a:latin typeface="Times New Roman" panose="02020603050405020304" pitchFamily="18" charset="0"/>
                <a:ea typeface="宋体" panose="02010600030101010101" pitchFamily="2" charset="-122"/>
              </a:rPr>
              <a:t>注意：</a:t>
            </a:r>
            <a:r>
              <a:rPr lang="zh-CN" altLang="zh-CN">
                <a:solidFill>
                  <a:srgbClr val="FF0000"/>
                </a:solidFill>
                <a:latin typeface="Times New Roman" panose="02020603050405020304" pitchFamily="18" charset="0"/>
                <a:ea typeface="宋体" panose="02010600030101010101" pitchFamily="2" charset="-122"/>
              </a:rPr>
              <a:t>在任一地址中只能使用一次零压缩。</a:t>
            </a:r>
          </a:p>
          <a:p>
            <a:endParaRPr lang="en-US" altLang="zh-CN">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4229630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536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536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55363">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553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09" name="Rectangle 2">
            <a:extLst>
              <a:ext uri="{FF2B5EF4-FFF2-40B4-BE49-F238E27FC236}">
                <a16:creationId xmlns:a16="http://schemas.microsoft.com/office/drawing/2014/main" id="{364E8E8D-86D8-D643-99E0-D1583D0EB8FD}"/>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点分十进制记法的后缀 </a:t>
            </a:r>
          </a:p>
        </p:txBody>
      </p:sp>
      <p:sp>
        <p:nvSpPr>
          <p:cNvPr id="656387" name="Rectangle 3">
            <a:extLst>
              <a:ext uri="{FF2B5EF4-FFF2-40B4-BE49-F238E27FC236}">
                <a16:creationId xmlns:a16="http://schemas.microsoft.com/office/drawing/2014/main" id="{67D8D647-A209-704B-BC1D-6278D78517E4}"/>
              </a:ext>
            </a:extLst>
          </p:cNvPr>
          <p:cNvSpPr>
            <a:spLocks noGrp="1" noChangeArrowheads="1"/>
          </p:cNvSpPr>
          <p:nvPr>
            <p:ph idx="1"/>
          </p:nvPr>
        </p:nvSpPr>
        <p:spPr/>
        <p:txBody>
          <a:bodyPr/>
          <a:lstStyle/>
          <a:p>
            <a:r>
              <a:rPr lang="zh-CN" altLang="zh-CN" sz="1875">
                <a:ea typeface="宋体" panose="02010600030101010101" pitchFamily="2" charset="-122"/>
              </a:rPr>
              <a:t>冒号十六进制记法可结合使用点分十进制记法的后缀</a:t>
            </a:r>
            <a:r>
              <a:rPr lang="zh-CN" altLang="en-US" sz="1875">
                <a:ea typeface="宋体" panose="02010600030101010101" pitchFamily="2" charset="-122"/>
              </a:rPr>
              <a:t>，</a:t>
            </a:r>
            <a:r>
              <a:rPr lang="zh-CN" altLang="zh-CN" sz="1875">
                <a:ea typeface="宋体" panose="02010600030101010101" pitchFamily="2" charset="-122"/>
              </a:rPr>
              <a:t>这种结合在</a:t>
            </a:r>
            <a:r>
              <a:rPr lang="en-US" altLang="zh-CN" sz="1875">
                <a:ea typeface="宋体" panose="02010600030101010101" pitchFamily="2" charset="-122"/>
              </a:rPr>
              <a:t> IPv4 </a:t>
            </a:r>
            <a:r>
              <a:rPr lang="zh-CN" altLang="zh-CN" sz="1875">
                <a:ea typeface="宋体" panose="02010600030101010101" pitchFamily="2" charset="-122"/>
              </a:rPr>
              <a:t>向</a:t>
            </a:r>
            <a:r>
              <a:rPr lang="en-US" altLang="zh-CN" sz="1875">
                <a:ea typeface="宋体" panose="02010600030101010101" pitchFamily="2" charset="-122"/>
              </a:rPr>
              <a:t> IPv6 </a:t>
            </a:r>
            <a:r>
              <a:rPr lang="zh-CN" altLang="zh-CN" sz="1875">
                <a:ea typeface="宋体" panose="02010600030101010101" pitchFamily="2" charset="-122"/>
              </a:rPr>
              <a:t>的转换阶段特别有用。</a:t>
            </a:r>
            <a:endParaRPr lang="en-US" altLang="zh-CN" sz="1875">
              <a:ea typeface="宋体" panose="02010600030101010101" pitchFamily="2" charset="-122"/>
            </a:endParaRPr>
          </a:p>
          <a:p>
            <a:r>
              <a:rPr lang="zh-CN" altLang="en-US" sz="1875">
                <a:ea typeface="宋体" panose="02010600030101010101" pitchFamily="2" charset="-122"/>
              </a:rPr>
              <a:t>例如：</a:t>
            </a:r>
            <a:r>
              <a:rPr lang="en-US" altLang="zh-CN" sz="1875">
                <a:solidFill>
                  <a:srgbClr val="0000FF"/>
                </a:solidFill>
                <a:ea typeface="宋体" panose="02010600030101010101" pitchFamily="2" charset="-122"/>
              </a:rPr>
              <a:t>0:0:0:0:0:0:128.10.2.1</a:t>
            </a:r>
          </a:p>
          <a:p>
            <a:pPr>
              <a:buFont typeface="Wingdings" pitchFamily="2" charset="2"/>
              <a:buNone/>
            </a:pPr>
            <a:r>
              <a:rPr lang="en-US" altLang="zh-CN" sz="1875">
                <a:ea typeface="宋体" panose="02010600030101010101" pitchFamily="2" charset="-122"/>
              </a:rPr>
              <a:t>    </a:t>
            </a:r>
            <a:r>
              <a:rPr lang="zh-CN" altLang="en-US" sz="1875">
                <a:ea typeface="宋体" panose="02010600030101010101" pitchFamily="2" charset="-122"/>
              </a:rPr>
              <a:t>再使用零压缩即可得出：  </a:t>
            </a:r>
            <a:r>
              <a:rPr lang="en-US" altLang="zh-CN" sz="1875">
                <a:solidFill>
                  <a:srgbClr val="0000FF"/>
                </a:solidFill>
                <a:ea typeface="宋体" panose="02010600030101010101" pitchFamily="2" charset="-122"/>
              </a:rPr>
              <a:t>::128.10.2.1</a:t>
            </a:r>
          </a:p>
          <a:p>
            <a:r>
              <a:rPr lang="en-US" altLang="zh-CN" sz="1875">
                <a:solidFill>
                  <a:srgbClr val="FF0000"/>
                </a:solidFill>
                <a:ea typeface="宋体" panose="02010600030101010101" pitchFamily="2" charset="-122"/>
              </a:rPr>
              <a:t>CIDR </a:t>
            </a:r>
            <a:r>
              <a:rPr lang="zh-CN" altLang="en-US" sz="1875">
                <a:solidFill>
                  <a:srgbClr val="FF0000"/>
                </a:solidFill>
                <a:ea typeface="宋体" panose="02010600030101010101" pitchFamily="2" charset="-122"/>
              </a:rPr>
              <a:t>的斜线表示法仍然可用。</a:t>
            </a:r>
          </a:p>
          <a:p>
            <a:r>
              <a:rPr lang="zh-CN" altLang="en-US" sz="1875">
                <a:ea typeface="宋体" panose="02010600030101010101" pitchFamily="2" charset="-122"/>
              </a:rPr>
              <a:t>例如：</a:t>
            </a:r>
            <a:r>
              <a:rPr lang="en-US" altLang="zh-CN" sz="1875">
                <a:ea typeface="宋体" panose="02010600030101010101" pitchFamily="2" charset="-122"/>
              </a:rPr>
              <a:t>60 </a:t>
            </a:r>
            <a:r>
              <a:rPr lang="zh-CN" altLang="en-US" sz="1875">
                <a:ea typeface="宋体" panose="02010600030101010101" pitchFamily="2" charset="-122"/>
              </a:rPr>
              <a:t>位的前缀 </a:t>
            </a:r>
            <a:r>
              <a:rPr lang="en-US" altLang="zh-CN" sz="1875">
                <a:ea typeface="宋体" panose="02010600030101010101" pitchFamily="2" charset="-122"/>
              </a:rPr>
              <a:t>12AB00000000CD3 </a:t>
            </a:r>
            <a:r>
              <a:rPr lang="zh-CN" altLang="en-US" sz="1875">
                <a:ea typeface="宋体" panose="02010600030101010101" pitchFamily="2" charset="-122"/>
              </a:rPr>
              <a:t>可记为：</a:t>
            </a:r>
          </a:p>
          <a:p>
            <a:pPr>
              <a:buFont typeface="Wingdings" pitchFamily="2" charset="2"/>
              <a:buNone/>
            </a:pPr>
            <a:r>
              <a:rPr lang="zh-CN" altLang="en-US" sz="1875">
                <a:ea typeface="宋体" panose="02010600030101010101" pitchFamily="2" charset="-122"/>
              </a:rPr>
              <a:t>                </a:t>
            </a:r>
            <a:r>
              <a:rPr lang="en-US" altLang="zh-CN" sz="1875">
                <a:solidFill>
                  <a:srgbClr val="0000FF"/>
                </a:solidFill>
                <a:ea typeface="宋体" panose="02010600030101010101" pitchFamily="2" charset="-122"/>
              </a:rPr>
              <a:t>12AB:0000:0000:CD30:0000:0000:0000:0000/60</a:t>
            </a: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12AB::CD30:0:0:0:0/60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12AB:0:0:CD30::/60</a:t>
            </a:r>
            <a:r>
              <a:rPr lang="en-US" altLang="zh-CN">
                <a:solidFill>
                  <a:srgbClr val="0000FF"/>
                </a:solidFill>
                <a:latin typeface="Times New Roman" panose="02020603050405020304" pitchFamily="18" charset="0"/>
                <a:ea typeface="宋体" panose="02010600030101010101" pitchFamily="2" charset="-122"/>
              </a:rPr>
              <a:t>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p:txBody>
      </p:sp>
    </p:spTree>
    <p:extLst>
      <p:ext uri="{BB962C8B-B14F-4D97-AF65-F5344CB8AC3E}">
        <p14:creationId xmlns:p14="http://schemas.microsoft.com/office/powerpoint/2010/main" val="41102657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6387">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6387">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5638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5638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5638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7" name="Rectangle 2">
            <a:extLst>
              <a:ext uri="{FF2B5EF4-FFF2-40B4-BE49-F238E27FC236}">
                <a16:creationId xmlns:a16="http://schemas.microsoft.com/office/drawing/2014/main" id="{B84D9BDE-8513-F54E-B451-33EA60ED28E7}"/>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a:t>
            </a:r>
            <a:endParaRPr lang="zh-CN" altLang="en-US">
              <a:latin typeface="Times New Roman" panose="02020603050405020304" pitchFamily="18" charset="0"/>
              <a:ea typeface="宋体" panose="02010600030101010101" pitchFamily="2" charset="-122"/>
            </a:endParaRPr>
          </a:p>
        </p:txBody>
      </p:sp>
      <p:sp>
        <p:nvSpPr>
          <p:cNvPr id="665603" name="Rectangle 3">
            <a:extLst>
              <a:ext uri="{FF2B5EF4-FFF2-40B4-BE49-F238E27FC236}">
                <a16:creationId xmlns:a16="http://schemas.microsoft.com/office/drawing/2014/main" id="{451AA1E5-98AA-E74A-A321-916E88FF4E4B}"/>
              </a:ext>
            </a:extLst>
          </p:cNvPr>
          <p:cNvSpPr>
            <a:spLocks noGrp="1" noChangeArrowheads="1"/>
          </p:cNvSpPr>
          <p:nvPr>
            <p:ph idx="1"/>
          </p:nvPr>
        </p:nvSpPr>
        <p:spPr>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a:latin typeface="Times New Roman" panose="02020603050405020304" pitchFamily="18" charset="0"/>
                <a:ea typeface="宋体" panose="02010600030101010101" pitchFamily="2" charset="-122"/>
              </a:rPr>
              <a:t>向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过渡</a:t>
            </a:r>
            <a:r>
              <a:rPr lang="zh-CN" altLang="en-US">
                <a:solidFill>
                  <a:srgbClr val="FF0000"/>
                </a:solidFill>
                <a:latin typeface="Times New Roman" panose="02020603050405020304" pitchFamily="18" charset="0"/>
                <a:ea typeface="宋体" panose="02010600030101010101" pitchFamily="2" charset="-122"/>
              </a:rPr>
              <a:t>只能采用逐步演进的办法，</a:t>
            </a:r>
            <a:r>
              <a:rPr lang="zh-CN" altLang="en-US">
                <a:latin typeface="Times New Roman" panose="02020603050405020304" pitchFamily="18" charset="0"/>
                <a:ea typeface="宋体" panose="02010600030101010101" pitchFamily="2" charset="-122"/>
              </a:rPr>
              <a:t>同时，还必须使新安装的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系统能够</a:t>
            </a:r>
            <a:r>
              <a:rPr lang="zh-CN" altLang="en-US">
                <a:solidFill>
                  <a:srgbClr val="FF0000"/>
                </a:solidFill>
                <a:latin typeface="Times New Roman" panose="02020603050405020304" pitchFamily="18" charset="0"/>
                <a:ea typeface="宋体" panose="02010600030101010101" pitchFamily="2" charset="-122"/>
              </a:rPr>
              <a:t>向后兼容：</a:t>
            </a:r>
            <a:r>
              <a:rPr lang="en-US" altLang="zh-CN">
                <a:solidFill>
                  <a:srgbClr val="0000CC"/>
                </a:solidFill>
                <a:latin typeface="Times New Roman" panose="02020603050405020304" pitchFamily="18" charset="0"/>
                <a:ea typeface="宋体" panose="02010600030101010101" pitchFamily="2" charset="-122"/>
              </a:rPr>
              <a:t>IPv6 </a:t>
            </a:r>
            <a:r>
              <a:rPr lang="zh-CN" altLang="en-US">
                <a:solidFill>
                  <a:srgbClr val="0000CC"/>
                </a:solidFill>
                <a:latin typeface="Times New Roman" panose="02020603050405020304" pitchFamily="18" charset="0"/>
                <a:ea typeface="宋体" panose="02010600030101010101" pitchFamily="2" charset="-122"/>
              </a:rPr>
              <a:t>系统必须能够接收和转发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分组，并且能够为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分组选择路由。</a:t>
            </a:r>
            <a:endParaRPr lang="en-US" altLang="zh-CN">
              <a:solidFill>
                <a:srgbClr val="0000CC"/>
              </a:solidFill>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两种向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过渡的策略</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使用双协议栈</a:t>
            </a:r>
            <a:endParaRPr lang="en-US" altLang="zh-CN">
              <a:solidFill>
                <a:srgbClr val="FF0000"/>
              </a:solidFill>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使用隧道技术</a:t>
            </a:r>
            <a:endParaRPr lang="zh-CN" altLang="en-US">
              <a:solidFill>
                <a:srgbClr val="FF0000"/>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26134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5" name="Rectangle 2">
            <a:extLst>
              <a:ext uri="{FF2B5EF4-FFF2-40B4-BE49-F238E27FC236}">
                <a16:creationId xmlns:a16="http://schemas.microsoft.com/office/drawing/2014/main" id="{6DB23E93-9AD9-1145-B0AC-640ECBEA380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sp>
        <p:nvSpPr>
          <p:cNvPr id="665603" name="Rectangle 3">
            <a:extLst>
              <a:ext uri="{FF2B5EF4-FFF2-40B4-BE49-F238E27FC236}">
                <a16:creationId xmlns:a16="http://schemas.microsoft.com/office/drawing/2014/main" id="{705C9CC6-0F80-BB4E-AFA7-C2445E03AEDC}"/>
              </a:ext>
            </a:extLst>
          </p:cNvPr>
          <p:cNvSpPr>
            <a:spLocks noGrp="1" noChangeArrowheads="1"/>
          </p:cNvSpPr>
          <p:nvPr>
            <p:ph idx="1"/>
          </p:nvPr>
        </p:nvSpPr>
        <p:spPr>
          <a:xfrm>
            <a:off x="217170" y="1026319"/>
            <a:ext cx="8721345" cy="3415904"/>
          </a:xfrm>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sz="2000" dirty="0">
                <a:ea typeface="宋体" panose="02010600030101010101" pitchFamily="2" charset="-122"/>
              </a:rPr>
              <a:t>双协议栈</a:t>
            </a:r>
            <a:r>
              <a:rPr lang="en-US" altLang="zh-CN" sz="2000" dirty="0">
                <a:ea typeface="宋体" panose="02010600030101010101" pitchFamily="2" charset="-122"/>
              </a:rPr>
              <a:t>(dual stack)</a:t>
            </a:r>
            <a:r>
              <a:rPr lang="zh-CN" altLang="en-US" sz="2000" dirty="0">
                <a:ea typeface="宋体" panose="02010600030101010101" pitchFamily="2" charset="-122"/>
              </a:rPr>
              <a:t>是指在完全过渡到 </a:t>
            </a:r>
            <a:r>
              <a:rPr lang="en-US" altLang="zh-CN" sz="2000" dirty="0">
                <a:ea typeface="宋体" panose="02010600030101010101" pitchFamily="2" charset="-122"/>
              </a:rPr>
              <a:t>IPv6 </a:t>
            </a:r>
            <a:r>
              <a:rPr lang="zh-CN" altLang="en-US" sz="2000" dirty="0">
                <a:ea typeface="宋体" panose="02010600030101010101" pitchFamily="2" charset="-122"/>
              </a:rPr>
              <a:t>之前，使一部分主机（或路由器）</a:t>
            </a:r>
            <a:r>
              <a:rPr lang="zh-CN" altLang="en-US" sz="2000" dirty="0">
                <a:solidFill>
                  <a:srgbClr val="FF0000"/>
                </a:solidFill>
                <a:ea typeface="宋体" panose="02010600030101010101" pitchFamily="2" charset="-122"/>
              </a:rPr>
              <a:t>装有两个协议栈，一个 </a:t>
            </a:r>
            <a:r>
              <a:rPr lang="en-US" altLang="zh-CN" sz="2000" dirty="0">
                <a:solidFill>
                  <a:srgbClr val="FF0000"/>
                </a:solidFill>
                <a:ea typeface="宋体" panose="02010600030101010101" pitchFamily="2" charset="-122"/>
              </a:rPr>
              <a:t>IPv4 </a:t>
            </a:r>
            <a:r>
              <a:rPr lang="zh-CN" altLang="en-US" sz="2000" dirty="0">
                <a:solidFill>
                  <a:srgbClr val="FF0000"/>
                </a:solidFill>
                <a:ea typeface="宋体" panose="02010600030101010101" pitchFamily="2" charset="-122"/>
              </a:rPr>
              <a:t>和一个 </a:t>
            </a:r>
            <a:r>
              <a:rPr lang="en-US" altLang="zh-CN" sz="2000" dirty="0">
                <a:solidFill>
                  <a:srgbClr val="FF0000"/>
                </a:solidFill>
                <a:ea typeface="宋体" panose="02010600030101010101" pitchFamily="2" charset="-122"/>
              </a:rPr>
              <a:t>IPv6</a:t>
            </a:r>
            <a:r>
              <a:rPr lang="zh-CN" altLang="en-US" sz="2000" dirty="0">
                <a:solidFill>
                  <a:srgbClr val="FF0000"/>
                </a:solidFill>
                <a:ea typeface="宋体" panose="02010600030101010101" pitchFamily="2" charset="-122"/>
              </a:rPr>
              <a:t>。</a:t>
            </a:r>
            <a:r>
              <a:rPr lang="zh-CN" altLang="en-US" sz="2000" dirty="0">
                <a:ea typeface="宋体" panose="02010600030101010101" pitchFamily="2" charset="-122"/>
              </a:rPr>
              <a:t> </a:t>
            </a:r>
            <a:endParaRPr lang="en-US" altLang="zh-CN" sz="2000" dirty="0">
              <a:ea typeface="宋体" panose="02010600030101010101" pitchFamily="2" charset="-122"/>
            </a:endParaRPr>
          </a:p>
          <a:p>
            <a:r>
              <a:rPr lang="zh-CN" altLang="zh-CN" sz="2000" dirty="0">
                <a:ea typeface="宋体" panose="02010600030101010101" pitchFamily="2" charset="-122"/>
              </a:rPr>
              <a:t>双协议栈的主机（或路由器）记为</a:t>
            </a:r>
            <a:r>
              <a:rPr lang="en-US" altLang="zh-CN" sz="2000" dirty="0">
                <a:ea typeface="宋体" panose="02010600030101010101" pitchFamily="2" charset="-122"/>
              </a:rPr>
              <a:t> IPv6/IPv4</a:t>
            </a:r>
            <a:r>
              <a:rPr lang="zh-CN" altLang="zh-CN" sz="2000" dirty="0">
                <a:ea typeface="宋体" panose="02010600030101010101" pitchFamily="2" charset="-122"/>
              </a:rPr>
              <a:t>，表明它</a:t>
            </a:r>
            <a:r>
              <a:rPr lang="zh-CN" altLang="zh-CN" sz="2000" dirty="0">
                <a:solidFill>
                  <a:srgbClr val="FF0000"/>
                </a:solidFill>
                <a:ea typeface="宋体" panose="02010600030101010101" pitchFamily="2" charset="-122"/>
              </a:rPr>
              <a:t>同时具有两种</a:t>
            </a:r>
            <a:r>
              <a:rPr lang="en-US" altLang="zh-CN" sz="2000" dirty="0">
                <a:solidFill>
                  <a:srgbClr val="FF0000"/>
                </a:solidFill>
                <a:ea typeface="宋体" panose="02010600030101010101" pitchFamily="2" charset="-122"/>
              </a:rPr>
              <a:t> IP </a:t>
            </a:r>
            <a:r>
              <a:rPr lang="zh-CN" altLang="zh-CN" sz="2000" dirty="0">
                <a:solidFill>
                  <a:srgbClr val="FF0000"/>
                </a:solidFill>
                <a:ea typeface="宋体" panose="02010600030101010101" pitchFamily="2" charset="-122"/>
              </a:rPr>
              <a:t>地址：一个</a:t>
            </a:r>
            <a:r>
              <a:rPr lang="en-US" altLang="zh-CN" sz="2000" dirty="0">
                <a:solidFill>
                  <a:srgbClr val="FF0000"/>
                </a:solidFill>
                <a:ea typeface="宋体" panose="02010600030101010101" pitchFamily="2" charset="-122"/>
              </a:rPr>
              <a:t> IPv6 </a:t>
            </a:r>
            <a:r>
              <a:rPr lang="zh-CN" altLang="zh-CN" sz="2000" dirty="0">
                <a:solidFill>
                  <a:srgbClr val="FF0000"/>
                </a:solidFill>
                <a:ea typeface="宋体" panose="02010600030101010101" pitchFamily="2" charset="-122"/>
              </a:rPr>
              <a:t>地址和一个</a:t>
            </a:r>
            <a:r>
              <a:rPr lang="en-US" altLang="zh-CN" sz="2000" dirty="0">
                <a:solidFill>
                  <a:srgbClr val="FF0000"/>
                </a:solidFill>
                <a:ea typeface="宋体" panose="02010600030101010101" pitchFamily="2" charset="-122"/>
              </a:rPr>
              <a:t> IPv4 </a:t>
            </a:r>
            <a:r>
              <a:rPr lang="zh-CN" altLang="zh-CN" sz="2000" dirty="0">
                <a:solidFill>
                  <a:srgbClr val="FF0000"/>
                </a:solidFill>
                <a:ea typeface="宋体" panose="02010600030101010101" pitchFamily="2" charset="-122"/>
              </a:rPr>
              <a:t>地址。</a:t>
            </a:r>
          </a:p>
          <a:p>
            <a:r>
              <a:rPr lang="zh-CN" altLang="zh-CN" sz="2000" dirty="0">
                <a:ea typeface="宋体" panose="02010600030101010101" pitchFamily="2" charset="-122"/>
              </a:rPr>
              <a:t>双协议栈主机在和</a:t>
            </a:r>
            <a:r>
              <a:rPr lang="en-US" altLang="zh-CN" sz="2000" dirty="0">
                <a:ea typeface="宋体" panose="02010600030101010101" pitchFamily="2" charset="-122"/>
              </a:rPr>
              <a:t> IPv6 </a:t>
            </a:r>
            <a:r>
              <a:rPr lang="zh-CN" altLang="zh-CN" sz="2000" dirty="0">
                <a:ea typeface="宋体" panose="02010600030101010101" pitchFamily="2" charset="-122"/>
              </a:rPr>
              <a:t>主机通信时是采用</a:t>
            </a:r>
            <a:r>
              <a:rPr lang="en-US" altLang="zh-CN" sz="2000" dirty="0">
                <a:ea typeface="宋体" panose="02010600030101010101" pitchFamily="2" charset="-122"/>
              </a:rPr>
              <a:t> IPv6 </a:t>
            </a:r>
            <a:r>
              <a:rPr lang="zh-CN" altLang="zh-CN" sz="2000" dirty="0">
                <a:ea typeface="宋体" panose="02010600030101010101" pitchFamily="2" charset="-122"/>
              </a:rPr>
              <a:t>地址，而和</a:t>
            </a:r>
            <a:r>
              <a:rPr lang="en-US" altLang="zh-CN" sz="2000" dirty="0">
                <a:ea typeface="宋体" panose="02010600030101010101" pitchFamily="2" charset="-122"/>
              </a:rPr>
              <a:t> IPv4 </a:t>
            </a:r>
            <a:r>
              <a:rPr lang="zh-CN" altLang="zh-CN" sz="2000" dirty="0">
                <a:ea typeface="宋体" panose="02010600030101010101" pitchFamily="2" charset="-122"/>
              </a:rPr>
              <a:t>主机通信时就采用</a:t>
            </a:r>
            <a:r>
              <a:rPr lang="en-US" altLang="zh-CN" sz="2000" dirty="0">
                <a:ea typeface="宋体" panose="02010600030101010101" pitchFamily="2" charset="-122"/>
              </a:rPr>
              <a:t> IPv4 </a:t>
            </a:r>
            <a:r>
              <a:rPr lang="zh-CN" altLang="zh-CN" sz="2000" dirty="0">
                <a:ea typeface="宋体" panose="02010600030101010101" pitchFamily="2" charset="-122"/>
              </a:rPr>
              <a:t>地址。</a:t>
            </a:r>
            <a:endParaRPr lang="en-US" altLang="zh-CN" sz="2000" dirty="0">
              <a:ea typeface="宋体" panose="02010600030101010101" pitchFamily="2" charset="-122"/>
            </a:endParaRPr>
          </a:p>
          <a:p>
            <a:r>
              <a:rPr lang="zh-CN" altLang="en-US" sz="2000" dirty="0">
                <a:ea typeface="宋体" panose="02010600030101010101" pitchFamily="2" charset="-122"/>
              </a:rPr>
              <a:t>根据 </a:t>
            </a:r>
            <a:r>
              <a:rPr lang="en-US" altLang="zh-CN" sz="2000" dirty="0">
                <a:ea typeface="宋体" panose="02010600030101010101" pitchFamily="2" charset="-122"/>
              </a:rPr>
              <a:t>DNS </a:t>
            </a:r>
            <a:r>
              <a:rPr lang="zh-CN" altLang="zh-CN" sz="2000" dirty="0">
                <a:ea typeface="宋体" panose="02010600030101010101" pitchFamily="2" charset="-122"/>
              </a:rPr>
              <a:t>返回的</a:t>
            </a:r>
            <a:r>
              <a:rPr lang="zh-CN" altLang="en-US" sz="2000" dirty="0">
                <a:ea typeface="宋体" panose="02010600030101010101" pitchFamily="2" charset="-122"/>
              </a:rPr>
              <a:t>地址类型可以确定使用 </a:t>
            </a:r>
            <a:r>
              <a:rPr lang="en-US" altLang="zh-CN" sz="2000" dirty="0">
                <a:ea typeface="宋体" panose="02010600030101010101" pitchFamily="2" charset="-122"/>
              </a:rPr>
              <a:t>IPv4 </a:t>
            </a:r>
            <a:r>
              <a:rPr lang="zh-CN" altLang="zh-CN" sz="2000" dirty="0">
                <a:ea typeface="宋体" panose="02010600030101010101" pitchFamily="2" charset="-122"/>
              </a:rPr>
              <a:t>地址</a:t>
            </a:r>
            <a:r>
              <a:rPr lang="zh-CN" altLang="en-US" sz="2000" dirty="0">
                <a:ea typeface="宋体" panose="02010600030101010101" pitchFamily="2" charset="-122"/>
              </a:rPr>
              <a:t>还是 </a:t>
            </a:r>
            <a:r>
              <a:rPr lang="en-US" altLang="zh-CN" sz="2000" dirty="0">
                <a:ea typeface="宋体" panose="02010600030101010101" pitchFamily="2" charset="-122"/>
              </a:rPr>
              <a:t>IPv6 </a:t>
            </a:r>
            <a:r>
              <a:rPr lang="zh-CN" altLang="en-US" sz="2000" dirty="0">
                <a:ea typeface="宋体" panose="02010600030101010101" pitchFamily="2" charset="-122"/>
              </a:rPr>
              <a:t>地址。</a:t>
            </a:r>
          </a:p>
        </p:txBody>
      </p:sp>
    </p:spTree>
    <p:extLst>
      <p:ext uri="{BB962C8B-B14F-4D97-AF65-F5344CB8AC3E}">
        <p14:creationId xmlns:p14="http://schemas.microsoft.com/office/powerpoint/2010/main" val="25630432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3" name="Rectangle 2">
            <a:extLst>
              <a:ext uri="{FF2B5EF4-FFF2-40B4-BE49-F238E27FC236}">
                <a16:creationId xmlns:a16="http://schemas.microsoft.com/office/drawing/2014/main" id="{71FB34FB-990E-9945-A523-9A31C5A9B17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grpSp>
        <p:nvGrpSpPr>
          <p:cNvPr id="509954" name="Group 3">
            <a:extLst>
              <a:ext uri="{FF2B5EF4-FFF2-40B4-BE49-F238E27FC236}">
                <a16:creationId xmlns:a16="http://schemas.microsoft.com/office/drawing/2014/main" id="{FCFB3F71-F7DD-264D-9BEE-051D5D32CA1A}"/>
              </a:ext>
            </a:extLst>
          </p:cNvPr>
          <p:cNvGrpSpPr>
            <a:grpSpLocks/>
          </p:cNvGrpSpPr>
          <p:nvPr/>
        </p:nvGrpSpPr>
        <p:grpSpPr bwMode="auto">
          <a:xfrm>
            <a:off x="3181350" y="1282304"/>
            <a:ext cx="3024188" cy="846534"/>
            <a:chOff x="912" y="768"/>
            <a:chExt cx="2400" cy="1584"/>
          </a:xfrm>
        </p:grpSpPr>
        <p:sp>
          <p:nvSpPr>
            <p:cNvPr id="510008" name="Oval 4">
              <a:extLst>
                <a:ext uri="{FF2B5EF4-FFF2-40B4-BE49-F238E27FC236}">
                  <a16:creationId xmlns:a16="http://schemas.microsoft.com/office/drawing/2014/main" id="{5479CFBE-8C5A-084E-A24D-22885056C93B}"/>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09" name="Oval 5">
              <a:extLst>
                <a:ext uri="{FF2B5EF4-FFF2-40B4-BE49-F238E27FC236}">
                  <a16:creationId xmlns:a16="http://schemas.microsoft.com/office/drawing/2014/main" id="{EEE42F15-C5A2-604C-AEC6-179C6442E21D}"/>
                </a:ext>
              </a:extLst>
            </p:cNvPr>
            <p:cNvSpPr>
              <a:spLocks noChangeArrowheads="1"/>
            </p:cNvSpPr>
            <p:nvPr/>
          </p:nvSpPr>
          <p:spPr bwMode="auto">
            <a:xfrm>
              <a:off x="1172" y="973"/>
              <a:ext cx="781" cy="6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0" name="Oval 6">
              <a:extLst>
                <a:ext uri="{FF2B5EF4-FFF2-40B4-BE49-F238E27FC236}">
                  <a16:creationId xmlns:a16="http://schemas.microsoft.com/office/drawing/2014/main" id="{45757F47-67DF-A844-B309-15FF17672694}"/>
                </a:ext>
              </a:extLst>
            </p:cNvPr>
            <p:cNvSpPr>
              <a:spLocks noChangeArrowheads="1"/>
            </p:cNvSpPr>
            <p:nvPr/>
          </p:nvSpPr>
          <p:spPr bwMode="auto">
            <a:xfrm>
              <a:off x="926" y="1365"/>
              <a:ext cx="521" cy="5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1" name="Oval 7">
              <a:extLst>
                <a:ext uri="{FF2B5EF4-FFF2-40B4-BE49-F238E27FC236}">
                  <a16:creationId xmlns:a16="http://schemas.microsoft.com/office/drawing/2014/main" id="{1E01B1BA-24D7-8D4D-A6A8-C91A2BB18503}"/>
                </a:ext>
              </a:extLst>
            </p:cNvPr>
            <p:cNvSpPr>
              <a:spLocks noChangeArrowheads="1"/>
            </p:cNvSpPr>
            <p:nvPr/>
          </p:nvSpPr>
          <p:spPr bwMode="auto">
            <a:xfrm>
              <a:off x="1085" y="1599"/>
              <a:ext cx="797" cy="54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2" name="Oval 8">
              <a:extLst>
                <a:ext uri="{FF2B5EF4-FFF2-40B4-BE49-F238E27FC236}">
                  <a16:creationId xmlns:a16="http://schemas.microsoft.com/office/drawing/2014/main" id="{347A3941-0B64-1947-9C2A-66D639032FC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3" name="Oval 9">
              <a:extLst>
                <a:ext uri="{FF2B5EF4-FFF2-40B4-BE49-F238E27FC236}">
                  <a16:creationId xmlns:a16="http://schemas.microsoft.com/office/drawing/2014/main" id="{EF238B1E-C4AA-6F4A-8DE1-32E2976BA256}"/>
                </a:ext>
              </a:extLst>
            </p:cNvPr>
            <p:cNvSpPr>
              <a:spLocks noChangeArrowheads="1"/>
            </p:cNvSpPr>
            <p:nvPr/>
          </p:nvSpPr>
          <p:spPr bwMode="auto">
            <a:xfrm>
              <a:off x="2445" y="989"/>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4" name="Oval 10">
              <a:extLst>
                <a:ext uri="{FF2B5EF4-FFF2-40B4-BE49-F238E27FC236}">
                  <a16:creationId xmlns:a16="http://schemas.microsoft.com/office/drawing/2014/main" id="{1165D96D-6C8C-E248-B3DA-2C5C7AA551C3}"/>
                </a:ext>
              </a:extLst>
            </p:cNvPr>
            <p:cNvSpPr>
              <a:spLocks noChangeArrowheads="1"/>
            </p:cNvSpPr>
            <p:nvPr/>
          </p:nvSpPr>
          <p:spPr bwMode="auto">
            <a:xfrm>
              <a:off x="2560" y="1316"/>
              <a:ext cx="752" cy="48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5" name="Oval 11">
              <a:extLst>
                <a:ext uri="{FF2B5EF4-FFF2-40B4-BE49-F238E27FC236}">
                  <a16:creationId xmlns:a16="http://schemas.microsoft.com/office/drawing/2014/main" id="{B747C7DA-C4B2-F549-A363-505A96B89438}"/>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6" name="Oval 12">
              <a:extLst>
                <a:ext uri="{FF2B5EF4-FFF2-40B4-BE49-F238E27FC236}">
                  <a16:creationId xmlns:a16="http://schemas.microsoft.com/office/drawing/2014/main" id="{D2772AC8-9B95-FC48-8F3A-4343B2433494}"/>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nvGrpSpPr>
            <p:cNvPr id="510017" name="Group 13">
              <a:extLst>
                <a:ext uri="{FF2B5EF4-FFF2-40B4-BE49-F238E27FC236}">
                  <a16:creationId xmlns:a16="http://schemas.microsoft.com/office/drawing/2014/main" id="{6EF5EA3B-0BD6-3544-80F6-82C05E2A2855}"/>
                </a:ext>
              </a:extLst>
            </p:cNvPr>
            <p:cNvGrpSpPr>
              <a:grpSpLocks/>
            </p:cNvGrpSpPr>
            <p:nvPr/>
          </p:nvGrpSpPr>
          <p:grpSpPr bwMode="auto">
            <a:xfrm>
              <a:off x="912" y="768"/>
              <a:ext cx="2386" cy="1553"/>
              <a:chOff x="912" y="768"/>
              <a:chExt cx="2386" cy="1553"/>
            </a:xfrm>
          </p:grpSpPr>
          <p:sp>
            <p:nvSpPr>
              <p:cNvPr id="510018" name="Oval 14">
                <a:extLst>
                  <a:ext uri="{FF2B5EF4-FFF2-40B4-BE49-F238E27FC236}">
                    <a16:creationId xmlns:a16="http://schemas.microsoft.com/office/drawing/2014/main" id="{7FE99F71-4BD2-D845-A883-1368C38CC635}"/>
                  </a:ext>
                </a:extLst>
              </p:cNvPr>
              <p:cNvSpPr>
                <a:spLocks noChangeArrowheads="1"/>
              </p:cNvSpPr>
              <p:nvPr/>
            </p:nvSpPr>
            <p:spPr bwMode="auto">
              <a:xfrm>
                <a:off x="1736" y="768"/>
                <a:ext cx="1027"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9" name="Oval 15">
                <a:extLst>
                  <a:ext uri="{FF2B5EF4-FFF2-40B4-BE49-F238E27FC236}">
                    <a16:creationId xmlns:a16="http://schemas.microsoft.com/office/drawing/2014/main" id="{73988D53-5A33-7948-98B5-F050A0C5788B}"/>
                  </a:ext>
                </a:extLst>
              </p:cNvPr>
              <p:cNvSpPr>
                <a:spLocks noChangeArrowheads="1"/>
              </p:cNvSpPr>
              <p:nvPr/>
            </p:nvSpPr>
            <p:spPr bwMode="auto">
              <a:xfrm>
                <a:off x="1158" y="942"/>
                <a:ext cx="781"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0" name="Oval 16">
                <a:extLst>
                  <a:ext uri="{FF2B5EF4-FFF2-40B4-BE49-F238E27FC236}">
                    <a16:creationId xmlns:a16="http://schemas.microsoft.com/office/drawing/2014/main" id="{B352EBE9-7DDE-074D-A110-4BCE98CC95FB}"/>
                  </a:ext>
                </a:extLst>
              </p:cNvPr>
              <p:cNvSpPr>
                <a:spLocks noChangeArrowheads="1"/>
              </p:cNvSpPr>
              <p:nvPr/>
            </p:nvSpPr>
            <p:spPr bwMode="auto">
              <a:xfrm>
                <a:off x="912" y="1334"/>
                <a:ext cx="520" cy="49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1" name="Oval 17">
                <a:extLst>
                  <a:ext uri="{FF2B5EF4-FFF2-40B4-BE49-F238E27FC236}">
                    <a16:creationId xmlns:a16="http://schemas.microsoft.com/office/drawing/2014/main" id="{910739A3-CB3F-464B-AE5D-03B8B66C8041}"/>
                  </a:ext>
                </a:extLst>
              </p:cNvPr>
              <p:cNvSpPr>
                <a:spLocks noChangeArrowheads="1"/>
              </p:cNvSpPr>
              <p:nvPr/>
            </p:nvSpPr>
            <p:spPr bwMode="auto">
              <a:xfrm>
                <a:off x="1071" y="1568"/>
                <a:ext cx="797" cy="54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2" name="Oval 18">
                <a:extLst>
                  <a:ext uri="{FF2B5EF4-FFF2-40B4-BE49-F238E27FC236}">
                    <a16:creationId xmlns:a16="http://schemas.microsoft.com/office/drawing/2014/main" id="{1E169F6B-E5B7-2542-A8DE-62F0A6B06F73}"/>
                  </a:ext>
                </a:extLst>
              </p:cNvPr>
              <p:cNvSpPr>
                <a:spLocks noChangeArrowheads="1"/>
              </p:cNvSpPr>
              <p:nvPr/>
            </p:nvSpPr>
            <p:spPr bwMode="auto">
              <a:xfrm>
                <a:off x="1649" y="1661"/>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3" name="Oval 19">
                <a:extLst>
                  <a:ext uri="{FF2B5EF4-FFF2-40B4-BE49-F238E27FC236}">
                    <a16:creationId xmlns:a16="http://schemas.microsoft.com/office/drawing/2014/main" id="{07030B43-B538-2642-8307-3C4171B92CB2}"/>
                  </a:ext>
                </a:extLst>
              </p:cNvPr>
              <p:cNvSpPr>
                <a:spLocks noChangeArrowheads="1"/>
              </p:cNvSpPr>
              <p:nvPr/>
            </p:nvSpPr>
            <p:spPr bwMode="auto">
              <a:xfrm>
                <a:off x="2429" y="955"/>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4" name="Oval 20">
                <a:extLst>
                  <a:ext uri="{FF2B5EF4-FFF2-40B4-BE49-F238E27FC236}">
                    <a16:creationId xmlns:a16="http://schemas.microsoft.com/office/drawing/2014/main" id="{E3EBB2F2-3E21-9443-8A29-5AB4A95956C3}"/>
                  </a:ext>
                </a:extLst>
              </p:cNvPr>
              <p:cNvSpPr>
                <a:spLocks noChangeArrowheads="1"/>
              </p:cNvSpPr>
              <p:nvPr/>
            </p:nvSpPr>
            <p:spPr bwMode="auto">
              <a:xfrm>
                <a:off x="2546" y="1285"/>
                <a:ext cx="752" cy="48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5" name="Oval 21">
                <a:extLst>
                  <a:ext uri="{FF2B5EF4-FFF2-40B4-BE49-F238E27FC236}">
                    <a16:creationId xmlns:a16="http://schemas.microsoft.com/office/drawing/2014/main" id="{45FB2BCE-30AF-A344-BD63-56B63D9425B2}"/>
                  </a:ext>
                </a:extLst>
              </p:cNvPr>
              <p:cNvSpPr>
                <a:spLocks noChangeArrowheads="1"/>
              </p:cNvSpPr>
              <p:nvPr/>
            </p:nvSpPr>
            <p:spPr bwMode="auto">
              <a:xfrm>
                <a:off x="2473" y="1394"/>
                <a:ext cx="752" cy="81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6" name="Oval 22">
                <a:extLst>
                  <a:ext uri="{FF2B5EF4-FFF2-40B4-BE49-F238E27FC236}">
                    <a16:creationId xmlns:a16="http://schemas.microsoft.com/office/drawing/2014/main" id="{6C4DA1E5-E6BC-9040-924F-C1849359A276}"/>
                  </a:ext>
                </a:extLst>
              </p:cNvPr>
              <p:cNvSpPr>
                <a:spLocks noChangeArrowheads="1"/>
              </p:cNvSpPr>
              <p:nvPr/>
            </p:nvSpPr>
            <p:spPr bwMode="auto">
              <a:xfrm>
                <a:off x="1346" y="1145"/>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grpSp>
      <p:sp>
        <p:nvSpPr>
          <p:cNvPr id="509955" name="Freeform 23">
            <a:extLst>
              <a:ext uri="{FF2B5EF4-FFF2-40B4-BE49-F238E27FC236}">
                <a16:creationId xmlns:a16="http://schemas.microsoft.com/office/drawing/2014/main" id="{B2166C82-DD3A-9149-A4B2-D857D31EABDA}"/>
              </a:ext>
            </a:extLst>
          </p:cNvPr>
          <p:cNvSpPr>
            <a:spLocks/>
          </p:cNvSpPr>
          <p:nvPr/>
        </p:nvSpPr>
        <p:spPr bwMode="auto">
          <a:xfrm flipH="1">
            <a:off x="6235303" y="2235994"/>
            <a:ext cx="519113" cy="83105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56" name="Freeform 24">
            <a:extLst>
              <a:ext uri="{FF2B5EF4-FFF2-40B4-BE49-F238E27FC236}">
                <a16:creationId xmlns:a16="http://schemas.microsoft.com/office/drawing/2014/main" id="{9175AA6B-C256-9747-869E-28F5507360B7}"/>
              </a:ext>
            </a:extLst>
          </p:cNvPr>
          <p:cNvSpPr>
            <a:spLocks/>
          </p:cNvSpPr>
          <p:nvPr/>
        </p:nvSpPr>
        <p:spPr bwMode="auto">
          <a:xfrm>
            <a:off x="2511029" y="2240756"/>
            <a:ext cx="685800" cy="82986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9957" name="Line 25">
            <a:extLst>
              <a:ext uri="{FF2B5EF4-FFF2-40B4-BE49-F238E27FC236}">
                <a16:creationId xmlns:a16="http://schemas.microsoft.com/office/drawing/2014/main" id="{30BCDFCE-508F-D842-A855-81FD399E3F25}"/>
              </a:ext>
            </a:extLst>
          </p:cNvPr>
          <p:cNvSpPr>
            <a:spLocks noChangeShapeType="1"/>
          </p:cNvSpPr>
          <p:nvPr/>
        </p:nvSpPr>
        <p:spPr bwMode="auto">
          <a:xfrm>
            <a:off x="1725216" y="1804988"/>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09958" name="Picture 26">
            <a:extLst>
              <a:ext uri="{FF2B5EF4-FFF2-40B4-BE49-F238E27FC236}">
                <a16:creationId xmlns:a16="http://schemas.microsoft.com/office/drawing/2014/main" id="{4A856D0A-A2B5-544D-BE24-5103AD3C0E8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6616"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9959" name="Picture 27">
            <a:extLst>
              <a:ext uri="{FF2B5EF4-FFF2-40B4-BE49-F238E27FC236}">
                <a16:creationId xmlns:a16="http://schemas.microsoft.com/office/drawing/2014/main" id="{11FC7DFC-A3DF-014E-937E-2F1AFCA14BB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25379"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9960" name="Text Box 28">
            <a:extLst>
              <a:ext uri="{FF2B5EF4-FFF2-40B4-BE49-F238E27FC236}">
                <a16:creationId xmlns:a16="http://schemas.microsoft.com/office/drawing/2014/main" id="{7CF9DF95-A024-EA49-987D-D0E03622FBAE}"/>
              </a:ext>
            </a:extLst>
          </p:cNvPr>
          <p:cNvSpPr txBox="1">
            <a:spLocks noChangeArrowheads="1"/>
          </p:cNvSpPr>
          <p:nvPr/>
        </p:nvSpPr>
        <p:spPr bwMode="auto">
          <a:xfrm>
            <a:off x="255267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pic>
        <p:nvPicPr>
          <p:cNvPr id="509961" name="Picture 29">
            <a:extLst>
              <a:ext uri="{FF2B5EF4-FFF2-40B4-BE49-F238E27FC236}">
                <a16:creationId xmlns:a16="http://schemas.microsoft.com/office/drawing/2014/main" id="{C396D461-BA8C-594B-99A0-264D7FD73D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07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2" name="Picture 30">
            <a:extLst>
              <a:ext uri="{FF2B5EF4-FFF2-40B4-BE49-F238E27FC236}">
                <a16:creationId xmlns:a16="http://schemas.microsoft.com/office/drawing/2014/main" id="{B131EB2F-E83C-B549-995C-E2910703F86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94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3" name="Picture 31">
            <a:extLst>
              <a:ext uri="{FF2B5EF4-FFF2-40B4-BE49-F238E27FC236}">
                <a16:creationId xmlns:a16="http://schemas.microsoft.com/office/drawing/2014/main" id="{7504114F-E41A-4742-A58F-D82B5EFAF7E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00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4" name="Picture 32">
            <a:extLst>
              <a:ext uri="{FF2B5EF4-FFF2-40B4-BE49-F238E27FC236}">
                <a16:creationId xmlns:a16="http://schemas.microsoft.com/office/drawing/2014/main" id="{749CD175-48EC-A049-B201-CF0C63A291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9965" name="Text Box 33">
            <a:extLst>
              <a:ext uri="{FF2B5EF4-FFF2-40B4-BE49-F238E27FC236}">
                <a16:creationId xmlns:a16="http://schemas.microsoft.com/office/drawing/2014/main" id="{3768C3C8-5A48-324B-ACB3-2ABD1B5FD6AD}"/>
              </a:ext>
            </a:extLst>
          </p:cNvPr>
          <p:cNvSpPr txBox="1">
            <a:spLocks noChangeArrowheads="1"/>
          </p:cNvSpPr>
          <p:nvPr/>
        </p:nvSpPr>
        <p:spPr bwMode="auto">
          <a:xfrm>
            <a:off x="1496616"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6" name="Text Box 34">
            <a:extLst>
              <a:ext uri="{FF2B5EF4-FFF2-40B4-BE49-F238E27FC236}">
                <a16:creationId xmlns:a16="http://schemas.microsoft.com/office/drawing/2014/main" id="{0341C85A-1553-C844-8859-5F4B9D2D343A}"/>
              </a:ext>
            </a:extLst>
          </p:cNvPr>
          <p:cNvSpPr txBox="1">
            <a:spLocks noChangeArrowheads="1"/>
          </p:cNvSpPr>
          <p:nvPr/>
        </p:nvSpPr>
        <p:spPr bwMode="auto">
          <a:xfrm>
            <a:off x="7428310"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7" name="Text Box 35">
            <a:extLst>
              <a:ext uri="{FF2B5EF4-FFF2-40B4-BE49-F238E27FC236}">
                <a16:creationId xmlns:a16="http://schemas.microsoft.com/office/drawing/2014/main" id="{CBFC013E-3839-2D43-8974-57F0A5D14299}"/>
              </a:ext>
            </a:extLst>
          </p:cNvPr>
          <p:cNvSpPr txBox="1">
            <a:spLocks noChangeArrowheads="1"/>
          </p:cNvSpPr>
          <p:nvPr/>
        </p:nvSpPr>
        <p:spPr bwMode="auto">
          <a:xfrm>
            <a:off x="4385073" y="1259681"/>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09968" name="Text Box 36">
            <a:extLst>
              <a:ext uri="{FF2B5EF4-FFF2-40B4-BE49-F238E27FC236}">
                <a16:creationId xmlns:a16="http://schemas.microsoft.com/office/drawing/2014/main" id="{79AF3F0E-27B0-2847-9AC7-BA50C5F98A3C}"/>
              </a:ext>
            </a:extLst>
          </p:cNvPr>
          <p:cNvSpPr txBox="1">
            <a:spLocks noChangeArrowheads="1"/>
          </p:cNvSpPr>
          <p:nvPr/>
        </p:nvSpPr>
        <p:spPr bwMode="auto">
          <a:xfrm>
            <a:off x="1223963" y="1585912"/>
            <a:ext cx="37382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A</a:t>
            </a:r>
          </a:p>
        </p:txBody>
      </p:sp>
      <p:sp>
        <p:nvSpPr>
          <p:cNvPr id="509969" name="Text Box 37">
            <a:extLst>
              <a:ext uri="{FF2B5EF4-FFF2-40B4-BE49-F238E27FC236}">
                <a16:creationId xmlns:a16="http://schemas.microsoft.com/office/drawing/2014/main" id="{D6474914-80E0-D242-B118-9FDF7F1D22AC}"/>
              </a:ext>
            </a:extLst>
          </p:cNvPr>
          <p:cNvSpPr txBox="1">
            <a:spLocks noChangeArrowheads="1"/>
          </p:cNvSpPr>
          <p:nvPr/>
        </p:nvSpPr>
        <p:spPr bwMode="auto">
          <a:xfrm>
            <a:off x="2736056" y="1578769"/>
            <a:ext cx="35298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B</a:t>
            </a:r>
          </a:p>
        </p:txBody>
      </p:sp>
      <p:sp>
        <p:nvSpPr>
          <p:cNvPr id="509970" name="Text Box 38">
            <a:extLst>
              <a:ext uri="{FF2B5EF4-FFF2-40B4-BE49-F238E27FC236}">
                <a16:creationId xmlns:a16="http://schemas.microsoft.com/office/drawing/2014/main" id="{CDC2B7C1-94B2-C541-B688-AACF21FBC562}"/>
              </a:ext>
            </a:extLst>
          </p:cNvPr>
          <p:cNvSpPr txBox="1">
            <a:spLocks noChangeArrowheads="1"/>
          </p:cNvSpPr>
          <p:nvPr/>
        </p:nvSpPr>
        <p:spPr bwMode="auto">
          <a:xfrm>
            <a:off x="3771900" y="1570435"/>
            <a:ext cx="36420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C</a:t>
            </a:r>
          </a:p>
        </p:txBody>
      </p:sp>
      <p:sp>
        <p:nvSpPr>
          <p:cNvPr id="509971" name="Text Box 39">
            <a:extLst>
              <a:ext uri="{FF2B5EF4-FFF2-40B4-BE49-F238E27FC236}">
                <a16:creationId xmlns:a16="http://schemas.microsoft.com/office/drawing/2014/main" id="{A2824F79-45FB-0245-B883-D5CBE4FF1118}"/>
              </a:ext>
            </a:extLst>
          </p:cNvPr>
          <p:cNvSpPr txBox="1">
            <a:spLocks noChangeArrowheads="1"/>
          </p:cNvSpPr>
          <p:nvPr/>
        </p:nvSpPr>
        <p:spPr bwMode="auto">
          <a:xfrm>
            <a:off x="4768453" y="1563291"/>
            <a:ext cx="38985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D</a:t>
            </a:r>
          </a:p>
        </p:txBody>
      </p:sp>
      <p:sp>
        <p:nvSpPr>
          <p:cNvPr id="509972" name="Text Box 40">
            <a:extLst>
              <a:ext uri="{FF2B5EF4-FFF2-40B4-BE49-F238E27FC236}">
                <a16:creationId xmlns:a16="http://schemas.microsoft.com/office/drawing/2014/main" id="{CA9CE58F-52BF-4E4D-8039-CEB362C428F3}"/>
              </a:ext>
            </a:extLst>
          </p:cNvPr>
          <p:cNvSpPr txBox="1">
            <a:spLocks noChangeArrowheads="1"/>
          </p:cNvSpPr>
          <p:nvPr/>
        </p:nvSpPr>
        <p:spPr bwMode="auto">
          <a:xfrm>
            <a:off x="5820966" y="1554956"/>
            <a:ext cx="33214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E</a:t>
            </a:r>
          </a:p>
        </p:txBody>
      </p:sp>
      <p:sp>
        <p:nvSpPr>
          <p:cNvPr id="509973" name="Text Box 41">
            <a:extLst>
              <a:ext uri="{FF2B5EF4-FFF2-40B4-BE49-F238E27FC236}">
                <a16:creationId xmlns:a16="http://schemas.microsoft.com/office/drawing/2014/main" id="{4163EE06-EFE5-7348-8986-C04C084E01CB}"/>
              </a:ext>
            </a:extLst>
          </p:cNvPr>
          <p:cNvSpPr txBox="1">
            <a:spLocks noChangeArrowheads="1"/>
          </p:cNvSpPr>
          <p:nvPr/>
        </p:nvSpPr>
        <p:spPr bwMode="auto">
          <a:xfrm>
            <a:off x="7314010" y="1547812"/>
            <a:ext cx="32733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F</a:t>
            </a:r>
          </a:p>
        </p:txBody>
      </p:sp>
      <p:sp>
        <p:nvSpPr>
          <p:cNvPr id="509974" name="Rectangle 42">
            <a:extLst>
              <a:ext uri="{FF2B5EF4-FFF2-40B4-BE49-F238E27FC236}">
                <a16:creationId xmlns:a16="http://schemas.microsoft.com/office/drawing/2014/main" id="{9E0195CF-4DFA-C74B-A3CA-DC8C7EC2FA7A}"/>
              </a:ext>
            </a:extLst>
          </p:cNvPr>
          <p:cNvSpPr>
            <a:spLocks noChangeArrowheads="1"/>
          </p:cNvSpPr>
          <p:nvPr/>
        </p:nvSpPr>
        <p:spPr bwMode="auto">
          <a:xfrm>
            <a:off x="1540669"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5" name="Rectangle 43">
            <a:extLst>
              <a:ext uri="{FF2B5EF4-FFF2-40B4-BE49-F238E27FC236}">
                <a16:creationId xmlns:a16="http://schemas.microsoft.com/office/drawing/2014/main" id="{8D44FF38-B186-D945-933C-5E253B94C369}"/>
              </a:ext>
            </a:extLst>
          </p:cNvPr>
          <p:cNvSpPr>
            <a:spLocks noChangeArrowheads="1"/>
          </p:cNvSpPr>
          <p:nvPr/>
        </p:nvSpPr>
        <p:spPr bwMode="auto">
          <a:xfrm>
            <a:off x="1565672" y="2249091"/>
            <a:ext cx="947738"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6" name="Text Box 44">
            <a:extLst>
              <a:ext uri="{FF2B5EF4-FFF2-40B4-BE49-F238E27FC236}">
                <a16:creationId xmlns:a16="http://schemas.microsoft.com/office/drawing/2014/main" id="{CE90F707-6827-2D45-80A9-CB2BC2184F14}"/>
              </a:ext>
            </a:extLst>
          </p:cNvPr>
          <p:cNvSpPr txBox="1">
            <a:spLocks noChangeArrowheads="1"/>
          </p:cNvSpPr>
          <p:nvPr/>
        </p:nvSpPr>
        <p:spPr bwMode="auto">
          <a:xfrm>
            <a:off x="1540669" y="2234804"/>
            <a:ext cx="1027510"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77" name="Rectangle 45">
            <a:extLst>
              <a:ext uri="{FF2B5EF4-FFF2-40B4-BE49-F238E27FC236}">
                <a16:creationId xmlns:a16="http://schemas.microsoft.com/office/drawing/2014/main" id="{9FDCDAB1-1251-3F4A-ACE9-F960C0C90724}"/>
              </a:ext>
            </a:extLst>
          </p:cNvPr>
          <p:cNvSpPr>
            <a:spLocks noChangeArrowheads="1"/>
          </p:cNvSpPr>
          <p:nvPr/>
        </p:nvSpPr>
        <p:spPr bwMode="auto">
          <a:xfrm>
            <a:off x="6754416"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8" name="Rectangle 46">
            <a:extLst>
              <a:ext uri="{FF2B5EF4-FFF2-40B4-BE49-F238E27FC236}">
                <a16:creationId xmlns:a16="http://schemas.microsoft.com/office/drawing/2014/main" id="{1B7D88B2-AB56-DF4B-B1C7-6D9CCCECBD3C}"/>
              </a:ext>
            </a:extLst>
          </p:cNvPr>
          <p:cNvSpPr>
            <a:spLocks noChangeArrowheads="1"/>
          </p:cNvSpPr>
          <p:nvPr/>
        </p:nvSpPr>
        <p:spPr bwMode="auto">
          <a:xfrm>
            <a:off x="6768703" y="2249091"/>
            <a:ext cx="957263"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9" name="Text Box 47">
            <a:extLst>
              <a:ext uri="{FF2B5EF4-FFF2-40B4-BE49-F238E27FC236}">
                <a16:creationId xmlns:a16="http://schemas.microsoft.com/office/drawing/2014/main" id="{7168754B-456D-6F49-BAAB-84F244E8888E}"/>
              </a:ext>
            </a:extLst>
          </p:cNvPr>
          <p:cNvSpPr txBox="1">
            <a:spLocks noChangeArrowheads="1"/>
          </p:cNvSpPr>
          <p:nvPr/>
        </p:nvSpPr>
        <p:spPr bwMode="auto">
          <a:xfrm>
            <a:off x="6754416" y="2234804"/>
            <a:ext cx="1041797"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流标号：无</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80" name="Line 48">
            <a:extLst>
              <a:ext uri="{FF2B5EF4-FFF2-40B4-BE49-F238E27FC236}">
                <a16:creationId xmlns:a16="http://schemas.microsoft.com/office/drawing/2014/main" id="{FEEA725D-C677-5742-ACEF-82C7C3549D90}"/>
              </a:ext>
            </a:extLst>
          </p:cNvPr>
          <p:cNvSpPr>
            <a:spLocks noChangeShapeType="1"/>
          </p:cNvSpPr>
          <p:nvPr/>
        </p:nvSpPr>
        <p:spPr bwMode="auto">
          <a:xfrm>
            <a:off x="16680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1" name="Line 49">
            <a:extLst>
              <a:ext uri="{FF2B5EF4-FFF2-40B4-BE49-F238E27FC236}">
                <a16:creationId xmlns:a16="http://schemas.microsoft.com/office/drawing/2014/main" id="{31D60280-6A3E-A443-B7C6-950192CF93E0}"/>
              </a:ext>
            </a:extLst>
          </p:cNvPr>
          <p:cNvSpPr>
            <a:spLocks noChangeShapeType="1"/>
          </p:cNvSpPr>
          <p:nvPr/>
        </p:nvSpPr>
        <p:spPr bwMode="auto">
          <a:xfrm>
            <a:off x="32682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2" name="Line 50">
            <a:extLst>
              <a:ext uri="{FF2B5EF4-FFF2-40B4-BE49-F238E27FC236}">
                <a16:creationId xmlns:a16="http://schemas.microsoft.com/office/drawing/2014/main" id="{20DBEB55-D82E-BF45-9826-38555D721971}"/>
              </a:ext>
            </a:extLst>
          </p:cNvPr>
          <p:cNvSpPr>
            <a:spLocks noChangeShapeType="1"/>
          </p:cNvSpPr>
          <p:nvPr/>
        </p:nvSpPr>
        <p:spPr bwMode="auto">
          <a:xfrm>
            <a:off x="538281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3" name="Line 51">
            <a:extLst>
              <a:ext uri="{FF2B5EF4-FFF2-40B4-BE49-F238E27FC236}">
                <a16:creationId xmlns:a16="http://schemas.microsoft.com/office/drawing/2014/main" id="{6C1E3AA5-A31F-8543-94A6-225E9B6D7823}"/>
              </a:ext>
            </a:extLst>
          </p:cNvPr>
          <p:cNvSpPr>
            <a:spLocks noChangeShapeType="1"/>
          </p:cNvSpPr>
          <p:nvPr/>
        </p:nvSpPr>
        <p:spPr bwMode="auto">
          <a:xfrm>
            <a:off x="69258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4" name="Text Box 52">
            <a:extLst>
              <a:ext uri="{FF2B5EF4-FFF2-40B4-BE49-F238E27FC236}">
                <a16:creationId xmlns:a16="http://schemas.microsoft.com/office/drawing/2014/main" id="{40E2064B-348D-8341-85F2-F1B249BC7B68}"/>
              </a:ext>
            </a:extLst>
          </p:cNvPr>
          <p:cNvSpPr txBox="1">
            <a:spLocks noChangeArrowheads="1"/>
          </p:cNvSpPr>
          <p:nvPr/>
        </p:nvSpPr>
        <p:spPr bwMode="auto">
          <a:xfrm>
            <a:off x="598286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09985" name="Text Box 53">
            <a:extLst>
              <a:ext uri="{FF2B5EF4-FFF2-40B4-BE49-F238E27FC236}">
                <a16:creationId xmlns:a16="http://schemas.microsoft.com/office/drawing/2014/main" id="{919A1336-4F1C-A14B-831A-2AAB2CA0C7FB}"/>
              </a:ext>
            </a:extLst>
          </p:cNvPr>
          <p:cNvSpPr txBox="1">
            <a:spLocks noChangeArrowheads="1"/>
          </p:cNvSpPr>
          <p:nvPr/>
        </p:nvSpPr>
        <p:spPr bwMode="auto">
          <a:xfrm>
            <a:off x="4545806" y="2422922"/>
            <a:ext cx="357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Arial" panose="020B0604020202020204" pitchFamily="34" charset="0"/>
                <a:ea typeface="宋体" panose="02010600030101010101" pitchFamily="2" charset="-122"/>
              </a:rPr>
              <a:t>…</a:t>
            </a:r>
            <a:endParaRPr kumimoji="1" lang="en-US" altLang="zh-CN" sz="1350">
              <a:solidFill>
                <a:srgbClr val="000099"/>
              </a:solidFill>
              <a:latin typeface="微软雅黑" panose="020B0503020204020204" pitchFamily="34" charset="-122"/>
              <a:ea typeface="宋体" panose="02010600030101010101" pitchFamily="2" charset="-122"/>
            </a:endParaRPr>
          </a:p>
        </p:txBody>
      </p:sp>
      <p:sp>
        <p:nvSpPr>
          <p:cNvPr id="509986" name="Text Box 54">
            <a:extLst>
              <a:ext uri="{FF2B5EF4-FFF2-40B4-BE49-F238E27FC236}">
                <a16:creationId xmlns:a16="http://schemas.microsoft.com/office/drawing/2014/main" id="{7C76297F-DBC2-E448-9860-B68CEDE86FF9}"/>
              </a:ext>
            </a:extLst>
          </p:cNvPr>
          <p:cNvSpPr txBox="1">
            <a:spLocks noChangeArrowheads="1"/>
          </p:cNvSpPr>
          <p:nvPr/>
        </p:nvSpPr>
        <p:spPr bwMode="auto">
          <a:xfrm>
            <a:off x="1579960"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grpSp>
        <p:nvGrpSpPr>
          <p:cNvPr id="509987" name="组合 2">
            <a:extLst>
              <a:ext uri="{FF2B5EF4-FFF2-40B4-BE49-F238E27FC236}">
                <a16:creationId xmlns:a16="http://schemas.microsoft.com/office/drawing/2014/main" id="{77E52F0D-63BA-C143-B487-67D60B802CC5}"/>
              </a:ext>
            </a:extLst>
          </p:cNvPr>
          <p:cNvGrpSpPr>
            <a:grpSpLocks/>
          </p:cNvGrpSpPr>
          <p:nvPr/>
        </p:nvGrpSpPr>
        <p:grpSpPr bwMode="auto">
          <a:xfrm>
            <a:off x="3115866" y="1924050"/>
            <a:ext cx="3200400" cy="2043113"/>
            <a:chOff x="2822251" y="2637309"/>
            <a:chExt cx="4622801" cy="2590800"/>
          </a:xfrm>
        </p:grpSpPr>
        <p:sp>
          <p:nvSpPr>
            <p:cNvPr id="510006" name="Line 55">
              <a:extLst>
                <a:ext uri="{FF2B5EF4-FFF2-40B4-BE49-F238E27FC236}">
                  <a16:creationId xmlns:a16="http://schemas.microsoft.com/office/drawing/2014/main" id="{80406BD5-5C86-FD4D-9591-2790A8DB36FE}"/>
                </a:ext>
              </a:extLst>
            </p:cNvPr>
            <p:cNvSpPr>
              <a:spLocks noChangeShapeType="1"/>
            </p:cNvSpPr>
            <p:nvPr/>
          </p:nvSpPr>
          <p:spPr bwMode="auto">
            <a:xfrm>
              <a:off x="2822251"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7" name="Line 56">
              <a:extLst>
                <a:ext uri="{FF2B5EF4-FFF2-40B4-BE49-F238E27FC236}">
                  <a16:creationId xmlns:a16="http://schemas.microsoft.com/office/drawing/2014/main" id="{ED4D3469-19A4-184F-B100-9C231CB7882E}"/>
                </a:ext>
              </a:extLst>
            </p:cNvPr>
            <p:cNvSpPr>
              <a:spLocks noChangeShapeType="1"/>
            </p:cNvSpPr>
            <p:nvPr/>
          </p:nvSpPr>
          <p:spPr bwMode="auto">
            <a:xfrm>
              <a:off x="7445052"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09988" name="Text Box 57">
            <a:extLst>
              <a:ext uri="{FF2B5EF4-FFF2-40B4-BE49-F238E27FC236}">
                <a16:creationId xmlns:a16="http://schemas.microsoft.com/office/drawing/2014/main" id="{B6DA4C08-92E6-8B42-844D-983DFA81DB16}"/>
              </a:ext>
            </a:extLst>
          </p:cNvPr>
          <p:cNvSpPr txBox="1">
            <a:spLocks noChangeArrowheads="1"/>
          </p:cNvSpPr>
          <p:nvPr/>
        </p:nvSpPr>
        <p:spPr bwMode="auto">
          <a:xfrm>
            <a:off x="6804423"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09989" name="Line 58">
            <a:extLst>
              <a:ext uri="{FF2B5EF4-FFF2-40B4-BE49-F238E27FC236}">
                <a16:creationId xmlns:a16="http://schemas.microsoft.com/office/drawing/2014/main" id="{0BCF7945-1096-E34D-A9DA-A37D573D0DBC}"/>
              </a:ext>
            </a:extLst>
          </p:cNvPr>
          <p:cNvSpPr>
            <a:spLocks noChangeShapeType="1"/>
          </p:cNvSpPr>
          <p:nvPr/>
        </p:nvSpPr>
        <p:spPr bwMode="auto">
          <a:xfrm>
            <a:off x="155376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0" name="Line 59">
            <a:extLst>
              <a:ext uri="{FF2B5EF4-FFF2-40B4-BE49-F238E27FC236}">
                <a16:creationId xmlns:a16="http://schemas.microsoft.com/office/drawing/2014/main" id="{FA50BD05-2EE7-4549-A8C4-4873600A77BA}"/>
              </a:ext>
            </a:extLst>
          </p:cNvPr>
          <p:cNvSpPr>
            <a:spLocks noChangeShapeType="1"/>
          </p:cNvSpPr>
          <p:nvPr/>
        </p:nvSpPr>
        <p:spPr bwMode="auto">
          <a:xfrm>
            <a:off x="675441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1" name="Rectangle 60">
            <a:extLst>
              <a:ext uri="{FF2B5EF4-FFF2-40B4-BE49-F238E27FC236}">
                <a16:creationId xmlns:a16="http://schemas.microsoft.com/office/drawing/2014/main" id="{FACEAC17-3BDF-3D45-84BE-B9D7FF8700F9}"/>
              </a:ext>
            </a:extLst>
          </p:cNvPr>
          <p:cNvSpPr>
            <a:spLocks noChangeArrowheads="1"/>
          </p:cNvSpPr>
          <p:nvPr/>
        </p:nvSpPr>
        <p:spPr bwMode="auto">
          <a:xfrm>
            <a:off x="31980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2" name="Rectangle 61">
            <a:extLst>
              <a:ext uri="{FF2B5EF4-FFF2-40B4-BE49-F238E27FC236}">
                <a16:creationId xmlns:a16="http://schemas.microsoft.com/office/drawing/2014/main" id="{9FCB2C00-F1E3-8547-A50D-4F1CE50B40E2}"/>
              </a:ext>
            </a:extLst>
          </p:cNvPr>
          <p:cNvSpPr>
            <a:spLocks noChangeArrowheads="1"/>
          </p:cNvSpPr>
          <p:nvPr/>
        </p:nvSpPr>
        <p:spPr bwMode="auto">
          <a:xfrm>
            <a:off x="3207544" y="2240756"/>
            <a:ext cx="957263" cy="6143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3" name="Text Box 62">
            <a:extLst>
              <a:ext uri="{FF2B5EF4-FFF2-40B4-BE49-F238E27FC236}">
                <a16:creationId xmlns:a16="http://schemas.microsoft.com/office/drawing/2014/main" id="{9007DA46-07FB-D04C-859F-8B50F19D00FA}"/>
              </a:ext>
            </a:extLst>
          </p:cNvPr>
          <p:cNvSpPr txBox="1">
            <a:spLocks noChangeArrowheads="1"/>
          </p:cNvSpPr>
          <p:nvPr/>
        </p:nvSpPr>
        <p:spPr bwMode="auto">
          <a:xfrm>
            <a:off x="31980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4" name="Line 63">
            <a:extLst>
              <a:ext uri="{FF2B5EF4-FFF2-40B4-BE49-F238E27FC236}">
                <a16:creationId xmlns:a16="http://schemas.microsoft.com/office/drawing/2014/main" id="{F08A0720-BA04-DD46-826C-72F8FBA73F4B}"/>
              </a:ext>
            </a:extLst>
          </p:cNvPr>
          <p:cNvSpPr>
            <a:spLocks noChangeShapeType="1"/>
          </p:cNvSpPr>
          <p:nvPr/>
        </p:nvSpPr>
        <p:spPr bwMode="auto">
          <a:xfrm>
            <a:off x="32111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5" name="Text Box 64">
            <a:extLst>
              <a:ext uri="{FF2B5EF4-FFF2-40B4-BE49-F238E27FC236}">
                <a16:creationId xmlns:a16="http://schemas.microsoft.com/office/drawing/2014/main" id="{19138669-5647-A44E-B1C5-87E6BFBF24CB}"/>
              </a:ext>
            </a:extLst>
          </p:cNvPr>
          <p:cNvSpPr txBox="1">
            <a:spLocks noChangeArrowheads="1"/>
          </p:cNvSpPr>
          <p:nvPr/>
        </p:nvSpPr>
        <p:spPr bwMode="auto">
          <a:xfrm>
            <a:off x="33385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96" name="Rectangle 65">
            <a:extLst>
              <a:ext uri="{FF2B5EF4-FFF2-40B4-BE49-F238E27FC236}">
                <a16:creationId xmlns:a16="http://schemas.microsoft.com/office/drawing/2014/main" id="{29FFBD7B-BE04-C64B-92E3-257DD54B52C2}"/>
              </a:ext>
            </a:extLst>
          </p:cNvPr>
          <p:cNvSpPr>
            <a:spLocks noChangeArrowheads="1"/>
          </p:cNvSpPr>
          <p:nvPr/>
        </p:nvSpPr>
        <p:spPr bwMode="auto">
          <a:xfrm>
            <a:off x="52554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7" name="Rectangle 66">
            <a:extLst>
              <a:ext uri="{FF2B5EF4-FFF2-40B4-BE49-F238E27FC236}">
                <a16:creationId xmlns:a16="http://schemas.microsoft.com/office/drawing/2014/main" id="{C6749CF6-0B70-FC45-9ACB-BD380E52EF0A}"/>
              </a:ext>
            </a:extLst>
          </p:cNvPr>
          <p:cNvSpPr>
            <a:spLocks noChangeArrowheads="1"/>
          </p:cNvSpPr>
          <p:nvPr/>
        </p:nvSpPr>
        <p:spPr bwMode="auto">
          <a:xfrm>
            <a:off x="5272088" y="2245519"/>
            <a:ext cx="946547" cy="61317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8" name="Text Box 67">
            <a:extLst>
              <a:ext uri="{FF2B5EF4-FFF2-40B4-BE49-F238E27FC236}">
                <a16:creationId xmlns:a16="http://schemas.microsoft.com/office/drawing/2014/main" id="{AEF2B27D-25C2-264F-BE74-3F20C4C9605A}"/>
              </a:ext>
            </a:extLst>
          </p:cNvPr>
          <p:cNvSpPr txBox="1">
            <a:spLocks noChangeArrowheads="1"/>
          </p:cNvSpPr>
          <p:nvPr/>
        </p:nvSpPr>
        <p:spPr bwMode="auto">
          <a:xfrm>
            <a:off x="52554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9" name="Line 68">
            <a:extLst>
              <a:ext uri="{FF2B5EF4-FFF2-40B4-BE49-F238E27FC236}">
                <a16:creationId xmlns:a16="http://schemas.microsoft.com/office/drawing/2014/main" id="{8C6C2175-E248-5847-B455-CBC2D8A24773}"/>
              </a:ext>
            </a:extLst>
          </p:cNvPr>
          <p:cNvSpPr>
            <a:spLocks noChangeShapeType="1"/>
          </p:cNvSpPr>
          <p:nvPr/>
        </p:nvSpPr>
        <p:spPr bwMode="auto">
          <a:xfrm>
            <a:off x="52685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0" name="Text Box 69">
            <a:extLst>
              <a:ext uri="{FF2B5EF4-FFF2-40B4-BE49-F238E27FC236}">
                <a16:creationId xmlns:a16="http://schemas.microsoft.com/office/drawing/2014/main" id="{16AB0004-94A2-EF41-AFAF-0BE4F1126E24}"/>
              </a:ext>
            </a:extLst>
          </p:cNvPr>
          <p:cNvSpPr txBox="1">
            <a:spLocks noChangeArrowheads="1"/>
          </p:cNvSpPr>
          <p:nvPr/>
        </p:nvSpPr>
        <p:spPr bwMode="auto">
          <a:xfrm>
            <a:off x="53959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0001" name="Line 70">
            <a:extLst>
              <a:ext uri="{FF2B5EF4-FFF2-40B4-BE49-F238E27FC236}">
                <a16:creationId xmlns:a16="http://schemas.microsoft.com/office/drawing/2014/main" id="{D38CA54F-2146-C848-869C-5C08AA2FF713}"/>
              </a:ext>
            </a:extLst>
          </p:cNvPr>
          <p:cNvSpPr>
            <a:spLocks noChangeShapeType="1"/>
          </p:cNvSpPr>
          <p:nvPr/>
        </p:nvSpPr>
        <p:spPr bwMode="auto">
          <a:xfrm>
            <a:off x="3115866" y="3838575"/>
            <a:ext cx="32004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2" name="Text Box 71">
            <a:extLst>
              <a:ext uri="{FF2B5EF4-FFF2-40B4-BE49-F238E27FC236}">
                <a16:creationId xmlns:a16="http://schemas.microsoft.com/office/drawing/2014/main" id="{B4474CBF-D479-D347-9C2D-192008C1EAD6}"/>
              </a:ext>
            </a:extLst>
          </p:cNvPr>
          <p:cNvSpPr txBox="1">
            <a:spLocks noChangeArrowheads="1"/>
          </p:cNvSpPr>
          <p:nvPr/>
        </p:nvSpPr>
        <p:spPr bwMode="auto">
          <a:xfrm>
            <a:off x="4311254" y="3712369"/>
            <a:ext cx="931665" cy="30008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10003" name="矩形 1">
            <a:extLst>
              <a:ext uri="{FF2B5EF4-FFF2-40B4-BE49-F238E27FC236}">
                <a16:creationId xmlns:a16="http://schemas.microsoft.com/office/drawing/2014/main" id="{FE3A2D46-6BE9-C147-972A-CAD856646886}"/>
              </a:ext>
            </a:extLst>
          </p:cNvPr>
          <p:cNvSpPr>
            <a:spLocks noChangeArrowheads="1"/>
          </p:cNvSpPr>
          <p:nvPr/>
        </p:nvSpPr>
        <p:spPr bwMode="auto">
          <a:xfrm>
            <a:off x="2356247" y="4067175"/>
            <a:ext cx="4708922"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使用双协议栈进行从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
        <p:nvSpPr>
          <p:cNvPr id="510004" name="Text Box 64">
            <a:extLst>
              <a:ext uri="{FF2B5EF4-FFF2-40B4-BE49-F238E27FC236}">
                <a16:creationId xmlns:a16="http://schemas.microsoft.com/office/drawing/2014/main" id="{48321F2E-E3F8-7A45-844D-82CCD9D5874A}"/>
              </a:ext>
            </a:extLst>
          </p:cNvPr>
          <p:cNvSpPr txBox="1">
            <a:spLocks noChangeArrowheads="1"/>
          </p:cNvSpPr>
          <p:nvPr/>
        </p:nvSpPr>
        <p:spPr bwMode="auto">
          <a:xfrm>
            <a:off x="3227785"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0005" name="Text Box 65">
            <a:extLst>
              <a:ext uri="{FF2B5EF4-FFF2-40B4-BE49-F238E27FC236}">
                <a16:creationId xmlns:a16="http://schemas.microsoft.com/office/drawing/2014/main" id="{880E8DC1-1DDA-0246-8328-A9A66BBF35C9}"/>
              </a:ext>
            </a:extLst>
          </p:cNvPr>
          <p:cNvSpPr txBox="1">
            <a:spLocks noChangeArrowheads="1"/>
          </p:cNvSpPr>
          <p:nvPr/>
        </p:nvSpPr>
        <p:spPr bwMode="auto">
          <a:xfrm>
            <a:off x="5278041"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Tree>
    <p:extLst>
      <p:ext uri="{BB962C8B-B14F-4D97-AF65-F5344CB8AC3E}">
        <p14:creationId xmlns:p14="http://schemas.microsoft.com/office/powerpoint/2010/main" val="3699365578"/>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1" name="标题 1">
            <a:extLst>
              <a:ext uri="{FF2B5EF4-FFF2-40B4-BE49-F238E27FC236}">
                <a16:creationId xmlns:a16="http://schemas.microsoft.com/office/drawing/2014/main" id="{F499BFE1-BC41-B249-B6DB-C8E4503F3812}"/>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sp>
        <p:nvSpPr>
          <p:cNvPr id="512002" name="内容占位符 2">
            <a:extLst>
              <a:ext uri="{FF2B5EF4-FFF2-40B4-BE49-F238E27FC236}">
                <a16:creationId xmlns:a16="http://schemas.microsoft.com/office/drawing/2014/main" id="{BACC7F28-6495-FB4F-858F-85305EE23456}"/>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在</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数据报要进入</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网络时，</a:t>
            </a:r>
            <a:r>
              <a:rPr lang="zh-CN" altLang="zh-CN">
                <a:solidFill>
                  <a:srgbClr val="FF0000"/>
                </a:solidFill>
                <a:latin typeface="Times New Roman" panose="02020603050405020304" pitchFamily="18" charset="0"/>
                <a:ea typeface="宋体" panose="02010600030101010101" pitchFamily="2" charset="-122"/>
              </a:rPr>
              <a:t>把</a:t>
            </a:r>
            <a:r>
              <a:rPr lang="en-US" altLang="zh-CN">
                <a:solidFill>
                  <a:srgbClr val="FF0000"/>
                </a:solidFill>
                <a:latin typeface="Times New Roman" panose="02020603050405020304" pitchFamily="18" charset="0"/>
                <a:ea typeface="宋体" panose="02010600030101010101" pitchFamily="2" charset="-122"/>
              </a:rPr>
              <a:t> IPv6 </a:t>
            </a:r>
            <a:r>
              <a:rPr lang="zh-CN" altLang="zh-CN">
                <a:solidFill>
                  <a:srgbClr val="FF0000"/>
                </a:solidFill>
                <a:latin typeface="Times New Roman" panose="02020603050405020304" pitchFamily="18" charset="0"/>
                <a:ea typeface="宋体" panose="02010600030101010101" pitchFamily="2" charset="-122"/>
              </a:rPr>
              <a:t>数据报封装成为</a:t>
            </a:r>
            <a:r>
              <a:rPr lang="en-US" altLang="zh-CN">
                <a:solidFill>
                  <a:srgbClr val="FF0000"/>
                </a:solidFill>
                <a:latin typeface="Times New Roman" panose="02020603050405020304" pitchFamily="18" charset="0"/>
                <a:ea typeface="宋体" panose="02010600030101010101" pitchFamily="2" charset="-122"/>
              </a:rPr>
              <a:t> IPv4 </a:t>
            </a:r>
            <a:r>
              <a:rPr lang="zh-CN" altLang="zh-CN">
                <a:solidFill>
                  <a:srgbClr val="FF0000"/>
                </a:solidFill>
                <a:latin typeface="Times New Roman" panose="02020603050405020304" pitchFamily="18" charset="0"/>
                <a:ea typeface="宋体" panose="02010600030101010101" pitchFamily="2" charset="-122"/>
              </a:rPr>
              <a:t>数据报</a:t>
            </a:r>
            <a:r>
              <a:rPr lang="zh-CN" altLang="en-US">
                <a:solidFill>
                  <a:srgbClr val="FF000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整个的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数据报变成了</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数据报的数据部分。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数据报离开</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网络中的隧道时，再把数据部分（即原来的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数据报）交给主机的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协议栈。</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77100074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8695" name="Group 23">
            <a:extLst>
              <a:ext uri="{FF2B5EF4-FFF2-40B4-BE49-F238E27FC236}">
                <a16:creationId xmlns:a16="http://schemas.microsoft.com/office/drawing/2014/main" id="{3DB3430B-C452-A645-87C1-5CA0D51B90F5}"/>
              </a:ext>
            </a:extLst>
          </p:cNvPr>
          <p:cNvGrpSpPr>
            <a:grpSpLocks/>
          </p:cNvGrpSpPr>
          <p:nvPr/>
        </p:nvGrpSpPr>
        <p:grpSpPr bwMode="auto">
          <a:xfrm>
            <a:off x="2958169" y="1225257"/>
            <a:ext cx="3458639" cy="798125"/>
            <a:chOff x="912" y="768"/>
            <a:chExt cx="2505" cy="1584"/>
          </a:xfrm>
          <a:solidFill>
            <a:schemeClr val="bg1">
              <a:lumMod val="85000"/>
            </a:schemeClr>
          </a:solidFill>
          <a:effectLst>
            <a:outerShdw dist="38100" dir="2700000" algn="tl" rotWithShape="0">
              <a:schemeClr val="tx1"/>
            </a:outerShdw>
          </a:effectLst>
        </p:grpSpPr>
        <p:sp>
          <p:nvSpPr>
            <p:cNvPr id="668696" name="Oval 24">
              <a:extLst>
                <a:ext uri="{FF2B5EF4-FFF2-40B4-BE49-F238E27FC236}">
                  <a16:creationId xmlns:a16="http://schemas.microsoft.com/office/drawing/2014/main" id="{1E91C2EE-C440-8945-AD34-B27CF2B095C5}"/>
                </a:ext>
              </a:extLst>
            </p:cNvPr>
            <p:cNvSpPr>
              <a:spLocks noChangeArrowheads="1"/>
            </p:cNvSpPr>
            <p:nvPr/>
          </p:nvSpPr>
          <p:spPr bwMode="auto">
            <a:xfrm>
              <a:off x="1751" y="799"/>
              <a:ext cx="1026" cy="628"/>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7" name="Oval 25">
              <a:extLst>
                <a:ext uri="{FF2B5EF4-FFF2-40B4-BE49-F238E27FC236}">
                  <a16:creationId xmlns:a16="http://schemas.microsoft.com/office/drawing/2014/main" id="{5A9E0203-F853-5F4F-8E5B-FDAB7997EFD3}"/>
                </a:ext>
              </a:extLst>
            </p:cNvPr>
            <p:cNvSpPr>
              <a:spLocks noChangeArrowheads="1"/>
            </p:cNvSpPr>
            <p:nvPr/>
          </p:nvSpPr>
          <p:spPr bwMode="auto">
            <a:xfrm>
              <a:off x="1172" y="972"/>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8" name="Oval 26">
              <a:extLst>
                <a:ext uri="{FF2B5EF4-FFF2-40B4-BE49-F238E27FC236}">
                  <a16:creationId xmlns:a16="http://schemas.microsoft.com/office/drawing/2014/main" id="{239A9618-6CE5-9E40-91DD-4BF9722A0FD0}"/>
                </a:ext>
              </a:extLst>
            </p:cNvPr>
            <p:cNvSpPr>
              <a:spLocks noChangeArrowheads="1"/>
            </p:cNvSpPr>
            <p:nvPr/>
          </p:nvSpPr>
          <p:spPr bwMode="auto">
            <a:xfrm>
              <a:off x="926" y="1364"/>
              <a:ext cx="521" cy="502"/>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9" name="Oval 27">
              <a:extLst>
                <a:ext uri="{FF2B5EF4-FFF2-40B4-BE49-F238E27FC236}">
                  <a16:creationId xmlns:a16="http://schemas.microsoft.com/office/drawing/2014/main" id="{B2EA8C42-1449-9047-92B8-66EF0712D69A}"/>
                </a:ext>
              </a:extLst>
            </p:cNvPr>
            <p:cNvSpPr>
              <a:spLocks noChangeArrowheads="1"/>
            </p:cNvSpPr>
            <p:nvPr/>
          </p:nvSpPr>
          <p:spPr bwMode="auto">
            <a:xfrm>
              <a:off x="1085" y="1599"/>
              <a:ext cx="796" cy="54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0" name="Oval 28">
              <a:extLst>
                <a:ext uri="{FF2B5EF4-FFF2-40B4-BE49-F238E27FC236}">
                  <a16:creationId xmlns:a16="http://schemas.microsoft.com/office/drawing/2014/main" id="{78834BB7-2F04-1E4B-82B0-769CD2B94C91}"/>
                </a:ext>
              </a:extLst>
            </p:cNvPr>
            <p:cNvSpPr>
              <a:spLocks noChangeArrowheads="1"/>
            </p:cNvSpPr>
            <p:nvPr/>
          </p:nvSpPr>
          <p:spPr bwMode="auto">
            <a:xfrm>
              <a:off x="1664" y="1693"/>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1" name="Oval 29">
              <a:extLst>
                <a:ext uri="{FF2B5EF4-FFF2-40B4-BE49-F238E27FC236}">
                  <a16:creationId xmlns:a16="http://schemas.microsoft.com/office/drawing/2014/main" id="{3980B5D8-29E9-344D-9255-D3D591027589}"/>
                </a:ext>
              </a:extLst>
            </p:cNvPr>
            <p:cNvSpPr>
              <a:spLocks noChangeArrowheads="1"/>
            </p:cNvSpPr>
            <p:nvPr/>
          </p:nvSpPr>
          <p:spPr bwMode="auto">
            <a:xfrm>
              <a:off x="2445" y="988"/>
              <a:ext cx="751"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2" name="Oval 30">
              <a:extLst>
                <a:ext uri="{FF2B5EF4-FFF2-40B4-BE49-F238E27FC236}">
                  <a16:creationId xmlns:a16="http://schemas.microsoft.com/office/drawing/2014/main" id="{0C5E32B5-9BEE-E048-82AF-C58312AB5E3C}"/>
                </a:ext>
              </a:extLst>
            </p:cNvPr>
            <p:cNvSpPr>
              <a:spLocks noChangeArrowheads="1"/>
            </p:cNvSpPr>
            <p:nvPr/>
          </p:nvSpPr>
          <p:spPr bwMode="auto">
            <a:xfrm>
              <a:off x="2560" y="1317"/>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3" name="Oval 31">
              <a:extLst>
                <a:ext uri="{FF2B5EF4-FFF2-40B4-BE49-F238E27FC236}">
                  <a16:creationId xmlns:a16="http://schemas.microsoft.com/office/drawing/2014/main" id="{1E982463-4AE6-E24F-86E2-4DC3AF9EFD02}"/>
                </a:ext>
              </a:extLst>
            </p:cNvPr>
            <p:cNvSpPr>
              <a:spLocks noChangeArrowheads="1"/>
            </p:cNvSpPr>
            <p:nvPr/>
          </p:nvSpPr>
          <p:spPr bwMode="auto">
            <a:xfrm>
              <a:off x="2488" y="1427"/>
              <a:ext cx="752"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4" name="Oval 32">
              <a:extLst>
                <a:ext uri="{FF2B5EF4-FFF2-40B4-BE49-F238E27FC236}">
                  <a16:creationId xmlns:a16="http://schemas.microsoft.com/office/drawing/2014/main" id="{DA887CAC-7283-9743-BD5F-3A8CD8D51C5E}"/>
                </a:ext>
              </a:extLst>
            </p:cNvPr>
            <p:cNvSpPr>
              <a:spLocks noChangeArrowheads="1"/>
            </p:cNvSpPr>
            <p:nvPr/>
          </p:nvSpPr>
          <p:spPr bwMode="auto">
            <a:xfrm>
              <a:off x="1360" y="1176"/>
              <a:ext cx="1547"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grpSp>
          <p:nvGrpSpPr>
            <p:cNvPr id="668705" name="Group 33">
              <a:extLst>
                <a:ext uri="{FF2B5EF4-FFF2-40B4-BE49-F238E27FC236}">
                  <a16:creationId xmlns:a16="http://schemas.microsoft.com/office/drawing/2014/main" id="{E6959615-F85E-7448-921C-5D475C7C12BC}"/>
                </a:ext>
              </a:extLst>
            </p:cNvPr>
            <p:cNvGrpSpPr>
              <a:grpSpLocks/>
            </p:cNvGrpSpPr>
            <p:nvPr/>
          </p:nvGrpSpPr>
          <p:grpSpPr bwMode="auto">
            <a:xfrm>
              <a:off x="912" y="768"/>
              <a:ext cx="2505" cy="1553"/>
              <a:chOff x="912" y="768"/>
              <a:chExt cx="2505" cy="1553"/>
            </a:xfrm>
            <a:grpFill/>
          </p:grpSpPr>
          <p:sp>
            <p:nvSpPr>
              <p:cNvPr id="668706" name="Oval 34">
                <a:extLst>
                  <a:ext uri="{FF2B5EF4-FFF2-40B4-BE49-F238E27FC236}">
                    <a16:creationId xmlns:a16="http://schemas.microsoft.com/office/drawing/2014/main" id="{3B8E915A-6B04-4846-8793-E151AF86DB3A}"/>
                  </a:ext>
                </a:extLst>
              </p:cNvPr>
              <p:cNvSpPr>
                <a:spLocks noChangeArrowheads="1"/>
              </p:cNvSpPr>
              <p:nvPr/>
            </p:nvSpPr>
            <p:spPr bwMode="auto">
              <a:xfrm>
                <a:off x="1736" y="768"/>
                <a:ext cx="1027"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7" name="Oval 35">
                <a:extLst>
                  <a:ext uri="{FF2B5EF4-FFF2-40B4-BE49-F238E27FC236}">
                    <a16:creationId xmlns:a16="http://schemas.microsoft.com/office/drawing/2014/main" id="{4983BAE5-249F-334D-AB63-5426A892407F}"/>
                  </a:ext>
                </a:extLst>
              </p:cNvPr>
              <p:cNvSpPr>
                <a:spLocks noChangeArrowheads="1"/>
              </p:cNvSpPr>
              <p:nvPr/>
            </p:nvSpPr>
            <p:spPr bwMode="auto">
              <a:xfrm>
                <a:off x="1158" y="941"/>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8" name="Oval 36">
                <a:extLst>
                  <a:ext uri="{FF2B5EF4-FFF2-40B4-BE49-F238E27FC236}">
                    <a16:creationId xmlns:a16="http://schemas.microsoft.com/office/drawing/2014/main" id="{DC01EA22-0062-3D4B-A652-A27B42CE761A}"/>
                  </a:ext>
                </a:extLst>
              </p:cNvPr>
              <p:cNvSpPr>
                <a:spLocks noChangeArrowheads="1"/>
              </p:cNvSpPr>
              <p:nvPr/>
            </p:nvSpPr>
            <p:spPr bwMode="auto">
              <a:xfrm>
                <a:off x="912" y="1333"/>
                <a:ext cx="520" cy="501"/>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0" name="Oval 38">
                <a:extLst>
                  <a:ext uri="{FF2B5EF4-FFF2-40B4-BE49-F238E27FC236}">
                    <a16:creationId xmlns:a16="http://schemas.microsoft.com/office/drawing/2014/main" id="{98D843ED-7404-CA4E-A92A-F4DFA62A30A5}"/>
                  </a:ext>
                </a:extLst>
              </p:cNvPr>
              <p:cNvSpPr>
                <a:spLocks noChangeArrowheads="1"/>
              </p:cNvSpPr>
              <p:nvPr/>
            </p:nvSpPr>
            <p:spPr bwMode="auto">
              <a:xfrm>
                <a:off x="1649" y="1662"/>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1" name="Oval 39">
                <a:extLst>
                  <a:ext uri="{FF2B5EF4-FFF2-40B4-BE49-F238E27FC236}">
                    <a16:creationId xmlns:a16="http://schemas.microsoft.com/office/drawing/2014/main" id="{B60F9308-A018-F34B-8BF8-C40F6A2885CA}"/>
                  </a:ext>
                </a:extLst>
              </p:cNvPr>
              <p:cNvSpPr>
                <a:spLocks noChangeArrowheads="1"/>
              </p:cNvSpPr>
              <p:nvPr/>
            </p:nvSpPr>
            <p:spPr bwMode="auto">
              <a:xfrm>
                <a:off x="2430" y="95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2" name="Oval 40">
                <a:extLst>
                  <a:ext uri="{FF2B5EF4-FFF2-40B4-BE49-F238E27FC236}">
                    <a16:creationId xmlns:a16="http://schemas.microsoft.com/office/drawing/2014/main" id="{21C76CC9-2F09-5641-9A8F-8F560B07C33F}"/>
                  </a:ext>
                </a:extLst>
              </p:cNvPr>
              <p:cNvSpPr>
                <a:spLocks noChangeArrowheads="1"/>
              </p:cNvSpPr>
              <p:nvPr/>
            </p:nvSpPr>
            <p:spPr bwMode="auto">
              <a:xfrm>
                <a:off x="2546" y="128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3" name="Oval 41">
                <a:extLst>
                  <a:ext uri="{FF2B5EF4-FFF2-40B4-BE49-F238E27FC236}">
                    <a16:creationId xmlns:a16="http://schemas.microsoft.com/office/drawing/2014/main" id="{6CFBC984-E411-7343-97B9-9E1C68E9D7EE}"/>
                  </a:ext>
                </a:extLst>
              </p:cNvPr>
              <p:cNvSpPr>
                <a:spLocks noChangeArrowheads="1"/>
              </p:cNvSpPr>
              <p:nvPr/>
            </p:nvSpPr>
            <p:spPr bwMode="auto">
              <a:xfrm>
                <a:off x="2473" y="1395"/>
                <a:ext cx="752"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4" name="Oval 42">
                <a:extLst>
                  <a:ext uri="{FF2B5EF4-FFF2-40B4-BE49-F238E27FC236}">
                    <a16:creationId xmlns:a16="http://schemas.microsoft.com/office/drawing/2014/main" id="{6C806509-9640-2340-B6FA-384DD19BCEDD}"/>
                  </a:ext>
                </a:extLst>
              </p:cNvPr>
              <p:cNvSpPr>
                <a:spLocks noChangeArrowheads="1"/>
              </p:cNvSpPr>
              <p:nvPr/>
            </p:nvSpPr>
            <p:spPr bwMode="auto">
              <a:xfrm>
                <a:off x="1346" y="1144"/>
                <a:ext cx="1547"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9" name="Oval 37">
                <a:extLst>
                  <a:ext uri="{FF2B5EF4-FFF2-40B4-BE49-F238E27FC236}">
                    <a16:creationId xmlns:a16="http://schemas.microsoft.com/office/drawing/2014/main" id="{1F8018D6-944A-EC4E-AE9D-98C3CB49B53A}"/>
                  </a:ext>
                </a:extLst>
              </p:cNvPr>
              <p:cNvSpPr>
                <a:spLocks noChangeArrowheads="1"/>
              </p:cNvSpPr>
              <p:nvPr/>
            </p:nvSpPr>
            <p:spPr bwMode="auto">
              <a:xfrm>
                <a:off x="995" y="1209"/>
                <a:ext cx="761"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09" name="Oval 37">
                <a:extLst>
                  <a:ext uri="{FF2B5EF4-FFF2-40B4-BE49-F238E27FC236}">
                    <a16:creationId xmlns:a16="http://schemas.microsoft.com/office/drawing/2014/main" id="{807946DE-6953-3C4F-B3F7-328EFFE16D6A}"/>
                  </a:ext>
                </a:extLst>
              </p:cNvPr>
              <p:cNvSpPr>
                <a:spLocks noChangeArrowheads="1"/>
              </p:cNvSpPr>
              <p:nvPr/>
            </p:nvSpPr>
            <p:spPr bwMode="auto">
              <a:xfrm>
                <a:off x="1853" y="1209"/>
                <a:ext cx="769"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10" name="Oval 37">
                <a:extLst>
                  <a:ext uri="{FF2B5EF4-FFF2-40B4-BE49-F238E27FC236}">
                    <a16:creationId xmlns:a16="http://schemas.microsoft.com/office/drawing/2014/main" id="{8FFDACF6-A28F-7A4E-A95D-8D2FBF966A3B}"/>
                  </a:ext>
                </a:extLst>
              </p:cNvPr>
              <p:cNvSpPr>
                <a:spLocks noChangeArrowheads="1"/>
              </p:cNvSpPr>
              <p:nvPr/>
            </p:nvSpPr>
            <p:spPr bwMode="auto">
              <a:xfrm>
                <a:off x="2673" y="1209"/>
                <a:ext cx="744"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grpSp>
      </p:grpSp>
      <p:sp>
        <p:nvSpPr>
          <p:cNvPr id="513026" name="Line 44">
            <a:extLst>
              <a:ext uri="{FF2B5EF4-FFF2-40B4-BE49-F238E27FC236}">
                <a16:creationId xmlns:a16="http://schemas.microsoft.com/office/drawing/2014/main" id="{6743C6F8-F0CC-C545-B581-D15F4F327205}"/>
              </a:ext>
            </a:extLst>
          </p:cNvPr>
          <p:cNvSpPr>
            <a:spLocks noChangeShapeType="1"/>
          </p:cNvSpPr>
          <p:nvPr/>
        </p:nvSpPr>
        <p:spPr bwMode="auto">
          <a:xfrm>
            <a:off x="1775222" y="1731169"/>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13027" name="Picture 45">
            <a:extLst>
              <a:ext uri="{FF2B5EF4-FFF2-40B4-BE49-F238E27FC236}">
                <a16:creationId xmlns:a16="http://schemas.microsoft.com/office/drawing/2014/main" id="{3F72F70F-6BBF-444B-AC79-3A30706007E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6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3028" name="Picture 50">
            <a:extLst>
              <a:ext uri="{FF2B5EF4-FFF2-40B4-BE49-F238E27FC236}">
                <a16:creationId xmlns:a16="http://schemas.microsoft.com/office/drawing/2014/main" id="{95459A24-EAB5-354F-8518-C66E690CB21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29" name="Text Box 51">
            <a:extLst>
              <a:ext uri="{FF2B5EF4-FFF2-40B4-BE49-F238E27FC236}">
                <a16:creationId xmlns:a16="http://schemas.microsoft.com/office/drawing/2014/main" id="{F5A053E7-5E80-7C4B-8040-17C57688E64D}"/>
              </a:ext>
            </a:extLst>
          </p:cNvPr>
          <p:cNvSpPr txBox="1">
            <a:spLocks noChangeArrowheads="1"/>
          </p:cNvSpPr>
          <p:nvPr/>
        </p:nvSpPr>
        <p:spPr bwMode="auto">
          <a:xfrm>
            <a:off x="1546622"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0" name="Text Box 52">
            <a:extLst>
              <a:ext uri="{FF2B5EF4-FFF2-40B4-BE49-F238E27FC236}">
                <a16:creationId xmlns:a16="http://schemas.microsoft.com/office/drawing/2014/main" id="{1D8DAF7B-8A6D-4F4F-B43C-29026716D2B5}"/>
              </a:ext>
            </a:extLst>
          </p:cNvPr>
          <p:cNvSpPr txBox="1">
            <a:spLocks noChangeArrowheads="1"/>
          </p:cNvSpPr>
          <p:nvPr/>
        </p:nvSpPr>
        <p:spPr bwMode="auto">
          <a:xfrm>
            <a:off x="7428310"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1" name="Text Box 53">
            <a:extLst>
              <a:ext uri="{FF2B5EF4-FFF2-40B4-BE49-F238E27FC236}">
                <a16:creationId xmlns:a16="http://schemas.microsoft.com/office/drawing/2014/main" id="{0DD4FD93-E5F3-B44F-AA70-C13576C379A9}"/>
              </a:ext>
            </a:extLst>
          </p:cNvPr>
          <p:cNvSpPr txBox="1">
            <a:spLocks noChangeArrowheads="1"/>
          </p:cNvSpPr>
          <p:nvPr/>
        </p:nvSpPr>
        <p:spPr bwMode="auto">
          <a:xfrm>
            <a:off x="1356122" y="1513285"/>
            <a:ext cx="27924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A</a:t>
            </a:r>
          </a:p>
        </p:txBody>
      </p:sp>
      <p:sp>
        <p:nvSpPr>
          <p:cNvPr id="513032" name="Text Box 58">
            <a:extLst>
              <a:ext uri="{FF2B5EF4-FFF2-40B4-BE49-F238E27FC236}">
                <a16:creationId xmlns:a16="http://schemas.microsoft.com/office/drawing/2014/main" id="{99005CFE-3C8C-894D-B95C-516497005390}"/>
              </a:ext>
            </a:extLst>
          </p:cNvPr>
          <p:cNvSpPr txBox="1">
            <a:spLocks noChangeArrowheads="1"/>
          </p:cNvSpPr>
          <p:nvPr/>
        </p:nvSpPr>
        <p:spPr bwMode="auto">
          <a:xfrm>
            <a:off x="7314010" y="1475185"/>
            <a:ext cx="256802"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F</a:t>
            </a:r>
          </a:p>
        </p:txBody>
      </p:sp>
      <p:sp>
        <p:nvSpPr>
          <p:cNvPr id="513033" name="Line 59">
            <a:extLst>
              <a:ext uri="{FF2B5EF4-FFF2-40B4-BE49-F238E27FC236}">
                <a16:creationId xmlns:a16="http://schemas.microsoft.com/office/drawing/2014/main" id="{F39A14AA-8305-BD46-84E3-48998D3064B5}"/>
              </a:ext>
            </a:extLst>
          </p:cNvPr>
          <p:cNvSpPr>
            <a:spLocks noChangeShapeType="1"/>
          </p:cNvSpPr>
          <p:nvPr/>
        </p:nvSpPr>
        <p:spPr bwMode="auto">
          <a:xfrm>
            <a:off x="17180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4" name="Line 60">
            <a:extLst>
              <a:ext uri="{FF2B5EF4-FFF2-40B4-BE49-F238E27FC236}">
                <a16:creationId xmlns:a16="http://schemas.microsoft.com/office/drawing/2014/main" id="{75BDF493-6A23-0846-8D66-DEAFE8D91313}"/>
              </a:ext>
            </a:extLst>
          </p:cNvPr>
          <p:cNvSpPr>
            <a:spLocks noChangeShapeType="1"/>
          </p:cNvSpPr>
          <p:nvPr/>
        </p:nvSpPr>
        <p:spPr bwMode="auto">
          <a:xfrm>
            <a:off x="33182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5" name="Line 61">
            <a:extLst>
              <a:ext uri="{FF2B5EF4-FFF2-40B4-BE49-F238E27FC236}">
                <a16:creationId xmlns:a16="http://schemas.microsoft.com/office/drawing/2014/main" id="{A6B9D772-D5DE-1045-9CC9-2E7E5A3955EE}"/>
              </a:ext>
            </a:extLst>
          </p:cNvPr>
          <p:cNvSpPr>
            <a:spLocks noChangeShapeType="1"/>
          </p:cNvSpPr>
          <p:nvPr/>
        </p:nvSpPr>
        <p:spPr bwMode="auto">
          <a:xfrm>
            <a:off x="543282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6" name="Line 62">
            <a:extLst>
              <a:ext uri="{FF2B5EF4-FFF2-40B4-BE49-F238E27FC236}">
                <a16:creationId xmlns:a16="http://schemas.microsoft.com/office/drawing/2014/main" id="{F297C6AA-F215-B240-A26D-3EDCD78630D4}"/>
              </a:ext>
            </a:extLst>
          </p:cNvPr>
          <p:cNvSpPr>
            <a:spLocks noChangeShapeType="1"/>
          </p:cNvSpPr>
          <p:nvPr/>
        </p:nvSpPr>
        <p:spPr bwMode="auto">
          <a:xfrm>
            <a:off x="69758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7" name="Text Box 63">
            <a:extLst>
              <a:ext uri="{FF2B5EF4-FFF2-40B4-BE49-F238E27FC236}">
                <a16:creationId xmlns:a16="http://schemas.microsoft.com/office/drawing/2014/main" id="{E9F2977D-510C-7148-958E-FEAAD4A0B903}"/>
              </a:ext>
            </a:extLst>
          </p:cNvPr>
          <p:cNvSpPr txBox="1">
            <a:spLocks noChangeArrowheads="1"/>
          </p:cNvSpPr>
          <p:nvPr/>
        </p:nvSpPr>
        <p:spPr bwMode="auto">
          <a:xfrm>
            <a:off x="4627960" y="2513410"/>
            <a:ext cx="45397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Arial" panose="020B0604020202020204" pitchFamily="34" charset="0"/>
                <a:ea typeface="宋体" panose="02010600030101010101" pitchFamily="2" charset="-122"/>
              </a:rPr>
              <a:t>…</a:t>
            </a:r>
            <a:endParaRPr kumimoji="1" lang="en-US" altLang="zh-CN" sz="2100">
              <a:solidFill>
                <a:srgbClr val="000099"/>
              </a:solidFill>
              <a:latin typeface="微软雅黑" panose="020B0503020204020204" pitchFamily="34" charset="-122"/>
              <a:ea typeface="宋体" panose="02010600030101010101" pitchFamily="2" charset="-122"/>
            </a:endParaRPr>
          </a:p>
        </p:txBody>
      </p:sp>
      <p:sp>
        <p:nvSpPr>
          <p:cNvPr id="513038" name="Text Box 64">
            <a:extLst>
              <a:ext uri="{FF2B5EF4-FFF2-40B4-BE49-F238E27FC236}">
                <a16:creationId xmlns:a16="http://schemas.microsoft.com/office/drawing/2014/main" id="{BF5AE6DA-31A9-5A4B-9008-6C6CFF115460}"/>
              </a:ext>
            </a:extLst>
          </p:cNvPr>
          <p:cNvSpPr txBox="1">
            <a:spLocks noChangeArrowheads="1"/>
          </p:cNvSpPr>
          <p:nvPr/>
        </p:nvSpPr>
        <p:spPr bwMode="auto">
          <a:xfrm>
            <a:off x="3149203"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39" name="Text Box 65">
            <a:extLst>
              <a:ext uri="{FF2B5EF4-FFF2-40B4-BE49-F238E27FC236}">
                <a16:creationId xmlns:a16="http://schemas.microsoft.com/office/drawing/2014/main" id="{F9003F4B-A300-E84A-92AB-ECAEEE5DD658}"/>
              </a:ext>
            </a:extLst>
          </p:cNvPr>
          <p:cNvSpPr txBox="1">
            <a:spLocks noChangeArrowheads="1"/>
          </p:cNvSpPr>
          <p:nvPr/>
        </p:nvSpPr>
        <p:spPr bwMode="auto">
          <a:xfrm>
            <a:off x="5199460"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0" name="Rectangle 80">
            <a:extLst>
              <a:ext uri="{FF2B5EF4-FFF2-40B4-BE49-F238E27FC236}">
                <a16:creationId xmlns:a16="http://schemas.microsoft.com/office/drawing/2014/main" id="{09591E55-D0E7-4640-BC65-35011B8A9343}"/>
              </a:ext>
            </a:extLst>
          </p:cNvPr>
          <p:cNvSpPr>
            <a:spLocks noChangeArrowheads="1"/>
          </p:cNvSpPr>
          <p:nvPr/>
        </p:nvSpPr>
        <p:spPr bwMode="auto">
          <a:xfrm>
            <a:off x="324802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1" name="Text Box 81">
            <a:extLst>
              <a:ext uri="{FF2B5EF4-FFF2-40B4-BE49-F238E27FC236}">
                <a16:creationId xmlns:a16="http://schemas.microsoft.com/office/drawing/2014/main" id="{424AE2CE-6E94-F742-A617-4E1D7EE46193}"/>
              </a:ext>
            </a:extLst>
          </p:cNvPr>
          <p:cNvSpPr txBox="1">
            <a:spLocks noChangeArrowheads="1"/>
          </p:cNvSpPr>
          <p:nvPr/>
        </p:nvSpPr>
        <p:spPr bwMode="auto">
          <a:xfrm>
            <a:off x="324802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42" name="Rectangle 82">
            <a:extLst>
              <a:ext uri="{FF2B5EF4-FFF2-40B4-BE49-F238E27FC236}">
                <a16:creationId xmlns:a16="http://schemas.microsoft.com/office/drawing/2014/main" id="{4709ADD2-47F3-D24C-B452-7A4683FC761C}"/>
              </a:ext>
            </a:extLst>
          </p:cNvPr>
          <p:cNvSpPr>
            <a:spLocks noChangeArrowheads="1"/>
          </p:cNvSpPr>
          <p:nvPr/>
        </p:nvSpPr>
        <p:spPr bwMode="auto">
          <a:xfrm>
            <a:off x="333017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3" name="Text Box 83">
            <a:extLst>
              <a:ext uri="{FF2B5EF4-FFF2-40B4-BE49-F238E27FC236}">
                <a16:creationId xmlns:a16="http://schemas.microsoft.com/office/drawing/2014/main" id="{445BD1CD-B3A0-514F-A6F0-9C9AD3E6A118}"/>
              </a:ext>
            </a:extLst>
          </p:cNvPr>
          <p:cNvSpPr txBox="1">
            <a:spLocks noChangeArrowheads="1"/>
          </p:cNvSpPr>
          <p:nvPr/>
        </p:nvSpPr>
        <p:spPr bwMode="auto">
          <a:xfrm>
            <a:off x="342520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44" name="AutoShape 84">
            <a:extLst>
              <a:ext uri="{FF2B5EF4-FFF2-40B4-BE49-F238E27FC236}">
                <a16:creationId xmlns:a16="http://schemas.microsoft.com/office/drawing/2014/main" id="{8EED5C46-CF73-724F-BEFC-F134ABD797A9}"/>
              </a:ext>
            </a:extLst>
          </p:cNvPr>
          <p:cNvSpPr>
            <a:spLocks noChangeArrowheads="1"/>
          </p:cNvSpPr>
          <p:nvPr/>
        </p:nvSpPr>
        <p:spPr bwMode="auto">
          <a:xfrm>
            <a:off x="2632472" y="2770585"/>
            <a:ext cx="857250" cy="158353"/>
          </a:xfrm>
          <a:prstGeom prst="rightArrow">
            <a:avLst>
              <a:gd name="adj1" fmla="val 50000"/>
              <a:gd name="adj2" fmla="val 1249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5" name="Text Box 88">
            <a:extLst>
              <a:ext uri="{FF2B5EF4-FFF2-40B4-BE49-F238E27FC236}">
                <a16:creationId xmlns:a16="http://schemas.microsoft.com/office/drawing/2014/main" id="{B3F8599E-217F-EC4F-9937-89365ED1CB0C}"/>
              </a:ext>
            </a:extLst>
          </p:cNvPr>
          <p:cNvSpPr txBox="1">
            <a:spLocks noChangeArrowheads="1"/>
          </p:cNvSpPr>
          <p:nvPr/>
        </p:nvSpPr>
        <p:spPr bwMode="auto">
          <a:xfrm>
            <a:off x="6082283" y="977504"/>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13046" name="Rectangle 90">
            <a:extLst>
              <a:ext uri="{FF2B5EF4-FFF2-40B4-BE49-F238E27FC236}">
                <a16:creationId xmlns:a16="http://schemas.microsoft.com/office/drawing/2014/main" id="{18D32906-88BE-2F4D-88AB-B1D4410BA682}"/>
              </a:ext>
            </a:extLst>
          </p:cNvPr>
          <p:cNvSpPr>
            <a:spLocks noChangeArrowheads="1"/>
          </p:cNvSpPr>
          <p:nvPr/>
        </p:nvSpPr>
        <p:spPr bwMode="auto">
          <a:xfrm>
            <a:off x="1590675"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7" name="Text Box 91">
            <a:extLst>
              <a:ext uri="{FF2B5EF4-FFF2-40B4-BE49-F238E27FC236}">
                <a16:creationId xmlns:a16="http://schemas.microsoft.com/office/drawing/2014/main" id="{03748A44-3375-6B43-BFFA-EFAF957491B5}"/>
              </a:ext>
            </a:extLst>
          </p:cNvPr>
          <p:cNvSpPr txBox="1">
            <a:spLocks noChangeArrowheads="1"/>
          </p:cNvSpPr>
          <p:nvPr/>
        </p:nvSpPr>
        <p:spPr bwMode="auto">
          <a:xfrm>
            <a:off x="1590676" y="2196704"/>
            <a:ext cx="1051322"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48" name="Text Box 92">
            <a:extLst>
              <a:ext uri="{FF2B5EF4-FFF2-40B4-BE49-F238E27FC236}">
                <a16:creationId xmlns:a16="http://schemas.microsoft.com/office/drawing/2014/main" id="{757C8126-F48A-E647-95E2-6EBF8FE1EB6F}"/>
              </a:ext>
            </a:extLst>
          </p:cNvPr>
          <p:cNvSpPr txBox="1">
            <a:spLocks noChangeArrowheads="1"/>
          </p:cNvSpPr>
          <p:nvPr/>
        </p:nvSpPr>
        <p:spPr bwMode="auto">
          <a:xfrm>
            <a:off x="1518047"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9" name="Line 93">
            <a:extLst>
              <a:ext uri="{FF2B5EF4-FFF2-40B4-BE49-F238E27FC236}">
                <a16:creationId xmlns:a16="http://schemas.microsoft.com/office/drawing/2014/main" id="{1649D4D3-03A5-EC47-9558-26544A267BCB}"/>
              </a:ext>
            </a:extLst>
          </p:cNvPr>
          <p:cNvSpPr>
            <a:spLocks noChangeShapeType="1"/>
          </p:cNvSpPr>
          <p:nvPr/>
        </p:nvSpPr>
        <p:spPr bwMode="auto">
          <a:xfrm>
            <a:off x="1603773" y="2947988"/>
            <a:ext cx="939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0" name="Line 94">
            <a:extLst>
              <a:ext uri="{FF2B5EF4-FFF2-40B4-BE49-F238E27FC236}">
                <a16:creationId xmlns:a16="http://schemas.microsoft.com/office/drawing/2014/main" id="{1415CEDC-02CF-BA40-B9DA-294DDEEA1A7B}"/>
              </a:ext>
            </a:extLst>
          </p:cNvPr>
          <p:cNvSpPr>
            <a:spLocks noChangeShapeType="1"/>
          </p:cNvSpPr>
          <p:nvPr/>
        </p:nvSpPr>
        <p:spPr bwMode="auto">
          <a:xfrm>
            <a:off x="2575323" y="2224088"/>
            <a:ext cx="754856" cy="39886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1" name="Line 95">
            <a:extLst>
              <a:ext uri="{FF2B5EF4-FFF2-40B4-BE49-F238E27FC236}">
                <a16:creationId xmlns:a16="http://schemas.microsoft.com/office/drawing/2014/main" id="{F8397B48-6BE1-FF42-AA84-6F09EC19D52C}"/>
              </a:ext>
            </a:extLst>
          </p:cNvPr>
          <p:cNvSpPr>
            <a:spLocks noChangeShapeType="1"/>
          </p:cNvSpPr>
          <p:nvPr/>
        </p:nvSpPr>
        <p:spPr bwMode="auto">
          <a:xfrm flipV="1">
            <a:off x="2575322" y="3175397"/>
            <a:ext cx="762000" cy="16549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2" name="Rectangle 96">
            <a:extLst>
              <a:ext uri="{FF2B5EF4-FFF2-40B4-BE49-F238E27FC236}">
                <a16:creationId xmlns:a16="http://schemas.microsoft.com/office/drawing/2014/main" id="{BF68855D-71DE-0D4D-B2EB-401BDB9D4460}"/>
              </a:ext>
            </a:extLst>
          </p:cNvPr>
          <p:cNvSpPr>
            <a:spLocks noChangeArrowheads="1"/>
          </p:cNvSpPr>
          <p:nvPr/>
        </p:nvSpPr>
        <p:spPr bwMode="auto">
          <a:xfrm>
            <a:off x="6804422"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3" name="Text Box 97">
            <a:extLst>
              <a:ext uri="{FF2B5EF4-FFF2-40B4-BE49-F238E27FC236}">
                <a16:creationId xmlns:a16="http://schemas.microsoft.com/office/drawing/2014/main" id="{88B0356B-F020-6E4E-832D-9DA065CF25D2}"/>
              </a:ext>
            </a:extLst>
          </p:cNvPr>
          <p:cNvSpPr txBox="1">
            <a:spLocks noChangeArrowheads="1"/>
          </p:cNvSpPr>
          <p:nvPr/>
        </p:nvSpPr>
        <p:spPr bwMode="auto">
          <a:xfrm>
            <a:off x="6804422" y="2196704"/>
            <a:ext cx="10668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54" name="Text Box 98">
            <a:extLst>
              <a:ext uri="{FF2B5EF4-FFF2-40B4-BE49-F238E27FC236}">
                <a16:creationId xmlns:a16="http://schemas.microsoft.com/office/drawing/2014/main" id="{EF119AE7-94ED-064B-9C1C-99DB1197DD3E}"/>
              </a:ext>
            </a:extLst>
          </p:cNvPr>
          <p:cNvSpPr txBox="1">
            <a:spLocks noChangeArrowheads="1"/>
          </p:cNvSpPr>
          <p:nvPr/>
        </p:nvSpPr>
        <p:spPr bwMode="auto">
          <a:xfrm>
            <a:off x="6731794"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55" name="Line 99">
            <a:extLst>
              <a:ext uri="{FF2B5EF4-FFF2-40B4-BE49-F238E27FC236}">
                <a16:creationId xmlns:a16="http://schemas.microsoft.com/office/drawing/2014/main" id="{976DBAB6-98BF-154C-9387-5CD8A5BC6406}"/>
              </a:ext>
            </a:extLst>
          </p:cNvPr>
          <p:cNvSpPr>
            <a:spLocks noChangeShapeType="1"/>
          </p:cNvSpPr>
          <p:nvPr/>
        </p:nvSpPr>
        <p:spPr bwMode="auto">
          <a:xfrm>
            <a:off x="6817519" y="2947988"/>
            <a:ext cx="9394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6" name="Rectangle 100">
            <a:extLst>
              <a:ext uri="{FF2B5EF4-FFF2-40B4-BE49-F238E27FC236}">
                <a16:creationId xmlns:a16="http://schemas.microsoft.com/office/drawing/2014/main" id="{58CDF810-2857-D449-BF9E-E8399A624F03}"/>
              </a:ext>
            </a:extLst>
          </p:cNvPr>
          <p:cNvSpPr>
            <a:spLocks noChangeArrowheads="1"/>
          </p:cNvSpPr>
          <p:nvPr/>
        </p:nvSpPr>
        <p:spPr bwMode="auto">
          <a:xfrm>
            <a:off x="524827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7" name="Text Box 101">
            <a:extLst>
              <a:ext uri="{FF2B5EF4-FFF2-40B4-BE49-F238E27FC236}">
                <a16:creationId xmlns:a16="http://schemas.microsoft.com/office/drawing/2014/main" id="{AD575B4C-D29F-B14F-8685-3886B030560D}"/>
              </a:ext>
            </a:extLst>
          </p:cNvPr>
          <p:cNvSpPr txBox="1">
            <a:spLocks noChangeArrowheads="1"/>
          </p:cNvSpPr>
          <p:nvPr/>
        </p:nvSpPr>
        <p:spPr bwMode="auto">
          <a:xfrm>
            <a:off x="524827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58" name="Rectangle 102">
            <a:extLst>
              <a:ext uri="{FF2B5EF4-FFF2-40B4-BE49-F238E27FC236}">
                <a16:creationId xmlns:a16="http://schemas.microsoft.com/office/drawing/2014/main" id="{170698BE-1912-024F-8459-58D3FE3F0F92}"/>
              </a:ext>
            </a:extLst>
          </p:cNvPr>
          <p:cNvSpPr>
            <a:spLocks noChangeArrowheads="1"/>
          </p:cNvSpPr>
          <p:nvPr/>
        </p:nvSpPr>
        <p:spPr bwMode="auto">
          <a:xfrm>
            <a:off x="533042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9" name="Text Box 103">
            <a:extLst>
              <a:ext uri="{FF2B5EF4-FFF2-40B4-BE49-F238E27FC236}">
                <a16:creationId xmlns:a16="http://schemas.microsoft.com/office/drawing/2014/main" id="{63311DA1-D40E-D24D-81DB-049CA17952AC}"/>
              </a:ext>
            </a:extLst>
          </p:cNvPr>
          <p:cNvSpPr txBox="1">
            <a:spLocks noChangeArrowheads="1"/>
          </p:cNvSpPr>
          <p:nvPr/>
        </p:nvSpPr>
        <p:spPr bwMode="auto">
          <a:xfrm>
            <a:off x="542545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60" name="Line 104">
            <a:extLst>
              <a:ext uri="{FF2B5EF4-FFF2-40B4-BE49-F238E27FC236}">
                <a16:creationId xmlns:a16="http://schemas.microsoft.com/office/drawing/2014/main" id="{31082258-9E89-CF46-88CC-40958C5DC38C}"/>
              </a:ext>
            </a:extLst>
          </p:cNvPr>
          <p:cNvSpPr>
            <a:spLocks noChangeShapeType="1"/>
          </p:cNvSpPr>
          <p:nvPr/>
        </p:nvSpPr>
        <p:spPr bwMode="auto">
          <a:xfrm flipV="1">
            <a:off x="6148387" y="2207419"/>
            <a:ext cx="672704" cy="402431"/>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1" name="Line 105">
            <a:extLst>
              <a:ext uri="{FF2B5EF4-FFF2-40B4-BE49-F238E27FC236}">
                <a16:creationId xmlns:a16="http://schemas.microsoft.com/office/drawing/2014/main" id="{73C82470-FAA8-8244-A638-3EB550B542F3}"/>
              </a:ext>
            </a:extLst>
          </p:cNvPr>
          <p:cNvSpPr>
            <a:spLocks noChangeShapeType="1"/>
          </p:cNvSpPr>
          <p:nvPr/>
        </p:nvSpPr>
        <p:spPr bwMode="auto">
          <a:xfrm>
            <a:off x="6118623" y="3175397"/>
            <a:ext cx="672703" cy="160734"/>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2" name="AutoShape 106">
            <a:extLst>
              <a:ext uri="{FF2B5EF4-FFF2-40B4-BE49-F238E27FC236}">
                <a16:creationId xmlns:a16="http://schemas.microsoft.com/office/drawing/2014/main" id="{819CD8F7-8651-164C-849A-5A1CC3C20CDA}"/>
              </a:ext>
            </a:extLst>
          </p:cNvPr>
          <p:cNvSpPr>
            <a:spLocks noChangeArrowheads="1"/>
          </p:cNvSpPr>
          <p:nvPr/>
        </p:nvSpPr>
        <p:spPr bwMode="auto">
          <a:xfrm>
            <a:off x="6067425" y="2831306"/>
            <a:ext cx="753666" cy="158354"/>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63" name="标题 1">
            <a:extLst>
              <a:ext uri="{FF2B5EF4-FFF2-40B4-BE49-F238E27FC236}">
                <a16:creationId xmlns:a16="http://schemas.microsoft.com/office/drawing/2014/main" id="{838AC506-9FCF-0741-A126-18C062B3F91F}"/>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cxnSp>
        <p:nvCxnSpPr>
          <p:cNvPr id="513064" name="直接连接符 3">
            <a:extLst>
              <a:ext uri="{FF2B5EF4-FFF2-40B4-BE49-F238E27FC236}">
                <a16:creationId xmlns:a16="http://schemas.microsoft.com/office/drawing/2014/main" id="{13A08F64-C0FA-F94B-958B-5B894752CAC3}"/>
              </a:ext>
            </a:extLst>
          </p:cNvPr>
          <p:cNvCxnSpPr>
            <a:cxnSpLocks noChangeShapeType="1"/>
          </p:cNvCxnSpPr>
          <p:nvPr/>
        </p:nvCxnSpPr>
        <p:spPr bwMode="auto">
          <a:xfrm>
            <a:off x="2977754" y="1724025"/>
            <a:ext cx="3476625"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3065" name="Text Box 43">
            <a:extLst>
              <a:ext uri="{FF2B5EF4-FFF2-40B4-BE49-F238E27FC236}">
                <a16:creationId xmlns:a16="http://schemas.microsoft.com/office/drawing/2014/main" id="{94112B43-3AE5-1842-86D8-D675BA5BBD48}"/>
              </a:ext>
            </a:extLst>
          </p:cNvPr>
          <p:cNvSpPr txBox="1">
            <a:spLocks noChangeArrowheads="1"/>
          </p:cNvSpPr>
          <p:nvPr/>
        </p:nvSpPr>
        <p:spPr bwMode="auto">
          <a:xfrm>
            <a:off x="4373166" y="1176337"/>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pic>
        <p:nvPicPr>
          <p:cNvPr id="513066" name="Picture 46">
            <a:extLst>
              <a:ext uri="{FF2B5EF4-FFF2-40B4-BE49-F238E27FC236}">
                <a16:creationId xmlns:a16="http://schemas.microsoft.com/office/drawing/2014/main" id="{E22F82D7-87A9-C94A-9F2A-7E5DA973AE2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76538"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7" name="Picture 47">
            <a:extLst>
              <a:ext uri="{FF2B5EF4-FFF2-40B4-BE49-F238E27FC236}">
                <a16:creationId xmlns:a16="http://schemas.microsoft.com/office/drawing/2014/main" id="{FA3C0D08-60EE-9E4A-8DCC-824F419FE2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707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8" name="Picture 48">
            <a:extLst>
              <a:ext uri="{FF2B5EF4-FFF2-40B4-BE49-F238E27FC236}">
                <a16:creationId xmlns:a16="http://schemas.microsoft.com/office/drawing/2014/main" id="{8D28E237-0FDC-4E48-BA04-031733B532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994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9" name="Picture 49">
            <a:extLst>
              <a:ext uri="{FF2B5EF4-FFF2-40B4-BE49-F238E27FC236}">
                <a16:creationId xmlns:a16="http://schemas.microsoft.com/office/drawing/2014/main" id="{F742D278-84C2-B24D-9DD7-6FFF6D58D42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600"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3070" name="Text Box 54">
            <a:extLst>
              <a:ext uri="{FF2B5EF4-FFF2-40B4-BE49-F238E27FC236}">
                <a16:creationId xmlns:a16="http://schemas.microsoft.com/office/drawing/2014/main" id="{C9235E57-CF07-1F4D-8359-A8853077B303}"/>
              </a:ext>
            </a:extLst>
          </p:cNvPr>
          <p:cNvSpPr txBox="1">
            <a:spLocks noChangeArrowheads="1"/>
          </p:cNvSpPr>
          <p:nvPr/>
        </p:nvSpPr>
        <p:spPr bwMode="auto">
          <a:xfrm>
            <a:off x="2827735" y="1359694"/>
            <a:ext cx="269626"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B</a:t>
            </a:r>
          </a:p>
        </p:txBody>
      </p:sp>
      <p:sp>
        <p:nvSpPr>
          <p:cNvPr id="513071" name="Text Box 55">
            <a:extLst>
              <a:ext uri="{FF2B5EF4-FFF2-40B4-BE49-F238E27FC236}">
                <a16:creationId xmlns:a16="http://schemas.microsoft.com/office/drawing/2014/main" id="{271CE55C-ACE2-AC49-9432-7B091E1537F4}"/>
              </a:ext>
            </a:extLst>
          </p:cNvPr>
          <p:cNvSpPr txBox="1">
            <a:spLocks noChangeArrowheads="1"/>
          </p:cNvSpPr>
          <p:nvPr/>
        </p:nvSpPr>
        <p:spPr bwMode="auto">
          <a:xfrm>
            <a:off x="4142185" y="1359694"/>
            <a:ext cx="27443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C</a:t>
            </a:r>
          </a:p>
        </p:txBody>
      </p:sp>
      <p:sp>
        <p:nvSpPr>
          <p:cNvPr id="513072" name="Text Box 56">
            <a:extLst>
              <a:ext uri="{FF2B5EF4-FFF2-40B4-BE49-F238E27FC236}">
                <a16:creationId xmlns:a16="http://schemas.microsoft.com/office/drawing/2014/main" id="{108F4DFC-43C4-5944-AEE8-71B18E03631D}"/>
              </a:ext>
            </a:extLst>
          </p:cNvPr>
          <p:cNvSpPr txBox="1">
            <a:spLocks noChangeArrowheads="1"/>
          </p:cNvSpPr>
          <p:nvPr/>
        </p:nvSpPr>
        <p:spPr bwMode="auto">
          <a:xfrm>
            <a:off x="5169694" y="1359694"/>
            <a:ext cx="28725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D</a:t>
            </a:r>
          </a:p>
        </p:txBody>
      </p:sp>
      <p:sp>
        <p:nvSpPr>
          <p:cNvPr id="513073" name="Text Box 57">
            <a:extLst>
              <a:ext uri="{FF2B5EF4-FFF2-40B4-BE49-F238E27FC236}">
                <a16:creationId xmlns:a16="http://schemas.microsoft.com/office/drawing/2014/main" id="{E1158C42-CC99-5242-9BD5-293DDDF9C99A}"/>
              </a:ext>
            </a:extLst>
          </p:cNvPr>
          <p:cNvSpPr txBox="1">
            <a:spLocks noChangeArrowheads="1"/>
          </p:cNvSpPr>
          <p:nvPr/>
        </p:nvSpPr>
        <p:spPr bwMode="auto">
          <a:xfrm>
            <a:off x="6423422" y="1359694"/>
            <a:ext cx="25840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E</a:t>
            </a:r>
          </a:p>
        </p:txBody>
      </p:sp>
      <p:sp>
        <p:nvSpPr>
          <p:cNvPr id="513074" name="Text Box 87">
            <a:extLst>
              <a:ext uri="{FF2B5EF4-FFF2-40B4-BE49-F238E27FC236}">
                <a16:creationId xmlns:a16="http://schemas.microsoft.com/office/drawing/2014/main" id="{0E8BECCB-4156-0E4A-88A6-94029CA44444}"/>
              </a:ext>
            </a:extLst>
          </p:cNvPr>
          <p:cNvSpPr txBox="1">
            <a:spLocks noChangeArrowheads="1"/>
          </p:cNvSpPr>
          <p:nvPr/>
        </p:nvSpPr>
        <p:spPr bwMode="auto">
          <a:xfrm>
            <a:off x="2453258" y="976313"/>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grpSp>
        <p:nvGrpSpPr>
          <p:cNvPr id="513075" name="组合 4">
            <a:extLst>
              <a:ext uri="{FF2B5EF4-FFF2-40B4-BE49-F238E27FC236}">
                <a16:creationId xmlns:a16="http://schemas.microsoft.com/office/drawing/2014/main" id="{385B27A3-57AC-9746-AFE6-7CCFCA505A21}"/>
              </a:ext>
            </a:extLst>
          </p:cNvPr>
          <p:cNvGrpSpPr>
            <a:grpSpLocks/>
          </p:cNvGrpSpPr>
          <p:nvPr/>
        </p:nvGrpSpPr>
        <p:grpSpPr bwMode="auto">
          <a:xfrm>
            <a:off x="2931319" y="1874044"/>
            <a:ext cx="3630216" cy="2193131"/>
            <a:chOff x="2922487" y="2420888"/>
            <a:chExt cx="4622801" cy="2590800"/>
          </a:xfrm>
        </p:grpSpPr>
        <p:sp>
          <p:nvSpPr>
            <p:cNvPr id="513079" name="Line 55">
              <a:extLst>
                <a:ext uri="{FF2B5EF4-FFF2-40B4-BE49-F238E27FC236}">
                  <a16:creationId xmlns:a16="http://schemas.microsoft.com/office/drawing/2014/main" id="{E2A55DC2-3876-3847-B457-353735970D91}"/>
                </a:ext>
              </a:extLst>
            </p:cNvPr>
            <p:cNvSpPr>
              <a:spLocks noChangeShapeType="1"/>
            </p:cNvSpPr>
            <p:nvPr/>
          </p:nvSpPr>
          <p:spPr bwMode="auto">
            <a:xfrm>
              <a:off x="2922487"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80" name="Line 56">
              <a:extLst>
                <a:ext uri="{FF2B5EF4-FFF2-40B4-BE49-F238E27FC236}">
                  <a16:creationId xmlns:a16="http://schemas.microsoft.com/office/drawing/2014/main" id="{C2C35E70-A1F2-8F41-A5FB-BD86630A23D6}"/>
                </a:ext>
              </a:extLst>
            </p:cNvPr>
            <p:cNvSpPr>
              <a:spLocks noChangeShapeType="1"/>
            </p:cNvSpPr>
            <p:nvPr/>
          </p:nvSpPr>
          <p:spPr bwMode="auto">
            <a:xfrm>
              <a:off x="7545288"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3076" name="Line 70">
            <a:extLst>
              <a:ext uri="{FF2B5EF4-FFF2-40B4-BE49-F238E27FC236}">
                <a16:creationId xmlns:a16="http://schemas.microsoft.com/office/drawing/2014/main" id="{F729D99F-AEB9-E046-88B4-C409AF0F4DA0}"/>
              </a:ext>
            </a:extLst>
          </p:cNvPr>
          <p:cNvSpPr>
            <a:spLocks noChangeShapeType="1"/>
          </p:cNvSpPr>
          <p:nvPr/>
        </p:nvSpPr>
        <p:spPr bwMode="auto">
          <a:xfrm>
            <a:off x="2942035" y="3849291"/>
            <a:ext cx="3574256"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77" name="Text Box 66">
            <a:extLst>
              <a:ext uri="{FF2B5EF4-FFF2-40B4-BE49-F238E27FC236}">
                <a16:creationId xmlns:a16="http://schemas.microsoft.com/office/drawing/2014/main" id="{4090C6B3-D205-DD4E-A209-A01CA5BDD064}"/>
              </a:ext>
            </a:extLst>
          </p:cNvPr>
          <p:cNvSpPr txBox="1">
            <a:spLocks noChangeArrowheads="1"/>
          </p:cNvSpPr>
          <p:nvPr/>
        </p:nvSpPr>
        <p:spPr bwMode="auto">
          <a:xfrm>
            <a:off x="4371975" y="3700462"/>
            <a:ext cx="958454"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a:t>
            </a:r>
            <a:r>
              <a:rPr kumimoji="1" lang="zh-CN" altLang="en-US" sz="1350">
                <a:solidFill>
                  <a:srgbClr val="000099"/>
                </a:solidFill>
                <a:latin typeface="微软雅黑" panose="020B0503020204020204" pitchFamily="34" charset="-122"/>
                <a:ea typeface="宋体" panose="02010600030101010101" pitchFamily="2" charset="-122"/>
              </a:rPr>
              <a:t>网络 </a:t>
            </a:r>
          </a:p>
        </p:txBody>
      </p:sp>
      <p:sp>
        <p:nvSpPr>
          <p:cNvPr id="513078" name="矩形 7">
            <a:extLst>
              <a:ext uri="{FF2B5EF4-FFF2-40B4-BE49-F238E27FC236}">
                <a16:creationId xmlns:a16="http://schemas.microsoft.com/office/drawing/2014/main" id="{4CD6FDEA-9527-BE40-A901-4D551DF618C5}"/>
              </a:ext>
            </a:extLst>
          </p:cNvPr>
          <p:cNvSpPr>
            <a:spLocks noChangeArrowheads="1"/>
          </p:cNvSpPr>
          <p:nvPr/>
        </p:nvSpPr>
        <p:spPr bwMode="auto">
          <a:xfrm>
            <a:off x="2427685" y="4096941"/>
            <a:ext cx="4548188"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使用隧道技术进行从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39668132"/>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3" name="灯片编号占位符 3">
            <a:extLst>
              <a:ext uri="{FF2B5EF4-FFF2-40B4-BE49-F238E27FC236}">
                <a16:creationId xmlns:a16="http://schemas.microsoft.com/office/drawing/2014/main" id="{08568531-ADDE-2746-87BF-060E5C85466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6830C2-EEC0-2B41-8710-8665CE7BC22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226</a:t>
            </a:fld>
            <a:endParaRPr lang="en-US" altLang="zh-CN" sz="1050">
              <a:solidFill>
                <a:schemeClr val="bg2"/>
              </a:solidFill>
              <a:latin typeface="Tahoma" panose="020B0604030504040204" pitchFamily="34" charset="0"/>
              <a:ea typeface="宋体" panose="02010600030101010101" pitchFamily="2" charset="-122"/>
            </a:endParaRPr>
          </a:p>
        </p:txBody>
      </p:sp>
      <p:sp>
        <p:nvSpPr>
          <p:cNvPr id="515074" name="Rectangle 2">
            <a:extLst>
              <a:ext uri="{FF2B5EF4-FFF2-40B4-BE49-F238E27FC236}">
                <a16:creationId xmlns:a16="http://schemas.microsoft.com/office/drawing/2014/main" id="{CFDAC25F-78BC-8E41-8F8D-C5FD80664C62}"/>
              </a:ext>
            </a:extLst>
          </p:cNvPr>
          <p:cNvSpPr>
            <a:spLocks noGrp="1" noChangeArrowheads="1"/>
          </p:cNvSpPr>
          <p:nvPr>
            <p:ph type="title"/>
          </p:nvPr>
        </p:nvSpPr>
        <p:spPr/>
        <p:txBody>
          <a:bodyPr/>
          <a:lstStyle/>
          <a:p>
            <a:pPr eaLnBrk="1" hangingPunct="1"/>
            <a:r>
              <a:rPr lang="zh-CN" altLang="en-US">
                <a:latin typeface="Times New Roman" panose="02020603050405020304" pitchFamily="18" charset="0"/>
                <a:ea typeface="宋体" panose="02010600030101010101" pitchFamily="2" charset="-122"/>
              </a:rPr>
              <a:t>本章小结</a:t>
            </a:r>
          </a:p>
        </p:txBody>
      </p:sp>
      <p:sp>
        <p:nvSpPr>
          <p:cNvPr id="515075" name="Rectangle 3">
            <a:extLst>
              <a:ext uri="{FF2B5EF4-FFF2-40B4-BE49-F238E27FC236}">
                <a16:creationId xmlns:a16="http://schemas.microsoft.com/office/drawing/2014/main" id="{5544A18D-DB34-A447-9FAD-DD7956ECED26}"/>
              </a:ext>
            </a:extLst>
          </p:cNvPr>
          <p:cNvSpPr>
            <a:spLocks noGrp="1" noChangeArrowheads="1"/>
          </p:cNvSpPr>
          <p:nvPr>
            <p:ph type="body" idx="1"/>
          </p:nvPr>
        </p:nvSpPr>
        <p:spPr>
          <a:xfrm>
            <a:off x="133563" y="1083430"/>
            <a:ext cx="8804953" cy="3604022"/>
          </a:xfrm>
        </p:spPr>
        <p:txBody>
          <a:bodyPr/>
          <a:lstStyle/>
          <a:p>
            <a:pPr eaLnBrk="1" hangingPunct="1"/>
            <a:r>
              <a:rPr lang="zh-CN" altLang="en-US" dirty="0">
                <a:latin typeface="Times New Roman" panose="02020603050405020304" pitchFamily="18" charset="0"/>
                <a:ea typeface="宋体" panose="02010600030101010101" pitchFamily="2" charset="-122"/>
              </a:rPr>
              <a:t>网络层的定义、功能和设计方法</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分组交换：虚电路和数据报</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路由算法的分类和基本原理</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网络互联：</a:t>
            </a:r>
            <a:r>
              <a:rPr lang="en-US" altLang="zh-CN" dirty="0">
                <a:latin typeface="Times New Roman" panose="02020603050405020304" pitchFamily="18" charset="0"/>
                <a:ea typeface="宋体" panose="02010600030101010101" pitchFamily="2" charset="-122"/>
              </a:rPr>
              <a:t>Internet</a:t>
            </a:r>
            <a:r>
              <a:rPr lang="zh-CN" altLang="en-US" dirty="0">
                <a:latin typeface="Times New Roman" panose="02020603050405020304" pitchFamily="18" charset="0"/>
                <a:ea typeface="宋体" panose="02010600030101010101" pitchFamily="2" charset="-122"/>
              </a:rPr>
              <a:t> 的网络层</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协议</a:t>
            </a:r>
            <a:endParaRPr lang="en-US" altLang="zh-CN" dirty="0">
              <a:latin typeface="Times New Roman" panose="02020603050405020304" pitchFamily="18" charset="0"/>
              <a:ea typeface="宋体" panose="02010600030101010101" pitchFamily="2" charset="-122"/>
            </a:endParaRPr>
          </a:p>
          <a:p>
            <a:pPr lvl="1" eaLnBrk="1" hangingPunct="1"/>
            <a:r>
              <a:rPr lang="zh-CN" altLang="en-US" dirty="0">
                <a:latin typeface="Times New Roman" panose="02020603050405020304" pitchFamily="18" charset="0"/>
                <a:ea typeface="宋体" panose="02010600030101010101" pitchFamily="2" charset="-122"/>
              </a:rPr>
              <a:t>子网划分</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OSPF</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BGP</a:t>
            </a:r>
          </a:p>
          <a:p>
            <a:pPr lvl="1" eaLnBrk="1" hangingPunct="1"/>
            <a:r>
              <a:rPr lang="en-US" altLang="zh-CN" dirty="0">
                <a:latin typeface="Times New Roman" panose="02020603050405020304" pitchFamily="18" charset="0"/>
                <a:ea typeface="宋体" panose="02010600030101010101" pitchFamily="2" charset="-122"/>
              </a:rPr>
              <a:t>NAT</a:t>
            </a:r>
          </a:p>
          <a:p>
            <a:pPr lvl="1" eaLnBrk="1" hangingPunct="1"/>
            <a:r>
              <a:rPr lang="en-US" altLang="zh-CN" dirty="0">
                <a:latin typeface="Times New Roman" panose="02020603050405020304" pitchFamily="18" charset="0"/>
                <a:ea typeface="宋体" panose="02010600030101010101" pitchFamily="2" charset="-122"/>
              </a:rPr>
              <a:t>IPv6</a:t>
            </a:r>
          </a:p>
          <a:p>
            <a:pPr eaLnBrk="1" hangingPunct="1"/>
            <a:r>
              <a:rPr lang="zh-CN" altLang="en-US" dirty="0">
                <a:latin typeface="Times New Roman" panose="02020603050405020304" pitchFamily="18" charset="0"/>
                <a:ea typeface="宋体" panose="02010600030101010101" pitchFamily="2" charset="-122"/>
              </a:rPr>
              <a:t>路由器的基本原理</a:t>
            </a:r>
            <a:endParaRPr lang="en-US" altLang="zh-CN" dirty="0">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41692932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17121" name="标题 1">
            <a:extLst>
              <a:ext uri="{FF2B5EF4-FFF2-40B4-BE49-F238E27FC236}">
                <a16:creationId xmlns:a16="http://schemas.microsoft.com/office/drawing/2014/main" id="{A7F09885-4725-E943-888C-AF436B63CFCE}"/>
              </a:ext>
            </a:extLst>
          </p:cNvPr>
          <p:cNvSpPr>
            <a:spLocks noGrp="1" noChangeArrowheads="1"/>
          </p:cNvSpPr>
          <p:nvPr>
            <p:ph type="ctrTitle"/>
          </p:nvPr>
        </p:nvSpPr>
        <p:spPr>
          <a:xfrm>
            <a:off x="1871663" y="1815704"/>
            <a:ext cx="5829300" cy="1096565"/>
          </a:xfrm>
        </p:spPr>
        <p:txBody>
          <a:bodyPr/>
          <a:lstStyle/>
          <a:p>
            <a:pPr algn="ctr"/>
            <a:r>
              <a:rPr kumimoji="1" lang="en-US" altLang="zh-CN" sz="4050">
                <a:latin typeface="Times New Roman" panose="02020603050405020304" pitchFamily="18" charset="0"/>
                <a:ea typeface="宋体" panose="02010600030101010101" pitchFamily="2" charset="-122"/>
              </a:rPr>
              <a:t>END</a:t>
            </a:r>
            <a:r>
              <a:rPr kumimoji="1" lang="zh-CN" altLang="en-US" sz="4050">
                <a:latin typeface="Times New Roman" panose="02020603050405020304" pitchFamily="18" charset="0"/>
                <a:ea typeface="宋体" panose="02010600030101010101" pitchFamily="2" charset="-122"/>
              </a:rPr>
              <a:t>！</a:t>
            </a:r>
          </a:p>
        </p:txBody>
      </p:sp>
    </p:spTree>
    <p:extLst>
      <p:ext uri="{BB962C8B-B14F-4D97-AF65-F5344CB8AC3E}">
        <p14:creationId xmlns:p14="http://schemas.microsoft.com/office/powerpoint/2010/main" val="2002509844"/>
      </p:ext>
    </p:extLst>
  </p:cSld>
  <p:clrMapOvr>
    <a:masterClrMapping/>
  </p:clrMapOvr>
</p:sld>
</file>

<file path=ppt/theme/theme1.xml><?xml version="1.0" encoding="utf-8"?>
<a:theme xmlns:a="http://schemas.openxmlformats.org/drawingml/2006/main" name="自定义设计方案">
  <a:themeElements>
    <a:clrScheme name="绿色">
      <a:dk1>
        <a:srgbClr val="000000"/>
      </a:dk1>
      <a:lt1>
        <a:srgbClr val="FFFFFF"/>
      </a:lt1>
      <a:dk2>
        <a:srgbClr val="455F51"/>
      </a:dk2>
      <a:lt2>
        <a:srgbClr val="E3DED1"/>
      </a:lt2>
      <a:accent1>
        <a:srgbClr val="549E39"/>
      </a:accent1>
      <a:accent2>
        <a:srgbClr val="8AB833"/>
      </a:accent2>
      <a:accent3>
        <a:srgbClr val="FFFFFF"/>
      </a:accent3>
      <a:accent4>
        <a:srgbClr val="000000"/>
      </a:accent4>
      <a:accent5>
        <a:srgbClr val="B3CCAE"/>
      </a:accent5>
      <a:accent6>
        <a:srgbClr val="7DA62D"/>
      </a:accent6>
      <a:hlink>
        <a:srgbClr val="6B9F25"/>
      </a:hlink>
      <a:folHlink>
        <a:srgbClr val="BA6906"/>
      </a:folHlink>
    </a:clrScheme>
    <a:fontScheme name="微软雅黑">
      <a:majorFont>
        <a:latin typeface="Calibri"/>
        <a:ea typeface="微软雅黑"/>
        <a:cs typeface=""/>
      </a:majorFont>
      <a:minorFont>
        <a:latin typeface="Calibri"/>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lnDef>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43825</TotalTime>
  <Pages>0</Pages>
  <Words>23861</Words>
  <Characters>0</Characters>
  <Application>Microsoft Macintosh PowerPoint</Application>
  <DocSecurity>0</DocSecurity>
  <PresentationFormat>全屏显示(16:9)</PresentationFormat>
  <Lines>0</Lines>
  <Paragraphs>4558</Paragraphs>
  <Slides>227</Slides>
  <Notes>204</Notes>
  <HiddenSlides>0</HiddenSlides>
  <MMClips>0</MMClips>
  <ScaleCrop>false</ScaleCrop>
  <HeadingPairs>
    <vt:vector size="8" baseType="variant">
      <vt:variant>
        <vt:lpstr>已用的字体</vt:lpstr>
      </vt:variant>
      <vt:variant>
        <vt:i4>13</vt:i4>
      </vt:variant>
      <vt:variant>
        <vt:lpstr>主题</vt:lpstr>
      </vt:variant>
      <vt:variant>
        <vt:i4>1</vt:i4>
      </vt:variant>
      <vt:variant>
        <vt:lpstr>嵌入 OLE 服务器</vt:lpstr>
      </vt:variant>
      <vt:variant>
        <vt:i4>1</vt:i4>
      </vt:variant>
      <vt:variant>
        <vt:lpstr>幻灯片标题</vt:lpstr>
      </vt:variant>
      <vt:variant>
        <vt:i4>227</vt:i4>
      </vt:variant>
    </vt:vector>
  </HeadingPairs>
  <TitlesOfParts>
    <vt:vector size="242" baseType="lpstr">
      <vt:lpstr>微软雅黑</vt:lpstr>
      <vt:lpstr>Monotype Sorts</vt:lpstr>
      <vt:lpstr>Calibri Light</vt:lpstr>
      <vt:lpstr>Arial Black</vt:lpstr>
      <vt:lpstr>宋体</vt:lpstr>
      <vt:lpstr>Wingdings</vt:lpstr>
      <vt:lpstr>Calibri</vt:lpstr>
      <vt:lpstr>微软雅黑</vt:lpstr>
      <vt:lpstr>Times New Roman</vt:lpstr>
      <vt:lpstr>Arial</vt:lpstr>
      <vt:lpstr>Courier New</vt:lpstr>
      <vt:lpstr>Tahoma</vt:lpstr>
      <vt:lpstr>Consolas</vt:lpstr>
      <vt:lpstr>自定义设计方案</vt:lpstr>
      <vt:lpstr>VISIO</vt:lpstr>
      <vt:lpstr>计算机网络（第 6/7/8 版）</vt:lpstr>
      <vt:lpstr>第 4 章  网络层</vt:lpstr>
      <vt:lpstr>第 4 章  网络层（续）</vt:lpstr>
      <vt:lpstr>本章最重要的内容</vt:lpstr>
      <vt:lpstr>4.1  网络层提供的两种服务 </vt:lpstr>
      <vt:lpstr>电信网的成功经验:让网络负责可靠交付 </vt:lpstr>
      <vt:lpstr>方式一、虚电路服务</vt:lpstr>
      <vt:lpstr>虚电路是逻辑连接</vt:lpstr>
      <vt:lpstr>因特网采用的设计思路</vt:lpstr>
      <vt:lpstr>尽最大努力交付的好处</vt:lpstr>
      <vt:lpstr>方式二、数据报服务</vt:lpstr>
      <vt:lpstr>PowerPoint 演示文稿</vt:lpstr>
      <vt:lpstr>4.2  网际协议IP </vt:lpstr>
      <vt:lpstr>网际层的 IP 协议及配套协议</vt:lpstr>
      <vt:lpstr>4.2.1  虚拟互连网络 </vt:lpstr>
      <vt:lpstr>网络互相连接起来要使用一些中间设备 </vt:lpstr>
      <vt:lpstr>网络互连使用路由器 </vt:lpstr>
      <vt:lpstr>路由器在网际互连中的作用 </vt:lpstr>
      <vt:lpstr>直接交付和间接交付 </vt:lpstr>
      <vt:lpstr>典型的路由器的结构 </vt:lpstr>
      <vt:lpstr>输入端口对线路上收到的分组的处理 </vt:lpstr>
      <vt:lpstr>输出端口将交换结构传送来的分组发送到线路 </vt:lpstr>
      <vt:lpstr>互连网络与虚拟互连网络 </vt:lpstr>
      <vt:lpstr>虚拟互连网络的意义 </vt:lpstr>
      <vt:lpstr>PowerPoint 演示文稿</vt:lpstr>
      <vt:lpstr>从网络层看 IP 数据报的传送 </vt:lpstr>
      <vt:lpstr>4.2.2  分类的 IP 地址</vt:lpstr>
      <vt:lpstr>IP 地址的编址方法 </vt:lpstr>
      <vt:lpstr>分类 IP 地址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点分十进制记法 </vt:lpstr>
      <vt:lpstr>2. 常用的三种类别的 IP 地址 </vt:lpstr>
      <vt:lpstr>IP 地址的一些重要特点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特殊地址</vt:lpstr>
      <vt:lpstr>4.2.3  IP 地址与硬件地址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4.2.4  地址解析协议 ARP</vt:lpstr>
      <vt:lpstr>地址解析协议 ARP</vt:lpstr>
      <vt:lpstr>PowerPoint 演示文稿</vt:lpstr>
      <vt:lpstr>ARP 高速缓存的作用</vt:lpstr>
      <vt:lpstr>应当注意的问题</vt:lpstr>
      <vt:lpstr>应当注意的问题（续）</vt:lpstr>
      <vt:lpstr>为什么我们不直接使用硬件地址进行通信？</vt:lpstr>
      <vt:lpstr>4.2.5  IP 数据报的格式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【例4-1】 IP 数据报分片</vt:lpstr>
      <vt:lpstr>PowerPoint 演示文稿</vt:lpstr>
      <vt:lpstr>PowerPoint 演示文稿</vt:lpstr>
      <vt:lpstr>PowerPoint 演示文稿</vt:lpstr>
      <vt:lpstr>PowerPoint 演示文稿</vt:lpstr>
      <vt:lpstr>PowerPoint 演示文稿</vt:lpstr>
      <vt:lpstr>PowerPoint 演示文稿</vt:lpstr>
      <vt:lpstr>2.  IP 数据报首部的可变部分 </vt:lpstr>
      <vt:lpstr>4.2.6  IP 层转发分组的流程 </vt:lpstr>
      <vt:lpstr>PowerPoint 演示文稿</vt:lpstr>
      <vt:lpstr>查找路由表</vt:lpstr>
      <vt:lpstr>特定主机路由 </vt:lpstr>
      <vt:lpstr>默认路由(default route)</vt:lpstr>
      <vt:lpstr>PowerPoint 演示文稿</vt:lpstr>
      <vt:lpstr>必须强调指出 </vt:lpstr>
      <vt:lpstr>分组转发算法 </vt:lpstr>
      <vt:lpstr>4.3   划分子网和构造超网</vt:lpstr>
      <vt:lpstr>三级的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2.  子网掩码</vt:lpstr>
      <vt:lpstr>IP 地址的各字段和子网掩码 </vt:lpstr>
      <vt:lpstr>(IP 地址) AND (子网掩码) =网络地址</vt:lpstr>
      <vt:lpstr>默认子网掩码 </vt:lpstr>
      <vt:lpstr>子网掩码是一个重要属性</vt:lpstr>
      <vt:lpstr>【例4-2】已知 IP 地址是 141.14.72.24，子网掩码是 255.255.192.0。试求网络地址。 </vt:lpstr>
      <vt:lpstr>【例4-3】在上例中，若子网掩码改为255.255.224.0。试求网络地址，讨论所得结果。 </vt:lpstr>
      <vt:lpstr>4.3.2  使用子网掩码的分组转发过程</vt:lpstr>
      <vt:lpstr>在划分子网的情况下路由器转发分组的算法 </vt:lpstr>
      <vt:lpstr>【例4-4】已知互联网和路由器 R1 中的路由表。主机 H1 向 H2 发送分组。试讨论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再用路由表中第 2 个项目的 子网掩码和 128.30.33.138 逐比特 AND 操作 </vt:lpstr>
      <vt:lpstr>子网划分（均匀）举例</vt:lpstr>
      <vt:lpstr>子网划分（按需）举例</vt:lpstr>
      <vt:lpstr>子网划分结构</vt:lpstr>
      <vt:lpstr>子网划分（实例）</vt:lpstr>
      <vt:lpstr>子网划分（实例）— 按需分配</vt:lpstr>
      <vt:lpstr>子网划分结构</vt:lpstr>
      <vt:lpstr>4.3.3  无分类编址 CIDR</vt:lpstr>
      <vt:lpstr>IP 编址问题的演进 </vt:lpstr>
      <vt:lpstr>CIDR 最主要的特点 </vt:lpstr>
      <vt:lpstr>无分类的两级编址 </vt:lpstr>
      <vt:lpstr>CIDR 地址块 </vt:lpstr>
      <vt:lpstr>128.14.32.0/20 表示的地址（212 个地址）</vt:lpstr>
      <vt:lpstr>路由聚合 (route aggregation) </vt:lpstr>
      <vt:lpstr>CIDR 记法的其他形式 </vt:lpstr>
      <vt:lpstr>常用的 CIDR 地址块</vt:lpstr>
      <vt:lpstr>构成超网 </vt:lpstr>
      <vt:lpstr>无类域间路由实例1</vt:lpstr>
      <vt:lpstr>无类域间路由实例2</vt:lpstr>
      <vt:lpstr>CIDR 地址块划分举例 </vt:lpstr>
      <vt:lpstr>CIDR 地址块划分举例 </vt:lpstr>
      <vt:lpstr>2. 最长前缀匹配</vt:lpstr>
      <vt:lpstr>最长前缀匹配举例</vt:lpstr>
      <vt:lpstr>最长前缀匹配举例</vt:lpstr>
      <vt:lpstr>最长前缀匹配</vt:lpstr>
      <vt:lpstr>4.4   网际控制报文协议 ICMP</vt:lpstr>
      <vt:lpstr>ICMP 报文的格式 </vt:lpstr>
      <vt:lpstr>4.4.1  ICMP 报文的种类</vt:lpstr>
      <vt:lpstr>ICMP 差错报告报文共有 5 种 </vt:lpstr>
      <vt:lpstr>4.5  因特网的路由选择协议</vt:lpstr>
      <vt:lpstr>关于“最佳路由” </vt:lpstr>
      <vt:lpstr>从路由算法的自适应性考虑</vt:lpstr>
      <vt:lpstr>2.  分层次的路由选择协议</vt:lpstr>
      <vt:lpstr>自治系统 AS(Autonomous System) </vt:lpstr>
      <vt:lpstr>因特网有两大类路由选择协议 </vt:lpstr>
      <vt:lpstr>自治系统和内部网关协议、外部网关协议 </vt:lpstr>
      <vt:lpstr>因特网的路由选择协议 </vt:lpstr>
      <vt:lpstr>4.5.2  内部网关协议 RIP (Routing Information Protocol)</vt:lpstr>
      <vt:lpstr>“距离”的定义 </vt:lpstr>
      <vt:lpstr>“距离”的定义 </vt:lpstr>
      <vt:lpstr>RIP 协议的三个要点 </vt:lpstr>
      <vt:lpstr>路由表的建立 </vt:lpstr>
      <vt:lpstr>2. 距离向量算法</vt:lpstr>
      <vt:lpstr>路由器之间交换信息 </vt:lpstr>
      <vt:lpstr>距离矢量算法举例</vt:lpstr>
      <vt:lpstr>3. RIP2 协议的报文格式 </vt:lpstr>
      <vt:lpstr>RIP2 的报文由首部和路由部分组成</vt:lpstr>
      <vt:lpstr>RIP 协议的优缺点 </vt:lpstr>
      <vt:lpstr>好消息传播得快，而坏消息传播得慢</vt:lpstr>
      <vt:lpstr>PowerPoint 演示文稿</vt:lpstr>
      <vt:lpstr>4.5.3  内部网关协议OSPF (Open Shortest Path First)</vt:lpstr>
      <vt:lpstr>OSPF 协议的三个要点 </vt:lpstr>
      <vt:lpstr>链路状态数据库(link-state database) </vt:lpstr>
      <vt:lpstr>链路状态路由</vt:lpstr>
      <vt:lpstr>1. 发现邻居节点</vt:lpstr>
      <vt:lpstr>2. 设置链路成本</vt:lpstr>
      <vt:lpstr>3. 构造链路状态分组</vt:lpstr>
      <vt:lpstr>4. 分发链路状态分组</vt:lpstr>
      <vt:lpstr>存在问题及解决方案</vt:lpstr>
      <vt:lpstr>4. 分发链路状态分组(2)</vt:lpstr>
      <vt:lpstr>链路状态分组的转发和确认</vt:lpstr>
      <vt:lpstr>5-6. 计算新路由</vt:lpstr>
      <vt:lpstr>OSPF 的区域(area) </vt:lpstr>
      <vt:lpstr>4.5.4  外部网关协议 BGP</vt:lpstr>
      <vt:lpstr>BGP 使用的环境却不同 </vt:lpstr>
      <vt:lpstr>BGP 发言人(BGP speaker) </vt:lpstr>
      <vt:lpstr>BGP 交换路由信息</vt:lpstr>
      <vt:lpstr>BGP 发言人和自治系统 AS 的关系 </vt:lpstr>
      <vt:lpstr>网际组管理协议 IGMP </vt:lpstr>
      <vt:lpstr>IGMP 是整个网际协议 IP 的一个组成部分</vt:lpstr>
      <vt:lpstr>4.7  虚拟专用网 VPN 和网络地址转换 NAT</vt:lpstr>
      <vt:lpstr>RFC 1918 指明的专用地址(private address) </vt:lpstr>
      <vt:lpstr>用隧道技术实现虚拟专用网 </vt:lpstr>
      <vt:lpstr>用隧道技术实现虚拟专用网 </vt:lpstr>
      <vt:lpstr>内联网 intranet 和外联网 extranet（都是基于 TCP/IP 协议）  </vt:lpstr>
      <vt:lpstr>远程接入VPN(remote access VPN) </vt:lpstr>
      <vt:lpstr>PowerPoint 演示文稿</vt:lpstr>
      <vt:lpstr>网络地址转换 NAT</vt:lpstr>
      <vt:lpstr>网络地址转换示意图</vt:lpstr>
      <vt:lpstr>网络地址转换的过程</vt:lpstr>
      <vt:lpstr>网络地址转换的过程</vt:lpstr>
      <vt:lpstr>网络地址转换的过程</vt:lpstr>
      <vt:lpstr>网络地址转换 NAT</vt:lpstr>
      <vt:lpstr>IPv6</vt:lpstr>
      <vt:lpstr>IPv6</vt:lpstr>
      <vt:lpstr>IPv6 的基本首部</vt:lpstr>
      <vt:lpstr>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的扩展首部</vt:lpstr>
      <vt:lpstr>六种扩展首部 </vt:lpstr>
      <vt:lpstr>IPv6 的地址</vt:lpstr>
      <vt:lpstr>冒号十六进制记法</vt:lpstr>
      <vt:lpstr>零压缩</vt:lpstr>
      <vt:lpstr>点分十进制记法的后缀 </vt:lpstr>
      <vt:lpstr>从 IPv4 向 IPv6 过渡</vt:lpstr>
      <vt:lpstr>双协议栈</vt:lpstr>
      <vt:lpstr>双协议栈</vt:lpstr>
      <vt:lpstr>隧道技术</vt:lpstr>
      <vt:lpstr>隧道技术</vt:lpstr>
      <vt:lpstr>本章小结</vt:lpstr>
      <vt:lpstr>END！</vt:lpstr>
    </vt:vector>
  </TitlesOfParts>
  <Company>Microsoft</Company>
  <LinksUpToDate>false</LinksUpToDate>
  <CharactersWithSpaces>0</CharactersWithSpaces>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Mcx</dc:creator>
  <cp:lastModifiedBy>Microsoft Office User</cp:lastModifiedBy>
  <cp:revision>921</cp:revision>
  <cp:lastPrinted>2015-10-13T11:51:46Z</cp:lastPrinted>
  <dcterms:created xsi:type="dcterms:W3CDTF">2014-11-23T16:31:00Z</dcterms:created>
  <dcterms:modified xsi:type="dcterms:W3CDTF">2024-09-20T10:50:40Z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2052-9.1.0.4866</vt:lpwstr>
  </property>
</Properties>
</file>