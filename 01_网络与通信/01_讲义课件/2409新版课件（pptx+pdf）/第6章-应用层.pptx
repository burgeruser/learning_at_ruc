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8"/>
  </p:notesMasterIdLst>
  <p:handoutMasterIdLst>
    <p:handoutMasterId r:id="rId119"/>
  </p:handoutMasterIdLst>
  <p:sldIdLst>
    <p:sldId id="282" r:id="rId2"/>
    <p:sldId id="283" r:id="rId3"/>
    <p:sldId id="286" r:id="rId4"/>
    <p:sldId id="285" r:id="rId5"/>
    <p:sldId id="595" r:id="rId6"/>
    <p:sldId id="596" r:id="rId7"/>
    <p:sldId id="811" r:id="rId8"/>
    <p:sldId id="292" r:id="rId9"/>
    <p:sldId id="796" r:id="rId10"/>
    <p:sldId id="597" r:id="rId11"/>
    <p:sldId id="598" r:id="rId12"/>
    <p:sldId id="797" r:id="rId13"/>
    <p:sldId id="798" r:id="rId14"/>
    <p:sldId id="799" r:id="rId15"/>
    <p:sldId id="800" r:id="rId16"/>
    <p:sldId id="812" r:id="rId17"/>
    <p:sldId id="813" r:id="rId18"/>
    <p:sldId id="803" r:id="rId19"/>
    <p:sldId id="804" r:id="rId20"/>
    <p:sldId id="805" r:id="rId21"/>
    <p:sldId id="806" r:id="rId22"/>
    <p:sldId id="808" r:id="rId23"/>
    <p:sldId id="809" r:id="rId24"/>
    <p:sldId id="810" r:id="rId25"/>
    <p:sldId id="601" r:id="rId26"/>
    <p:sldId id="814" r:id="rId27"/>
    <p:sldId id="815" r:id="rId28"/>
    <p:sldId id="816" r:id="rId29"/>
    <p:sldId id="817" r:id="rId30"/>
    <p:sldId id="818" r:id="rId31"/>
    <p:sldId id="819" r:id="rId32"/>
    <p:sldId id="820" r:id="rId33"/>
    <p:sldId id="821" r:id="rId34"/>
    <p:sldId id="822" r:id="rId35"/>
    <p:sldId id="627" r:id="rId36"/>
    <p:sldId id="628" r:id="rId37"/>
    <p:sldId id="629" r:id="rId38"/>
    <p:sldId id="302" r:id="rId39"/>
    <p:sldId id="572" r:id="rId40"/>
    <p:sldId id="573" r:id="rId41"/>
    <p:sldId id="574" r:id="rId42"/>
    <p:sldId id="575" r:id="rId43"/>
    <p:sldId id="576" r:id="rId44"/>
    <p:sldId id="646" r:id="rId45"/>
    <p:sldId id="647" r:id="rId46"/>
    <p:sldId id="648" r:id="rId47"/>
    <p:sldId id="577" r:id="rId48"/>
    <p:sldId id="578" r:id="rId49"/>
    <p:sldId id="580" r:id="rId50"/>
    <p:sldId id="581" r:id="rId51"/>
    <p:sldId id="583" r:id="rId52"/>
    <p:sldId id="584" r:id="rId53"/>
    <p:sldId id="856" r:id="rId54"/>
    <p:sldId id="857" r:id="rId55"/>
    <p:sldId id="858" r:id="rId56"/>
    <p:sldId id="585" r:id="rId57"/>
    <p:sldId id="586" r:id="rId58"/>
    <p:sldId id="588" r:id="rId59"/>
    <p:sldId id="661" r:id="rId60"/>
    <p:sldId id="660" r:id="rId61"/>
    <p:sldId id="662" r:id="rId62"/>
    <p:sldId id="659" r:id="rId63"/>
    <p:sldId id="589" r:id="rId64"/>
    <p:sldId id="666" r:id="rId65"/>
    <p:sldId id="663" r:id="rId66"/>
    <p:sldId id="859" r:id="rId67"/>
    <p:sldId id="669" r:id="rId68"/>
    <p:sldId id="670" r:id="rId69"/>
    <p:sldId id="686" r:id="rId70"/>
    <p:sldId id="695" r:id="rId71"/>
    <p:sldId id="696" r:id="rId72"/>
    <p:sldId id="697" r:id="rId73"/>
    <p:sldId id="698" r:id="rId74"/>
    <p:sldId id="699" r:id="rId75"/>
    <p:sldId id="704" r:id="rId76"/>
    <p:sldId id="705" r:id="rId77"/>
    <p:sldId id="706" r:id="rId78"/>
    <p:sldId id="711" r:id="rId79"/>
    <p:sldId id="860" r:id="rId80"/>
    <p:sldId id="713" r:id="rId81"/>
    <p:sldId id="861" r:id="rId82"/>
    <p:sldId id="889" r:id="rId83"/>
    <p:sldId id="828" r:id="rId84"/>
    <p:sldId id="829" r:id="rId85"/>
    <p:sldId id="830" r:id="rId86"/>
    <p:sldId id="831" r:id="rId87"/>
    <p:sldId id="832" r:id="rId88"/>
    <p:sldId id="863" r:id="rId89"/>
    <p:sldId id="839" r:id="rId90"/>
    <p:sldId id="841" r:id="rId91"/>
    <p:sldId id="842" r:id="rId92"/>
    <p:sldId id="843" r:id="rId93"/>
    <p:sldId id="845" r:id="rId94"/>
    <p:sldId id="846" r:id="rId95"/>
    <p:sldId id="847" r:id="rId96"/>
    <p:sldId id="894" r:id="rId97"/>
    <p:sldId id="864" r:id="rId98"/>
    <p:sldId id="849" r:id="rId99"/>
    <p:sldId id="850" r:id="rId100"/>
    <p:sldId id="851" r:id="rId101"/>
    <p:sldId id="852" r:id="rId102"/>
    <p:sldId id="853" r:id="rId103"/>
    <p:sldId id="854" r:id="rId104"/>
    <p:sldId id="855" r:id="rId105"/>
    <p:sldId id="714" r:id="rId106"/>
    <p:sldId id="715" r:id="rId107"/>
    <p:sldId id="720" r:id="rId108"/>
    <p:sldId id="735" r:id="rId109"/>
    <p:sldId id="736" r:id="rId110"/>
    <p:sldId id="737" r:id="rId111"/>
    <p:sldId id="741" r:id="rId112"/>
    <p:sldId id="742" r:id="rId113"/>
    <p:sldId id="745" r:id="rId114"/>
    <p:sldId id="877" r:id="rId115"/>
    <p:sldId id="893" r:id="rId116"/>
    <p:sldId id="895" r:id="rId117"/>
  </p:sldIdLst>
  <p:sldSz cx="9144000" cy="5143500" type="screen16x9"/>
  <p:notesSz cx="6797675" cy="9928225"/>
  <p:embeddedFontLst>
    <p:embeddedFont>
      <p:font typeface="黑体" panose="02010609060101010101" pitchFamily="49" charset="-122"/>
      <p:regular r:id="rId120"/>
    </p:embeddedFont>
    <p:embeddedFont>
      <p:font typeface="宋体" panose="02010600030101010101" pitchFamily="2" charset="-122"/>
      <p:regular r:id="rId121"/>
    </p:embeddedFont>
    <p:embeddedFont>
      <p:font typeface="微软雅黑" panose="020B0503020204020204" pitchFamily="34" charset="-122"/>
      <p:regular r:id="rId122"/>
      <p:bold r:id="rId123"/>
    </p:embeddedFont>
    <p:embeddedFont>
      <p:font typeface="Calibri" panose="020F0502020204030204" pitchFamily="34" charset="0"/>
      <p:regular r:id="rId124"/>
      <p:bold r:id="rId125"/>
      <p:italic r:id="rId126"/>
      <p:boldItalic r:id="rId127"/>
    </p:embeddedFont>
    <p:embeddedFont>
      <p:font typeface="Calibri Light" panose="020F0302020204030204" pitchFamily="34" charset="0"/>
      <p:regular r:id="rId128"/>
      <p:italic r:id="rId129"/>
    </p:embeddedFont>
    <p:embeddedFont>
      <p:font typeface="Tahoma" panose="020B0604030504040204" pitchFamily="34" charset="0"/>
      <p:regular r:id="rId130"/>
      <p:bold r:id="rId131"/>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1" autoAdjust="0"/>
    <p:restoredTop sz="82962" autoAdjust="0"/>
  </p:normalViewPr>
  <p:slideViewPr>
    <p:cSldViewPr snapToGrid="0">
      <p:cViewPr varScale="1">
        <p:scale>
          <a:sx n="118" d="100"/>
          <a:sy n="118" d="100"/>
        </p:scale>
        <p:origin x="808" y="192"/>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4.fntdata"/><Relationship Id="rId128" Type="http://schemas.openxmlformats.org/officeDocument/2006/relationships/font" Target="fonts/font9.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5.fntdata"/><Relationship Id="rId129" Type="http://schemas.openxmlformats.org/officeDocument/2006/relationships/font" Target="fonts/font10.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handoutMaster" Target="handoutMasters/handout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1.fntdata"/><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fntdata"/><Relationship Id="rId125"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2024/9/20</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2024/9/20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4EB19A27-A852-B04C-9C76-1E9023E2C3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E5973CF-E5B6-F846-8D9B-226A8D69CBBD}"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16386" name="Rectangle 2">
            <a:extLst>
              <a:ext uri="{FF2B5EF4-FFF2-40B4-BE49-F238E27FC236}">
                <a16:creationId xmlns:a16="http://schemas.microsoft.com/office/drawing/2014/main" id="{724690D6-2811-5C46-95C4-BDCCE77B6D62}"/>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4D9D4B66-0AD4-B442-A2EE-5E8CAA841B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17030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6423C48B-DBCF-9640-B1F5-32508D45BF6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962AF11-E606-134D-9998-A8A4A4848AC9}"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18434" name="Rectangle 2">
            <a:extLst>
              <a:ext uri="{FF2B5EF4-FFF2-40B4-BE49-F238E27FC236}">
                <a16:creationId xmlns:a16="http://schemas.microsoft.com/office/drawing/2014/main" id="{E38802C4-8FCE-2F48-9DA4-F0F073D959AC}"/>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C7D0B72F-348D-4E4F-A7D9-49B5E115C7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91397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B2E73BF-3352-8D42-9905-04B3C8C2C5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0AE1501-A089-8345-892A-2E72874ACFEC}"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20482" name="Rectangle 2">
            <a:extLst>
              <a:ext uri="{FF2B5EF4-FFF2-40B4-BE49-F238E27FC236}">
                <a16:creationId xmlns:a16="http://schemas.microsoft.com/office/drawing/2014/main" id="{DC1640AA-7D84-A344-8C0B-E7C4100ECD44}"/>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83C016D1-2A89-B546-BF7F-9FAF648BFE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46624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694DAAA9-010E-3742-AC3B-472C71783B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4AA4981-C877-2F44-822A-52F3ABC1F89A}"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22530" name="Rectangle 2">
            <a:extLst>
              <a:ext uri="{FF2B5EF4-FFF2-40B4-BE49-F238E27FC236}">
                <a16:creationId xmlns:a16="http://schemas.microsoft.com/office/drawing/2014/main" id="{9B97BBB5-076E-6944-AF0F-5D738447FB4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82F14E4F-5B5C-AB40-BB8F-24CB2B4A94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561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A7C3080-5CCD-C849-BE8D-ACEBCB1D91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17E46E-F5F7-F94F-B0F6-C54469E51CCF}"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24578" name="Rectangle 2">
            <a:extLst>
              <a:ext uri="{FF2B5EF4-FFF2-40B4-BE49-F238E27FC236}">
                <a16:creationId xmlns:a16="http://schemas.microsoft.com/office/drawing/2014/main" id="{CBC088EB-27A1-D14C-BC1E-E68AA7DA409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85D3F7F-503E-794C-9CCB-14B0BAD749E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9811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CD06A49-7C90-F445-8703-1C83C4A3CB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F16D5AE-C0E5-4046-8214-70D33820A6C9}"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26626" name="Rectangle 2">
            <a:extLst>
              <a:ext uri="{FF2B5EF4-FFF2-40B4-BE49-F238E27FC236}">
                <a16:creationId xmlns:a16="http://schemas.microsoft.com/office/drawing/2014/main" id="{A10B834F-4EA5-7E4D-81BF-FA688F7FB4A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F243A472-2E75-8844-A7B9-4AEDBBC3DF8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47053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BB16007C-C7D8-7441-91B9-8A44C261DB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109BA7-4C9E-A341-9F5A-B800C42957CF}"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29698" name="Rectangle 2">
            <a:extLst>
              <a:ext uri="{FF2B5EF4-FFF2-40B4-BE49-F238E27FC236}">
                <a16:creationId xmlns:a16="http://schemas.microsoft.com/office/drawing/2014/main" id="{974242EC-1294-994C-92B1-FAC0E754EC74}"/>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C35C08BF-1301-0E42-AAB5-97173635E9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52478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DBA91EF-5F44-0846-AE3E-4D82234BD7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251C48-1E94-FF47-97D6-348222E9153C}" type="slidenum">
              <a:rPr lang="en-US" altLang="zh-CN" sz="1200">
                <a:latin typeface="Arial" panose="020B0604020202020204" pitchFamily="34" charset="0"/>
              </a:rPr>
              <a:pPr/>
              <a:t>9</a:t>
            </a:fld>
            <a:endParaRPr lang="en-US" altLang="zh-CN" sz="1200">
              <a:latin typeface="Arial" panose="020B0604020202020204" pitchFamily="34" charset="0"/>
            </a:endParaRPr>
          </a:p>
        </p:txBody>
      </p:sp>
      <p:sp>
        <p:nvSpPr>
          <p:cNvPr id="31746" name="Rectangle 2">
            <a:extLst>
              <a:ext uri="{FF2B5EF4-FFF2-40B4-BE49-F238E27FC236}">
                <a16:creationId xmlns:a16="http://schemas.microsoft.com/office/drawing/2014/main" id="{27AFE14C-F375-6A48-AB98-93A8D13A70F6}"/>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D4DEB7EF-4A8B-A443-A859-6A9B844E06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743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839E45FB-FA63-5740-A3DA-F0DCFBF347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B628AF-51FD-4B40-BDF9-85B907CD6B81}"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33794" name="Rectangle 2">
            <a:extLst>
              <a:ext uri="{FF2B5EF4-FFF2-40B4-BE49-F238E27FC236}">
                <a16:creationId xmlns:a16="http://schemas.microsoft.com/office/drawing/2014/main" id="{C3FF937D-6247-A147-947E-5728BF48A37C}"/>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81DDE43B-85B8-4840-BB6E-C8800E963C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83036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1ABF9993-DA19-B14D-BF5B-FE0A96F067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422F8C4-68C3-DF49-B5D6-5605B49360C7}" type="slidenum">
              <a:rPr lang="en-US" altLang="zh-CN" sz="1200">
                <a:latin typeface="Arial" panose="020B0604020202020204" pitchFamily="34" charset="0"/>
              </a:rPr>
              <a:pPr/>
              <a:t>11</a:t>
            </a:fld>
            <a:endParaRPr lang="en-US" altLang="zh-CN" sz="1200">
              <a:latin typeface="Arial" panose="020B0604020202020204" pitchFamily="34" charset="0"/>
            </a:endParaRPr>
          </a:p>
        </p:txBody>
      </p:sp>
      <p:sp>
        <p:nvSpPr>
          <p:cNvPr id="35842" name="Rectangle 2">
            <a:extLst>
              <a:ext uri="{FF2B5EF4-FFF2-40B4-BE49-F238E27FC236}">
                <a16:creationId xmlns:a16="http://schemas.microsoft.com/office/drawing/2014/main" id="{DE906D0C-30F4-DC4F-9579-F396C35AB8BD}"/>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E3D1A47C-8617-9849-82ED-4371D9E189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77276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08249BA-00A3-954E-8D06-ED1719A00B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4B60F49-23DE-B246-8E2E-563470F2370B}" type="slidenum">
              <a:rPr lang="en-US" altLang="zh-CN" sz="1200">
                <a:latin typeface="Arial" panose="020B0604020202020204" pitchFamily="34" charset="0"/>
              </a:rPr>
              <a:pPr/>
              <a:t>25</a:t>
            </a:fld>
            <a:endParaRPr lang="en-US" altLang="zh-CN" sz="1200">
              <a:latin typeface="Arial" panose="020B0604020202020204" pitchFamily="34" charset="0"/>
            </a:endParaRPr>
          </a:p>
        </p:txBody>
      </p:sp>
      <p:sp>
        <p:nvSpPr>
          <p:cNvPr id="52226" name="Rectangle 2">
            <a:extLst>
              <a:ext uri="{FF2B5EF4-FFF2-40B4-BE49-F238E27FC236}">
                <a16:creationId xmlns:a16="http://schemas.microsoft.com/office/drawing/2014/main" id="{9929726D-8903-A342-A959-32C202A3DFFF}"/>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EAD47555-4D18-3641-A561-3E8669E552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592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513CC656-ADB3-1B47-B487-0B2183A260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2813C34-D02B-9448-BA0E-C5E68A54E29D}"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55298" name="Rectangle 2">
            <a:extLst>
              <a:ext uri="{FF2B5EF4-FFF2-40B4-BE49-F238E27FC236}">
                <a16:creationId xmlns:a16="http://schemas.microsoft.com/office/drawing/2014/main" id="{05B1C8F4-3899-7149-965A-2A480D79D751}"/>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6D5DA9EE-152D-5B43-84E5-7460EE52C9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6045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3AE4DE5C-01EA-344C-942E-C09B79E6C3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2248AAC-E8D8-E94A-AC61-FE25AC3D353B}"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57346" name="Rectangle 2">
            <a:extLst>
              <a:ext uri="{FF2B5EF4-FFF2-40B4-BE49-F238E27FC236}">
                <a16:creationId xmlns:a16="http://schemas.microsoft.com/office/drawing/2014/main" id="{8E21BFEC-BD83-2148-9806-C5FAC508B2AE}"/>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94C522F1-8C01-2640-82A1-C84F830845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79681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D3654CA1-9229-CB42-B505-8918124444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51E6866-89EB-B642-B4F0-C5D416451753}"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59394" name="Rectangle 2">
            <a:extLst>
              <a:ext uri="{FF2B5EF4-FFF2-40B4-BE49-F238E27FC236}">
                <a16:creationId xmlns:a16="http://schemas.microsoft.com/office/drawing/2014/main" id="{71F9611C-8948-004A-9C11-32FCC69274C2}"/>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09236ADE-0B3C-F040-AF03-5791710F39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21458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F84EF0A1-811A-B54C-BAC0-6D3D473850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16BAF8-5003-DA4C-89FE-24CE7477F0B6}" type="slidenum">
              <a:rPr lang="en-US" altLang="zh-CN" sz="1200">
                <a:latin typeface="Arial" panose="020B0604020202020204" pitchFamily="34" charset="0"/>
              </a:rPr>
              <a:pPr/>
              <a:t>30</a:t>
            </a:fld>
            <a:endParaRPr lang="en-US" altLang="zh-CN" sz="1200">
              <a:latin typeface="Arial" panose="020B0604020202020204" pitchFamily="34" charset="0"/>
            </a:endParaRPr>
          </a:p>
        </p:txBody>
      </p:sp>
      <p:sp>
        <p:nvSpPr>
          <p:cNvPr id="61442" name="Rectangle 2">
            <a:extLst>
              <a:ext uri="{FF2B5EF4-FFF2-40B4-BE49-F238E27FC236}">
                <a16:creationId xmlns:a16="http://schemas.microsoft.com/office/drawing/2014/main" id="{590A7064-633A-ED43-AE6D-85A7AC9D1E10}"/>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12201A4C-BBDD-7B42-8E7B-F38B44FCB3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6680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926E1BAD-B391-8D46-8494-9927AF07EF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3E7BF39-4878-1F49-A8D4-57D96C98E012}" type="slidenum">
              <a:rPr lang="en-US" altLang="zh-CN" sz="1200">
                <a:latin typeface="Arial" panose="020B0604020202020204" pitchFamily="34" charset="0"/>
              </a:rPr>
              <a:pPr/>
              <a:t>31</a:t>
            </a:fld>
            <a:endParaRPr lang="en-US" altLang="zh-CN" sz="1200">
              <a:latin typeface="Arial" panose="020B0604020202020204" pitchFamily="34" charset="0"/>
            </a:endParaRPr>
          </a:p>
        </p:txBody>
      </p:sp>
      <p:sp>
        <p:nvSpPr>
          <p:cNvPr id="63490" name="Rectangle 2">
            <a:extLst>
              <a:ext uri="{FF2B5EF4-FFF2-40B4-BE49-F238E27FC236}">
                <a16:creationId xmlns:a16="http://schemas.microsoft.com/office/drawing/2014/main" id="{5D30DB7E-332D-B849-916C-2F01F3703852}"/>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66E37EC6-606D-5E40-9B86-4122E2A1E3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4682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00835D21-E93E-E64E-B090-F27DD016D7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65C9992-F794-7E41-BF1A-780E83292D9B}"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65538" name="Rectangle 2">
            <a:extLst>
              <a:ext uri="{FF2B5EF4-FFF2-40B4-BE49-F238E27FC236}">
                <a16:creationId xmlns:a16="http://schemas.microsoft.com/office/drawing/2014/main" id="{C38B726C-8DF8-F542-B045-9313E73FA1FB}"/>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4315A08B-A3A0-B746-9443-D3F6CCD5A1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138546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2D9C116B-12A0-3347-8A02-B6675A18DE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B6DD18-98D8-B047-97B7-898AE7EB6096}"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67586" name="Rectangle 2">
            <a:extLst>
              <a:ext uri="{FF2B5EF4-FFF2-40B4-BE49-F238E27FC236}">
                <a16:creationId xmlns:a16="http://schemas.microsoft.com/office/drawing/2014/main" id="{F6BA1A5D-C4CC-2B44-8138-DBC772B16543}"/>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A8414C34-91C2-0140-A694-5894CDB08F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4688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7EE29AE5-3429-A54B-B1EE-DD36691F24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929C8D-4B8C-084F-A94B-029EFB787CF1}"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69634" name="Rectangle 2">
            <a:extLst>
              <a:ext uri="{FF2B5EF4-FFF2-40B4-BE49-F238E27FC236}">
                <a16:creationId xmlns:a16="http://schemas.microsoft.com/office/drawing/2014/main" id="{0C541E73-A357-F248-BFFD-B85F23FFB22F}"/>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67B18BA8-8483-114A-993B-0DF5C157E8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3596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4A66E927-1D97-B643-8020-BAE219852C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88795A-5B25-4B4B-BD17-57A6E439FE4C}"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73730" name="Rectangle 2">
            <a:extLst>
              <a:ext uri="{FF2B5EF4-FFF2-40B4-BE49-F238E27FC236}">
                <a16:creationId xmlns:a16="http://schemas.microsoft.com/office/drawing/2014/main" id="{9031AED5-510F-D641-9756-64FE1A448787}"/>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7817F05C-4576-4C44-BCF2-597BECCB4F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0437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7D3EDDFC-D68F-7643-BC3B-DDE90885AB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A2B98E6-88AA-B244-87BC-273F7C027E97}"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75778" name="Rectangle 2">
            <a:extLst>
              <a:ext uri="{FF2B5EF4-FFF2-40B4-BE49-F238E27FC236}">
                <a16:creationId xmlns:a16="http://schemas.microsoft.com/office/drawing/2014/main" id="{6A3C2523-D356-B84B-8CC8-E00B0193ABE9}"/>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55AFAFD6-87A3-894A-BD5D-5272004A2A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9501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B722D9D4-5B48-3949-BF9C-D184FA8FEA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4E8DA64-7F31-C147-AD4D-7606A42B15DB}"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77826" name="Rectangle 2">
            <a:extLst>
              <a:ext uri="{FF2B5EF4-FFF2-40B4-BE49-F238E27FC236}">
                <a16:creationId xmlns:a16="http://schemas.microsoft.com/office/drawing/2014/main" id="{AE32C896-BA06-A645-80E6-C0C61D0F76DD}"/>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4B5542D3-FB14-5143-8E0C-DF1E590F50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05335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3A6F6B2A-5856-134D-9AB3-089BDF02BE5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FF392ED-7914-D54A-97DC-296F2039942A}"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79874" name="Rectangle 2">
            <a:extLst>
              <a:ext uri="{FF2B5EF4-FFF2-40B4-BE49-F238E27FC236}">
                <a16:creationId xmlns:a16="http://schemas.microsoft.com/office/drawing/2014/main" id="{CB6F1B4C-B274-0542-9217-AAB1900B0A24}"/>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F4904F22-D849-2142-94E6-94BD1F91E96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806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A1B76C38-A5D3-AC42-A816-3842414109B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F02E13-4F7C-C24A-AE6B-ACA9CCBE674D}"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81922" name="Rectangle 2">
            <a:extLst>
              <a:ext uri="{FF2B5EF4-FFF2-40B4-BE49-F238E27FC236}">
                <a16:creationId xmlns:a16="http://schemas.microsoft.com/office/drawing/2014/main" id="{424D1511-E0B7-134A-9292-FFA72A25B85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9DD397E5-A386-B341-B7E3-2685A5423E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71003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60A1E00-CD5B-DD4C-8E3E-51B9D17FF1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29AA91-F818-5444-8665-D505C2F1D590}" type="slidenum">
              <a:rPr lang="en-US" altLang="zh-CN" sz="1200">
                <a:latin typeface="Arial" panose="020B0604020202020204" pitchFamily="34" charset="0"/>
              </a:rPr>
              <a:pPr/>
              <a:t>40</a:t>
            </a:fld>
            <a:endParaRPr lang="en-US" altLang="zh-CN" sz="1200">
              <a:latin typeface="Arial" panose="020B0604020202020204" pitchFamily="34" charset="0"/>
            </a:endParaRPr>
          </a:p>
        </p:txBody>
      </p:sp>
      <p:sp>
        <p:nvSpPr>
          <p:cNvPr id="83970" name="Rectangle 2">
            <a:extLst>
              <a:ext uri="{FF2B5EF4-FFF2-40B4-BE49-F238E27FC236}">
                <a16:creationId xmlns:a16="http://schemas.microsoft.com/office/drawing/2014/main" id="{488D18A1-3C0A-3842-9C2C-0D359C4BCA13}"/>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C15EA1BD-DFFE-5641-932C-777876C60A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96345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B80B3FCC-F2A5-DC44-AF5F-5A6119BDC2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3003EC-0750-724E-98E6-00DD7A8DCE61}" type="slidenum">
              <a:rPr lang="en-US" altLang="zh-CN" sz="1200">
                <a:latin typeface="Arial" panose="020B0604020202020204" pitchFamily="34" charset="0"/>
              </a:rPr>
              <a:pPr/>
              <a:t>41</a:t>
            </a:fld>
            <a:endParaRPr lang="en-US" altLang="zh-CN" sz="1200">
              <a:latin typeface="Arial" panose="020B0604020202020204" pitchFamily="34" charset="0"/>
            </a:endParaRPr>
          </a:p>
        </p:txBody>
      </p:sp>
      <p:sp>
        <p:nvSpPr>
          <p:cNvPr id="86018" name="Rectangle 2">
            <a:extLst>
              <a:ext uri="{FF2B5EF4-FFF2-40B4-BE49-F238E27FC236}">
                <a16:creationId xmlns:a16="http://schemas.microsoft.com/office/drawing/2014/main" id="{54037B10-4416-FF4B-8371-9E41B2289448}"/>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991B44CD-B8ED-A34B-8513-0FFA70FD51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981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E0A855EF-7968-0141-893F-E544C1446B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D9D84D4-093E-0046-B6BB-CB57526E8ADA}" type="slidenum">
              <a:rPr lang="en-US" altLang="zh-CN" sz="1200">
                <a:latin typeface="Arial" panose="020B0604020202020204" pitchFamily="34" charset="0"/>
              </a:rPr>
              <a:pPr/>
              <a:t>42</a:t>
            </a:fld>
            <a:endParaRPr lang="en-US" altLang="zh-CN" sz="1200">
              <a:latin typeface="Arial" panose="020B0604020202020204" pitchFamily="34" charset="0"/>
            </a:endParaRPr>
          </a:p>
        </p:txBody>
      </p:sp>
      <p:sp>
        <p:nvSpPr>
          <p:cNvPr id="88066" name="Rectangle 2">
            <a:extLst>
              <a:ext uri="{FF2B5EF4-FFF2-40B4-BE49-F238E27FC236}">
                <a16:creationId xmlns:a16="http://schemas.microsoft.com/office/drawing/2014/main" id="{FAA3C437-0DE2-B648-818C-78389EC2044A}"/>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E2F2BFD5-8543-3849-AE5E-E71DB49C41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41388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4F1D0869-2923-F74E-B136-3C68B078B9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87343AC-57A4-4947-A2D1-700F6FE2C77E}" type="slidenum">
              <a:rPr lang="en-US" altLang="zh-CN" sz="1200">
                <a:latin typeface="Arial" panose="020B0604020202020204" pitchFamily="34" charset="0"/>
              </a:rPr>
              <a:pPr/>
              <a:t>43</a:t>
            </a:fld>
            <a:endParaRPr lang="en-US" altLang="zh-CN" sz="1200">
              <a:latin typeface="Arial" panose="020B0604020202020204" pitchFamily="34" charset="0"/>
            </a:endParaRPr>
          </a:p>
        </p:txBody>
      </p:sp>
      <p:sp>
        <p:nvSpPr>
          <p:cNvPr id="90114" name="Rectangle 2">
            <a:extLst>
              <a:ext uri="{FF2B5EF4-FFF2-40B4-BE49-F238E27FC236}">
                <a16:creationId xmlns:a16="http://schemas.microsoft.com/office/drawing/2014/main" id="{BDA219E3-6F3E-2A47-AA5E-CBB870D63D06}"/>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2BED1C06-82D6-134A-BAAB-BDCDD863D4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325627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C9EB4A21-B3C0-D849-8861-EE9C5737562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40196E6-98EC-3747-89E9-A59BB0A6DDB7}" type="slidenum">
              <a:rPr lang="en-US" altLang="zh-CN" sz="1200">
                <a:latin typeface="Arial" panose="020B0604020202020204" pitchFamily="34" charset="0"/>
              </a:rPr>
              <a:pPr/>
              <a:t>44</a:t>
            </a:fld>
            <a:endParaRPr lang="en-US" altLang="zh-CN" sz="1200">
              <a:latin typeface="Arial" panose="020B0604020202020204" pitchFamily="34" charset="0"/>
            </a:endParaRPr>
          </a:p>
        </p:txBody>
      </p:sp>
      <p:sp>
        <p:nvSpPr>
          <p:cNvPr id="92162" name="Rectangle 2">
            <a:extLst>
              <a:ext uri="{FF2B5EF4-FFF2-40B4-BE49-F238E27FC236}">
                <a16:creationId xmlns:a16="http://schemas.microsoft.com/office/drawing/2014/main" id="{1B7F154E-05D2-5546-96BA-543FCA19F9AD}"/>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ED121E7-C3E8-6544-8F1A-3BCA23E860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93420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a:extLst>
              <a:ext uri="{FF2B5EF4-FFF2-40B4-BE49-F238E27FC236}">
                <a16:creationId xmlns:a16="http://schemas.microsoft.com/office/drawing/2014/main" id="{BDF94F34-A2E7-5D47-938A-B4B3D76316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1A212D-C039-4B47-8764-60023F47A578}" type="slidenum">
              <a:rPr lang="en-US" altLang="zh-CN" sz="1200">
                <a:latin typeface="Arial" panose="020B0604020202020204" pitchFamily="34" charset="0"/>
              </a:rPr>
              <a:pPr/>
              <a:t>45</a:t>
            </a:fld>
            <a:endParaRPr lang="en-US" altLang="zh-CN" sz="1200">
              <a:latin typeface="Arial" panose="020B0604020202020204" pitchFamily="34" charset="0"/>
            </a:endParaRPr>
          </a:p>
        </p:txBody>
      </p:sp>
      <p:sp>
        <p:nvSpPr>
          <p:cNvPr id="94210" name="Rectangle 2">
            <a:extLst>
              <a:ext uri="{FF2B5EF4-FFF2-40B4-BE49-F238E27FC236}">
                <a16:creationId xmlns:a16="http://schemas.microsoft.com/office/drawing/2014/main" id="{8E9912A0-129C-E04E-B5B0-2FFB7F2BEC99}"/>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0178272C-377F-EA41-8A63-E5C917B123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738197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a:extLst>
              <a:ext uri="{FF2B5EF4-FFF2-40B4-BE49-F238E27FC236}">
                <a16:creationId xmlns:a16="http://schemas.microsoft.com/office/drawing/2014/main" id="{74662184-9BB4-2B45-AED9-BE1F74370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EB15A39-F962-6348-82C8-72B04D4BC0E8}" type="slidenum">
              <a:rPr lang="en-US" altLang="zh-CN" sz="1200">
                <a:latin typeface="Arial" panose="020B0604020202020204" pitchFamily="34" charset="0"/>
              </a:rPr>
              <a:pPr/>
              <a:t>46</a:t>
            </a:fld>
            <a:endParaRPr lang="en-US" altLang="zh-CN" sz="1200">
              <a:latin typeface="Arial" panose="020B0604020202020204" pitchFamily="34" charset="0"/>
            </a:endParaRPr>
          </a:p>
        </p:txBody>
      </p:sp>
      <p:sp>
        <p:nvSpPr>
          <p:cNvPr id="96258" name="Rectangle 2">
            <a:extLst>
              <a:ext uri="{FF2B5EF4-FFF2-40B4-BE49-F238E27FC236}">
                <a16:creationId xmlns:a16="http://schemas.microsoft.com/office/drawing/2014/main" id="{624149E5-040B-4346-A35A-7AA927E555AE}"/>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5A328B5B-2A7E-5F4F-B38C-0EECF4E9EF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7767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3EAF800F-4DBA-5D4A-A61A-223D45126F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E8EA01C-E357-7347-AD08-E3079E583069}" type="slidenum">
              <a:rPr lang="en-US" altLang="zh-CN" sz="1200">
                <a:latin typeface="Arial" panose="020B0604020202020204" pitchFamily="34" charset="0"/>
              </a:rPr>
              <a:pPr/>
              <a:t>47</a:t>
            </a:fld>
            <a:endParaRPr lang="en-US" altLang="zh-CN" sz="1200">
              <a:latin typeface="Arial" panose="020B0604020202020204" pitchFamily="34" charset="0"/>
            </a:endParaRPr>
          </a:p>
        </p:txBody>
      </p:sp>
      <p:sp>
        <p:nvSpPr>
          <p:cNvPr id="98306" name="Rectangle 2">
            <a:extLst>
              <a:ext uri="{FF2B5EF4-FFF2-40B4-BE49-F238E27FC236}">
                <a16:creationId xmlns:a16="http://schemas.microsoft.com/office/drawing/2014/main" id="{D496D076-6255-324C-A437-06065DE80B3B}"/>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4290E62D-17F3-2E46-8D06-1AD3049FB7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36417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a:extLst>
              <a:ext uri="{FF2B5EF4-FFF2-40B4-BE49-F238E27FC236}">
                <a16:creationId xmlns:a16="http://schemas.microsoft.com/office/drawing/2014/main" id="{2D5CCEC8-EE02-E842-A1E2-FC64BB3B1F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BCC836B-B383-5442-83C7-4F87E5BD40EA}" type="slidenum">
              <a:rPr lang="en-US" altLang="zh-CN" sz="1200">
                <a:latin typeface="Arial" panose="020B0604020202020204" pitchFamily="34" charset="0"/>
              </a:rPr>
              <a:pPr/>
              <a:t>48</a:t>
            </a:fld>
            <a:endParaRPr lang="en-US" altLang="zh-CN" sz="1200">
              <a:latin typeface="Arial" panose="020B0604020202020204" pitchFamily="34" charset="0"/>
            </a:endParaRPr>
          </a:p>
        </p:txBody>
      </p:sp>
      <p:sp>
        <p:nvSpPr>
          <p:cNvPr id="100354" name="Rectangle 2">
            <a:extLst>
              <a:ext uri="{FF2B5EF4-FFF2-40B4-BE49-F238E27FC236}">
                <a16:creationId xmlns:a16="http://schemas.microsoft.com/office/drawing/2014/main" id="{A7DF3701-E620-4E4C-9C71-8AEEAFEFE416}"/>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61F14B90-C445-344C-8B16-A6A0744006D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rPr>
              <a:t>HTTPS</a:t>
            </a:r>
            <a:r>
              <a:rPr lang="zh-CN" altLang="en-US">
                <a:latin typeface="Arial" panose="020B0604020202020204" pitchFamily="34" charset="0"/>
                <a:ea typeface="宋体" panose="02010600030101010101" pitchFamily="2" charset="-122"/>
              </a:rPr>
              <a:t>在</a:t>
            </a:r>
            <a:r>
              <a:rPr lang="en-US" altLang="zh-CN">
                <a:latin typeface="Arial" panose="020B0604020202020204" pitchFamily="34" charset="0"/>
                <a:ea typeface="宋体" panose="02010600030101010101" pitchFamily="2" charset="-122"/>
              </a:rPr>
              <a:t>HTTP</a:t>
            </a:r>
            <a:r>
              <a:rPr lang="zh-CN" altLang="en-US">
                <a:latin typeface="Arial" panose="020B0604020202020204" pitchFamily="34" charset="0"/>
                <a:ea typeface="宋体" panose="02010600030101010101" pitchFamily="2" charset="-122"/>
              </a:rPr>
              <a:t>的基础上加入了</a:t>
            </a:r>
            <a:r>
              <a:rPr lang="en-US" altLang="zh-CN">
                <a:latin typeface="Arial" panose="020B0604020202020204" pitchFamily="34" charset="0"/>
                <a:ea typeface="宋体" panose="02010600030101010101" pitchFamily="2" charset="-122"/>
              </a:rPr>
              <a:t>SSL</a:t>
            </a:r>
            <a:r>
              <a:rPr lang="zh-CN" altLang="en-US">
                <a:latin typeface="Arial" panose="020B0604020202020204" pitchFamily="34" charset="0"/>
                <a:ea typeface="宋体" panose="02010600030101010101" pitchFamily="2" charset="-122"/>
              </a:rPr>
              <a:t>协议，</a:t>
            </a:r>
            <a:r>
              <a:rPr lang="en-US" altLang="zh-CN">
                <a:latin typeface="Arial" panose="020B0604020202020204" pitchFamily="34" charset="0"/>
                <a:ea typeface="宋体" panose="02010600030101010101" pitchFamily="2" charset="-122"/>
              </a:rPr>
              <a:t>SSL</a:t>
            </a:r>
            <a:r>
              <a:rPr lang="zh-CN" altLang="en-US">
                <a:latin typeface="Arial" panose="020B0604020202020204" pitchFamily="34" charset="0"/>
                <a:ea typeface="宋体" panose="02010600030101010101" pitchFamily="2" charset="-122"/>
              </a:rPr>
              <a:t>依靠证书来验证服务器的身份，并为浏览器和服务器之间的通信加密。</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76859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a:extLst>
              <a:ext uri="{FF2B5EF4-FFF2-40B4-BE49-F238E27FC236}">
                <a16:creationId xmlns:a16="http://schemas.microsoft.com/office/drawing/2014/main" id="{C3C8C245-A681-8044-9A14-1D3D52E2398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BF29D85-EC4E-074F-A70D-A36C3C21AC62}" type="slidenum">
              <a:rPr lang="en-US" altLang="zh-CN" sz="1200">
                <a:latin typeface="Arial" panose="020B0604020202020204" pitchFamily="34" charset="0"/>
              </a:rPr>
              <a:pPr/>
              <a:t>49</a:t>
            </a:fld>
            <a:endParaRPr lang="en-US" altLang="zh-CN" sz="1200">
              <a:latin typeface="Arial" panose="020B0604020202020204" pitchFamily="34" charset="0"/>
            </a:endParaRPr>
          </a:p>
        </p:txBody>
      </p:sp>
      <p:sp>
        <p:nvSpPr>
          <p:cNvPr id="116738" name="Rectangle 2">
            <a:extLst>
              <a:ext uri="{FF2B5EF4-FFF2-40B4-BE49-F238E27FC236}">
                <a16:creationId xmlns:a16="http://schemas.microsoft.com/office/drawing/2014/main" id="{913AF5F6-3725-E94F-8D62-49881D4FE03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D87DBC49-F88E-F341-8205-1E9F8DBCAC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60850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AD2825F7-E90B-7246-AF47-A999E6FF7B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3F9FD54-5C4C-934B-B376-F03D311A7AC1}" type="slidenum">
              <a:rPr lang="en-US" altLang="zh-CN" sz="1200">
                <a:latin typeface="Arial" panose="020B0604020202020204" pitchFamily="34" charset="0"/>
              </a:rPr>
              <a:pPr/>
              <a:t>50</a:t>
            </a:fld>
            <a:endParaRPr lang="en-US" altLang="zh-CN" sz="1200">
              <a:latin typeface="Arial" panose="020B0604020202020204" pitchFamily="34" charset="0"/>
            </a:endParaRPr>
          </a:p>
        </p:txBody>
      </p:sp>
      <p:sp>
        <p:nvSpPr>
          <p:cNvPr id="118786" name="Rectangle 2">
            <a:extLst>
              <a:ext uri="{FF2B5EF4-FFF2-40B4-BE49-F238E27FC236}">
                <a16:creationId xmlns:a16="http://schemas.microsoft.com/office/drawing/2014/main" id="{FA70D7F5-2FF0-904A-AD45-110E1BBD42FD}"/>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36A16E5C-E640-964E-A9C2-20CC18F60C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771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152AD91D-D92C-BB41-A54A-502E611531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FEAD813-EF62-984F-B53B-6931D8552435}" type="slidenum">
              <a:rPr lang="en-US" altLang="zh-CN" sz="1200">
                <a:latin typeface="Arial" panose="020B0604020202020204" pitchFamily="34" charset="0"/>
              </a:rPr>
              <a:pPr/>
              <a:t>51</a:t>
            </a:fld>
            <a:endParaRPr lang="en-US" altLang="zh-CN" sz="1200">
              <a:latin typeface="Arial" panose="020B0604020202020204" pitchFamily="34" charset="0"/>
            </a:endParaRPr>
          </a:p>
        </p:txBody>
      </p:sp>
      <p:sp>
        <p:nvSpPr>
          <p:cNvPr id="120834" name="Rectangle 2">
            <a:extLst>
              <a:ext uri="{FF2B5EF4-FFF2-40B4-BE49-F238E27FC236}">
                <a16:creationId xmlns:a16="http://schemas.microsoft.com/office/drawing/2014/main" id="{65C9B81C-3CAE-914A-A640-6BBF8722007F}"/>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93598333-77C1-574F-81C8-82A39E0923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0656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D261B52E-AA55-DC48-8BE5-B95E10049D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EF35ABA-D95C-5144-BF0E-94916912AFA0}" type="slidenum">
              <a:rPr lang="en-US" altLang="zh-CN" sz="1200">
                <a:latin typeface="Arial" panose="020B0604020202020204" pitchFamily="34" charset="0"/>
              </a:rPr>
              <a:pPr/>
              <a:t>52</a:t>
            </a:fld>
            <a:endParaRPr lang="en-US" altLang="zh-CN" sz="1200">
              <a:latin typeface="Arial" panose="020B0604020202020204" pitchFamily="34" charset="0"/>
            </a:endParaRPr>
          </a:p>
        </p:txBody>
      </p:sp>
      <p:sp>
        <p:nvSpPr>
          <p:cNvPr id="122882" name="Rectangle 2">
            <a:extLst>
              <a:ext uri="{FF2B5EF4-FFF2-40B4-BE49-F238E27FC236}">
                <a16:creationId xmlns:a16="http://schemas.microsoft.com/office/drawing/2014/main" id="{407D16B9-293A-B14B-98C5-EBF7FCBD6D69}"/>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FF05AB0-ECB7-4341-A067-E5D60FA085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latin typeface="Arial" panose="020B0604020202020204" pitchFamily="34" charset="0"/>
                <a:ea typeface="宋体" panose="02010600030101010101" pitchFamily="2" charset="-122"/>
              </a:rPr>
              <a:t>HTTP</a:t>
            </a:r>
            <a:r>
              <a:rPr lang="zh-CN" altLang="en-US">
                <a:latin typeface="Arial" panose="020B0604020202020204" pitchFamily="34" charset="0"/>
                <a:ea typeface="宋体" panose="02010600030101010101" pitchFamily="2" charset="-122"/>
              </a:rPr>
              <a:t>无状态协议，可能导致每次连接传送的数据量增大。另一方面，在服务器不需要先前信息时它的应答就较快。</a:t>
            </a: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2802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C3743C5F-AF14-DC4C-9C5E-18556B8E5E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C78434D-5DBC-D743-8102-589096104DAA}" type="slidenum">
              <a:rPr lang="en-US" altLang="zh-CN" sz="1200">
                <a:latin typeface="Arial" panose="020B0604020202020204" pitchFamily="34" charset="0"/>
              </a:rPr>
              <a:pPr/>
              <a:t>56</a:t>
            </a:fld>
            <a:endParaRPr lang="en-US" altLang="zh-CN" sz="1200">
              <a:latin typeface="Arial" panose="020B0604020202020204" pitchFamily="34" charset="0"/>
            </a:endParaRPr>
          </a:p>
        </p:txBody>
      </p:sp>
      <p:sp>
        <p:nvSpPr>
          <p:cNvPr id="128002" name="Rectangle 2">
            <a:extLst>
              <a:ext uri="{FF2B5EF4-FFF2-40B4-BE49-F238E27FC236}">
                <a16:creationId xmlns:a16="http://schemas.microsoft.com/office/drawing/2014/main" id="{DEAE42C6-CC63-824A-857F-E61BA8599844}"/>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6255CD04-6B59-DE49-A031-D8B3BB0FAD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07790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3A68F22C-5FD2-EF40-BE3D-988195B74E7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CC598AD-6653-2840-9943-0F81419214B6}" type="slidenum">
              <a:rPr lang="en-US" altLang="zh-CN" sz="1200">
                <a:latin typeface="Arial" panose="020B0604020202020204" pitchFamily="34" charset="0"/>
              </a:rPr>
              <a:pPr/>
              <a:t>57</a:t>
            </a:fld>
            <a:endParaRPr lang="en-US" altLang="zh-CN" sz="1200">
              <a:latin typeface="Arial" panose="020B0604020202020204" pitchFamily="34" charset="0"/>
            </a:endParaRPr>
          </a:p>
        </p:txBody>
      </p:sp>
      <p:sp>
        <p:nvSpPr>
          <p:cNvPr id="130050" name="Rectangle 2">
            <a:extLst>
              <a:ext uri="{FF2B5EF4-FFF2-40B4-BE49-F238E27FC236}">
                <a16:creationId xmlns:a16="http://schemas.microsoft.com/office/drawing/2014/main" id="{2C78D5D3-9772-0B47-B9E1-F44EEB9C1011}"/>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76FC602C-1267-5A49-ACF9-1535D27566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908917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E5754B3B-F6EB-B940-AF78-ADF4CD874E3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265E28-1865-8847-832B-A125AD2A4B2E}" type="slidenum">
              <a:rPr lang="en-US" altLang="zh-CN" sz="1200">
                <a:latin typeface="Arial" panose="020B0604020202020204" pitchFamily="34" charset="0"/>
              </a:rPr>
              <a:pPr/>
              <a:t>58</a:t>
            </a:fld>
            <a:endParaRPr lang="en-US" altLang="zh-CN" sz="1200">
              <a:latin typeface="Arial" panose="020B0604020202020204" pitchFamily="34" charset="0"/>
            </a:endParaRPr>
          </a:p>
        </p:txBody>
      </p:sp>
      <p:sp>
        <p:nvSpPr>
          <p:cNvPr id="132098" name="Rectangle 2">
            <a:extLst>
              <a:ext uri="{FF2B5EF4-FFF2-40B4-BE49-F238E27FC236}">
                <a16:creationId xmlns:a16="http://schemas.microsoft.com/office/drawing/2014/main" id="{1E5FE7BC-180E-3946-9794-AF656DCF4084}"/>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6A5F04FF-C758-8246-B608-EBA3A90534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69528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E6574386-20CE-7645-B394-A20513AD9B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B70F073-10B8-724F-A89A-66290CECD29B}" type="slidenum">
              <a:rPr lang="en-US" altLang="zh-CN" sz="1200">
                <a:latin typeface="Arial" panose="020B0604020202020204" pitchFamily="34" charset="0"/>
              </a:rPr>
              <a:pPr/>
              <a:t>59</a:t>
            </a:fld>
            <a:endParaRPr lang="en-US" altLang="zh-CN" sz="1200">
              <a:latin typeface="Arial" panose="020B0604020202020204" pitchFamily="34" charset="0"/>
            </a:endParaRPr>
          </a:p>
        </p:txBody>
      </p:sp>
      <p:sp>
        <p:nvSpPr>
          <p:cNvPr id="134146" name="Rectangle 2">
            <a:extLst>
              <a:ext uri="{FF2B5EF4-FFF2-40B4-BE49-F238E27FC236}">
                <a16:creationId xmlns:a16="http://schemas.microsoft.com/office/drawing/2014/main" id="{1CB515C5-D832-AA43-9C9C-7A1A12F3883D}"/>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465E4AB2-7B14-D449-93DA-20949CDE0F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113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7BC3C2A2-2CF6-9449-9F63-37993CD32B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E954849-DD46-D04C-AD18-B85ED7AD7878}" type="slidenum">
              <a:rPr lang="en-US" altLang="zh-CN" sz="1200">
                <a:latin typeface="Arial" panose="020B0604020202020204" pitchFamily="34" charset="0"/>
              </a:rPr>
              <a:pPr/>
              <a:t>60</a:t>
            </a:fld>
            <a:endParaRPr lang="en-US" altLang="zh-CN" sz="1200">
              <a:latin typeface="Arial" panose="020B0604020202020204" pitchFamily="34" charset="0"/>
            </a:endParaRPr>
          </a:p>
        </p:txBody>
      </p:sp>
      <p:sp>
        <p:nvSpPr>
          <p:cNvPr id="136194" name="Rectangle 2">
            <a:extLst>
              <a:ext uri="{FF2B5EF4-FFF2-40B4-BE49-F238E27FC236}">
                <a16:creationId xmlns:a16="http://schemas.microsoft.com/office/drawing/2014/main" id="{92AE5397-FF20-0B45-BB69-0E24E6DF4447}"/>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DDF28877-2564-0441-B9FD-83B161EF81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273352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5A5C2CCB-6802-1B4E-A87C-D757E0CA2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C1BD71-FB71-3E40-933D-33201A45B4B6}" type="slidenum">
              <a:rPr lang="en-US" altLang="zh-CN" sz="1200">
                <a:latin typeface="Arial" panose="020B0604020202020204" pitchFamily="34" charset="0"/>
              </a:rPr>
              <a:pPr/>
              <a:t>61</a:t>
            </a:fld>
            <a:endParaRPr lang="en-US" altLang="zh-CN" sz="1200">
              <a:latin typeface="Arial" panose="020B0604020202020204" pitchFamily="34" charset="0"/>
            </a:endParaRPr>
          </a:p>
        </p:txBody>
      </p:sp>
      <p:sp>
        <p:nvSpPr>
          <p:cNvPr id="138242" name="Rectangle 2">
            <a:extLst>
              <a:ext uri="{FF2B5EF4-FFF2-40B4-BE49-F238E27FC236}">
                <a16:creationId xmlns:a16="http://schemas.microsoft.com/office/drawing/2014/main" id="{5BA77E32-5DB1-F94F-A405-FBBC68AE9851}"/>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CABA71DC-B037-EF46-9CF8-CE8D51D152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794262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a:extLst>
              <a:ext uri="{FF2B5EF4-FFF2-40B4-BE49-F238E27FC236}">
                <a16:creationId xmlns:a16="http://schemas.microsoft.com/office/drawing/2014/main" id="{AA609657-DA93-B148-BCD3-74D8058D64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624D1D7-EE4F-A941-9CF9-4EB5BA216561}" type="slidenum">
              <a:rPr lang="en-US" altLang="zh-CN" sz="1200">
                <a:latin typeface="Arial" panose="020B0604020202020204" pitchFamily="34" charset="0"/>
              </a:rPr>
              <a:pPr/>
              <a:t>62</a:t>
            </a:fld>
            <a:endParaRPr lang="en-US" altLang="zh-CN" sz="1200">
              <a:latin typeface="Arial" panose="020B0604020202020204" pitchFamily="34" charset="0"/>
            </a:endParaRPr>
          </a:p>
        </p:txBody>
      </p:sp>
      <p:sp>
        <p:nvSpPr>
          <p:cNvPr id="140290" name="Rectangle 2">
            <a:extLst>
              <a:ext uri="{FF2B5EF4-FFF2-40B4-BE49-F238E27FC236}">
                <a16:creationId xmlns:a16="http://schemas.microsoft.com/office/drawing/2014/main" id="{964AB072-072B-6243-8940-16353F5EE7F8}"/>
              </a:ext>
            </a:extLst>
          </p:cNvPr>
          <p:cNvSpPr>
            <a:spLocks noGrp="1" noRot="1" noChangeAspect="1" noChangeArrowheads="1" noTextEdit="1"/>
          </p:cNvSpPr>
          <p:nvPr>
            <p:ph type="sldImg"/>
          </p:nvPr>
        </p:nvSpPr>
        <p:spPr>
          <a:ln/>
        </p:spPr>
      </p:sp>
      <p:sp>
        <p:nvSpPr>
          <p:cNvPr id="140291" name="Rectangle 3">
            <a:extLst>
              <a:ext uri="{FF2B5EF4-FFF2-40B4-BE49-F238E27FC236}">
                <a16:creationId xmlns:a16="http://schemas.microsoft.com/office/drawing/2014/main" id="{9808D073-C675-D541-A3F9-7A3E126FC4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537589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a:extLst>
              <a:ext uri="{FF2B5EF4-FFF2-40B4-BE49-F238E27FC236}">
                <a16:creationId xmlns:a16="http://schemas.microsoft.com/office/drawing/2014/main" id="{5FB96907-9B5B-154E-A2B6-A7927C6C0B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3680F8F-D150-5B49-9A39-E66C738F46AD}" type="slidenum">
              <a:rPr lang="en-US" altLang="zh-CN" sz="1200">
                <a:latin typeface="Arial" panose="020B0604020202020204" pitchFamily="34" charset="0"/>
              </a:rPr>
              <a:pPr/>
              <a:t>63</a:t>
            </a:fld>
            <a:endParaRPr lang="en-US" altLang="zh-CN" sz="1200">
              <a:latin typeface="Arial" panose="020B0604020202020204" pitchFamily="34" charset="0"/>
            </a:endParaRPr>
          </a:p>
        </p:txBody>
      </p:sp>
      <p:sp>
        <p:nvSpPr>
          <p:cNvPr id="142338" name="Rectangle 2">
            <a:extLst>
              <a:ext uri="{FF2B5EF4-FFF2-40B4-BE49-F238E27FC236}">
                <a16:creationId xmlns:a16="http://schemas.microsoft.com/office/drawing/2014/main" id="{B562611C-6991-5A45-9A82-BA1EBD70A76A}"/>
              </a:ext>
            </a:extLst>
          </p:cNvPr>
          <p:cNvSpPr>
            <a:spLocks noGrp="1" noRot="1" noChangeAspect="1" noChangeArrowheads="1" noTextEdit="1"/>
          </p:cNvSpPr>
          <p:nvPr>
            <p:ph type="sldImg"/>
          </p:nvPr>
        </p:nvSpPr>
        <p:spPr>
          <a:ln/>
        </p:spPr>
      </p:sp>
      <p:sp>
        <p:nvSpPr>
          <p:cNvPr id="142339" name="Rectangle 3">
            <a:extLst>
              <a:ext uri="{FF2B5EF4-FFF2-40B4-BE49-F238E27FC236}">
                <a16:creationId xmlns:a16="http://schemas.microsoft.com/office/drawing/2014/main" id="{2735EB57-BA1C-814A-B5AB-8FD6731A03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98504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a:extLst>
              <a:ext uri="{FF2B5EF4-FFF2-40B4-BE49-F238E27FC236}">
                <a16:creationId xmlns:a16="http://schemas.microsoft.com/office/drawing/2014/main" id="{0C04C347-F214-F54D-A666-EA22724C42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D0CAA0-8431-CC4C-9D0A-43B16374CDAA}" type="slidenum">
              <a:rPr lang="en-US" altLang="zh-CN" sz="1200">
                <a:latin typeface="Arial" panose="020B0604020202020204" pitchFamily="34" charset="0"/>
              </a:rPr>
              <a:pPr/>
              <a:t>64</a:t>
            </a:fld>
            <a:endParaRPr lang="en-US" altLang="zh-CN" sz="1200">
              <a:latin typeface="Arial" panose="020B0604020202020204" pitchFamily="34" charset="0"/>
            </a:endParaRPr>
          </a:p>
        </p:txBody>
      </p:sp>
      <p:sp>
        <p:nvSpPr>
          <p:cNvPr id="148482" name="Rectangle 2">
            <a:extLst>
              <a:ext uri="{FF2B5EF4-FFF2-40B4-BE49-F238E27FC236}">
                <a16:creationId xmlns:a16="http://schemas.microsoft.com/office/drawing/2014/main" id="{9FC931B2-BA17-A94E-9548-539B87D1D37E}"/>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FB08351A-0325-084C-A5BC-8ADA5A98E3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72241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a:extLst>
              <a:ext uri="{FF2B5EF4-FFF2-40B4-BE49-F238E27FC236}">
                <a16:creationId xmlns:a16="http://schemas.microsoft.com/office/drawing/2014/main" id="{70CBBE15-E303-4846-BCC3-A4142A71B7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BC2425F-26F4-9E44-A2B3-66B1254A2B56}" type="slidenum">
              <a:rPr lang="en-US" altLang="zh-CN" sz="1200">
                <a:latin typeface="Arial" panose="020B0604020202020204" pitchFamily="34" charset="0"/>
              </a:rPr>
              <a:pPr/>
              <a:t>65</a:t>
            </a:fld>
            <a:endParaRPr lang="en-US" altLang="zh-CN" sz="1200">
              <a:latin typeface="Arial" panose="020B0604020202020204" pitchFamily="34" charset="0"/>
            </a:endParaRPr>
          </a:p>
        </p:txBody>
      </p:sp>
      <p:sp>
        <p:nvSpPr>
          <p:cNvPr id="156674" name="Rectangle 2">
            <a:extLst>
              <a:ext uri="{FF2B5EF4-FFF2-40B4-BE49-F238E27FC236}">
                <a16:creationId xmlns:a16="http://schemas.microsoft.com/office/drawing/2014/main" id="{52457B62-6416-0B4F-9CA5-CF7B33E577EB}"/>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4050CB83-FF8C-DE47-8378-20D96CBCEF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069009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7">
            <a:extLst>
              <a:ext uri="{FF2B5EF4-FFF2-40B4-BE49-F238E27FC236}">
                <a16:creationId xmlns:a16="http://schemas.microsoft.com/office/drawing/2014/main" id="{1C2D7785-61E7-964A-A211-0D6D55E93B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9CB428-D552-A14B-87B1-8683C3C3DFAE}" type="slidenum">
              <a:rPr lang="en-US" altLang="zh-CN" sz="1200">
                <a:latin typeface="Arial" panose="020B0604020202020204" pitchFamily="34" charset="0"/>
              </a:rPr>
              <a:pPr/>
              <a:t>67</a:t>
            </a:fld>
            <a:endParaRPr lang="en-US" altLang="zh-CN" sz="1200">
              <a:latin typeface="Arial" panose="020B0604020202020204" pitchFamily="34" charset="0"/>
            </a:endParaRPr>
          </a:p>
        </p:txBody>
      </p:sp>
      <p:sp>
        <p:nvSpPr>
          <p:cNvPr id="159746" name="Rectangle 2">
            <a:extLst>
              <a:ext uri="{FF2B5EF4-FFF2-40B4-BE49-F238E27FC236}">
                <a16:creationId xmlns:a16="http://schemas.microsoft.com/office/drawing/2014/main" id="{3AB62334-385E-F24E-A408-D0613698E457}"/>
              </a:ext>
            </a:extLst>
          </p:cNvPr>
          <p:cNvSpPr>
            <a:spLocks noGrp="1" noRot="1" noChangeAspect="1" noChangeArrowheads="1" noTextEdit="1"/>
          </p:cNvSpPr>
          <p:nvPr>
            <p:ph type="sldImg"/>
          </p:nvPr>
        </p:nvSpPr>
        <p:spPr>
          <a:ln/>
        </p:spPr>
      </p:sp>
      <p:sp>
        <p:nvSpPr>
          <p:cNvPr id="159747" name="Rectangle 3">
            <a:extLst>
              <a:ext uri="{FF2B5EF4-FFF2-40B4-BE49-F238E27FC236}">
                <a16:creationId xmlns:a16="http://schemas.microsoft.com/office/drawing/2014/main" id="{014D1C57-2525-3F4F-8813-F6C8BA6F4F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23206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2065A394-3584-F84D-BBAA-B960BDA079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78E3CB9-39E0-B14A-AE71-0C7EFCF30BC9}" type="slidenum">
              <a:rPr lang="en-US" altLang="zh-CN" sz="1200">
                <a:latin typeface="Arial" panose="020B0604020202020204" pitchFamily="34" charset="0"/>
              </a:rPr>
              <a:pPr/>
              <a:t>68</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ACC4C8B1-EE82-D94E-8696-4ACAE33F8AC5}"/>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FD66E0CB-E1B2-9B4F-AC0A-C53E60CDE7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09352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69B9FAC7-497C-1C47-8A63-4D03798A74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E0D59DB-77A8-184B-8E6A-3307BC38BA62}" type="slidenum">
              <a:rPr lang="en-US" altLang="zh-CN" sz="1200">
                <a:latin typeface="Arial" panose="020B0604020202020204" pitchFamily="34" charset="0"/>
              </a:rPr>
              <a:pPr/>
              <a:t>69</a:t>
            </a:fld>
            <a:endParaRPr lang="en-US" altLang="zh-CN" sz="1200">
              <a:latin typeface="Arial" panose="020B0604020202020204" pitchFamily="34" charset="0"/>
            </a:endParaRPr>
          </a:p>
        </p:txBody>
      </p:sp>
      <p:sp>
        <p:nvSpPr>
          <p:cNvPr id="184322" name="Rectangle 2">
            <a:extLst>
              <a:ext uri="{FF2B5EF4-FFF2-40B4-BE49-F238E27FC236}">
                <a16:creationId xmlns:a16="http://schemas.microsoft.com/office/drawing/2014/main" id="{9E002CFF-3445-6549-8E88-0498AFBB9503}"/>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D8A622F3-AB4C-BD4A-8D1E-41B7BC7E58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276881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28BDEE44-508D-6D45-B5F2-24CF1938B6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C483BCD-AFC9-4047-9079-9821CE256D77}" type="slidenum">
              <a:rPr lang="en-US" altLang="zh-CN" sz="1200">
                <a:latin typeface="Arial" panose="020B0604020202020204" pitchFamily="34" charset="0"/>
              </a:rPr>
              <a:pPr/>
              <a:t>70</a:t>
            </a:fld>
            <a:endParaRPr lang="en-US" altLang="zh-CN" sz="1200">
              <a:latin typeface="Arial" panose="020B0604020202020204" pitchFamily="34" charset="0"/>
            </a:endParaRPr>
          </a:p>
        </p:txBody>
      </p:sp>
      <p:sp>
        <p:nvSpPr>
          <p:cNvPr id="186370" name="Rectangle 2">
            <a:extLst>
              <a:ext uri="{FF2B5EF4-FFF2-40B4-BE49-F238E27FC236}">
                <a16:creationId xmlns:a16="http://schemas.microsoft.com/office/drawing/2014/main" id="{4F9D52CF-CBBD-6049-BD17-A6ED20C80603}"/>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F2FE3709-4D59-1C41-A518-4DF609CA01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705435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41E89339-21E7-DC4B-A23F-6466A61F4D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9731266-053D-544D-A480-74220DF3A652}" type="slidenum">
              <a:rPr lang="en-US" altLang="zh-CN" sz="1200">
                <a:latin typeface="Arial" panose="020B0604020202020204" pitchFamily="34" charset="0"/>
              </a:rPr>
              <a:pPr/>
              <a:t>71</a:t>
            </a:fld>
            <a:endParaRPr lang="en-US" altLang="zh-CN" sz="1200">
              <a:latin typeface="Arial" panose="020B0604020202020204" pitchFamily="34" charset="0"/>
            </a:endParaRPr>
          </a:p>
        </p:txBody>
      </p:sp>
      <p:sp>
        <p:nvSpPr>
          <p:cNvPr id="188418" name="Rectangle 2">
            <a:extLst>
              <a:ext uri="{FF2B5EF4-FFF2-40B4-BE49-F238E27FC236}">
                <a16:creationId xmlns:a16="http://schemas.microsoft.com/office/drawing/2014/main" id="{9CE44FFF-61D3-414F-B7E7-80B6647325D1}"/>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310D93A9-016B-B143-9FA8-18748E6289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770984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A908FCFD-3830-0F41-95D8-B72D5D2CA9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3CDF489-BEE9-1A45-AF6C-29165E8D6F6F}" type="slidenum">
              <a:rPr lang="en-US" altLang="zh-CN" sz="1200">
                <a:latin typeface="Arial" panose="020B0604020202020204" pitchFamily="34" charset="0"/>
              </a:rPr>
              <a:pPr/>
              <a:t>72</a:t>
            </a:fld>
            <a:endParaRPr lang="en-US" altLang="zh-CN" sz="1200">
              <a:latin typeface="Arial" panose="020B0604020202020204" pitchFamily="34" charset="0"/>
            </a:endParaRPr>
          </a:p>
        </p:txBody>
      </p:sp>
      <p:sp>
        <p:nvSpPr>
          <p:cNvPr id="190466" name="Rectangle 2">
            <a:extLst>
              <a:ext uri="{FF2B5EF4-FFF2-40B4-BE49-F238E27FC236}">
                <a16:creationId xmlns:a16="http://schemas.microsoft.com/office/drawing/2014/main" id="{2D0A41B0-FEB3-634D-A1EC-44C4EBB5E85C}"/>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EAAEF0A5-C326-0146-9681-41A7BAE65E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799451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6F3275E3-E72B-DD48-8C76-D2E8C4757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B1A0286-474B-574E-81D3-92D0008CC671}" type="slidenum">
              <a:rPr lang="en-US" altLang="zh-CN" sz="1200">
                <a:latin typeface="Arial" panose="020B0604020202020204" pitchFamily="34" charset="0"/>
              </a:rPr>
              <a:pPr/>
              <a:t>73</a:t>
            </a:fld>
            <a:endParaRPr lang="en-US" altLang="zh-CN" sz="1200">
              <a:latin typeface="Arial" panose="020B0604020202020204" pitchFamily="34" charset="0"/>
            </a:endParaRPr>
          </a:p>
        </p:txBody>
      </p:sp>
      <p:sp>
        <p:nvSpPr>
          <p:cNvPr id="192514" name="Rectangle 2">
            <a:extLst>
              <a:ext uri="{FF2B5EF4-FFF2-40B4-BE49-F238E27FC236}">
                <a16:creationId xmlns:a16="http://schemas.microsoft.com/office/drawing/2014/main" id="{5C8888A8-74EA-4541-8740-FF3BFBF04ADE}"/>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D5F33F99-2474-9B4C-B279-88F118D556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217191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3544A8B5-8CCF-A044-A97D-14058CA748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DD0103-A727-D240-9492-168EAF2AE599}" type="slidenum">
              <a:rPr lang="en-US" altLang="zh-CN" sz="1200">
                <a:latin typeface="Arial" panose="020B0604020202020204" pitchFamily="34" charset="0"/>
              </a:rPr>
              <a:pPr/>
              <a:t>74</a:t>
            </a:fld>
            <a:endParaRPr lang="en-US" altLang="zh-CN" sz="1200">
              <a:latin typeface="Arial" panose="020B0604020202020204" pitchFamily="34" charset="0"/>
            </a:endParaRPr>
          </a:p>
        </p:txBody>
      </p:sp>
      <p:sp>
        <p:nvSpPr>
          <p:cNvPr id="194562" name="Rectangle 2">
            <a:extLst>
              <a:ext uri="{FF2B5EF4-FFF2-40B4-BE49-F238E27FC236}">
                <a16:creationId xmlns:a16="http://schemas.microsoft.com/office/drawing/2014/main" id="{FEC16F2F-7E4B-444F-8791-23F93B6D05A9}"/>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E12F1A91-56BC-8E4C-A36F-F116257232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527538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23F9E61A-C5C3-7E4A-B71A-E5928C1F5E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75D9296-9C3E-B840-BF4A-507190AB72A4}" type="slidenum">
              <a:rPr lang="en-US" altLang="zh-CN" sz="1200">
                <a:latin typeface="Arial" panose="020B0604020202020204" pitchFamily="34" charset="0"/>
              </a:rPr>
              <a:pPr/>
              <a:t>75</a:t>
            </a:fld>
            <a:endParaRPr lang="en-US" altLang="zh-CN" sz="1200">
              <a:latin typeface="Arial" panose="020B0604020202020204" pitchFamily="34" charset="0"/>
            </a:endParaRPr>
          </a:p>
        </p:txBody>
      </p:sp>
      <p:sp>
        <p:nvSpPr>
          <p:cNvPr id="196610" name="Rectangle 2">
            <a:extLst>
              <a:ext uri="{FF2B5EF4-FFF2-40B4-BE49-F238E27FC236}">
                <a16:creationId xmlns:a16="http://schemas.microsoft.com/office/drawing/2014/main" id="{19FB9057-1867-9D4B-9AA9-6A477DADBD60}"/>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ED1410C7-95BF-8642-B10E-4A72772DDA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27953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E06EBADD-5A3A-E142-AEA4-04B65562A9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2C71572-C7C2-764A-A77A-6C3AF7B88F15}" type="slidenum">
              <a:rPr lang="en-US" altLang="zh-CN" sz="1200">
                <a:latin typeface="Arial" panose="020B0604020202020204" pitchFamily="34" charset="0"/>
              </a:rPr>
              <a:pPr/>
              <a:t>76</a:t>
            </a:fld>
            <a:endParaRPr lang="en-US" altLang="zh-CN" sz="1200">
              <a:latin typeface="Arial" panose="020B0604020202020204" pitchFamily="34" charset="0"/>
            </a:endParaRPr>
          </a:p>
        </p:txBody>
      </p:sp>
      <p:sp>
        <p:nvSpPr>
          <p:cNvPr id="198658" name="Rectangle 2">
            <a:extLst>
              <a:ext uri="{FF2B5EF4-FFF2-40B4-BE49-F238E27FC236}">
                <a16:creationId xmlns:a16="http://schemas.microsoft.com/office/drawing/2014/main" id="{91088583-8AD4-2048-A2CD-247745C4FC29}"/>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E782231-B284-2A43-8690-07853CB0E6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841499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95E0D0C3-D1A4-4945-A60C-FC9E725EF1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C2E4270-6DA8-0747-8FF7-6180E3D1B15F}" type="slidenum">
              <a:rPr lang="en-US" altLang="zh-CN" sz="1200">
                <a:latin typeface="Arial" panose="020B0604020202020204" pitchFamily="34" charset="0"/>
              </a:rPr>
              <a:pPr/>
              <a:t>77</a:t>
            </a:fld>
            <a:endParaRPr lang="en-US" altLang="zh-CN" sz="1200">
              <a:latin typeface="Arial" panose="020B0604020202020204" pitchFamily="34" charset="0"/>
            </a:endParaRPr>
          </a:p>
        </p:txBody>
      </p:sp>
      <p:sp>
        <p:nvSpPr>
          <p:cNvPr id="200706" name="Rectangle 2">
            <a:extLst>
              <a:ext uri="{FF2B5EF4-FFF2-40B4-BE49-F238E27FC236}">
                <a16:creationId xmlns:a16="http://schemas.microsoft.com/office/drawing/2014/main" id="{C6AB0425-BF82-3B43-86DC-606E53107265}"/>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40F3AF2A-0A7A-0642-97CC-C841226D6A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832123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FA64FD40-ABBB-2542-B31E-CFC64F3E9E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8F6A9B1-F9CA-4447-ABA1-A17D5E29E1FC}" type="slidenum">
              <a:rPr lang="en-US" altLang="zh-CN" sz="1200">
                <a:latin typeface="Arial" panose="020B0604020202020204" pitchFamily="34" charset="0"/>
              </a:rPr>
              <a:pPr/>
              <a:t>78</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D6364ACB-3CEE-4044-AC5E-EFF808F02B39}"/>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1AE99819-DF44-BB45-90F4-F192D5DA47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996801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7">
            <a:extLst>
              <a:ext uri="{FF2B5EF4-FFF2-40B4-BE49-F238E27FC236}">
                <a16:creationId xmlns:a16="http://schemas.microsoft.com/office/drawing/2014/main" id="{FAC80C69-1278-B64F-B48F-0AA8F29C2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BB08F39-6683-3747-A02B-5628A4F8A023}" type="slidenum">
              <a:rPr lang="en-US" altLang="zh-CN" sz="1200">
                <a:latin typeface="Arial" panose="020B0604020202020204" pitchFamily="34" charset="0"/>
              </a:rPr>
              <a:pPr/>
              <a:t>80</a:t>
            </a:fld>
            <a:endParaRPr lang="en-US" altLang="zh-CN" sz="1200">
              <a:latin typeface="Arial" panose="020B0604020202020204" pitchFamily="34" charset="0"/>
            </a:endParaRPr>
          </a:p>
        </p:txBody>
      </p:sp>
      <p:sp>
        <p:nvSpPr>
          <p:cNvPr id="214018" name="Rectangle 2">
            <a:extLst>
              <a:ext uri="{FF2B5EF4-FFF2-40B4-BE49-F238E27FC236}">
                <a16:creationId xmlns:a16="http://schemas.microsoft.com/office/drawing/2014/main" id="{2F97FEF7-2A44-574D-A099-2743E7DBAEF5}"/>
              </a:ext>
            </a:extLst>
          </p:cNvPr>
          <p:cNvSpPr>
            <a:spLocks noGrp="1" noRot="1" noChangeAspect="1" noChangeArrowheads="1" noTextEdit="1"/>
          </p:cNvSpPr>
          <p:nvPr>
            <p:ph type="sldImg"/>
          </p:nvPr>
        </p:nvSpPr>
        <p:spPr>
          <a:ln/>
        </p:spPr>
      </p:sp>
      <p:sp>
        <p:nvSpPr>
          <p:cNvPr id="214019" name="Rectangle 3">
            <a:extLst>
              <a:ext uri="{FF2B5EF4-FFF2-40B4-BE49-F238E27FC236}">
                <a16:creationId xmlns:a16="http://schemas.microsoft.com/office/drawing/2014/main" id="{FDBF4CF9-59C9-7148-BCD4-A535B5380FE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819695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E7BFF03D-B6B1-7C4B-9574-57840096A5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45386D5-4524-424E-9476-13457ED29BDC}" type="slidenum">
              <a:rPr lang="en-US" altLang="zh-CN" sz="1200">
                <a:latin typeface="Arial" panose="020B0604020202020204" pitchFamily="34" charset="0"/>
              </a:rPr>
              <a:pPr/>
              <a:t>83</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DBFEC6A9-9B64-4048-9389-28F5B04A24B1}"/>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A22E45F7-1392-1F45-86DC-57C7153A227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9064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D770FE68-42B1-CB47-9B48-43BC0B05F8F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13E95F-6652-F640-B647-0AF7A1964718}" type="slidenum">
              <a:rPr lang="en-US" altLang="zh-CN" sz="1200">
                <a:latin typeface="Arial" panose="020B0604020202020204" pitchFamily="34" charset="0"/>
              </a:rPr>
              <a:pPr/>
              <a:t>84</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0C0BB2C2-AAB1-6841-9D14-4C1FD4832CC9}"/>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AF62F1F5-8402-8340-AB88-8E9C716C88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703918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7">
            <a:extLst>
              <a:ext uri="{FF2B5EF4-FFF2-40B4-BE49-F238E27FC236}">
                <a16:creationId xmlns:a16="http://schemas.microsoft.com/office/drawing/2014/main" id="{5F0E6592-12B4-724D-AB62-3E770503D9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A27659A-D3F1-BC45-9D7B-B91BDD485BBB}" type="slidenum">
              <a:rPr lang="en-US" altLang="zh-CN" sz="1200">
                <a:latin typeface="Arial" panose="020B0604020202020204" pitchFamily="34" charset="0"/>
              </a:rPr>
              <a:pPr/>
              <a:t>85</a:t>
            </a:fld>
            <a:endParaRPr lang="en-US" altLang="zh-CN" sz="1200">
              <a:latin typeface="Arial" panose="020B0604020202020204" pitchFamily="34" charset="0"/>
            </a:endParaRPr>
          </a:p>
        </p:txBody>
      </p:sp>
      <p:sp>
        <p:nvSpPr>
          <p:cNvPr id="225282" name="Rectangle 2">
            <a:extLst>
              <a:ext uri="{FF2B5EF4-FFF2-40B4-BE49-F238E27FC236}">
                <a16:creationId xmlns:a16="http://schemas.microsoft.com/office/drawing/2014/main" id="{4295F7F6-F79B-854B-8A53-4A5DB050605C}"/>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28F95210-50FB-6A41-99F9-B1101392F8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13739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17A2878D-C64D-4447-BD51-FD1494126B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C97A56-8AE8-3A40-A49D-8ABA8442739D}" type="slidenum">
              <a:rPr lang="en-US" altLang="zh-CN" sz="1200">
                <a:latin typeface="Arial" panose="020B0604020202020204" pitchFamily="34" charset="0"/>
              </a:rPr>
              <a:pPr/>
              <a:t>86</a:t>
            </a:fld>
            <a:endParaRPr lang="en-US" altLang="zh-CN" sz="1200">
              <a:latin typeface="Arial" panose="020B0604020202020204" pitchFamily="34" charset="0"/>
            </a:endParaRPr>
          </a:p>
        </p:txBody>
      </p:sp>
      <p:sp>
        <p:nvSpPr>
          <p:cNvPr id="227330" name="Rectangle 2">
            <a:extLst>
              <a:ext uri="{FF2B5EF4-FFF2-40B4-BE49-F238E27FC236}">
                <a16:creationId xmlns:a16="http://schemas.microsoft.com/office/drawing/2014/main" id="{58269392-E5B5-5A4D-9980-ADDF17C385E9}"/>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FE29EDAF-77B3-BE43-A333-45046F5C29B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41229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DBE861CF-0F5A-2247-99F6-F8EBD5E7C72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144C6FB-AD0A-434A-AD65-FB3AAD08D810}" type="slidenum">
              <a:rPr lang="en-US" altLang="zh-CN" sz="1200">
                <a:latin typeface="Arial" panose="020B0604020202020204" pitchFamily="34" charset="0"/>
              </a:rPr>
              <a:pPr/>
              <a:t>87</a:t>
            </a:fld>
            <a:endParaRPr lang="en-US" altLang="zh-CN" sz="1200">
              <a:latin typeface="Arial" panose="020B0604020202020204" pitchFamily="34" charset="0"/>
            </a:endParaRPr>
          </a:p>
        </p:txBody>
      </p:sp>
      <p:sp>
        <p:nvSpPr>
          <p:cNvPr id="229378" name="Rectangle 2">
            <a:extLst>
              <a:ext uri="{FF2B5EF4-FFF2-40B4-BE49-F238E27FC236}">
                <a16:creationId xmlns:a16="http://schemas.microsoft.com/office/drawing/2014/main" id="{34E66E01-13BF-0D41-A76B-03734D11DF35}"/>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99C2BA9C-6DF5-4641-9812-460F4EE63A6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563457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34790533-B5C4-C34D-9B21-93F5CA57FB7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5B89ED1-2F35-F14E-AB91-B993D1219D93}" type="slidenum">
              <a:rPr lang="en-US" altLang="zh-CN" sz="1200">
                <a:latin typeface="Arial" panose="020B0604020202020204" pitchFamily="34" charset="0"/>
              </a:rPr>
              <a:pPr/>
              <a:t>89</a:t>
            </a:fld>
            <a:endParaRPr lang="en-US" altLang="zh-CN" sz="1200">
              <a:latin typeface="Arial" panose="020B0604020202020204" pitchFamily="34" charset="0"/>
            </a:endParaRPr>
          </a:p>
        </p:txBody>
      </p:sp>
      <p:sp>
        <p:nvSpPr>
          <p:cNvPr id="233474" name="Rectangle 2">
            <a:extLst>
              <a:ext uri="{FF2B5EF4-FFF2-40B4-BE49-F238E27FC236}">
                <a16:creationId xmlns:a16="http://schemas.microsoft.com/office/drawing/2014/main" id="{61E4CF68-9E46-3A4C-B0C5-E59643DBE708}"/>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997C439A-F8D2-8F45-9B85-46A033145C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519459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090E54E5-DEAD-674E-8F08-E265DC6E93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6635A37-C612-2A47-9EA6-E43120D95BFC}" type="slidenum">
              <a:rPr lang="en-US" altLang="zh-CN" sz="1200">
                <a:latin typeface="Arial" panose="020B0604020202020204" pitchFamily="34" charset="0"/>
              </a:rPr>
              <a:pPr/>
              <a:t>90</a:t>
            </a:fld>
            <a:endParaRPr lang="en-US" altLang="zh-CN" sz="1200">
              <a:latin typeface="Arial" panose="020B0604020202020204" pitchFamily="34" charset="0"/>
            </a:endParaRPr>
          </a:p>
        </p:txBody>
      </p:sp>
      <p:sp>
        <p:nvSpPr>
          <p:cNvPr id="237570" name="Rectangle 2">
            <a:extLst>
              <a:ext uri="{FF2B5EF4-FFF2-40B4-BE49-F238E27FC236}">
                <a16:creationId xmlns:a16="http://schemas.microsoft.com/office/drawing/2014/main" id="{4677C80E-5894-D343-8DD8-D2F639C83A02}"/>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C295EB90-2EB4-F24C-88BE-8C4AE449B0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27326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CB2441BD-2503-3B40-B01C-2D925F4007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CE1C90-2B92-294B-8DB7-C028F0246401}" type="slidenum">
              <a:rPr lang="en-US" altLang="zh-CN" sz="1200">
                <a:latin typeface="Arial" panose="020B0604020202020204" pitchFamily="34" charset="0"/>
              </a:rPr>
              <a:pPr/>
              <a:t>91</a:t>
            </a:fld>
            <a:endParaRPr lang="en-US" altLang="zh-CN" sz="1200">
              <a:latin typeface="Arial" panose="020B0604020202020204" pitchFamily="34" charset="0"/>
            </a:endParaRPr>
          </a:p>
        </p:txBody>
      </p:sp>
      <p:sp>
        <p:nvSpPr>
          <p:cNvPr id="239618" name="Rectangle 2">
            <a:extLst>
              <a:ext uri="{FF2B5EF4-FFF2-40B4-BE49-F238E27FC236}">
                <a16:creationId xmlns:a16="http://schemas.microsoft.com/office/drawing/2014/main" id="{8A59C3E9-FF16-5548-8062-464D25361547}"/>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2AA05A32-C995-6B45-8D6D-0660076B800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43679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7">
            <a:extLst>
              <a:ext uri="{FF2B5EF4-FFF2-40B4-BE49-F238E27FC236}">
                <a16:creationId xmlns:a16="http://schemas.microsoft.com/office/drawing/2014/main" id="{FCD92337-CA80-2845-B0A7-120FE00889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6873733-D3D6-2C49-8F8F-E4EF9B1B6055}" type="slidenum">
              <a:rPr lang="en-US" altLang="zh-CN" sz="1200">
                <a:latin typeface="Arial" panose="020B0604020202020204" pitchFamily="34" charset="0"/>
              </a:rPr>
              <a:pPr/>
              <a:t>92</a:t>
            </a:fld>
            <a:endParaRPr lang="en-US" altLang="zh-CN" sz="1200">
              <a:latin typeface="Arial" panose="020B0604020202020204" pitchFamily="34" charset="0"/>
            </a:endParaRPr>
          </a:p>
        </p:txBody>
      </p:sp>
      <p:sp>
        <p:nvSpPr>
          <p:cNvPr id="241666" name="Rectangle 2">
            <a:extLst>
              <a:ext uri="{FF2B5EF4-FFF2-40B4-BE49-F238E27FC236}">
                <a16:creationId xmlns:a16="http://schemas.microsoft.com/office/drawing/2014/main" id="{066300FA-EA02-7942-BB90-B672AE32E5F4}"/>
              </a:ext>
            </a:extLst>
          </p:cNvPr>
          <p:cNvSpPr>
            <a:spLocks noGrp="1" noRot="1" noChangeAspect="1" noChangeArrowheads="1" noTextEdit="1"/>
          </p:cNvSpPr>
          <p:nvPr>
            <p:ph type="sldImg"/>
          </p:nvPr>
        </p:nvSpPr>
        <p:spPr>
          <a:ln/>
        </p:spPr>
      </p:sp>
      <p:sp>
        <p:nvSpPr>
          <p:cNvPr id="241667" name="Rectangle 3">
            <a:extLst>
              <a:ext uri="{FF2B5EF4-FFF2-40B4-BE49-F238E27FC236}">
                <a16:creationId xmlns:a16="http://schemas.microsoft.com/office/drawing/2014/main" id="{2633355A-DEA1-7940-B8C0-73F3E3A88E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688319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7">
            <a:extLst>
              <a:ext uri="{FF2B5EF4-FFF2-40B4-BE49-F238E27FC236}">
                <a16:creationId xmlns:a16="http://schemas.microsoft.com/office/drawing/2014/main" id="{85E4DC51-44B6-EE4B-AFD4-F4555415357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A424BC1-DCB0-8C4C-9F7E-758816359BFF}" type="slidenum">
              <a:rPr lang="en-US" altLang="zh-CN" sz="1200">
                <a:latin typeface="Arial" panose="020B0604020202020204" pitchFamily="34" charset="0"/>
              </a:rPr>
              <a:pPr/>
              <a:t>93</a:t>
            </a:fld>
            <a:endParaRPr lang="en-US" altLang="zh-CN" sz="1200">
              <a:latin typeface="Arial" panose="020B0604020202020204" pitchFamily="34" charset="0"/>
            </a:endParaRPr>
          </a:p>
        </p:txBody>
      </p:sp>
      <p:sp>
        <p:nvSpPr>
          <p:cNvPr id="245762" name="Rectangle 2">
            <a:extLst>
              <a:ext uri="{FF2B5EF4-FFF2-40B4-BE49-F238E27FC236}">
                <a16:creationId xmlns:a16="http://schemas.microsoft.com/office/drawing/2014/main" id="{7D622AFC-B7C8-4441-AA84-EE0D24C11813}"/>
              </a:ext>
            </a:extLst>
          </p:cNvPr>
          <p:cNvSpPr>
            <a:spLocks noGrp="1" noRot="1" noChangeAspect="1" noChangeArrowheads="1" noTextEdit="1"/>
          </p:cNvSpPr>
          <p:nvPr>
            <p:ph type="sldImg"/>
          </p:nvPr>
        </p:nvSpPr>
        <p:spPr>
          <a:ln/>
        </p:spPr>
      </p:sp>
      <p:sp>
        <p:nvSpPr>
          <p:cNvPr id="245763" name="Rectangle 3">
            <a:extLst>
              <a:ext uri="{FF2B5EF4-FFF2-40B4-BE49-F238E27FC236}">
                <a16:creationId xmlns:a16="http://schemas.microsoft.com/office/drawing/2014/main" id="{92D79F61-000F-894D-A365-8DAB1E8BB3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59664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7">
            <a:extLst>
              <a:ext uri="{FF2B5EF4-FFF2-40B4-BE49-F238E27FC236}">
                <a16:creationId xmlns:a16="http://schemas.microsoft.com/office/drawing/2014/main" id="{ADB33C8A-953D-9D43-AE99-70067DCB5D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79D904E-B3F2-164E-A2C7-409C80110EA2}" type="slidenum">
              <a:rPr lang="en-US" altLang="zh-CN" sz="1200">
                <a:latin typeface="Arial" panose="020B0604020202020204" pitchFamily="34" charset="0"/>
              </a:rPr>
              <a:pPr/>
              <a:t>94</a:t>
            </a:fld>
            <a:endParaRPr lang="en-US" altLang="zh-CN" sz="1200">
              <a:latin typeface="Arial" panose="020B0604020202020204" pitchFamily="34" charset="0"/>
            </a:endParaRPr>
          </a:p>
        </p:txBody>
      </p:sp>
      <p:sp>
        <p:nvSpPr>
          <p:cNvPr id="247810" name="Rectangle 2">
            <a:extLst>
              <a:ext uri="{FF2B5EF4-FFF2-40B4-BE49-F238E27FC236}">
                <a16:creationId xmlns:a16="http://schemas.microsoft.com/office/drawing/2014/main" id="{77288CF3-D196-0B45-AE2E-A7CD51933D63}"/>
              </a:ext>
            </a:extLst>
          </p:cNvPr>
          <p:cNvSpPr>
            <a:spLocks noGrp="1" noRot="1" noChangeAspect="1" noChangeArrowheads="1" noTextEdit="1"/>
          </p:cNvSpPr>
          <p:nvPr>
            <p:ph type="sldImg"/>
          </p:nvPr>
        </p:nvSpPr>
        <p:spPr>
          <a:ln/>
        </p:spPr>
      </p:sp>
      <p:sp>
        <p:nvSpPr>
          <p:cNvPr id="247811" name="Rectangle 3">
            <a:extLst>
              <a:ext uri="{FF2B5EF4-FFF2-40B4-BE49-F238E27FC236}">
                <a16:creationId xmlns:a16="http://schemas.microsoft.com/office/drawing/2014/main" id="{D70B4ADC-ADFC-AD4A-B688-0A35895F94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479087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7">
            <a:extLst>
              <a:ext uri="{FF2B5EF4-FFF2-40B4-BE49-F238E27FC236}">
                <a16:creationId xmlns:a16="http://schemas.microsoft.com/office/drawing/2014/main" id="{9CB40B00-26B3-4546-8F71-B3711B4C5A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5E3C96C-983E-D246-AE96-F851E91CC8AD}" type="slidenum">
              <a:rPr lang="en-US" altLang="zh-CN" sz="1200">
                <a:latin typeface="Arial" panose="020B0604020202020204" pitchFamily="34" charset="0"/>
              </a:rPr>
              <a:pPr/>
              <a:t>95</a:t>
            </a:fld>
            <a:endParaRPr lang="en-US" altLang="zh-CN" sz="1200">
              <a:latin typeface="Arial" panose="020B0604020202020204" pitchFamily="34" charset="0"/>
            </a:endParaRPr>
          </a:p>
        </p:txBody>
      </p:sp>
      <p:sp>
        <p:nvSpPr>
          <p:cNvPr id="249858" name="Rectangle 2">
            <a:extLst>
              <a:ext uri="{FF2B5EF4-FFF2-40B4-BE49-F238E27FC236}">
                <a16:creationId xmlns:a16="http://schemas.microsoft.com/office/drawing/2014/main" id="{5D9F2575-288B-2242-AFDD-E75187727736}"/>
              </a:ext>
            </a:extLst>
          </p:cNvPr>
          <p:cNvSpPr>
            <a:spLocks noGrp="1" noRot="1" noChangeAspect="1" noChangeArrowheads="1" noTextEdit="1"/>
          </p:cNvSpPr>
          <p:nvPr>
            <p:ph type="sldImg"/>
          </p:nvPr>
        </p:nvSpPr>
        <p:spPr>
          <a:ln/>
        </p:spPr>
      </p:sp>
      <p:sp>
        <p:nvSpPr>
          <p:cNvPr id="249859" name="Rectangle 3">
            <a:extLst>
              <a:ext uri="{FF2B5EF4-FFF2-40B4-BE49-F238E27FC236}">
                <a16:creationId xmlns:a16="http://schemas.microsoft.com/office/drawing/2014/main" id="{B24FE6B7-9DFB-F94C-9428-15A8FFD39B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495251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7">
            <a:extLst>
              <a:ext uri="{FF2B5EF4-FFF2-40B4-BE49-F238E27FC236}">
                <a16:creationId xmlns:a16="http://schemas.microsoft.com/office/drawing/2014/main" id="{D7425F14-A620-6F4C-995F-29A39C12F2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913952-90D3-2A47-8269-2B125E3A5259}" type="slidenum">
              <a:rPr lang="en-US" altLang="zh-CN" sz="1200">
                <a:latin typeface="Arial" panose="020B0604020202020204" pitchFamily="34" charset="0"/>
              </a:rPr>
              <a:pPr/>
              <a:t>98</a:t>
            </a:fld>
            <a:endParaRPr lang="en-US" altLang="zh-CN" sz="1200">
              <a:latin typeface="Arial" panose="020B0604020202020204" pitchFamily="34" charset="0"/>
            </a:endParaRPr>
          </a:p>
        </p:txBody>
      </p:sp>
      <p:sp>
        <p:nvSpPr>
          <p:cNvPr id="256002" name="Rectangle 2">
            <a:extLst>
              <a:ext uri="{FF2B5EF4-FFF2-40B4-BE49-F238E27FC236}">
                <a16:creationId xmlns:a16="http://schemas.microsoft.com/office/drawing/2014/main" id="{BA2049AC-A699-6A45-9B89-6B4E1FA0A556}"/>
              </a:ext>
            </a:extLst>
          </p:cNvPr>
          <p:cNvSpPr>
            <a:spLocks noGrp="1" noRot="1" noChangeAspect="1" noChangeArrowheads="1" noTextEdit="1"/>
          </p:cNvSpPr>
          <p:nvPr>
            <p:ph type="sldImg"/>
          </p:nvPr>
        </p:nvSpPr>
        <p:spPr>
          <a:ln/>
        </p:spPr>
      </p:sp>
      <p:sp>
        <p:nvSpPr>
          <p:cNvPr id="256003" name="Rectangle 3">
            <a:extLst>
              <a:ext uri="{FF2B5EF4-FFF2-40B4-BE49-F238E27FC236}">
                <a16:creationId xmlns:a16="http://schemas.microsoft.com/office/drawing/2014/main" id="{DAA96145-33C9-8A41-AC0F-C44CA1E1CE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05013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7">
            <a:extLst>
              <a:ext uri="{FF2B5EF4-FFF2-40B4-BE49-F238E27FC236}">
                <a16:creationId xmlns:a16="http://schemas.microsoft.com/office/drawing/2014/main" id="{C535A37D-C017-DC44-81E3-32481A0A08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DE55503-B8F7-B847-9509-F29F87F36BEF}" type="slidenum">
              <a:rPr lang="en-US" altLang="zh-CN" sz="1200">
                <a:latin typeface="Arial" panose="020B0604020202020204" pitchFamily="34" charset="0"/>
              </a:rPr>
              <a:pPr/>
              <a:t>99</a:t>
            </a:fld>
            <a:endParaRPr lang="en-US" altLang="zh-CN" sz="1200">
              <a:latin typeface="Arial" panose="020B0604020202020204" pitchFamily="34" charset="0"/>
            </a:endParaRPr>
          </a:p>
        </p:txBody>
      </p:sp>
      <p:sp>
        <p:nvSpPr>
          <p:cNvPr id="258050" name="Rectangle 2">
            <a:extLst>
              <a:ext uri="{FF2B5EF4-FFF2-40B4-BE49-F238E27FC236}">
                <a16:creationId xmlns:a16="http://schemas.microsoft.com/office/drawing/2014/main" id="{8AB6F262-8F79-D241-9F74-C9AD92774727}"/>
              </a:ext>
            </a:extLst>
          </p:cNvPr>
          <p:cNvSpPr>
            <a:spLocks noGrp="1" noRot="1" noChangeAspect="1" noChangeArrowheads="1" noTextEdit="1"/>
          </p:cNvSpPr>
          <p:nvPr>
            <p:ph type="sldImg"/>
          </p:nvPr>
        </p:nvSpPr>
        <p:spPr>
          <a:ln/>
        </p:spPr>
      </p:sp>
      <p:sp>
        <p:nvSpPr>
          <p:cNvPr id="258051" name="Rectangle 3">
            <a:extLst>
              <a:ext uri="{FF2B5EF4-FFF2-40B4-BE49-F238E27FC236}">
                <a16:creationId xmlns:a16="http://schemas.microsoft.com/office/drawing/2014/main" id="{5A884603-1A25-9247-9471-7DBB80E2FE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241685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7">
            <a:extLst>
              <a:ext uri="{FF2B5EF4-FFF2-40B4-BE49-F238E27FC236}">
                <a16:creationId xmlns:a16="http://schemas.microsoft.com/office/drawing/2014/main" id="{5A1B1D01-A43E-4142-A91B-578B1F8C5C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13760BA-BEE4-354A-84DD-6913CD4BC8C2}" type="slidenum">
              <a:rPr lang="en-US" altLang="zh-CN" sz="1200">
                <a:latin typeface="Arial" panose="020B0604020202020204" pitchFamily="34" charset="0"/>
              </a:rPr>
              <a:pPr/>
              <a:t>100</a:t>
            </a:fld>
            <a:endParaRPr lang="en-US" altLang="zh-CN" sz="1200">
              <a:latin typeface="Arial" panose="020B0604020202020204" pitchFamily="34" charset="0"/>
            </a:endParaRPr>
          </a:p>
        </p:txBody>
      </p:sp>
      <p:sp>
        <p:nvSpPr>
          <p:cNvPr id="260098" name="Rectangle 2">
            <a:extLst>
              <a:ext uri="{FF2B5EF4-FFF2-40B4-BE49-F238E27FC236}">
                <a16:creationId xmlns:a16="http://schemas.microsoft.com/office/drawing/2014/main" id="{0082CF04-72CB-734C-9DE2-AE017A9FEF47}"/>
              </a:ext>
            </a:extLst>
          </p:cNvPr>
          <p:cNvSpPr>
            <a:spLocks noGrp="1" noRot="1" noChangeAspect="1" noChangeArrowheads="1" noTextEdit="1"/>
          </p:cNvSpPr>
          <p:nvPr>
            <p:ph type="sldImg"/>
          </p:nvPr>
        </p:nvSpPr>
        <p:spPr>
          <a:ln/>
        </p:spPr>
      </p:sp>
      <p:sp>
        <p:nvSpPr>
          <p:cNvPr id="260099" name="Rectangle 3">
            <a:extLst>
              <a:ext uri="{FF2B5EF4-FFF2-40B4-BE49-F238E27FC236}">
                <a16:creationId xmlns:a16="http://schemas.microsoft.com/office/drawing/2014/main" id="{D79A6645-D5D5-7A4C-A17C-972D4F9329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300752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a:extLst>
              <a:ext uri="{FF2B5EF4-FFF2-40B4-BE49-F238E27FC236}">
                <a16:creationId xmlns:a16="http://schemas.microsoft.com/office/drawing/2014/main" id="{3E5EA0AA-49C7-F146-B477-1BB0D4758E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539ED28-7C77-4F4D-8D89-FB7E9482404F}" type="slidenum">
              <a:rPr lang="en-US" altLang="zh-CN" sz="1200">
                <a:latin typeface="Arial" panose="020B0604020202020204" pitchFamily="34" charset="0"/>
              </a:rPr>
              <a:pPr/>
              <a:t>101</a:t>
            </a:fld>
            <a:endParaRPr lang="en-US" altLang="zh-CN" sz="1200">
              <a:latin typeface="Arial" panose="020B0604020202020204" pitchFamily="34" charset="0"/>
            </a:endParaRPr>
          </a:p>
        </p:txBody>
      </p:sp>
      <p:sp>
        <p:nvSpPr>
          <p:cNvPr id="262146" name="Rectangle 2">
            <a:extLst>
              <a:ext uri="{FF2B5EF4-FFF2-40B4-BE49-F238E27FC236}">
                <a16:creationId xmlns:a16="http://schemas.microsoft.com/office/drawing/2014/main" id="{43E0D8B4-B5DF-D74A-BF45-DB155DEAE273}"/>
              </a:ext>
            </a:extLst>
          </p:cNvPr>
          <p:cNvSpPr>
            <a:spLocks noGrp="1" noRot="1" noChangeAspect="1" noChangeArrowheads="1" noTextEdit="1"/>
          </p:cNvSpPr>
          <p:nvPr>
            <p:ph type="sldImg"/>
          </p:nvPr>
        </p:nvSpPr>
        <p:spPr>
          <a:ln/>
        </p:spPr>
      </p:sp>
      <p:sp>
        <p:nvSpPr>
          <p:cNvPr id="262147" name="Rectangle 3">
            <a:extLst>
              <a:ext uri="{FF2B5EF4-FFF2-40B4-BE49-F238E27FC236}">
                <a16:creationId xmlns:a16="http://schemas.microsoft.com/office/drawing/2014/main" id="{804FEFF6-EF47-4748-A05A-7849BC0C60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395695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7">
            <a:extLst>
              <a:ext uri="{FF2B5EF4-FFF2-40B4-BE49-F238E27FC236}">
                <a16:creationId xmlns:a16="http://schemas.microsoft.com/office/drawing/2014/main" id="{3DC236A2-3130-9A4A-9C89-A584D0AC74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2381C8F-7F62-094E-A746-FC3FF8E40FEB}" type="slidenum">
              <a:rPr lang="en-US" altLang="zh-CN" sz="1200">
                <a:latin typeface="Arial" panose="020B0604020202020204" pitchFamily="34" charset="0"/>
              </a:rPr>
              <a:pPr/>
              <a:t>102</a:t>
            </a:fld>
            <a:endParaRPr lang="en-US" altLang="zh-CN" sz="1200">
              <a:latin typeface="Arial" panose="020B0604020202020204" pitchFamily="34" charset="0"/>
            </a:endParaRPr>
          </a:p>
        </p:txBody>
      </p:sp>
      <p:sp>
        <p:nvSpPr>
          <p:cNvPr id="264194" name="Rectangle 2">
            <a:extLst>
              <a:ext uri="{FF2B5EF4-FFF2-40B4-BE49-F238E27FC236}">
                <a16:creationId xmlns:a16="http://schemas.microsoft.com/office/drawing/2014/main" id="{B4264289-5ECC-8A4E-87BC-CF7AAE12514E}"/>
              </a:ext>
            </a:extLst>
          </p:cNvPr>
          <p:cNvSpPr>
            <a:spLocks noGrp="1" noRot="1" noChangeAspect="1" noChangeArrowheads="1" noTextEdit="1"/>
          </p:cNvSpPr>
          <p:nvPr>
            <p:ph type="sldImg"/>
          </p:nvPr>
        </p:nvSpPr>
        <p:spPr>
          <a:ln/>
        </p:spPr>
      </p:sp>
      <p:sp>
        <p:nvSpPr>
          <p:cNvPr id="264195" name="Rectangle 3">
            <a:extLst>
              <a:ext uri="{FF2B5EF4-FFF2-40B4-BE49-F238E27FC236}">
                <a16:creationId xmlns:a16="http://schemas.microsoft.com/office/drawing/2014/main" id="{44735CE8-2E30-4442-A2CD-EF1DD801DE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51936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7">
            <a:extLst>
              <a:ext uri="{FF2B5EF4-FFF2-40B4-BE49-F238E27FC236}">
                <a16:creationId xmlns:a16="http://schemas.microsoft.com/office/drawing/2014/main" id="{0EF44AB1-83F1-A447-AF06-10037B5E8A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0865EBD-208E-C648-9375-A154F8E4FAA8}" type="slidenum">
              <a:rPr lang="en-US" altLang="zh-CN" sz="1200">
                <a:latin typeface="Arial" panose="020B0604020202020204" pitchFamily="34" charset="0"/>
              </a:rPr>
              <a:pPr/>
              <a:t>103</a:t>
            </a:fld>
            <a:endParaRPr lang="en-US" altLang="zh-CN" sz="1200">
              <a:latin typeface="Arial" panose="020B0604020202020204" pitchFamily="34" charset="0"/>
            </a:endParaRPr>
          </a:p>
        </p:txBody>
      </p:sp>
      <p:sp>
        <p:nvSpPr>
          <p:cNvPr id="266242" name="Rectangle 2">
            <a:extLst>
              <a:ext uri="{FF2B5EF4-FFF2-40B4-BE49-F238E27FC236}">
                <a16:creationId xmlns:a16="http://schemas.microsoft.com/office/drawing/2014/main" id="{B0E1F26B-136D-A44C-BEB3-516BDF8172DB}"/>
              </a:ext>
            </a:extLst>
          </p:cNvPr>
          <p:cNvSpPr>
            <a:spLocks noGrp="1" noRot="1" noChangeAspect="1" noChangeArrowheads="1" noTextEdit="1"/>
          </p:cNvSpPr>
          <p:nvPr>
            <p:ph type="sldImg"/>
          </p:nvPr>
        </p:nvSpPr>
        <p:spPr>
          <a:ln/>
        </p:spPr>
      </p:sp>
      <p:sp>
        <p:nvSpPr>
          <p:cNvPr id="266243" name="Rectangle 3">
            <a:extLst>
              <a:ext uri="{FF2B5EF4-FFF2-40B4-BE49-F238E27FC236}">
                <a16:creationId xmlns:a16="http://schemas.microsoft.com/office/drawing/2014/main" id="{126D9EE4-301B-DF42-8671-FEB2DFDC33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523866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F49BF60A-BD1A-754B-9018-12A75388DF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CF67D4C-6F51-0741-90B6-4675DFCB8785}" type="slidenum">
              <a:rPr lang="en-US" altLang="zh-CN" sz="1200">
                <a:latin typeface="Arial" panose="020B0604020202020204" pitchFamily="34" charset="0"/>
              </a:rPr>
              <a:pPr/>
              <a:t>104</a:t>
            </a:fld>
            <a:endParaRPr lang="en-US" altLang="zh-CN" sz="1200">
              <a:latin typeface="Arial" panose="020B0604020202020204" pitchFamily="34" charset="0"/>
            </a:endParaRPr>
          </a:p>
        </p:txBody>
      </p:sp>
      <p:sp>
        <p:nvSpPr>
          <p:cNvPr id="268290" name="Rectangle 2">
            <a:extLst>
              <a:ext uri="{FF2B5EF4-FFF2-40B4-BE49-F238E27FC236}">
                <a16:creationId xmlns:a16="http://schemas.microsoft.com/office/drawing/2014/main" id="{D5C47B6D-791C-4143-A113-4334B269E6C6}"/>
              </a:ext>
            </a:extLst>
          </p:cNvPr>
          <p:cNvSpPr>
            <a:spLocks noGrp="1" noRot="1" noChangeAspect="1" noChangeArrowheads="1" noTextEdit="1"/>
          </p:cNvSpPr>
          <p:nvPr>
            <p:ph type="sldImg"/>
          </p:nvPr>
        </p:nvSpPr>
        <p:spPr>
          <a:ln/>
        </p:spPr>
      </p:sp>
      <p:sp>
        <p:nvSpPr>
          <p:cNvPr id="268291" name="Rectangle 3">
            <a:extLst>
              <a:ext uri="{FF2B5EF4-FFF2-40B4-BE49-F238E27FC236}">
                <a16:creationId xmlns:a16="http://schemas.microsoft.com/office/drawing/2014/main" id="{5C9D5032-336C-A049-A2BF-7F3A217998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634733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7">
            <a:extLst>
              <a:ext uri="{FF2B5EF4-FFF2-40B4-BE49-F238E27FC236}">
                <a16:creationId xmlns:a16="http://schemas.microsoft.com/office/drawing/2014/main" id="{A8C7517F-A0B3-3144-8692-54135FCA311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419FFAC-1A6E-EC4D-A4ED-6615A2FE4995}" type="slidenum">
              <a:rPr lang="en-US" altLang="zh-CN" sz="1200">
                <a:latin typeface="Arial" panose="020B0604020202020204" pitchFamily="34" charset="0"/>
              </a:rPr>
              <a:pPr/>
              <a:t>105</a:t>
            </a:fld>
            <a:endParaRPr lang="en-US" altLang="zh-CN" sz="1200">
              <a:latin typeface="Arial" panose="020B0604020202020204" pitchFamily="34" charset="0"/>
            </a:endParaRPr>
          </a:p>
        </p:txBody>
      </p:sp>
      <p:sp>
        <p:nvSpPr>
          <p:cNvPr id="270338" name="Rectangle 2">
            <a:extLst>
              <a:ext uri="{FF2B5EF4-FFF2-40B4-BE49-F238E27FC236}">
                <a16:creationId xmlns:a16="http://schemas.microsoft.com/office/drawing/2014/main" id="{F3B9D561-8AD9-7349-A7F1-CD4C393983EA}"/>
              </a:ext>
            </a:extLst>
          </p:cNvPr>
          <p:cNvSpPr>
            <a:spLocks noGrp="1" noRot="1" noChangeAspect="1" noChangeArrowheads="1" noTextEdit="1"/>
          </p:cNvSpPr>
          <p:nvPr>
            <p:ph type="sldImg"/>
          </p:nvPr>
        </p:nvSpPr>
        <p:spPr>
          <a:ln/>
        </p:spPr>
      </p:sp>
      <p:sp>
        <p:nvSpPr>
          <p:cNvPr id="270339" name="Rectangle 3">
            <a:extLst>
              <a:ext uri="{FF2B5EF4-FFF2-40B4-BE49-F238E27FC236}">
                <a16:creationId xmlns:a16="http://schemas.microsoft.com/office/drawing/2014/main" id="{72ABBF5B-599D-134F-BFED-717CF564F6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2301285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7">
            <a:extLst>
              <a:ext uri="{FF2B5EF4-FFF2-40B4-BE49-F238E27FC236}">
                <a16:creationId xmlns:a16="http://schemas.microsoft.com/office/drawing/2014/main" id="{D19AF88E-CC7D-C846-BC84-965050178F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CC3127A-FD73-F645-8D1C-C030365CEC6C}" type="slidenum">
              <a:rPr lang="en-US" altLang="zh-CN" sz="1200">
                <a:latin typeface="Arial" panose="020B0604020202020204" pitchFamily="34" charset="0"/>
              </a:rPr>
              <a:pPr/>
              <a:t>106</a:t>
            </a:fld>
            <a:endParaRPr lang="en-US" altLang="zh-CN" sz="1200">
              <a:latin typeface="Arial" panose="020B0604020202020204" pitchFamily="34" charset="0"/>
            </a:endParaRPr>
          </a:p>
        </p:txBody>
      </p:sp>
      <p:sp>
        <p:nvSpPr>
          <p:cNvPr id="272386" name="Rectangle 2">
            <a:extLst>
              <a:ext uri="{FF2B5EF4-FFF2-40B4-BE49-F238E27FC236}">
                <a16:creationId xmlns:a16="http://schemas.microsoft.com/office/drawing/2014/main" id="{53C40128-6441-334C-933F-4E33FD75628B}"/>
              </a:ext>
            </a:extLst>
          </p:cNvPr>
          <p:cNvSpPr>
            <a:spLocks noGrp="1" noRot="1" noChangeAspect="1" noChangeArrowheads="1" noTextEdit="1"/>
          </p:cNvSpPr>
          <p:nvPr>
            <p:ph type="sldImg"/>
          </p:nvPr>
        </p:nvSpPr>
        <p:spPr>
          <a:ln/>
        </p:spPr>
      </p:sp>
      <p:sp>
        <p:nvSpPr>
          <p:cNvPr id="272387" name="Rectangle 3">
            <a:extLst>
              <a:ext uri="{FF2B5EF4-FFF2-40B4-BE49-F238E27FC236}">
                <a16:creationId xmlns:a16="http://schemas.microsoft.com/office/drawing/2014/main" id="{A84BB7E1-78CE-BB4D-96DD-6C2B14B377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110239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7">
            <a:extLst>
              <a:ext uri="{FF2B5EF4-FFF2-40B4-BE49-F238E27FC236}">
                <a16:creationId xmlns:a16="http://schemas.microsoft.com/office/drawing/2014/main" id="{9512F9E1-1404-D54B-B551-D07349894E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0EC121F-9E7A-BC45-9259-D0AF82F7A37F}" type="slidenum">
              <a:rPr lang="en-US" altLang="zh-CN" sz="1200">
                <a:latin typeface="Arial" panose="020B0604020202020204" pitchFamily="34" charset="0"/>
              </a:rPr>
              <a:pPr/>
              <a:t>107</a:t>
            </a:fld>
            <a:endParaRPr lang="en-US" altLang="zh-CN" sz="1200">
              <a:latin typeface="Arial" panose="020B0604020202020204" pitchFamily="34" charset="0"/>
            </a:endParaRPr>
          </a:p>
        </p:txBody>
      </p:sp>
      <p:sp>
        <p:nvSpPr>
          <p:cNvPr id="278530" name="Rectangle 2">
            <a:extLst>
              <a:ext uri="{FF2B5EF4-FFF2-40B4-BE49-F238E27FC236}">
                <a16:creationId xmlns:a16="http://schemas.microsoft.com/office/drawing/2014/main" id="{5FED31D5-BD10-7A49-8317-C81DB81F9948}"/>
              </a:ext>
            </a:extLst>
          </p:cNvPr>
          <p:cNvSpPr>
            <a:spLocks noGrp="1" noRot="1" noChangeAspect="1" noChangeArrowheads="1" noTextEdit="1"/>
          </p:cNvSpPr>
          <p:nvPr>
            <p:ph type="sldImg"/>
          </p:nvPr>
        </p:nvSpPr>
        <p:spPr>
          <a:ln/>
        </p:spPr>
      </p:sp>
      <p:sp>
        <p:nvSpPr>
          <p:cNvPr id="278531" name="Rectangle 3">
            <a:extLst>
              <a:ext uri="{FF2B5EF4-FFF2-40B4-BE49-F238E27FC236}">
                <a16:creationId xmlns:a16="http://schemas.microsoft.com/office/drawing/2014/main" id="{38528D31-3843-C14D-A86C-B0A9F5B413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6991274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49" name="Rectangle 7">
            <a:extLst>
              <a:ext uri="{FF2B5EF4-FFF2-40B4-BE49-F238E27FC236}">
                <a16:creationId xmlns:a16="http://schemas.microsoft.com/office/drawing/2014/main" id="{C60950C8-6514-0040-A46C-BC20FCA927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D8F182A-FF12-C647-A90E-23F93F049629}" type="slidenum">
              <a:rPr lang="en-US" altLang="zh-CN" sz="1200">
                <a:latin typeface="Arial" panose="020B0604020202020204" pitchFamily="34" charset="0"/>
              </a:rPr>
              <a:pPr/>
              <a:t>108</a:t>
            </a:fld>
            <a:endParaRPr lang="en-US" altLang="zh-CN" sz="1200">
              <a:latin typeface="Arial" panose="020B0604020202020204" pitchFamily="34" charset="0"/>
            </a:endParaRPr>
          </a:p>
        </p:txBody>
      </p:sp>
      <p:sp>
        <p:nvSpPr>
          <p:cNvPr id="309250" name="Rectangle 2">
            <a:extLst>
              <a:ext uri="{FF2B5EF4-FFF2-40B4-BE49-F238E27FC236}">
                <a16:creationId xmlns:a16="http://schemas.microsoft.com/office/drawing/2014/main" id="{20B3BCBC-D86D-2545-AAE4-F8C16BBA5C93}"/>
              </a:ext>
            </a:extLst>
          </p:cNvPr>
          <p:cNvSpPr>
            <a:spLocks noGrp="1" noRot="1" noChangeAspect="1" noChangeArrowheads="1" noTextEdit="1"/>
          </p:cNvSpPr>
          <p:nvPr>
            <p:ph type="sldImg"/>
          </p:nvPr>
        </p:nvSpPr>
        <p:spPr>
          <a:ln/>
        </p:spPr>
      </p:sp>
      <p:sp>
        <p:nvSpPr>
          <p:cNvPr id="309251" name="Rectangle 3">
            <a:extLst>
              <a:ext uri="{FF2B5EF4-FFF2-40B4-BE49-F238E27FC236}">
                <a16:creationId xmlns:a16="http://schemas.microsoft.com/office/drawing/2014/main" id="{05B47AF7-171F-144C-A868-B7DA89D0F4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910118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7" name="Rectangle 7">
            <a:extLst>
              <a:ext uri="{FF2B5EF4-FFF2-40B4-BE49-F238E27FC236}">
                <a16:creationId xmlns:a16="http://schemas.microsoft.com/office/drawing/2014/main" id="{9F0DADD9-D26F-C743-97A3-78005A8AEE9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370681B-830C-6C4C-BA15-713B152BBDBA}" type="slidenum">
              <a:rPr lang="en-US" altLang="zh-CN" sz="1200">
                <a:latin typeface="Arial" panose="020B0604020202020204" pitchFamily="34" charset="0"/>
              </a:rPr>
              <a:pPr/>
              <a:t>109</a:t>
            </a:fld>
            <a:endParaRPr lang="en-US" altLang="zh-CN" sz="1200">
              <a:latin typeface="Arial" panose="020B0604020202020204" pitchFamily="34" charset="0"/>
            </a:endParaRPr>
          </a:p>
        </p:txBody>
      </p:sp>
      <p:sp>
        <p:nvSpPr>
          <p:cNvPr id="311298" name="Rectangle 2">
            <a:extLst>
              <a:ext uri="{FF2B5EF4-FFF2-40B4-BE49-F238E27FC236}">
                <a16:creationId xmlns:a16="http://schemas.microsoft.com/office/drawing/2014/main" id="{48BFA5E9-04E7-D343-84C7-F2D745B6BD21}"/>
              </a:ext>
            </a:extLst>
          </p:cNvPr>
          <p:cNvSpPr>
            <a:spLocks noGrp="1" noRot="1" noChangeAspect="1" noChangeArrowheads="1" noTextEdit="1"/>
          </p:cNvSpPr>
          <p:nvPr>
            <p:ph type="sldImg"/>
          </p:nvPr>
        </p:nvSpPr>
        <p:spPr>
          <a:ln/>
        </p:spPr>
      </p:sp>
      <p:sp>
        <p:nvSpPr>
          <p:cNvPr id="311299" name="Rectangle 3">
            <a:extLst>
              <a:ext uri="{FF2B5EF4-FFF2-40B4-BE49-F238E27FC236}">
                <a16:creationId xmlns:a16="http://schemas.microsoft.com/office/drawing/2014/main" id="{8F62257C-B3CB-CD4E-9F44-432FEE6F80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892221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5" name="Rectangle 7">
            <a:extLst>
              <a:ext uri="{FF2B5EF4-FFF2-40B4-BE49-F238E27FC236}">
                <a16:creationId xmlns:a16="http://schemas.microsoft.com/office/drawing/2014/main" id="{08EFF2F7-38FA-4E45-BB86-B05768E09D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803948-2F10-3647-A7ED-665F8ED65A95}" type="slidenum">
              <a:rPr lang="en-US" altLang="zh-CN" sz="1200">
                <a:latin typeface="Arial" panose="020B0604020202020204" pitchFamily="34" charset="0"/>
              </a:rPr>
              <a:pPr/>
              <a:t>110</a:t>
            </a:fld>
            <a:endParaRPr lang="en-US" altLang="zh-CN" sz="1200">
              <a:latin typeface="Arial" panose="020B0604020202020204" pitchFamily="34" charset="0"/>
            </a:endParaRPr>
          </a:p>
        </p:txBody>
      </p:sp>
      <p:sp>
        <p:nvSpPr>
          <p:cNvPr id="313346" name="Rectangle 2">
            <a:extLst>
              <a:ext uri="{FF2B5EF4-FFF2-40B4-BE49-F238E27FC236}">
                <a16:creationId xmlns:a16="http://schemas.microsoft.com/office/drawing/2014/main" id="{EFB3D1B3-974B-7347-8C90-EDD46B0FB84E}"/>
              </a:ext>
            </a:extLst>
          </p:cNvPr>
          <p:cNvSpPr>
            <a:spLocks noGrp="1" noRot="1" noChangeAspect="1" noChangeArrowheads="1" noTextEdit="1"/>
          </p:cNvSpPr>
          <p:nvPr>
            <p:ph type="sldImg"/>
          </p:nvPr>
        </p:nvSpPr>
        <p:spPr>
          <a:ln/>
        </p:spPr>
      </p:sp>
      <p:sp>
        <p:nvSpPr>
          <p:cNvPr id="313347" name="Rectangle 3">
            <a:extLst>
              <a:ext uri="{FF2B5EF4-FFF2-40B4-BE49-F238E27FC236}">
                <a16:creationId xmlns:a16="http://schemas.microsoft.com/office/drawing/2014/main" id="{F42CCAFC-E8DA-1041-B847-9A669AE11B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4377595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89" name="Rectangle 7">
            <a:extLst>
              <a:ext uri="{FF2B5EF4-FFF2-40B4-BE49-F238E27FC236}">
                <a16:creationId xmlns:a16="http://schemas.microsoft.com/office/drawing/2014/main" id="{95A8ADAD-55C0-FC49-8470-63EA6A3613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D6531B5-9EB3-164E-AB59-D283A16327D5}" type="slidenum">
              <a:rPr lang="en-US" altLang="zh-CN" sz="1200">
                <a:latin typeface="Arial" panose="020B0604020202020204" pitchFamily="34" charset="0"/>
              </a:rPr>
              <a:pPr/>
              <a:t>111</a:t>
            </a:fld>
            <a:endParaRPr lang="en-US" altLang="zh-CN" sz="1200">
              <a:latin typeface="Arial" panose="020B0604020202020204" pitchFamily="34" charset="0"/>
            </a:endParaRPr>
          </a:p>
        </p:txBody>
      </p:sp>
      <p:sp>
        <p:nvSpPr>
          <p:cNvPr id="319490" name="Rectangle 2">
            <a:extLst>
              <a:ext uri="{FF2B5EF4-FFF2-40B4-BE49-F238E27FC236}">
                <a16:creationId xmlns:a16="http://schemas.microsoft.com/office/drawing/2014/main" id="{DA3219D9-611C-5F42-86E0-1AAF711058F8}"/>
              </a:ext>
            </a:extLst>
          </p:cNvPr>
          <p:cNvSpPr>
            <a:spLocks noGrp="1" noRot="1" noChangeAspect="1" noChangeArrowheads="1" noTextEdit="1"/>
          </p:cNvSpPr>
          <p:nvPr>
            <p:ph type="sldImg"/>
          </p:nvPr>
        </p:nvSpPr>
        <p:spPr>
          <a:ln/>
        </p:spPr>
      </p:sp>
      <p:sp>
        <p:nvSpPr>
          <p:cNvPr id="319491" name="Rectangle 3">
            <a:extLst>
              <a:ext uri="{FF2B5EF4-FFF2-40B4-BE49-F238E27FC236}">
                <a16:creationId xmlns:a16="http://schemas.microsoft.com/office/drawing/2014/main" id="{AD75F33B-EC73-8248-862C-FD7316CA6E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468308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7">
            <a:extLst>
              <a:ext uri="{FF2B5EF4-FFF2-40B4-BE49-F238E27FC236}">
                <a16:creationId xmlns:a16="http://schemas.microsoft.com/office/drawing/2014/main" id="{692BF28C-E7A6-F147-86F4-BCB1FD68F6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F85EA8B-8344-FC4B-9F0E-42AA32570776}" type="slidenum">
              <a:rPr lang="en-US" altLang="zh-CN" sz="1200">
                <a:latin typeface="Arial" panose="020B0604020202020204" pitchFamily="34" charset="0"/>
              </a:rPr>
              <a:pPr/>
              <a:t>112</a:t>
            </a:fld>
            <a:endParaRPr lang="en-US" altLang="zh-CN" sz="1200">
              <a:latin typeface="Arial" panose="020B0604020202020204" pitchFamily="34" charset="0"/>
            </a:endParaRPr>
          </a:p>
        </p:txBody>
      </p:sp>
      <p:sp>
        <p:nvSpPr>
          <p:cNvPr id="321538" name="Rectangle 2">
            <a:extLst>
              <a:ext uri="{FF2B5EF4-FFF2-40B4-BE49-F238E27FC236}">
                <a16:creationId xmlns:a16="http://schemas.microsoft.com/office/drawing/2014/main" id="{EBFD0A73-7917-B349-B374-DD0ED5989012}"/>
              </a:ext>
            </a:extLst>
          </p:cNvPr>
          <p:cNvSpPr>
            <a:spLocks noGrp="1" noRot="1" noChangeAspect="1" noChangeArrowheads="1" noTextEdit="1"/>
          </p:cNvSpPr>
          <p:nvPr>
            <p:ph type="sldImg"/>
          </p:nvPr>
        </p:nvSpPr>
        <p:spPr>
          <a:ln/>
        </p:spPr>
      </p:sp>
      <p:sp>
        <p:nvSpPr>
          <p:cNvPr id="321539" name="Rectangle 3">
            <a:extLst>
              <a:ext uri="{FF2B5EF4-FFF2-40B4-BE49-F238E27FC236}">
                <a16:creationId xmlns:a16="http://schemas.microsoft.com/office/drawing/2014/main" id="{8A21C209-2760-374A-8BE7-CD20282CFB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6656480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09" name="Rectangle 7">
            <a:extLst>
              <a:ext uri="{FF2B5EF4-FFF2-40B4-BE49-F238E27FC236}">
                <a16:creationId xmlns:a16="http://schemas.microsoft.com/office/drawing/2014/main" id="{A0AFAAAB-C0D8-6544-B20A-1E8689519A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9C6E815-7EA9-094C-8644-519DE62929FD}" type="slidenum">
              <a:rPr lang="en-US" altLang="zh-CN" sz="1200">
                <a:latin typeface="Arial" panose="020B0604020202020204" pitchFamily="34" charset="0"/>
              </a:rPr>
              <a:pPr/>
              <a:t>113</a:t>
            </a:fld>
            <a:endParaRPr lang="en-US" altLang="zh-CN" sz="1200">
              <a:latin typeface="Arial" panose="020B0604020202020204" pitchFamily="34" charset="0"/>
            </a:endParaRPr>
          </a:p>
        </p:txBody>
      </p:sp>
      <p:sp>
        <p:nvSpPr>
          <p:cNvPr id="324610" name="Rectangle 2">
            <a:extLst>
              <a:ext uri="{FF2B5EF4-FFF2-40B4-BE49-F238E27FC236}">
                <a16:creationId xmlns:a16="http://schemas.microsoft.com/office/drawing/2014/main" id="{FD7895FE-341A-4C4E-BF53-8BEDE1428A55}"/>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66E147F2-18C0-E141-AE80-9639F2D517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79202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69" name="Rectangle 7">
            <a:extLst>
              <a:ext uri="{FF2B5EF4-FFF2-40B4-BE49-F238E27FC236}">
                <a16:creationId xmlns:a16="http://schemas.microsoft.com/office/drawing/2014/main" id="{FE128E2E-B1B6-AE4C-A4CD-89DB1E6E88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050456D-8281-8A45-9B6B-8F1A08C552E5}" type="slidenum">
              <a:rPr lang="en-US" altLang="zh-CN" sz="1200">
                <a:latin typeface="Arial" panose="020B0604020202020204" pitchFamily="34" charset="0"/>
              </a:rPr>
              <a:pPr/>
              <a:t>115</a:t>
            </a:fld>
            <a:endParaRPr lang="en-US" altLang="zh-CN" sz="1200">
              <a:latin typeface="Arial" panose="020B0604020202020204" pitchFamily="34" charset="0"/>
            </a:endParaRPr>
          </a:p>
        </p:txBody>
      </p:sp>
      <p:sp>
        <p:nvSpPr>
          <p:cNvPr id="339970" name="Rectangle 2">
            <a:extLst>
              <a:ext uri="{FF2B5EF4-FFF2-40B4-BE49-F238E27FC236}">
                <a16:creationId xmlns:a16="http://schemas.microsoft.com/office/drawing/2014/main" id="{9297E83D-A1BC-C74B-A337-3A2D75D50156}"/>
              </a:ext>
            </a:extLst>
          </p:cNvPr>
          <p:cNvSpPr>
            <a:spLocks noGrp="1" noRot="1" noChangeAspect="1" noChangeArrowheads="1" noTextEdit="1"/>
          </p:cNvSpPr>
          <p:nvPr>
            <p:ph type="sldImg"/>
          </p:nvPr>
        </p:nvSpPr>
        <p:spPr>
          <a:xfrm>
            <a:off x="139700" y="768350"/>
            <a:ext cx="6819900" cy="3836988"/>
          </a:xfrm>
          <a:ln/>
        </p:spPr>
      </p:sp>
      <p:sp>
        <p:nvSpPr>
          <p:cNvPr id="81923" name="Rectangle 3">
            <a:extLst>
              <a:ext uri="{FF2B5EF4-FFF2-40B4-BE49-F238E27FC236}">
                <a16:creationId xmlns:a16="http://schemas.microsoft.com/office/drawing/2014/main" id="{F511CE3B-9B47-DA44-92E3-AB6D5DB3922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913185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6.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emf"/><Relationship Id="rId5" Type="http://schemas.openxmlformats.org/officeDocument/2006/relationships/image" Target="../media/image4.emf"/><Relationship Id="rId4"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emf"/><Relationship Id="rId4" Type="http://schemas.openxmlformats.org/officeDocument/2006/relationships/oleObject" Target="../embeddings/oleObject4.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4.emf"/><Relationship Id="rId4" Type="http://schemas.openxmlformats.org/officeDocument/2006/relationships/oleObject" Target="../embeddings/oleObject5.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4.emf"/><Relationship Id="rId4" Type="http://schemas.openxmlformats.org/officeDocument/2006/relationships/oleObject" Target="../embeddings/oleObject6.bin"/></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emf"/><Relationship Id="rId4" Type="http://schemas.openxmlformats.org/officeDocument/2006/relationships/oleObject" Target="../embeddings/oleObject7.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emf"/><Relationship Id="rId4"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e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emf"/><Relationship Id="rId4" Type="http://schemas.openxmlformats.org/officeDocument/2006/relationships/oleObject" Target="../embeddings/oleObject10.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image" Target="../media/image3.emf"/><Relationship Id="rId4" Type="http://schemas.openxmlformats.org/officeDocument/2006/relationships/image" Target="../media/image2.emf"/></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9B42E41-1E87-9F4B-BC91-2C1C5BA676F3}"/>
              </a:ext>
            </a:extLst>
          </p:cNvPr>
          <p:cNvSpPr>
            <a:spLocks noGrp="1" noChangeArrowheads="1"/>
          </p:cNvSpPr>
          <p:nvPr>
            <p:ph type="ctrTitle"/>
          </p:nvPr>
        </p:nvSpPr>
        <p:spPr/>
        <p:txBody>
          <a:bodyPr/>
          <a:lstStyle/>
          <a:p>
            <a:pPr algn="ctr" eaLnBrk="1" hangingPunct="1"/>
            <a:r>
              <a:rPr lang="zh-CN" altLang="en-US" sz="4000" dirty="0">
                <a:latin typeface="Times New Roman" panose="02020603050405020304" pitchFamily="18" charset="0"/>
                <a:ea typeface="宋体" panose="02010600030101010101" pitchFamily="2" charset="-122"/>
              </a:rPr>
              <a:t>计算机网络（第 </a:t>
            </a:r>
            <a:r>
              <a:rPr lang="en-US" altLang="zh-CN" sz="4000">
                <a:latin typeface="Times New Roman" panose="02020603050405020304" pitchFamily="18" charset="0"/>
                <a:ea typeface="宋体" panose="02010600030101010101" pitchFamily="2" charset="-122"/>
              </a:rPr>
              <a:t>6/7/8 </a:t>
            </a:r>
            <a:r>
              <a:rPr lang="zh-CN" altLang="en-US" sz="4000" dirty="0">
                <a:latin typeface="Times New Roman" panose="02020603050405020304" pitchFamily="18" charset="0"/>
                <a:ea typeface="宋体" panose="02010600030101010101" pitchFamily="2" charset="-122"/>
              </a:rPr>
              <a:t>版）</a:t>
            </a:r>
          </a:p>
        </p:txBody>
      </p:sp>
      <p:sp>
        <p:nvSpPr>
          <p:cNvPr id="15362" name="Rectangle 3">
            <a:extLst>
              <a:ext uri="{FF2B5EF4-FFF2-40B4-BE49-F238E27FC236}">
                <a16:creationId xmlns:a16="http://schemas.microsoft.com/office/drawing/2014/main" id="{DC41374C-03BF-FD4E-AE0B-DC694F8E667C}"/>
              </a:ext>
            </a:extLst>
          </p:cNvPr>
          <p:cNvSpPr>
            <a:spLocks noGrp="1" noChangeArrowheads="1"/>
          </p:cNvSpPr>
          <p:nvPr>
            <p:ph type="subTitle" idx="1"/>
          </p:nvPr>
        </p:nvSpPr>
        <p:spPr/>
        <p:txBody>
          <a:bodyPr/>
          <a:lstStyle/>
          <a:p>
            <a:pPr eaLnBrk="1" hangingPunct="1">
              <a:buFont typeface="Wingdings" pitchFamily="2" charset="2"/>
              <a:buNone/>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6 </a:t>
            </a:r>
            <a:r>
              <a:rPr lang="zh-CN" altLang="en-US">
                <a:latin typeface="Times New Roman" panose="02020603050405020304" pitchFamily="18" charset="0"/>
                <a:ea typeface="宋体" panose="02010600030101010101" pitchFamily="2" charset="-122"/>
              </a:rPr>
              <a:t>章  应用层</a:t>
            </a:r>
          </a:p>
        </p:txBody>
      </p:sp>
    </p:spTree>
    <p:extLst>
      <p:ext uri="{BB962C8B-B14F-4D97-AF65-F5344CB8AC3E}">
        <p14:creationId xmlns:p14="http://schemas.microsoft.com/office/powerpoint/2010/main" val="1854623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B8B57DD2-3A31-D644-9B9F-D1EBB5074ABF}"/>
              </a:ext>
            </a:extLst>
          </p:cNvPr>
          <p:cNvSpPr>
            <a:spLocks noGrp="1" noChangeArrowheads="1"/>
          </p:cNvSpPr>
          <p:nvPr>
            <p:ph type="title"/>
          </p:nvPr>
        </p:nvSpPr>
        <p:spPr>
          <a:xfrm>
            <a:off x="205741" y="250031"/>
            <a:ext cx="6995160"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6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应用层</a:t>
            </a:r>
          </a:p>
        </p:txBody>
      </p:sp>
      <p:sp>
        <p:nvSpPr>
          <p:cNvPr id="17410" name="Rectangle 3">
            <a:extLst>
              <a:ext uri="{FF2B5EF4-FFF2-40B4-BE49-F238E27FC236}">
                <a16:creationId xmlns:a16="http://schemas.microsoft.com/office/drawing/2014/main" id="{BDA1F027-B686-4E4F-9B38-DAFD4C068FD0}"/>
              </a:ext>
            </a:extLst>
          </p:cNvPr>
          <p:cNvSpPr>
            <a:spLocks noGrp="1" noChangeArrowheads="1"/>
          </p:cNvSpPr>
          <p:nvPr>
            <p:ph type="body" idx="1"/>
          </p:nvPr>
        </p:nvSpPr>
        <p:spPr>
          <a:xfrm>
            <a:off x="125730" y="1006079"/>
            <a:ext cx="8789669" cy="3942159"/>
          </a:xfrm>
        </p:spPr>
        <p:txBody>
          <a:bodyPr/>
          <a:lstStyle/>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6.1  </a:t>
            </a:r>
            <a:r>
              <a:rPr lang="zh-CN" altLang="en-US" sz="1600" dirty="0">
                <a:solidFill>
                  <a:srgbClr val="C00000"/>
                </a:solidFill>
                <a:ea typeface="宋体" panose="02010600030101010101" pitchFamily="2" charset="-122"/>
              </a:rPr>
              <a:t>域名系统 </a:t>
            </a:r>
            <a:r>
              <a:rPr lang="en-US" altLang="zh-CN" sz="1600" dirty="0">
                <a:solidFill>
                  <a:srgbClr val="C00000"/>
                </a:solidFill>
                <a:ea typeface="宋体" panose="02010600030101010101" pitchFamily="2" charset="-122"/>
              </a:rPr>
              <a:t>DNS</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6.1.1  </a:t>
            </a:r>
            <a:r>
              <a:rPr lang="zh-CN" altLang="en-US" sz="1600" dirty="0">
                <a:solidFill>
                  <a:srgbClr val="C00000"/>
                </a:solidFill>
                <a:ea typeface="宋体" panose="02010600030101010101" pitchFamily="2" charset="-122"/>
              </a:rPr>
              <a:t>域名系统概述</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6.1.2  </a:t>
            </a:r>
            <a:r>
              <a:rPr lang="zh-CN" altLang="en-US" sz="1600" dirty="0">
                <a:solidFill>
                  <a:srgbClr val="C00000"/>
                </a:solidFill>
                <a:ea typeface="宋体" panose="02010600030101010101" pitchFamily="2" charset="-122"/>
              </a:rPr>
              <a:t>因特网的域名结构</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6.1.3  </a:t>
            </a:r>
            <a:r>
              <a:rPr lang="zh-CN" altLang="en-US" sz="1600" dirty="0">
                <a:ea typeface="宋体" panose="02010600030101010101" pitchFamily="2" charset="-122"/>
              </a:rPr>
              <a:t>域名服务器</a:t>
            </a:r>
          </a:p>
          <a:p>
            <a:pPr eaLnBrk="1" hangingPunct="1">
              <a:spcBef>
                <a:spcPts val="0"/>
              </a:spcBef>
              <a:buFont typeface="Wingdings" pitchFamily="2" charset="2"/>
              <a:buNone/>
            </a:pPr>
            <a:r>
              <a:rPr lang="en-US" altLang="zh-CN" sz="1600" dirty="0">
                <a:ea typeface="宋体" panose="02010600030101010101" pitchFamily="2" charset="-122"/>
              </a:rPr>
              <a:t>6.2  </a:t>
            </a:r>
            <a:r>
              <a:rPr lang="zh-CN" altLang="en-US" sz="1600" dirty="0">
                <a:ea typeface="宋体" panose="02010600030101010101" pitchFamily="2" charset="-122"/>
              </a:rPr>
              <a:t>文件传送协议</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6.2.1  FTP </a:t>
            </a:r>
            <a:r>
              <a:rPr lang="zh-CN" altLang="en-US" sz="1600" dirty="0">
                <a:ea typeface="宋体" panose="02010600030101010101" pitchFamily="2" charset="-122"/>
              </a:rPr>
              <a:t>概述</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6.2.2  FTP </a:t>
            </a:r>
            <a:r>
              <a:rPr lang="zh-CN" altLang="en-US" sz="1600" dirty="0">
                <a:ea typeface="宋体" panose="02010600030101010101" pitchFamily="2" charset="-122"/>
              </a:rPr>
              <a:t>的基本工作原理</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6.2.3  </a:t>
            </a:r>
            <a:r>
              <a:rPr lang="zh-CN" altLang="en-US" sz="1600" dirty="0">
                <a:ea typeface="宋体" panose="02010600030101010101" pitchFamily="2" charset="-122"/>
              </a:rPr>
              <a:t>简单文件传送协议 </a:t>
            </a:r>
            <a:r>
              <a:rPr lang="en-US" altLang="zh-CN" sz="1600" dirty="0">
                <a:ea typeface="宋体" panose="02010600030101010101" pitchFamily="2" charset="-122"/>
              </a:rPr>
              <a:t>TFTP</a:t>
            </a:r>
          </a:p>
          <a:p>
            <a:pPr eaLnBrk="1" hangingPunct="1">
              <a:spcBef>
                <a:spcPts val="0"/>
              </a:spcBef>
              <a:buFont typeface="Wingdings" pitchFamily="2" charset="2"/>
              <a:buNone/>
            </a:pPr>
            <a:r>
              <a:rPr lang="en-US" altLang="zh-CN" sz="1600" dirty="0">
                <a:ea typeface="宋体" panose="02010600030101010101" pitchFamily="2" charset="-122"/>
              </a:rPr>
              <a:t>6.3  </a:t>
            </a:r>
            <a:r>
              <a:rPr lang="zh-CN" altLang="en-US" sz="1600" dirty="0">
                <a:ea typeface="宋体" panose="02010600030101010101" pitchFamily="2" charset="-122"/>
              </a:rPr>
              <a:t>远程终端协议 </a:t>
            </a:r>
            <a:r>
              <a:rPr lang="en-US" altLang="zh-CN" sz="1600" dirty="0">
                <a:ea typeface="宋体" panose="02010600030101010101" pitchFamily="2" charset="-122"/>
              </a:rPr>
              <a:t>TELNET </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6.4  </a:t>
            </a:r>
            <a:r>
              <a:rPr lang="zh-CN" altLang="en-US" sz="1600" dirty="0">
                <a:solidFill>
                  <a:srgbClr val="C00000"/>
                </a:solidFill>
                <a:ea typeface="宋体" panose="02010600030101010101" pitchFamily="2" charset="-122"/>
              </a:rPr>
              <a:t>万维网 </a:t>
            </a:r>
            <a:r>
              <a:rPr lang="en-US" altLang="zh-CN" sz="1600" dirty="0">
                <a:solidFill>
                  <a:srgbClr val="C00000"/>
                </a:solidFill>
                <a:ea typeface="宋体" panose="02010600030101010101" pitchFamily="2" charset="-122"/>
              </a:rPr>
              <a:t>WWW</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	</a:t>
            </a: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6.4.1  </a:t>
            </a:r>
            <a:r>
              <a:rPr lang="zh-CN" altLang="en-US" sz="1600" dirty="0">
                <a:solidFill>
                  <a:srgbClr val="C00000"/>
                </a:solidFill>
                <a:ea typeface="宋体" panose="02010600030101010101" pitchFamily="2" charset="-122"/>
              </a:rPr>
              <a:t>概述</a:t>
            </a:r>
          </a:p>
          <a:p>
            <a:pPr eaLnBrk="1" hangingPunct="1">
              <a:spcBef>
                <a:spcPts val="0"/>
              </a:spcBef>
              <a:buFont typeface="Wingdings" pitchFamily="2" charset="2"/>
              <a:buNone/>
            </a:pP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6.4.2  </a:t>
            </a:r>
            <a:r>
              <a:rPr lang="zh-CN" altLang="en-US" sz="1600" dirty="0">
                <a:solidFill>
                  <a:srgbClr val="C00000"/>
                </a:solidFill>
                <a:ea typeface="宋体" panose="02010600030101010101" pitchFamily="2" charset="-122"/>
              </a:rPr>
              <a:t>统一资源定位符 </a:t>
            </a:r>
            <a:r>
              <a:rPr lang="en-US" altLang="zh-CN" sz="1600" dirty="0">
                <a:solidFill>
                  <a:srgbClr val="C00000"/>
                </a:solidFill>
                <a:ea typeface="宋体" panose="02010600030101010101" pitchFamily="2" charset="-122"/>
              </a:rPr>
              <a:t>URL</a:t>
            </a:r>
          </a:p>
          <a:p>
            <a:pPr eaLnBrk="1" hangingPunct="1">
              <a:spcBef>
                <a:spcPts val="0"/>
              </a:spcBef>
              <a:buFont typeface="Wingdings" pitchFamily="2" charset="2"/>
              <a:buNone/>
            </a:pPr>
            <a:r>
              <a:rPr lang="en-US" altLang="zh-CN" sz="1600" dirty="0">
                <a:solidFill>
                  <a:srgbClr val="C00000"/>
                </a:solidFill>
                <a:ea typeface="宋体" panose="02010600030101010101" pitchFamily="2" charset="-122"/>
              </a:rPr>
              <a:t>	</a:t>
            </a:r>
            <a:r>
              <a:rPr lang="zh-CN" altLang="en-US" sz="1600" dirty="0">
                <a:solidFill>
                  <a:srgbClr val="C00000"/>
                </a:solidFill>
                <a:ea typeface="宋体" panose="02010600030101010101" pitchFamily="2" charset="-122"/>
              </a:rPr>
              <a:t>     </a:t>
            </a:r>
            <a:r>
              <a:rPr lang="en-US" altLang="zh-CN" sz="1600" dirty="0">
                <a:solidFill>
                  <a:srgbClr val="C00000"/>
                </a:solidFill>
                <a:ea typeface="宋体" panose="02010600030101010101" pitchFamily="2" charset="-122"/>
              </a:rPr>
              <a:t> 6.4.3  </a:t>
            </a:r>
            <a:r>
              <a:rPr lang="zh-CN" altLang="en-US" sz="1600" dirty="0">
                <a:solidFill>
                  <a:srgbClr val="C00000"/>
                </a:solidFill>
                <a:ea typeface="宋体" panose="02010600030101010101" pitchFamily="2" charset="-122"/>
              </a:rPr>
              <a:t>超文本传送协议 </a:t>
            </a:r>
            <a:r>
              <a:rPr lang="en-US" altLang="zh-CN" sz="1600" dirty="0">
                <a:solidFill>
                  <a:srgbClr val="C00000"/>
                </a:solidFill>
                <a:ea typeface="宋体" panose="02010600030101010101" pitchFamily="2" charset="-122"/>
              </a:rPr>
              <a:t>HTTP</a:t>
            </a:r>
          </a:p>
          <a:p>
            <a:pPr eaLnBrk="1" hangingPunct="1">
              <a:spcBef>
                <a:spcPts val="0"/>
              </a:spcBef>
              <a:buFont typeface="Wingdings" pitchFamily="2" charset="2"/>
              <a:buNone/>
            </a:pPr>
            <a:r>
              <a:rPr lang="en-US" altLang="zh-CN" sz="1600" dirty="0">
                <a:ea typeface="宋体" panose="02010600030101010101" pitchFamily="2" charset="-122"/>
              </a:rPr>
              <a:t>	</a:t>
            </a:r>
            <a:r>
              <a:rPr lang="zh-CN" altLang="en-US" sz="1600" dirty="0">
                <a:ea typeface="宋体" panose="02010600030101010101" pitchFamily="2" charset="-122"/>
              </a:rPr>
              <a:t>      </a:t>
            </a:r>
            <a:r>
              <a:rPr lang="en-US" altLang="zh-CN" sz="1600" dirty="0">
                <a:ea typeface="宋体" panose="02010600030101010101" pitchFamily="2" charset="-122"/>
              </a:rPr>
              <a:t>6.4.4  </a:t>
            </a:r>
            <a:r>
              <a:rPr lang="zh-CN" altLang="en-US" sz="1600" dirty="0">
                <a:ea typeface="宋体" panose="02010600030101010101" pitchFamily="2" charset="-122"/>
              </a:rPr>
              <a:t>万维网的文档</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6.4.5  </a:t>
            </a:r>
            <a:r>
              <a:rPr lang="zh-CN" altLang="en-US" sz="1600" dirty="0">
                <a:ea typeface="宋体" panose="02010600030101010101" pitchFamily="2" charset="-122"/>
              </a:rPr>
              <a:t>万维网的信息检索系统</a:t>
            </a:r>
          </a:p>
          <a:p>
            <a:pPr eaLnBrk="1" hangingPunct="1">
              <a:spcBef>
                <a:spcPts val="0"/>
              </a:spcBef>
              <a:buFont typeface="Wingdings" pitchFamily="2" charset="2"/>
              <a:buNone/>
            </a:pPr>
            <a:r>
              <a:rPr lang="zh-CN" altLang="en-US" sz="1600" dirty="0">
                <a:ea typeface="宋体" panose="02010600030101010101" pitchFamily="2" charset="-122"/>
              </a:rPr>
              <a:t>           </a:t>
            </a:r>
            <a:r>
              <a:rPr lang="en-US" altLang="zh-CN" sz="1600" dirty="0">
                <a:ea typeface="宋体" panose="02010600030101010101" pitchFamily="2" charset="-122"/>
              </a:rPr>
              <a:t>6.4.6  </a:t>
            </a:r>
            <a:r>
              <a:rPr lang="zh-CN" altLang="en-US" sz="1600" dirty="0">
                <a:ea typeface="宋体" panose="02010600030101010101" pitchFamily="2" charset="-122"/>
              </a:rPr>
              <a:t>博客、微博和轻博</a:t>
            </a:r>
          </a:p>
          <a:p>
            <a:pPr eaLnBrk="1" hangingPunct="1">
              <a:spcBef>
                <a:spcPts val="0"/>
              </a:spcBef>
              <a:buFont typeface="Wingdings" pitchFamily="2" charset="2"/>
              <a:buNone/>
            </a:pPr>
            <a:endParaRPr lang="en-US" altLang="zh-CN" sz="1600" dirty="0">
              <a:ea typeface="宋体" panose="02010600030101010101" pitchFamily="2" charset="-122"/>
            </a:endParaRPr>
          </a:p>
          <a:p>
            <a:pPr eaLnBrk="1" hangingPunct="1">
              <a:spcBef>
                <a:spcPts val="0"/>
              </a:spcBef>
              <a:buFont typeface="Wingdings" pitchFamily="2" charset="2"/>
              <a:buNone/>
            </a:pPr>
            <a:r>
              <a:rPr lang="en-US" altLang="zh-CN" sz="1600" dirty="0">
                <a:ea typeface="宋体" panose="02010600030101010101" pitchFamily="2" charset="-122"/>
              </a:rPr>
              <a:t> </a:t>
            </a:r>
          </a:p>
        </p:txBody>
      </p:sp>
      <p:sp>
        <p:nvSpPr>
          <p:cNvPr id="17411" name="幻灯片编号占位符 1">
            <a:extLst>
              <a:ext uri="{FF2B5EF4-FFF2-40B4-BE49-F238E27FC236}">
                <a16:creationId xmlns:a16="http://schemas.microsoft.com/office/drawing/2014/main" id="{BE741FF7-ECE2-124F-A816-2747C22EE5C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4F38848-F5EE-4C48-A619-9DBCF3DE57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354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063E993-C414-D54A-954A-1D381C00947D}"/>
              </a:ext>
            </a:extLst>
          </p:cNvPr>
          <p:cNvSpPr>
            <a:spLocks noGrp="1" noChangeArrowheads="1"/>
          </p:cNvSpPr>
          <p:nvPr>
            <p:ph type="title"/>
          </p:nvPr>
        </p:nvSpPr>
        <p:spPr>
          <a:xfrm>
            <a:off x="171450" y="334327"/>
            <a:ext cx="7034213"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6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应用层（续）</a:t>
            </a:r>
          </a:p>
        </p:txBody>
      </p:sp>
      <p:sp>
        <p:nvSpPr>
          <p:cNvPr id="19458" name="Rectangle 3">
            <a:extLst>
              <a:ext uri="{FF2B5EF4-FFF2-40B4-BE49-F238E27FC236}">
                <a16:creationId xmlns:a16="http://schemas.microsoft.com/office/drawing/2014/main" id="{F21B0A51-0BAD-AB4A-B057-81DC4E5E822B}"/>
              </a:ext>
            </a:extLst>
          </p:cNvPr>
          <p:cNvSpPr>
            <a:spLocks noGrp="1" noChangeArrowheads="1"/>
          </p:cNvSpPr>
          <p:nvPr>
            <p:ph type="body" idx="1"/>
          </p:nvPr>
        </p:nvSpPr>
        <p:spPr>
          <a:xfrm>
            <a:off x="171450" y="975360"/>
            <a:ext cx="7691438" cy="3833813"/>
          </a:xfrm>
        </p:spPr>
        <p:txBody>
          <a:bodyPr/>
          <a:lstStyle/>
          <a:p>
            <a:pPr eaLnBrk="1" hangingPunct="1">
              <a:spcBef>
                <a:spcPts val="0"/>
              </a:spcBef>
              <a:buFont typeface="Wingdings" pitchFamily="2" charset="2"/>
              <a:buNone/>
            </a:pPr>
            <a:r>
              <a:rPr lang="en-US" altLang="zh-CN" sz="900" dirty="0">
                <a:solidFill>
                  <a:srgbClr val="C00000"/>
                </a:solidFill>
                <a:ea typeface="宋体" panose="02010600030101010101" pitchFamily="2" charset="-122"/>
              </a:rPr>
              <a:t> </a:t>
            </a:r>
            <a:r>
              <a:rPr lang="en-US" altLang="zh-CN" sz="2000" dirty="0">
                <a:solidFill>
                  <a:srgbClr val="C00000"/>
                </a:solidFill>
                <a:ea typeface="宋体" panose="02010600030101010101" pitchFamily="2" charset="-122"/>
              </a:rPr>
              <a:t>6.5  </a:t>
            </a:r>
            <a:r>
              <a:rPr lang="zh-CN" altLang="en-US" sz="2000" dirty="0">
                <a:solidFill>
                  <a:srgbClr val="C00000"/>
                </a:solidFill>
                <a:ea typeface="宋体" panose="02010600030101010101" pitchFamily="2" charset="-122"/>
              </a:rPr>
              <a:t>电子邮件</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6.5.1  </a:t>
            </a:r>
            <a:r>
              <a:rPr lang="zh-CN" altLang="en-US" sz="1800" dirty="0">
                <a:solidFill>
                  <a:srgbClr val="C00000"/>
                </a:solidFill>
                <a:ea typeface="宋体" panose="02010600030101010101" pitchFamily="2" charset="-122"/>
              </a:rPr>
              <a:t>电子邮件概述</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6.5.2  </a:t>
            </a:r>
            <a:r>
              <a:rPr lang="zh-CN" altLang="en-US" sz="1800" dirty="0">
                <a:solidFill>
                  <a:srgbClr val="C00000"/>
                </a:solidFill>
                <a:ea typeface="宋体" panose="02010600030101010101" pitchFamily="2" charset="-122"/>
              </a:rPr>
              <a:t>简单邮件传送协议 </a:t>
            </a:r>
            <a:r>
              <a:rPr lang="en-US" altLang="zh-CN" sz="1800" dirty="0">
                <a:solidFill>
                  <a:srgbClr val="C00000"/>
                </a:solidFill>
                <a:ea typeface="宋体" panose="02010600030101010101" pitchFamily="2" charset="-122"/>
              </a:rPr>
              <a:t>SMTP</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6.5.3  </a:t>
            </a:r>
            <a:r>
              <a:rPr lang="zh-CN" altLang="en-US" sz="1800" dirty="0">
                <a:solidFill>
                  <a:srgbClr val="C00000"/>
                </a:solidFill>
                <a:ea typeface="宋体" panose="02010600030101010101" pitchFamily="2" charset="-122"/>
              </a:rPr>
              <a:t>电子邮件的信息格式</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6.5.4  </a:t>
            </a:r>
            <a:r>
              <a:rPr lang="zh-CN" altLang="en-US" sz="1800" dirty="0">
                <a:solidFill>
                  <a:srgbClr val="C00000"/>
                </a:solidFill>
                <a:ea typeface="宋体" panose="02010600030101010101" pitchFamily="2" charset="-122"/>
              </a:rPr>
              <a:t>邮件读取协议 </a:t>
            </a:r>
            <a:r>
              <a:rPr lang="en-US" altLang="zh-CN" sz="1800" dirty="0">
                <a:solidFill>
                  <a:srgbClr val="C00000"/>
                </a:solidFill>
                <a:ea typeface="宋体" panose="02010600030101010101" pitchFamily="2" charset="-122"/>
              </a:rPr>
              <a:t>POP3 </a:t>
            </a:r>
            <a:r>
              <a:rPr lang="zh-CN" altLang="en-US" sz="1800" dirty="0">
                <a:solidFill>
                  <a:srgbClr val="C00000"/>
                </a:solidFill>
                <a:ea typeface="宋体" panose="02010600030101010101" pitchFamily="2" charset="-122"/>
              </a:rPr>
              <a:t>和 </a:t>
            </a:r>
            <a:r>
              <a:rPr lang="en-US" altLang="zh-CN" sz="1800" dirty="0">
                <a:solidFill>
                  <a:srgbClr val="C00000"/>
                </a:solidFill>
                <a:ea typeface="宋体" panose="02010600030101010101" pitchFamily="2" charset="-122"/>
              </a:rPr>
              <a:t>IMAP</a:t>
            </a: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6.5.5  </a:t>
            </a:r>
            <a:r>
              <a:rPr lang="zh-CN" altLang="en-US" sz="1800" dirty="0">
                <a:solidFill>
                  <a:srgbClr val="C00000"/>
                </a:solidFill>
                <a:ea typeface="宋体" panose="02010600030101010101" pitchFamily="2" charset="-122"/>
              </a:rPr>
              <a:t>基于万维网的电子邮件</a:t>
            </a:r>
            <a:r>
              <a:rPr lang="zh-CN" altLang="en-US" sz="2000" dirty="0">
                <a:solidFill>
                  <a:srgbClr val="C00000"/>
                </a:solidFill>
                <a:ea typeface="宋体" panose="02010600030101010101" pitchFamily="2" charset="-122"/>
              </a:rPr>
              <a:t> </a:t>
            </a:r>
            <a:endParaRPr lang="zh-CN" altLang="en-US" sz="1800" dirty="0">
              <a:solidFill>
                <a:srgbClr val="C00000"/>
              </a:solidFill>
              <a:ea typeface="宋体" panose="02010600030101010101" pitchFamily="2" charset="-122"/>
            </a:endParaRPr>
          </a:p>
          <a:p>
            <a:pPr eaLnBrk="1" hangingPunct="1">
              <a:spcBef>
                <a:spcPts val="0"/>
              </a:spcBef>
              <a:buFont typeface="Wingdings" pitchFamily="2" charset="2"/>
              <a:buNone/>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6.5.6  </a:t>
            </a:r>
            <a:r>
              <a:rPr lang="zh-CN" altLang="en-US" sz="1800" dirty="0">
                <a:solidFill>
                  <a:srgbClr val="C00000"/>
                </a:solidFill>
                <a:ea typeface="宋体" panose="02010600030101010101" pitchFamily="2" charset="-122"/>
              </a:rPr>
              <a:t>通用因特网邮件扩充 </a:t>
            </a:r>
            <a:r>
              <a:rPr lang="en-US" altLang="zh-CN" sz="1800" dirty="0">
                <a:solidFill>
                  <a:srgbClr val="C00000"/>
                </a:solidFill>
                <a:ea typeface="宋体" panose="02010600030101010101" pitchFamily="2" charset="-122"/>
              </a:rPr>
              <a:t>MIME</a:t>
            </a:r>
          </a:p>
          <a:p>
            <a:pPr eaLnBrk="1" hangingPunct="1">
              <a:spcBef>
                <a:spcPts val="0"/>
              </a:spcBef>
              <a:buFont typeface="Wingdings" pitchFamily="2" charset="2"/>
              <a:buNone/>
            </a:pPr>
            <a:r>
              <a:rPr lang="en-US" altLang="zh-CN" sz="2000" dirty="0">
                <a:ea typeface="宋体" panose="02010600030101010101" pitchFamily="2" charset="-122"/>
              </a:rPr>
              <a:t>6.6   </a:t>
            </a:r>
            <a:r>
              <a:rPr lang="zh-CN" altLang="en-US" sz="2000" dirty="0">
                <a:ea typeface="宋体" panose="02010600030101010101" pitchFamily="2" charset="-122"/>
              </a:rPr>
              <a:t>动态主机配置协议 </a:t>
            </a:r>
            <a:r>
              <a:rPr lang="en-US" altLang="zh-CN" sz="2000" dirty="0">
                <a:ea typeface="宋体" panose="02010600030101010101" pitchFamily="2" charset="-122"/>
              </a:rPr>
              <a:t>DHCP </a:t>
            </a:r>
          </a:p>
          <a:p>
            <a:pPr eaLnBrk="1" hangingPunct="1">
              <a:spcBef>
                <a:spcPts val="0"/>
              </a:spcBef>
              <a:buFont typeface="Wingdings" pitchFamily="2" charset="2"/>
              <a:buNone/>
            </a:pPr>
            <a:r>
              <a:rPr lang="en-US" altLang="zh-CN" sz="2000" dirty="0">
                <a:ea typeface="宋体" panose="02010600030101010101" pitchFamily="2" charset="-122"/>
              </a:rPr>
              <a:t>6.7   </a:t>
            </a:r>
            <a:r>
              <a:rPr lang="zh-CN" altLang="en-US" sz="2000" dirty="0">
                <a:ea typeface="宋体" panose="02010600030101010101" pitchFamily="2" charset="-122"/>
              </a:rPr>
              <a:t>简单网络管理协议 </a:t>
            </a:r>
            <a:r>
              <a:rPr lang="en-US" altLang="zh-CN" sz="2000" dirty="0">
                <a:ea typeface="宋体" panose="02010600030101010101" pitchFamily="2" charset="-122"/>
              </a:rPr>
              <a:t>SNMP</a:t>
            </a:r>
          </a:p>
          <a:p>
            <a:pPr eaLnBrk="1" hangingPunct="1">
              <a:spcBef>
                <a:spcPts val="0"/>
              </a:spcBef>
              <a:buFont typeface="Wingdings" pitchFamily="2" charset="2"/>
              <a:buNone/>
            </a:pPr>
            <a:r>
              <a:rPr lang="zh-CN" altLang="en-US" sz="1800" dirty="0">
                <a:ea typeface="宋体" panose="02010600030101010101" pitchFamily="2" charset="-122"/>
              </a:rPr>
              <a:t>         </a:t>
            </a:r>
            <a:r>
              <a:rPr lang="en-US" altLang="zh-CN" sz="1800" dirty="0">
                <a:ea typeface="宋体" panose="02010600030101010101" pitchFamily="2" charset="-122"/>
              </a:rPr>
              <a:t>6.7.1  </a:t>
            </a:r>
            <a:r>
              <a:rPr lang="zh-CN" altLang="en-US" sz="1800" dirty="0">
                <a:ea typeface="宋体" panose="02010600030101010101" pitchFamily="2" charset="-122"/>
              </a:rPr>
              <a:t>网络管理的基本概念</a:t>
            </a:r>
          </a:p>
          <a:p>
            <a:pPr eaLnBrk="1" hangingPunct="1">
              <a:spcBef>
                <a:spcPts val="0"/>
              </a:spcBef>
              <a:buFont typeface="Wingdings" pitchFamily="2" charset="2"/>
              <a:buNone/>
            </a:pPr>
            <a:r>
              <a:rPr lang="zh-CN" altLang="en-US" sz="1800" dirty="0">
                <a:ea typeface="宋体" panose="02010600030101010101" pitchFamily="2" charset="-122"/>
              </a:rPr>
              <a:t>         </a:t>
            </a:r>
            <a:r>
              <a:rPr lang="en-US" altLang="zh-CN" sz="1800" dirty="0">
                <a:ea typeface="宋体" panose="02010600030101010101" pitchFamily="2" charset="-122"/>
              </a:rPr>
              <a:t>6.7.2  </a:t>
            </a:r>
            <a:r>
              <a:rPr lang="zh-CN" altLang="en-US" sz="1800" dirty="0">
                <a:ea typeface="宋体" panose="02010600030101010101" pitchFamily="2" charset="-122"/>
              </a:rPr>
              <a:t>管理信息结构 </a:t>
            </a:r>
            <a:r>
              <a:rPr lang="en-US" altLang="zh-CN" sz="1800" dirty="0">
                <a:ea typeface="宋体" panose="02010600030101010101" pitchFamily="2" charset="-122"/>
              </a:rPr>
              <a:t>SMI</a:t>
            </a:r>
          </a:p>
          <a:p>
            <a:pPr eaLnBrk="1" hangingPunct="1">
              <a:spcBef>
                <a:spcPts val="0"/>
              </a:spcBef>
              <a:buFont typeface="Wingdings" pitchFamily="2" charset="2"/>
              <a:buNone/>
            </a:pPr>
            <a:r>
              <a:rPr lang="en-US" altLang="zh-CN" sz="1800" dirty="0">
                <a:ea typeface="宋体" panose="02010600030101010101" pitchFamily="2" charset="-122"/>
              </a:rPr>
              <a:t>    	</a:t>
            </a:r>
            <a:r>
              <a:rPr lang="zh-CN" altLang="en-US" sz="1800" dirty="0">
                <a:ea typeface="宋体" panose="02010600030101010101" pitchFamily="2" charset="-122"/>
              </a:rPr>
              <a:t>    </a:t>
            </a:r>
            <a:r>
              <a:rPr lang="en-US" altLang="zh-CN" sz="1800" dirty="0">
                <a:ea typeface="宋体" panose="02010600030101010101" pitchFamily="2" charset="-122"/>
              </a:rPr>
              <a:t>6.7.3  </a:t>
            </a:r>
            <a:r>
              <a:rPr lang="zh-CN" altLang="en-US" sz="1800" dirty="0">
                <a:ea typeface="宋体" panose="02010600030101010101" pitchFamily="2" charset="-122"/>
              </a:rPr>
              <a:t>管理信息库 </a:t>
            </a:r>
            <a:r>
              <a:rPr lang="en-US" altLang="zh-CN" sz="1800" dirty="0">
                <a:ea typeface="宋体" panose="02010600030101010101" pitchFamily="2" charset="-122"/>
              </a:rPr>
              <a:t>MIB</a:t>
            </a:r>
          </a:p>
          <a:p>
            <a:pPr eaLnBrk="1" hangingPunct="1">
              <a:spcBef>
                <a:spcPts val="0"/>
              </a:spcBef>
              <a:buFont typeface="Wingdings" pitchFamily="2" charset="2"/>
              <a:buNone/>
            </a:pPr>
            <a:r>
              <a:rPr lang="en-US" altLang="zh-CN" sz="1800" dirty="0">
                <a:ea typeface="宋体" panose="02010600030101010101" pitchFamily="2" charset="-122"/>
              </a:rPr>
              <a:t>    	</a:t>
            </a:r>
            <a:r>
              <a:rPr lang="zh-CN" altLang="en-US" sz="1800" dirty="0">
                <a:ea typeface="宋体" panose="02010600030101010101" pitchFamily="2" charset="-122"/>
              </a:rPr>
              <a:t>    </a:t>
            </a:r>
            <a:r>
              <a:rPr lang="en-US" altLang="zh-CN" sz="1800" dirty="0">
                <a:ea typeface="宋体" panose="02010600030101010101" pitchFamily="2" charset="-122"/>
              </a:rPr>
              <a:t>6.7.4  SNMP </a:t>
            </a:r>
            <a:r>
              <a:rPr lang="zh-CN" altLang="en-US" sz="1800" dirty="0">
                <a:ea typeface="宋体" panose="02010600030101010101" pitchFamily="2" charset="-122"/>
              </a:rPr>
              <a:t>的协议数据单元和报文</a:t>
            </a:r>
          </a:p>
        </p:txBody>
      </p:sp>
      <p:sp>
        <p:nvSpPr>
          <p:cNvPr id="19459" name="幻灯片编号占位符 1">
            <a:extLst>
              <a:ext uri="{FF2B5EF4-FFF2-40B4-BE49-F238E27FC236}">
                <a16:creationId xmlns:a16="http://schemas.microsoft.com/office/drawing/2014/main" id="{45BFC770-07FB-5C4C-9068-16D6A26BC0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04C3C7-CB8B-F04B-8723-C64CD33ED91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85052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1223448-AB31-2A49-AFEA-7EDB2624D48F}"/>
              </a:ext>
            </a:extLst>
          </p:cNvPr>
          <p:cNvSpPr>
            <a:spLocks noGrp="1" noChangeArrowheads="1"/>
          </p:cNvSpPr>
          <p:nvPr>
            <p:ph type="title"/>
          </p:nvPr>
        </p:nvSpPr>
        <p:spPr>
          <a:xfrm>
            <a:off x="148590" y="357187"/>
            <a:ext cx="7030879" cy="522923"/>
          </a:xfrm>
        </p:spPr>
        <p:txBody>
          <a:bodyPr/>
          <a:lstStyle/>
          <a:p>
            <a:pPr eaLnBrk="1" hangingPunct="1"/>
            <a:r>
              <a:rPr lang="zh-CN" altLang="en-US" dirty="0">
                <a:latin typeface="Times New Roman" panose="02020603050405020304" pitchFamily="18" charset="0"/>
                <a:ea typeface="宋体" panose="02010600030101010101" pitchFamily="2" charset="-122"/>
              </a:rPr>
              <a:t>应用层协议的特点 </a:t>
            </a:r>
          </a:p>
        </p:txBody>
      </p:sp>
      <p:sp>
        <p:nvSpPr>
          <p:cNvPr id="123907" name="Rectangle 3">
            <a:extLst>
              <a:ext uri="{FF2B5EF4-FFF2-40B4-BE49-F238E27FC236}">
                <a16:creationId xmlns:a16="http://schemas.microsoft.com/office/drawing/2014/main" id="{ABE35DCF-265F-F742-A931-599984B1104A}"/>
              </a:ext>
            </a:extLst>
          </p:cNvPr>
          <p:cNvSpPr>
            <a:spLocks noGrp="1" noChangeArrowheads="1"/>
          </p:cNvSpPr>
          <p:nvPr>
            <p:ph type="body" idx="1"/>
          </p:nvPr>
        </p:nvSpPr>
        <p:spPr>
          <a:xfrm>
            <a:off x="240030" y="1059656"/>
            <a:ext cx="8675370" cy="3833813"/>
          </a:xfrm>
        </p:spPr>
        <p:txBody>
          <a:bodyPr/>
          <a:lstStyle/>
          <a:p>
            <a:pPr algn="just" eaLnBrk="1" hangingPunct="1"/>
            <a:r>
              <a:rPr lang="zh-CN" altLang="en-US" sz="2100" dirty="0">
                <a:latin typeface="黑体" panose="02010609060101010101" pitchFamily="49" charset="-122"/>
                <a:ea typeface="宋体" panose="02010600030101010101" pitchFamily="2" charset="-122"/>
              </a:rPr>
              <a:t>每个应用层协议都是为了解决</a:t>
            </a:r>
            <a:r>
              <a:rPr lang="zh-CN" altLang="en-US" sz="2100" dirty="0">
                <a:solidFill>
                  <a:srgbClr val="C00000"/>
                </a:solidFill>
                <a:latin typeface="黑体" panose="02010609060101010101" pitchFamily="49" charset="-122"/>
                <a:ea typeface="宋体" panose="02010600030101010101" pitchFamily="2" charset="-122"/>
              </a:rPr>
              <a:t>某一类</a:t>
            </a:r>
            <a:r>
              <a:rPr lang="zh-CN" altLang="en-US" sz="2100" dirty="0">
                <a:latin typeface="黑体" panose="02010609060101010101" pitchFamily="49" charset="-122"/>
                <a:ea typeface="宋体" panose="02010600030101010101" pitchFamily="2" charset="-122"/>
              </a:rPr>
              <a:t>应用问题，而问题的解决又往往是通过位于不同主机中的多个应用进程之间的通信和协同工作来完成的。应用层的具体内容就是规定应用进程在通信时所遵循的协议。</a:t>
            </a:r>
          </a:p>
          <a:p>
            <a:pPr algn="just" eaLnBrk="1" hangingPunct="1"/>
            <a:r>
              <a:rPr lang="zh-CN" altLang="en-US" sz="2100" dirty="0">
                <a:ea typeface="宋体" panose="02010600030101010101" pitchFamily="2" charset="-122"/>
              </a:rPr>
              <a:t>应用层的许多协议都是基于</a:t>
            </a:r>
            <a:r>
              <a:rPr lang="zh-CN" altLang="en-US" sz="2100" dirty="0">
                <a:solidFill>
                  <a:srgbClr val="C00000"/>
                </a:solidFill>
                <a:ea typeface="宋体" panose="02010600030101010101" pitchFamily="2" charset="-122"/>
              </a:rPr>
              <a:t>客户</a:t>
            </a:r>
            <a:r>
              <a:rPr lang="en-US" altLang="zh-CN" sz="2100" dirty="0">
                <a:solidFill>
                  <a:srgbClr val="C00000"/>
                </a:solidFill>
                <a:ea typeface="宋体" panose="02010600030101010101" pitchFamily="2" charset="-122"/>
              </a:rPr>
              <a:t>/</a:t>
            </a:r>
            <a:r>
              <a:rPr lang="zh-CN" altLang="en-US" sz="2100" dirty="0">
                <a:solidFill>
                  <a:srgbClr val="C00000"/>
                </a:solidFill>
                <a:ea typeface="宋体" panose="02010600030101010101" pitchFamily="2" charset="-122"/>
              </a:rPr>
              <a:t>服务器</a:t>
            </a:r>
            <a:r>
              <a:rPr lang="zh-CN" altLang="en-US" sz="2100" dirty="0">
                <a:ea typeface="宋体" panose="02010600030101010101" pitchFamily="2" charset="-122"/>
              </a:rPr>
              <a:t>方式。客户</a:t>
            </a:r>
            <a:r>
              <a:rPr lang="en-US" altLang="zh-CN" sz="2100" dirty="0">
                <a:ea typeface="宋体" panose="02010600030101010101" pitchFamily="2" charset="-122"/>
              </a:rPr>
              <a:t>(client)</a:t>
            </a:r>
            <a:r>
              <a:rPr lang="zh-CN" altLang="en-US" sz="2100" dirty="0">
                <a:ea typeface="宋体" panose="02010600030101010101" pitchFamily="2" charset="-122"/>
              </a:rPr>
              <a:t>和服务器</a:t>
            </a:r>
            <a:r>
              <a:rPr lang="en-US" altLang="zh-CN" sz="2100" dirty="0">
                <a:ea typeface="宋体" panose="02010600030101010101" pitchFamily="2" charset="-122"/>
              </a:rPr>
              <a:t>(server)</a:t>
            </a:r>
            <a:r>
              <a:rPr lang="zh-CN" altLang="en-US" sz="2100" dirty="0">
                <a:ea typeface="宋体" panose="02010600030101010101" pitchFamily="2" charset="-122"/>
              </a:rPr>
              <a:t>都是指通信中所涉及的两个应用进程。客户服务器方式所描述的是进程之间服务和被服务的关系。客户是服务请求方，服务器是服务提供方。</a:t>
            </a:r>
            <a:r>
              <a:rPr lang="zh-CN" altLang="en-US" sz="1500" dirty="0">
                <a:ea typeface="宋体" panose="02010600030101010101" pitchFamily="2" charset="-122"/>
              </a:rPr>
              <a:t> </a:t>
            </a:r>
            <a:r>
              <a:rPr lang="zh-CN" altLang="en-US" sz="2100" dirty="0">
                <a:latin typeface="黑体" panose="02010609060101010101" pitchFamily="49" charset="-122"/>
                <a:ea typeface="宋体" panose="02010600030101010101" pitchFamily="2" charset="-122"/>
              </a:rPr>
              <a:t> </a:t>
            </a:r>
          </a:p>
        </p:txBody>
      </p:sp>
      <p:sp>
        <p:nvSpPr>
          <p:cNvPr id="21507" name="幻灯片编号占位符 1">
            <a:extLst>
              <a:ext uri="{FF2B5EF4-FFF2-40B4-BE49-F238E27FC236}">
                <a16:creationId xmlns:a16="http://schemas.microsoft.com/office/drawing/2014/main" id="{164B311C-199A-1B4F-8417-F6983803D5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6F0D80F-040E-E14D-9631-F569B073792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754950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376E3B8-143E-D44F-9024-286D1FE25786}"/>
              </a:ext>
            </a:extLst>
          </p:cNvPr>
          <p:cNvSpPr>
            <a:spLocks noGrp="1" noChangeArrowheads="1"/>
          </p:cNvSpPr>
          <p:nvPr>
            <p:ph type="title"/>
          </p:nvPr>
        </p:nvSpPr>
        <p:spPr>
          <a:xfrm>
            <a:off x="137160" y="279797"/>
            <a:ext cx="7768591" cy="566023"/>
          </a:xfrm>
        </p:spPr>
        <p:txBody>
          <a:bodyPr/>
          <a:lstStyle/>
          <a:p>
            <a:pPr eaLnBrk="1" hangingPunct="1"/>
            <a:r>
              <a:rPr lang="en-US" altLang="zh-CN" dirty="0">
                <a:latin typeface="Times New Roman" panose="02020603050405020304" pitchFamily="18" charset="0"/>
                <a:ea typeface="宋体" panose="02010600030101010101" pitchFamily="2" charset="-122"/>
              </a:rPr>
              <a:t>6.1  </a:t>
            </a:r>
            <a:r>
              <a:rPr lang="zh-CN" altLang="en-US" dirty="0">
                <a:latin typeface="Times New Roman" panose="02020603050405020304" pitchFamily="18" charset="0"/>
                <a:ea typeface="宋体" panose="02010600030101010101" pitchFamily="2" charset="-122"/>
              </a:rPr>
              <a:t>域名系统 </a:t>
            </a:r>
            <a:r>
              <a:rPr lang="en-US" altLang="zh-CN" dirty="0">
                <a:latin typeface="Times New Roman" panose="02020603050405020304" pitchFamily="18" charset="0"/>
                <a:ea typeface="宋体" panose="02010600030101010101" pitchFamily="2" charset="-122"/>
              </a:rPr>
              <a:t>DNS</a:t>
            </a:r>
            <a:endParaRPr lang="zh-CN" altLang="en-US" sz="3000" dirty="0">
              <a:ea typeface="宋体" panose="02010600030101010101" pitchFamily="2" charset="-122"/>
            </a:endParaRPr>
          </a:p>
        </p:txBody>
      </p:sp>
      <p:sp>
        <p:nvSpPr>
          <p:cNvPr id="573443" name="Rectangle 3">
            <a:extLst>
              <a:ext uri="{FF2B5EF4-FFF2-40B4-BE49-F238E27FC236}">
                <a16:creationId xmlns:a16="http://schemas.microsoft.com/office/drawing/2014/main" id="{ECE09087-8EEE-C643-AB8B-DB1222026B13}"/>
              </a:ext>
            </a:extLst>
          </p:cNvPr>
          <p:cNvSpPr>
            <a:spLocks noGrp="1" noChangeArrowheads="1"/>
          </p:cNvSpPr>
          <p:nvPr>
            <p:ph type="body" idx="1"/>
          </p:nvPr>
        </p:nvSpPr>
        <p:spPr>
          <a:xfrm>
            <a:off x="205740" y="1691639"/>
            <a:ext cx="8709660" cy="2763679"/>
          </a:xfrm>
        </p:spPr>
        <p:txBody>
          <a:bodyPr/>
          <a:lstStyle/>
          <a:p>
            <a:pPr algn="just" eaLnBrk="1" hangingPunct="1"/>
            <a:r>
              <a:rPr lang="zh-CN" altLang="en-US" sz="2100" dirty="0">
                <a:ea typeface="宋体" panose="02010600030101010101" pitchFamily="2" charset="-122"/>
              </a:rPr>
              <a:t>许多应用层软件经常直接使用</a:t>
            </a:r>
            <a:r>
              <a:rPr lang="zh-CN" altLang="en-US" sz="2100" dirty="0">
                <a:solidFill>
                  <a:schemeClr val="hlink"/>
                </a:solidFill>
                <a:ea typeface="宋体" panose="02010600030101010101" pitchFamily="2" charset="-122"/>
              </a:rPr>
              <a:t>域名系统</a:t>
            </a:r>
            <a:r>
              <a:rPr lang="zh-CN" altLang="en-US" sz="2100" dirty="0">
                <a:ea typeface="宋体" panose="02010600030101010101" pitchFamily="2" charset="-122"/>
              </a:rPr>
              <a:t> </a:t>
            </a:r>
            <a:r>
              <a:rPr lang="en-US" altLang="zh-CN" sz="2100" dirty="0">
                <a:ea typeface="宋体" panose="02010600030101010101" pitchFamily="2" charset="-122"/>
              </a:rPr>
              <a:t>DNS (Domain Name System)</a:t>
            </a:r>
            <a:r>
              <a:rPr lang="zh-CN" altLang="en-US" sz="2100" dirty="0">
                <a:ea typeface="宋体" panose="02010600030101010101" pitchFamily="2" charset="-122"/>
              </a:rPr>
              <a:t>，但计算机的用户只是间接而不是直接使用域名系统。 </a:t>
            </a:r>
          </a:p>
          <a:p>
            <a:pPr algn="just" eaLnBrk="1" hangingPunct="1"/>
            <a:r>
              <a:rPr lang="zh-CN" altLang="en-US" sz="2100" dirty="0">
                <a:ea typeface="宋体" panose="02010600030101010101" pitchFamily="2" charset="-122"/>
              </a:rPr>
              <a:t>因特网采用层次结构的命名树作为主机的名字，并使用</a:t>
            </a:r>
            <a:r>
              <a:rPr lang="zh-CN" altLang="en-US" sz="2100" dirty="0">
                <a:solidFill>
                  <a:schemeClr val="hlink"/>
                </a:solidFill>
                <a:ea typeface="宋体" panose="02010600030101010101" pitchFamily="2" charset="-122"/>
              </a:rPr>
              <a:t>分布式</a:t>
            </a:r>
            <a:r>
              <a:rPr lang="zh-CN" altLang="en-US" sz="2100" dirty="0">
                <a:ea typeface="宋体" panose="02010600030101010101" pitchFamily="2" charset="-122"/>
              </a:rPr>
              <a:t>的域名系统 </a:t>
            </a:r>
            <a:r>
              <a:rPr lang="en-US" altLang="zh-CN" sz="2100" dirty="0">
                <a:ea typeface="宋体" panose="02010600030101010101" pitchFamily="2" charset="-122"/>
              </a:rPr>
              <a:t>DNS</a:t>
            </a:r>
            <a:r>
              <a:rPr lang="zh-CN" altLang="en-US" sz="2100" dirty="0">
                <a:ea typeface="宋体" panose="02010600030101010101" pitchFamily="2" charset="-122"/>
              </a:rPr>
              <a:t>。</a:t>
            </a:r>
          </a:p>
          <a:p>
            <a:pPr algn="just" eaLnBrk="1" hangingPunct="1"/>
            <a:r>
              <a:rPr lang="zh-CN" altLang="en-US" sz="2100" dirty="0">
                <a:ea typeface="宋体" panose="02010600030101010101" pitchFamily="2" charset="-122"/>
              </a:rPr>
              <a:t>名字到</a:t>
            </a:r>
            <a:r>
              <a:rPr lang="zh-CN" altLang="en-US" sz="1050" dirty="0">
                <a:ea typeface="宋体" panose="02010600030101010101" pitchFamily="2" charset="-122"/>
              </a:rPr>
              <a:t> </a:t>
            </a:r>
            <a:r>
              <a:rPr lang="en-US" altLang="zh-CN" sz="2100" dirty="0">
                <a:ea typeface="宋体" panose="02010600030101010101" pitchFamily="2" charset="-122"/>
              </a:rPr>
              <a:t>IP</a:t>
            </a:r>
            <a:r>
              <a:rPr lang="en-US" altLang="zh-CN" sz="750" dirty="0">
                <a:ea typeface="宋体" panose="02010600030101010101" pitchFamily="2" charset="-122"/>
              </a:rPr>
              <a:t> </a:t>
            </a:r>
            <a:r>
              <a:rPr lang="zh-CN" altLang="en-US" sz="2100" dirty="0">
                <a:ea typeface="宋体" panose="02010600030101010101" pitchFamily="2" charset="-122"/>
              </a:rPr>
              <a:t>地址的解析是由若干个域名服务器程序完成的。域名服务器程序在专设的结点上运行，运行该程序的机器称为</a:t>
            </a:r>
            <a:r>
              <a:rPr lang="zh-CN" altLang="en-US" sz="2100" dirty="0">
                <a:solidFill>
                  <a:schemeClr val="hlink"/>
                </a:solidFill>
                <a:ea typeface="宋体" panose="02010600030101010101" pitchFamily="2" charset="-122"/>
              </a:rPr>
              <a:t>域名服务器</a:t>
            </a:r>
            <a:r>
              <a:rPr lang="zh-CN" altLang="en-US" sz="2100"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 </a:t>
            </a:r>
          </a:p>
        </p:txBody>
      </p:sp>
      <p:sp>
        <p:nvSpPr>
          <p:cNvPr id="23555" name="幻灯片编号占位符 1">
            <a:extLst>
              <a:ext uri="{FF2B5EF4-FFF2-40B4-BE49-F238E27FC236}">
                <a16:creationId xmlns:a16="http://schemas.microsoft.com/office/drawing/2014/main" id="{A016DD37-2A4C-F44F-BDDD-5D208B2CF6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BFA9D67-B477-A943-A9CD-B555E1BB72B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3984E3F-623F-4543-BA36-3D9B450E9EF2}"/>
              </a:ext>
            </a:extLst>
          </p:cNvPr>
          <p:cNvSpPr/>
          <p:nvPr/>
        </p:nvSpPr>
        <p:spPr>
          <a:xfrm>
            <a:off x="205740" y="1064269"/>
            <a:ext cx="4572000" cy="523220"/>
          </a:xfrm>
          <a:prstGeom prst="rect">
            <a:avLst/>
          </a:prstGeom>
        </p:spPr>
        <p:txBody>
          <a:bodyPr>
            <a:spAutoFit/>
          </a:bodyPr>
          <a:lstStyle/>
          <a:p>
            <a:r>
              <a:rPr lang="en-US" altLang="zh-CN" sz="2800" dirty="0"/>
              <a:t>6.1.1  </a:t>
            </a:r>
            <a:r>
              <a:rPr lang="zh-CN" altLang="en-US" sz="2800" dirty="0"/>
              <a:t>域名系统概述</a:t>
            </a:r>
          </a:p>
        </p:txBody>
      </p:sp>
    </p:spTree>
    <p:extLst>
      <p:ext uri="{BB962C8B-B14F-4D97-AF65-F5344CB8AC3E}">
        <p14:creationId xmlns:p14="http://schemas.microsoft.com/office/powerpoint/2010/main" val="474387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8" name="Rectangle 4">
            <a:extLst>
              <a:ext uri="{FF2B5EF4-FFF2-40B4-BE49-F238E27FC236}">
                <a16:creationId xmlns:a16="http://schemas.microsoft.com/office/drawing/2014/main" id="{692BEA3E-874E-FE48-9B67-D9286ECA9BFD}"/>
              </a:ext>
            </a:extLst>
          </p:cNvPr>
          <p:cNvSpPr>
            <a:spLocks noChangeArrowheads="1"/>
          </p:cNvSpPr>
          <p:nvPr/>
        </p:nvSpPr>
        <p:spPr bwMode="auto">
          <a:xfrm>
            <a:off x="860346" y="2651760"/>
            <a:ext cx="5360194" cy="572691"/>
          </a:xfrm>
          <a:prstGeom prst="rect">
            <a:avLst/>
          </a:prstGeom>
          <a:solidFill>
            <a:srgbClr val="FFFFCC"/>
          </a:solidFill>
          <a:ln w="28575">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5602" name="Rectangle 2">
            <a:extLst>
              <a:ext uri="{FF2B5EF4-FFF2-40B4-BE49-F238E27FC236}">
                <a16:creationId xmlns:a16="http://schemas.microsoft.com/office/drawing/2014/main" id="{21E9AB55-85FD-0245-A16F-C4D5B1CC8276}"/>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6.1.2   </a:t>
            </a:r>
            <a:r>
              <a:rPr lang="zh-CN" altLang="en-US" dirty="0">
                <a:latin typeface="Times New Roman" panose="02020603050405020304" pitchFamily="18" charset="0"/>
                <a:ea typeface="宋体" panose="02010600030101010101" pitchFamily="2" charset="-122"/>
              </a:rPr>
              <a:t>因特网的域名结构</a:t>
            </a:r>
          </a:p>
        </p:txBody>
      </p:sp>
      <p:sp>
        <p:nvSpPr>
          <p:cNvPr id="25603" name="Rectangle 3">
            <a:extLst>
              <a:ext uri="{FF2B5EF4-FFF2-40B4-BE49-F238E27FC236}">
                <a16:creationId xmlns:a16="http://schemas.microsoft.com/office/drawing/2014/main" id="{9697A7B1-29AB-484E-9379-F9E93C645D66}"/>
              </a:ext>
            </a:extLst>
          </p:cNvPr>
          <p:cNvSpPr>
            <a:spLocks noGrp="1" noChangeArrowheads="1"/>
          </p:cNvSpPr>
          <p:nvPr>
            <p:ph type="body" idx="1"/>
          </p:nvPr>
        </p:nvSpPr>
        <p:spPr>
          <a:xfrm>
            <a:off x="262890" y="1113235"/>
            <a:ext cx="8675626" cy="3349228"/>
          </a:xfrm>
        </p:spPr>
        <p:txBody>
          <a:bodyPr/>
          <a:lstStyle/>
          <a:p>
            <a:pPr eaLnBrk="1" hangingPunct="1">
              <a:lnSpc>
                <a:spcPct val="90000"/>
              </a:lnSpc>
            </a:pPr>
            <a:r>
              <a:rPr lang="zh-CN" altLang="en-US" sz="2100" dirty="0">
                <a:ea typeface="宋体" panose="02010600030101010101" pitchFamily="2" charset="-122"/>
              </a:rPr>
              <a:t>因特网采用了层次树状结构的命名方法。</a:t>
            </a:r>
          </a:p>
          <a:p>
            <a:pPr eaLnBrk="1" hangingPunct="1">
              <a:lnSpc>
                <a:spcPct val="90000"/>
              </a:lnSpc>
            </a:pPr>
            <a:r>
              <a:rPr lang="zh-CN" altLang="en-US" sz="2100" dirty="0">
                <a:ea typeface="宋体" panose="02010600030101010101" pitchFamily="2" charset="-122"/>
              </a:rPr>
              <a:t>任何一个连接在因特网上的主机或路由器，都有一个</a:t>
            </a:r>
            <a:r>
              <a:rPr lang="zh-CN" altLang="en-US" sz="2100" dirty="0">
                <a:solidFill>
                  <a:schemeClr val="hlink"/>
                </a:solidFill>
                <a:ea typeface="宋体" panose="02010600030101010101" pitchFamily="2" charset="-122"/>
              </a:rPr>
              <a:t>唯一</a:t>
            </a:r>
            <a:r>
              <a:rPr lang="zh-CN" altLang="en-US" sz="2100" dirty="0">
                <a:ea typeface="宋体" panose="02010600030101010101" pitchFamily="2" charset="-122"/>
              </a:rPr>
              <a:t>的层次结构的名字，即</a:t>
            </a:r>
            <a:r>
              <a:rPr lang="zh-CN" altLang="en-US" sz="2100" dirty="0">
                <a:solidFill>
                  <a:schemeClr val="hlink"/>
                </a:solidFill>
                <a:ea typeface="宋体" panose="02010600030101010101" pitchFamily="2" charset="-122"/>
              </a:rPr>
              <a:t>域名</a:t>
            </a:r>
            <a:r>
              <a:rPr lang="zh-CN" altLang="en-US" sz="2100" dirty="0">
                <a:ea typeface="宋体" panose="02010600030101010101" pitchFamily="2" charset="-122"/>
              </a:rPr>
              <a:t>。</a:t>
            </a:r>
          </a:p>
          <a:p>
            <a:pPr eaLnBrk="1" hangingPunct="1">
              <a:lnSpc>
                <a:spcPct val="90000"/>
              </a:lnSpc>
            </a:pPr>
            <a:r>
              <a:rPr lang="zh-CN" altLang="en-US" sz="2100" dirty="0">
                <a:ea typeface="宋体" panose="02010600030101010101" pitchFamily="2" charset="-122"/>
              </a:rPr>
              <a:t>域名的结构由标号序列组成，各标号之间用</a:t>
            </a:r>
            <a:r>
              <a:rPr lang="zh-CN" altLang="en-US" sz="2100" dirty="0">
                <a:solidFill>
                  <a:schemeClr val="hlink"/>
                </a:solidFill>
                <a:ea typeface="宋体" panose="02010600030101010101" pitchFamily="2" charset="-122"/>
              </a:rPr>
              <a:t>点</a:t>
            </a:r>
            <a:r>
              <a:rPr lang="zh-CN" altLang="en-US" sz="2100" dirty="0">
                <a:ea typeface="宋体" panose="02010600030101010101" pitchFamily="2" charset="-122"/>
              </a:rPr>
              <a:t>隔开：</a:t>
            </a:r>
          </a:p>
          <a:p>
            <a:pPr eaLnBrk="1" hangingPunct="1">
              <a:lnSpc>
                <a:spcPct val="90000"/>
              </a:lnSpc>
              <a:spcBef>
                <a:spcPct val="60000"/>
              </a:spcBef>
              <a:spcAft>
                <a:spcPct val="60000"/>
              </a:spcAft>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三级域名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二级域名 </a:t>
            </a:r>
            <a:r>
              <a:rPr lang="en-US" altLang="zh-CN" sz="2700" b="1" dirty="0">
                <a:ea typeface="宋体" panose="02010600030101010101" pitchFamily="2" charset="-122"/>
              </a:rPr>
              <a:t>.</a:t>
            </a:r>
            <a:r>
              <a:rPr lang="en-US" altLang="zh-CN" sz="2100" b="1" dirty="0">
                <a:ea typeface="宋体" panose="02010600030101010101" pitchFamily="2" charset="-122"/>
              </a:rPr>
              <a:t> </a:t>
            </a:r>
            <a:r>
              <a:rPr lang="zh-CN" altLang="en-US" sz="2100" dirty="0">
                <a:ea typeface="宋体" panose="02010600030101010101" pitchFamily="2" charset="-122"/>
              </a:rPr>
              <a:t>顶级域名</a:t>
            </a:r>
          </a:p>
          <a:p>
            <a:pPr eaLnBrk="1" hangingPunct="1">
              <a:lnSpc>
                <a:spcPct val="90000"/>
              </a:lnSpc>
            </a:pPr>
            <a:r>
              <a:rPr lang="zh-CN" altLang="en-US" sz="2100" dirty="0">
                <a:ea typeface="宋体" panose="02010600030101010101" pitchFamily="2" charset="-122"/>
              </a:rPr>
              <a:t>各标号分别代表不同级别的域名。  </a:t>
            </a:r>
          </a:p>
        </p:txBody>
      </p:sp>
      <p:sp>
        <p:nvSpPr>
          <p:cNvPr id="25604" name="幻灯片编号占位符 1">
            <a:extLst>
              <a:ext uri="{FF2B5EF4-FFF2-40B4-BE49-F238E27FC236}">
                <a16:creationId xmlns:a16="http://schemas.microsoft.com/office/drawing/2014/main" id="{7C90E0DF-B43C-6742-89C3-1432DFF34E9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1AE678-D53A-D34E-9431-8EB391B4B36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9216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E65DD978-FA1A-6149-9C60-3821232EA15A}"/>
              </a:ext>
            </a:extLst>
          </p:cNvPr>
          <p:cNvSpPr>
            <a:spLocks noGrp="1" noChangeArrowheads="1"/>
          </p:cNvSpPr>
          <p:nvPr>
            <p:ph type="title"/>
          </p:nvPr>
        </p:nvSpPr>
        <p:spPr>
          <a:xfrm>
            <a:off x="217170" y="160735"/>
            <a:ext cx="7270671" cy="736997"/>
          </a:xfrm>
        </p:spPr>
        <p:txBody>
          <a:bodyPr/>
          <a:lstStyle/>
          <a:p>
            <a:pPr eaLnBrk="1" hangingPunct="1"/>
            <a:r>
              <a:rPr lang="zh-CN" altLang="en-US" sz="3000" dirty="0">
                <a:ea typeface="宋体" panose="02010600030101010101" pitchFamily="2" charset="-122"/>
              </a:rPr>
              <a:t>域名只是个逻辑概念</a:t>
            </a:r>
          </a:p>
        </p:txBody>
      </p:sp>
      <p:sp>
        <p:nvSpPr>
          <p:cNvPr id="27650" name="Rectangle 3">
            <a:extLst>
              <a:ext uri="{FF2B5EF4-FFF2-40B4-BE49-F238E27FC236}">
                <a16:creationId xmlns:a16="http://schemas.microsoft.com/office/drawing/2014/main" id="{61AE5BD6-5924-BE40-9AC3-CF947D0A4D07}"/>
              </a:ext>
            </a:extLst>
          </p:cNvPr>
          <p:cNvSpPr>
            <a:spLocks noGrp="1" noChangeArrowheads="1"/>
          </p:cNvSpPr>
          <p:nvPr>
            <p:ph type="body" idx="1"/>
          </p:nvPr>
        </p:nvSpPr>
        <p:spPr/>
        <p:txBody>
          <a:bodyPr/>
          <a:lstStyle/>
          <a:p>
            <a:pPr eaLnBrk="1" hangingPunct="1"/>
            <a:r>
              <a:rPr lang="zh-CN" altLang="en-US" sz="2100">
                <a:ea typeface="宋体" panose="02010600030101010101" pitchFamily="2" charset="-122"/>
              </a:rPr>
              <a:t>域名只是个</a:t>
            </a:r>
            <a:r>
              <a:rPr lang="zh-CN" altLang="en-US" sz="2100">
                <a:solidFill>
                  <a:srgbClr val="FF0000"/>
                </a:solidFill>
                <a:ea typeface="宋体" panose="02010600030101010101" pitchFamily="2" charset="-122"/>
              </a:rPr>
              <a:t>逻辑概念</a:t>
            </a:r>
            <a:r>
              <a:rPr lang="zh-CN" altLang="en-US" sz="2100">
                <a:ea typeface="宋体" panose="02010600030101010101" pitchFamily="2" charset="-122"/>
              </a:rPr>
              <a:t>，并不代表计算机所在的物理地点。</a:t>
            </a:r>
          </a:p>
          <a:p>
            <a:pPr eaLnBrk="1" hangingPunct="1"/>
            <a:r>
              <a:rPr lang="zh-CN" altLang="en-US" sz="2100">
                <a:ea typeface="宋体" panose="02010600030101010101" pitchFamily="2" charset="-122"/>
              </a:rPr>
              <a:t>变长的域名和使用有助记忆的字符串，是为了便于人来使用。而 </a:t>
            </a:r>
            <a:r>
              <a:rPr lang="en-US" altLang="zh-CN" sz="2100">
                <a:ea typeface="宋体" panose="02010600030101010101" pitchFamily="2" charset="-122"/>
              </a:rPr>
              <a:t>IP </a:t>
            </a:r>
            <a:r>
              <a:rPr lang="zh-CN" altLang="en-US" sz="2100">
                <a:ea typeface="宋体" panose="02010600030101010101" pitchFamily="2" charset="-122"/>
              </a:rPr>
              <a:t>地址是定长的 </a:t>
            </a:r>
            <a:r>
              <a:rPr lang="en-US" altLang="zh-CN" sz="2100">
                <a:ea typeface="宋体" panose="02010600030101010101" pitchFamily="2" charset="-122"/>
              </a:rPr>
              <a:t>32 </a:t>
            </a:r>
            <a:r>
              <a:rPr lang="zh-CN" altLang="en-US" sz="2100">
                <a:ea typeface="宋体" panose="02010600030101010101" pitchFamily="2" charset="-122"/>
              </a:rPr>
              <a:t>位二进制数字则非常便于机器进行处理。</a:t>
            </a:r>
          </a:p>
          <a:p>
            <a:pPr eaLnBrk="1" hangingPunct="1"/>
            <a:r>
              <a:rPr lang="zh-CN" altLang="en-US" sz="2100">
                <a:ea typeface="宋体" panose="02010600030101010101" pitchFamily="2" charset="-122"/>
              </a:rPr>
              <a:t>域名中的“点”和点分十进制 </a:t>
            </a:r>
            <a:r>
              <a:rPr lang="en-US" altLang="zh-CN" sz="2100">
                <a:ea typeface="宋体" panose="02010600030101010101" pitchFamily="2" charset="-122"/>
              </a:rPr>
              <a:t>IP </a:t>
            </a:r>
            <a:r>
              <a:rPr lang="zh-CN" altLang="en-US" sz="2100">
                <a:ea typeface="宋体" panose="02010600030101010101" pitchFamily="2" charset="-122"/>
              </a:rPr>
              <a:t>地址中的“点”</a:t>
            </a:r>
            <a:r>
              <a:rPr lang="zh-CN" altLang="en-US" sz="2100">
                <a:solidFill>
                  <a:srgbClr val="FF0000"/>
                </a:solidFill>
                <a:ea typeface="宋体" panose="02010600030101010101" pitchFamily="2" charset="-122"/>
              </a:rPr>
              <a:t>并无一一对应的关系</a:t>
            </a:r>
            <a:r>
              <a:rPr lang="zh-CN" altLang="en-US" sz="2100">
                <a:ea typeface="宋体" panose="02010600030101010101" pitchFamily="2" charset="-122"/>
              </a:rPr>
              <a:t>。点分十进制 </a:t>
            </a:r>
            <a:r>
              <a:rPr lang="en-US" altLang="zh-CN" sz="2100">
                <a:ea typeface="宋体" panose="02010600030101010101" pitchFamily="2" charset="-122"/>
              </a:rPr>
              <a:t>IP </a:t>
            </a:r>
            <a:r>
              <a:rPr lang="zh-CN" altLang="en-US" sz="2100">
                <a:ea typeface="宋体" panose="02010600030101010101" pitchFamily="2" charset="-122"/>
              </a:rPr>
              <a:t>地址中一定是包含三个“点”，但每一个域名中“点”的数目则不一定正好是三个。 </a:t>
            </a:r>
          </a:p>
        </p:txBody>
      </p:sp>
      <p:sp>
        <p:nvSpPr>
          <p:cNvPr id="27651" name="幻灯片编号占位符 1">
            <a:extLst>
              <a:ext uri="{FF2B5EF4-FFF2-40B4-BE49-F238E27FC236}">
                <a16:creationId xmlns:a16="http://schemas.microsoft.com/office/drawing/2014/main" id="{4861C5F6-7313-624B-AEB5-3B41F315029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67BE81-70E1-0A45-8DBD-AAB84D913C1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7120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6082C8BF-425F-B44D-AA10-3596019D9F93}"/>
              </a:ext>
            </a:extLst>
          </p:cNvPr>
          <p:cNvSpPr>
            <a:spLocks noGrp="1" noChangeArrowheads="1"/>
          </p:cNvSpPr>
          <p:nvPr>
            <p:ph type="title"/>
          </p:nvPr>
        </p:nvSpPr>
        <p:spPr>
          <a:xfrm>
            <a:off x="160020" y="357187"/>
            <a:ext cx="7300437" cy="477203"/>
          </a:xfrm>
        </p:spPr>
        <p:txBody>
          <a:bodyPr/>
          <a:lstStyle/>
          <a:p>
            <a:pPr eaLnBrk="1" hangingPunct="1"/>
            <a:r>
              <a:rPr lang="zh-CN" altLang="en-US" dirty="0">
                <a:latin typeface="Times New Roman" panose="02020603050405020304" pitchFamily="18" charset="0"/>
                <a:ea typeface="宋体" panose="02010600030101010101" pitchFamily="2" charset="-122"/>
              </a:rPr>
              <a:t>顶级域名 </a:t>
            </a:r>
            <a:r>
              <a:rPr lang="en-US" altLang="zh-CN" dirty="0">
                <a:latin typeface="Times New Roman" panose="02020603050405020304" pitchFamily="18" charset="0"/>
                <a:ea typeface="宋体" panose="02010600030101010101" pitchFamily="2" charset="-122"/>
              </a:rPr>
              <a:t>TLD</a:t>
            </a:r>
            <a:r>
              <a:rPr lang="en-US" altLang="zh-CN" sz="2700" dirty="0">
                <a:ea typeface="宋体" panose="02010600030101010101" pitchFamily="2" charset="-122"/>
              </a:rPr>
              <a:t>(Top Level Domain)</a:t>
            </a:r>
          </a:p>
        </p:txBody>
      </p:sp>
      <p:sp>
        <p:nvSpPr>
          <p:cNvPr id="131136" name="Rectangle 64">
            <a:extLst>
              <a:ext uri="{FF2B5EF4-FFF2-40B4-BE49-F238E27FC236}">
                <a16:creationId xmlns:a16="http://schemas.microsoft.com/office/drawing/2014/main" id="{812CCEED-FB79-A54C-93EF-64817CC445D5}"/>
              </a:ext>
            </a:extLst>
          </p:cNvPr>
          <p:cNvSpPr>
            <a:spLocks noGrp="1" noChangeArrowheads="1"/>
          </p:cNvSpPr>
          <p:nvPr>
            <p:ph type="body" idx="1"/>
          </p:nvPr>
        </p:nvSpPr>
        <p:spPr>
          <a:xfrm>
            <a:off x="160020" y="975916"/>
            <a:ext cx="8766810" cy="4030265"/>
          </a:xfrm>
        </p:spPr>
        <p:txBody>
          <a:bodyPr/>
          <a:lstStyle/>
          <a:p>
            <a:pPr marL="481013" indent="-481013" eaLnBrk="1" hangingPunct="1">
              <a:lnSpc>
                <a:spcPct val="90000"/>
              </a:lnSpc>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国家顶级域名 </a:t>
            </a:r>
            <a:r>
              <a:rPr lang="en-US" altLang="zh-CN" dirty="0" err="1">
                <a:latin typeface="Times New Roman" panose="02020603050405020304" pitchFamily="18" charset="0"/>
                <a:ea typeface="宋体" panose="02010600030101010101" pitchFamily="2" charset="-122"/>
              </a:rPr>
              <a:t>nTLD</a:t>
            </a:r>
            <a:r>
              <a:rPr lang="zh-CN" altLang="en-US" dirty="0">
                <a:latin typeface="Times New Roman" panose="02020603050405020304" pitchFamily="18" charset="0"/>
                <a:ea typeface="宋体" panose="02010600030101010101" pitchFamily="2" charset="-122"/>
              </a:rPr>
              <a:t>：如</a:t>
            </a:r>
            <a:r>
              <a:rPr lang="en-US" altLang="zh-CN" dirty="0">
                <a:latin typeface="Times New Roman" panose="02020603050405020304" pitchFamily="18" charset="0"/>
                <a:ea typeface="宋体" panose="02010600030101010101" pitchFamily="2" charset="-122"/>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cn</a:t>
            </a:r>
            <a:r>
              <a:rPr lang="zh-CN" altLang="en-US" dirty="0">
                <a:latin typeface="Times New Roman" panose="02020603050405020304" pitchFamily="18" charset="0"/>
                <a:ea typeface="宋体" panose="02010600030101010101" pitchFamily="2" charset="-122"/>
              </a:rPr>
              <a:t>表示中国，</a:t>
            </a:r>
            <a:r>
              <a:rPr lang="en-US" altLang="zh-CN" sz="2100" dirty="0">
                <a:latin typeface="Courier New" panose="02070309020205020404" pitchFamily="49" charset="0"/>
                <a:ea typeface="宋体" panose="02010600030101010101" pitchFamily="2" charset="-122"/>
                <a:cs typeface="Courier New" panose="02070309020205020404" pitchFamily="49" charset="0"/>
              </a:rPr>
              <a:t>.us</a:t>
            </a:r>
            <a:r>
              <a:rPr lang="zh-CN" altLang="en-US" dirty="0">
                <a:latin typeface="Times New Roman" panose="02020603050405020304" pitchFamily="18" charset="0"/>
                <a:ea typeface="宋体" panose="02010600030101010101" pitchFamily="2" charset="-122"/>
              </a:rPr>
              <a:t>表示美国，</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uk</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dirty="0">
                <a:latin typeface="Times New Roman" panose="02020603050405020304" pitchFamily="18" charset="0"/>
                <a:ea typeface="宋体" panose="02010600030101010101" pitchFamily="2" charset="-122"/>
              </a:rPr>
              <a:t>表示英国，等等。</a:t>
            </a:r>
          </a:p>
          <a:p>
            <a:pPr marL="481013" indent="-481013" eaLnBrk="1" hangingPunct="1">
              <a:lnSpc>
                <a:spcPct val="90000"/>
              </a:lnSpc>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通用顶级域名 </a:t>
            </a:r>
            <a:r>
              <a:rPr lang="en-US" altLang="zh-CN" dirty="0">
                <a:latin typeface="Times New Roman" panose="02020603050405020304" pitchFamily="18" charset="0"/>
                <a:ea typeface="宋体" panose="02010600030101010101" pitchFamily="2" charset="-122"/>
              </a:rPr>
              <a:t>gTLD</a:t>
            </a:r>
            <a:r>
              <a:rPr lang="zh-CN" altLang="en-US" dirty="0">
                <a:latin typeface="Times New Roman" panose="02020603050405020304" pitchFamily="18" charset="0"/>
                <a:ea typeface="宋体" panose="02010600030101010101" pitchFamily="2" charset="-122"/>
              </a:rPr>
              <a:t>：最早的顶级域名是：</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.com  </a:t>
            </a:r>
            <a:r>
              <a:rPr lang="zh-CN" altLang="en-US" sz="2100" dirty="0">
                <a:ea typeface="宋体" panose="02010600030101010101" pitchFamily="2" charset="-122"/>
              </a:rPr>
              <a:t>（公司和企业）</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.net</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（网络服务机构）</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.org  </a:t>
            </a:r>
            <a:r>
              <a:rPr lang="zh-CN" altLang="en-US" sz="2100" dirty="0">
                <a:ea typeface="宋体" panose="02010600030101010101" pitchFamily="2" charset="-122"/>
              </a:rPr>
              <a:t>（非赢利性组织）</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edu</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（美国专用的教育机构（）</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.gov  </a:t>
            </a:r>
            <a:r>
              <a:rPr lang="zh-CN" altLang="en-US" sz="2100" dirty="0">
                <a:ea typeface="宋体" panose="02010600030101010101" pitchFamily="2" charset="-122"/>
              </a:rPr>
              <a:t>（美国专用的政府部门）</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.mil  </a:t>
            </a:r>
            <a:r>
              <a:rPr lang="zh-CN" altLang="en-US" sz="2100" dirty="0">
                <a:ea typeface="宋体" panose="02010600030101010101" pitchFamily="2" charset="-122"/>
              </a:rPr>
              <a:t>（美国专用的军事部门）</a:t>
            </a:r>
          </a:p>
          <a:p>
            <a:pPr marL="712788" indent="-712788" eaLnBrk="1" hangingPunct="1">
              <a:lnSpc>
                <a:spcPct val="90000"/>
              </a:lnSpc>
              <a:buNone/>
            </a:pPr>
            <a:r>
              <a:rPr lang="zh-CN" altLang="en-US" sz="2100" dirty="0">
                <a:latin typeface="Courier New" panose="02070309020205020404" pitchFamily="49" charset="0"/>
                <a:ea typeface="宋体" panose="02010600030101010101" pitchFamily="2" charset="-122"/>
                <a:cs typeface="Courier New" panose="02070309020205020404" pitchFamily="49" charset="0"/>
              </a:rPr>
              <a:t>   </a:t>
            </a:r>
            <a:r>
              <a:rPr lang="en-US" altLang="zh-CN" sz="2100" dirty="0">
                <a:latin typeface="Courier New" panose="02070309020205020404" pitchFamily="49" charset="0"/>
                <a:ea typeface="宋体" panose="02010600030101010101" pitchFamily="2" charset="-122"/>
                <a:cs typeface="Courier New" panose="02070309020205020404" pitchFamily="49" charset="0"/>
              </a:rPr>
              <a:t>.int  </a:t>
            </a:r>
            <a:r>
              <a:rPr lang="zh-CN" altLang="en-US" sz="2100" dirty="0">
                <a:ea typeface="宋体" panose="02010600030101010101" pitchFamily="2" charset="-122"/>
              </a:rPr>
              <a:t>（国际组织）</a:t>
            </a:r>
          </a:p>
        </p:txBody>
      </p:sp>
      <p:sp>
        <p:nvSpPr>
          <p:cNvPr id="28675" name="幻灯片编号占位符 1">
            <a:extLst>
              <a:ext uri="{FF2B5EF4-FFF2-40B4-BE49-F238E27FC236}">
                <a16:creationId xmlns:a16="http://schemas.microsoft.com/office/drawing/2014/main" id="{D1FE04C9-FBB9-1045-ACE6-1894BEAFAAD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976456-E281-8545-A63E-F3FA595076B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367458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1136">
                                            <p:txEl>
                                              <p:pRg st="2" end="2"/>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31136">
                                            <p:txEl>
                                              <p:pRg st="3" end="3"/>
                                            </p:txEl>
                                          </p:spTgt>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31136">
                                            <p:txEl>
                                              <p:pRg st="4" end="4"/>
                                            </p:txEl>
                                          </p:spTgt>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31136">
                                            <p:txEl>
                                              <p:pRg st="5" end="5"/>
                                            </p:txEl>
                                          </p:spTgt>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131136">
                                            <p:txEl>
                                              <p:pRg st="6" end="6"/>
                                            </p:txEl>
                                          </p:spTgt>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31136">
                                            <p:txEl>
                                              <p:pRg st="7" end="7"/>
                                            </p:txEl>
                                          </p:spTgt>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1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180289A-45E8-6D4C-AF1F-87316CB4DF1B}"/>
              </a:ext>
            </a:extLst>
          </p:cNvPr>
          <p:cNvSpPr>
            <a:spLocks noGrp="1" noChangeArrowheads="1"/>
          </p:cNvSpPr>
          <p:nvPr>
            <p:ph type="title"/>
          </p:nvPr>
        </p:nvSpPr>
        <p:spPr>
          <a:xfrm>
            <a:off x="148590" y="322897"/>
            <a:ext cx="7053978" cy="576263"/>
          </a:xfrm>
        </p:spPr>
        <p:txBody>
          <a:bodyPr/>
          <a:lstStyle/>
          <a:p>
            <a:pPr eaLnBrk="1" hangingPunct="1"/>
            <a:r>
              <a:rPr lang="zh-CN" altLang="en-US" dirty="0">
                <a:latin typeface="Times New Roman" panose="02020603050405020304" pitchFamily="18" charset="0"/>
                <a:ea typeface="宋体" panose="02010600030101010101" pitchFamily="2" charset="-122"/>
              </a:rPr>
              <a:t>顶级域名 </a:t>
            </a:r>
            <a:r>
              <a:rPr lang="en-US" altLang="zh-CN" dirty="0">
                <a:latin typeface="Times New Roman" panose="02020603050405020304" pitchFamily="18" charset="0"/>
                <a:ea typeface="宋体" panose="02010600030101010101" pitchFamily="2" charset="-122"/>
              </a:rPr>
              <a:t>TLD </a:t>
            </a:r>
            <a:r>
              <a:rPr lang="zh-CN" altLang="en-US" dirty="0">
                <a:latin typeface="Times New Roman" panose="02020603050405020304" pitchFamily="18" charset="0"/>
                <a:ea typeface="宋体" panose="02010600030101010101" pitchFamily="2" charset="-122"/>
              </a:rPr>
              <a:t>（续）</a:t>
            </a:r>
            <a:endParaRPr lang="zh-CN" altLang="en-US" sz="2700" dirty="0">
              <a:ea typeface="宋体" panose="02010600030101010101" pitchFamily="2" charset="-122"/>
            </a:endParaRPr>
          </a:p>
        </p:txBody>
      </p:sp>
      <p:sp>
        <p:nvSpPr>
          <p:cNvPr id="30722" name="Rectangle 3">
            <a:extLst>
              <a:ext uri="{FF2B5EF4-FFF2-40B4-BE49-F238E27FC236}">
                <a16:creationId xmlns:a16="http://schemas.microsoft.com/office/drawing/2014/main" id="{D8FC42D1-C67D-DB41-A701-93859B78748E}"/>
              </a:ext>
            </a:extLst>
          </p:cNvPr>
          <p:cNvSpPr>
            <a:spLocks noGrp="1" noChangeArrowheads="1"/>
          </p:cNvSpPr>
          <p:nvPr>
            <p:ph type="body" idx="1"/>
          </p:nvPr>
        </p:nvSpPr>
        <p:spPr>
          <a:xfrm>
            <a:off x="240030" y="1059657"/>
            <a:ext cx="8641080" cy="4083844"/>
          </a:xfrm>
        </p:spPr>
        <p:txBody>
          <a:bodyPr/>
          <a:lstStyle/>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基础结构域名</a:t>
            </a:r>
            <a:r>
              <a:rPr lang="en-US" altLang="zh-CN" dirty="0">
                <a:latin typeface="Times New Roman" panose="02020603050405020304" pitchFamily="18" charset="0"/>
                <a:ea typeface="宋体" panose="02010600030101010101" pitchFamily="2" charset="-122"/>
              </a:rPr>
              <a:t>(infrastructure domain)</a:t>
            </a:r>
            <a:r>
              <a:rPr lang="zh-CN" altLang="en-US" dirty="0">
                <a:latin typeface="Times New Roman" panose="02020603050405020304" pitchFamily="18" charset="0"/>
                <a:ea typeface="宋体" panose="02010600030101010101" pitchFamily="2" charset="-122"/>
              </a:rPr>
              <a:t>：这种顶级域名只有一个，即 </a:t>
            </a:r>
            <a:r>
              <a:rPr lang="en-US" altLang="zh-CN" dirty="0" err="1">
                <a:latin typeface="Times New Roman" panose="02020603050405020304" pitchFamily="18" charset="0"/>
                <a:ea typeface="宋体" panose="02010600030101010101" pitchFamily="2" charset="-122"/>
              </a:rPr>
              <a:t>arpa</a:t>
            </a:r>
            <a:r>
              <a:rPr lang="zh-CN" altLang="en-US" dirty="0">
                <a:latin typeface="Times New Roman" panose="02020603050405020304" pitchFamily="18" charset="0"/>
                <a:ea typeface="宋体" panose="02010600030101010101" pitchFamily="2" charset="-122"/>
              </a:rPr>
              <a:t>，用于反向域名解析，因此又称为反向域名。 </a:t>
            </a:r>
          </a:p>
        </p:txBody>
      </p:sp>
      <p:sp>
        <p:nvSpPr>
          <p:cNvPr id="30723" name="幻灯片编号占位符 1">
            <a:extLst>
              <a:ext uri="{FF2B5EF4-FFF2-40B4-BE49-F238E27FC236}">
                <a16:creationId xmlns:a16="http://schemas.microsoft.com/office/drawing/2014/main" id="{6D76010A-9CB0-924A-B243-0D42CB416C7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9D3EAC-676F-9244-835C-DEBCEEBAAE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60068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FB0B9174-864F-D44D-9EA9-BF9F55343F55}"/>
              </a:ext>
            </a:extLst>
          </p:cNvPr>
          <p:cNvSpPr>
            <a:spLocks noGrp="1" noChangeArrowheads="1"/>
          </p:cNvSpPr>
          <p:nvPr>
            <p:ph type="title"/>
          </p:nvPr>
        </p:nvSpPr>
        <p:spPr>
          <a:xfrm>
            <a:off x="160020" y="246460"/>
            <a:ext cx="7478554" cy="629840"/>
          </a:xfrm>
        </p:spPr>
        <p:txBody>
          <a:bodyPr/>
          <a:lstStyle/>
          <a:p>
            <a:pPr eaLnBrk="1" hangingPunct="1"/>
            <a:r>
              <a:rPr lang="zh-CN" altLang="en-US" sz="3000" dirty="0">
                <a:ea typeface="宋体" panose="02010600030101010101" pitchFamily="2" charset="-122"/>
              </a:rPr>
              <a:t>新增加了下列的通用顶级域名 </a:t>
            </a:r>
          </a:p>
        </p:txBody>
      </p:sp>
      <p:sp>
        <p:nvSpPr>
          <p:cNvPr id="32770" name="Rectangle 3">
            <a:extLst>
              <a:ext uri="{FF2B5EF4-FFF2-40B4-BE49-F238E27FC236}">
                <a16:creationId xmlns:a16="http://schemas.microsoft.com/office/drawing/2014/main" id="{6F17C88C-CBAD-1447-A96F-87BB9C516DAB}"/>
              </a:ext>
            </a:extLst>
          </p:cNvPr>
          <p:cNvSpPr>
            <a:spLocks noGrp="1" noChangeArrowheads="1"/>
          </p:cNvSpPr>
          <p:nvPr>
            <p:ph type="body" idx="1"/>
          </p:nvPr>
        </p:nvSpPr>
        <p:spPr>
          <a:xfrm>
            <a:off x="293370" y="1059656"/>
            <a:ext cx="8633460" cy="3946684"/>
          </a:xfrm>
        </p:spPr>
        <p:txBody>
          <a:bodyPr/>
          <a:lstStyle/>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.aero </a:t>
            </a:r>
            <a:r>
              <a:rPr lang="zh-CN" altLang="en-US" sz="2100" dirty="0">
                <a:ea typeface="宋体" panose="02010600030101010101" pitchFamily="2" charset="-122"/>
              </a:rPr>
              <a:t>（航空运输企业）</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.biz  </a:t>
            </a:r>
            <a:r>
              <a:rPr lang="zh-CN" altLang="en-US" sz="2100" dirty="0">
                <a:ea typeface="宋体" panose="02010600030101010101" pitchFamily="2" charset="-122"/>
              </a:rPr>
              <a:t>（公司和企业）</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.cat  </a:t>
            </a:r>
            <a:r>
              <a:rPr lang="zh-CN" altLang="en-US" sz="2100" dirty="0">
                <a:ea typeface="宋体" panose="02010600030101010101" pitchFamily="2" charset="-122"/>
              </a:rPr>
              <a:t>（加泰隆人的语言和文化团体）</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.coop </a:t>
            </a:r>
            <a:r>
              <a:rPr lang="zh-CN" altLang="en-US" sz="2100" dirty="0">
                <a:ea typeface="宋体" panose="02010600030101010101" pitchFamily="2" charset="-122"/>
              </a:rPr>
              <a:t>（合作团体）</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.info </a:t>
            </a:r>
            <a:r>
              <a:rPr lang="zh-CN" altLang="en-US" sz="2100" dirty="0">
                <a:ea typeface="宋体" panose="02010600030101010101" pitchFamily="2" charset="-122"/>
              </a:rPr>
              <a:t>（各种情况）</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.jobs </a:t>
            </a:r>
            <a:r>
              <a:rPr lang="zh-CN" altLang="en-US" sz="2100" dirty="0">
                <a:ea typeface="宋体" panose="02010600030101010101" pitchFamily="2" charset="-122"/>
              </a:rPr>
              <a:t>（人力资源管理者）</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a:t>
            </a:r>
            <a:r>
              <a:rPr lang="en-US" altLang="zh-CN" sz="2100" dirty="0" err="1">
                <a:latin typeface="Courier New" panose="02070309020205020404" pitchFamily="49" charset="0"/>
                <a:ea typeface="宋体" panose="02010600030101010101" pitchFamily="2" charset="-122"/>
                <a:cs typeface="Courier New" panose="02070309020205020404" pitchFamily="49" charset="0"/>
              </a:rPr>
              <a:t>mobi</a:t>
            </a:r>
            <a:r>
              <a:rPr lang="en-US" altLang="zh-CN" sz="2100" dirty="0">
                <a:latin typeface="Courier New" panose="02070309020205020404" pitchFamily="49" charset="0"/>
                <a:ea typeface="宋体" panose="02010600030101010101" pitchFamily="2" charset="-122"/>
                <a:cs typeface="Courier New" panose="02070309020205020404" pitchFamily="49" charset="0"/>
              </a:rPr>
              <a:t> </a:t>
            </a:r>
            <a:r>
              <a:rPr lang="zh-CN" altLang="en-US" sz="2100" dirty="0">
                <a:ea typeface="宋体" panose="02010600030101010101" pitchFamily="2" charset="-122"/>
              </a:rPr>
              <a:t>（移动产品与服务的用户和提供者）</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.museum</a:t>
            </a:r>
            <a:r>
              <a:rPr lang="zh-CN" altLang="en-US" sz="2100" dirty="0">
                <a:ea typeface="宋体" panose="02010600030101010101" pitchFamily="2" charset="-122"/>
              </a:rPr>
              <a:t>（博物馆）</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.name </a:t>
            </a:r>
            <a:r>
              <a:rPr lang="zh-CN" altLang="en-US" sz="2100" dirty="0">
                <a:ea typeface="宋体" panose="02010600030101010101" pitchFamily="2" charset="-122"/>
              </a:rPr>
              <a:t>（个人）</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.pro  </a:t>
            </a:r>
            <a:r>
              <a:rPr lang="zh-CN" altLang="en-US" sz="2100" dirty="0">
                <a:ea typeface="宋体" panose="02010600030101010101" pitchFamily="2" charset="-122"/>
              </a:rPr>
              <a:t>（有证书的专业人员）</a:t>
            </a:r>
          </a:p>
          <a:p>
            <a:pPr eaLnBrk="1" hangingPunct="1">
              <a:lnSpc>
                <a:spcPct val="80000"/>
              </a:lnSpc>
            </a:pPr>
            <a:r>
              <a:rPr lang="en-US" altLang="zh-CN" sz="2100" dirty="0">
                <a:latin typeface="Courier New" panose="02070309020205020404" pitchFamily="49" charset="0"/>
                <a:ea typeface="宋体" panose="02010600030101010101" pitchFamily="2" charset="-122"/>
                <a:cs typeface="Courier New" panose="02070309020205020404" pitchFamily="49" charset="0"/>
              </a:rPr>
              <a:t>.travel</a:t>
            </a:r>
            <a:r>
              <a:rPr lang="zh-CN" altLang="en-US" sz="2100" dirty="0">
                <a:ea typeface="宋体" panose="02010600030101010101" pitchFamily="2" charset="-122"/>
              </a:rPr>
              <a:t>（旅游业） </a:t>
            </a:r>
          </a:p>
        </p:txBody>
      </p:sp>
      <p:sp>
        <p:nvSpPr>
          <p:cNvPr id="32771" name="幻灯片编号占位符 1">
            <a:extLst>
              <a:ext uri="{FF2B5EF4-FFF2-40B4-BE49-F238E27FC236}">
                <a16:creationId xmlns:a16="http://schemas.microsoft.com/office/drawing/2014/main" id="{1A025C0C-77C2-D44B-8ABA-A5628A5537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09D487-AE25-CB46-B723-6CDCE2698FC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16250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幻灯片编号占位符 1">
            <a:extLst>
              <a:ext uri="{FF2B5EF4-FFF2-40B4-BE49-F238E27FC236}">
                <a16:creationId xmlns:a16="http://schemas.microsoft.com/office/drawing/2014/main" id="{8249E3C6-1E45-CE4D-A7F7-333DA26F697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003B97-9C8E-0541-95DC-1B0D042DCC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a:t>
            </a:fld>
            <a:endParaRPr lang="en-US" altLang="zh-CN" sz="1050">
              <a:solidFill>
                <a:schemeClr val="tx1"/>
              </a:solidFill>
              <a:latin typeface="Tahoma" panose="020B0604030504040204" pitchFamily="34" charset="0"/>
              <a:ea typeface="宋体" panose="02010600030101010101" pitchFamily="2" charset="-122"/>
            </a:endParaRPr>
          </a:p>
        </p:txBody>
      </p:sp>
      <p:sp>
        <p:nvSpPr>
          <p:cNvPr id="34817" name="Rectangle 4">
            <a:extLst>
              <a:ext uri="{FF2B5EF4-FFF2-40B4-BE49-F238E27FC236}">
                <a16:creationId xmlns:a16="http://schemas.microsoft.com/office/drawing/2014/main" id="{64A1370B-5E73-8443-AC06-E394B1558A6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因特网的域名空间 </a:t>
            </a:r>
          </a:p>
        </p:txBody>
      </p:sp>
      <p:sp>
        <p:nvSpPr>
          <p:cNvPr id="34818" name="Rectangle 122">
            <a:extLst>
              <a:ext uri="{FF2B5EF4-FFF2-40B4-BE49-F238E27FC236}">
                <a16:creationId xmlns:a16="http://schemas.microsoft.com/office/drawing/2014/main" id="{55438AAC-B947-314E-A03D-F39173CEDD3C}"/>
              </a:ext>
            </a:extLst>
          </p:cNvPr>
          <p:cNvSpPr>
            <a:spLocks noChangeArrowheads="1"/>
          </p:cNvSpPr>
          <p:nvPr/>
        </p:nvSpPr>
        <p:spPr bwMode="auto">
          <a:xfrm>
            <a:off x="4940012" y="1274525"/>
            <a:ext cx="383381" cy="328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根</a:t>
            </a:r>
          </a:p>
        </p:txBody>
      </p:sp>
      <p:grpSp>
        <p:nvGrpSpPr>
          <p:cNvPr id="576728" name="Group 216">
            <a:extLst>
              <a:ext uri="{FF2B5EF4-FFF2-40B4-BE49-F238E27FC236}">
                <a16:creationId xmlns:a16="http://schemas.microsoft.com/office/drawing/2014/main" id="{D02EFC97-A4C1-4A47-BBD4-EF248FE2321B}"/>
              </a:ext>
            </a:extLst>
          </p:cNvPr>
          <p:cNvGrpSpPr>
            <a:grpSpLocks/>
          </p:cNvGrpSpPr>
          <p:nvPr/>
        </p:nvGrpSpPr>
        <p:grpSpPr bwMode="auto">
          <a:xfrm>
            <a:off x="1388377" y="3660538"/>
            <a:ext cx="5961460" cy="835819"/>
            <a:chOff x="113" y="2435"/>
            <a:chExt cx="5007" cy="702"/>
          </a:xfrm>
        </p:grpSpPr>
        <p:sp>
          <p:nvSpPr>
            <p:cNvPr id="576723" name="Rectangle 211">
              <a:extLst>
                <a:ext uri="{FF2B5EF4-FFF2-40B4-BE49-F238E27FC236}">
                  <a16:creationId xmlns:a16="http://schemas.microsoft.com/office/drawing/2014/main" id="{7FC15908-4D44-D74B-8540-9C0D0B5D48B3}"/>
                </a:ext>
              </a:extLst>
            </p:cNvPr>
            <p:cNvSpPr>
              <a:spLocks noChangeArrowheads="1"/>
            </p:cNvSpPr>
            <p:nvPr/>
          </p:nvSpPr>
          <p:spPr bwMode="auto">
            <a:xfrm>
              <a:off x="1020" y="2822"/>
              <a:ext cx="115" cy="289"/>
            </a:xfrm>
            <a:prstGeom prst="rect">
              <a:avLst/>
            </a:prstGeom>
            <a:solidFill>
              <a:srgbClr val="CCCC00"/>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34924" name="Rectangle 130">
              <a:extLst>
                <a:ext uri="{FF2B5EF4-FFF2-40B4-BE49-F238E27FC236}">
                  <a16:creationId xmlns:a16="http://schemas.microsoft.com/office/drawing/2014/main" id="{7E5C41A3-26AC-E54A-A581-8CCBD20D55E2}"/>
                </a:ext>
              </a:extLst>
            </p:cNvPr>
            <p:cNvSpPr>
              <a:spLocks noChangeArrowheads="1"/>
            </p:cNvSpPr>
            <p:nvPr/>
          </p:nvSpPr>
          <p:spPr bwMode="auto">
            <a:xfrm>
              <a:off x="113" y="2819"/>
              <a:ext cx="761" cy="250"/>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四级域名</a:t>
              </a:r>
            </a:p>
          </p:txBody>
        </p:sp>
        <p:sp>
          <p:nvSpPr>
            <p:cNvPr id="576643" name="Text Box 131">
              <a:extLst>
                <a:ext uri="{FF2B5EF4-FFF2-40B4-BE49-F238E27FC236}">
                  <a16:creationId xmlns:a16="http://schemas.microsoft.com/office/drawing/2014/main" id="{47ECB85D-3F05-254C-A6CD-D9C865D5D874}"/>
                </a:ext>
              </a:extLst>
            </p:cNvPr>
            <p:cNvSpPr txBox="1">
              <a:spLocks noChangeArrowheads="1"/>
            </p:cNvSpPr>
            <p:nvPr/>
          </p:nvSpPr>
          <p:spPr bwMode="auto">
            <a:xfrm>
              <a:off x="3556" y="2817"/>
              <a:ext cx="453"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mail</a:t>
              </a:r>
            </a:p>
          </p:txBody>
        </p:sp>
        <p:sp>
          <p:nvSpPr>
            <p:cNvPr id="34926" name="Text Box 132">
              <a:extLst>
                <a:ext uri="{FF2B5EF4-FFF2-40B4-BE49-F238E27FC236}">
                  <a16:creationId xmlns:a16="http://schemas.microsoft.com/office/drawing/2014/main" id="{3790B16D-E4D6-2745-8D9E-26DF5F1A2D5B}"/>
                </a:ext>
              </a:extLst>
            </p:cNvPr>
            <p:cNvSpPr txBox="1">
              <a:spLocks noChangeArrowheads="1"/>
            </p:cNvSpPr>
            <p:nvPr/>
          </p:nvSpPr>
          <p:spPr bwMode="auto">
            <a:xfrm>
              <a:off x="4060" y="2633"/>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63" name="Text Box 151">
              <a:extLst>
                <a:ext uri="{FF2B5EF4-FFF2-40B4-BE49-F238E27FC236}">
                  <a16:creationId xmlns:a16="http://schemas.microsoft.com/office/drawing/2014/main" id="{A91B9F00-B2D9-B841-A6CA-A84350CD7F4B}"/>
                </a:ext>
              </a:extLst>
            </p:cNvPr>
            <p:cNvSpPr txBox="1">
              <a:spLocks noChangeArrowheads="1"/>
            </p:cNvSpPr>
            <p:nvPr/>
          </p:nvSpPr>
          <p:spPr bwMode="auto">
            <a:xfrm>
              <a:off x="4614" y="2817"/>
              <a:ext cx="50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www</a:t>
              </a:r>
            </a:p>
          </p:txBody>
        </p:sp>
        <p:sp>
          <p:nvSpPr>
            <p:cNvPr id="576667" name="Line 155">
              <a:extLst>
                <a:ext uri="{FF2B5EF4-FFF2-40B4-BE49-F238E27FC236}">
                  <a16:creationId xmlns:a16="http://schemas.microsoft.com/office/drawing/2014/main" id="{BBD662AD-BCC3-C84E-AD2C-943D83E5B1A6}"/>
                </a:ext>
              </a:extLst>
            </p:cNvPr>
            <p:cNvSpPr>
              <a:spLocks noChangeShapeType="1"/>
            </p:cNvSpPr>
            <p:nvPr/>
          </p:nvSpPr>
          <p:spPr bwMode="auto">
            <a:xfrm>
              <a:off x="4381" y="2435"/>
              <a:ext cx="437" cy="47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8" name="Line 156">
              <a:extLst>
                <a:ext uri="{FF2B5EF4-FFF2-40B4-BE49-F238E27FC236}">
                  <a16:creationId xmlns:a16="http://schemas.microsoft.com/office/drawing/2014/main" id="{FFF3287E-9AC4-1740-A571-96663140108A}"/>
                </a:ext>
              </a:extLst>
            </p:cNvPr>
            <p:cNvSpPr>
              <a:spLocks noChangeShapeType="1"/>
            </p:cNvSpPr>
            <p:nvPr/>
          </p:nvSpPr>
          <p:spPr bwMode="auto">
            <a:xfrm flipH="1">
              <a:off x="3819" y="2440"/>
              <a:ext cx="560" cy="4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576726" name="Group 214">
            <a:extLst>
              <a:ext uri="{FF2B5EF4-FFF2-40B4-BE49-F238E27FC236}">
                <a16:creationId xmlns:a16="http://schemas.microsoft.com/office/drawing/2014/main" id="{ECC81CE7-4084-E547-B757-D533ECA8A5BD}"/>
              </a:ext>
            </a:extLst>
          </p:cNvPr>
          <p:cNvGrpSpPr>
            <a:grpSpLocks/>
          </p:cNvGrpSpPr>
          <p:nvPr/>
        </p:nvGrpSpPr>
        <p:grpSpPr bwMode="auto">
          <a:xfrm>
            <a:off x="1388377" y="2209166"/>
            <a:ext cx="6482953" cy="828676"/>
            <a:chOff x="113" y="1216"/>
            <a:chExt cx="5445" cy="696"/>
          </a:xfrm>
        </p:grpSpPr>
        <p:sp>
          <p:nvSpPr>
            <p:cNvPr id="576722" name="Rectangle 210">
              <a:extLst>
                <a:ext uri="{FF2B5EF4-FFF2-40B4-BE49-F238E27FC236}">
                  <a16:creationId xmlns:a16="http://schemas.microsoft.com/office/drawing/2014/main" id="{2E855342-7363-384A-AB21-C02418E81ACC}"/>
                </a:ext>
              </a:extLst>
            </p:cNvPr>
            <p:cNvSpPr>
              <a:spLocks noChangeArrowheads="1"/>
            </p:cNvSpPr>
            <p:nvPr/>
          </p:nvSpPr>
          <p:spPr bwMode="auto">
            <a:xfrm>
              <a:off x="1020" y="1616"/>
              <a:ext cx="115" cy="289"/>
            </a:xfrm>
            <a:prstGeom prst="rect">
              <a:avLst/>
            </a:prstGeom>
            <a:solidFill>
              <a:srgbClr val="FFCCFF"/>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34878" name="Text Box 105">
              <a:extLst>
                <a:ext uri="{FF2B5EF4-FFF2-40B4-BE49-F238E27FC236}">
                  <a16:creationId xmlns:a16="http://schemas.microsoft.com/office/drawing/2014/main" id="{D46929E5-943B-DC4F-B0EF-79F93F1FF0D1}"/>
                </a:ext>
              </a:extLst>
            </p:cNvPr>
            <p:cNvSpPr txBox="1">
              <a:spLocks noChangeArrowheads="1"/>
            </p:cNvSpPr>
            <p:nvPr/>
          </p:nvSpPr>
          <p:spPr bwMode="auto">
            <a:xfrm>
              <a:off x="1777" y="140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27" name="Text Box 115">
              <a:extLst>
                <a:ext uri="{FF2B5EF4-FFF2-40B4-BE49-F238E27FC236}">
                  <a16:creationId xmlns:a16="http://schemas.microsoft.com/office/drawing/2014/main" id="{F38D1ED8-291C-E143-9C82-E46A8C151E10}"/>
                </a:ext>
              </a:extLst>
            </p:cNvPr>
            <p:cNvSpPr txBox="1">
              <a:spLocks noChangeArrowheads="1"/>
            </p:cNvSpPr>
            <p:nvPr/>
          </p:nvSpPr>
          <p:spPr bwMode="auto">
            <a:xfrm>
              <a:off x="3956" y="1593"/>
              <a:ext cx="282"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bj</a:t>
              </a:r>
            </a:p>
          </p:txBody>
        </p:sp>
        <p:sp>
          <p:nvSpPr>
            <p:cNvPr id="576628" name="Text Box 116">
              <a:extLst>
                <a:ext uri="{FF2B5EF4-FFF2-40B4-BE49-F238E27FC236}">
                  <a16:creationId xmlns:a16="http://schemas.microsoft.com/office/drawing/2014/main" id="{B75BEB90-687B-C240-AEFB-3C240B1A31CA}"/>
                </a:ext>
              </a:extLst>
            </p:cNvPr>
            <p:cNvSpPr txBox="1">
              <a:spLocks noChangeArrowheads="1"/>
            </p:cNvSpPr>
            <p:nvPr/>
          </p:nvSpPr>
          <p:spPr bwMode="auto">
            <a:xfrm>
              <a:off x="4554" y="1592"/>
              <a:ext cx="4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edu</a:t>
              </a:r>
            </a:p>
          </p:txBody>
        </p:sp>
        <p:sp>
          <p:nvSpPr>
            <p:cNvPr id="576629" name="Text Box 117">
              <a:extLst>
                <a:ext uri="{FF2B5EF4-FFF2-40B4-BE49-F238E27FC236}">
                  <a16:creationId xmlns:a16="http://schemas.microsoft.com/office/drawing/2014/main" id="{79610885-43B6-C542-9E50-D31F7C65C51F}"/>
                </a:ext>
              </a:extLst>
            </p:cNvPr>
            <p:cNvSpPr txBox="1">
              <a:spLocks noChangeArrowheads="1"/>
            </p:cNvSpPr>
            <p:nvPr/>
          </p:nvSpPr>
          <p:spPr bwMode="auto">
            <a:xfrm>
              <a:off x="5097" y="1592"/>
              <a:ext cx="461"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com</a:t>
              </a:r>
            </a:p>
          </p:txBody>
        </p:sp>
        <p:sp>
          <p:nvSpPr>
            <p:cNvPr id="34882" name="Text Box 118">
              <a:extLst>
                <a:ext uri="{FF2B5EF4-FFF2-40B4-BE49-F238E27FC236}">
                  <a16:creationId xmlns:a16="http://schemas.microsoft.com/office/drawing/2014/main" id="{ED23DCFA-C3EC-E344-AFF1-86D613C07BC3}"/>
                </a:ext>
              </a:extLst>
            </p:cNvPr>
            <p:cNvSpPr txBox="1">
              <a:spLocks noChangeArrowheads="1"/>
            </p:cNvSpPr>
            <p:nvPr/>
          </p:nvSpPr>
          <p:spPr bwMode="auto">
            <a:xfrm>
              <a:off x="4172" y="140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35" name="Text Box 123">
              <a:extLst>
                <a:ext uri="{FF2B5EF4-FFF2-40B4-BE49-F238E27FC236}">
                  <a16:creationId xmlns:a16="http://schemas.microsoft.com/office/drawing/2014/main" id="{BEBE2CDA-6C13-174F-9636-D36E189F88F2}"/>
                </a:ext>
              </a:extLst>
            </p:cNvPr>
            <p:cNvSpPr txBox="1">
              <a:spLocks noChangeArrowheads="1"/>
            </p:cNvSpPr>
            <p:nvPr/>
          </p:nvSpPr>
          <p:spPr bwMode="auto">
            <a:xfrm>
              <a:off x="1437" y="1592"/>
              <a:ext cx="442"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cctv</a:t>
              </a:r>
            </a:p>
          </p:txBody>
        </p:sp>
        <p:sp>
          <p:nvSpPr>
            <p:cNvPr id="576636" name="Text Box 124">
              <a:extLst>
                <a:ext uri="{FF2B5EF4-FFF2-40B4-BE49-F238E27FC236}">
                  <a16:creationId xmlns:a16="http://schemas.microsoft.com/office/drawing/2014/main" id="{C0F31DC3-857D-6344-8D3B-29E6FB158713}"/>
                </a:ext>
              </a:extLst>
            </p:cNvPr>
            <p:cNvSpPr txBox="1">
              <a:spLocks noChangeArrowheads="1"/>
            </p:cNvSpPr>
            <p:nvPr/>
          </p:nvSpPr>
          <p:spPr bwMode="auto">
            <a:xfrm>
              <a:off x="2185" y="1591"/>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ibm</a:t>
              </a:r>
            </a:p>
          </p:txBody>
        </p:sp>
        <p:sp>
          <p:nvSpPr>
            <p:cNvPr id="576637" name="Text Box 125">
              <a:extLst>
                <a:ext uri="{FF2B5EF4-FFF2-40B4-BE49-F238E27FC236}">
                  <a16:creationId xmlns:a16="http://schemas.microsoft.com/office/drawing/2014/main" id="{2353E5A5-DCA5-B048-9D93-276C677974C4}"/>
                </a:ext>
              </a:extLst>
            </p:cNvPr>
            <p:cNvSpPr txBox="1">
              <a:spLocks noChangeArrowheads="1"/>
            </p:cNvSpPr>
            <p:nvPr/>
          </p:nvSpPr>
          <p:spPr bwMode="auto">
            <a:xfrm>
              <a:off x="2595" y="1592"/>
              <a:ext cx="33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hp</a:t>
              </a:r>
            </a:p>
          </p:txBody>
        </p:sp>
        <p:sp>
          <p:nvSpPr>
            <p:cNvPr id="34886" name="Rectangle 127">
              <a:extLst>
                <a:ext uri="{FF2B5EF4-FFF2-40B4-BE49-F238E27FC236}">
                  <a16:creationId xmlns:a16="http://schemas.microsoft.com/office/drawing/2014/main" id="{C9A022FF-106B-4144-BA14-B1407B720D42}"/>
                </a:ext>
              </a:extLst>
            </p:cNvPr>
            <p:cNvSpPr>
              <a:spLocks noChangeArrowheads="1"/>
            </p:cNvSpPr>
            <p:nvPr/>
          </p:nvSpPr>
          <p:spPr bwMode="auto">
            <a:xfrm>
              <a:off x="113" y="1608"/>
              <a:ext cx="761" cy="2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二级域名</a:t>
              </a:r>
            </a:p>
          </p:txBody>
        </p:sp>
        <p:sp>
          <p:nvSpPr>
            <p:cNvPr id="576654" name="Line 142">
              <a:extLst>
                <a:ext uri="{FF2B5EF4-FFF2-40B4-BE49-F238E27FC236}">
                  <a16:creationId xmlns:a16="http://schemas.microsoft.com/office/drawing/2014/main" id="{087471BF-1839-7841-A8DA-1FF7CB3F0A30}"/>
                </a:ext>
              </a:extLst>
            </p:cNvPr>
            <p:cNvSpPr>
              <a:spLocks noChangeShapeType="1"/>
            </p:cNvSpPr>
            <p:nvPr/>
          </p:nvSpPr>
          <p:spPr bwMode="auto">
            <a:xfrm>
              <a:off x="2173" y="1258"/>
              <a:ext cx="213" cy="373"/>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5" name="Line 143">
              <a:extLst>
                <a:ext uri="{FF2B5EF4-FFF2-40B4-BE49-F238E27FC236}">
                  <a16:creationId xmlns:a16="http://schemas.microsoft.com/office/drawing/2014/main" id="{1B6D0F93-0CDA-BA4F-B0E9-94DD6D6B0642}"/>
                </a:ext>
              </a:extLst>
            </p:cNvPr>
            <p:cNvSpPr>
              <a:spLocks noChangeShapeType="1"/>
            </p:cNvSpPr>
            <p:nvPr/>
          </p:nvSpPr>
          <p:spPr bwMode="auto">
            <a:xfrm>
              <a:off x="2173" y="1269"/>
              <a:ext cx="546" cy="3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6" name="Line 144">
              <a:extLst>
                <a:ext uri="{FF2B5EF4-FFF2-40B4-BE49-F238E27FC236}">
                  <a16:creationId xmlns:a16="http://schemas.microsoft.com/office/drawing/2014/main" id="{577942A7-0965-C841-8462-3F64793CD3E8}"/>
                </a:ext>
              </a:extLst>
            </p:cNvPr>
            <p:cNvSpPr>
              <a:spLocks noChangeShapeType="1"/>
            </p:cNvSpPr>
            <p:nvPr/>
          </p:nvSpPr>
          <p:spPr bwMode="auto">
            <a:xfrm flipV="1">
              <a:off x="1672" y="1279"/>
              <a:ext cx="501" cy="348"/>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7" name="Line 145">
              <a:extLst>
                <a:ext uri="{FF2B5EF4-FFF2-40B4-BE49-F238E27FC236}">
                  <a16:creationId xmlns:a16="http://schemas.microsoft.com/office/drawing/2014/main" id="{308C030E-C171-5D46-A086-776D46BE5FA4}"/>
                </a:ext>
              </a:extLst>
            </p:cNvPr>
            <p:cNvSpPr>
              <a:spLocks noChangeShapeType="1"/>
            </p:cNvSpPr>
            <p:nvPr/>
          </p:nvSpPr>
          <p:spPr bwMode="auto">
            <a:xfrm>
              <a:off x="4662" y="1216"/>
              <a:ext cx="111" cy="431"/>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8" name="Line 146">
              <a:extLst>
                <a:ext uri="{FF2B5EF4-FFF2-40B4-BE49-F238E27FC236}">
                  <a16:creationId xmlns:a16="http://schemas.microsoft.com/office/drawing/2014/main" id="{1A544BC2-6EE8-D047-9B2A-0714DF3E4FAF}"/>
                </a:ext>
              </a:extLst>
            </p:cNvPr>
            <p:cNvSpPr>
              <a:spLocks noChangeShapeType="1"/>
            </p:cNvSpPr>
            <p:nvPr/>
          </p:nvSpPr>
          <p:spPr bwMode="auto">
            <a:xfrm>
              <a:off x="4665" y="1224"/>
              <a:ext cx="626" cy="40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9" name="Line 147">
              <a:extLst>
                <a:ext uri="{FF2B5EF4-FFF2-40B4-BE49-F238E27FC236}">
                  <a16:creationId xmlns:a16="http://schemas.microsoft.com/office/drawing/2014/main" id="{9AFAA52B-366F-3740-8A84-2BD06A4907C3}"/>
                </a:ext>
              </a:extLst>
            </p:cNvPr>
            <p:cNvSpPr>
              <a:spLocks noChangeShapeType="1"/>
            </p:cNvSpPr>
            <p:nvPr/>
          </p:nvSpPr>
          <p:spPr bwMode="auto">
            <a:xfrm flipH="1">
              <a:off x="4090" y="1224"/>
              <a:ext cx="572" cy="39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4893" name="Group 157">
              <a:extLst>
                <a:ext uri="{FF2B5EF4-FFF2-40B4-BE49-F238E27FC236}">
                  <a16:creationId xmlns:a16="http://schemas.microsoft.com/office/drawing/2014/main" id="{E37FC29B-FA6A-3842-8C40-BDEE91A9D983}"/>
                </a:ext>
              </a:extLst>
            </p:cNvPr>
            <p:cNvGrpSpPr>
              <a:grpSpLocks/>
            </p:cNvGrpSpPr>
            <p:nvPr/>
          </p:nvGrpSpPr>
          <p:grpSpPr bwMode="auto">
            <a:xfrm>
              <a:off x="1168" y="1244"/>
              <a:ext cx="268" cy="101"/>
              <a:chOff x="2875" y="1143"/>
              <a:chExt cx="330" cy="132"/>
            </a:xfrm>
          </p:grpSpPr>
          <p:sp>
            <p:nvSpPr>
              <p:cNvPr id="576670" name="Line 158">
                <a:extLst>
                  <a:ext uri="{FF2B5EF4-FFF2-40B4-BE49-F238E27FC236}">
                    <a16:creationId xmlns:a16="http://schemas.microsoft.com/office/drawing/2014/main" id="{530992A6-C0DA-D14D-9513-D44918EF77F3}"/>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1" name="Line 159">
                <a:extLst>
                  <a:ext uri="{FF2B5EF4-FFF2-40B4-BE49-F238E27FC236}">
                    <a16:creationId xmlns:a16="http://schemas.microsoft.com/office/drawing/2014/main" id="{55203ED4-7F45-B040-89F7-CBD8AD556B38}"/>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2" name="Line 160">
                <a:extLst>
                  <a:ext uri="{FF2B5EF4-FFF2-40B4-BE49-F238E27FC236}">
                    <a16:creationId xmlns:a16="http://schemas.microsoft.com/office/drawing/2014/main" id="{D90ADDEA-2BD3-514B-AB12-9E67FC816531}"/>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3" name="Line 161">
                <a:extLst>
                  <a:ext uri="{FF2B5EF4-FFF2-40B4-BE49-F238E27FC236}">
                    <a16:creationId xmlns:a16="http://schemas.microsoft.com/office/drawing/2014/main" id="{DB92E265-CE4C-A446-9F00-2221D48DF8A0}"/>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4" name="Group 162">
              <a:extLst>
                <a:ext uri="{FF2B5EF4-FFF2-40B4-BE49-F238E27FC236}">
                  <a16:creationId xmlns:a16="http://schemas.microsoft.com/office/drawing/2014/main" id="{B3A1A21F-AF1D-6D4B-AA3A-3C753D0DAC2D}"/>
                </a:ext>
              </a:extLst>
            </p:cNvPr>
            <p:cNvGrpSpPr>
              <a:grpSpLocks/>
            </p:cNvGrpSpPr>
            <p:nvPr/>
          </p:nvGrpSpPr>
          <p:grpSpPr bwMode="auto">
            <a:xfrm>
              <a:off x="2507" y="1244"/>
              <a:ext cx="268" cy="101"/>
              <a:chOff x="2875" y="1143"/>
              <a:chExt cx="330" cy="132"/>
            </a:xfrm>
          </p:grpSpPr>
          <p:sp>
            <p:nvSpPr>
              <p:cNvPr id="576675" name="Line 163">
                <a:extLst>
                  <a:ext uri="{FF2B5EF4-FFF2-40B4-BE49-F238E27FC236}">
                    <a16:creationId xmlns:a16="http://schemas.microsoft.com/office/drawing/2014/main" id="{9E9672F6-5D4C-F447-B5C1-9F2CF0715F42}"/>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6" name="Line 164">
                <a:extLst>
                  <a:ext uri="{FF2B5EF4-FFF2-40B4-BE49-F238E27FC236}">
                    <a16:creationId xmlns:a16="http://schemas.microsoft.com/office/drawing/2014/main" id="{41B246EC-EAA5-2F40-B4D0-EDFFAAB1863E}"/>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7" name="Line 165">
                <a:extLst>
                  <a:ext uri="{FF2B5EF4-FFF2-40B4-BE49-F238E27FC236}">
                    <a16:creationId xmlns:a16="http://schemas.microsoft.com/office/drawing/2014/main" id="{9FA30FF4-016C-FC4E-AE93-BB8342916911}"/>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78" name="Line 166">
                <a:extLst>
                  <a:ext uri="{FF2B5EF4-FFF2-40B4-BE49-F238E27FC236}">
                    <a16:creationId xmlns:a16="http://schemas.microsoft.com/office/drawing/2014/main" id="{2F8528F9-60E3-7B4F-8751-C25A61E26173}"/>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5" name="Group 167">
              <a:extLst>
                <a:ext uri="{FF2B5EF4-FFF2-40B4-BE49-F238E27FC236}">
                  <a16:creationId xmlns:a16="http://schemas.microsoft.com/office/drawing/2014/main" id="{9BA5D2FD-1AD2-FC43-B9FC-E24435035D29}"/>
                </a:ext>
              </a:extLst>
            </p:cNvPr>
            <p:cNvGrpSpPr>
              <a:grpSpLocks/>
            </p:cNvGrpSpPr>
            <p:nvPr/>
          </p:nvGrpSpPr>
          <p:grpSpPr bwMode="auto">
            <a:xfrm>
              <a:off x="2936" y="1244"/>
              <a:ext cx="268" cy="101"/>
              <a:chOff x="2875" y="1143"/>
              <a:chExt cx="330" cy="132"/>
            </a:xfrm>
          </p:grpSpPr>
          <p:sp>
            <p:nvSpPr>
              <p:cNvPr id="576680" name="Line 168">
                <a:extLst>
                  <a:ext uri="{FF2B5EF4-FFF2-40B4-BE49-F238E27FC236}">
                    <a16:creationId xmlns:a16="http://schemas.microsoft.com/office/drawing/2014/main" id="{0725A50D-8789-9F4B-886E-E7DE738F1CCA}"/>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1" name="Line 169">
                <a:extLst>
                  <a:ext uri="{FF2B5EF4-FFF2-40B4-BE49-F238E27FC236}">
                    <a16:creationId xmlns:a16="http://schemas.microsoft.com/office/drawing/2014/main" id="{3C2B67A4-7EDE-564C-A124-3B66ABA789D7}"/>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2" name="Line 170">
                <a:extLst>
                  <a:ext uri="{FF2B5EF4-FFF2-40B4-BE49-F238E27FC236}">
                    <a16:creationId xmlns:a16="http://schemas.microsoft.com/office/drawing/2014/main" id="{FD0E5EE2-0CB8-D242-B7DA-C428048C2FF3}"/>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3" name="Line 171">
                <a:extLst>
                  <a:ext uri="{FF2B5EF4-FFF2-40B4-BE49-F238E27FC236}">
                    <a16:creationId xmlns:a16="http://schemas.microsoft.com/office/drawing/2014/main" id="{44B36072-A007-964F-AFE4-445C279B9ACC}"/>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6" name="Group 172">
              <a:extLst>
                <a:ext uri="{FF2B5EF4-FFF2-40B4-BE49-F238E27FC236}">
                  <a16:creationId xmlns:a16="http://schemas.microsoft.com/office/drawing/2014/main" id="{1BFF8FA5-C0E4-7043-AC17-0D8B02FAEE26}"/>
                </a:ext>
              </a:extLst>
            </p:cNvPr>
            <p:cNvGrpSpPr>
              <a:grpSpLocks/>
            </p:cNvGrpSpPr>
            <p:nvPr/>
          </p:nvGrpSpPr>
          <p:grpSpPr bwMode="auto">
            <a:xfrm>
              <a:off x="3363" y="1244"/>
              <a:ext cx="268" cy="101"/>
              <a:chOff x="2875" y="1143"/>
              <a:chExt cx="330" cy="132"/>
            </a:xfrm>
          </p:grpSpPr>
          <p:sp>
            <p:nvSpPr>
              <p:cNvPr id="576685" name="Line 173">
                <a:extLst>
                  <a:ext uri="{FF2B5EF4-FFF2-40B4-BE49-F238E27FC236}">
                    <a16:creationId xmlns:a16="http://schemas.microsoft.com/office/drawing/2014/main" id="{DB76CB1C-F03F-214B-B25B-0B011270A008}"/>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6" name="Line 174">
                <a:extLst>
                  <a:ext uri="{FF2B5EF4-FFF2-40B4-BE49-F238E27FC236}">
                    <a16:creationId xmlns:a16="http://schemas.microsoft.com/office/drawing/2014/main" id="{78503865-0C22-1449-9D45-9025B337FE43}"/>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7" name="Line 175">
                <a:extLst>
                  <a:ext uri="{FF2B5EF4-FFF2-40B4-BE49-F238E27FC236}">
                    <a16:creationId xmlns:a16="http://schemas.microsoft.com/office/drawing/2014/main" id="{BC4092D5-321E-FF4F-9841-ED2893FD0BB6}"/>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88" name="Line 176">
                <a:extLst>
                  <a:ext uri="{FF2B5EF4-FFF2-40B4-BE49-F238E27FC236}">
                    <a16:creationId xmlns:a16="http://schemas.microsoft.com/office/drawing/2014/main" id="{9D354BDF-5FBB-9745-870C-241E7BD10421}"/>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7" name="Group 177">
              <a:extLst>
                <a:ext uri="{FF2B5EF4-FFF2-40B4-BE49-F238E27FC236}">
                  <a16:creationId xmlns:a16="http://schemas.microsoft.com/office/drawing/2014/main" id="{3D894B11-4D01-6F49-AF70-7F515720BF24}"/>
                </a:ext>
              </a:extLst>
            </p:cNvPr>
            <p:cNvGrpSpPr>
              <a:grpSpLocks/>
            </p:cNvGrpSpPr>
            <p:nvPr/>
          </p:nvGrpSpPr>
          <p:grpSpPr bwMode="auto">
            <a:xfrm>
              <a:off x="3792" y="1244"/>
              <a:ext cx="268" cy="101"/>
              <a:chOff x="2875" y="1143"/>
              <a:chExt cx="330" cy="132"/>
            </a:xfrm>
          </p:grpSpPr>
          <p:sp>
            <p:nvSpPr>
              <p:cNvPr id="576690" name="Line 178">
                <a:extLst>
                  <a:ext uri="{FF2B5EF4-FFF2-40B4-BE49-F238E27FC236}">
                    <a16:creationId xmlns:a16="http://schemas.microsoft.com/office/drawing/2014/main" id="{64CD4EF6-1B30-A647-8F8B-882133806DA0}"/>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1" name="Line 179">
                <a:extLst>
                  <a:ext uri="{FF2B5EF4-FFF2-40B4-BE49-F238E27FC236}">
                    <a16:creationId xmlns:a16="http://schemas.microsoft.com/office/drawing/2014/main" id="{34C215AB-803E-174D-81DC-46EC790E3689}"/>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2" name="Line 180">
                <a:extLst>
                  <a:ext uri="{FF2B5EF4-FFF2-40B4-BE49-F238E27FC236}">
                    <a16:creationId xmlns:a16="http://schemas.microsoft.com/office/drawing/2014/main" id="{577D9674-C6EA-D94B-AC06-B5FB340209EB}"/>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3" name="Line 181">
                <a:extLst>
                  <a:ext uri="{FF2B5EF4-FFF2-40B4-BE49-F238E27FC236}">
                    <a16:creationId xmlns:a16="http://schemas.microsoft.com/office/drawing/2014/main" id="{BEEB272C-1011-6943-BEA7-14A0C4E557A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98" name="Group 182">
              <a:extLst>
                <a:ext uri="{FF2B5EF4-FFF2-40B4-BE49-F238E27FC236}">
                  <a16:creationId xmlns:a16="http://schemas.microsoft.com/office/drawing/2014/main" id="{1B349767-D91F-8646-93D4-A9F4C58CEAA5}"/>
                </a:ext>
              </a:extLst>
            </p:cNvPr>
            <p:cNvGrpSpPr>
              <a:grpSpLocks/>
            </p:cNvGrpSpPr>
            <p:nvPr/>
          </p:nvGrpSpPr>
          <p:grpSpPr bwMode="auto">
            <a:xfrm>
              <a:off x="4935" y="1244"/>
              <a:ext cx="268" cy="101"/>
              <a:chOff x="2875" y="1143"/>
              <a:chExt cx="330" cy="132"/>
            </a:xfrm>
          </p:grpSpPr>
          <p:sp>
            <p:nvSpPr>
              <p:cNvPr id="576695" name="Line 183">
                <a:extLst>
                  <a:ext uri="{FF2B5EF4-FFF2-40B4-BE49-F238E27FC236}">
                    <a16:creationId xmlns:a16="http://schemas.microsoft.com/office/drawing/2014/main" id="{96826C9F-D111-694E-BF61-649CA1CF6F75}"/>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6" name="Line 184">
                <a:extLst>
                  <a:ext uri="{FF2B5EF4-FFF2-40B4-BE49-F238E27FC236}">
                    <a16:creationId xmlns:a16="http://schemas.microsoft.com/office/drawing/2014/main" id="{8AAE4443-3799-8644-A313-949C8E8BBF6D}"/>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7" name="Line 185">
                <a:extLst>
                  <a:ext uri="{FF2B5EF4-FFF2-40B4-BE49-F238E27FC236}">
                    <a16:creationId xmlns:a16="http://schemas.microsoft.com/office/drawing/2014/main" id="{45EFF384-546C-064D-A962-D6A9C289EB78}"/>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98" name="Line 186">
                <a:extLst>
                  <a:ext uri="{FF2B5EF4-FFF2-40B4-BE49-F238E27FC236}">
                    <a16:creationId xmlns:a16="http://schemas.microsoft.com/office/drawing/2014/main" id="{C99B2994-D348-B447-803E-1726AFC4B100}"/>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grpSp>
        <p:nvGrpSpPr>
          <p:cNvPr id="576727" name="Group 215">
            <a:extLst>
              <a:ext uri="{FF2B5EF4-FFF2-40B4-BE49-F238E27FC236}">
                <a16:creationId xmlns:a16="http://schemas.microsoft.com/office/drawing/2014/main" id="{16A0D960-556F-4A4E-A743-593656F6F107}"/>
              </a:ext>
            </a:extLst>
          </p:cNvPr>
          <p:cNvGrpSpPr>
            <a:grpSpLocks/>
          </p:cNvGrpSpPr>
          <p:nvPr/>
        </p:nvGrpSpPr>
        <p:grpSpPr bwMode="auto">
          <a:xfrm>
            <a:off x="1388377" y="2872343"/>
            <a:ext cx="6492478" cy="867965"/>
            <a:chOff x="113" y="1773"/>
            <a:chExt cx="5453" cy="729"/>
          </a:xfrm>
        </p:grpSpPr>
        <p:sp>
          <p:nvSpPr>
            <p:cNvPr id="576724" name="Rectangle 212">
              <a:extLst>
                <a:ext uri="{FF2B5EF4-FFF2-40B4-BE49-F238E27FC236}">
                  <a16:creationId xmlns:a16="http://schemas.microsoft.com/office/drawing/2014/main" id="{9D71AAB8-FB31-2F46-9416-E8DCF48529DE}"/>
                </a:ext>
              </a:extLst>
            </p:cNvPr>
            <p:cNvSpPr>
              <a:spLocks noChangeArrowheads="1"/>
            </p:cNvSpPr>
            <p:nvPr/>
          </p:nvSpPr>
          <p:spPr bwMode="auto">
            <a:xfrm>
              <a:off x="1020" y="2205"/>
              <a:ext cx="115" cy="289"/>
            </a:xfrm>
            <a:prstGeom prst="rect">
              <a:avLst/>
            </a:prstGeom>
            <a:solidFill>
              <a:srgbClr val="CCFF99"/>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576631" name="Text Box 119">
              <a:extLst>
                <a:ext uri="{FF2B5EF4-FFF2-40B4-BE49-F238E27FC236}">
                  <a16:creationId xmlns:a16="http://schemas.microsoft.com/office/drawing/2014/main" id="{37642743-FA78-2F48-AD4D-BE0F41311BF4}"/>
                </a:ext>
              </a:extLst>
            </p:cNvPr>
            <p:cNvSpPr txBox="1">
              <a:spLocks noChangeArrowheads="1"/>
            </p:cNvSpPr>
            <p:nvPr/>
          </p:nvSpPr>
          <p:spPr bwMode="auto">
            <a:xfrm>
              <a:off x="5150" y="2205"/>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pku</a:t>
              </a:r>
            </a:p>
          </p:txBody>
        </p:sp>
        <p:sp>
          <p:nvSpPr>
            <p:cNvPr id="576632" name="Text Box 120">
              <a:extLst>
                <a:ext uri="{FF2B5EF4-FFF2-40B4-BE49-F238E27FC236}">
                  <a16:creationId xmlns:a16="http://schemas.microsoft.com/office/drawing/2014/main" id="{62078A8F-8DCB-D244-B206-BEE02EF7720C}"/>
                </a:ext>
              </a:extLst>
            </p:cNvPr>
            <p:cNvSpPr txBox="1">
              <a:spLocks noChangeArrowheads="1"/>
            </p:cNvSpPr>
            <p:nvPr/>
          </p:nvSpPr>
          <p:spPr bwMode="auto">
            <a:xfrm>
              <a:off x="3924" y="2205"/>
              <a:ext cx="768"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tsinghua</a:t>
              </a:r>
            </a:p>
          </p:txBody>
        </p:sp>
        <p:sp>
          <p:nvSpPr>
            <p:cNvPr id="34848" name="Text Box 121">
              <a:extLst>
                <a:ext uri="{FF2B5EF4-FFF2-40B4-BE49-F238E27FC236}">
                  <a16:creationId xmlns:a16="http://schemas.microsoft.com/office/drawing/2014/main" id="{E8B76423-5C9A-4D40-BC8F-280B3961E87E}"/>
                </a:ext>
              </a:extLst>
            </p:cNvPr>
            <p:cNvSpPr txBox="1">
              <a:spLocks noChangeArrowheads="1"/>
            </p:cNvSpPr>
            <p:nvPr/>
          </p:nvSpPr>
          <p:spPr bwMode="auto">
            <a:xfrm>
              <a:off x="4649" y="199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49" name="Rectangle 128">
              <a:extLst>
                <a:ext uri="{FF2B5EF4-FFF2-40B4-BE49-F238E27FC236}">
                  <a16:creationId xmlns:a16="http://schemas.microsoft.com/office/drawing/2014/main" id="{799C3249-C5E1-5747-8C8D-2CDC9052C8AF}"/>
                </a:ext>
              </a:extLst>
            </p:cNvPr>
            <p:cNvSpPr>
              <a:spLocks noChangeArrowheads="1"/>
            </p:cNvSpPr>
            <p:nvPr/>
          </p:nvSpPr>
          <p:spPr bwMode="auto">
            <a:xfrm>
              <a:off x="113" y="2182"/>
              <a:ext cx="761" cy="250"/>
            </a:xfrm>
            <a:prstGeom prst="rect">
              <a:avLst/>
            </a:prstGeom>
            <a:solidFill>
              <a:srgbClr val="CC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三级域名</a:t>
              </a:r>
            </a:p>
          </p:txBody>
        </p:sp>
        <p:sp>
          <p:nvSpPr>
            <p:cNvPr id="576641" name="Text Box 129">
              <a:extLst>
                <a:ext uri="{FF2B5EF4-FFF2-40B4-BE49-F238E27FC236}">
                  <a16:creationId xmlns:a16="http://schemas.microsoft.com/office/drawing/2014/main" id="{D1697903-58C7-A143-8C7F-5D676DFFC74A}"/>
                </a:ext>
              </a:extLst>
            </p:cNvPr>
            <p:cNvSpPr txBox="1">
              <a:spLocks noChangeArrowheads="1"/>
            </p:cNvSpPr>
            <p:nvPr/>
          </p:nvSpPr>
          <p:spPr bwMode="auto">
            <a:xfrm>
              <a:off x="1064" y="2205"/>
              <a:ext cx="453"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mail</a:t>
              </a:r>
            </a:p>
          </p:txBody>
        </p:sp>
        <p:sp>
          <p:nvSpPr>
            <p:cNvPr id="576660" name="Line 148">
              <a:extLst>
                <a:ext uri="{FF2B5EF4-FFF2-40B4-BE49-F238E27FC236}">
                  <a16:creationId xmlns:a16="http://schemas.microsoft.com/office/drawing/2014/main" id="{C6BDCA6B-E453-3C46-BEF2-AE7043123ED1}"/>
                </a:ext>
              </a:extLst>
            </p:cNvPr>
            <p:cNvSpPr>
              <a:spLocks noChangeShapeType="1"/>
            </p:cNvSpPr>
            <p:nvPr/>
          </p:nvSpPr>
          <p:spPr bwMode="auto">
            <a:xfrm flipH="1">
              <a:off x="4386" y="1773"/>
              <a:ext cx="387" cy="42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1" name="Line 149">
              <a:extLst>
                <a:ext uri="{FF2B5EF4-FFF2-40B4-BE49-F238E27FC236}">
                  <a16:creationId xmlns:a16="http://schemas.microsoft.com/office/drawing/2014/main" id="{0C84B76B-AF64-B14B-AE77-3607A92EB4D6}"/>
                </a:ext>
              </a:extLst>
            </p:cNvPr>
            <p:cNvSpPr>
              <a:spLocks noChangeShapeType="1"/>
            </p:cNvSpPr>
            <p:nvPr/>
          </p:nvSpPr>
          <p:spPr bwMode="auto">
            <a:xfrm>
              <a:off x="4792" y="1784"/>
              <a:ext cx="548" cy="43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2" name="Text Box 150">
              <a:extLst>
                <a:ext uri="{FF2B5EF4-FFF2-40B4-BE49-F238E27FC236}">
                  <a16:creationId xmlns:a16="http://schemas.microsoft.com/office/drawing/2014/main" id="{7D43F0E6-DC90-924C-9952-C776DEF41F8E}"/>
                </a:ext>
              </a:extLst>
            </p:cNvPr>
            <p:cNvSpPr txBox="1">
              <a:spLocks noChangeArrowheads="1"/>
            </p:cNvSpPr>
            <p:nvPr/>
          </p:nvSpPr>
          <p:spPr bwMode="auto">
            <a:xfrm>
              <a:off x="1826" y="2205"/>
              <a:ext cx="50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www</a:t>
              </a:r>
            </a:p>
          </p:txBody>
        </p:sp>
        <p:sp>
          <p:nvSpPr>
            <p:cNvPr id="34854" name="Text Box 152">
              <a:extLst>
                <a:ext uri="{FF2B5EF4-FFF2-40B4-BE49-F238E27FC236}">
                  <a16:creationId xmlns:a16="http://schemas.microsoft.com/office/drawing/2014/main" id="{F786A23D-924F-BD4F-BD0A-627E8C9A46C0}"/>
                </a:ext>
              </a:extLst>
            </p:cNvPr>
            <p:cNvSpPr txBox="1">
              <a:spLocks noChangeArrowheads="1"/>
            </p:cNvSpPr>
            <p:nvPr/>
          </p:nvSpPr>
          <p:spPr bwMode="auto">
            <a:xfrm>
              <a:off x="1414" y="199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576665" name="Line 153">
              <a:extLst>
                <a:ext uri="{FF2B5EF4-FFF2-40B4-BE49-F238E27FC236}">
                  <a16:creationId xmlns:a16="http://schemas.microsoft.com/office/drawing/2014/main" id="{C3CA2BC5-5836-9541-B487-0304F8BC00D7}"/>
                </a:ext>
              </a:extLst>
            </p:cNvPr>
            <p:cNvSpPr>
              <a:spLocks noChangeShapeType="1"/>
            </p:cNvSpPr>
            <p:nvPr/>
          </p:nvSpPr>
          <p:spPr bwMode="auto">
            <a:xfrm flipV="1">
              <a:off x="1274" y="1794"/>
              <a:ext cx="383" cy="44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66" name="Line 154">
              <a:extLst>
                <a:ext uri="{FF2B5EF4-FFF2-40B4-BE49-F238E27FC236}">
                  <a16:creationId xmlns:a16="http://schemas.microsoft.com/office/drawing/2014/main" id="{A487EE67-D82C-4345-B879-D000585022DC}"/>
                </a:ext>
              </a:extLst>
            </p:cNvPr>
            <p:cNvSpPr>
              <a:spLocks noChangeShapeType="1"/>
            </p:cNvSpPr>
            <p:nvPr/>
          </p:nvSpPr>
          <p:spPr bwMode="auto">
            <a:xfrm>
              <a:off x="1657" y="1794"/>
              <a:ext cx="361" cy="473"/>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4857" name="Group 187">
              <a:extLst>
                <a:ext uri="{FF2B5EF4-FFF2-40B4-BE49-F238E27FC236}">
                  <a16:creationId xmlns:a16="http://schemas.microsoft.com/office/drawing/2014/main" id="{9DC1FBD3-ED46-9648-A54B-14DAECEC429E}"/>
                </a:ext>
              </a:extLst>
            </p:cNvPr>
            <p:cNvGrpSpPr>
              <a:grpSpLocks/>
            </p:cNvGrpSpPr>
            <p:nvPr/>
          </p:nvGrpSpPr>
          <p:grpSpPr bwMode="auto">
            <a:xfrm>
              <a:off x="2613" y="1797"/>
              <a:ext cx="269" cy="101"/>
              <a:chOff x="2875" y="1143"/>
              <a:chExt cx="330" cy="132"/>
            </a:xfrm>
          </p:grpSpPr>
          <p:sp>
            <p:nvSpPr>
              <p:cNvPr id="576700" name="Line 188">
                <a:extLst>
                  <a:ext uri="{FF2B5EF4-FFF2-40B4-BE49-F238E27FC236}">
                    <a16:creationId xmlns:a16="http://schemas.microsoft.com/office/drawing/2014/main" id="{168F8053-C9B6-5C45-A423-21AECE9A8DE1}"/>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1" name="Line 189">
                <a:extLst>
                  <a:ext uri="{FF2B5EF4-FFF2-40B4-BE49-F238E27FC236}">
                    <a16:creationId xmlns:a16="http://schemas.microsoft.com/office/drawing/2014/main" id="{2E2B4E28-86C6-FD45-AB91-B33F47CC0B3B}"/>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2" name="Line 190">
                <a:extLst>
                  <a:ext uri="{FF2B5EF4-FFF2-40B4-BE49-F238E27FC236}">
                    <a16:creationId xmlns:a16="http://schemas.microsoft.com/office/drawing/2014/main" id="{460C0FC1-8811-744D-90CB-6D4B0F6EE604}"/>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3" name="Line 191">
                <a:extLst>
                  <a:ext uri="{FF2B5EF4-FFF2-40B4-BE49-F238E27FC236}">
                    <a16:creationId xmlns:a16="http://schemas.microsoft.com/office/drawing/2014/main" id="{203CF140-6C59-C84D-A6B6-5324252A05D2}"/>
                  </a:ext>
                </a:extLst>
              </p:cNvPr>
              <p:cNvSpPr>
                <a:spLocks noChangeShapeType="1"/>
              </p:cNvSpPr>
              <p:nvPr/>
            </p:nvSpPr>
            <p:spPr bwMode="auto">
              <a:xfrm flipH="1">
                <a:off x="2981"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58" name="Group 192">
              <a:extLst>
                <a:ext uri="{FF2B5EF4-FFF2-40B4-BE49-F238E27FC236}">
                  <a16:creationId xmlns:a16="http://schemas.microsoft.com/office/drawing/2014/main" id="{A8E94260-74ED-7D43-9F77-327E9ED85601}"/>
                </a:ext>
              </a:extLst>
            </p:cNvPr>
            <p:cNvGrpSpPr>
              <a:grpSpLocks/>
            </p:cNvGrpSpPr>
            <p:nvPr/>
          </p:nvGrpSpPr>
          <p:grpSpPr bwMode="auto">
            <a:xfrm>
              <a:off x="5131" y="1797"/>
              <a:ext cx="268" cy="101"/>
              <a:chOff x="2875" y="1143"/>
              <a:chExt cx="330" cy="132"/>
            </a:xfrm>
          </p:grpSpPr>
          <p:sp>
            <p:nvSpPr>
              <p:cNvPr id="576705" name="Line 193">
                <a:extLst>
                  <a:ext uri="{FF2B5EF4-FFF2-40B4-BE49-F238E27FC236}">
                    <a16:creationId xmlns:a16="http://schemas.microsoft.com/office/drawing/2014/main" id="{E9179DB6-0A40-424C-B3BA-03F5C9C870DC}"/>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6" name="Line 194">
                <a:extLst>
                  <a:ext uri="{FF2B5EF4-FFF2-40B4-BE49-F238E27FC236}">
                    <a16:creationId xmlns:a16="http://schemas.microsoft.com/office/drawing/2014/main" id="{E0CA1D24-32C7-D747-B08D-9DE8F83EA352}"/>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7" name="Line 195">
                <a:extLst>
                  <a:ext uri="{FF2B5EF4-FFF2-40B4-BE49-F238E27FC236}">
                    <a16:creationId xmlns:a16="http://schemas.microsoft.com/office/drawing/2014/main" id="{1F007DB3-B03E-4B49-8099-555CED117E0C}"/>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08" name="Line 196">
                <a:extLst>
                  <a:ext uri="{FF2B5EF4-FFF2-40B4-BE49-F238E27FC236}">
                    <a16:creationId xmlns:a16="http://schemas.microsoft.com/office/drawing/2014/main" id="{0CDD7D8C-2A81-9840-91E5-8649C7A52FA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59" name="Group 197">
              <a:extLst>
                <a:ext uri="{FF2B5EF4-FFF2-40B4-BE49-F238E27FC236}">
                  <a16:creationId xmlns:a16="http://schemas.microsoft.com/office/drawing/2014/main" id="{18E9C44A-F6BC-E245-B025-ADCB0EBEE45D}"/>
                </a:ext>
              </a:extLst>
            </p:cNvPr>
            <p:cNvGrpSpPr>
              <a:grpSpLocks/>
            </p:cNvGrpSpPr>
            <p:nvPr/>
          </p:nvGrpSpPr>
          <p:grpSpPr bwMode="auto">
            <a:xfrm>
              <a:off x="2239" y="1797"/>
              <a:ext cx="268" cy="101"/>
              <a:chOff x="2875" y="1143"/>
              <a:chExt cx="330" cy="132"/>
            </a:xfrm>
          </p:grpSpPr>
          <p:sp>
            <p:nvSpPr>
              <p:cNvPr id="576710" name="Line 198">
                <a:extLst>
                  <a:ext uri="{FF2B5EF4-FFF2-40B4-BE49-F238E27FC236}">
                    <a16:creationId xmlns:a16="http://schemas.microsoft.com/office/drawing/2014/main" id="{03344FDC-FE73-164D-A40C-99D104E7D03B}"/>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1" name="Line 199">
                <a:extLst>
                  <a:ext uri="{FF2B5EF4-FFF2-40B4-BE49-F238E27FC236}">
                    <a16:creationId xmlns:a16="http://schemas.microsoft.com/office/drawing/2014/main" id="{5A514B48-8AA5-0647-B00F-55DA4282A6B6}"/>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2" name="Line 200">
                <a:extLst>
                  <a:ext uri="{FF2B5EF4-FFF2-40B4-BE49-F238E27FC236}">
                    <a16:creationId xmlns:a16="http://schemas.microsoft.com/office/drawing/2014/main" id="{CCDB7C39-16A7-D34E-B12C-927CEFDD8D26}"/>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3" name="Line 201">
                <a:extLst>
                  <a:ext uri="{FF2B5EF4-FFF2-40B4-BE49-F238E27FC236}">
                    <a16:creationId xmlns:a16="http://schemas.microsoft.com/office/drawing/2014/main" id="{ED4F01F0-C9D8-4445-B65A-CF392A0031D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4860" name="Group 202">
              <a:extLst>
                <a:ext uri="{FF2B5EF4-FFF2-40B4-BE49-F238E27FC236}">
                  <a16:creationId xmlns:a16="http://schemas.microsoft.com/office/drawing/2014/main" id="{ADA94E72-7E31-9F40-9031-DAC33C7F3BAB}"/>
                </a:ext>
              </a:extLst>
            </p:cNvPr>
            <p:cNvGrpSpPr>
              <a:grpSpLocks/>
            </p:cNvGrpSpPr>
            <p:nvPr/>
          </p:nvGrpSpPr>
          <p:grpSpPr bwMode="auto">
            <a:xfrm>
              <a:off x="3953" y="1797"/>
              <a:ext cx="268" cy="101"/>
              <a:chOff x="2875" y="1143"/>
              <a:chExt cx="330" cy="132"/>
            </a:xfrm>
          </p:grpSpPr>
          <p:sp>
            <p:nvSpPr>
              <p:cNvPr id="576715" name="Line 203">
                <a:extLst>
                  <a:ext uri="{FF2B5EF4-FFF2-40B4-BE49-F238E27FC236}">
                    <a16:creationId xmlns:a16="http://schemas.microsoft.com/office/drawing/2014/main" id="{CD1A9833-CDD7-9847-8EB9-6F803FB4DEA3}"/>
                  </a:ext>
                </a:extLst>
              </p:cNvPr>
              <p:cNvSpPr>
                <a:spLocks noChangeShapeType="1"/>
              </p:cNvSpPr>
              <p:nvPr/>
            </p:nvSpPr>
            <p:spPr bwMode="auto">
              <a:xfrm>
                <a:off x="3061"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6" name="Line 204">
                <a:extLst>
                  <a:ext uri="{FF2B5EF4-FFF2-40B4-BE49-F238E27FC236}">
                    <a16:creationId xmlns:a16="http://schemas.microsoft.com/office/drawing/2014/main" id="{B0A2FF3C-897F-0348-AE04-F53752BCAFAD}"/>
                  </a:ext>
                </a:extLst>
              </p:cNvPr>
              <p:cNvSpPr>
                <a:spLocks noChangeShapeType="1"/>
              </p:cNvSpPr>
              <p:nvPr/>
            </p:nvSpPr>
            <p:spPr bwMode="auto">
              <a:xfrm>
                <a:off x="3050" y="1143"/>
                <a:ext cx="37" cy="12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7" name="Line 205">
                <a:extLst>
                  <a:ext uri="{FF2B5EF4-FFF2-40B4-BE49-F238E27FC236}">
                    <a16:creationId xmlns:a16="http://schemas.microsoft.com/office/drawing/2014/main" id="{390518B4-DAC9-6747-8068-26C6B22AB7FB}"/>
                  </a:ext>
                </a:extLst>
              </p:cNvPr>
              <p:cNvSpPr>
                <a:spLocks noChangeShapeType="1"/>
              </p:cNvSpPr>
              <p:nvPr/>
            </p:nvSpPr>
            <p:spPr bwMode="auto">
              <a:xfrm flipH="1">
                <a:off x="2875" y="1143"/>
                <a:ext cx="144" cy="13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718" name="Line 206">
                <a:extLst>
                  <a:ext uri="{FF2B5EF4-FFF2-40B4-BE49-F238E27FC236}">
                    <a16:creationId xmlns:a16="http://schemas.microsoft.com/office/drawing/2014/main" id="{4454A0BE-4F5D-494F-8254-D9E486B10A06}"/>
                  </a:ext>
                </a:extLst>
              </p:cNvPr>
              <p:cNvSpPr>
                <a:spLocks noChangeShapeType="1"/>
              </p:cNvSpPr>
              <p:nvPr/>
            </p:nvSpPr>
            <p:spPr bwMode="auto">
              <a:xfrm flipH="1">
                <a:off x="2980" y="1143"/>
                <a:ext cx="54" cy="12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grpSp>
        <p:nvGrpSpPr>
          <p:cNvPr id="576725" name="Group 213">
            <a:extLst>
              <a:ext uri="{FF2B5EF4-FFF2-40B4-BE49-F238E27FC236}">
                <a16:creationId xmlns:a16="http://schemas.microsoft.com/office/drawing/2014/main" id="{039E5285-2D3B-194C-A07D-42BFDF4FC072}"/>
              </a:ext>
            </a:extLst>
          </p:cNvPr>
          <p:cNvGrpSpPr>
            <a:grpSpLocks/>
          </p:cNvGrpSpPr>
          <p:nvPr/>
        </p:nvGrpSpPr>
        <p:grpSpPr bwMode="auto">
          <a:xfrm>
            <a:off x="1388377" y="1603139"/>
            <a:ext cx="6606778" cy="733426"/>
            <a:chOff x="113" y="707"/>
            <a:chExt cx="5549" cy="616"/>
          </a:xfrm>
        </p:grpSpPr>
        <p:sp>
          <p:nvSpPr>
            <p:cNvPr id="576721" name="Rectangle 209">
              <a:extLst>
                <a:ext uri="{FF2B5EF4-FFF2-40B4-BE49-F238E27FC236}">
                  <a16:creationId xmlns:a16="http://schemas.microsoft.com/office/drawing/2014/main" id="{013A4DA2-CA48-2E48-BDCC-A5AFBACCB8E3}"/>
                </a:ext>
              </a:extLst>
            </p:cNvPr>
            <p:cNvSpPr>
              <a:spLocks noChangeArrowheads="1"/>
            </p:cNvSpPr>
            <p:nvPr/>
          </p:nvSpPr>
          <p:spPr bwMode="auto">
            <a:xfrm>
              <a:off x="1020" y="1026"/>
              <a:ext cx="115" cy="289"/>
            </a:xfrm>
            <a:prstGeom prst="rect">
              <a:avLst/>
            </a:prstGeom>
            <a:solidFill>
              <a:srgbClr val="CCECFF"/>
            </a:solidFill>
            <a:ln>
              <a:noFill/>
            </a:ln>
            <a:effectLst/>
          </p:spPr>
          <p:txBody>
            <a:bodyPr wrap="none" lIns="67866" tIns="33338" rIns="67866" bIns="33338">
              <a:spAutoFit/>
            </a:bodyPr>
            <a:lstStyle/>
            <a:p>
              <a:pPr eaLnBrk="1" hangingPunct="1">
                <a:defRPr/>
              </a:pPr>
              <a:endParaRPr lang="zh-CN" altLang="en-US">
                <a:latin typeface="Tahoma" charset="0"/>
                <a:ea typeface="宋体" charset="-122"/>
                <a:cs typeface="+mn-cs"/>
              </a:endParaRPr>
            </a:p>
          </p:txBody>
        </p:sp>
        <p:sp>
          <p:nvSpPr>
            <p:cNvPr id="576618" name="Text Box 106">
              <a:extLst>
                <a:ext uri="{FF2B5EF4-FFF2-40B4-BE49-F238E27FC236}">
                  <a16:creationId xmlns:a16="http://schemas.microsoft.com/office/drawing/2014/main" id="{D1F53332-5BB3-9C4D-A059-4E1D0CCEA884}"/>
                </a:ext>
              </a:extLst>
            </p:cNvPr>
            <p:cNvSpPr txBox="1">
              <a:spLocks noChangeArrowheads="1"/>
            </p:cNvSpPr>
            <p:nvPr/>
          </p:nvSpPr>
          <p:spPr bwMode="auto">
            <a:xfrm>
              <a:off x="1975" y="1026"/>
              <a:ext cx="461"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com</a:t>
              </a:r>
            </a:p>
          </p:txBody>
        </p:sp>
        <p:sp>
          <p:nvSpPr>
            <p:cNvPr id="576619" name="Text Box 107">
              <a:extLst>
                <a:ext uri="{FF2B5EF4-FFF2-40B4-BE49-F238E27FC236}">
                  <a16:creationId xmlns:a16="http://schemas.microsoft.com/office/drawing/2014/main" id="{63E1389C-652C-6647-BE0A-C50F311CE9F4}"/>
                </a:ext>
              </a:extLst>
            </p:cNvPr>
            <p:cNvSpPr txBox="1">
              <a:spLocks noChangeArrowheads="1"/>
            </p:cNvSpPr>
            <p:nvPr/>
          </p:nvSpPr>
          <p:spPr bwMode="auto">
            <a:xfrm>
              <a:off x="2472" y="1026"/>
              <a:ext cx="380"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net</a:t>
              </a:r>
            </a:p>
          </p:txBody>
        </p:sp>
        <p:sp>
          <p:nvSpPr>
            <p:cNvPr id="576620" name="Text Box 108">
              <a:extLst>
                <a:ext uri="{FF2B5EF4-FFF2-40B4-BE49-F238E27FC236}">
                  <a16:creationId xmlns:a16="http://schemas.microsoft.com/office/drawing/2014/main" id="{2D5BD8B5-496B-7646-A6E4-32759082BA74}"/>
                </a:ext>
              </a:extLst>
            </p:cNvPr>
            <p:cNvSpPr txBox="1">
              <a:spLocks noChangeArrowheads="1"/>
            </p:cNvSpPr>
            <p:nvPr/>
          </p:nvSpPr>
          <p:spPr bwMode="auto">
            <a:xfrm>
              <a:off x="2900" y="1026"/>
              <a:ext cx="389"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org</a:t>
              </a:r>
            </a:p>
          </p:txBody>
        </p:sp>
        <p:sp>
          <p:nvSpPr>
            <p:cNvPr id="576621" name="Text Box 109">
              <a:extLst>
                <a:ext uri="{FF2B5EF4-FFF2-40B4-BE49-F238E27FC236}">
                  <a16:creationId xmlns:a16="http://schemas.microsoft.com/office/drawing/2014/main" id="{F118B3CF-B5C7-214E-A4B1-CC260CF2650E}"/>
                </a:ext>
              </a:extLst>
            </p:cNvPr>
            <p:cNvSpPr txBox="1">
              <a:spLocks noChangeArrowheads="1"/>
            </p:cNvSpPr>
            <p:nvPr/>
          </p:nvSpPr>
          <p:spPr bwMode="auto">
            <a:xfrm>
              <a:off x="3329" y="1026"/>
              <a:ext cx="4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edu</a:t>
              </a:r>
            </a:p>
          </p:txBody>
        </p:sp>
        <p:sp>
          <p:nvSpPr>
            <p:cNvPr id="576622" name="Text Box 110">
              <a:extLst>
                <a:ext uri="{FF2B5EF4-FFF2-40B4-BE49-F238E27FC236}">
                  <a16:creationId xmlns:a16="http://schemas.microsoft.com/office/drawing/2014/main" id="{7C87B7B8-1AE6-EC4B-8822-5BC029BD69F7}"/>
                </a:ext>
              </a:extLst>
            </p:cNvPr>
            <p:cNvSpPr txBox="1">
              <a:spLocks noChangeArrowheads="1"/>
            </p:cNvSpPr>
            <p:nvPr/>
          </p:nvSpPr>
          <p:spPr bwMode="auto">
            <a:xfrm>
              <a:off x="3758" y="1026"/>
              <a:ext cx="41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gov</a:t>
              </a:r>
            </a:p>
          </p:txBody>
        </p:sp>
        <p:sp>
          <p:nvSpPr>
            <p:cNvPr id="576623" name="Text Box 111">
              <a:extLst>
                <a:ext uri="{FF2B5EF4-FFF2-40B4-BE49-F238E27FC236}">
                  <a16:creationId xmlns:a16="http://schemas.microsoft.com/office/drawing/2014/main" id="{1CF34BBA-3CE2-1E4A-9C29-B0A56AA9DD51}"/>
                </a:ext>
              </a:extLst>
            </p:cNvPr>
            <p:cNvSpPr txBox="1">
              <a:spLocks noChangeArrowheads="1"/>
            </p:cNvSpPr>
            <p:nvPr/>
          </p:nvSpPr>
          <p:spPr bwMode="auto">
            <a:xfrm>
              <a:off x="1114" y="1026"/>
              <a:ext cx="480"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aero</a:t>
              </a:r>
            </a:p>
          </p:txBody>
        </p:sp>
        <p:sp>
          <p:nvSpPr>
            <p:cNvPr id="576624" name="Text Box 112">
              <a:extLst>
                <a:ext uri="{FF2B5EF4-FFF2-40B4-BE49-F238E27FC236}">
                  <a16:creationId xmlns:a16="http://schemas.microsoft.com/office/drawing/2014/main" id="{975EF4F8-63CD-6347-AE90-71F6AA39F26C}"/>
                </a:ext>
              </a:extLst>
            </p:cNvPr>
            <p:cNvSpPr txBox="1">
              <a:spLocks noChangeArrowheads="1"/>
            </p:cNvSpPr>
            <p:nvPr/>
          </p:nvSpPr>
          <p:spPr bwMode="auto">
            <a:xfrm>
              <a:off x="4489" y="1026"/>
              <a:ext cx="3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cn</a:t>
              </a:r>
            </a:p>
          </p:txBody>
        </p:sp>
        <p:sp>
          <p:nvSpPr>
            <p:cNvPr id="576625" name="Text Box 113">
              <a:extLst>
                <a:ext uri="{FF2B5EF4-FFF2-40B4-BE49-F238E27FC236}">
                  <a16:creationId xmlns:a16="http://schemas.microsoft.com/office/drawing/2014/main" id="{90F69C8A-2733-2F4E-92E8-91C5842D2DC9}"/>
                </a:ext>
              </a:extLst>
            </p:cNvPr>
            <p:cNvSpPr txBox="1">
              <a:spLocks noChangeArrowheads="1"/>
            </p:cNvSpPr>
            <p:nvPr/>
          </p:nvSpPr>
          <p:spPr bwMode="auto">
            <a:xfrm>
              <a:off x="4918" y="1026"/>
              <a:ext cx="326" cy="271"/>
            </a:xfrm>
            <a:prstGeom prst="rect">
              <a:avLst/>
            </a:prstGeom>
            <a:noFill/>
            <a:ln>
              <a:noFill/>
            </a:ln>
            <a:effectLst/>
          </p:spPr>
          <p:txBody>
            <a:bodyPr wrap="none">
              <a:spAutoFit/>
            </a:bodyPr>
            <a:lstStyle/>
            <a:p>
              <a:pPr eaLnBrk="1" hangingPunct="1">
                <a:defRPr/>
              </a:pPr>
              <a:r>
                <a:rPr kumimoji="1" lang="en-US" altLang="zh-CN" sz="1500">
                  <a:solidFill>
                    <a:schemeClr val="folHlink"/>
                  </a:solidFill>
                  <a:latin typeface="Arial" charset="0"/>
                  <a:ea typeface="黑体" charset="-122"/>
                </a:rPr>
                <a:t>uk</a:t>
              </a:r>
            </a:p>
          </p:txBody>
        </p:sp>
        <p:sp>
          <p:nvSpPr>
            <p:cNvPr id="34833" name="Text Box 114">
              <a:extLst>
                <a:ext uri="{FF2B5EF4-FFF2-40B4-BE49-F238E27FC236}">
                  <a16:creationId xmlns:a16="http://schemas.microsoft.com/office/drawing/2014/main" id="{E090DF41-BA1D-6642-AE49-3E25F4A5DA22}"/>
                </a:ext>
              </a:extLst>
            </p:cNvPr>
            <p:cNvSpPr txBox="1">
              <a:spLocks noChangeArrowheads="1"/>
            </p:cNvSpPr>
            <p:nvPr/>
          </p:nvSpPr>
          <p:spPr bwMode="auto">
            <a:xfrm>
              <a:off x="5151" y="819"/>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34" name="Rectangle 126">
              <a:extLst>
                <a:ext uri="{FF2B5EF4-FFF2-40B4-BE49-F238E27FC236}">
                  <a16:creationId xmlns:a16="http://schemas.microsoft.com/office/drawing/2014/main" id="{B0D65F7E-DED3-414C-BEB5-61F4CA26DD04}"/>
                </a:ext>
              </a:extLst>
            </p:cNvPr>
            <p:cNvSpPr>
              <a:spLocks noChangeArrowheads="1"/>
            </p:cNvSpPr>
            <p:nvPr/>
          </p:nvSpPr>
          <p:spPr bwMode="auto">
            <a:xfrm>
              <a:off x="113" y="1005"/>
              <a:ext cx="761" cy="2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solidFill>
                    <a:schemeClr val="folHlink"/>
                  </a:solidFill>
                  <a:latin typeface="Arial" panose="020B0604020202020204" pitchFamily="34" charset="0"/>
                  <a:ea typeface="宋体" panose="02010600030101010101" pitchFamily="2" charset="-122"/>
                </a:rPr>
                <a:t>顶级域名</a:t>
              </a:r>
            </a:p>
          </p:txBody>
        </p:sp>
        <p:sp>
          <p:nvSpPr>
            <p:cNvPr id="576645" name="Line 133">
              <a:extLst>
                <a:ext uri="{FF2B5EF4-FFF2-40B4-BE49-F238E27FC236}">
                  <a16:creationId xmlns:a16="http://schemas.microsoft.com/office/drawing/2014/main" id="{C73E42D9-C6CA-1244-8D09-D1CD03039010}"/>
                </a:ext>
              </a:extLst>
            </p:cNvPr>
            <p:cNvSpPr>
              <a:spLocks noChangeShapeType="1"/>
            </p:cNvSpPr>
            <p:nvPr/>
          </p:nvSpPr>
          <p:spPr bwMode="auto">
            <a:xfrm flipH="1">
              <a:off x="2201" y="712"/>
              <a:ext cx="1068" cy="389"/>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6" name="Line 134">
              <a:extLst>
                <a:ext uri="{FF2B5EF4-FFF2-40B4-BE49-F238E27FC236}">
                  <a16:creationId xmlns:a16="http://schemas.microsoft.com/office/drawing/2014/main" id="{1F25E030-9C26-A647-B092-6772A55FBCF9}"/>
                </a:ext>
              </a:extLst>
            </p:cNvPr>
            <p:cNvSpPr>
              <a:spLocks noChangeShapeType="1"/>
            </p:cNvSpPr>
            <p:nvPr/>
          </p:nvSpPr>
          <p:spPr bwMode="auto">
            <a:xfrm flipH="1">
              <a:off x="2681" y="730"/>
              <a:ext cx="575" cy="352"/>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7" name="Line 135">
              <a:extLst>
                <a:ext uri="{FF2B5EF4-FFF2-40B4-BE49-F238E27FC236}">
                  <a16:creationId xmlns:a16="http://schemas.microsoft.com/office/drawing/2014/main" id="{EF401D61-C0D1-3949-936A-9F735D042557}"/>
                </a:ext>
              </a:extLst>
            </p:cNvPr>
            <p:cNvSpPr>
              <a:spLocks noChangeShapeType="1"/>
            </p:cNvSpPr>
            <p:nvPr/>
          </p:nvSpPr>
          <p:spPr bwMode="auto">
            <a:xfrm flipH="1">
              <a:off x="3134" y="730"/>
              <a:ext cx="131" cy="344"/>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8" name="Line 136">
              <a:extLst>
                <a:ext uri="{FF2B5EF4-FFF2-40B4-BE49-F238E27FC236}">
                  <a16:creationId xmlns:a16="http://schemas.microsoft.com/office/drawing/2014/main" id="{D1108435-96AD-FF43-BEB9-696DE207CF1E}"/>
                </a:ext>
              </a:extLst>
            </p:cNvPr>
            <p:cNvSpPr>
              <a:spLocks noChangeShapeType="1"/>
            </p:cNvSpPr>
            <p:nvPr/>
          </p:nvSpPr>
          <p:spPr bwMode="auto">
            <a:xfrm>
              <a:off x="3277" y="723"/>
              <a:ext cx="249" cy="36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49" name="Line 137">
              <a:extLst>
                <a:ext uri="{FF2B5EF4-FFF2-40B4-BE49-F238E27FC236}">
                  <a16:creationId xmlns:a16="http://schemas.microsoft.com/office/drawing/2014/main" id="{2C54A329-D74C-D042-8BE4-B460D9E45BFA}"/>
                </a:ext>
              </a:extLst>
            </p:cNvPr>
            <p:cNvSpPr>
              <a:spLocks noChangeShapeType="1"/>
            </p:cNvSpPr>
            <p:nvPr/>
          </p:nvSpPr>
          <p:spPr bwMode="auto">
            <a:xfrm>
              <a:off x="3275" y="715"/>
              <a:ext cx="681" cy="375"/>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0" name="Line 138">
              <a:extLst>
                <a:ext uri="{FF2B5EF4-FFF2-40B4-BE49-F238E27FC236}">
                  <a16:creationId xmlns:a16="http://schemas.microsoft.com/office/drawing/2014/main" id="{F195B735-8C6A-2144-889A-4405D112E144}"/>
                </a:ext>
              </a:extLst>
            </p:cNvPr>
            <p:cNvSpPr>
              <a:spLocks noChangeShapeType="1"/>
            </p:cNvSpPr>
            <p:nvPr/>
          </p:nvSpPr>
          <p:spPr bwMode="auto">
            <a:xfrm>
              <a:off x="3288" y="708"/>
              <a:ext cx="1353" cy="377"/>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1" name="Line 139">
              <a:extLst>
                <a:ext uri="{FF2B5EF4-FFF2-40B4-BE49-F238E27FC236}">
                  <a16:creationId xmlns:a16="http://schemas.microsoft.com/office/drawing/2014/main" id="{D3305335-F74C-6840-8BEF-88511CE61B0D}"/>
                </a:ext>
              </a:extLst>
            </p:cNvPr>
            <p:cNvSpPr>
              <a:spLocks noChangeShapeType="1"/>
            </p:cNvSpPr>
            <p:nvPr/>
          </p:nvSpPr>
          <p:spPr bwMode="auto">
            <a:xfrm flipH="1">
              <a:off x="1358" y="707"/>
              <a:ext cx="1933" cy="370"/>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76652" name="Line 140">
              <a:extLst>
                <a:ext uri="{FF2B5EF4-FFF2-40B4-BE49-F238E27FC236}">
                  <a16:creationId xmlns:a16="http://schemas.microsoft.com/office/drawing/2014/main" id="{E4482163-9955-B14D-94EC-189B7E2DC05B}"/>
                </a:ext>
              </a:extLst>
            </p:cNvPr>
            <p:cNvSpPr>
              <a:spLocks noChangeShapeType="1"/>
            </p:cNvSpPr>
            <p:nvPr/>
          </p:nvSpPr>
          <p:spPr bwMode="auto">
            <a:xfrm>
              <a:off x="3250" y="709"/>
              <a:ext cx="1777" cy="351"/>
            </a:xfrm>
            <a:prstGeom prst="line">
              <a:avLst/>
            </a:prstGeom>
            <a:noFill/>
            <a:ln w="19050">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4843" name="Text Box 141">
              <a:extLst>
                <a:ext uri="{FF2B5EF4-FFF2-40B4-BE49-F238E27FC236}">
                  <a16:creationId xmlns:a16="http://schemas.microsoft.com/office/drawing/2014/main" id="{73041703-166C-CC49-85C3-24BCB2485230}"/>
                </a:ext>
              </a:extLst>
            </p:cNvPr>
            <p:cNvSpPr txBox="1">
              <a:spLocks noChangeArrowheads="1"/>
            </p:cNvSpPr>
            <p:nvPr/>
          </p:nvSpPr>
          <p:spPr bwMode="auto">
            <a:xfrm>
              <a:off x="1542" y="818"/>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sp>
          <p:nvSpPr>
            <p:cNvPr id="34844" name="Text Box 207">
              <a:extLst>
                <a:ext uri="{FF2B5EF4-FFF2-40B4-BE49-F238E27FC236}">
                  <a16:creationId xmlns:a16="http://schemas.microsoft.com/office/drawing/2014/main" id="{4BFDEA15-C9CE-3E4E-A5B6-6D0920EAA479}"/>
                </a:ext>
              </a:extLst>
            </p:cNvPr>
            <p:cNvSpPr txBox="1">
              <a:spLocks noChangeArrowheads="1"/>
            </p:cNvSpPr>
            <p:nvPr/>
          </p:nvSpPr>
          <p:spPr bwMode="auto">
            <a:xfrm>
              <a:off x="4042" y="817"/>
              <a:ext cx="511"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grpSp>
    </p:spTree>
    <p:extLst>
      <p:ext uri="{BB962C8B-B14F-4D97-AF65-F5344CB8AC3E}">
        <p14:creationId xmlns:p14="http://schemas.microsoft.com/office/powerpoint/2010/main" val="13552260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76725"/>
                                        </p:tgtEl>
                                        <p:attrNameLst>
                                          <p:attrName>style.visibility</p:attrName>
                                        </p:attrNameLst>
                                      </p:cBhvr>
                                      <p:to>
                                        <p:strVal val="visible"/>
                                      </p:to>
                                    </p:set>
                                    <p:animEffect transition="in" filter="wipe(up)">
                                      <p:cBhvr>
                                        <p:cTn id="7" dur="1000"/>
                                        <p:tgtEl>
                                          <p:spTgt spid="576725"/>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576726"/>
                                        </p:tgtEl>
                                        <p:attrNameLst>
                                          <p:attrName>style.visibility</p:attrName>
                                        </p:attrNameLst>
                                      </p:cBhvr>
                                      <p:to>
                                        <p:strVal val="visible"/>
                                      </p:to>
                                    </p:set>
                                    <p:animEffect transition="in" filter="wipe(up)">
                                      <p:cBhvr>
                                        <p:cTn id="11" dur="1000"/>
                                        <p:tgtEl>
                                          <p:spTgt spid="576726"/>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76727"/>
                                        </p:tgtEl>
                                        <p:attrNameLst>
                                          <p:attrName>style.visibility</p:attrName>
                                        </p:attrNameLst>
                                      </p:cBhvr>
                                      <p:to>
                                        <p:strVal val="visible"/>
                                      </p:to>
                                    </p:set>
                                    <p:animEffect transition="in" filter="wipe(up)">
                                      <p:cBhvr>
                                        <p:cTn id="15" dur="1000"/>
                                        <p:tgtEl>
                                          <p:spTgt spid="576727"/>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76728"/>
                                        </p:tgtEl>
                                        <p:attrNameLst>
                                          <p:attrName>style.visibility</p:attrName>
                                        </p:attrNameLst>
                                      </p:cBhvr>
                                      <p:to>
                                        <p:strVal val="visible"/>
                                      </p:to>
                                    </p:set>
                                    <p:animEffect transition="in" filter="wipe(up)">
                                      <p:cBhvr>
                                        <p:cTn id="19" dur="1000"/>
                                        <p:tgtEl>
                                          <p:spTgt spid="576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F6FE1489-BEED-2843-80CF-26D914BD00D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6.1.3  </a:t>
            </a:r>
            <a:r>
              <a:rPr lang="zh-CN" altLang="en-US" dirty="0">
                <a:latin typeface="Times New Roman" panose="02020603050405020304" pitchFamily="18" charset="0"/>
                <a:ea typeface="宋体" panose="02010600030101010101" pitchFamily="2" charset="-122"/>
              </a:rPr>
              <a:t>域名服务器 </a:t>
            </a:r>
          </a:p>
        </p:txBody>
      </p:sp>
      <p:sp>
        <p:nvSpPr>
          <p:cNvPr id="36866" name="Rectangle 3">
            <a:extLst>
              <a:ext uri="{FF2B5EF4-FFF2-40B4-BE49-F238E27FC236}">
                <a16:creationId xmlns:a16="http://schemas.microsoft.com/office/drawing/2014/main" id="{0A65A507-5A92-A040-BFBC-682B8D14616E}"/>
              </a:ext>
            </a:extLst>
          </p:cNvPr>
          <p:cNvSpPr>
            <a:spLocks noGrp="1" noChangeArrowheads="1"/>
          </p:cNvSpPr>
          <p:nvPr>
            <p:ph type="body" idx="1"/>
          </p:nvPr>
        </p:nvSpPr>
        <p:spPr>
          <a:xfrm>
            <a:off x="263236" y="1113235"/>
            <a:ext cx="8575964" cy="3673078"/>
          </a:xfrm>
        </p:spPr>
        <p:txBody>
          <a:bodyPr/>
          <a:lstStyle/>
          <a:p>
            <a:pPr eaLnBrk="1" hangingPunct="1"/>
            <a:r>
              <a:rPr lang="zh-CN" altLang="en-US" sz="2100" dirty="0">
                <a:ea typeface="宋体" panose="02010600030101010101" pitchFamily="2" charset="-122"/>
              </a:rPr>
              <a:t>一个服务器所负责管辖的（或有权限的）范围叫做</a:t>
            </a:r>
            <a:r>
              <a:rPr lang="zh-CN" altLang="en-US" sz="2100" dirty="0">
                <a:solidFill>
                  <a:schemeClr val="hlink"/>
                </a:solidFill>
                <a:ea typeface="宋体" panose="02010600030101010101" pitchFamily="2" charset="-122"/>
              </a:rPr>
              <a:t>区</a:t>
            </a:r>
            <a:r>
              <a:rPr lang="en-US" altLang="zh-CN" sz="2100" dirty="0">
                <a:ea typeface="宋体" panose="02010600030101010101" pitchFamily="2" charset="-122"/>
              </a:rPr>
              <a:t>(zone)</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各单位根据具体情况来划分自己管辖范围的区。但在一个区中的所有节点必须是能够连通的。</a:t>
            </a:r>
          </a:p>
          <a:p>
            <a:pPr eaLnBrk="1" hangingPunct="1"/>
            <a:r>
              <a:rPr lang="zh-CN" altLang="en-US" sz="2100" dirty="0">
                <a:ea typeface="宋体" panose="02010600030101010101" pitchFamily="2" charset="-122"/>
              </a:rPr>
              <a:t>每一个区设置相应的</a:t>
            </a:r>
            <a:r>
              <a:rPr lang="zh-CN" altLang="en-US" sz="2100" dirty="0">
                <a:solidFill>
                  <a:schemeClr val="hlink"/>
                </a:solidFill>
                <a:ea typeface="宋体" panose="02010600030101010101" pitchFamily="2" charset="-122"/>
              </a:rPr>
              <a:t>权限域名服务器</a:t>
            </a:r>
            <a:r>
              <a:rPr lang="zh-CN" altLang="en-US" sz="2100" dirty="0">
                <a:ea typeface="宋体" panose="02010600030101010101" pitchFamily="2" charset="-122"/>
              </a:rPr>
              <a:t>，用来保存该区中的所有主机的域名到</a:t>
            </a:r>
            <a:r>
              <a:rPr lang="en-US" altLang="zh-CN" sz="2100" dirty="0">
                <a:ea typeface="宋体" panose="02010600030101010101" pitchFamily="2" charset="-122"/>
              </a:rPr>
              <a:t>IP</a:t>
            </a:r>
            <a:r>
              <a:rPr lang="zh-CN" altLang="en-US" sz="2100" dirty="0">
                <a:ea typeface="宋体" panose="02010600030101010101" pitchFamily="2" charset="-122"/>
              </a:rPr>
              <a:t>地址的映射。</a:t>
            </a:r>
          </a:p>
          <a:p>
            <a:pPr eaLnBrk="1" hangingPunct="1"/>
            <a:r>
              <a:rPr lang="en-US" altLang="zh-CN" sz="2100" dirty="0">
                <a:ea typeface="宋体" panose="02010600030101010101" pitchFamily="2" charset="-122"/>
              </a:rPr>
              <a:t>DNS </a:t>
            </a:r>
            <a:r>
              <a:rPr lang="zh-CN" altLang="en-US" sz="2100" dirty="0">
                <a:ea typeface="宋体" panose="02010600030101010101" pitchFamily="2" charset="-122"/>
              </a:rPr>
              <a:t>服务器的管辖范围不是以“域”为单位，而是以“区”为单位。  </a:t>
            </a:r>
          </a:p>
        </p:txBody>
      </p:sp>
      <p:sp>
        <p:nvSpPr>
          <p:cNvPr id="36867" name="幻灯片编号占位符 1">
            <a:extLst>
              <a:ext uri="{FF2B5EF4-FFF2-40B4-BE49-F238E27FC236}">
                <a16:creationId xmlns:a16="http://schemas.microsoft.com/office/drawing/2014/main" id="{30787CBC-9467-644A-89B7-6C7887A7BAC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7743E5-3128-5048-9B7C-2FD2F6C9B8E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798150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F9AF0FC-1322-0E40-8295-0A834E848307}"/>
              </a:ext>
            </a:extLst>
          </p:cNvPr>
          <p:cNvSpPr>
            <a:spLocks noGrp="1"/>
          </p:cNvSpPr>
          <p:nvPr>
            <p:ph idx="1"/>
          </p:nvPr>
        </p:nvSpPr>
        <p:spPr/>
        <p:txBody>
          <a:bodyPr/>
          <a:lstStyle/>
          <a:p>
            <a:endParaRPr kumimoji="1" lang="zh-CN" altLang="en-US"/>
          </a:p>
        </p:txBody>
      </p:sp>
      <p:sp>
        <p:nvSpPr>
          <p:cNvPr id="37921" name="幻灯片编号占位符 1">
            <a:extLst>
              <a:ext uri="{FF2B5EF4-FFF2-40B4-BE49-F238E27FC236}">
                <a16:creationId xmlns:a16="http://schemas.microsoft.com/office/drawing/2014/main" id="{08C9AFEB-EF95-C745-A4EF-26E0E6008D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CAC127E-F8F4-0248-9455-F6A8C136D5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tx1"/>
              </a:solidFill>
              <a:latin typeface="Tahoma" panose="020B0604030504040204" pitchFamily="34" charset="0"/>
              <a:ea typeface="宋体" panose="02010600030101010101" pitchFamily="2" charset="-122"/>
            </a:endParaRPr>
          </a:p>
        </p:txBody>
      </p:sp>
      <p:sp>
        <p:nvSpPr>
          <p:cNvPr id="37889" name="Rectangle 4">
            <a:extLst>
              <a:ext uri="{FF2B5EF4-FFF2-40B4-BE49-F238E27FC236}">
                <a16:creationId xmlns:a16="http://schemas.microsoft.com/office/drawing/2014/main" id="{A82B4CF5-4A4C-6E4C-BA35-1A69078E65E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区的不同划分方法举例 </a:t>
            </a:r>
          </a:p>
        </p:txBody>
      </p:sp>
      <p:sp>
        <p:nvSpPr>
          <p:cNvPr id="1066076" name="Line 92">
            <a:extLst>
              <a:ext uri="{FF2B5EF4-FFF2-40B4-BE49-F238E27FC236}">
                <a16:creationId xmlns:a16="http://schemas.microsoft.com/office/drawing/2014/main" id="{BA27660C-2357-044A-9D91-2B0B8794BDA2}"/>
              </a:ext>
            </a:extLst>
          </p:cNvPr>
          <p:cNvSpPr>
            <a:spLocks noChangeShapeType="1"/>
          </p:cNvSpPr>
          <p:nvPr/>
        </p:nvSpPr>
        <p:spPr bwMode="auto">
          <a:xfrm>
            <a:off x="2917357" y="2324259"/>
            <a:ext cx="7144" cy="60007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891" name="Text Box 93">
            <a:extLst>
              <a:ext uri="{FF2B5EF4-FFF2-40B4-BE49-F238E27FC236}">
                <a16:creationId xmlns:a16="http://schemas.microsoft.com/office/drawing/2014/main" id="{5FF61670-F717-784B-93FE-99161C6CE3EE}"/>
              </a:ext>
            </a:extLst>
          </p:cNvPr>
          <p:cNvSpPr txBox="1">
            <a:spLocks noChangeArrowheads="1"/>
          </p:cNvSpPr>
          <p:nvPr/>
        </p:nvSpPr>
        <p:spPr bwMode="auto">
          <a:xfrm>
            <a:off x="1358828" y="2614772"/>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域 </a:t>
            </a:r>
            <a:r>
              <a:rPr kumimoji="1" lang="en-US" altLang="zh-CN" sz="1800">
                <a:solidFill>
                  <a:schemeClr val="folHlink"/>
                </a:solidFill>
                <a:latin typeface="Arial" panose="020B0604020202020204" pitchFamily="34" charset="0"/>
                <a:ea typeface="宋体" panose="02010600030101010101" pitchFamily="2" charset="-122"/>
              </a:rPr>
              <a:t>abc.com</a:t>
            </a:r>
          </a:p>
        </p:txBody>
      </p:sp>
      <p:sp>
        <p:nvSpPr>
          <p:cNvPr id="1066078" name="Freeform 94">
            <a:extLst>
              <a:ext uri="{FF2B5EF4-FFF2-40B4-BE49-F238E27FC236}">
                <a16:creationId xmlns:a16="http://schemas.microsoft.com/office/drawing/2014/main" id="{930D35D1-8C42-BD46-96C2-5FEC9BDD545E}"/>
              </a:ext>
            </a:extLst>
          </p:cNvPr>
          <p:cNvSpPr>
            <a:spLocks/>
          </p:cNvSpPr>
          <p:nvPr/>
        </p:nvSpPr>
        <p:spPr bwMode="auto">
          <a:xfrm>
            <a:off x="1585047" y="2757647"/>
            <a:ext cx="2575322" cy="1721644"/>
          </a:xfrm>
          <a:custGeom>
            <a:avLst/>
            <a:gdLst>
              <a:gd name="T0" fmla="*/ 1964965 w 1917"/>
              <a:gd name="T1" fmla="*/ 64267 h 1143"/>
              <a:gd name="T2" fmla="*/ 1579853 w 1917"/>
              <a:gd name="T3" fmla="*/ 86358 h 1143"/>
              <a:gd name="T4" fmla="*/ 1080104 w 1917"/>
              <a:gd name="T5" fmla="*/ 576392 h 1143"/>
              <a:gd name="T6" fmla="*/ 214946 w 1917"/>
              <a:gd name="T7" fmla="*/ 1666917 h 1143"/>
              <a:gd name="T8" fmla="*/ 23286 w 1917"/>
              <a:gd name="T9" fmla="*/ 2108750 h 1143"/>
              <a:gd name="T10" fmla="*/ 349287 w 1917"/>
              <a:gd name="T11" fmla="*/ 2261383 h 1143"/>
              <a:gd name="T12" fmla="*/ 1096225 w 1917"/>
              <a:gd name="T13" fmla="*/ 2265400 h 1143"/>
              <a:gd name="T14" fmla="*/ 2007954 w 1917"/>
              <a:gd name="T15" fmla="*/ 2281467 h 1143"/>
              <a:gd name="T16" fmla="*/ 2599056 w 1917"/>
              <a:gd name="T17" fmla="*/ 2287492 h 1143"/>
              <a:gd name="T18" fmla="*/ 3243894 w 1917"/>
              <a:gd name="T19" fmla="*/ 2227242 h 1143"/>
              <a:gd name="T20" fmla="*/ 3415851 w 1917"/>
              <a:gd name="T21" fmla="*/ 2010342 h 1143"/>
              <a:gd name="T22" fmla="*/ 3136421 w 1917"/>
              <a:gd name="T23" fmla="*/ 1492192 h 1143"/>
              <a:gd name="T24" fmla="*/ 2814002 w 1917"/>
              <a:gd name="T25" fmla="*/ 1046342 h 1143"/>
              <a:gd name="T26" fmla="*/ 2556067 w 1917"/>
              <a:gd name="T27" fmla="*/ 708942 h 1143"/>
              <a:gd name="T28" fmla="*/ 2287384 w 1917"/>
              <a:gd name="T29" fmla="*/ 383592 h 1143"/>
              <a:gd name="T30" fmla="*/ 1964965 w 1917"/>
              <a:gd name="T31" fmla="*/ 64267 h 114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ffectLst/>
        </p:spPr>
        <p:txBody>
          <a:bodyPr/>
          <a:lstStyle/>
          <a:p>
            <a:pPr>
              <a:defRPr/>
            </a:pPr>
            <a:endParaRPr lang="zh-CN" altLang="en-US">
              <a:cs typeface="+mn-cs"/>
            </a:endParaRPr>
          </a:p>
        </p:txBody>
      </p:sp>
      <p:sp>
        <p:nvSpPr>
          <p:cNvPr id="1066079" name="AutoShape 95">
            <a:extLst>
              <a:ext uri="{FF2B5EF4-FFF2-40B4-BE49-F238E27FC236}">
                <a16:creationId xmlns:a16="http://schemas.microsoft.com/office/drawing/2014/main" id="{80C1BBCC-E1F0-C844-A402-DD8521FE9805}"/>
              </a:ext>
            </a:extLst>
          </p:cNvPr>
          <p:cNvSpPr>
            <a:spLocks noChangeArrowheads="1"/>
          </p:cNvSpPr>
          <p:nvPr/>
        </p:nvSpPr>
        <p:spPr bwMode="auto">
          <a:xfrm>
            <a:off x="1267150" y="2665968"/>
            <a:ext cx="3170634" cy="1981200"/>
          </a:xfrm>
          <a:prstGeom prst="roundRect">
            <a:avLst>
              <a:gd name="adj" fmla="val 9319"/>
            </a:avLst>
          </a:prstGeom>
          <a:noFill/>
          <a:ln w="2857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894" name="Text Box 96">
            <a:extLst>
              <a:ext uri="{FF2B5EF4-FFF2-40B4-BE49-F238E27FC236}">
                <a16:creationId xmlns:a16="http://schemas.microsoft.com/office/drawing/2014/main" id="{9FBA6B4A-F992-254A-99D6-45F9693E1F62}"/>
              </a:ext>
            </a:extLst>
          </p:cNvPr>
          <p:cNvSpPr txBox="1">
            <a:spLocks noChangeArrowheads="1"/>
          </p:cNvSpPr>
          <p:nvPr/>
        </p:nvSpPr>
        <p:spPr bwMode="auto">
          <a:xfrm>
            <a:off x="1224575" y="3064828"/>
            <a:ext cx="1056700" cy="48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0000"/>
              </a:lnSpc>
              <a:spcBef>
                <a:spcPct val="0"/>
              </a:spcBef>
              <a:buClrTx/>
              <a:buSzTx/>
              <a:buFontTx/>
              <a:buNone/>
            </a:pPr>
            <a:r>
              <a:rPr kumimoji="1" lang="zh-CN" altLang="zh-CN" sz="1800">
                <a:solidFill>
                  <a:srgbClr val="FF0000"/>
                </a:solidFill>
                <a:latin typeface="Arial" panose="020B0604020202020204" pitchFamily="34" charset="0"/>
                <a:ea typeface="宋体" panose="02010600030101010101" pitchFamily="2" charset="-122"/>
              </a:rPr>
              <a:t> 区</a:t>
            </a:r>
            <a:endParaRPr kumimoji="1" lang="zh-CN" altLang="en-US" sz="1800">
              <a:solidFill>
                <a:srgbClr val="FF0000"/>
              </a:solidFill>
              <a:latin typeface="Arial" panose="020B0604020202020204" pitchFamily="34" charset="0"/>
              <a:ea typeface="宋体" panose="02010600030101010101" pitchFamily="2" charset="-122"/>
            </a:endParaRPr>
          </a:p>
          <a:p>
            <a:pPr algn="ctr" eaLnBrk="1" hangingPunct="1">
              <a:lnSpc>
                <a:spcPct val="70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abc.com</a:t>
            </a:r>
          </a:p>
        </p:txBody>
      </p:sp>
      <p:sp>
        <p:nvSpPr>
          <p:cNvPr id="1066081" name="Freeform 97">
            <a:extLst>
              <a:ext uri="{FF2B5EF4-FFF2-40B4-BE49-F238E27FC236}">
                <a16:creationId xmlns:a16="http://schemas.microsoft.com/office/drawing/2014/main" id="{68074B30-6AA8-6648-8DB0-1662D354838E}"/>
              </a:ext>
            </a:extLst>
          </p:cNvPr>
          <p:cNvSpPr>
            <a:spLocks/>
          </p:cNvSpPr>
          <p:nvPr/>
        </p:nvSpPr>
        <p:spPr bwMode="auto">
          <a:xfrm>
            <a:off x="1735066" y="3457734"/>
            <a:ext cx="98822" cy="436959"/>
          </a:xfrm>
          <a:custGeom>
            <a:avLst/>
            <a:gdLst>
              <a:gd name="T0" fmla="*/ 0 w 172"/>
              <a:gd name="T1" fmla="*/ 0 h 244"/>
              <a:gd name="T2" fmla="*/ 131763 w 172"/>
              <a:gd name="T3" fmla="*/ 582612 h 244"/>
              <a:gd name="T4" fmla="*/ 0 60000 65536"/>
              <a:gd name="T5" fmla="*/ 0 60000 65536"/>
            </a:gdLst>
            <a:ahLst/>
            <a:cxnLst>
              <a:cxn ang="T4">
                <a:pos x="T0" y="T1"/>
              </a:cxn>
              <a:cxn ang="T5">
                <a:pos x="T2" y="T3"/>
              </a:cxn>
            </a:cxnLst>
            <a:rect l="0" t="0" r="r" b="b"/>
            <a:pathLst>
              <a:path w="172" h="244">
                <a:moveTo>
                  <a:pt x="0" y="0"/>
                </a:moveTo>
                <a:lnTo>
                  <a:pt x="172" y="244"/>
                </a:lnTo>
              </a:path>
            </a:pathLst>
          </a:custGeom>
          <a:noFill/>
          <a:ln w="9525">
            <a:solidFill>
              <a:schemeClr val="tx1"/>
            </a:solidFill>
            <a:round/>
            <a:headEnd/>
            <a:tailEnd type="triangle" w="sm" len="lg"/>
          </a:ln>
          <a:effectLst/>
        </p:spPr>
        <p:txBody>
          <a:bodyPr wrap="none" anchor="ctr"/>
          <a:lstStyle/>
          <a:p>
            <a:pPr>
              <a:defRPr/>
            </a:pPr>
            <a:endParaRPr lang="zh-CN" altLang="en-US">
              <a:cs typeface="+mn-cs"/>
            </a:endParaRPr>
          </a:p>
        </p:txBody>
      </p:sp>
      <p:sp>
        <p:nvSpPr>
          <p:cNvPr id="1066082" name="Line 98">
            <a:extLst>
              <a:ext uri="{FF2B5EF4-FFF2-40B4-BE49-F238E27FC236}">
                <a16:creationId xmlns:a16="http://schemas.microsoft.com/office/drawing/2014/main" id="{03AB20BF-4B3B-A54D-AC2A-D5722E23447B}"/>
              </a:ext>
            </a:extLst>
          </p:cNvPr>
          <p:cNvSpPr>
            <a:spLocks noChangeShapeType="1"/>
          </p:cNvSpPr>
          <p:nvPr/>
        </p:nvSpPr>
        <p:spPr bwMode="auto">
          <a:xfrm flipH="1">
            <a:off x="2582791" y="3051731"/>
            <a:ext cx="270272" cy="496491"/>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3" name="Line 99">
            <a:extLst>
              <a:ext uri="{FF2B5EF4-FFF2-40B4-BE49-F238E27FC236}">
                <a16:creationId xmlns:a16="http://schemas.microsoft.com/office/drawing/2014/main" id="{6558591C-E8C9-5C4D-ADAF-227F05A8AECF}"/>
              </a:ext>
            </a:extLst>
          </p:cNvPr>
          <p:cNvSpPr>
            <a:spLocks noChangeShapeType="1"/>
          </p:cNvSpPr>
          <p:nvPr/>
        </p:nvSpPr>
        <p:spPr bwMode="auto">
          <a:xfrm>
            <a:off x="3003082" y="3074353"/>
            <a:ext cx="353615" cy="46315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4" name="Line 100">
            <a:extLst>
              <a:ext uri="{FF2B5EF4-FFF2-40B4-BE49-F238E27FC236}">
                <a16:creationId xmlns:a16="http://schemas.microsoft.com/office/drawing/2014/main" id="{5E561F4E-9317-0242-9BAB-B178B710C2BA}"/>
              </a:ext>
            </a:extLst>
          </p:cNvPr>
          <p:cNvSpPr>
            <a:spLocks noChangeShapeType="1"/>
          </p:cNvSpPr>
          <p:nvPr/>
        </p:nvSpPr>
        <p:spPr bwMode="auto">
          <a:xfrm>
            <a:off x="3417419" y="3630375"/>
            <a:ext cx="378619" cy="59412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5" name="Line 101">
            <a:extLst>
              <a:ext uri="{FF2B5EF4-FFF2-40B4-BE49-F238E27FC236}">
                <a16:creationId xmlns:a16="http://schemas.microsoft.com/office/drawing/2014/main" id="{51A2C2F6-5BEA-9644-9195-C06C508293C2}"/>
              </a:ext>
            </a:extLst>
          </p:cNvPr>
          <p:cNvSpPr>
            <a:spLocks noChangeShapeType="1"/>
          </p:cNvSpPr>
          <p:nvPr/>
        </p:nvSpPr>
        <p:spPr bwMode="auto">
          <a:xfrm>
            <a:off x="2600650" y="3644662"/>
            <a:ext cx="461963" cy="52863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6" name="Line 102">
            <a:extLst>
              <a:ext uri="{FF2B5EF4-FFF2-40B4-BE49-F238E27FC236}">
                <a16:creationId xmlns:a16="http://schemas.microsoft.com/office/drawing/2014/main" id="{482305E1-0460-8E40-BD8E-327F5DC35A7F}"/>
              </a:ext>
            </a:extLst>
          </p:cNvPr>
          <p:cNvSpPr>
            <a:spLocks noChangeShapeType="1"/>
          </p:cNvSpPr>
          <p:nvPr/>
        </p:nvSpPr>
        <p:spPr bwMode="auto">
          <a:xfrm flipH="1">
            <a:off x="2520878" y="3652996"/>
            <a:ext cx="13097" cy="45243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7" name="Line 103">
            <a:extLst>
              <a:ext uri="{FF2B5EF4-FFF2-40B4-BE49-F238E27FC236}">
                <a16:creationId xmlns:a16="http://schemas.microsoft.com/office/drawing/2014/main" id="{893EEEFC-A14D-8441-9A72-16940D45DCAB}"/>
              </a:ext>
            </a:extLst>
          </p:cNvPr>
          <p:cNvSpPr>
            <a:spLocks noChangeShapeType="1"/>
          </p:cNvSpPr>
          <p:nvPr/>
        </p:nvSpPr>
        <p:spPr bwMode="auto">
          <a:xfrm flipH="1">
            <a:off x="1956522" y="3592274"/>
            <a:ext cx="560785" cy="581025"/>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88" name="Oval 104">
            <a:extLst>
              <a:ext uri="{FF2B5EF4-FFF2-40B4-BE49-F238E27FC236}">
                <a16:creationId xmlns:a16="http://schemas.microsoft.com/office/drawing/2014/main" id="{54DA48A9-4145-E544-99F3-5BA27D5E844E}"/>
              </a:ext>
            </a:extLst>
          </p:cNvPr>
          <p:cNvSpPr>
            <a:spLocks noChangeArrowheads="1"/>
          </p:cNvSpPr>
          <p:nvPr/>
        </p:nvSpPr>
        <p:spPr bwMode="auto">
          <a:xfrm>
            <a:off x="2663753" y="2882662"/>
            <a:ext cx="486966" cy="28813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abc</a:t>
            </a:r>
          </a:p>
        </p:txBody>
      </p:sp>
      <p:sp>
        <p:nvSpPr>
          <p:cNvPr id="1066089" name="Oval 105">
            <a:extLst>
              <a:ext uri="{FF2B5EF4-FFF2-40B4-BE49-F238E27FC236}">
                <a16:creationId xmlns:a16="http://schemas.microsoft.com/office/drawing/2014/main" id="{2F25F60B-2AE5-074F-875E-742060DC43EC}"/>
              </a:ext>
            </a:extLst>
          </p:cNvPr>
          <p:cNvSpPr>
            <a:spLocks noChangeArrowheads="1"/>
          </p:cNvSpPr>
          <p:nvPr/>
        </p:nvSpPr>
        <p:spPr bwMode="auto">
          <a:xfrm>
            <a:off x="2332759" y="3476785"/>
            <a:ext cx="427435" cy="229790"/>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x</a:t>
            </a:r>
          </a:p>
        </p:txBody>
      </p:sp>
      <p:sp>
        <p:nvSpPr>
          <p:cNvPr id="1066090" name="Oval 106">
            <a:extLst>
              <a:ext uri="{FF2B5EF4-FFF2-40B4-BE49-F238E27FC236}">
                <a16:creationId xmlns:a16="http://schemas.microsoft.com/office/drawing/2014/main" id="{18C04313-80A8-C14B-BA92-4CB4F227163A}"/>
              </a:ext>
            </a:extLst>
          </p:cNvPr>
          <p:cNvSpPr>
            <a:spLocks noChangeArrowheads="1"/>
          </p:cNvSpPr>
          <p:nvPr/>
        </p:nvSpPr>
        <p:spPr bwMode="auto">
          <a:xfrm>
            <a:off x="1724350" y="4109006"/>
            <a:ext cx="427434"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u</a:t>
            </a:r>
          </a:p>
        </p:txBody>
      </p:sp>
      <p:sp>
        <p:nvSpPr>
          <p:cNvPr id="1066091" name="Oval 107">
            <a:extLst>
              <a:ext uri="{FF2B5EF4-FFF2-40B4-BE49-F238E27FC236}">
                <a16:creationId xmlns:a16="http://schemas.microsoft.com/office/drawing/2014/main" id="{33893701-7EAA-F946-A95A-06E9E8D8940B}"/>
              </a:ext>
            </a:extLst>
          </p:cNvPr>
          <p:cNvSpPr>
            <a:spLocks noChangeArrowheads="1"/>
          </p:cNvSpPr>
          <p:nvPr/>
        </p:nvSpPr>
        <p:spPr bwMode="auto">
          <a:xfrm>
            <a:off x="2292278"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v</a:t>
            </a:r>
          </a:p>
        </p:txBody>
      </p:sp>
      <p:sp>
        <p:nvSpPr>
          <p:cNvPr id="1066092" name="Oval 108">
            <a:extLst>
              <a:ext uri="{FF2B5EF4-FFF2-40B4-BE49-F238E27FC236}">
                <a16:creationId xmlns:a16="http://schemas.microsoft.com/office/drawing/2014/main" id="{EC7D381F-F296-4445-B05F-7BAFE7151495}"/>
              </a:ext>
            </a:extLst>
          </p:cNvPr>
          <p:cNvSpPr>
            <a:spLocks noChangeArrowheads="1"/>
          </p:cNvSpPr>
          <p:nvPr/>
        </p:nvSpPr>
        <p:spPr bwMode="auto">
          <a:xfrm>
            <a:off x="2861397"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w</a:t>
            </a:r>
          </a:p>
        </p:txBody>
      </p:sp>
      <p:sp>
        <p:nvSpPr>
          <p:cNvPr id="1066093" name="Oval 109">
            <a:extLst>
              <a:ext uri="{FF2B5EF4-FFF2-40B4-BE49-F238E27FC236}">
                <a16:creationId xmlns:a16="http://schemas.microsoft.com/office/drawing/2014/main" id="{08A6E725-2E7E-3240-8B7B-C1D0DDC4427C}"/>
              </a:ext>
            </a:extLst>
          </p:cNvPr>
          <p:cNvSpPr>
            <a:spLocks noChangeArrowheads="1"/>
          </p:cNvSpPr>
          <p:nvPr/>
        </p:nvSpPr>
        <p:spPr bwMode="auto">
          <a:xfrm>
            <a:off x="3551959" y="4109006"/>
            <a:ext cx="427435" cy="230981"/>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t</a:t>
            </a:r>
          </a:p>
        </p:txBody>
      </p:sp>
      <p:sp>
        <p:nvSpPr>
          <p:cNvPr id="1066094" name="Oval 110">
            <a:extLst>
              <a:ext uri="{FF2B5EF4-FFF2-40B4-BE49-F238E27FC236}">
                <a16:creationId xmlns:a16="http://schemas.microsoft.com/office/drawing/2014/main" id="{59A43111-B364-A848-AA32-042FD07CE032}"/>
              </a:ext>
            </a:extLst>
          </p:cNvPr>
          <p:cNvSpPr>
            <a:spLocks noChangeArrowheads="1"/>
          </p:cNvSpPr>
          <p:nvPr/>
        </p:nvSpPr>
        <p:spPr bwMode="auto">
          <a:xfrm>
            <a:off x="3186438" y="3476785"/>
            <a:ext cx="427434" cy="229790"/>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y</a:t>
            </a:r>
          </a:p>
        </p:txBody>
      </p:sp>
      <p:sp>
        <p:nvSpPr>
          <p:cNvPr id="1066095" name="Text Box 111">
            <a:extLst>
              <a:ext uri="{FF2B5EF4-FFF2-40B4-BE49-F238E27FC236}">
                <a16:creationId xmlns:a16="http://schemas.microsoft.com/office/drawing/2014/main" id="{CE13A3A5-6354-4C46-871C-AA1168484562}"/>
              </a:ext>
            </a:extLst>
          </p:cNvPr>
          <p:cNvSpPr txBox="1">
            <a:spLocks noChangeArrowheads="1"/>
          </p:cNvSpPr>
          <p:nvPr/>
        </p:nvSpPr>
        <p:spPr bwMode="auto">
          <a:xfrm>
            <a:off x="2223222" y="4661456"/>
            <a:ext cx="12554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(a) </a:t>
            </a:r>
            <a:r>
              <a:rPr kumimoji="1" lang="zh-CN" altLang="en-US" sz="1800">
                <a:solidFill>
                  <a:schemeClr val="folHlink"/>
                </a:solidFill>
                <a:latin typeface="Arial" panose="020B0604020202020204" pitchFamily="34" charset="0"/>
                <a:ea typeface="宋体" panose="02010600030101010101" pitchFamily="2" charset="-122"/>
              </a:rPr>
              <a:t>区 </a:t>
            </a:r>
            <a:r>
              <a:rPr kumimoji="1" lang="en-US" altLang="zh-CN" sz="1800">
                <a:solidFill>
                  <a:schemeClr val="folHlink"/>
                </a:solidFill>
                <a:latin typeface="Arial" panose="020B0604020202020204" pitchFamily="34" charset="0"/>
                <a:ea typeface="宋体" panose="02010600030101010101" pitchFamily="2" charset="-122"/>
              </a:rPr>
              <a:t>= </a:t>
            </a:r>
            <a:r>
              <a:rPr kumimoji="1" lang="zh-CN" altLang="en-US" sz="1800">
                <a:solidFill>
                  <a:schemeClr val="folHlink"/>
                </a:solidFill>
                <a:latin typeface="Arial" panose="020B0604020202020204" pitchFamily="34" charset="0"/>
                <a:ea typeface="宋体" panose="02010600030101010101" pitchFamily="2" charset="-122"/>
              </a:rPr>
              <a:t>域</a:t>
            </a:r>
          </a:p>
        </p:txBody>
      </p:sp>
      <p:grpSp>
        <p:nvGrpSpPr>
          <p:cNvPr id="1066157" name="Group 173">
            <a:extLst>
              <a:ext uri="{FF2B5EF4-FFF2-40B4-BE49-F238E27FC236}">
                <a16:creationId xmlns:a16="http://schemas.microsoft.com/office/drawing/2014/main" id="{B73CA03E-D580-3644-BFF2-A01A218940FC}"/>
              </a:ext>
            </a:extLst>
          </p:cNvPr>
          <p:cNvGrpSpPr>
            <a:grpSpLocks/>
          </p:cNvGrpSpPr>
          <p:nvPr/>
        </p:nvGrpSpPr>
        <p:grpSpPr bwMode="auto">
          <a:xfrm>
            <a:off x="4680671" y="1366997"/>
            <a:ext cx="3213497" cy="3663553"/>
            <a:chOff x="2948" y="709"/>
            <a:chExt cx="2699" cy="3077"/>
          </a:xfrm>
        </p:grpSpPr>
        <p:grpSp>
          <p:nvGrpSpPr>
            <p:cNvPr id="37932" name="Group 89">
              <a:extLst>
                <a:ext uri="{FF2B5EF4-FFF2-40B4-BE49-F238E27FC236}">
                  <a16:creationId xmlns:a16="http://schemas.microsoft.com/office/drawing/2014/main" id="{A0278B96-4B09-4D4C-91B7-F9BA2383986A}"/>
                </a:ext>
              </a:extLst>
            </p:cNvPr>
            <p:cNvGrpSpPr>
              <a:grpSpLocks/>
            </p:cNvGrpSpPr>
            <p:nvPr/>
          </p:nvGrpSpPr>
          <p:grpSpPr bwMode="auto">
            <a:xfrm>
              <a:off x="4196" y="1530"/>
              <a:ext cx="256" cy="98"/>
              <a:chOff x="1519" y="813"/>
              <a:chExt cx="227" cy="77"/>
            </a:xfrm>
          </p:grpSpPr>
          <p:sp>
            <p:nvSpPr>
              <p:cNvPr id="1066074" name="Line 90">
                <a:extLst>
                  <a:ext uri="{FF2B5EF4-FFF2-40B4-BE49-F238E27FC236}">
                    <a16:creationId xmlns:a16="http://schemas.microsoft.com/office/drawing/2014/main" id="{D894A12E-813C-3243-9319-95048BCEB6C2}"/>
                  </a:ext>
                </a:extLst>
              </p:cNvPr>
              <p:cNvSpPr>
                <a:spLocks noChangeShapeType="1"/>
              </p:cNvSpPr>
              <p:nvPr/>
            </p:nvSpPr>
            <p:spPr bwMode="auto">
              <a:xfrm>
                <a:off x="1647"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075" name="Line 91">
                <a:extLst>
                  <a:ext uri="{FF2B5EF4-FFF2-40B4-BE49-F238E27FC236}">
                    <a16:creationId xmlns:a16="http://schemas.microsoft.com/office/drawing/2014/main" id="{096DAF4C-D8F6-5D49-9410-12CD7E7BCF27}"/>
                  </a:ext>
                </a:extLst>
              </p:cNvPr>
              <p:cNvSpPr>
                <a:spLocks noChangeShapeType="1"/>
              </p:cNvSpPr>
              <p:nvPr/>
            </p:nvSpPr>
            <p:spPr bwMode="auto">
              <a:xfrm flipH="1">
                <a:off x="1519"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33" name="Text Box 112">
              <a:extLst>
                <a:ext uri="{FF2B5EF4-FFF2-40B4-BE49-F238E27FC236}">
                  <a16:creationId xmlns:a16="http://schemas.microsoft.com/office/drawing/2014/main" id="{1EB2BF79-3D32-7642-BE2E-D91D99946258}"/>
                </a:ext>
              </a:extLst>
            </p:cNvPr>
            <p:cNvSpPr txBox="1">
              <a:spLocks noChangeArrowheads="1"/>
            </p:cNvSpPr>
            <p:nvPr/>
          </p:nvSpPr>
          <p:spPr bwMode="auto">
            <a:xfrm>
              <a:off x="3742" y="3476"/>
              <a:ext cx="105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(b) </a:t>
              </a:r>
              <a:r>
                <a:rPr kumimoji="1" lang="zh-CN" altLang="en-US" sz="1800">
                  <a:solidFill>
                    <a:schemeClr val="folHlink"/>
                  </a:solidFill>
                  <a:latin typeface="Arial" panose="020B0604020202020204" pitchFamily="34" charset="0"/>
                  <a:ea typeface="宋体" panose="02010600030101010101" pitchFamily="2" charset="-122"/>
                </a:rPr>
                <a:t>区 </a:t>
              </a:r>
              <a:r>
                <a:rPr kumimoji="1" lang="en-US" altLang="zh-CN" sz="1800">
                  <a:solidFill>
                    <a:schemeClr val="folHlink"/>
                  </a:solidFill>
                  <a:latin typeface="Arial" panose="020B0604020202020204" pitchFamily="34" charset="0"/>
                  <a:ea typeface="宋体" panose="02010600030101010101" pitchFamily="2" charset="-122"/>
                </a:rPr>
                <a:t>&lt; </a:t>
              </a:r>
              <a:r>
                <a:rPr kumimoji="1" lang="zh-CN" altLang="en-US" sz="1800">
                  <a:solidFill>
                    <a:schemeClr val="folHlink"/>
                  </a:solidFill>
                  <a:latin typeface="Arial" panose="020B0604020202020204" pitchFamily="34" charset="0"/>
                  <a:ea typeface="宋体" panose="02010600030101010101" pitchFamily="2" charset="-122"/>
                </a:rPr>
                <a:t>域</a:t>
              </a:r>
            </a:p>
          </p:txBody>
        </p:sp>
        <p:sp>
          <p:nvSpPr>
            <p:cNvPr id="1066097" name="Line 113">
              <a:extLst>
                <a:ext uri="{FF2B5EF4-FFF2-40B4-BE49-F238E27FC236}">
                  <a16:creationId xmlns:a16="http://schemas.microsoft.com/office/drawing/2014/main" id="{10282758-33BF-2F46-9519-EBAC69952177}"/>
                </a:ext>
              </a:extLst>
            </p:cNvPr>
            <p:cNvSpPr>
              <a:spLocks noChangeShapeType="1"/>
            </p:cNvSpPr>
            <p:nvPr/>
          </p:nvSpPr>
          <p:spPr bwMode="auto">
            <a:xfrm>
              <a:off x="4328" y="1523"/>
              <a:ext cx="5" cy="505"/>
            </a:xfrm>
            <a:prstGeom prst="line">
              <a:avLst/>
            </a:prstGeom>
            <a:noFill/>
            <a:ln w="2857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935" name="Text Box 114">
              <a:extLst>
                <a:ext uri="{FF2B5EF4-FFF2-40B4-BE49-F238E27FC236}">
                  <a16:creationId xmlns:a16="http://schemas.microsoft.com/office/drawing/2014/main" id="{8FC6DE5A-D33D-1A41-823B-CB248E4D2627}"/>
                </a:ext>
              </a:extLst>
            </p:cNvPr>
            <p:cNvSpPr txBox="1">
              <a:spLocks noChangeArrowheads="1"/>
            </p:cNvSpPr>
            <p:nvPr/>
          </p:nvSpPr>
          <p:spPr bwMode="auto">
            <a:xfrm>
              <a:off x="3061" y="1757"/>
              <a:ext cx="113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域 </a:t>
              </a:r>
              <a:r>
                <a:rPr kumimoji="1" lang="en-US" altLang="zh-CN" sz="1800">
                  <a:solidFill>
                    <a:schemeClr val="folHlink"/>
                  </a:solidFill>
                  <a:latin typeface="Arial" panose="020B0604020202020204" pitchFamily="34" charset="0"/>
                  <a:ea typeface="宋体" panose="02010600030101010101" pitchFamily="2" charset="-122"/>
                </a:rPr>
                <a:t>abc.com</a:t>
              </a:r>
            </a:p>
          </p:txBody>
        </p:sp>
        <p:sp>
          <p:nvSpPr>
            <p:cNvPr id="1066099" name="Freeform 115">
              <a:extLst>
                <a:ext uri="{FF2B5EF4-FFF2-40B4-BE49-F238E27FC236}">
                  <a16:creationId xmlns:a16="http://schemas.microsoft.com/office/drawing/2014/main" id="{5DF2F79F-680F-9E49-9F4B-E2157A37208D}"/>
                </a:ext>
              </a:extLst>
            </p:cNvPr>
            <p:cNvSpPr>
              <a:spLocks/>
            </p:cNvSpPr>
            <p:nvPr/>
          </p:nvSpPr>
          <p:spPr bwMode="auto">
            <a:xfrm>
              <a:off x="4458" y="2341"/>
              <a:ext cx="849" cy="958"/>
            </a:xfrm>
            <a:custGeom>
              <a:avLst/>
              <a:gdLst>
                <a:gd name="T0" fmla="*/ 344 w 753"/>
                <a:gd name="T1" fmla="*/ 32 h 900"/>
                <a:gd name="T2" fmla="*/ 82 w 753"/>
                <a:gd name="T3" fmla="*/ 66 h 900"/>
                <a:gd name="T4" fmla="*/ 1 w 753"/>
                <a:gd name="T5" fmla="*/ 253 h 900"/>
                <a:gd name="T6" fmla="*/ 91 w 753"/>
                <a:gd name="T7" fmla="*/ 390 h 900"/>
                <a:gd name="T8" fmla="*/ 260 w 753"/>
                <a:gd name="T9" fmla="*/ 624 h 900"/>
                <a:gd name="T10" fmla="*/ 409 w 753"/>
                <a:gd name="T11" fmla="*/ 873 h 900"/>
                <a:gd name="T12" fmla="*/ 605 w 753"/>
                <a:gd name="T13" fmla="*/ 952 h 900"/>
                <a:gd name="T14" fmla="*/ 777 w 753"/>
                <a:gd name="T15" fmla="*/ 909 h 900"/>
                <a:gd name="T16" fmla="*/ 849 w 753"/>
                <a:gd name="T17" fmla="*/ 815 h 900"/>
                <a:gd name="T18" fmla="*/ 775 w 753"/>
                <a:gd name="T19" fmla="*/ 617 h 900"/>
                <a:gd name="T20" fmla="*/ 678 w 753"/>
                <a:gd name="T21" fmla="*/ 458 h 900"/>
                <a:gd name="T22" fmla="*/ 545 w 753"/>
                <a:gd name="T23" fmla="*/ 260 h 900"/>
                <a:gd name="T24" fmla="*/ 344 w 753"/>
                <a:gd name="T25" fmla="*/ 32 h 9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ffectLst/>
          </p:spPr>
          <p:txBody>
            <a:bodyPr/>
            <a:lstStyle/>
            <a:p>
              <a:pPr>
                <a:defRPr/>
              </a:pPr>
              <a:endParaRPr lang="zh-CN" altLang="en-US">
                <a:cs typeface="+mn-cs"/>
              </a:endParaRPr>
            </a:p>
          </p:txBody>
        </p:sp>
        <p:sp>
          <p:nvSpPr>
            <p:cNvPr id="1066100" name="Freeform 116">
              <a:extLst>
                <a:ext uri="{FF2B5EF4-FFF2-40B4-BE49-F238E27FC236}">
                  <a16:creationId xmlns:a16="http://schemas.microsoft.com/office/drawing/2014/main" id="{2960E999-064C-0540-A9E6-6F6DD00AADB1}"/>
                </a:ext>
              </a:extLst>
            </p:cNvPr>
            <p:cNvSpPr>
              <a:spLocks/>
            </p:cNvSpPr>
            <p:nvPr/>
          </p:nvSpPr>
          <p:spPr bwMode="auto">
            <a:xfrm>
              <a:off x="3215" y="1882"/>
              <a:ext cx="1535" cy="1436"/>
            </a:xfrm>
            <a:custGeom>
              <a:avLst/>
              <a:gdLst>
                <a:gd name="T0" fmla="*/ 1354 w 1360"/>
                <a:gd name="T1" fmla="*/ 62 h 1349"/>
                <a:gd name="T2" fmla="*/ 995 w 1360"/>
                <a:gd name="T3" fmla="*/ 49 h 1349"/>
                <a:gd name="T4" fmla="*/ 681 w 1360"/>
                <a:gd name="T5" fmla="*/ 358 h 1349"/>
                <a:gd name="T6" fmla="*/ 135 w 1360"/>
                <a:gd name="T7" fmla="*/ 1045 h 1349"/>
                <a:gd name="T8" fmla="*/ 15 w 1360"/>
                <a:gd name="T9" fmla="*/ 1323 h 1349"/>
                <a:gd name="T10" fmla="*/ 220 w 1360"/>
                <a:gd name="T11" fmla="*/ 1420 h 1349"/>
                <a:gd name="T12" fmla="*/ 691 w 1360"/>
                <a:gd name="T13" fmla="*/ 1422 h 1349"/>
                <a:gd name="T14" fmla="*/ 1300 w 1360"/>
                <a:gd name="T15" fmla="*/ 1416 h 1349"/>
                <a:gd name="T16" fmla="*/ 1510 w 1360"/>
                <a:gd name="T17" fmla="*/ 1314 h 1349"/>
                <a:gd name="T18" fmla="*/ 1448 w 1360"/>
                <a:gd name="T19" fmla="*/ 1130 h 1349"/>
                <a:gd name="T20" fmla="*/ 1185 w 1360"/>
                <a:gd name="T21" fmla="*/ 822 h 1349"/>
                <a:gd name="T22" fmla="*/ 1141 w 1360"/>
                <a:gd name="T23" fmla="*/ 647 h 1349"/>
                <a:gd name="T24" fmla="*/ 1293 w 1360"/>
                <a:gd name="T25" fmla="*/ 407 h 1349"/>
                <a:gd name="T26" fmla="*/ 1429 w 1360"/>
                <a:gd name="T27" fmla="*/ 279 h 1349"/>
                <a:gd name="T28" fmla="*/ 1449 w 1360"/>
                <a:gd name="T29" fmla="*/ 177 h 1349"/>
                <a:gd name="T30" fmla="*/ 1354 w 1360"/>
                <a:gd name="T31" fmla="*/ 62 h 13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ffectLst/>
          </p:spPr>
          <p:txBody>
            <a:bodyPr/>
            <a:lstStyle/>
            <a:p>
              <a:pPr>
                <a:defRPr/>
              </a:pPr>
              <a:endParaRPr lang="zh-CN" altLang="en-US">
                <a:cs typeface="+mn-cs"/>
              </a:endParaRPr>
            </a:p>
          </p:txBody>
        </p:sp>
        <p:sp>
          <p:nvSpPr>
            <p:cNvPr id="1066101" name="AutoShape 117">
              <a:extLst>
                <a:ext uri="{FF2B5EF4-FFF2-40B4-BE49-F238E27FC236}">
                  <a16:creationId xmlns:a16="http://schemas.microsoft.com/office/drawing/2014/main" id="{8AB78382-FEF3-8D4A-9349-E3D6F8D143AC}"/>
                </a:ext>
              </a:extLst>
            </p:cNvPr>
            <p:cNvSpPr>
              <a:spLocks noChangeArrowheads="1"/>
            </p:cNvSpPr>
            <p:nvPr/>
          </p:nvSpPr>
          <p:spPr bwMode="auto">
            <a:xfrm>
              <a:off x="2971" y="1800"/>
              <a:ext cx="2665" cy="1664"/>
            </a:xfrm>
            <a:prstGeom prst="roundRect">
              <a:avLst>
                <a:gd name="adj" fmla="val 9319"/>
              </a:avLst>
            </a:prstGeom>
            <a:noFill/>
            <a:ln w="2857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939" name="Text Box 118">
              <a:extLst>
                <a:ext uri="{FF2B5EF4-FFF2-40B4-BE49-F238E27FC236}">
                  <a16:creationId xmlns:a16="http://schemas.microsoft.com/office/drawing/2014/main" id="{0611275A-3A8E-454F-B8CE-CFD5B24E67A2}"/>
                </a:ext>
              </a:extLst>
            </p:cNvPr>
            <p:cNvSpPr txBox="1">
              <a:spLocks noChangeArrowheads="1"/>
            </p:cNvSpPr>
            <p:nvPr/>
          </p:nvSpPr>
          <p:spPr bwMode="auto">
            <a:xfrm>
              <a:off x="2948" y="2131"/>
              <a:ext cx="88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0000"/>
                </a:lnSpc>
                <a:spcBef>
                  <a:spcPct val="0"/>
                </a:spcBef>
                <a:buClrTx/>
                <a:buSzTx/>
                <a:buFontTx/>
                <a:buNone/>
              </a:pPr>
              <a:r>
                <a:rPr kumimoji="1" lang="zh-CN" altLang="zh-CN" sz="1800">
                  <a:solidFill>
                    <a:srgbClr val="FF0000"/>
                  </a:solidFill>
                  <a:latin typeface="Arial" panose="020B0604020202020204" pitchFamily="34" charset="0"/>
                  <a:ea typeface="宋体" panose="02010600030101010101" pitchFamily="2" charset="-122"/>
                </a:rPr>
                <a:t> 区</a:t>
              </a:r>
              <a:endParaRPr kumimoji="1" lang="zh-CN" altLang="en-US" sz="1800">
                <a:solidFill>
                  <a:srgbClr val="FF0000"/>
                </a:solidFill>
                <a:latin typeface="Arial" panose="020B0604020202020204" pitchFamily="34" charset="0"/>
                <a:ea typeface="宋体" panose="02010600030101010101" pitchFamily="2" charset="-122"/>
              </a:endParaRPr>
            </a:p>
            <a:p>
              <a:pPr algn="ctr" eaLnBrk="1" hangingPunct="1">
                <a:lnSpc>
                  <a:spcPct val="70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abc.com</a:t>
              </a:r>
            </a:p>
          </p:txBody>
        </p:sp>
        <p:sp>
          <p:nvSpPr>
            <p:cNvPr id="37940" name="Text Box 119">
              <a:extLst>
                <a:ext uri="{FF2B5EF4-FFF2-40B4-BE49-F238E27FC236}">
                  <a16:creationId xmlns:a16="http://schemas.microsoft.com/office/drawing/2014/main" id="{B77F7800-ACD5-5A43-A3D6-F9FFDB258AA0}"/>
                </a:ext>
              </a:extLst>
            </p:cNvPr>
            <p:cNvSpPr txBox="1">
              <a:spLocks noChangeArrowheads="1"/>
            </p:cNvSpPr>
            <p:nvPr/>
          </p:nvSpPr>
          <p:spPr bwMode="auto">
            <a:xfrm>
              <a:off x="4649" y="1950"/>
              <a:ext cx="99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75000"/>
                </a:lnSpc>
                <a:spcBef>
                  <a:spcPct val="0"/>
                </a:spcBef>
                <a:buClrTx/>
                <a:buSzTx/>
                <a:buFontTx/>
                <a:buNone/>
              </a:pPr>
              <a:r>
                <a:rPr kumimoji="1" lang="zh-CN" altLang="en-US" sz="1800">
                  <a:solidFill>
                    <a:srgbClr val="FF0000"/>
                  </a:solidFill>
                  <a:latin typeface="Arial" panose="020B0604020202020204" pitchFamily="34" charset="0"/>
                  <a:ea typeface="宋体" panose="02010600030101010101" pitchFamily="2" charset="-122"/>
                </a:rPr>
                <a:t>区</a:t>
              </a:r>
            </a:p>
            <a:p>
              <a:pPr algn="ctr" eaLnBrk="1" hangingPunct="1">
                <a:lnSpc>
                  <a:spcPct val="75000"/>
                </a:lnSpc>
                <a:spcBef>
                  <a:spcPct val="0"/>
                </a:spcBef>
                <a:buClrTx/>
                <a:buSzTx/>
                <a:buFontTx/>
                <a:buNone/>
              </a:pPr>
              <a:r>
                <a:rPr kumimoji="1" lang="en-US" altLang="zh-CN" sz="1800">
                  <a:solidFill>
                    <a:srgbClr val="FF0000"/>
                  </a:solidFill>
                  <a:latin typeface="Arial" panose="020B0604020202020204" pitchFamily="34" charset="0"/>
                  <a:ea typeface="宋体" panose="02010600030101010101" pitchFamily="2" charset="-122"/>
                </a:rPr>
                <a:t>y.abc.com</a:t>
              </a:r>
            </a:p>
          </p:txBody>
        </p:sp>
        <p:sp>
          <p:nvSpPr>
            <p:cNvPr id="1066104" name="Line 120">
              <a:extLst>
                <a:ext uri="{FF2B5EF4-FFF2-40B4-BE49-F238E27FC236}">
                  <a16:creationId xmlns:a16="http://schemas.microsoft.com/office/drawing/2014/main" id="{D81F6872-AA94-034B-A7EC-D56971E50B02}"/>
                </a:ext>
              </a:extLst>
            </p:cNvPr>
            <p:cNvSpPr>
              <a:spLocks noChangeShapeType="1"/>
            </p:cNvSpPr>
            <p:nvPr/>
          </p:nvSpPr>
          <p:spPr bwMode="auto">
            <a:xfrm>
              <a:off x="3382" y="2491"/>
              <a:ext cx="156" cy="227"/>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066105" name="Line 121">
              <a:extLst>
                <a:ext uri="{FF2B5EF4-FFF2-40B4-BE49-F238E27FC236}">
                  <a16:creationId xmlns:a16="http://schemas.microsoft.com/office/drawing/2014/main" id="{3856849A-985E-234C-9A83-B392F15DFB38}"/>
                </a:ext>
              </a:extLst>
            </p:cNvPr>
            <p:cNvSpPr>
              <a:spLocks noChangeShapeType="1"/>
            </p:cNvSpPr>
            <p:nvPr/>
          </p:nvSpPr>
          <p:spPr bwMode="auto">
            <a:xfrm rot="10800000" flipV="1">
              <a:off x="5103" y="2316"/>
              <a:ext cx="124" cy="426"/>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066106" name="Line 122">
              <a:extLst>
                <a:ext uri="{FF2B5EF4-FFF2-40B4-BE49-F238E27FC236}">
                  <a16:creationId xmlns:a16="http://schemas.microsoft.com/office/drawing/2014/main" id="{EE90A9E4-4E8B-B54C-AF9C-DDD774339773}"/>
                </a:ext>
              </a:extLst>
            </p:cNvPr>
            <p:cNvSpPr>
              <a:spLocks noChangeShapeType="1"/>
            </p:cNvSpPr>
            <p:nvPr/>
          </p:nvSpPr>
          <p:spPr bwMode="auto">
            <a:xfrm flipH="1">
              <a:off x="4054" y="2124"/>
              <a:ext cx="226" cy="41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7" name="Line 123">
              <a:extLst>
                <a:ext uri="{FF2B5EF4-FFF2-40B4-BE49-F238E27FC236}">
                  <a16:creationId xmlns:a16="http://schemas.microsoft.com/office/drawing/2014/main" id="{C6029468-8D97-B347-8585-FAEF1404C7EC}"/>
                </a:ext>
              </a:extLst>
            </p:cNvPr>
            <p:cNvSpPr>
              <a:spLocks noChangeShapeType="1"/>
            </p:cNvSpPr>
            <p:nvPr/>
          </p:nvSpPr>
          <p:spPr bwMode="auto">
            <a:xfrm>
              <a:off x="4407" y="2143"/>
              <a:ext cx="297" cy="38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8" name="Line 124">
              <a:extLst>
                <a:ext uri="{FF2B5EF4-FFF2-40B4-BE49-F238E27FC236}">
                  <a16:creationId xmlns:a16="http://schemas.microsoft.com/office/drawing/2014/main" id="{4867D98C-E2EE-F149-84AA-2824214B4F68}"/>
                </a:ext>
              </a:extLst>
            </p:cNvPr>
            <p:cNvSpPr>
              <a:spLocks noChangeShapeType="1"/>
            </p:cNvSpPr>
            <p:nvPr/>
          </p:nvSpPr>
          <p:spPr bwMode="auto">
            <a:xfrm>
              <a:off x="4754" y="2610"/>
              <a:ext cx="319" cy="49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09" name="Line 125">
              <a:extLst>
                <a:ext uri="{FF2B5EF4-FFF2-40B4-BE49-F238E27FC236}">
                  <a16:creationId xmlns:a16="http://schemas.microsoft.com/office/drawing/2014/main" id="{DA9BADB0-F23F-C448-A34B-C992C9868E83}"/>
                </a:ext>
              </a:extLst>
            </p:cNvPr>
            <p:cNvSpPr>
              <a:spLocks noChangeShapeType="1"/>
            </p:cNvSpPr>
            <p:nvPr/>
          </p:nvSpPr>
          <p:spPr bwMode="auto">
            <a:xfrm>
              <a:off x="4068" y="2622"/>
              <a:ext cx="388" cy="44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0" name="Line 126">
              <a:extLst>
                <a:ext uri="{FF2B5EF4-FFF2-40B4-BE49-F238E27FC236}">
                  <a16:creationId xmlns:a16="http://schemas.microsoft.com/office/drawing/2014/main" id="{23535B91-0949-F249-BE76-4EB2F0D21F40}"/>
                </a:ext>
              </a:extLst>
            </p:cNvPr>
            <p:cNvSpPr>
              <a:spLocks noChangeShapeType="1"/>
            </p:cNvSpPr>
            <p:nvPr/>
          </p:nvSpPr>
          <p:spPr bwMode="auto">
            <a:xfrm flipH="1">
              <a:off x="4002" y="2629"/>
              <a:ext cx="11" cy="380"/>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1" name="Line 127">
              <a:extLst>
                <a:ext uri="{FF2B5EF4-FFF2-40B4-BE49-F238E27FC236}">
                  <a16:creationId xmlns:a16="http://schemas.microsoft.com/office/drawing/2014/main" id="{4B5B14C8-690F-834B-8A3B-5E1C5F2E2499}"/>
                </a:ext>
              </a:extLst>
            </p:cNvPr>
            <p:cNvSpPr>
              <a:spLocks noChangeShapeType="1"/>
            </p:cNvSpPr>
            <p:nvPr/>
          </p:nvSpPr>
          <p:spPr bwMode="auto">
            <a:xfrm flipH="1">
              <a:off x="3528" y="2578"/>
              <a:ext cx="470" cy="48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12" name="Oval 128">
              <a:extLst>
                <a:ext uri="{FF2B5EF4-FFF2-40B4-BE49-F238E27FC236}">
                  <a16:creationId xmlns:a16="http://schemas.microsoft.com/office/drawing/2014/main" id="{3326C6E8-0B98-5242-9C93-5980FB9D62AA}"/>
                </a:ext>
              </a:extLst>
            </p:cNvPr>
            <p:cNvSpPr>
              <a:spLocks noChangeArrowheads="1"/>
            </p:cNvSpPr>
            <p:nvPr/>
          </p:nvSpPr>
          <p:spPr bwMode="auto">
            <a:xfrm>
              <a:off x="4121" y="1982"/>
              <a:ext cx="410" cy="242"/>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abc</a:t>
              </a:r>
            </a:p>
          </p:txBody>
        </p:sp>
        <p:sp>
          <p:nvSpPr>
            <p:cNvPr id="1066113" name="Oval 129">
              <a:extLst>
                <a:ext uri="{FF2B5EF4-FFF2-40B4-BE49-F238E27FC236}">
                  <a16:creationId xmlns:a16="http://schemas.microsoft.com/office/drawing/2014/main" id="{67F04169-05C5-1543-B880-723D57EA6D94}"/>
                </a:ext>
              </a:extLst>
            </p:cNvPr>
            <p:cNvSpPr>
              <a:spLocks noChangeArrowheads="1"/>
            </p:cNvSpPr>
            <p:nvPr/>
          </p:nvSpPr>
          <p:spPr bwMode="auto">
            <a:xfrm>
              <a:off x="3844" y="2481"/>
              <a:ext cx="359" cy="193"/>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x</a:t>
              </a:r>
            </a:p>
          </p:txBody>
        </p:sp>
        <p:sp>
          <p:nvSpPr>
            <p:cNvPr id="1066114" name="Oval 130">
              <a:extLst>
                <a:ext uri="{FF2B5EF4-FFF2-40B4-BE49-F238E27FC236}">
                  <a16:creationId xmlns:a16="http://schemas.microsoft.com/office/drawing/2014/main" id="{018FEA97-5EEC-654C-B648-677700637E2A}"/>
                </a:ext>
              </a:extLst>
            </p:cNvPr>
            <p:cNvSpPr>
              <a:spLocks noChangeArrowheads="1"/>
            </p:cNvSpPr>
            <p:nvPr/>
          </p:nvSpPr>
          <p:spPr bwMode="auto">
            <a:xfrm>
              <a:off x="3332"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u</a:t>
              </a:r>
            </a:p>
          </p:txBody>
        </p:sp>
        <p:sp>
          <p:nvSpPr>
            <p:cNvPr id="1066115" name="Oval 131">
              <a:extLst>
                <a:ext uri="{FF2B5EF4-FFF2-40B4-BE49-F238E27FC236}">
                  <a16:creationId xmlns:a16="http://schemas.microsoft.com/office/drawing/2014/main" id="{119E4F43-FA27-4943-A45F-41B84C09C52B}"/>
                </a:ext>
              </a:extLst>
            </p:cNvPr>
            <p:cNvSpPr>
              <a:spLocks noChangeArrowheads="1"/>
            </p:cNvSpPr>
            <p:nvPr/>
          </p:nvSpPr>
          <p:spPr bwMode="auto">
            <a:xfrm>
              <a:off x="3810"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v</a:t>
              </a:r>
            </a:p>
          </p:txBody>
        </p:sp>
        <p:sp>
          <p:nvSpPr>
            <p:cNvPr id="1066116" name="Oval 132">
              <a:extLst>
                <a:ext uri="{FF2B5EF4-FFF2-40B4-BE49-F238E27FC236}">
                  <a16:creationId xmlns:a16="http://schemas.microsoft.com/office/drawing/2014/main" id="{2DFB312F-88D4-5743-A96F-344580A002F3}"/>
                </a:ext>
              </a:extLst>
            </p:cNvPr>
            <p:cNvSpPr>
              <a:spLocks noChangeArrowheads="1"/>
            </p:cNvSpPr>
            <p:nvPr/>
          </p:nvSpPr>
          <p:spPr bwMode="auto">
            <a:xfrm>
              <a:off x="4287"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w</a:t>
              </a:r>
            </a:p>
          </p:txBody>
        </p:sp>
        <p:sp>
          <p:nvSpPr>
            <p:cNvPr id="1066117" name="Oval 133">
              <a:extLst>
                <a:ext uri="{FF2B5EF4-FFF2-40B4-BE49-F238E27FC236}">
                  <a16:creationId xmlns:a16="http://schemas.microsoft.com/office/drawing/2014/main" id="{3EE14C14-D6C5-224F-8BB4-0341D94D67C7}"/>
                </a:ext>
              </a:extLst>
            </p:cNvPr>
            <p:cNvSpPr>
              <a:spLocks noChangeArrowheads="1"/>
            </p:cNvSpPr>
            <p:nvPr/>
          </p:nvSpPr>
          <p:spPr bwMode="auto">
            <a:xfrm>
              <a:off x="4867" y="3012"/>
              <a:ext cx="359" cy="194"/>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t</a:t>
              </a:r>
            </a:p>
          </p:txBody>
        </p:sp>
        <p:sp>
          <p:nvSpPr>
            <p:cNvPr id="1066118" name="Oval 134">
              <a:extLst>
                <a:ext uri="{FF2B5EF4-FFF2-40B4-BE49-F238E27FC236}">
                  <a16:creationId xmlns:a16="http://schemas.microsoft.com/office/drawing/2014/main" id="{6D890F1C-D990-124F-A195-219306FE7DF4}"/>
                </a:ext>
              </a:extLst>
            </p:cNvPr>
            <p:cNvSpPr>
              <a:spLocks noChangeArrowheads="1"/>
            </p:cNvSpPr>
            <p:nvPr/>
          </p:nvSpPr>
          <p:spPr bwMode="auto">
            <a:xfrm>
              <a:off x="4560" y="2481"/>
              <a:ext cx="359" cy="193"/>
            </a:xfrm>
            <a:prstGeom prst="ellipse">
              <a:avLst/>
            </a:prstGeom>
            <a:solidFill>
              <a:schemeClr val="bg1"/>
            </a:solidFill>
            <a:ln w="9525">
              <a:solidFill>
                <a:schemeClr val="tx1"/>
              </a:solidFill>
              <a:round/>
              <a:headEnd/>
              <a:tailEnd/>
            </a:ln>
            <a:effectLst/>
          </p:spPr>
          <p:txBody>
            <a:bodyPr wrap="none" anchor="ctr"/>
            <a:lstStyle/>
            <a:p>
              <a:pPr algn="ctr" eaLnBrk="1" hangingPunct="1">
                <a:defRPr/>
              </a:pPr>
              <a:r>
                <a:rPr kumimoji="1" lang="en-US" altLang="zh-CN">
                  <a:solidFill>
                    <a:schemeClr val="folHlink"/>
                  </a:solidFill>
                  <a:latin typeface="Arial" charset="0"/>
                  <a:ea typeface="黑体" charset="-122"/>
                </a:rPr>
                <a:t>y</a:t>
              </a:r>
            </a:p>
          </p:txBody>
        </p:sp>
        <p:sp>
          <p:nvSpPr>
            <p:cNvPr id="1066119" name="AutoShape 135">
              <a:extLst>
                <a:ext uri="{FF2B5EF4-FFF2-40B4-BE49-F238E27FC236}">
                  <a16:creationId xmlns:a16="http://schemas.microsoft.com/office/drawing/2014/main" id="{CDBAE3CC-2931-6D41-AFCC-832E4BC41D13}"/>
                </a:ext>
              </a:extLst>
            </p:cNvPr>
            <p:cNvSpPr>
              <a:spLocks noChangeArrowheads="1"/>
            </p:cNvSpPr>
            <p:nvPr/>
          </p:nvSpPr>
          <p:spPr bwMode="auto">
            <a:xfrm>
              <a:off x="4063" y="1232"/>
              <a:ext cx="522" cy="303"/>
            </a:xfrm>
            <a:prstGeom prst="roundRect">
              <a:avLst>
                <a:gd name="adj" fmla="val 34167"/>
              </a:avLst>
            </a:prstGeom>
            <a:solidFill>
              <a:srgbClr val="CCECFF"/>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com</a:t>
              </a:r>
            </a:p>
          </p:txBody>
        </p:sp>
        <p:sp>
          <p:nvSpPr>
            <p:cNvPr id="1066120" name="AutoShape 136">
              <a:extLst>
                <a:ext uri="{FF2B5EF4-FFF2-40B4-BE49-F238E27FC236}">
                  <a16:creationId xmlns:a16="http://schemas.microsoft.com/office/drawing/2014/main" id="{0BC87BC0-8B47-7B46-80D1-3887B8270F14}"/>
                </a:ext>
              </a:extLst>
            </p:cNvPr>
            <p:cNvSpPr>
              <a:spLocks noChangeArrowheads="1"/>
            </p:cNvSpPr>
            <p:nvPr/>
          </p:nvSpPr>
          <p:spPr bwMode="auto">
            <a:xfrm>
              <a:off x="4909" y="1225"/>
              <a:ext cx="522" cy="304"/>
            </a:xfrm>
            <a:prstGeom prst="roundRect">
              <a:avLst>
                <a:gd name="adj" fmla="val 34167"/>
              </a:avLst>
            </a:prstGeom>
            <a:solidFill>
              <a:srgbClr val="FF9900"/>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edu</a:t>
              </a:r>
            </a:p>
          </p:txBody>
        </p:sp>
        <p:sp>
          <p:nvSpPr>
            <p:cNvPr id="1066121" name="AutoShape 137">
              <a:extLst>
                <a:ext uri="{FF2B5EF4-FFF2-40B4-BE49-F238E27FC236}">
                  <a16:creationId xmlns:a16="http://schemas.microsoft.com/office/drawing/2014/main" id="{F6A1FD43-ADBF-1949-8E56-B078CA8D9051}"/>
                </a:ext>
              </a:extLst>
            </p:cNvPr>
            <p:cNvSpPr>
              <a:spLocks noChangeArrowheads="1"/>
            </p:cNvSpPr>
            <p:nvPr/>
          </p:nvSpPr>
          <p:spPr bwMode="auto">
            <a:xfrm>
              <a:off x="3220" y="1225"/>
              <a:ext cx="522" cy="304"/>
            </a:xfrm>
            <a:prstGeom prst="roundRect">
              <a:avLst>
                <a:gd name="adj" fmla="val 34167"/>
              </a:avLst>
            </a:prstGeom>
            <a:solidFill>
              <a:srgbClr val="FFFF99"/>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org</a:t>
              </a:r>
            </a:p>
          </p:txBody>
        </p:sp>
        <p:grpSp>
          <p:nvGrpSpPr>
            <p:cNvPr id="37959" name="Group 138">
              <a:extLst>
                <a:ext uri="{FF2B5EF4-FFF2-40B4-BE49-F238E27FC236}">
                  <a16:creationId xmlns:a16="http://schemas.microsoft.com/office/drawing/2014/main" id="{EE0D4FAA-2502-0C43-A18F-59F162282E12}"/>
                </a:ext>
              </a:extLst>
            </p:cNvPr>
            <p:cNvGrpSpPr>
              <a:grpSpLocks/>
            </p:cNvGrpSpPr>
            <p:nvPr/>
          </p:nvGrpSpPr>
          <p:grpSpPr bwMode="auto">
            <a:xfrm>
              <a:off x="5042" y="1530"/>
              <a:ext cx="256" cy="98"/>
              <a:chOff x="2875" y="1143"/>
              <a:chExt cx="330" cy="132"/>
            </a:xfrm>
          </p:grpSpPr>
          <p:sp>
            <p:nvSpPr>
              <p:cNvPr id="1066123" name="Line 139">
                <a:extLst>
                  <a:ext uri="{FF2B5EF4-FFF2-40B4-BE49-F238E27FC236}">
                    <a16:creationId xmlns:a16="http://schemas.microsoft.com/office/drawing/2014/main" id="{F839C753-8503-DD4C-8D7A-EBD88AE10375}"/>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4" name="Line 140">
                <a:extLst>
                  <a:ext uri="{FF2B5EF4-FFF2-40B4-BE49-F238E27FC236}">
                    <a16:creationId xmlns:a16="http://schemas.microsoft.com/office/drawing/2014/main" id="{5365C993-4094-884F-A546-EBD88343A062}"/>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5" name="Line 141">
                <a:extLst>
                  <a:ext uri="{FF2B5EF4-FFF2-40B4-BE49-F238E27FC236}">
                    <a16:creationId xmlns:a16="http://schemas.microsoft.com/office/drawing/2014/main" id="{2FDD3312-3A86-434C-A610-61278A4109F3}"/>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6" name="Line 142">
                <a:extLst>
                  <a:ext uri="{FF2B5EF4-FFF2-40B4-BE49-F238E27FC236}">
                    <a16:creationId xmlns:a16="http://schemas.microsoft.com/office/drawing/2014/main" id="{A3A7F3B9-00D1-D44F-B887-E1D55BB89069}"/>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7960" name="Group 143">
              <a:extLst>
                <a:ext uri="{FF2B5EF4-FFF2-40B4-BE49-F238E27FC236}">
                  <a16:creationId xmlns:a16="http://schemas.microsoft.com/office/drawing/2014/main" id="{BB744E99-FBF0-8248-A935-2F71F746270F}"/>
                </a:ext>
              </a:extLst>
            </p:cNvPr>
            <p:cNvGrpSpPr>
              <a:grpSpLocks/>
            </p:cNvGrpSpPr>
            <p:nvPr/>
          </p:nvGrpSpPr>
          <p:grpSpPr bwMode="auto">
            <a:xfrm>
              <a:off x="3353" y="1530"/>
              <a:ext cx="256" cy="98"/>
              <a:chOff x="2875" y="1143"/>
              <a:chExt cx="330" cy="132"/>
            </a:xfrm>
          </p:grpSpPr>
          <p:sp>
            <p:nvSpPr>
              <p:cNvPr id="1066128" name="Line 144">
                <a:extLst>
                  <a:ext uri="{FF2B5EF4-FFF2-40B4-BE49-F238E27FC236}">
                    <a16:creationId xmlns:a16="http://schemas.microsoft.com/office/drawing/2014/main" id="{DEF26758-EE39-A642-B00C-45551AFD0131}"/>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29" name="Line 145">
                <a:extLst>
                  <a:ext uri="{FF2B5EF4-FFF2-40B4-BE49-F238E27FC236}">
                    <a16:creationId xmlns:a16="http://schemas.microsoft.com/office/drawing/2014/main" id="{D85510AF-533A-6749-BF7F-293BFC77EF83}"/>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0" name="Line 146">
                <a:extLst>
                  <a:ext uri="{FF2B5EF4-FFF2-40B4-BE49-F238E27FC236}">
                    <a16:creationId xmlns:a16="http://schemas.microsoft.com/office/drawing/2014/main" id="{18CA4638-4285-A54D-8954-2500C643083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1" name="Line 147">
                <a:extLst>
                  <a:ext uri="{FF2B5EF4-FFF2-40B4-BE49-F238E27FC236}">
                    <a16:creationId xmlns:a16="http://schemas.microsoft.com/office/drawing/2014/main" id="{08E9C4B4-C5DD-1D4A-8C6B-DB3126DE1F95}"/>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61" name="AutoShape 148">
              <a:extLst>
                <a:ext uri="{FF2B5EF4-FFF2-40B4-BE49-F238E27FC236}">
                  <a16:creationId xmlns:a16="http://schemas.microsoft.com/office/drawing/2014/main" id="{C21D3ED6-633B-D74F-8A8A-3ED18D105C2F}"/>
                </a:ext>
              </a:extLst>
            </p:cNvPr>
            <p:cNvSpPr>
              <a:spLocks noChangeArrowheads="1"/>
            </p:cNvSpPr>
            <p:nvPr/>
          </p:nvSpPr>
          <p:spPr bwMode="auto">
            <a:xfrm>
              <a:off x="4049" y="709"/>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根</a:t>
              </a:r>
            </a:p>
          </p:txBody>
        </p:sp>
        <p:sp>
          <p:nvSpPr>
            <p:cNvPr id="1066133" name="Line 149">
              <a:extLst>
                <a:ext uri="{FF2B5EF4-FFF2-40B4-BE49-F238E27FC236}">
                  <a16:creationId xmlns:a16="http://schemas.microsoft.com/office/drawing/2014/main" id="{96679241-990F-2E40-92E9-B9844F7BA921}"/>
                </a:ext>
              </a:extLst>
            </p:cNvPr>
            <p:cNvSpPr>
              <a:spLocks noChangeShapeType="1"/>
            </p:cNvSpPr>
            <p:nvPr/>
          </p:nvSpPr>
          <p:spPr bwMode="auto">
            <a:xfrm>
              <a:off x="4375" y="1010"/>
              <a:ext cx="792"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4" name="Line 150">
              <a:extLst>
                <a:ext uri="{FF2B5EF4-FFF2-40B4-BE49-F238E27FC236}">
                  <a16:creationId xmlns:a16="http://schemas.microsoft.com/office/drawing/2014/main" id="{17330A40-2A2A-A14C-A57B-DBD18F64DA89}"/>
                </a:ext>
              </a:extLst>
            </p:cNvPr>
            <p:cNvSpPr>
              <a:spLocks noChangeShapeType="1"/>
            </p:cNvSpPr>
            <p:nvPr/>
          </p:nvSpPr>
          <p:spPr bwMode="auto">
            <a:xfrm flipV="1">
              <a:off x="3481" y="1010"/>
              <a:ext cx="779"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35" name="Line 151">
              <a:extLst>
                <a:ext uri="{FF2B5EF4-FFF2-40B4-BE49-F238E27FC236}">
                  <a16:creationId xmlns:a16="http://schemas.microsoft.com/office/drawing/2014/main" id="{1350553C-B2BE-1245-8EFB-83B0A2D77A9F}"/>
                </a:ext>
              </a:extLst>
            </p:cNvPr>
            <p:cNvSpPr>
              <a:spLocks noChangeShapeType="1"/>
            </p:cNvSpPr>
            <p:nvPr/>
          </p:nvSpPr>
          <p:spPr bwMode="auto">
            <a:xfrm>
              <a:off x="4321" y="1010"/>
              <a:ext cx="0" cy="213"/>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6136" name="AutoShape 152">
            <a:extLst>
              <a:ext uri="{FF2B5EF4-FFF2-40B4-BE49-F238E27FC236}">
                <a16:creationId xmlns:a16="http://schemas.microsoft.com/office/drawing/2014/main" id="{FFDE2618-2C6D-FD4E-A65A-3CE28AB90628}"/>
              </a:ext>
            </a:extLst>
          </p:cNvPr>
          <p:cNvSpPr>
            <a:spLocks noChangeArrowheads="1"/>
          </p:cNvSpPr>
          <p:nvPr/>
        </p:nvSpPr>
        <p:spPr bwMode="auto">
          <a:xfrm>
            <a:off x="2606603" y="1989693"/>
            <a:ext cx="622697" cy="360760"/>
          </a:xfrm>
          <a:prstGeom prst="roundRect">
            <a:avLst>
              <a:gd name="adj" fmla="val 34167"/>
            </a:avLst>
          </a:prstGeom>
          <a:solidFill>
            <a:srgbClr val="CCECFF"/>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com</a:t>
            </a:r>
          </a:p>
        </p:txBody>
      </p:sp>
      <p:sp>
        <p:nvSpPr>
          <p:cNvPr id="1066137" name="AutoShape 153">
            <a:extLst>
              <a:ext uri="{FF2B5EF4-FFF2-40B4-BE49-F238E27FC236}">
                <a16:creationId xmlns:a16="http://schemas.microsoft.com/office/drawing/2014/main" id="{9874FBEF-E251-1245-AA01-4450D6BB3D4D}"/>
              </a:ext>
            </a:extLst>
          </p:cNvPr>
          <p:cNvSpPr>
            <a:spLocks noChangeArrowheads="1"/>
          </p:cNvSpPr>
          <p:nvPr/>
        </p:nvSpPr>
        <p:spPr bwMode="auto">
          <a:xfrm>
            <a:off x="3615063" y="1981359"/>
            <a:ext cx="621506" cy="361950"/>
          </a:xfrm>
          <a:prstGeom prst="roundRect">
            <a:avLst>
              <a:gd name="adj" fmla="val 34167"/>
            </a:avLst>
          </a:prstGeom>
          <a:solidFill>
            <a:srgbClr val="FF9900"/>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edu</a:t>
            </a:r>
          </a:p>
        </p:txBody>
      </p:sp>
      <p:sp>
        <p:nvSpPr>
          <p:cNvPr id="1066138" name="AutoShape 154">
            <a:extLst>
              <a:ext uri="{FF2B5EF4-FFF2-40B4-BE49-F238E27FC236}">
                <a16:creationId xmlns:a16="http://schemas.microsoft.com/office/drawing/2014/main" id="{79B12535-0110-314A-9E3F-EEEB9F032CBB}"/>
              </a:ext>
            </a:extLst>
          </p:cNvPr>
          <p:cNvSpPr>
            <a:spLocks noChangeArrowheads="1"/>
          </p:cNvSpPr>
          <p:nvPr/>
        </p:nvSpPr>
        <p:spPr bwMode="auto">
          <a:xfrm>
            <a:off x="1602906" y="1981359"/>
            <a:ext cx="622697" cy="361950"/>
          </a:xfrm>
          <a:prstGeom prst="roundRect">
            <a:avLst>
              <a:gd name="adj" fmla="val 34167"/>
            </a:avLst>
          </a:prstGeom>
          <a:solidFill>
            <a:srgbClr val="FFFF99"/>
          </a:solidFill>
          <a:ln>
            <a:noFill/>
          </a:ln>
          <a:effectLst/>
        </p:spPr>
        <p:txBody>
          <a:bodyPr wrap="none" anchor="ctr"/>
          <a:lstStyle/>
          <a:p>
            <a:pPr algn="ctr" eaLnBrk="1" hangingPunct="1">
              <a:defRPr/>
            </a:pPr>
            <a:r>
              <a:rPr kumimoji="1" lang="en-US" altLang="zh-CN">
                <a:solidFill>
                  <a:schemeClr val="folHlink"/>
                </a:solidFill>
                <a:latin typeface="Arial" charset="0"/>
                <a:ea typeface="黑体" charset="-122"/>
              </a:rPr>
              <a:t>org</a:t>
            </a:r>
          </a:p>
        </p:txBody>
      </p:sp>
      <p:grpSp>
        <p:nvGrpSpPr>
          <p:cNvPr id="37914" name="Group 155">
            <a:extLst>
              <a:ext uri="{FF2B5EF4-FFF2-40B4-BE49-F238E27FC236}">
                <a16:creationId xmlns:a16="http://schemas.microsoft.com/office/drawing/2014/main" id="{6545824A-5F79-2640-924F-55F9FF6FE1B7}"/>
              </a:ext>
            </a:extLst>
          </p:cNvPr>
          <p:cNvGrpSpPr>
            <a:grpSpLocks/>
          </p:cNvGrpSpPr>
          <p:nvPr/>
        </p:nvGrpSpPr>
        <p:grpSpPr bwMode="auto">
          <a:xfrm>
            <a:off x="3773415" y="2344500"/>
            <a:ext cx="304800" cy="116681"/>
            <a:chOff x="2875" y="1143"/>
            <a:chExt cx="330" cy="132"/>
          </a:xfrm>
        </p:grpSpPr>
        <p:sp>
          <p:nvSpPr>
            <p:cNvPr id="1066140" name="Line 156">
              <a:extLst>
                <a:ext uri="{FF2B5EF4-FFF2-40B4-BE49-F238E27FC236}">
                  <a16:creationId xmlns:a16="http://schemas.microsoft.com/office/drawing/2014/main" id="{F15A384F-B82F-DF43-B9A1-582B048DBC4E}"/>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1" name="Line 157">
              <a:extLst>
                <a:ext uri="{FF2B5EF4-FFF2-40B4-BE49-F238E27FC236}">
                  <a16:creationId xmlns:a16="http://schemas.microsoft.com/office/drawing/2014/main" id="{86597C01-28AE-CC4E-A688-6835349BD8FD}"/>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2" name="Line 158">
              <a:extLst>
                <a:ext uri="{FF2B5EF4-FFF2-40B4-BE49-F238E27FC236}">
                  <a16:creationId xmlns:a16="http://schemas.microsoft.com/office/drawing/2014/main" id="{9639615D-7C32-6D40-98AF-C89604B1EB0E}"/>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3" name="Line 159">
              <a:extLst>
                <a:ext uri="{FF2B5EF4-FFF2-40B4-BE49-F238E27FC236}">
                  <a16:creationId xmlns:a16="http://schemas.microsoft.com/office/drawing/2014/main" id="{99D3F003-E494-094B-B84F-8DBA506134EF}"/>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37915" name="Group 160">
            <a:extLst>
              <a:ext uri="{FF2B5EF4-FFF2-40B4-BE49-F238E27FC236}">
                <a16:creationId xmlns:a16="http://schemas.microsoft.com/office/drawing/2014/main" id="{191D113E-EE56-304C-8450-CA7490F498A2}"/>
              </a:ext>
            </a:extLst>
          </p:cNvPr>
          <p:cNvGrpSpPr>
            <a:grpSpLocks/>
          </p:cNvGrpSpPr>
          <p:nvPr/>
        </p:nvGrpSpPr>
        <p:grpSpPr bwMode="auto">
          <a:xfrm>
            <a:off x="1762450" y="2344500"/>
            <a:ext cx="304800" cy="116681"/>
            <a:chOff x="2875" y="1143"/>
            <a:chExt cx="330" cy="132"/>
          </a:xfrm>
        </p:grpSpPr>
        <p:sp>
          <p:nvSpPr>
            <p:cNvPr id="1066145" name="Line 161">
              <a:extLst>
                <a:ext uri="{FF2B5EF4-FFF2-40B4-BE49-F238E27FC236}">
                  <a16:creationId xmlns:a16="http://schemas.microsoft.com/office/drawing/2014/main" id="{78738FFB-4D9D-8349-832E-28FA10DE8B69}"/>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6" name="Line 162">
              <a:extLst>
                <a:ext uri="{FF2B5EF4-FFF2-40B4-BE49-F238E27FC236}">
                  <a16:creationId xmlns:a16="http://schemas.microsoft.com/office/drawing/2014/main" id="{0A9A7BCE-ADB2-1841-8908-89E51A36D91D}"/>
                </a:ext>
              </a:extLst>
            </p:cNvPr>
            <p:cNvSpPr>
              <a:spLocks noChangeShapeType="1"/>
            </p:cNvSpPr>
            <p:nvPr/>
          </p:nvSpPr>
          <p:spPr bwMode="auto">
            <a:xfrm>
              <a:off x="3050" y="1143"/>
              <a:ext cx="36"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7" name="Line 163">
              <a:extLst>
                <a:ext uri="{FF2B5EF4-FFF2-40B4-BE49-F238E27FC236}">
                  <a16:creationId xmlns:a16="http://schemas.microsoft.com/office/drawing/2014/main" id="{EB204627-EA18-F34C-B973-91F4768FC88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48" name="Line 164">
              <a:extLst>
                <a:ext uri="{FF2B5EF4-FFF2-40B4-BE49-F238E27FC236}">
                  <a16:creationId xmlns:a16="http://schemas.microsoft.com/office/drawing/2014/main" id="{B27D83C0-7496-4044-8578-1A61D241F29F}"/>
                </a:ext>
              </a:extLst>
            </p:cNvPr>
            <p:cNvSpPr>
              <a:spLocks noChangeShapeType="1"/>
            </p:cNvSpPr>
            <p:nvPr/>
          </p:nvSpPr>
          <p:spPr bwMode="auto">
            <a:xfrm flipH="1">
              <a:off x="2979" y="1143"/>
              <a:ext cx="54" cy="12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7916" name="AutoShape 165">
            <a:extLst>
              <a:ext uri="{FF2B5EF4-FFF2-40B4-BE49-F238E27FC236}">
                <a16:creationId xmlns:a16="http://schemas.microsoft.com/office/drawing/2014/main" id="{2E835705-19A3-6740-876C-E5F897F61AC6}"/>
              </a:ext>
            </a:extLst>
          </p:cNvPr>
          <p:cNvSpPr>
            <a:spLocks noChangeArrowheads="1"/>
          </p:cNvSpPr>
          <p:nvPr/>
        </p:nvSpPr>
        <p:spPr bwMode="auto">
          <a:xfrm>
            <a:off x="2591126" y="1366997"/>
            <a:ext cx="621506" cy="36195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800">
                <a:solidFill>
                  <a:schemeClr val="folHlink"/>
                </a:solidFill>
                <a:latin typeface="Arial" panose="020B0604020202020204" pitchFamily="34" charset="0"/>
                <a:ea typeface="宋体" panose="02010600030101010101" pitchFamily="2" charset="-122"/>
              </a:rPr>
              <a:t>根</a:t>
            </a:r>
          </a:p>
        </p:txBody>
      </p:sp>
      <p:sp>
        <p:nvSpPr>
          <p:cNvPr id="1066150" name="Line 166">
            <a:extLst>
              <a:ext uri="{FF2B5EF4-FFF2-40B4-BE49-F238E27FC236}">
                <a16:creationId xmlns:a16="http://schemas.microsoft.com/office/drawing/2014/main" id="{AAF6F32A-EAAA-6647-8C05-A6DE81C2AFA5}"/>
              </a:ext>
            </a:extLst>
          </p:cNvPr>
          <p:cNvSpPr>
            <a:spLocks noChangeShapeType="1"/>
          </p:cNvSpPr>
          <p:nvPr/>
        </p:nvSpPr>
        <p:spPr bwMode="auto">
          <a:xfrm>
            <a:off x="2979269" y="1725374"/>
            <a:ext cx="942975"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1" name="Line 167">
            <a:extLst>
              <a:ext uri="{FF2B5EF4-FFF2-40B4-BE49-F238E27FC236}">
                <a16:creationId xmlns:a16="http://schemas.microsoft.com/office/drawing/2014/main" id="{758E7E1B-337E-5643-90AF-77B2CD5AF71B}"/>
              </a:ext>
            </a:extLst>
          </p:cNvPr>
          <p:cNvSpPr>
            <a:spLocks noChangeShapeType="1"/>
          </p:cNvSpPr>
          <p:nvPr/>
        </p:nvSpPr>
        <p:spPr bwMode="auto">
          <a:xfrm flipV="1">
            <a:off x="1914850" y="1725374"/>
            <a:ext cx="927497"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2" name="Line 168">
            <a:extLst>
              <a:ext uri="{FF2B5EF4-FFF2-40B4-BE49-F238E27FC236}">
                <a16:creationId xmlns:a16="http://schemas.microsoft.com/office/drawing/2014/main" id="{3B98BF11-5C11-6144-A79D-0458D7B49963}"/>
              </a:ext>
            </a:extLst>
          </p:cNvPr>
          <p:cNvSpPr>
            <a:spLocks noChangeShapeType="1"/>
          </p:cNvSpPr>
          <p:nvPr/>
        </p:nvSpPr>
        <p:spPr bwMode="auto">
          <a:xfrm>
            <a:off x="2914975" y="1725374"/>
            <a:ext cx="0" cy="25360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37920" name="Group 169">
            <a:extLst>
              <a:ext uri="{FF2B5EF4-FFF2-40B4-BE49-F238E27FC236}">
                <a16:creationId xmlns:a16="http://schemas.microsoft.com/office/drawing/2014/main" id="{8D88F649-D92B-7C4C-B2C9-D70596020F8F}"/>
              </a:ext>
            </a:extLst>
          </p:cNvPr>
          <p:cNvGrpSpPr>
            <a:grpSpLocks/>
          </p:cNvGrpSpPr>
          <p:nvPr/>
        </p:nvGrpSpPr>
        <p:grpSpPr bwMode="auto">
          <a:xfrm>
            <a:off x="2761384" y="2344500"/>
            <a:ext cx="304800" cy="116681"/>
            <a:chOff x="1519" y="813"/>
            <a:chExt cx="227" cy="77"/>
          </a:xfrm>
        </p:grpSpPr>
        <p:sp>
          <p:nvSpPr>
            <p:cNvPr id="1066154" name="Line 170">
              <a:extLst>
                <a:ext uri="{FF2B5EF4-FFF2-40B4-BE49-F238E27FC236}">
                  <a16:creationId xmlns:a16="http://schemas.microsoft.com/office/drawing/2014/main" id="{18DE0F26-D159-2144-8BC5-3753F2E4DEE9}"/>
                </a:ext>
              </a:extLst>
            </p:cNvPr>
            <p:cNvSpPr>
              <a:spLocks noChangeShapeType="1"/>
            </p:cNvSpPr>
            <p:nvPr/>
          </p:nvSpPr>
          <p:spPr bwMode="auto">
            <a:xfrm>
              <a:off x="1647"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6155" name="Line 171">
              <a:extLst>
                <a:ext uri="{FF2B5EF4-FFF2-40B4-BE49-F238E27FC236}">
                  <a16:creationId xmlns:a16="http://schemas.microsoft.com/office/drawing/2014/main" id="{152B1054-099F-0841-BA24-2B54A113FD05}"/>
                </a:ext>
              </a:extLst>
            </p:cNvPr>
            <p:cNvSpPr>
              <a:spLocks noChangeShapeType="1"/>
            </p:cNvSpPr>
            <p:nvPr/>
          </p:nvSpPr>
          <p:spPr bwMode="auto">
            <a:xfrm flipH="1">
              <a:off x="1519" y="813"/>
              <a:ext cx="99" cy="77"/>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Tree>
    <p:extLst>
      <p:ext uri="{BB962C8B-B14F-4D97-AF65-F5344CB8AC3E}">
        <p14:creationId xmlns:p14="http://schemas.microsoft.com/office/powerpoint/2010/main" val="2625800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10660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066157"/>
                                        </p:tgtEl>
                                        <p:attrNameLst>
                                          <p:attrName>style.visibility</p:attrName>
                                        </p:attrNameLst>
                                      </p:cBhvr>
                                      <p:to>
                                        <p:strVal val="visible"/>
                                      </p:to>
                                    </p:set>
                                    <p:animEffect transition="in" filter="wipe(up)">
                                      <p:cBhvr>
                                        <p:cTn id="11" dur="1000"/>
                                        <p:tgtEl>
                                          <p:spTgt spid="1066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609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63" name="AutoShape 31">
            <a:extLst>
              <a:ext uri="{FF2B5EF4-FFF2-40B4-BE49-F238E27FC236}">
                <a16:creationId xmlns:a16="http://schemas.microsoft.com/office/drawing/2014/main" id="{3BD2C45E-DB3D-0A44-BA56-65C91F902C3B}"/>
              </a:ext>
            </a:extLst>
          </p:cNvPr>
          <p:cNvSpPr>
            <a:spLocks noChangeArrowheads="1"/>
          </p:cNvSpPr>
          <p:nvPr/>
        </p:nvSpPr>
        <p:spPr bwMode="auto">
          <a:xfrm>
            <a:off x="3956448" y="2969419"/>
            <a:ext cx="1978819" cy="1563291"/>
          </a:xfrm>
          <a:prstGeom prst="roundRect">
            <a:avLst>
              <a:gd name="adj" fmla="val 16667"/>
            </a:avLst>
          </a:prstGeom>
          <a:solidFill>
            <a:srgbClr val="33CCFF"/>
          </a:solid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内容占位符 1">
            <a:extLst>
              <a:ext uri="{FF2B5EF4-FFF2-40B4-BE49-F238E27FC236}">
                <a16:creationId xmlns:a16="http://schemas.microsoft.com/office/drawing/2014/main" id="{A09DBB92-4FEC-164B-A501-C0D35049B2EF}"/>
              </a:ext>
            </a:extLst>
          </p:cNvPr>
          <p:cNvSpPr>
            <a:spLocks noGrp="1"/>
          </p:cNvSpPr>
          <p:nvPr>
            <p:ph idx="1"/>
          </p:nvPr>
        </p:nvSpPr>
        <p:spPr/>
        <p:txBody>
          <a:bodyPr/>
          <a:lstStyle/>
          <a:p>
            <a:endParaRPr kumimoji="1" lang="zh-CN" altLang="en-US"/>
          </a:p>
        </p:txBody>
      </p:sp>
      <p:sp>
        <p:nvSpPr>
          <p:cNvPr id="38938" name="幻灯片编号占位符 1">
            <a:extLst>
              <a:ext uri="{FF2B5EF4-FFF2-40B4-BE49-F238E27FC236}">
                <a16:creationId xmlns:a16="http://schemas.microsoft.com/office/drawing/2014/main" id="{8B054CDA-2F13-7943-903E-C48D8D30C8D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F43D26A-50EB-AC42-B5A0-54A25EEE859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tx1"/>
              </a:solidFill>
              <a:latin typeface="Tahoma" panose="020B0604030504040204" pitchFamily="34" charset="0"/>
              <a:ea typeface="宋体" panose="02010600030101010101" pitchFamily="2" charset="-122"/>
            </a:endParaRPr>
          </a:p>
        </p:txBody>
      </p:sp>
      <p:sp>
        <p:nvSpPr>
          <p:cNvPr id="38914" name="Rectangle 4">
            <a:extLst>
              <a:ext uri="{FF2B5EF4-FFF2-40B4-BE49-F238E27FC236}">
                <a16:creationId xmlns:a16="http://schemas.microsoft.com/office/drawing/2014/main" id="{90CDECB4-C06D-8840-9EF5-0F91FDCFD32C}"/>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树状结构的 </a:t>
            </a:r>
            <a:r>
              <a:rPr lang="en-US" altLang="zh-CN" dirty="0">
                <a:latin typeface="Times New Roman" panose="02020603050405020304" pitchFamily="18" charset="0"/>
                <a:ea typeface="宋体" panose="02010600030101010101" pitchFamily="2" charset="-122"/>
              </a:rPr>
              <a:t>DNS </a:t>
            </a:r>
            <a:r>
              <a:rPr lang="zh-CN" altLang="en-US" dirty="0">
                <a:latin typeface="Times New Roman" panose="02020603050405020304" pitchFamily="18" charset="0"/>
                <a:ea typeface="宋体" panose="02010600030101010101" pitchFamily="2" charset="-122"/>
              </a:rPr>
              <a:t>域名服务器 </a:t>
            </a:r>
          </a:p>
        </p:txBody>
      </p:sp>
      <p:grpSp>
        <p:nvGrpSpPr>
          <p:cNvPr id="38915" name="Group 5">
            <a:extLst>
              <a:ext uri="{FF2B5EF4-FFF2-40B4-BE49-F238E27FC236}">
                <a16:creationId xmlns:a16="http://schemas.microsoft.com/office/drawing/2014/main" id="{FFC05DAE-40D7-B947-A73A-E1519D367611}"/>
              </a:ext>
            </a:extLst>
          </p:cNvPr>
          <p:cNvGrpSpPr>
            <a:grpSpLocks/>
          </p:cNvGrpSpPr>
          <p:nvPr/>
        </p:nvGrpSpPr>
        <p:grpSpPr bwMode="auto">
          <a:xfrm>
            <a:off x="3531394" y="1997869"/>
            <a:ext cx="3238500" cy="294085"/>
            <a:chOff x="2294" y="572"/>
            <a:chExt cx="2450" cy="318"/>
          </a:xfrm>
        </p:grpSpPr>
        <p:sp>
          <p:nvSpPr>
            <p:cNvPr id="1068038" name="Line 6">
              <a:extLst>
                <a:ext uri="{FF2B5EF4-FFF2-40B4-BE49-F238E27FC236}">
                  <a16:creationId xmlns:a16="http://schemas.microsoft.com/office/drawing/2014/main" id="{8BC95DD3-5D90-C64C-8217-0761229C53C1}"/>
                </a:ext>
              </a:extLst>
            </p:cNvPr>
            <p:cNvSpPr>
              <a:spLocks noChangeShapeType="1"/>
            </p:cNvSpPr>
            <p:nvPr/>
          </p:nvSpPr>
          <p:spPr bwMode="auto">
            <a:xfrm flipV="1">
              <a:off x="2294" y="572"/>
              <a:ext cx="1089"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39" name="Line 7">
              <a:extLst>
                <a:ext uri="{FF2B5EF4-FFF2-40B4-BE49-F238E27FC236}">
                  <a16:creationId xmlns:a16="http://schemas.microsoft.com/office/drawing/2014/main" id="{7E0A3378-112A-E248-A74D-F8CF43BBAA21}"/>
                </a:ext>
              </a:extLst>
            </p:cNvPr>
            <p:cNvSpPr>
              <a:spLocks noChangeShapeType="1"/>
            </p:cNvSpPr>
            <p:nvPr/>
          </p:nvSpPr>
          <p:spPr bwMode="auto">
            <a:xfrm>
              <a:off x="3474" y="572"/>
              <a:ext cx="0"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0" name="Line 8">
              <a:extLst>
                <a:ext uri="{FF2B5EF4-FFF2-40B4-BE49-F238E27FC236}">
                  <a16:creationId xmlns:a16="http://schemas.microsoft.com/office/drawing/2014/main" id="{93C02082-951C-F645-A966-08E466315309}"/>
                </a:ext>
              </a:extLst>
            </p:cNvPr>
            <p:cNvSpPr>
              <a:spLocks noChangeShapeType="1"/>
            </p:cNvSpPr>
            <p:nvPr/>
          </p:nvSpPr>
          <p:spPr bwMode="auto">
            <a:xfrm flipH="1" flipV="1">
              <a:off x="3565" y="572"/>
              <a:ext cx="1179" cy="318"/>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8041" name="Rectangle 9">
            <a:extLst>
              <a:ext uri="{FF2B5EF4-FFF2-40B4-BE49-F238E27FC236}">
                <a16:creationId xmlns:a16="http://schemas.microsoft.com/office/drawing/2014/main" id="{54F1E6B1-71CC-D84C-98FC-271A1888B6B0}"/>
              </a:ext>
            </a:extLst>
          </p:cNvPr>
          <p:cNvSpPr>
            <a:spLocks noChangeArrowheads="1"/>
          </p:cNvSpPr>
          <p:nvPr/>
        </p:nvSpPr>
        <p:spPr bwMode="auto">
          <a:xfrm>
            <a:off x="4436269" y="1607344"/>
            <a:ext cx="1319213" cy="372666"/>
          </a:xfrm>
          <a:prstGeom prst="rect">
            <a:avLst/>
          </a:prstGeom>
          <a:solidFill>
            <a:srgbClr val="FF99FF"/>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根域名服务器</a:t>
            </a:r>
          </a:p>
        </p:txBody>
      </p:sp>
      <p:sp>
        <p:nvSpPr>
          <p:cNvPr id="1068042" name="Rectangle 10">
            <a:extLst>
              <a:ext uri="{FF2B5EF4-FFF2-40B4-BE49-F238E27FC236}">
                <a16:creationId xmlns:a16="http://schemas.microsoft.com/office/drawing/2014/main" id="{9363B000-2153-C541-96DC-E05D667E3478}"/>
              </a:ext>
            </a:extLst>
          </p:cNvPr>
          <p:cNvSpPr>
            <a:spLocks noChangeArrowheads="1"/>
          </p:cNvSpPr>
          <p:nvPr/>
        </p:nvSpPr>
        <p:spPr bwMode="auto">
          <a:xfrm>
            <a:off x="2817019" y="2291954"/>
            <a:ext cx="1319213" cy="37266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folHlink"/>
                </a:solidFill>
                <a:latin typeface="Arial" panose="020B0604020202020204" pitchFamily="34" charset="0"/>
              </a:rPr>
              <a:t>org </a:t>
            </a:r>
            <a:r>
              <a:rPr kumimoji="1" lang="zh-CN" altLang="en-US" sz="1500">
                <a:solidFill>
                  <a:schemeClr val="folHlink"/>
                </a:solidFill>
                <a:latin typeface="Arial" panose="020B0604020202020204" pitchFamily="34" charset="0"/>
              </a:rPr>
              <a:t>域名服务器</a:t>
            </a:r>
          </a:p>
        </p:txBody>
      </p:sp>
      <p:sp>
        <p:nvSpPr>
          <p:cNvPr id="1068043" name="Rectangle 11">
            <a:extLst>
              <a:ext uri="{FF2B5EF4-FFF2-40B4-BE49-F238E27FC236}">
                <a16:creationId xmlns:a16="http://schemas.microsoft.com/office/drawing/2014/main" id="{2EE160A6-55FF-294C-BCAB-030F66DC8EDB}"/>
              </a:ext>
            </a:extLst>
          </p:cNvPr>
          <p:cNvSpPr>
            <a:spLocks noChangeArrowheads="1"/>
          </p:cNvSpPr>
          <p:nvPr/>
        </p:nvSpPr>
        <p:spPr bwMode="auto">
          <a:xfrm>
            <a:off x="4436269" y="2291954"/>
            <a:ext cx="1319213" cy="372665"/>
          </a:xfrm>
          <a:prstGeom prst="rect">
            <a:avLst/>
          </a:prstGeom>
          <a:solidFill>
            <a:srgbClr val="CCECFF"/>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500">
                <a:solidFill>
                  <a:schemeClr val="folHlink"/>
                </a:solidFill>
                <a:latin typeface="Arial" panose="020B0604020202020204" pitchFamily="34" charset="0"/>
              </a:rPr>
              <a:t>com </a:t>
            </a:r>
            <a:r>
              <a:rPr kumimoji="1" lang="zh-CN" altLang="en-US" sz="1500">
                <a:solidFill>
                  <a:schemeClr val="folHlink"/>
                </a:solidFill>
                <a:latin typeface="Arial" panose="020B0604020202020204" pitchFamily="34" charset="0"/>
              </a:rPr>
              <a:t>域名服务器</a:t>
            </a:r>
          </a:p>
        </p:txBody>
      </p:sp>
      <p:sp>
        <p:nvSpPr>
          <p:cNvPr id="38919" name="Rectangle 12">
            <a:extLst>
              <a:ext uri="{FF2B5EF4-FFF2-40B4-BE49-F238E27FC236}">
                <a16:creationId xmlns:a16="http://schemas.microsoft.com/office/drawing/2014/main" id="{FD2AD5D8-3731-D346-9D1E-E882EBDA37A9}"/>
              </a:ext>
            </a:extLst>
          </p:cNvPr>
          <p:cNvSpPr>
            <a:spLocks noChangeArrowheads="1"/>
          </p:cNvSpPr>
          <p:nvPr/>
        </p:nvSpPr>
        <p:spPr bwMode="auto">
          <a:xfrm>
            <a:off x="6056710" y="2291954"/>
            <a:ext cx="1319213" cy="372665"/>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solidFill>
                  <a:schemeClr val="folHlink"/>
                </a:solidFill>
                <a:latin typeface="Arial" panose="020B0604020202020204" pitchFamily="34" charset="0"/>
                <a:ea typeface="宋体" panose="02010600030101010101" pitchFamily="2" charset="-122"/>
              </a:rPr>
              <a:t>edu </a:t>
            </a:r>
            <a:r>
              <a:rPr kumimoji="1" lang="zh-CN" altLang="en-US" sz="1500">
                <a:solidFill>
                  <a:schemeClr val="folHlink"/>
                </a:solidFill>
                <a:latin typeface="Arial" panose="020B0604020202020204" pitchFamily="34" charset="0"/>
                <a:ea typeface="宋体" panose="02010600030101010101" pitchFamily="2" charset="-122"/>
              </a:rPr>
              <a:t>域名服务器</a:t>
            </a:r>
          </a:p>
        </p:txBody>
      </p:sp>
      <p:grpSp>
        <p:nvGrpSpPr>
          <p:cNvPr id="38920" name="Group 13">
            <a:extLst>
              <a:ext uri="{FF2B5EF4-FFF2-40B4-BE49-F238E27FC236}">
                <a16:creationId xmlns:a16="http://schemas.microsoft.com/office/drawing/2014/main" id="{91E8F51C-E132-874B-8882-D8A5E63DAFA1}"/>
              </a:ext>
            </a:extLst>
          </p:cNvPr>
          <p:cNvGrpSpPr>
            <a:grpSpLocks/>
          </p:cNvGrpSpPr>
          <p:nvPr/>
        </p:nvGrpSpPr>
        <p:grpSpPr bwMode="auto">
          <a:xfrm>
            <a:off x="6413897" y="2664619"/>
            <a:ext cx="600075" cy="186929"/>
            <a:chOff x="2875" y="1143"/>
            <a:chExt cx="330" cy="132"/>
          </a:xfrm>
        </p:grpSpPr>
        <p:sp>
          <p:nvSpPr>
            <p:cNvPr id="1068046" name="Line 14">
              <a:extLst>
                <a:ext uri="{FF2B5EF4-FFF2-40B4-BE49-F238E27FC236}">
                  <a16:creationId xmlns:a16="http://schemas.microsoft.com/office/drawing/2014/main" id="{D5F42246-22A0-0342-A6E2-B8CE20C775D7}"/>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7" name="Line 15">
              <a:extLst>
                <a:ext uri="{FF2B5EF4-FFF2-40B4-BE49-F238E27FC236}">
                  <a16:creationId xmlns:a16="http://schemas.microsoft.com/office/drawing/2014/main" id="{AB41768E-6AF3-2C4B-A594-4A0DA9F7078A}"/>
                </a:ext>
              </a:extLst>
            </p:cNvPr>
            <p:cNvSpPr>
              <a:spLocks noChangeShapeType="1"/>
            </p:cNvSpPr>
            <p:nvPr/>
          </p:nvSpPr>
          <p:spPr bwMode="auto">
            <a:xfrm>
              <a:off x="3050" y="1143"/>
              <a:ext cx="37"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8" name="Line 16">
              <a:extLst>
                <a:ext uri="{FF2B5EF4-FFF2-40B4-BE49-F238E27FC236}">
                  <a16:creationId xmlns:a16="http://schemas.microsoft.com/office/drawing/2014/main" id="{C811BBA5-04B8-AC49-A983-5A95149A8CB8}"/>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49" name="Line 17">
              <a:extLst>
                <a:ext uri="{FF2B5EF4-FFF2-40B4-BE49-F238E27FC236}">
                  <a16:creationId xmlns:a16="http://schemas.microsoft.com/office/drawing/2014/main" id="{2539CB05-6BF2-C941-94E5-09E167403594}"/>
                </a:ext>
              </a:extLst>
            </p:cNvPr>
            <p:cNvSpPr>
              <a:spLocks noChangeShapeType="1"/>
            </p:cNvSpPr>
            <p:nvPr/>
          </p:nvSpPr>
          <p:spPr bwMode="auto">
            <a:xfrm flipH="1">
              <a:off x="2980" y="1143"/>
              <a:ext cx="54" cy="12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8921" name="Text Box 18">
            <a:extLst>
              <a:ext uri="{FF2B5EF4-FFF2-40B4-BE49-F238E27FC236}">
                <a16:creationId xmlns:a16="http://schemas.microsoft.com/office/drawing/2014/main" id="{79732E57-23FE-8D4A-A3FD-76CD8B3EB369}"/>
              </a:ext>
            </a:extLst>
          </p:cNvPr>
          <p:cNvSpPr txBox="1">
            <a:spLocks noChangeArrowheads="1"/>
          </p:cNvSpPr>
          <p:nvPr/>
        </p:nvSpPr>
        <p:spPr bwMode="auto">
          <a:xfrm>
            <a:off x="7493794" y="2034779"/>
            <a:ext cx="607859"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3300" b="1">
                <a:solidFill>
                  <a:schemeClr val="folHlink"/>
                </a:solidFill>
                <a:latin typeface="Arial" panose="020B0604020202020204" pitchFamily="34" charset="0"/>
                <a:ea typeface="宋体" panose="02010600030101010101" pitchFamily="2" charset="-122"/>
              </a:rPr>
              <a:t>…</a:t>
            </a:r>
          </a:p>
        </p:txBody>
      </p:sp>
      <p:grpSp>
        <p:nvGrpSpPr>
          <p:cNvPr id="38922" name="Group 19">
            <a:extLst>
              <a:ext uri="{FF2B5EF4-FFF2-40B4-BE49-F238E27FC236}">
                <a16:creationId xmlns:a16="http://schemas.microsoft.com/office/drawing/2014/main" id="{F2348E20-6DB9-E44F-B03B-E8594F71D9FF}"/>
              </a:ext>
            </a:extLst>
          </p:cNvPr>
          <p:cNvGrpSpPr>
            <a:grpSpLocks/>
          </p:cNvGrpSpPr>
          <p:nvPr/>
        </p:nvGrpSpPr>
        <p:grpSpPr bwMode="auto">
          <a:xfrm>
            <a:off x="3176588" y="2664619"/>
            <a:ext cx="600075" cy="186929"/>
            <a:chOff x="2875" y="1143"/>
            <a:chExt cx="330" cy="132"/>
          </a:xfrm>
        </p:grpSpPr>
        <p:sp>
          <p:nvSpPr>
            <p:cNvPr id="1068052" name="Line 20">
              <a:extLst>
                <a:ext uri="{FF2B5EF4-FFF2-40B4-BE49-F238E27FC236}">
                  <a16:creationId xmlns:a16="http://schemas.microsoft.com/office/drawing/2014/main" id="{F0ACF209-B560-4748-B972-A0E9BCBD053D}"/>
                </a:ext>
              </a:extLst>
            </p:cNvPr>
            <p:cNvSpPr>
              <a:spLocks noChangeShapeType="1"/>
            </p:cNvSpPr>
            <p:nvPr/>
          </p:nvSpPr>
          <p:spPr bwMode="auto">
            <a:xfrm>
              <a:off x="3061"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3" name="Line 21">
              <a:extLst>
                <a:ext uri="{FF2B5EF4-FFF2-40B4-BE49-F238E27FC236}">
                  <a16:creationId xmlns:a16="http://schemas.microsoft.com/office/drawing/2014/main" id="{FB234176-21BC-644A-B2A7-CD2DE5A04BA9}"/>
                </a:ext>
              </a:extLst>
            </p:cNvPr>
            <p:cNvSpPr>
              <a:spLocks noChangeShapeType="1"/>
            </p:cNvSpPr>
            <p:nvPr/>
          </p:nvSpPr>
          <p:spPr bwMode="auto">
            <a:xfrm>
              <a:off x="3050" y="1143"/>
              <a:ext cx="37" cy="1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4" name="Line 22">
              <a:extLst>
                <a:ext uri="{FF2B5EF4-FFF2-40B4-BE49-F238E27FC236}">
                  <a16:creationId xmlns:a16="http://schemas.microsoft.com/office/drawing/2014/main" id="{C2FABDA9-4EF4-F945-9068-249C391C66D4}"/>
                </a:ext>
              </a:extLst>
            </p:cNvPr>
            <p:cNvSpPr>
              <a:spLocks noChangeShapeType="1"/>
            </p:cNvSpPr>
            <p:nvPr/>
          </p:nvSpPr>
          <p:spPr bwMode="auto">
            <a:xfrm flipH="1">
              <a:off x="2875" y="1143"/>
              <a:ext cx="144" cy="132"/>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5" name="Line 23">
              <a:extLst>
                <a:ext uri="{FF2B5EF4-FFF2-40B4-BE49-F238E27FC236}">
                  <a16:creationId xmlns:a16="http://schemas.microsoft.com/office/drawing/2014/main" id="{BE8C60AF-2669-C54E-BCB9-4759B9801406}"/>
                </a:ext>
              </a:extLst>
            </p:cNvPr>
            <p:cNvSpPr>
              <a:spLocks noChangeShapeType="1"/>
            </p:cNvSpPr>
            <p:nvPr/>
          </p:nvSpPr>
          <p:spPr bwMode="auto">
            <a:xfrm flipH="1">
              <a:off x="2980" y="1143"/>
              <a:ext cx="54" cy="12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1068056" name="Line 24">
            <a:extLst>
              <a:ext uri="{FF2B5EF4-FFF2-40B4-BE49-F238E27FC236}">
                <a16:creationId xmlns:a16="http://schemas.microsoft.com/office/drawing/2014/main" id="{F3E8EF40-AF59-AD4A-8DA5-E482254D5730}"/>
              </a:ext>
            </a:extLst>
          </p:cNvPr>
          <p:cNvSpPr>
            <a:spLocks noChangeShapeType="1"/>
          </p:cNvSpPr>
          <p:nvPr/>
        </p:nvSpPr>
        <p:spPr bwMode="auto">
          <a:xfrm>
            <a:off x="5194697" y="2664619"/>
            <a:ext cx="260747" cy="1869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7" name="Line 25">
            <a:extLst>
              <a:ext uri="{FF2B5EF4-FFF2-40B4-BE49-F238E27FC236}">
                <a16:creationId xmlns:a16="http://schemas.microsoft.com/office/drawing/2014/main" id="{7A3C8537-4255-4945-9D90-CE6810C17649}"/>
              </a:ext>
            </a:extLst>
          </p:cNvPr>
          <p:cNvSpPr>
            <a:spLocks noChangeShapeType="1"/>
          </p:cNvSpPr>
          <p:nvPr/>
        </p:nvSpPr>
        <p:spPr bwMode="auto">
          <a:xfrm>
            <a:off x="5174456" y="2664619"/>
            <a:ext cx="67866" cy="18335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8" name="Line 26">
            <a:extLst>
              <a:ext uri="{FF2B5EF4-FFF2-40B4-BE49-F238E27FC236}">
                <a16:creationId xmlns:a16="http://schemas.microsoft.com/office/drawing/2014/main" id="{CDECD74E-85BC-FC43-BD3D-09DA530ACDB1}"/>
              </a:ext>
            </a:extLst>
          </p:cNvPr>
          <p:cNvSpPr>
            <a:spLocks noChangeShapeType="1"/>
          </p:cNvSpPr>
          <p:nvPr/>
        </p:nvSpPr>
        <p:spPr bwMode="auto">
          <a:xfrm flipH="1">
            <a:off x="4855369" y="2664619"/>
            <a:ext cx="261938" cy="186929"/>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59" name="Line 27">
            <a:extLst>
              <a:ext uri="{FF2B5EF4-FFF2-40B4-BE49-F238E27FC236}">
                <a16:creationId xmlns:a16="http://schemas.microsoft.com/office/drawing/2014/main" id="{58790307-0364-9A4F-A6A5-5C3156EA4032}"/>
              </a:ext>
            </a:extLst>
          </p:cNvPr>
          <p:cNvSpPr>
            <a:spLocks noChangeShapeType="1"/>
          </p:cNvSpPr>
          <p:nvPr/>
        </p:nvSpPr>
        <p:spPr bwMode="auto">
          <a:xfrm flipH="1">
            <a:off x="4950619" y="2664619"/>
            <a:ext cx="195263" cy="501254"/>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1" name="Rectangle 29">
            <a:extLst>
              <a:ext uri="{FF2B5EF4-FFF2-40B4-BE49-F238E27FC236}">
                <a16:creationId xmlns:a16="http://schemas.microsoft.com/office/drawing/2014/main" id="{93B16748-63F4-9343-B1E3-48E0F2484E11}"/>
              </a:ext>
            </a:extLst>
          </p:cNvPr>
          <p:cNvSpPr>
            <a:spLocks noChangeArrowheads="1"/>
          </p:cNvSpPr>
          <p:nvPr/>
        </p:nvSpPr>
        <p:spPr bwMode="auto">
          <a:xfrm>
            <a:off x="4256485" y="3911204"/>
            <a:ext cx="1320403" cy="434578"/>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a:solidFill>
                  <a:schemeClr val="folHlink"/>
                </a:solidFill>
                <a:latin typeface="Arial" panose="020B0604020202020204" pitchFamily="34" charset="0"/>
              </a:rPr>
              <a:t>y.abc.com</a:t>
            </a:r>
          </a:p>
          <a:p>
            <a:pPr algn="ctr" eaLnBrk="1" hangingPunct="1">
              <a:defRPr/>
            </a:pPr>
            <a:r>
              <a:rPr lang="zh-CN" altLang="en-US" sz="1500">
                <a:solidFill>
                  <a:schemeClr val="folHlink"/>
                </a:solidFill>
                <a:latin typeface="Arial" panose="020B0604020202020204" pitchFamily="34" charset="0"/>
              </a:rPr>
              <a:t>域名服务器</a:t>
            </a:r>
          </a:p>
        </p:txBody>
      </p:sp>
      <p:sp>
        <p:nvSpPr>
          <p:cNvPr id="1068062" name="Line 30">
            <a:extLst>
              <a:ext uri="{FF2B5EF4-FFF2-40B4-BE49-F238E27FC236}">
                <a16:creationId xmlns:a16="http://schemas.microsoft.com/office/drawing/2014/main" id="{74796049-CA7C-8F47-8AD6-A4D014CD23D4}"/>
              </a:ext>
            </a:extLst>
          </p:cNvPr>
          <p:cNvSpPr>
            <a:spLocks noChangeShapeType="1"/>
          </p:cNvSpPr>
          <p:nvPr/>
        </p:nvSpPr>
        <p:spPr bwMode="auto">
          <a:xfrm>
            <a:off x="4914900" y="3536157"/>
            <a:ext cx="0" cy="373856"/>
          </a:xfrm>
          <a:prstGeom prst="line">
            <a:avLst/>
          </a:prstGeom>
          <a:noFill/>
          <a:ln w="28575">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4" name="Line 32">
            <a:extLst>
              <a:ext uri="{FF2B5EF4-FFF2-40B4-BE49-F238E27FC236}">
                <a16:creationId xmlns:a16="http://schemas.microsoft.com/office/drawing/2014/main" id="{FFC92935-45AE-C24F-A239-74EE85F122A8}"/>
              </a:ext>
            </a:extLst>
          </p:cNvPr>
          <p:cNvSpPr>
            <a:spLocks noChangeShapeType="1"/>
          </p:cNvSpPr>
          <p:nvPr/>
        </p:nvSpPr>
        <p:spPr bwMode="auto">
          <a:xfrm flipH="1" flipV="1">
            <a:off x="5619751" y="3317082"/>
            <a:ext cx="965597" cy="135731"/>
          </a:xfrm>
          <a:prstGeom prst="line">
            <a:avLst/>
          </a:prstGeom>
          <a:noFill/>
          <a:ln w="2857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38930" name="Text Box 33">
            <a:extLst>
              <a:ext uri="{FF2B5EF4-FFF2-40B4-BE49-F238E27FC236}">
                <a16:creationId xmlns:a16="http://schemas.microsoft.com/office/drawing/2014/main" id="{AB457495-B943-F342-9411-4AD969B80DEE}"/>
              </a:ext>
            </a:extLst>
          </p:cNvPr>
          <p:cNvSpPr txBox="1">
            <a:spLocks noChangeArrowheads="1"/>
          </p:cNvSpPr>
          <p:nvPr/>
        </p:nvSpPr>
        <p:spPr bwMode="auto">
          <a:xfrm>
            <a:off x="6475788" y="3251597"/>
            <a:ext cx="153118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1500">
                <a:solidFill>
                  <a:schemeClr val="folHlink"/>
                </a:solidFill>
                <a:latin typeface="Arial" panose="020B0604020202020204" pitchFamily="34" charset="0"/>
                <a:ea typeface="宋体" panose="02010600030101010101" pitchFamily="2" charset="-122"/>
              </a:rPr>
              <a:t>abc </a:t>
            </a:r>
            <a:r>
              <a:rPr lang="zh-CN" altLang="en-US" sz="1500">
                <a:solidFill>
                  <a:schemeClr val="folHlink"/>
                </a:solidFill>
                <a:latin typeface="Arial" panose="020B0604020202020204" pitchFamily="34" charset="0"/>
                <a:ea typeface="宋体" panose="02010600030101010101" pitchFamily="2" charset="-122"/>
              </a:rPr>
              <a:t>公司有两个</a:t>
            </a:r>
          </a:p>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权限域名服务器</a:t>
            </a:r>
          </a:p>
        </p:txBody>
      </p:sp>
      <p:grpSp>
        <p:nvGrpSpPr>
          <p:cNvPr id="38931" name="Group 34">
            <a:extLst>
              <a:ext uri="{FF2B5EF4-FFF2-40B4-BE49-F238E27FC236}">
                <a16:creationId xmlns:a16="http://schemas.microsoft.com/office/drawing/2014/main" id="{553BCEAA-1912-6841-94C1-74BD7209D602}"/>
              </a:ext>
            </a:extLst>
          </p:cNvPr>
          <p:cNvGrpSpPr>
            <a:grpSpLocks/>
          </p:cNvGrpSpPr>
          <p:nvPr/>
        </p:nvGrpSpPr>
        <p:grpSpPr bwMode="auto">
          <a:xfrm>
            <a:off x="1073944" y="2166938"/>
            <a:ext cx="6835379" cy="622697"/>
            <a:chOff x="158" y="799"/>
            <a:chExt cx="5444" cy="454"/>
          </a:xfrm>
        </p:grpSpPr>
        <p:sp>
          <p:nvSpPr>
            <p:cNvPr id="1068067" name="Line 35">
              <a:extLst>
                <a:ext uri="{FF2B5EF4-FFF2-40B4-BE49-F238E27FC236}">
                  <a16:creationId xmlns:a16="http://schemas.microsoft.com/office/drawing/2014/main" id="{98D5A7AD-0115-5F47-9FB9-70DD30459BDD}"/>
                </a:ext>
              </a:extLst>
            </p:cNvPr>
            <p:cNvSpPr>
              <a:spLocks noChangeShapeType="1"/>
            </p:cNvSpPr>
            <p:nvPr/>
          </p:nvSpPr>
          <p:spPr bwMode="auto">
            <a:xfrm>
              <a:off x="158" y="799"/>
              <a:ext cx="5444" cy="0"/>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68" name="Line 36">
              <a:extLst>
                <a:ext uri="{FF2B5EF4-FFF2-40B4-BE49-F238E27FC236}">
                  <a16:creationId xmlns:a16="http://schemas.microsoft.com/office/drawing/2014/main" id="{F2152BB8-7905-F74A-9E30-C1A113E89503}"/>
                </a:ext>
              </a:extLst>
            </p:cNvPr>
            <p:cNvSpPr>
              <a:spLocks noChangeShapeType="1"/>
            </p:cNvSpPr>
            <p:nvPr/>
          </p:nvSpPr>
          <p:spPr bwMode="auto">
            <a:xfrm>
              <a:off x="158" y="1253"/>
              <a:ext cx="5444" cy="0"/>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38932" name="Text Box 37">
            <a:extLst>
              <a:ext uri="{FF2B5EF4-FFF2-40B4-BE49-F238E27FC236}">
                <a16:creationId xmlns:a16="http://schemas.microsoft.com/office/drawing/2014/main" id="{02A80801-EB8F-6A41-BD52-F861DD261EE1}"/>
              </a:ext>
            </a:extLst>
          </p:cNvPr>
          <p:cNvSpPr txBox="1">
            <a:spLocks noChangeArrowheads="1"/>
          </p:cNvSpPr>
          <p:nvPr/>
        </p:nvSpPr>
        <p:spPr bwMode="auto">
          <a:xfrm>
            <a:off x="1137621" y="3425429"/>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权限域名服务器</a:t>
            </a:r>
          </a:p>
        </p:txBody>
      </p:sp>
      <p:sp>
        <p:nvSpPr>
          <p:cNvPr id="38933" name="Text Box 38">
            <a:extLst>
              <a:ext uri="{FF2B5EF4-FFF2-40B4-BE49-F238E27FC236}">
                <a16:creationId xmlns:a16="http://schemas.microsoft.com/office/drawing/2014/main" id="{5BB7BD76-EF97-4C4F-A136-2AAF8468AED0}"/>
              </a:ext>
            </a:extLst>
          </p:cNvPr>
          <p:cNvSpPr txBox="1">
            <a:spLocks noChangeArrowheads="1"/>
          </p:cNvSpPr>
          <p:nvPr/>
        </p:nvSpPr>
        <p:spPr bwMode="auto">
          <a:xfrm>
            <a:off x="1226061" y="1650207"/>
            <a:ext cx="133882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根域名服务器</a:t>
            </a:r>
          </a:p>
        </p:txBody>
      </p:sp>
      <p:sp>
        <p:nvSpPr>
          <p:cNvPr id="38934" name="Text Box 39">
            <a:extLst>
              <a:ext uri="{FF2B5EF4-FFF2-40B4-BE49-F238E27FC236}">
                <a16:creationId xmlns:a16="http://schemas.microsoft.com/office/drawing/2014/main" id="{68BE74F0-97B3-364C-9CA7-C203F1733F91}"/>
              </a:ext>
            </a:extLst>
          </p:cNvPr>
          <p:cNvSpPr txBox="1">
            <a:spLocks noChangeArrowheads="1"/>
          </p:cNvSpPr>
          <p:nvPr/>
        </p:nvSpPr>
        <p:spPr bwMode="auto">
          <a:xfrm>
            <a:off x="1137025" y="2315766"/>
            <a:ext cx="1531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1500">
                <a:solidFill>
                  <a:schemeClr val="folHlink"/>
                </a:solidFill>
                <a:latin typeface="Arial" panose="020B0604020202020204" pitchFamily="34" charset="0"/>
                <a:ea typeface="宋体" panose="02010600030101010101" pitchFamily="2" charset="-122"/>
              </a:rPr>
              <a:t>顶级域名服务器</a:t>
            </a:r>
          </a:p>
        </p:txBody>
      </p:sp>
      <p:sp>
        <p:nvSpPr>
          <p:cNvPr id="1068072" name="Line 40">
            <a:extLst>
              <a:ext uri="{FF2B5EF4-FFF2-40B4-BE49-F238E27FC236}">
                <a16:creationId xmlns:a16="http://schemas.microsoft.com/office/drawing/2014/main" id="{40E27A96-8BD0-3B4C-A774-880025997C56}"/>
              </a:ext>
            </a:extLst>
          </p:cNvPr>
          <p:cNvSpPr>
            <a:spLocks noChangeShapeType="1"/>
          </p:cNvSpPr>
          <p:nvPr/>
        </p:nvSpPr>
        <p:spPr bwMode="auto">
          <a:xfrm>
            <a:off x="2632472" y="1545431"/>
            <a:ext cx="0" cy="2925366"/>
          </a:xfrm>
          <a:prstGeom prst="line">
            <a:avLst/>
          </a:prstGeom>
          <a:noFill/>
          <a:ln w="9525">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1068073" name="Line 41">
            <a:extLst>
              <a:ext uri="{FF2B5EF4-FFF2-40B4-BE49-F238E27FC236}">
                <a16:creationId xmlns:a16="http://schemas.microsoft.com/office/drawing/2014/main" id="{1907263B-6248-5A4B-91FD-6C595286335E}"/>
              </a:ext>
            </a:extLst>
          </p:cNvPr>
          <p:cNvSpPr>
            <a:spLocks noChangeShapeType="1"/>
          </p:cNvSpPr>
          <p:nvPr/>
        </p:nvSpPr>
        <p:spPr bwMode="auto">
          <a:xfrm flipH="1">
            <a:off x="5601891" y="3661172"/>
            <a:ext cx="988219" cy="494109"/>
          </a:xfrm>
          <a:prstGeom prst="line">
            <a:avLst/>
          </a:prstGeom>
          <a:noFill/>
          <a:ln w="2857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1068075" name="Rectangle 43">
            <a:extLst>
              <a:ext uri="{FF2B5EF4-FFF2-40B4-BE49-F238E27FC236}">
                <a16:creationId xmlns:a16="http://schemas.microsoft.com/office/drawing/2014/main" id="{F895FC8A-6DA9-3C4A-8905-4B415CD7EA58}"/>
              </a:ext>
            </a:extLst>
          </p:cNvPr>
          <p:cNvSpPr>
            <a:spLocks noChangeArrowheads="1"/>
          </p:cNvSpPr>
          <p:nvPr/>
        </p:nvSpPr>
        <p:spPr bwMode="auto">
          <a:xfrm>
            <a:off x="4248150" y="3163491"/>
            <a:ext cx="1320404" cy="434578"/>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a:solidFill>
                  <a:schemeClr val="folHlink"/>
                </a:solidFill>
                <a:latin typeface="Arial" panose="020B0604020202020204" pitchFamily="34" charset="0"/>
              </a:rPr>
              <a:t>abc.com</a:t>
            </a:r>
          </a:p>
          <a:p>
            <a:pPr algn="ctr" eaLnBrk="1" hangingPunct="1">
              <a:defRPr/>
            </a:pPr>
            <a:r>
              <a:rPr lang="zh-CN" altLang="en-US" sz="1500">
                <a:solidFill>
                  <a:schemeClr val="folHlink"/>
                </a:solidFill>
                <a:latin typeface="Arial" panose="020B0604020202020204" pitchFamily="34" charset="0"/>
              </a:rPr>
              <a:t>域名服务器</a:t>
            </a:r>
          </a:p>
        </p:txBody>
      </p:sp>
    </p:spTree>
    <p:extLst>
      <p:ext uri="{BB962C8B-B14F-4D97-AF65-F5344CB8AC3E}">
        <p14:creationId xmlns:p14="http://schemas.microsoft.com/office/powerpoint/2010/main" val="709674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CFB04556-FA28-6C4B-A764-72FD5A3E945D}"/>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域名服务器有以下四种类型 </a:t>
            </a:r>
          </a:p>
        </p:txBody>
      </p:sp>
      <p:sp>
        <p:nvSpPr>
          <p:cNvPr id="39938" name="Rectangle 3">
            <a:extLst>
              <a:ext uri="{FF2B5EF4-FFF2-40B4-BE49-F238E27FC236}">
                <a16:creationId xmlns:a16="http://schemas.microsoft.com/office/drawing/2014/main" id="{5145587F-3D39-284B-A950-B46142C871BC}"/>
              </a:ext>
            </a:extLst>
          </p:cNvPr>
          <p:cNvSpPr>
            <a:spLocks noGrp="1" noChangeArrowheads="1"/>
          </p:cNvSpPr>
          <p:nvPr>
            <p:ph type="body" idx="1"/>
          </p:nvPr>
        </p:nvSpPr>
        <p:spPr>
          <a:xfrm>
            <a:off x="133562" y="1113235"/>
            <a:ext cx="8804953" cy="3673078"/>
          </a:xfrm>
        </p:spPr>
        <p:txBody>
          <a:bodyPr/>
          <a:lstStyle/>
          <a:p>
            <a:pPr eaLnBrk="1" hangingPunct="1"/>
            <a:r>
              <a:rPr lang="zh-CN" altLang="en-US" dirty="0">
                <a:latin typeface="Times New Roman" panose="02020603050405020304" pitchFamily="18" charset="0"/>
                <a:ea typeface="宋体" panose="02010600030101010101" pitchFamily="2" charset="-122"/>
              </a:rPr>
              <a:t>根域名服务器 </a:t>
            </a:r>
          </a:p>
          <a:p>
            <a:pPr eaLnBrk="1" hangingPunct="1"/>
            <a:r>
              <a:rPr lang="zh-CN" altLang="en-US" dirty="0">
                <a:latin typeface="Times New Roman" panose="02020603050405020304" pitchFamily="18" charset="0"/>
                <a:ea typeface="宋体" panose="02010600030101010101" pitchFamily="2" charset="-122"/>
              </a:rPr>
              <a:t>顶级域名服务器 </a:t>
            </a:r>
          </a:p>
          <a:p>
            <a:pPr eaLnBrk="1" hangingPunct="1"/>
            <a:r>
              <a:rPr lang="zh-CN" altLang="en-US" dirty="0">
                <a:latin typeface="Times New Roman" panose="02020603050405020304" pitchFamily="18" charset="0"/>
                <a:ea typeface="宋体" panose="02010600030101010101" pitchFamily="2" charset="-122"/>
              </a:rPr>
              <a:t>权限域名服务器 </a:t>
            </a:r>
          </a:p>
          <a:p>
            <a:pPr eaLnBrk="1" hangingPunct="1"/>
            <a:r>
              <a:rPr lang="zh-CN" altLang="en-US" dirty="0">
                <a:latin typeface="Times New Roman" panose="02020603050405020304" pitchFamily="18" charset="0"/>
                <a:ea typeface="宋体" panose="02010600030101010101" pitchFamily="2" charset="-122"/>
              </a:rPr>
              <a:t>本地域名服务器 </a:t>
            </a:r>
          </a:p>
        </p:txBody>
      </p:sp>
      <p:sp>
        <p:nvSpPr>
          <p:cNvPr id="39939" name="幻灯片编号占位符 1">
            <a:extLst>
              <a:ext uri="{FF2B5EF4-FFF2-40B4-BE49-F238E27FC236}">
                <a16:creationId xmlns:a16="http://schemas.microsoft.com/office/drawing/2014/main" id="{34AC6B8C-3D8F-BA43-88F8-A2CEAB8B9CB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2C6964-A888-FF4C-8B00-5F3C4C6072A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16905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CEDAF64B-FCD3-F64C-90D5-B0FB8146EA1F}"/>
              </a:ext>
            </a:extLst>
          </p:cNvPr>
          <p:cNvSpPr>
            <a:spLocks noGrp="1" noChangeArrowheads="1"/>
          </p:cNvSpPr>
          <p:nvPr>
            <p:ph type="title"/>
          </p:nvPr>
        </p:nvSpPr>
        <p:spPr>
          <a:xfrm>
            <a:off x="152401" y="250032"/>
            <a:ext cx="7767638" cy="736997"/>
          </a:xfrm>
        </p:spPr>
        <p:txBody>
          <a:bodyPr/>
          <a:lstStyle/>
          <a:p>
            <a:pPr eaLnBrk="1" hangingPunct="1"/>
            <a:r>
              <a:rPr lang="zh-CN" altLang="en-US" dirty="0">
                <a:ea typeface="宋体" panose="02010600030101010101" pitchFamily="2" charset="-122"/>
              </a:rPr>
              <a:t>根域名服务器</a:t>
            </a:r>
            <a:r>
              <a:rPr lang="en-US" altLang="zh-CN" sz="2800" dirty="0">
                <a:ea typeface="宋体" panose="02010600030101010101" pitchFamily="2" charset="-122"/>
              </a:rPr>
              <a:t>——</a:t>
            </a:r>
            <a:r>
              <a:rPr lang="zh-CN" altLang="en-US" sz="2800" dirty="0">
                <a:ea typeface="宋体" panose="02010600030101010101" pitchFamily="2" charset="-122"/>
              </a:rPr>
              <a:t>最高层次的域名服务器</a:t>
            </a:r>
            <a:endParaRPr lang="en-US" altLang="zh-CN" sz="2800" dirty="0">
              <a:ea typeface="宋体" panose="02010600030101010101" pitchFamily="2" charset="-122"/>
            </a:endParaRPr>
          </a:p>
        </p:txBody>
      </p:sp>
      <p:sp>
        <p:nvSpPr>
          <p:cNvPr id="40962" name="Rectangle 3">
            <a:extLst>
              <a:ext uri="{FF2B5EF4-FFF2-40B4-BE49-F238E27FC236}">
                <a16:creationId xmlns:a16="http://schemas.microsoft.com/office/drawing/2014/main" id="{606E320A-AF02-F94B-94F9-86CA31C66C4A}"/>
              </a:ext>
            </a:extLst>
          </p:cNvPr>
          <p:cNvSpPr>
            <a:spLocks noGrp="1" noChangeArrowheads="1"/>
          </p:cNvSpPr>
          <p:nvPr>
            <p:ph type="body" idx="1"/>
          </p:nvPr>
        </p:nvSpPr>
        <p:spPr>
          <a:xfrm>
            <a:off x="152401" y="1113235"/>
            <a:ext cx="8756072" cy="3780234"/>
          </a:xfrm>
        </p:spPr>
        <p:txBody>
          <a:bodyPr/>
          <a:lstStyle/>
          <a:p>
            <a:pPr eaLnBrk="1" hangingPunct="1"/>
            <a:r>
              <a:rPr lang="zh-CN" altLang="en-US" sz="2100" dirty="0">
                <a:ea typeface="宋体" panose="02010600030101010101" pitchFamily="2" charset="-122"/>
              </a:rPr>
              <a:t>根域名服务器是最重要的域名服务器。所有的根域名服务器都知道所有的顶</a:t>
            </a:r>
            <a:r>
              <a:rPr lang="zh-CN" altLang="en-US" sz="2100" dirty="0">
                <a:solidFill>
                  <a:srgbClr val="FF0000"/>
                </a:solidFill>
                <a:ea typeface="宋体" panose="02010600030101010101" pitchFamily="2" charset="-122"/>
              </a:rPr>
              <a:t>级域名服务器的域名和 </a:t>
            </a:r>
            <a:r>
              <a:rPr lang="en-US" altLang="zh-CN" sz="2100" dirty="0">
                <a:solidFill>
                  <a:srgbClr val="FF0000"/>
                </a:solidFill>
                <a:ea typeface="宋体" panose="02010600030101010101" pitchFamily="2" charset="-122"/>
              </a:rPr>
              <a:t>IP </a:t>
            </a:r>
            <a:r>
              <a:rPr lang="zh-CN" altLang="en-US" sz="2100" dirty="0">
                <a:solidFill>
                  <a:srgbClr val="FF0000"/>
                </a:solidFill>
                <a:ea typeface="宋体" panose="02010600030101010101" pitchFamily="2" charset="-122"/>
              </a:rPr>
              <a:t>地址</a:t>
            </a:r>
            <a:r>
              <a:rPr lang="zh-CN" altLang="en-US" sz="2100" dirty="0">
                <a:ea typeface="宋体" panose="02010600030101010101" pitchFamily="2" charset="-122"/>
              </a:rPr>
              <a:t>。</a:t>
            </a:r>
          </a:p>
          <a:p>
            <a:pPr eaLnBrk="1" hangingPunct="1"/>
            <a:r>
              <a:rPr lang="zh-CN" altLang="en-US" sz="2100" dirty="0">
                <a:ea typeface="宋体" panose="02010600030101010101" pitchFamily="2" charset="-122"/>
              </a:rPr>
              <a:t>不管是哪一个本地域名服务器，若要对因特网上任何一个域名进行解析，只要自己无法解析，就首先求助于根域名服务器。</a:t>
            </a:r>
          </a:p>
          <a:p>
            <a:pPr eaLnBrk="1" hangingPunct="1"/>
            <a:r>
              <a:rPr lang="zh-CN" altLang="en-US" sz="2100" dirty="0">
                <a:ea typeface="宋体" panose="02010600030101010101" pitchFamily="2" charset="-122"/>
              </a:rPr>
              <a:t>在因特网上共有</a:t>
            </a:r>
            <a:r>
              <a:rPr lang="en-US" altLang="zh-CN" sz="2100" dirty="0">
                <a:ea typeface="宋体" panose="02010600030101010101" pitchFamily="2" charset="-122"/>
              </a:rPr>
              <a:t>13 </a:t>
            </a:r>
            <a:r>
              <a:rPr lang="zh-CN" altLang="en-US" sz="2100" dirty="0">
                <a:ea typeface="宋体" panose="02010600030101010101" pitchFamily="2" charset="-122"/>
              </a:rPr>
              <a:t>个不同 </a:t>
            </a:r>
            <a:r>
              <a:rPr lang="en-US" altLang="zh-CN" sz="2100" dirty="0">
                <a:ea typeface="宋体" panose="02010600030101010101" pitchFamily="2" charset="-122"/>
              </a:rPr>
              <a:t>IP </a:t>
            </a:r>
            <a:r>
              <a:rPr lang="zh-CN" altLang="en-US" sz="2100" dirty="0">
                <a:ea typeface="宋体" panose="02010600030101010101" pitchFamily="2" charset="-122"/>
              </a:rPr>
              <a:t>地址的根域名服务器，它们的名字是用一个英文字母命名，从</a:t>
            </a:r>
            <a:r>
              <a:rPr lang="en-US" altLang="zh-CN" sz="2100" dirty="0">
                <a:ea typeface="宋体" panose="02010600030101010101" pitchFamily="2" charset="-122"/>
              </a:rPr>
              <a:t>a </a:t>
            </a:r>
            <a:r>
              <a:rPr lang="zh-CN" altLang="en-US" sz="2100" dirty="0">
                <a:ea typeface="宋体" panose="02010600030101010101" pitchFamily="2" charset="-122"/>
              </a:rPr>
              <a:t>一直到 </a:t>
            </a:r>
            <a:r>
              <a:rPr lang="en-US" altLang="zh-CN" sz="2100" dirty="0">
                <a:ea typeface="宋体" panose="02010600030101010101" pitchFamily="2" charset="-122"/>
              </a:rPr>
              <a:t>m</a:t>
            </a:r>
            <a:r>
              <a:rPr lang="zh-CN" altLang="en-US" sz="2100" dirty="0">
                <a:ea typeface="宋体" panose="02010600030101010101" pitchFamily="2" charset="-122"/>
              </a:rPr>
              <a:t>（前</a:t>
            </a:r>
            <a:r>
              <a:rPr lang="en-US" altLang="zh-CN" sz="2100" dirty="0">
                <a:ea typeface="宋体" panose="02010600030101010101" pitchFamily="2" charset="-122"/>
              </a:rPr>
              <a:t>13 </a:t>
            </a:r>
            <a:r>
              <a:rPr lang="zh-CN" altLang="en-US" sz="2100" dirty="0">
                <a:ea typeface="宋体" panose="02010600030101010101" pitchFamily="2" charset="-122"/>
              </a:rPr>
              <a:t>个字母）。</a:t>
            </a:r>
          </a:p>
        </p:txBody>
      </p:sp>
      <p:sp>
        <p:nvSpPr>
          <p:cNvPr id="40963" name="幻灯片编号占位符 1">
            <a:extLst>
              <a:ext uri="{FF2B5EF4-FFF2-40B4-BE49-F238E27FC236}">
                <a16:creationId xmlns:a16="http://schemas.microsoft.com/office/drawing/2014/main" id="{B60444A7-28EF-0C4B-B125-7FD94CA011A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FD3392F-1575-0B4A-BA09-5AC57518EBB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5307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B64A0CC-9EE7-9B4A-99E5-4682D871DCC8}"/>
              </a:ext>
            </a:extLst>
          </p:cNvPr>
          <p:cNvSpPr>
            <a:spLocks noGrp="1" noChangeArrowheads="1"/>
          </p:cNvSpPr>
          <p:nvPr>
            <p:ph type="title"/>
          </p:nvPr>
        </p:nvSpPr>
        <p:spPr>
          <a:xfrm>
            <a:off x="138546" y="199808"/>
            <a:ext cx="8438716" cy="700737"/>
          </a:xfrm>
        </p:spPr>
        <p:txBody>
          <a:bodyPr/>
          <a:lstStyle/>
          <a:p>
            <a:pPr eaLnBrk="1" hangingPunct="1"/>
            <a:r>
              <a:rPr lang="zh-CN" altLang="en-US" sz="3000" dirty="0">
                <a:ea typeface="宋体" panose="02010600030101010101" pitchFamily="2" charset="-122"/>
              </a:rPr>
              <a:t>根域名服务器共有 </a:t>
            </a:r>
            <a:r>
              <a:rPr lang="en-US" altLang="zh-CN" sz="3000" dirty="0">
                <a:ea typeface="宋体" panose="02010600030101010101" pitchFamily="2" charset="-122"/>
              </a:rPr>
              <a:t>13 </a:t>
            </a:r>
            <a:r>
              <a:rPr lang="zh-CN" altLang="en-US" sz="3000" dirty="0">
                <a:ea typeface="宋体" panose="02010600030101010101" pitchFamily="2" charset="-122"/>
              </a:rPr>
              <a:t>套装置（不是 </a:t>
            </a:r>
            <a:r>
              <a:rPr lang="en-US" altLang="zh-CN" sz="3000" dirty="0">
                <a:ea typeface="宋体" panose="02010600030101010101" pitchFamily="2" charset="-122"/>
              </a:rPr>
              <a:t>13 </a:t>
            </a:r>
            <a:r>
              <a:rPr lang="zh-CN" altLang="en-US" sz="3000" dirty="0">
                <a:ea typeface="宋体" panose="02010600030101010101" pitchFamily="2" charset="-122"/>
              </a:rPr>
              <a:t>个机器）</a:t>
            </a:r>
          </a:p>
        </p:txBody>
      </p:sp>
      <p:sp>
        <p:nvSpPr>
          <p:cNvPr id="41986" name="Rectangle 3">
            <a:extLst>
              <a:ext uri="{FF2B5EF4-FFF2-40B4-BE49-F238E27FC236}">
                <a16:creationId xmlns:a16="http://schemas.microsoft.com/office/drawing/2014/main" id="{32DCAB0B-D178-3C4A-89C5-710852E91687}"/>
              </a:ext>
            </a:extLst>
          </p:cNvPr>
          <p:cNvSpPr>
            <a:spLocks noGrp="1" noChangeArrowheads="1"/>
          </p:cNvSpPr>
          <p:nvPr>
            <p:ph type="body" idx="1"/>
          </p:nvPr>
        </p:nvSpPr>
        <p:spPr>
          <a:xfrm>
            <a:off x="138546" y="1060848"/>
            <a:ext cx="8783781" cy="3725465"/>
          </a:xfrm>
        </p:spPr>
        <p:txBody>
          <a:bodyPr/>
          <a:lstStyle/>
          <a:p>
            <a:pPr eaLnBrk="1" hangingPunct="1">
              <a:lnSpc>
                <a:spcPct val="90000"/>
              </a:lnSpc>
            </a:pPr>
            <a:r>
              <a:rPr lang="zh-CN" altLang="en-US" dirty="0">
                <a:ea typeface="宋体" panose="02010600030101010101" pitchFamily="2" charset="-122"/>
              </a:rPr>
              <a:t>这些根域名服务器相应的域名分别是</a:t>
            </a:r>
          </a:p>
          <a:p>
            <a:pPr eaLnBrk="1" hangingPunct="1">
              <a:lnSpc>
                <a:spcPct val="90000"/>
              </a:lnSpc>
              <a:buFont typeface="Wingdings" pitchFamily="2" charset="2"/>
              <a:buNone/>
            </a:pPr>
            <a:r>
              <a:rPr lang="zh-CN" altLang="en-US"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a.rootservers.net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b.rootservers.net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 </a:t>
            </a:r>
          </a:p>
          <a:p>
            <a:pPr eaLnBrk="1" hangingPunct="1">
              <a:lnSpc>
                <a:spcPct val="90000"/>
              </a:lnSpc>
              <a:buFont typeface="Wingdings" pitchFamily="2" charset="2"/>
              <a:buNone/>
            </a:pPr>
            <a:r>
              <a:rPr lang="en-US" altLang="zh-CN" dirty="0">
                <a:latin typeface="Courier New" panose="02070309020205020404" pitchFamily="49" charset="0"/>
                <a:ea typeface="宋体" panose="02010600030101010101" pitchFamily="2" charset="-122"/>
                <a:cs typeface="Courier New" panose="02070309020205020404" pitchFamily="49" charset="0"/>
              </a:rPr>
              <a:t>    </a:t>
            </a:r>
            <a:r>
              <a:rPr lang="en-US" altLang="zh-CN" dirty="0" err="1">
                <a:latin typeface="Courier New" panose="02070309020205020404" pitchFamily="49" charset="0"/>
                <a:ea typeface="宋体" panose="02010600030101010101" pitchFamily="2" charset="-122"/>
                <a:cs typeface="Courier New" panose="02070309020205020404" pitchFamily="49" charset="0"/>
              </a:rPr>
              <a:t>m.rootservers.net</a:t>
            </a:r>
            <a:endParaRPr lang="en-US" altLang="zh-CN" dirty="0">
              <a:latin typeface="Courier New" panose="02070309020205020404" pitchFamily="49" charset="0"/>
              <a:ea typeface="宋体" panose="02010600030101010101" pitchFamily="2" charset="-122"/>
              <a:cs typeface="Courier New" panose="02070309020205020404" pitchFamily="49" charset="0"/>
            </a:endParaRPr>
          </a:p>
          <a:p>
            <a:pPr eaLnBrk="1" hangingPunct="1">
              <a:lnSpc>
                <a:spcPct val="90000"/>
              </a:lnSpc>
            </a:pPr>
            <a:r>
              <a:rPr lang="zh-CN" altLang="en-US" dirty="0">
                <a:ea typeface="宋体" panose="02010600030101010101" pitchFamily="2" charset="-122"/>
              </a:rPr>
              <a:t>到 </a:t>
            </a:r>
            <a:r>
              <a:rPr lang="en-US" altLang="zh-CN" dirty="0">
                <a:ea typeface="宋体" panose="02010600030101010101" pitchFamily="2" charset="-122"/>
              </a:rPr>
              <a:t>2006 </a:t>
            </a:r>
            <a:r>
              <a:rPr lang="zh-CN" altLang="en-US" dirty="0">
                <a:ea typeface="宋体" panose="02010600030101010101" pitchFamily="2" charset="-122"/>
              </a:rPr>
              <a:t>年底全世界已经安装了一百多个根域名服务器机器，分布在世界各地。</a:t>
            </a:r>
          </a:p>
          <a:p>
            <a:pPr eaLnBrk="1" hangingPunct="1">
              <a:lnSpc>
                <a:spcPct val="90000"/>
              </a:lnSpc>
            </a:pPr>
            <a:r>
              <a:rPr lang="zh-CN" altLang="en-US" dirty="0">
                <a:ea typeface="宋体" panose="02010600030101010101" pitchFamily="2" charset="-122"/>
              </a:rPr>
              <a:t>这样做的目的是为了方便用户，使世界上大部分 </a:t>
            </a:r>
            <a:r>
              <a:rPr lang="en-US" altLang="zh-CN" dirty="0">
                <a:ea typeface="宋体" panose="02010600030101010101" pitchFamily="2" charset="-122"/>
              </a:rPr>
              <a:t>DNS </a:t>
            </a:r>
            <a:r>
              <a:rPr lang="zh-CN" altLang="en-US" dirty="0">
                <a:ea typeface="宋体" panose="02010600030101010101" pitchFamily="2" charset="-122"/>
              </a:rPr>
              <a:t>域名服务器都能</a:t>
            </a:r>
            <a:r>
              <a:rPr lang="zh-CN" altLang="en-US" dirty="0">
                <a:solidFill>
                  <a:schemeClr val="hlink"/>
                </a:solidFill>
                <a:ea typeface="宋体" panose="02010600030101010101" pitchFamily="2" charset="-122"/>
              </a:rPr>
              <a:t>就近</a:t>
            </a:r>
            <a:r>
              <a:rPr lang="zh-CN" altLang="en-US" dirty="0">
                <a:ea typeface="宋体" panose="02010600030101010101" pitchFamily="2" charset="-122"/>
              </a:rPr>
              <a:t>找到一个根域名服务器。 </a:t>
            </a:r>
          </a:p>
          <a:p>
            <a:pPr eaLnBrk="1" hangingPunct="1">
              <a:lnSpc>
                <a:spcPct val="90000"/>
              </a:lnSpc>
            </a:pPr>
            <a:endParaRPr lang="zh-CN" altLang="en-US" dirty="0">
              <a:ea typeface="宋体" panose="02010600030101010101" pitchFamily="2" charset="-122"/>
            </a:endParaRPr>
          </a:p>
        </p:txBody>
      </p:sp>
      <p:sp>
        <p:nvSpPr>
          <p:cNvPr id="41987" name="幻灯片编号占位符 1">
            <a:extLst>
              <a:ext uri="{FF2B5EF4-FFF2-40B4-BE49-F238E27FC236}">
                <a16:creationId xmlns:a16="http://schemas.microsoft.com/office/drawing/2014/main" id="{3A8AAD5F-BDAB-6C48-AB70-1A34B3F01BE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F0B639C-1456-5E43-B4DC-FC40B7E98F9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031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幻灯片编号占位符 1">
            <a:extLst>
              <a:ext uri="{FF2B5EF4-FFF2-40B4-BE49-F238E27FC236}">
                <a16:creationId xmlns:a16="http://schemas.microsoft.com/office/drawing/2014/main" id="{39E12214-E52E-814F-A56C-ED09C2025EC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29CBF27-191D-4549-AC35-528FEB05413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tx1"/>
              </a:solidFill>
              <a:latin typeface="Tahoma" panose="020B0604030504040204" pitchFamily="34" charset="0"/>
              <a:ea typeface="宋体" panose="02010600030101010101" pitchFamily="2" charset="-122"/>
            </a:endParaRPr>
          </a:p>
        </p:txBody>
      </p:sp>
      <p:sp>
        <p:nvSpPr>
          <p:cNvPr id="43009" name="Rectangle 4">
            <a:extLst>
              <a:ext uri="{FF2B5EF4-FFF2-40B4-BE49-F238E27FC236}">
                <a16:creationId xmlns:a16="http://schemas.microsoft.com/office/drawing/2014/main" id="{DF4EF24C-A584-2645-AF11-16C444CDEAD2}"/>
              </a:ext>
            </a:extLst>
          </p:cNvPr>
          <p:cNvSpPr>
            <a:spLocks noGrp="1" noChangeArrowheads="1"/>
          </p:cNvSpPr>
          <p:nvPr>
            <p:ph type="title"/>
          </p:nvPr>
        </p:nvSpPr>
        <p:spPr/>
        <p:txBody>
          <a:bodyPr/>
          <a:lstStyle/>
          <a:p>
            <a:pPr eaLnBrk="1" hangingPunct="1"/>
            <a:r>
              <a:rPr lang="zh-CN" altLang="en-US" sz="2800" dirty="0">
                <a:latin typeface="Times New Roman" panose="02020603050405020304" pitchFamily="18" charset="0"/>
                <a:ea typeface="宋体" panose="02010600030101010101" pitchFamily="2" charset="-122"/>
              </a:rPr>
              <a:t>举例：根域名服务器 </a:t>
            </a:r>
            <a:r>
              <a:rPr lang="en-US" altLang="zh-CN" sz="2800" dirty="0">
                <a:latin typeface="Times New Roman" panose="02020603050405020304" pitchFamily="18" charset="0"/>
                <a:ea typeface="宋体" panose="02010600030101010101" pitchFamily="2" charset="-122"/>
              </a:rPr>
              <a:t>f </a:t>
            </a:r>
            <a:r>
              <a:rPr lang="zh-CN" altLang="en-US" sz="2800" dirty="0">
                <a:latin typeface="Times New Roman" panose="02020603050405020304" pitchFamily="18" charset="0"/>
                <a:ea typeface="宋体" panose="02010600030101010101" pitchFamily="2" charset="-122"/>
              </a:rPr>
              <a:t>的地点分布图</a:t>
            </a:r>
            <a:r>
              <a:rPr lang="zh-CN" altLang="en-US" sz="1600" dirty="0">
                <a:latin typeface="Times New Roman" panose="02020603050405020304" pitchFamily="18" charset="0"/>
                <a:ea typeface="宋体" panose="02010600030101010101" pitchFamily="2" charset="-122"/>
              </a:rPr>
              <a:t>（</a:t>
            </a:r>
            <a:r>
              <a:rPr lang="en-US" altLang="zh-CN" sz="1600" dirty="0">
                <a:latin typeface="Times New Roman" panose="02020603050405020304" pitchFamily="18" charset="0"/>
                <a:ea typeface="宋体" panose="02010600030101010101" pitchFamily="2" charset="-122"/>
              </a:rPr>
              <a:t>2012</a:t>
            </a:r>
            <a:r>
              <a:rPr lang="zh-CN" altLang="en-US" sz="1600" dirty="0">
                <a:latin typeface="Times New Roman" panose="02020603050405020304" pitchFamily="18" charset="0"/>
                <a:ea typeface="宋体" panose="02010600030101010101" pitchFamily="2" charset="-122"/>
              </a:rPr>
              <a:t>年</a:t>
            </a:r>
            <a:r>
              <a:rPr lang="en-US" altLang="zh-CN" sz="1600" dirty="0">
                <a:latin typeface="Times New Roman" panose="02020603050405020304" pitchFamily="18" charset="0"/>
                <a:ea typeface="宋体" panose="02010600030101010101" pitchFamily="2" charset="-122"/>
              </a:rPr>
              <a:t>5</a:t>
            </a:r>
            <a:r>
              <a:rPr lang="zh-CN" altLang="en-US" sz="1600" dirty="0">
                <a:latin typeface="Times New Roman" panose="02020603050405020304" pitchFamily="18" charset="0"/>
                <a:ea typeface="宋体" panose="02010600030101010101" pitchFamily="2" charset="-122"/>
              </a:rPr>
              <a:t>月）</a:t>
            </a:r>
            <a:r>
              <a:rPr lang="zh-CN" altLang="en-US" sz="2800" dirty="0">
                <a:latin typeface="Times New Roman" panose="02020603050405020304" pitchFamily="18" charset="0"/>
                <a:ea typeface="宋体" panose="02010600030101010101" pitchFamily="2" charset="-122"/>
              </a:rPr>
              <a:t> </a:t>
            </a:r>
          </a:p>
        </p:txBody>
      </p:sp>
      <p:sp>
        <p:nvSpPr>
          <p:cNvPr id="43010" name="Text Box 6">
            <a:extLst>
              <a:ext uri="{FF2B5EF4-FFF2-40B4-BE49-F238E27FC236}">
                <a16:creationId xmlns:a16="http://schemas.microsoft.com/office/drawing/2014/main" id="{21F68ED1-2571-CB41-BEB3-EAFADD56F13E}"/>
              </a:ext>
            </a:extLst>
          </p:cNvPr>
          <p:cNvSpPr txBox="1">
            <a:spLocks noChangeArrowheads="1"/>
          </p:cNvSpPr>
          <p:nvPr/>
        </p:nvSpPr>
        <p:spPr bwMode="auto">
          <a:xfrm>
            <a:off x="1328997" y="4053961"/>
            <a:ext cx="6486006" cy="1061829"/>
          </a:xfrm>
          <a:prstGeom prst="rect">
            <a:avLst/>
          </a:prstGeom>
          <a:solidFill>
            <a:srgbClr val="FFFF99"/>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just" eaLnBrk="1" hangingPunct="1">
              <a:spcBef>
                <a:spcPct val="0"/>
              </a:spcBef>
              <a:buClrTx/>
              <a:buSzTx/>
              <a:buFontTx/>
              <a:buChar char="•"/>
            </a:pPr>
            <a:r>
              <a:rPr lang="en-US" altLang="zh-CN" sz="2100">
                <a:solidFill>
                  <a:schemeClr val="folHlink"/>
                </a:solidFill>
                <a:latin typeface="Arial" panose="020B0604020202020204" pitchFamily="34" charset="0"/>
                <a:ea typeface="宋体" panose="02010600030101010101" pitchFamily="2" charset="-122"/>
              </a:rPr>
              <a:t>  </a:t>
            </a:r>
            <a:r>
              <a:rPr lang="zh-CN" altLang="en-US" sz="2100">
                <a:solidFill>
                  <a:schemeClr val="folHlink"/>
                </a:solidFill>
                <a:latin typeface="Arial" panose="020B0604020202020204" pitchFamily="34" charset="0"/>
                <a:ea typeface="宋体" panose="02010600030101010101" pitchFamily="2" charset="-122"/>
              </a:rPr>
              <a:t>根域名服务器并不直接把域名直接转换成 </a:t>
            </a:r>
            <a:r>
              <a:rPr lang="en-US" altLang="zh-CN" sz="2100">
                <a:solidFill>
                  <a:schemeClr val="folHlink"/>
                </a:solidFill>
                <a:latin typeface="Arial" panose="020B0604020202020204" pitchFamily="34" charset="0"/>
                <a:ea typeface="宋体" panose="02010600030101010101" pitchFamily="2" charset="-122"/>
              </a:rPr>
              <a:t>IP </a:t>
            </a:r>
            <a:r>
              <a:rPr lang="zh-CN" altLang="en-US" sz="2100">
                <a:solidFill>
                  <a:schemeClr val="folHlink"/>
                </a:solidFill>
                <a:latin typeface="Arial" panose="020B0604020202020204" pitchFamily="34" charset="0"/>
                <a:ea typeface="宋体" panose="02010600030101010101" pitchFamily="2" charset="-122"/>
              </a:rPr>
              <a:t>地址。</a:t>
            </a:r>
          </a:p>
          <a:p>
            <a:pPr algn="just" eaLnBrk="1" hangingPunct="1">
              <a:spcBef>
                <a:spcPct val="0"/>
              </a:spcBef>
              <a:buClrTx/>
              <a:buSzTx/>
              <a:buFontTx/>
              <a:buChar char="•"/>
            </a:pPr>
            <a:r>
              <a:rPr lang="zh-CN" altLang="en-US" sz="2100">
                <a:solidFill>
                  <a:schemeClr val="folHlink"/>
                </a:solidFill>
                <a:latin typeface="Arial" panose="020B0604020202020204" pitchFamily="34" charset="0"/>
                <a:ea typeface="宋体" panose="02010600030101010101" pitchFamily="2" charset="-122"/>
              </a:rPr>
              <a:t>  在使用迭代查询时，根域名服务器把下一步应当找</a:t>
            </a:r>
          </a:p>
          <a:p>
            <a:pPr algn="just"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   的顶级域名服务器的 </a:t>
            </a:r>
            <a:r>
              <a:rPr lang="en-US" altLang="zh-CN" sz="2100">
                <a:solidFill>
                  <a:schemeClr val="folHlink"/>
                </a:solidFill>
                <a:latin typeface="Arial" panose="020B0604020202020204" pitchFamily="34" charset="0"/>
                <a:ea typeface="宋体" panose="02010600030101010101" pitchFamily="2" charset="-122"/>
              </a:rPr>
              <a:t>IP </a:t>
            </a:r>
            <a:r>
              <a:rPr lang="zh-CN" altLang="en-US" sz="2100">
                <a:solidFill>
                  <a:schemeClr val="folHlink"/>
                </a:solidFill>
                <a:latin typeface="Arial" panose="020B0604020202020204" pitchFamily="34" charset="0"/>
                <a:ea typeface="宋体" panose="02010600030101010101" pitchFamily="2" charset="-122"/>
              </a:rPr>
              <a:t>地址告诉本地域名服务器。</a:t>
            </a:r>
          </a:p>
        </p:txBody>
      </p:sp>
      <p:sp>
        <p:nvSpPr>
          <p:cNvPr id="43011" name="Text Box 7">
            <a:extLst>
              <a:ext uri="{FF2B5EF4-FFF2-40B4-BE49-F238E27FC236}">
                <a16:creationId xmlns:a16="http://schemas.microsoft.com/office/drawing/2014/main" id="{EAEACC42-2D76-3F4A-9122-3A77D27695DB}"/>
              </a:ext>
            </a:extLst>
          </p:cNvPr>
          <p:cNvSpPr txBox="1">
            <a:spLocks noChangeArrowheads="1"/>
          </p:cNvSpPr>
          <p:nvPr/>
        </p:nvSpPr>
        <p:spPr bwMode="auto">
          <a:xfrm>
            <a:off x="2522514" y="3576160"/>
            <a:ext cx="3821880" cy="415498"/>
          </a:xfrm>
          <a:prstGeom prst="rect">
            <a:avLst/>
          </a:prstGeom>
          <a:solidFill>
            <a:schemeClr val="bg1"/>
          </a:solidFill>
          <a:ln w="9525">
            <a:solidFill>
              <a:schemeClr val="folHlink"/>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solidFill>
                  <a:schemeClr val="folHlink"/>
                </a:solidFill>
                <a:latin typeface="Arial" panose="020B0604020202020204" pitchFamily="34" charset="0"/>
                <a:ea typeface="宋体" panose="02010600030101010101" pitchFamily="2" charset="-122"/>
              </a:rPr>
              <a:t>根域名服务器 </a:t>
            </a:r>
            <a:r>
              <a:rPr lang="en-US" altLang="zh-CN" sz="2100">
                <a:solidFill>
                  <a:schemeClr val="folHlink"/>
                </a:solidFill>
                <a:latin typeface="Arial" panose="020B0604020202020204" pitchFamily="34" charset="0"/>
                <a:ea typeface="宋体" panose="02010600030101010101" pitchFamily="2" charset="-122"/>
              </a:rPr>
              <a:t>f </a:t>
            </a:r>
            <a:r>
              <a:rPr lang="zh-CN" altLang="en-US" sz="2100">
                <a:solidFill>
                  <a:schemeClr val="folHlink"/>
                </a:solidFill>
                <a:latin typeface="Arial" panose="020B0604020202020204" pitchFamily="34" charset="0"/>
                <a:ea typeface="宋体" panose="02010600030101010101" pitchFamily="2" charset="-122"/>
              </a:rPr>
              <a:t>共有 </a:t>
            </a:r>
            <a:r>
              <a:rPr lang="en-US" altLang="zh-CN" sz="2100">
                <a:solidFill>
                  <a:schemeClr val="folHlink"/>
                </a:solidFill>
                <a:latin typeface="Arial" panose="020B0604020202020204" pitchFamily="34" charset="0"/>
                <a:ea typeface="宋体" panose="02010600030101010101" pitchFamily="2" charset="-122"/>
              </a:rPr>
              <a:t>49 </a:t>
            </a:r>
            <a:r>
              <a:rPr lang="zh-CN" altLang="en-US" sz="2100">
                <a:solidFill>
                  <a:schemeClr val="folHlink"/>
                </a:solidFill>
                <a:latin typeface="Arial" panose="020B0604020202020204" pitchFamily="34" charset="0"/>
                <a:ea typeface="宋体" panose="02010600030101010101" pitchFamily="2" charset="-122"/>
              </a:rPr>
              <a:t>个机器</a:t>
            </a:r>
          </a:p>
        </p:txBody>
      </p:sp>
      <p:pic>
        <p:nvPicPr>
          <p:cNvPr id="43012" name="Picture 8" descr="CH6-f-root-sites">
            <a:extLst>
              <a:ext uri="{FF2B5EF4-FFF2-40B4-BE49-F238E27FC236}">
                <a16:creationId xmlns:a16="http://schemas.microsoft.com/office/drawing/2014/main" id="{708A13F8-37B4-1849-924F-B371B4910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1267" b="95"/>
          <a:stretch>
            <a:fillRect/>
          </a:stretch>
        </p:blipFill>
        <p:spPr bwMode="auto">
          <a:xfrm>
            <a:off x="1143000" y="1088228"/>
            <a:ext cx="6858000" cy="239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2329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3FC4CDA8-CBCD-9543-B44D-13E81F55D532}"/>
              </a:ext>
            </a:extLst>
          </p:cNvPr>
          <p:cNvSpPr>
            <a:spLocks noGrp="1" noChangeArrowheads="1"/>
          </p:cNvSpPr>
          <p:nvPr>
            <p:ph type="title"/>
          </p:nvPr>
        </p:nvSpPr>
        <p:spPr>
          <a:xfrm>
            <a:off x="133563" y="291703"/>
            <a:ext cx="7717419" cy="736997"/>
          </a:xfrm>
        </p:spPr>
        <p:txBody>
          <a:bodyPr/>
          <a:lstStyle/>
          <a:p>
            <a:pPr eaLnBrk="1" hangingPunct="1"/>
            <a:r>
              <a:rPr lang="zh-CN" altLang="en-US" dirty="0">
                <a:latin typeface="Times New Roman" panose="02020603050405020304" pitchFamily="18" charset="0"/>
                <a:ea typeface="宋体" panose="02010600030101010101" pitchFamily="2" charset="-122"/>
              </a:rPr>
              <a:t>顶级域名服务器</a:t>
            </a:r>
            <a:r>
              <a:rPr lang="zh-CN" altLang="en-US" sz="2700" dirty="0">
                <a:ea typeface="宋体" panose="02010600030101010101" pitchFamily="2" charset="-122"/>
              </a:rPr>
              <a:t>（即 </a:t>
            </a:r>
            <a:r>
              <a:rPr lang="en-US" altLang="zh-CN" sz="2700" dirty="0">
                <a:ea typeface="宋体" panose="02010600030101010101" pitchFamily="2" charset="-122"/>
              </a:rPr>
              <a:t>TLD </a:t>
            </a:r>
            <a:r>
              <a:rPr lang="zh-CN" altLang="en-US" sz="2700" dirty="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 </a:t>
            </a:r>
          </a:p>
        </p:txBody>
      </p:sp>
      <p:sp>
        <p:nvSpPr>
          <p:cNvPr id="44034" name="Rectangle 3">
            <a:extLst>
              <a:ext uri="{FF2B5EF4-FFF2-40B4-BE49-F238E27FC236}">
                <a16:creationId xmlns:a16="http://schemas.microsoft.com/office/drawing/2014/main" id="{A8B236AC-2999-694D-A541-B31002F3A105}"/>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这些域名服务器负责管理在该顶级域名服务器注册的所有二级域名。</a:t>
            </a:r>
          </a:p>
          <a:p>
            <a:pPr eaLnBrk="1" hangingPunct="1"/>
            <a:r>
              <a:rPr lang="zh-CN" altLang="en-US">
                <a:latin typeface="Times New Roman" panose="02020603050405020304" pitchFamily="18" charset="0"/>
                <a:ea typeface="宋体" panose="02010600030101010101" pitchFamily="2" charset="-122"/>
              </a:rPr>
              <a:t>当收到 </a:t>
            </a:r>
            <a:r>
              <a:rPr lang="en-US" altLang="zh-CN">
                <a:latin typeface="Times New Roman" panose="02020603050405020304" pitchFamily="18" charset="0"/>
                <a:ea typeface="宋体" panose="02010600030101010101" pitchFamily="2" charset="-122"/>
              </a:rPr>
              <a:t>DNS </a:t>
            </a:r>
            <a:r>
              <a:rPr lang="zh-CN" altLang="en-US">
                <a:latin typeface="Times New Roman" panose="02020603050405020304" pitchFamily="18" charset="0"/>
                <a:ea typeface="宋体" panose="02010600030101010101" pitchFamily="2" charset="-122"/>
              </a:rPr>
              <a:t>查询请求时，就给出相应的回答（可能是最后的结果，也可能是下一步应当找的域名服务器的 </a:t>
            </a:r>
            <a:r>
              <a:rPr lang="en-US" altLang="zh-CN">
                <a:latin typeface="Times New Roman" panose="02020603050405020304" pitchFamily="18" charset="0"/>
                <a:ea typeface="宋体" panose="02010600030101010101" pitchFamily="2" charset="-122"/>
              </a:rPr>
              <a:t>IP </a:t>
            </a:r>
            <a:r>
              <a:rPr lang="zh-CN" altLang="en-US">
                <a:latin typeface="Times New Roman" panose="02020603050405020304" pitchFamily="18" charset="0"/>
                <a:ea typeface="宋体" panose="02010600030101010101" pitchFamily="2" charset="-122"/>
              </a:rPr>
              <a:t>地址）。 </a:t>
            </a:r>
          </a:p>
        </p:txBody>
      </p:sp>
      <p:sp>
        <p:nvSpPr>
          <p:cNvPr id="44035" name="幻灯片编号占位符 1">
            <a:extLst>
              <a:ext uri="{FF2B5EF4-FFF2-40B4-BE49-F238E27FC236}">
                <a16:creationId xmlns:a16="http://schemas.microsoft.com/office/drawing/2014/main" id="{CA41A458-F704-774A-9F65-9DB5710032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A3241B-1443-2E40-9DDF-9D577A67CD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10113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351F120E-3EAA-9144-8324-FDF77597FCF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权限域名服务器 </a:t>
            </a:r>
          </a:p>
        </p:txBody>
      </p:sp>
      <p:sp>
        <p:nvSpPr>
          <p:cNvPr id="45058" name="Rectangle 3">
            <a:extLst>
              <a:ext uri="{FF2B5EF4-FFF2-40B4-BE49-F238E27FC236}">
                <a16:creationId xmlns:a16="http://schemas.microsoft.com/office/drawing/2014/main" id="{34EEB7FC-AB0F-4147-827A-CEA1E67369B7}"/>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这就是前面已经讲过的负责一个区的域名服务器。</a:t>
            </a:r>
          </a:p>
          <a:p>
            <a:pPr eaLnBrk="1" hangingPunct="1"/>
            <a:r>
              <a:rPr lang="zh-CN" altLang="en-US">
                <a:latin typeface="Times New Roman" panose="02020603050405020304" pitchFamily="18" charset="0"/>
                <a:ea typeface="宋体" panose="02010600030101010101" pitchFamily="2" charset="-122"/>
              </a:rPr>
              <a:t>当一个权限域名服务器还不能给出最后的查询回答时，就会告诉发出查询请求的 </a:t>
            </a:r>
            <a:r>
              <a:rPr lang="en-US" altLang="zh-CN">
                <a:latin typeface="Times New Roman" panose="02020603050405020304" pitchFamily="18" charset="0"/>
                <a:ea typeface="宋体" panose="02010600030101010101" pitchFamily="2" charset="-122"/>
              </a:rPr>
              <a:t>DNS </a:t>
            </a:r>
            <a:r>
              <a:rPr lang="zh-CN" altLang="en-US">
                <a:latin typeface="Times New Roman" panose="02020603050405020304" pitchFamily="18" charset="0"/>
                <a:ea typeface="宋体" panose="02010600030101010101" pitchFamily="2" charset="-122"/>
              </a:rPr>
              <a:t>客户，下一步应当找哪一个权限域名服务器。 </a:t>
            </a:r>
          </a:p>
        </p:txBody>
      </p:sp>
      <p:sp>
        <p:nvSpPr>
          <p:cNvPr id="45059" name="幻灯片编号占位符 1">
            <a:extLst>
              <a:ext uri="{FF2B5EF4-FFF2-40B4-BE49-F238E27FC236}">
                <a16:creationId xmlns:a16="http://schemas.microsoft.com/office/drawing/2014/main" id="{EB017E19-C452-424E-B1FC-C0007E1539D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3D2F7-9071-F347-B90B-5A519ABF8FB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36053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E3FBA9CF-BB50-A840-92F6-CC5176863FB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本地域名服务器 </a:t>
            </a:r>
          </a:p>
        </p:txBody>
      </p:sp>
      <p:sp>
        <p:nvSpPr>
          <p:cNvPr id="46082" name="Rectangle 3">
            <a:extLst>
              <a:ext uri="{FF2B5EF4-FFF2-40B4-BE49-F238E27FC236}">
                <a16:creationId xmlns:a16="http://schemas.microsoft.com/office/drawing/2014/main" id="{9F169F48-DBFE-6A4E-A358-808BF8F086C0}"/>
              </a:ext>
            </a:extLst>
          </p:cNvPr>
          <p:cNvSpPr>
            <a:spLocks noGrp="1" noChangeArrowheads="1"/>
          </p:cNvSpPr>
          <p:nvPr>
            <p:ph type="body" idx="1"/>
          </p:nvPr>
        </p:nvSpPr>
        <p:spPr>
          <a:xfrm>
            <a:off x="133564" y="1113235"/>
            <a:ext cx="8804952" cy="340280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本地域名服务器对域名系统非常重要。</a:t>
            </a:r>
          </a:p>
          <a:p>
            <a:pPr eaLnBrk="1" hangingPunct="1">
              <a:lnSpc>
                <a:spcPct val="90000"/>
              </a:lnSpc>
            </a:pPr>
            <a:r>
              <a:rPr lang="zh-CN" altLang="en-US" dirty="0">
                <a:latin typeface="Times New Roman" panose="02020603050405020304" pitchFamily="18" charset="0"/>
                <a:ea typeface="宋体" panose="02010600030101010101" pitchFamily="2" charset="-122"/>
              </a:rPr>
              <a:t>当一个主机发出 </a:t>
            </a:r>
            <a:r>
              <a:rPr lang="en-US" altLang="zh-CN" dirty="0">
                <a:latin typeface="Times New Roman" panose="02020603050405020304" pitchFamily="18" charset="0"/>
                <a:ea typeface="宋体" panose="02010600030101010101" pitchFamily="2" charset="-122"/>
              </a:rPr>
              <a:t>DNS </a:t>
            </a:r>
            <a:r>
              <a:rPr lang="zh-CN" altLang="en-US" dirty="0">
                <a:latin typeface="Times New Roman" panose="02020603050405020304" pitchFamily="18" charset="0"/>
                <a:ea typeface="宋体" panose="02010600030101010101" pitchFamily="2" charset="-122"/>
              </a:rPr>
              <a:t>查询请求时，这个</a:t>
            </a:r>
            <a:r>
              <a:rPr lang="zh-CN" altLang="en-US" dirty="0">
                <a:solidFill>
                  <a:srgbClr val="FF0000"/>
                </a:solidFill>
                <a:latin typeface="Times New Roman" panose="02020603050405020304" pitchFamily="18" charset="0"/>
                <a:ea typeface="宋体" panose="02010600030101010101" pitchFamily="2" charset="-122"/>
              </a:rPr>
              <a:t>查询请求报文就发送给本地域名服务器</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每一个因特网服务提供者 </a:t>
            </a:r>
            <a:r>
              <a:rPr lang="en-US" altLang="zh-CN" dirty="0">
                <a:latin typeface="Times New Roman" panose="02020603050405020304" pitchFamily="18" charset="0"/>
                <a:ea typeface="宋体" panose="02010600030101010101" pitchFamily="2" charset="-122"/>
              </a:rPr>
              <a:t>ISP</a:t>
            </a:r>
            <a:r>
              <a:rPr lang="zh-CN" altLang="en-US" dirty="0">
                <a:latin typeface="Times New Roman" panose="02020603050405020304" pitchFamily="18" charset="0"/>
                <a:ea typeface="宋体" panose="02010600030101010101" pitchFamily="2" charset="-122"/>
              </a:rPr>
              <a:t>，或一个大学，甚至一个大学里的系，都可以拥有一个本地域名服务器，</a:t>
            </a:r>
          </a:p>
          <a:p>
            <a:pPr eaLnBrk="1" hangingPunct="1">
              <a:lnSpc>
                <a:spcPct val="90000"/>
              </a:lnSpc>
            </a:pPr>
            <a:r>
              <a:rPr lang="zh-CN" altLang="en-US" dirty="0">
                <a:latin typeface="Times New Roman" panose="02020603050405020304" pitchFamily="18" charset="0"/>
                <a:ea typeface="宋体" panose="02010600030101010101" pitchFamily="2" charset="-122"/>
              </a:rPr>
              <a:t>这种域名服务器有时也称为</a:t>
            </a:r>
            <a:r>
              <a:rPr lang="zh-CN" altLang="en-US" dirty="0">
                <a:solidFill>
                  <a:schemeClr val="hlink"/>
                </a:solidFill>
                <a:latin typeface="Times New Roman" panose="02020603050405020304" pitchFamily="18" charset="0"/>
                <a:ea typeface="宋体" panose="02010600030101010101" pitchFamily="2" charset="-122"/>
              </a:rPr>
              <a:t>默认域名服务器</a:t>
            </a:r>
            <a:r>
              <a:rPr lang="zh-CN" altLang="en-US" dirty="0">
                <a:latin typeface="Times New Roman" panose="02020603050405020304" pitchFamily="18" charset="0"/>
                <a:ea typeface="宋体" panose="02010600030101010101" pitchFamily="2" charset="-122"/>
              </a:rPr>
              <a:t>。 </a:t>
            </a:r>
          </a:p>
        </p:txBody>
      </p:sp>
      <p:sp>
        <p:nvSpPr>
          <p:cNvPr id="46083" name="幻灯片编号占位符 1">
            <a:extLst>
              <a:ext uri="{FF2B5EF4-FFF2-40B4-BE49-F238E27FC236}">
                <a16:creationId xmlns:a16="http://schemas.microsoft.com/office/drawing/2014/main" id="{CC574F66-4C3B-5742-A950-4816570E621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8AA07F-4188-0049-8626-255358FF2E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46373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BD87C80E-4293-8649-BA93-957E3AB10CD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域名的解析过程（重要） </a:t>
            </a:r>
          </a:p>
        </p:txBody>
      </p:sp>
      <p:sp>
        <p:nvSpPr>
          <p:cNvPr id="48130" name="Rectangle 3">
            <a:extLst>
              <a:ext uri="{FF2B5EF4-FFF2-40B4-BE49-F238E27FC236}">
                <a16:creationId xmlns:a16="http://schemas.microsoft.com/office/drawing/2014/main" id="{8FDBD981-729E-C54E-ACE3-93D063DBD5B9}"/>
              </a:ext>
            </a:extLst>
          </p:cNvPr>
          <p:cNvSpPr>
            <a:spLocks noGrp="1" noChangeArrowheads="1"/>
          </p:cNvSpPr>
          <p:nvPr>
            <p:ph type="body" idx="1"/>
          </p:nvPr>
        </p:nvSpPr>
        <p:spPr>
          <a:xfrm>
            <a:off x="133564" y="1113235"/>
            <a:ext cx="8804952" cy="3402806"/>
          </a:xfrm>
        </p:spPr>
        <p:txBody>
          <a:bodyPr/>
          <a:lstStyle/>
          <a:p>
            <a:pPr eaLnBrk="1" hangingPunct="1"/>
            <a:r>
              <a:rPr lang="zh-CN" altLang="en-US" dirty="0">
                <a:solidFill>
                  <a:srgbClr val="C00000"/>
                </a:solidFill>
                <a:ea typeface="宋体" panose="02010600030101010101" pitchFamily="2" charset="-122"/>
              </a:rPr>
              <a:t>主机向本地域名服务器</a:t>
            </a:r>
            <a:r>
              <a:rPr lang="zh-CN" altLang="en-US" dirty="0">
                <a:ea typeface="宋体" panose="02010600030101010101" pitchFamily="2" charset="-122"/>
              </a:rPr>
              <a:t>的查询一般都是采用</a:t>
            </a:r>
            <a:r>
              <a:rPr lang="zh-CN" altLang="en-US" dirty="0">
                <a:solidFill>
                  <a:schemeClr val="hlink"/>
                </a:solidFill>
                <a:ea typeface="宋体" panose="02010600030101010101" pitchFamily="2" charset="-122"/>
              </a:rPr>
              <a:t>递归查询</a:t>
            </a:r>
            <a:r>
              <a:rPr lang="zh-CN" altLang="en-US" dirty="0">
                <a:ea typeface="宋体" panose="02010600030101010101" pitchFamily="2" charset="-122"/>
              </a:rPr>
              <a:t>。如果主机所询问的本地域名服务器不知道被查询域名的 </a:t>
            </a:r>
            <a:r>
              <a:rPr lang="en-US" altLang="zh-CN" dirty="0">
                <a:ea typeface="宋体" panose="02010600030101010101" pitchFamily="2" charset="-122"/>
              </a:rPr>
              <a:t>IP </a:t>
            </a:r>
            <a:r>
              <a:rPr lang="zh-CN" altLang="en-US" dirty="0">
                <a:ea typeface="宋体" panose="02010600030101010101" pitchFamily="2" charset="-122"/>
              </a:rPr>
              <a:t>地址，那么本地域名服务器就以 </a:t>
            </a:r>
            <a:r>
              <a:rPr lang="en-US" altLang="zh-CN" dirty="0">
                <a:ea typeface="宋体" panose="02010600030101010101" pitchFamily="2" charset="-122"/>
              </a:rPr>
              <a:t>DNS </a:t>
            </a:r>
            <a:r>
              <a:rPr lang="zh-CN" altLang="en-US" dirty="0">
                <a:ea typeface="宋体" panose="02010600030101010101" pitchFamily="2" charset="-122"/>
              </a:rPr>
              <a:t>客户的身份，向其他根域名服务器继续发出查询请求报文。</a:t>
            </a:r>
          </a:p>
          <a:p>
            <a:pPr eaLnBrk="1" hangingPunct="1"/>
            <a:r>
              <a:rPr lang="zh-CN" altLang="en-US" dirty="0">
                <a:solidFill>
                  <a:srgbClr val="C00000"/>
                </a:solidFill>
                <a:ea typeface="宋体" panose="02010600030101010101" pitchFamily="2" charset="-122"/>
              </a:rPr>
              <a:t>本地域名服务器向根域名服务器</a:t>
            </a:r>
            <a:r>
              <a:rPr lang="zh-CN" altLang="en-US" dirty="0">
                <a:ea typeface="宋体" panose="02010600030101010101" pitchFamily="2" charset="-122"/>
              </a:rPr>
              <a:t>的查询通常是采用</a:t>
            </a:r>
            <a:r>
              <a:rPr lang="zh-CN" altLang="en-US" dirty="0">
                <a:solidFill>
                  <a:schemeClr val="hlink"/>
                </a:solidFill>
                <a:ea typeface="宋体" panose="02010600030101010101" pitchFamily="2" charset="-122"/>
              </a:rPr>
              <a:t>迭代查询</a:t>
            </a:r>
            <a:r>
              <a:rPr lang="zh-CN" altLang="en-US" dirty="0">
                <a:ea typeface="宋体" panose="02010600030101010101" pitchFamily="2" charset="-122"/>
              </a:rPr>
              <a:t>。当根域名服务器收到本地域名服务器的迭代查询请求报文时，要么给出所要查询的 </a:t>
            </a:r>
            <a:r>
              <a:rPr lang="en-US" altLang="zh-CN" dirty="0">
                <a:ea typeface="宋体" panose="02010600030101010101" pitchFamily="2" charset="-122"/>
              </a:rPr>
              <a:t>IP </a:t>
            </a:r>
            <a:r>
              <a:rPr lang="zh-CN" altLang="en-US" dirty="0">
                <a:ea typeface="宋体" panose="02010600030101010101" pitchFamily="2" charset="-122"/>
              </a:rPr>
              <a:t>地址，要么告诉本地域名服务器：“你下一步应当向哪一个域名服务器进行查询”。然后让本地域名服务器进行后续的查询。</a:t>
            </a:r>
          </a:p>
        </p:txBody>
      </p:sp>
      <p:sp>
        <p:nvSpPr>
          <p:cNvPr id="48131" name="幻灯片编号占位符 1">
            <a:extLst>
              <a:ext uri="{FF2B5EF4-FFF2-40B4-BE49-F238E27FC236}">
                <a16:creationId xmlns:a16="http://schemas.microsoft.com/office/drawing/2014/main" id="{A7376D2A-5F23-D248-9149-1FBF48C77652}"/>
              </a:ext>
            </a:extLst>
          </p:cNvPr>
          <p:cNvSpPr>
            <a:spLocks noGrp="1" noChangeArrowheads="1"/>
          </p:cNvSpPr>
          <p:nvPr>
            <p:ph type="sldNum" sz="quarter" idx="10"/>
          </p:nvPr>
        </p:nvSpPr>
        <p:spPr>
          <a:xfrm>
            <a:off x="8686561" y="4800600"/>
            <a:ext cx="457439" cy="342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44F63BB-62E5-3346-B203-CD7881D3829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685666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C3144C6-4A1C-D946-8883-0B4798BD7584}"/>
              </a:ext>
            </a:extLst>
          </p:cNvPr>
          <p:cNvSpPr>
            <a:spLocks noGrp="1"/>
          </p:cNvSpPr>
          <p:nvPr>
            <p:ph idx="1"/>
          </p:nvPr>
        </p:nvSpPr>
        <p:spPr/>
        <p:txBody>
          <a:bodyPr/>
          <a:lstStyle/>
          <a:p>
            <a:endParaRPr kumimoji="1" lang="zh-CN" altLang="en-US"/>
          </a:p>
        </p:txBody>
      </p:sp>
      <p:sp>
        <p:nvSpPr>
          <p:cNvPr id="49176" name="幻灯片编号占位符 1">
            <a:extLst>
              <a:ext uri="{FF2B5EF4-FFF2-40B4-BE49-F238E27FC236}">
                <a16:creationId xmlns:a16="http://schemas.microsoft.com/office/drawing/2014/main" id="{B26AC105-9539-DA47-9A32-66E7134AC11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0919570-91B7-2848-A375-39464B68215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tx1"/>
              </a:solidFill>
              <a:latin typeface="Tahoma" panose="020B0604030504040204" pitchFamily="34" charset="0"/>
              <a:ea typeface="宋体" panose="02010600030101010101" pitchFamily="2" charset="-122"/>
            </a:endParaRPr>
          </a:p>
        </p:txBody>
      </p:sp>
      <p:sp>
        <p:nvSpPr>
          <p:cNvPr id="49153" name="Rectangle 4">
            <a:extLst>
              <a:ext uri="{FF2B5EF4-FFF2-40B4-BE49-F238E27FC236}">
                <a16:creationId xmlns:a16="http://schemas.microsoft.com/office/drawing/2014/main" id="{87E44472-A9BD-B446-8AB5-4761EB74726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本地域名服务器采用迭代查询 </a:t>
            </a:r>
          </a:p>
        </p:txBody>
      </p:sp>
      <p:sp>
        <p:nvSpPr>
          <p:cNvPr id="1082373" name="Rectangle 5">
            <a:extLst>
              <a:ext uri="{FF2B5EF4-FFF2-40B4-BE49-F238E27FC236}">
                <a16:creationId xmlns:a16="http://schemas.microsoft.com/office/drawing/2014/main" id="{D61EB062-B52C-A447-BFD3-2E9A05D519EF}"/>
              </a:ext>
            </a:extLst>
          </p:cNvPr>
          <p:cNvSpPr>
            <a:spLocks noChangeArrowheads="1"/>
          </p:cNvSpPr>
          <p:nvPr/>
        </p:nvSpPr>
        <p:spPr bwMode="auto">
          <a:xfrm flipH="1">
            <a:off x="3218260" y="1450181"/>
            <a:ext cx="2302669" cy="2268141"/>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49155" name="Text Box 7">
            <a:extLst>
              <a:ext uri="{FF2B5EF4-FFF2-40B4-BE49-F238E27FC236}">
                <a16:creationId xmlns:a16="http://schemas.microsoft.com/office/drawing/2014/main" id="{A26F26D1-5C4F-A14C-8FCC-7C2C9EC8CE28}"/>
              </a:ext>
            </a:extLst>
          </p:cNvPr>
          <p:cNvSpPr txBox="1">
            <a:spLocks noChangeArrowheads="1"/>
          </p:cNvSpPr>
          <p:nvPr/>
        </p:nvSpPr>
        <p:spPr bwMode="auto">
          <a:xfrm flipH="1">
            <a:off x="5514413" y="1535907"/>
            <a:ext cx="1396536"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顶级域名服务器</a:t>
            </a:r>
          </a:p>
          <a:p>
            <a:pPr algn="ctr" eaLnBrk="1" hangingPunct="1">
              <a:lnSpc>
                <a:spcPct val="8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dns.com</a:t>
            </a:r>
          </a:p>
        </p:txBody>
      </p:sp>
      <p:sp>
        <p:nvSpPr>
          <p:cNvPr id="49156" name="Text Box 8">
            <a:extLst>
              <a:ext uri="{FF2B5EF4-FFF2-40B4-BE49-F238E27FC236}">
                <a16:creationId xmlns:a16="http://schemas.microsoft.com/office/drawing/2014/main" id="{F4AF83EF-6687-7C44-A1ED-745022E88153}"/>
              </a:ext>
            </a:extLst>
          </p:cNvPr>
          <p:cNvSpPr txBox="1">
            <a:spLocks noChangeArrowheads="1"/>
          </p:cNvSpPr>
          <p:nvPr/>
        </p:nvSpPr>
        <p:spPr bwMode="auto">
          <a:xfrm flipH="1">
            <a:off x="5328048" y="3102769"/>
            <a:ext cx="16216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权限</a:t>
            </a:r>
            <a:r>
              <a:rPr kumimoji="1" lang="zh-CN" altLang="zh-CN" sz="1350">
                <a:solidFill>
                  <a:schemeClr val="folHlink"/>
                </a:solidFill>
                <a:latin typeface="Arial" panose="020B0604020202020204" pitchFamily="34" charset="0"/>
                <a:ea typeface="宋体" panose="02010600030101010101" pitchFamily="2" charset="-122"/>
              </a:rPr>
              <a:t>域名服务</a:t>
            </a:r>
            <a:r>
              <a:rPr kumimoji="1" lang="en-US" altLang="zh-CN" sz="1350">
                <a:solidFill>
                  <a:schemeClr val="folHlink"/>
                </a:solidFill>
                <a:latin typeface="Arial" panose="020B0604020202020204" pitchFamily="34" charset="0"/>
                <a:ea typeface="宋体" panose="02010600030101010101" pitchFamily="2" charset="-122"/>
              </a:rPr>
              <a:t>dns.abc.com</a:t>
            </a:r>
          </a:p>
        </p:txBody>
      </p:sp>
      <p:sp>
        <p:nvSpPr>
          <p:cNvPr id="49157" name="Text Box 9">
            <a:extLst>
              <a:ext uri="{FF2B5EF4-FFF2-40B4-BE49-F238E27FC236}">
                <a16:creationId xmlns:a16="http://schemas.microsoft.com/office/drawing/2014/main" id="{94EA4E29-8340-0E42-B390-60A034949FB3}"/>
              </a:ext>
            </a:extLst>
          </p:cNvPr>
          <p:cNvSpPr txBox="1">
            <a:spLocks noChangeArrowheads="1"/>
          </p:cNvSpPr>
          <p:nvPr/>
        </p:nvSpPr>
        <p:spPr bwMode="auto">
          <a:xfrm flipH="1">
            <a:off x="1800854" y="3078956"/>
            <a:ext cx="139653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tx1"/>
                </a:solidFill>
                <a:latin typeface="Arial" panose="020B0604020202020204" pitchFamily="34" charset="0"/>
                <a:ea typeface="宋体" panose="02010600030101010101" pitchFamily="2" charset="-122"/>
              </a:rPr>
              <a:t>本地域名服务器</a:t>
            </a:r>
          </a:p>
          <a:p>
            <a:pPr algn="ctr" eaLnBrk="1" hangingPunct="1">
              <a:lnSpc>
                <a:spcPct val="80000"/>
              </a:lnSpc>
              <a:spcBef>
                <a:spcPct val="0"/>
              </a:spcBef>
              <a:buClrTx/>
              <a:buSzTx/>
              <a:buFontTx/>
              <a:buNone/>
            </a:pPr>
            <a:r>
              <a:rPr kumimoji="1" lang="en-US" altLang="zh-CN" sz="1350">
                <a:solidFill>
                  <a:schemeClr val="tx1"/>
                </a:solidFill>
                <a:latin typeface="Arial" panose="020B0604020202020204" pitchFamily="34" charset="0"/>
                <a:ea typeface="宋体" panose="02010600030101010101" pitchFamily="2" charset="-122"/>
              </a:rPr>
              <a:t>dns.xyz.com</a:t>
            </a:r>
          </a:p>
        </p:txBody>
      </p:sp>
      <p:sp>
        <p:nvSpPr>
          <p:cNvPr id="49158" name="Text Box 12">
            <a:extLst>
              <a:ext uri="{FF2B5EF4-FFF2-40B4-BE49-F238E27FC236}">
                <a16:creationId xmlns:a16="http://schemas.microsoft.com/office/drawing/2014/main" id="{7128543D-CD22-3040-AD55-AAE08D363FE2}"/>
              </a:ext>
            </a:extLst>
          </p:cNvPr>
          <p:cNvSpPr txBox="1">
            <a:spLocks noChangeArrowheads="1"/>
          </p:cNvSpPr>
          <p:nvPr/>
        </p:nvSpPr>
        <p:spPr bwMode="auto">
          <a:xfrm flipH="1">
            <a:off x="2026719" y="1545431"/>
            <a:ext cx="1223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根域名服务器</a:t>
            </a:r>
          </a:p>
        </p:txBody>
      </p:sp>
      <p:pic>
        <p:nvPicPr>
          <p:cNvPr id="49159" name="Picture 15">
            <a:extLst>
              <a:ext uri="{FF2B5EF4-FFF2-40B4-BE49-F238E27FC236}">
                <a16:creationId xmlns:a16="http://schemas.microsoft.com/office/drawing/2014/main" id="{5E31CE10-7A48-E441-89D0-5C96DC8A86E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83744" y="2858691"/>
            <a:ext cx="509588" cy="9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Picture 16">
            <a:extLst>
              <a:ext uri="{FF2B5EF4-FFF2-40B4-BE49-F238E27FC236}">
                <a16:creationId xmlns:a16="http://schemas.microsoft.com/office/drawing/2014/main" id="{A2B73081-EB68-7E49-BA6B-39580AA7DA0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83744" y="1423987"/>
            <a:ext cx="509588" cy="93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Picture 17">
            <a:extLst>
              <a:ext uri="{FF2B5EF4-FFF2-40B4-BE49-F238E27FC236}">
                <a16:creationId xmlns:a16="http://schemas.microsoft.com/office/drawing/2014/main" id="{CC4CFFCC-2166-9048-B6F6-E950F559E95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905375" y="1423987"/>
            <a:ext cx="510779" cy="93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08" name="Group 40">
            <a:extLst>
              <a:ext uri="{FF2B5EF4-FFF2-40B4-BE49-F238E27FC236}">
                <a16:creationId xmlns:a16="http://schemas.microsoft.com/office/drawing/2014/main" id="{21AA5C68-1FA8-C047-8A81-67D6FD2CC04D}"/>
              </a:ext>
            </a:extLst>
          </p:cNvPr>
          <p:cNvGrpSpPr>
            <a:grpSpLocks/>
          </p:cNvGrpSpPr>
          <p:nvPr/>
        </p:nvGrpSpPr>
        <p:grpSpPr bwMode="auto">
          <a:xfrm>
            <a:off x="3203975" y="2294335"/>
            <a:ext cx="389334" cy="682228"/>
            <a:chOff x="1731" y="1927"/>
            <a:chExt cx="327" cy="573"/>
          </a:xfrm>
        </p:grpSpPr>
        <p:sp>
          <p:nvSpPr>
            <p:cNvPr id="49195" name="Text Box 18">
              <a:extLst>
                <a:ext uri="{FF2B5EF4-FFF2-40B4-BE49-F238E27FC236}">
                  <a16:creationId xmlns:a16="http://schemas.microsoft.com/office/drawing/2014/main" id="{A13FE1D2-E7EC-D54E-A345-36348AC28E7A}"/>
                </a:ext>
              </a:extLst>
            </p:cNvPr>
            <p:cNvSpPr txBox="1">
              <a:spLocks noChangeArrowheads="1"/>
            </p:cNvSpPr>
            <p:nvPr/>
          </p:nvSpPr>
          <p:spPr bwMode="auto">
            <a:xfrm flipH="1">
              <a:off x="1731" y="219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88" name="Line 20">
              <a:extLst>
                <a:ext uri="{FF2B5EF4-FFF2-40B4-BE49-F238E27FC236}">
                  <a16:creationId xmlns:a16="http://schemas.microsoft.com/office/drawing/2014/main" id="{7D28BF9D-22CB-E441-A63B-44E43E3D5BBC}"/>
                </a:ext>
              </a:extLst>
            </p:cNvPr>
            <p:cNvSpPr>
              <a:spLocks noChangeShapeType="1"/>
            </p:cNvSpPr>
            <p:nvPr/>
          </p:nvSpPr>
          <p:spPr bwMode="auto">
            <a:xfrm rot="10800000" flipH="1">
              <a:off x="1996" y="1927"/>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09" name="Group 41">
            <a:extLst>
              <a:ext uri="{FF2B5EF4-FFF2-40B4-BE49-F238E27FC236}">
                <a16:creationId xmlns:a16="http://schemas.microsoft.com/office/drawing/2014/main" id="{40FF21F1-1C95-BB4E-AAFB-810F99E5F24D}"/>
              </a:ext>
            </a:extLst>
          </p:cNvPr>
          <p:cNvGrpSpPr>
            <a:grpSpLocks/>
          </p:cNvGrpSpPr>
          <p:nvPr/>
        </p:nvGrpSpPr>
        <p:grpSpPr bwMode="auto">
          <a:xfrm>
            <a:off x="3565928" y="2180035"/>
            <a:ext cx="389335" cy="790575"/>
            <a:chOff x="2035" y="1831"/>
            <a:chExt cx="327" cy="664"/>
          </a:xfrm>
        </p:grpSpPr>
        <p:sp>
          <p:nvSpPr>
            <p:cNvPr id="49193" name="Text Box 19">
              <a:extLst>
                <a:ext uri="{FF2B5EF4-FFF2-40B4-BE49-F238E27FC236}">
                  <a16:creationId xmlns:a16="http://schemas.microsoft.com/office/drawing/2014/main" id="{D1A607CA-FCFD-4343-AAEE-4D4DCABDBB70}"/>
                </a:ext>
              </a:extLst>
            </p:cNvPr>
            <p:cNvSpPr txBox="1">
              <a:spLocks noChangeArrowheads="1"/>
            </p:cNvSpPr>
            <p:nvPr/>
          </p:nvSpPr>
          <p:spPr bwMode="auto">
            <a:xfrm flipH="1">
              <a:off x="2035" y="18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89" name="Line 21">
              <a:extLst>
                <a:ext uri="{FF2B5EF4-FFF2-40B4-BE49-F238E27FC236}">
                  <a16:creationId xmlns:a16="http://schemas.microsoft.com/office/drawing/2014/main" id="{6CEC5C18-6D16-984A-9B5C-EA8548F81E93}"/>
                </a:ext>
              </a:extLst>
            </p:cNvPr>
            <p:cNvSpPr>
              <a:spLocks noChangeShapeType="1"/>
            </p:cNvSpPr>
            <p:nvPr/>
          </p:nvSpPr>
          <p:spPr bwMode="auto">
            <a:xfrm rot="-10800000" flipH="1" flipV="1">
              <a:off x="2089" y="1927"/>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0" name="Group 42">
            <a:extLst>
              <a:ext uri="{FF2B5EF4-FFF2-40B4-BE49-F238E27FC236}">
                <a16:creationId xmlns:a16="http://schemas.microsoft.com/office/drawing/2014/main" id="{8FD2CCB3-F801-194E-BA1F-E9FC99992153}"/>
              </a:ext>
            </a:extLst>
          </p:cNvPr>
          <p:cNvGrpSpPr>
            <a:grpSpLocks/>
          </p:cNvGrpSpPr>
          <p:nvPr/>
        </p:nvGrpSpPr>
        <p:grpSpPr bwMode="auto">
          <a:xfrm>
            <a:off x="3707607" y="2158605"/>
            <a:ext cx="1340644" cy="835819"/>
            <a:chOff x="2154" y="1813"/>
            <a:chExt cx="1126" cy="702"/>
          </a:xfrm>
        </p:grpSpPr>
        <p:sp>
          <p:nvSpPr>
            <p:cNvPr id="49191" name="Text Box 14">
              <a:extLst>
                <a:ext uri="{FF2B5EF4-FFF2-40B4-BE49-F238E27FC236}">
                  <a16:creationId xmlns:a16="http://schemas.microsoft.com/office/drawing/2014/main" id="{043FC5BD-A04B-114E-BE96-DA005CDC199B}"/>
                </a:ext>
              </a:extLst>
            </p:cNvPr>
            <p:cNvSpPr txBox="1">
              <a:spLocks noChangeArrowheads="1"/>
            </p:cNvSpPr>
            <p:nvPr/>
          </p:nvSpPr>
          <p:spPr bwMode="auto">
            <a:xfrm flipH="1">
              <a:off x="2154" y="220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0" name="Line 22">
              <a:extLst>
                <a:ext uri="{FF2B5EF4-FFF2-40B4-BE49-F238E27FC236}">
                  <a16:creationId xmlns:a16="http://schemas.microsoft.com/office/drawing/2014/main" id="{7B169ED3-2F60-6647-B6FD-175C3E14A01C}"/>
                </a:ext>
              </a:extLst>
            </p:cNvPr>
            <p:cNvSpPr>
              <a:spLocks noChangeShapeType="1"/>
            </p:cNvSpPr>
            <p:nvPr/>
          </p:nvSpPr>
          <p:spPr bwMode="auto">
            <a:xfrm rot="10800000" flipH="1">
              <a:off x="2245" y="1813"/>
              <a:ext cx="1035" cy="701"/>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1" name="Group 43">
            <a:extLst>
              <a:ext uri="{FF2B5EF4-FFF2-40B4-BE49-F238E27FC236}">
                <a16:creationId xmlns:a16="http://schemas.microsoft.com/office/drawing/2014/main" id="{E2F1B9A0-6433-6A4C-AC53-AEBA9BC68732}"/>
              </a:ext>
            </a:extLst>
          </p:cNvPr>
          <p:cNvGrpSpPr>
            <a:grpSpLocks/>
          </p:cNvGrpSpPr>
          <p:nvPr/>
        </p:nvGrpSpPr>
        <p:grpSpPr bwMode="auto">
          <a:xfrm>
            <a:off x="3802858" y="2180035"/>
            <a:ext cx="1514476" cy="951309"/>
            <a:chOff x="2234" y="1831"/>
            <a:chExt cx="1272" cy="799"/>
          </a:xfrm>
        </p:grpSpPr>
        <p:sp>
          <p:nvSpPr>
            <p:cNvPr id="49189" name="Text Box 13">
              <a:extLst>
                <a:ext uri="{FF2B5EF4-FFF2-40B4-BE49-F238E27FC236}">
                  <a16:creationId xmlns:a16="http://schemas.microsoft.com/office/drawing/2014/main" id="{BB43BEDA-C66F-0D46-87FC-353D740E1C49}"/>
                </a:ext>
              </a:extLst>
            </p:cNvPr>
            <p:cNvSpPr txBox="1">
              <a:spLocks noChangeArrowheads="1"/>
            </p:cNvSpPr>
            <p:nvPr/>
          </p:nvSpPr>
          <p:spPr bwMode="auto">
            <a:xfrm flipH="1">
              <a:off x="3179" y="183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1" name="Line 23">
              <a:extLst>
                <a:ext uri="{FF2B5EF4-FFF2-40B4-BE49-F238E27FC236}">
                  <a16:creationId xmlns:a16="http://schemas.microsoft.com/office/drawing/2014/main" id="{A6F658F3-40A0-8348-A4A5-746495007E75}"/>
                </a:ext>
              </a:extLst>
            </p:cNvPr>
            <p:cNvSpPr>
              <a:spLocks noChangeShapeType="1"/>
            </p:cNvSpPr>
            <p:nvPr/>
          </p:nvSpPr>
          <p:spPr bwMode="auto">
            <a:xfrm flipH="1">
              <a:off x="2234" y="1870"/>
              <a:ext cx="1100" cy="76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pic>
        <p:nvPicPr>
          <p:cNvPr id="49166" name="Picture 24">
            <a:extLst>
              <a:ext uri="{FF2B5EF4-FFF2-40B4-BE49-F238E27FC236}">
                <a16:creationId xmlns:a16="http://schemas.microsoft.com/office/drawing/2014/main" id="{B3D47572-A470-D54E-BAF8-4D7A0553E80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969669" y="2858691"/>
            <a:ext cx="510779" cy="9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13" name="Group 45">
            <a:extLst>
              <a:ext uri="{FF2B5EF4-FFF2-40B4-BE49-F238E27FC236}">
                <a16:creationId xmlns:a16="http://schemas.microsoft.com/office/drawing/2014/main" id="{AD321B0C-EACC-094A-99AD-0FA81ACDE37F}"/>
              </a:ext>
            </a:extLst>
          </p:cNvPr>
          <p:cNvGrpSpPr>
            <a:grpSpLocks/>
          </p:cNvGrpSpPr>
          <p:nvPr/>
        </p:nvGrpSpPr>
        <p:grpSpPr bwMode="auto">
          <a:xfrm>
            <a:off x="3802856" y="3038480"/>
            <a:ext cx="1200150" cy="369094"/>
            <a:chOff x="2234" y="2552"/>
            <a:chExt cx="1008" cy="310"/>
          </a:xfrm>
        </p:grpSpPr>
        <p:sp>
          <p:nvSpPr>
            <p:cNvPr id="49187" name="Text Box 25">
              <a:extLst>
                <a:ext uri="{FF2B5EF4-FFF2-40B4-BE49-F238E27FC236}">
                  <a16:creationId xmlns:a16="http://schemas.microsoft.com/office/drawing/2014/main" id="{545AD655-B69A-9549-B965-F7D561F5EED2}"/>
                </a:ext>
              </a:extLst>
            </p:cNvPr>
            <p:cNvSpPr txBox="1">
              <a:spLocks noChangeArrowheads="1"/>
            </p:cNvSpPr>
            <p:nvPr/>
          </p:nvSpPr>
          <p:spPr bwMode="auto">
            <a:xfrm flipH="1">
              <a:off x="2275" y="255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395" name="Line 27">
              <a:extLst>
                <a:ext uri="{FF2B5EF4-FFF2-40B4-BE49-F238E27FC236}">
                  <a16:creationId xmlns:a16="http://schemas.microsoft.com/office/drawing/2014/main" id="{FF52A9A8-0E14-354F-943B-E13DBC790945}"/>
                </a:ext>
              </a:extLst>
            </p:cNvPr>
            <p:cNvSpPr>
              <a:spLocks noChangeShapeType="1"/>
            </p:cNvSpPr>
            <p:nvPr/>
          </p:nvSpPr>
          <p:spPr bwMode="auto">
            <a:xfrm rot="16200000" flipH="1">
              <a:off x="2738" y="2283"/>
              <a:ext cx="0" cy="100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2414" name="Group 46">
            <a:extLst>
              <a:ext uri="{FF2B5EF4-FFF2-40B4-BE49-F238E27FC236}">
                <a16:creationId xmlns:a16="http://schemas.microsoft.com/office/drawing/2014/main" id="{D789F764-FFF7-424B-A144-8B5476B2CF9D}"/>
              </a:ext>
            </a:extLst>
          </p:cNvPr>
          <p:cNvGrpSpPr>
            <a:grpSpLocks/>
          </p:cNvGrpSpPr>
          <p:nvPr/>
        </p:nvGrpSpPr>
        <p:grpSpPr bwMode="auto">
          <a:xfrm>
            <a:off x="3802856" y="3381378"/>
            <a:ext cx="1266825" cy="369094"/>
            <a:chOff x="2234" y="2840"/>
            <a:chExt cx="1064" cy="310"/>
          </a:xfrm>
        </p:grpSpPr>
        <p:sp>
          <p:nvSpPr>
            <p:cNvPr id="1082396" name="Line 28">
              <a:extLst>
                <a:ext uri="{FF2B5EF4-FFF2-40B4-BE49-F238E27FC236}">
                  <a16:creationId xmlns:a16="http://schemas.microsoft.com/office/drawing/2014/main" id="{CFF81794-AE77-F541-AA7B-629CCD424F48}"/>
                </a:ext>
              </a:extLst>
            </p:cNvPr>
            <p:cNvSpPr>
              <a:spLocks noChangeShapeType="1"/>
            </p:cNvSpPr>
            <p:nvPr/>
          </p:nvSpPr>
          <p:spPr bwMode="auto">
            <a:xfrm rot="-16200000">
              <a:off x="2738" y="2379"/>
              <a:ext cx="0" cy="100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49186" name="Text Box 29">
              <a:extLst>
                <a:ext uri="{FF2B5EF4-FFF2-40B4-BE49-F238E27FC236}">
                  <a16:creationId xmlns:a16="http://schemas.microsoft.com/office/drawing/2014/main" id="{0165354A-8DAD-CD4E-A59D-EC3974D51BF0}"/>
                </a:ext>
              </a:extLst>
            </p:cNvPr>
            <p:cNvSpPr txBox="1">
              <a:spLocks noChangeArrowheads="1"/>
            </p:cNvSpPr>
            <p:nvPr/>
          </p:nvSpPr>
          <p:spPr bwMode="auto">
            <a:xfrm flipH="1">
              <a:off x="2971" y="284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grpSp>
      <p:sp>
        <p:nvSpPr>
          <p:cNvPr id="1082398" name="Text Box 30">
            <a:extLst>
              <a:ext uri="{FF2B5EF4-FFF2-40B4-BE49-F238E27FC236}">
                <a16:creationId xmlns:a16="http://schemas.microsoft.com/office/drawing/2014/main" id="{2B9B8F81-7E83-FE48-AB7E-4680878321E6}"/>
              </a:ext>
            </a:extLst>
          </p:cNvPr>
          <p:cNvSpPr txBox="1">
            <a:spLocks noChangeArrowheads="1"/>
          </p:cNvSpPr>
          <p:nvPr/>
        </p:nvSpPr>
        <p:spPr bwMode="auto">
          <a:xfrm flipH="1">
            <a:off x="3952444" y="1487091"/>
            <a:ext cx="87716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迭代查询</a:t>
            </a:r>
          </a:p>
        </p:txBody>
      </p:sp>
      <p:grpSp>
        <p:nvGrpSpPr>
          <p:cNvPr id="1082417" name="Group 49">
            <a:extLst>
              <a:ext uri="{FF2B5EF4-FFF2-40B4-BE49-F238E27FC236}">
                <a16:creationId xmlns:a16="http://schemas.microsoft.com/office/drawing/2014/main" id="{99012BAE-A507-6F4F-8583-44EEFA323CBD}"/>
              </a:ext>
            </a:extLst>
          </p:cNvPr>
          <p:cNvGrpSpPr>
            <a:grpSpLocks/>
          </p:cNvGrpSpPr>
          <p:nvPr/>
        </p:nvGrpSpPr>
        <p:grpSpPr bwMode="auto">
          <a:xfrm>
            <a:off x="3587354" y="3687366"/>
            <a:ext cx="1902619" cy="758428"/>
            <a:chOff x="2053" y="3097"/>
            <a:chExt cx="1598" cy="637"/>
          </a:xfrm>
        </p:grpSpPr>
        <p:grpSp>
          <p:nvGrpSpPr>
            <p:cNvPr id="49179" name="Group 48">
              <a:extLst>
                <a:ext uri="{FF2B5EF4-FFF2-40B4-BE49-F238E27FC236}">
                  <a16:creationId xmlns:a16="http://schemas.microsoft.com/office/drawing/2014/main" id="{75B7E2FF-A661-5A47-8B2E-A0F0C02C40D7}"/>
                </a:ext>
              </a:extLst>
            </p:cNvPr>
            <p:cNvGrpSpPr>
              <a:grpSpLocks/>
            </p:cNvGrpSpPr>
            <p:nvPr/>
          </p:nvGrpSpPr>
          <p:grpSpPr bwMode="auto">
            <a:xfrm>
              <a:off x="2053" y="3097"/>
              <a:ext cx="1598" cy="637"/>
              <a:chOff x="2053" y="3097"/>
              <a:chExt cx="1598" cy="637"/>
            </a:xfrm>
          </p:grpSpPr>
          <p:sp>
            <p:nvSpPr>
              <p:cNvPr id="1082404" name="Rectangle 36">
                <a:extLst>
                  <a:ext uri="{FF2B5EF4-FFF2-40B4-BE49-F238E27FC236}">
                    <a16:creationId xmlns:a16="http://schemas.microsoft.com/office/drawing/2014/main" id="{CF45C4C8-EB36-CC41-991A-67862128AE27}"/>
                  </a:ext>
                </a:extLst>
              </p:cNvPr>
              <p:cNvSpPr>
                <a:spLocks noChangeArrowheads="1"/>
              </p:cNvSpPr>
              <p:nvPr/>
            </p:nvSpPr>
            <p:spPr bwMode="auto">
              <a:xfrm>
                <a:off x="2135" y="3356"/>
                <a:ext cx="1516" cy="263"/>
              </a:xfrm>
              <a:prstGeom prst="rect">
                <a:avLst/>
              </a:prstGeom>
              <a:solidFill>
                <a:srgbClr val="CCECFF"/>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49182" name="Group 47">
                <a:extLst>
                  <a:ext uri="{FF2B5EF4-FFF2-40B4-BE49-F238E27FC236}">
                    <a16:creationId xmlns:a16="http://schemas.microsoft.com/office/drawing/2014/main" id="{498B5230-BEF6-AA43-94B6-AFAEE54ED9BE}"/>
                  </a:ext>
                </a:extLst>
              </p:cNvPr>
              <p:cNvGrpSpPr>
                <a:grpSpLocks/>
              </p:cNvGrpSpPr>
              <p:nvPr/>
            </p:nvGrpSpPr>
            <p:grpSpPr bwMode="auto">
              <a:xfrm>
                <a:off x="2053" y="3097"/>
                <a:ext cx="327" cy="637"/>
                <a:chOff x="2053" y="3097"/>
                <a:chExt cx="327" cy="637"/>
              </a:xfrm>
            </p:grpSpPr>
            <p:sp>
              <p:nvSpPr>
                <p:cNvPr id="49183" name="Text Box 33">
                  <a:extLst>
                    <a:ext uri="{FF2B5EF4-FFF2-40B4-BE49-F238E27FC236}">
                      <a16:creationId xmlns:a16="http://schemas.microsoft.com/office/drawing/2014/main" id="{7EED13F8-9F22-3D4E-B835-19B16E34988B}"/>
                    </a:ext>
                  </a:extLst>
                </p:cNvPr>
                <p:cNvSpPr txBox="1">
                  <a:spLocks noChangeArrowheads="1"/>
                </p:cNvSpPr>
                <p:nvPr/>
              </p:nvSpPr>
              <p:spPr bwMode="auto">
                <a:xfrm flipH="1">
                  <a:off x="2053" y="3097"/>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403" name="Line 35">
                  <a:extLst>
                    <a:ext uri="{FF2B5EF4-FFF2-40B4-BE49-F238E27FC236}">
                      <a16:creationId xmlns:a16="http://schemas.microsoft.com/office/drawing/2014/main" id="{23349A68-EF29-2043-9158-574DF3ACCA9C}"/>
                    </a:ext>
                  </a:extLst>
                </p:cNvPr>
                <p:cNvSpPr>
                  <a:spLocks noChangeShapeType="1"/>
                </p:cNvSpPr>
                <p:nvPr/>
              </p:nvSpPr>
              <p:spPr bwMode="auto">
                <a:xfrm rot="-10800000" flipH="1" flipV="1">
                  <a:off x="2089" y="3166"/>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sp>
          <p:nvSpPr>
            <p:cNvPr id="49180" name="Text Box 6">
              <a:extLst>
                <a:ext uri="{FF2B5EF4-FFF2-40B4-BE49-F238E27FC236}">
                  <a16:creationId xmlns:a16="http://schemas.microsoft.com/office/drawing/2014/main" id="{BFDDC0B6-6192-674A-BF9A-ACBC39055315}"/>
                </a:ext>
              </a:extLst>
            </p:cNvPr>
            <p:cNvSpPr txBox="1">
              <a:spLocks noChangeArrowheads="1"/>
            </p:cNvSpPr>
            <p:nvPr/>
          </p:nvSpPr>
          <p:spPr bwMode="auto">
            <a:xfrm flipH="1">
              <a:off x="2104" y="3417"/>
              <a:ext cx="154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 y.abc.com</a:t>
              </a:r>
              <a:r>
                <a:rPr kumimoji="1" lang="en-US" altLang="zh-CN" sz="675">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的</a:t>
              </a:r>
              <a:r>
                <a:rPr kumimoji="1" lang="zh-CN" altLang="en-US" sz="105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IP</a:t>
              </a:r>
              <a:r>
                <a:rPr kumimoji="1" lang="en-US" altLang="zh-CN" sz="10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地址 </a:t>
              </a:r>
            </a:p>
          </p:txBody>
        </p:sp>
      </p:grpSp>
      <p:pic>
        <p:nvPicPr>
          <p:cNvPr id="49171" name="Picture 10">
            <a:extLst>
              <a:ext uri="{FF2B5EF4-FFF2-40B4-BE49-F238E27FC236}">
                <a16:creationId xmlns:a16="http://schemas.microsoft.com/office/drawing/2014/main" id="{1AFF3907-C62B-CE4E-A248-56875BA26C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378994" y="4513660"/>
            <a:ext cx="358379"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2379" name="Text Box 11">
            <a:extLst>
              <a:ext uri="{FF2B5EF4-FFF2-40B4-BE49-F238E27FC236}">
                <a16:creationId xmlns:a16="http://schemas.microsoft.com/office/drawing/2014/main" id="{AAD5CE45-D83E-6046-970F-6AF9968E58E2}"/>
              </a:ext>
            </a:extLst>
          </p:cNvPr>
          <p:cNvSpPr txBox="1">
            <a:spLocks noChangeArrowheads="1"/>
          </p:cNvSpPr>
          <p:nvPr/>
        </p:nvSpPr>
        <p:spPr bwMode="auto">
          <a:xfrm flipH="1">
            <a:off x="3168253" y="4894660"/>
            <a:ext cx="1059906" cy="258532"/>
          </a:xfrm>
          <a:prstGeom prst="rect">
            <a:avLst/>
          </a:prstGeom>
          <a:noFill/>
          <a:ln>
            <a:noFill/>
          </a:ln>
          <a:effectLst/>
        </p:spPr>
        <p:txBody>
          <a:bodyPr wrap="none">
            <a:spAutoFit/>
          </a:bodyPr>
          <a:lstStyle/>
          <a:p>
            <a:pPr eaLnBrk="1" hangingPunct="1">
              <a:lnSpc>
                <a:spcPct val="80000"/>
              </a:lnSpc>
              <a:defRPr/>
            </a:pPr>
            <a:r>
              <a:rPr kumimoji="1" lang="en-US" altLang="zh-CN" sz="1350">
                <a:solidFill>
                  <a:schemeClr val="folHlink"/>
                </a:solidFill>
                <a:latin typeface="Arial" charset="0"/>
                <a:ea typeface="黑体" charset="-122"/>
              </a:rPr>
              <a:t>m.xyz.com </a:t>
            </a:r>
          </a:p>
        </p:txBody>
      </p:sp>
      <p:sp>
        <p:nvSpPr>
          <p:cNvPr id="1082399" name="Text Box 31">
            <a:extLst>
              <a:ext uri="{FF2B5EF4-FFF2-40B4-BE49-F238E27FC236}">
                <a16:creationId xmlns:a16="http://schemas.microsoft.com/office/drawing/2014/main" id="{8C37423B-C075-E74C-9482-8EBF21E99300}"/>
              </a:ext>
            </a:extLst>
          </p:cNvPr>
          <p:cNvSpPr txBox="1">
            <a:spLocks noChangeArrowheads="1"/>
          </p:cNvSpPr>
          <p:nvPr/>
        </p:nvSpPr>
        <p:spPr bwMode="auto">
          <a:xfrm flipH="1">
            <a:off x="2980782" y="3868341"/>
            <a:ext cx="530915" cy="48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a:t>
            </a:r>
          </a:p>
          <a:p>
            <a:pPr algn="ctr" eaLnBrk="1" hangingPunct="1">
              <a:lnSpc>
                <a:spcPct val="90000"/>
              </a:lnSpc>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查询</a:t>
            </a:r>
          </a:p>
        </p:txBody>
      </p:sp>
      <p:grpSp>
        <p:nvGrpSpPr>
          <p:cNvPr id="1082407" name="Group 39">
            <a:extLst>
              <a:ext uri="{FF2B5EF4-FFF2-40B4-BE49-F238E27FC236}">
                <a16:creationId xmlns:a16="http://schemas.microsoft.com/office/drawing/2014/main" id="{9F8F244F-344C-674B-8F5D-E8CBF2F27442}"/>
              </a:ext>
            </a:extLst>
          </p:cNvPr>
          <p:cNvGrpSpPr>
            <a:grpSpLocks/>
          </p:cNvGrpSpPr>
          <p:nvPr/>
        </p:nvGrpSpPr>
        <p:grpSpPr bwMode="auto">
          <a:xfrm>
            <a:off x="3221830" y="3769520"/>
            <a:ext cx="389334" cy="826294"/>
            <a:chOff x="1746" y="3166"/>
            <a:chExt cx="327" cy="694"/>
          </a:xfrm>
        </p:grpSpPr>
        <p:sp>
          <p:nvSpPr>
            <p:cNvPr id="49177" name="Text Box 32">
              <a:extLst>
                <a:ext uri="{FF2B5EF4-FFF2-40B4-BE49-F238E27FC236}">
                  <a16:creationId xmlns:a16="http://schemas.microsoft.com/office/drawing/2014/main" id="{5E187958-E40B-C84E-AA99-4C69864EEC12}"/>
                </a:ext>
              </a:extLst>
            </p:cNvPr>
            <p:cNvSpPr txBox="1">
              <a:spLocks noChangeArrowheads="1"/>
            </p:cNvSpPr>
            <p:nvPr/>
          </p:nvSpPr>
          <p:spPr bwMode="auto">
            <a:xfrm flipH="1">
              <a:off x="1746" y="355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2402" name="Line 34">
              <a:extLst>
                <a:ext uri="{FF2B5EF4-FFF2-40B4-BE49-F238E27FC236}">
                  <a16:creationId xmlns:a16="http://schemas.microsoft.com/office/drawing/2014/main" id="{66FF900F-F359-3240-A9E4-F712CE6025C4}"/>
                </a:ext>
              </a:extLst>
            </p:cNvPr>
            <p:cNvSpPr>
              <a:spLocks noChangeShapeType="1"/>
            </p:cNvSpPr>
            <p:nvPr/>
          </p:nvSpPr>
          <p:spPr bwMode="auto">
            <a:xfrm rot="10800000" flipH="1">
              <a:off x="1996" y="3166"/>
              <a:ext cx="0" cy="568"/>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sp>
        <p:nvSpPr>
          <p:cNvPr id="49175" name="Text Box 50">
            <a:extLst>
              <a:ext uri="{FF2B5EF4-FFF2-40B4-BE49-F238E27FC236}">
                <a16:creationId xmlns:a16="http://schemas.microsoft.com/office/drawing/2014/main" id="{884BEBBE-3B0F-7841-B65B-B93255B6F9FF}"/>
              </a:ext>
            </a:extLst>
          </p:cNvPr>
          <p:cNvSpPr txBox="1">
            <a:spLocks noChangeArrowheads="1"/>
          </p:cNvSpPr>
          <p:nvPr/>
        </p:nvSpPr>
        <p:spPr bwMode="auto">
          <a:xfrm flipH="1">
            <a:off x="3600450" y="4624388"/>
            <a:ext cx="2645569"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需要查找 </a:t>
            </a:r>
            <a:r>
              <a:rPr kumimoji="1" lang="en-US" altLang="zh-CN" sz="1350">
                <a:solidFill>
                  <a:schemeClr val="folHlink"/>
                </a:solidFill>
                <a:latin typeface="Arial" panose="020B0604020202020204" pitchFamily="34" charset="0"/>
                <a:ea typeface="宋体" panose="02010600030101010101" pitchFamily="2" charset="-122"/>
              </a:rPr>
              <a:t>y.abc.com </a:t>
            </a:r>
            <a:r>
              <a:rPr kumimoji="1" lang="zh-CN" altLang="en-US" sz="1350">
                <a:solidFill>
                  <a:schemeClr val="folHlink"/>
                </a:solidFill>
                <a:latin typeface="Arial" panose="020B0604020202020204" pitchFamily="34" charset="0"/>
                <a:ea typeface="宋体" panose="02010600030101010101" pitchFamily="2" charset="-122"/>
              </a:rPr>
              <a:t>的 </a:t>
            </a:r>
            <a:r>
              <a:rPr kumimoji="1" lang="en-US" altLang="zh-CN" sz="1350">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Tree>
    <p:extLst>
      <p:ext uri="{BB962C8B-B14F-4D97-AF65-F5344CB8AC3E}">
        <p14:creationId xmlns:p14="http://schemas.microsoft.com/office/powerpoint/2010/main" val="665590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2407"/>
                                        </p:tgtEl>
                                        <p:attrNameLst>
                                          <p:attrName>style.visibility</p:attrName>
                                        </p:attrNameLst>
                                      </p:cBhvr>
                                      <p:to>
                                        <p:strVal val="visible"/>
                                      </p:to>
                                    </p:set>
                                    <p:animEffect transition="in" filter="wipe(down)">
                                      <p:cBhvr>
                                        <p:cTn id="7" dur="1000"/>
                                        <p:tgtEl>
                                          <p:spTgt spid="1082407"/>
                                        </p:tgtEl>
                                      </p:cBhvr>
                                    </p:animEffect>
                                  </p:childTnLst>
                                </p:cTn>
                              </p:par>
                            </p:childTnLst>
                          </p:cTn>
                        </p:par>
                        <p:par>
                          <p:cTn id="8" fill="hold" nodeType="afterGroup">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082399"/>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4" fill="hold" nodeType="afterEffect">
                                  <p:stCondLst>
                                    <p:cond delay="500"/>
                                  </p:stCondLst>
                                  <p:childTnLst>
                                    <p:set>
                                      <p:cBhvr>
                                        <p:cTn id="13" dur="1" fill="hold">
                                          <p:stCondLst>
                                            <p:cond delay="0"/>
                                          </p:stCondLst>
                                        </p:cTn>
                                        <p:tgtEl>
                                          <p:spTgt spid="1082408"/>
                                        </p:tgtEl>
                                        <p:attrNameLst>
                                          <p:attrName>style.visibility</p:attrName>
                                        </p:attrNameLst>
                                      </p:cBhvr>
                                      <p:to>
                                        <p:strVal val="visible"/>
                                      </p:to>
                                    </p:set>
                                    <p:animEffect transition="in" filter="wipe(down)">
                                      <p:cBhvr>
                                        <p:cTn id="14" dur="1000"/>
                                        <p:tgtEl>
                                          <p:spTgt spid="1082408"/>
                                        </p:tgtEl>
                                      </p:cBhvr>
                                    </p:animEffect>
                                  </p:childTnLst>
                                </p:cTn>
                              </p:par>
                            </p:childTnLst>
                          </p:cTn>
                        </p:par>
                        <p:par>
                          <p:cTn id="15" fill="hold" nodeType="afterGroup">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1082398"/>
                                        </p:tgtEl>
                                        <p:attrNameLst>
                                          <p:attrName>style.visibility</p:attrName>
                                        </p:attrNameLst>
                                      </p:cBhvr>
                                      <p:to>
                                        <p:strVal val="visible"/>
                                      </p:to>
                                    </p:set>
                                  </p:childTnLst>
                                </p:cTn>
                              </p:par>
                            </p:childTnLst>
                          </p:cTn>
                        </p:par>
                        <p:par>
                          <p:cTn id="18" fill="hold" nodeType="afterGroup">
                            <p:stCondLst>
                              <p:cond delay="2500"/>
                            </p:stCondLst>
                            <p:childTnLst>
                              <p:par>
                                <p:cTn id="19" presetID="22" presetClass="entr" presetSubtype="1" fill="hold" nodeType="afterEffect">
                                  <p:stCondLst>
                                    <p:cond delay="500"/>
                                  </p:stCondLst>
                                  <p:childTnLst>
                                    <p:set>
                                      <p:cBhvr>
                                        <p:cTn id="20" dur="1" fill="hold">
                                          <p:stCondLst>
                                            <p:cond delay="0"/>
                                          </p:stCondLst>
                                        </p:cTn>
                                        <p:tgtEl>
                                          <p:spTgt spid="1082409"/>
                                        </p:tgtEl>
                                        <p:attrNameLst>
                                          <p:attrName>style.visibility</p:attrName>
                                        </p:attrNameLst>
                                      </p:cBhvr>
                                      <p:to>
                                        <p:strVal val="visible"/>
                                      </p:to>
                                    </p:set>
                                    <p:animEffect transition="in" filter="wipe(up)">
                                      <p:cBhvr>
                                        <p:cTn id="21" dur="500"/>
                                        <p:tgtEl>
                                          <p:spTgt spid="1082409"/>
                                        </p:tgtEl>
                                      </p:cBhvr>
                                    </p:animEffect>
                                  </p:childTnLst>
                                </p:cTn>
                              </p:par>
                            </p:childTnLst>
                          </p:cTn>
                        </p:par>
                        <p:par>
                          <p:cTn id="22" fill="hold" nodeType="afterGroup">
                            <p:stCondLst>
                              <p:cond delay="3500"/>
                            </p:stCondLst>
                            <p:childTnLst>
                              <p:par>
                                <p:cTn id="23" presetID="22" presetClass="entr" presetSubtype="8" fill="hold" nodeType="afterEffect">
                                  <p:stCondLst>
                                    <p:cond delay="500"/>
                                  </p:stCondLst>
                                  <p:childTnLst>
                                    <p:set>
                                      <p:cBhvr>
                                        <p:cTn id="24" dur="1" fill="hold">
                                          <p:stCondLst>
                                            <p:cond delay="0"/>
                                          </p:stCondLst>
                                        </p:cTn>
                                        <p:tgtEl>
                                          <p:spTgt spid="1082410"/>
                                        </p:tgtEl>
                                        <p:attrNameLst>
                                          <p:attrName>style.visibility</p:attrName>
                                        </p:attrNameLst>
                                      </p:cBhvr>
                                      <p:to>
                                        <p:strVal val="visible"/>
                                      </p:to>
                                    </p:set>
                                    <p:animEffect transition="in" filter="wipe(left)">
                                      <p:cBhvr>
                                        <p:cTn id="25" dur="500"/>
                                        <p:tgtEl>
                                          <p:spTgt spid="1082410"/>
                                        </p:tgtEl>
                                      </p:cBhvr>
                                    </p:animEffect>
                                  </p:childTnLst>
                                </p:cTn>
                              </p:par>
                            </p:childTnLst>
                          </p:cTn>
                        </p:par>
                        <p:par>
                          <p:cTn id="26" fill="hold" nodeType="afterGroup">
                            <p:stCondLst>
                              <p:cond delay="4500"/>
                            </p:stCondLst>
                            <p:childTnLst>
                              <p:par>
                                <p:cTn id="27" presetID="22" presetClass="entr" presetSubtype="2" fill="hold" nodeType="afterEffect">
                                  <p:stCondLst>
                                    <p:cond delay="500"/>
                                  </p:stCondLst>
                                  <p:childTnLst>
                                    <p:set>
                                      <p:cBhvr>
                                        <p:cTn id="28" dur="1" fill="hold">
                                          <p:stCondLst>
                                            <p:cond delay="0"/>
                                          </p:stCondLst>
                                        </p:cTn>
                                        <p:tgtEl>
                                          <p:spTgt spid="1082411"/>
                                        </p:tgtEl>
                                        <p:attrNameLst>
                                          <p:attrName>style.visibility</p:attrName>
                                        </p:attrNameLst>
                                      </p:cBhvr>
                                      <p:to>
                                        <p:strVal val="visible"/>
                                      </p:to>
                                    </p:set>
                                    <p:animEffect transition="in" filter="wipe(right)">
                                      <p:cBhvr>
                                        <p:cTn id="29" dur="1000"/>
                                        <p:tgtEl>
                                          <p:spTgt spid="1082411"/>
                                        </p:tgtEl>
                                      </p:cBhvr>
                                    </p:animEffect>
                                  </p:childTnLst>
                                </p:cTn>
                              </p:par>
                            </p:childTnLst>
                          </p:cTn>
                        </p:par>
                        <p:par>
                          <p:cTn id="30" fill="hold" nodeType="afterGroup">
                            <p:stCondLst>
                              <p:cond delay="6000"/>
                            </p:stCondLst>
                            <p:childTnLst>
                              <p:par>
                                <p:cTn id="31" presetID="22" presetClass="entr" presetSubtype="8" fill="hold" nodeType="afterEffect">
                                  <p:stCondLst>
                                    <p:cond delay="500"/>
                                  </p:stCondLst>
                                  <p:childTnLst>
                                    <p:set>
                                      <p:cBhvr>
                                        <p:cTn id="32" dur="1" fill="hold">
                                          <p:stCondLst>
                                            <p:cond delay="0"/>
                                          </p:stCondLst>
                                        </p:cTn>
                                        <p:tgtEl>
                                          <p:spTgt spid="1082413"/>
                                        </p:tgtEl>
                                        <p:attrNameLst>
                                          <p:attrName>style.visibility</p:attrName>
                                        </p:attrNameLst>
                                      </p:cBhvr>
                                      <p:to>
                                        <p:strVal val="visible"/>
                                      </p:to>
                                    </p:set>
                                    <p:animEffect transition="in" filter="wipe(left)">
                                      <p:cBhvr>
                                        <p:cTn id="33" dur="500"/>
                                        <p:tgtEl>
                                          <p:spTgt spid="1082413"/>
                                        </p:tgtEl>
                                      </p:cBhvr>
                                    </p:animEffect>
                                  </p:childTnLst>
                                </p:cTn>
                              </p:par>
                            </p:childTnLst>
                          </p:cTn>
                        </p:par>
                        <p:par>
                          <p:cTn id="34" fill="hold" nodeType="afterGroup">
                            <p:stCondLst>
                              <p:cond delay="7000"/>
                            </p:stCondLst>
                            <p:childTnLst>
                              <p:par>
                                <p:cTn id="35" presetID="22" presetClass="entr" presetSubtype="2" fill="hold" nodeType="afterEffect">
                                  <p:stCondLst>
                                    <p:cond delay="500"/>
                                  </p:stCondLst>
                                  <p:childTnLst>
                                    <p:set>
                                      <p:cBhvr>
                                        <p:cTn id="36" dur="1" fill="hold">
                                          <p:stCondLst>
                                            <p:cond delay="0"/>
                                          </p:stCondLst>
                                        </p:cTn>
                                        <p:tgtEl>
                                          <p:spTgt spid="1082414"/>
                                        </p:tgtEl>
                                        <p:attrNameLst>
                                          <p:attrName>style.visibility</p:attrName>
                                        </p:attrNameLst>
                                      </p:cBhvr>
                                      <p:to>
                                        <p:strVal val="visible"/>
                                      </p:to>
                                    </p:set>
                                    <p:animEffect transition="in" filter="wipe(right)">
                                      <p:cBhvr>
                                        <p:cTn id="37" dur="1000"/>
                                        <p:tgtEl>
                                          <p:spTgt spid="1082414"/>
                                        </p:tgtEl>
                                      </p:cBhvr>
                                    </p:animEffect>
                                  </p:childTnLst>
                                </p:cTn>
                              </p:par>
                            </p:childTnLst>
                          </p:cTn>
                        </p:par>
                        <p:par>
                          <p:cTn id="38" fill="hold" nodeType="afterGroup">
                            <p:stCondLst>
                              <p:cond delay="8500"/>
                            </p:stCondLst>
                            <p:childTnLst>
                              <p:par>
                                <p:cTn id="39" presetID="22" presetClass="entr" presetSubtype="1" fill="hold" nodeType="afterEffect">
                                  <p:stCondLst>
                                    <p:cond delay="500"/>
                                  </p:stCondLst>
                                  <p:childTnLst>
                                    <p:set>
                                      <p:cBhvr>
                                        <p:cTn id="40" dur="1" fill="hold">
                                          <p:stCondLst>
                                            <p:cond delay="0"/>
                                          </p:stCondLst>
                                        </p:cTn>
                                        <p:tgtEl>
                                          <p:spTgt spid="1082417"/>
                                        </p:tgtEl>
                                        <p:attrNameLst>
                                          <p:attrName>style.visibility</p:attrName>
                                        </p:attrNameLst>
                                      </p:cBhvr>
                                      <p:to>
                                        <p:strVal val="visible"/>
                                      </p:to>
                                    </p:set>
                                    <p:animEffect transition="in" filter="wipe(up)">
                                      <p:cBhvr>
                                        <p:cTn id="41" dur="1000"/>
                                        <p:tgtEl>
                                          <p:spTgt spid="108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98" grpId="0" animBg="1"/>
      <p:bldP spid="108239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D8224031-65ED-F343-A887-317B6E1D3EE2}"/>
              </a:ext>
            </a:extLst>
          </p:cNvPr>
          <p:cNvSpPr>
            <a:spLocks noGrp="1" noChangeArrowheads="1"/>
          </p:cNvSpPr>
          <p:nvPr>
            <p:ph type="title"/>
          </p:nvPr>
        </p:nvSpPr>
        <p:spPr>
          <a:xfrm>
            <a:off x="152401" y="320279"/>
            <a:ext cx="8659090" cy="561974"/>
          </a:xfrm>
        </p:spPr>
        <p:txBody>
          <a:bodyPr/>
          <a:lstStyle/>
          <a:p>
            <a:pPr eaLnBrk="1" hangingPunct="1"/>
            <a:r>
              <a:rPr lang="zh-CN" altLang="en-US" dirty="0">
                <a:latin typeface="Times New Roman" panose="02020603050405020304" pitchFamily="18" charset="0"/>
                <a:ea typeface="宋体" panose="02010600030101010101" pitchFamily="2" charset="-122"/>
              </a:rPr>
              <a:t>本地域名服务器采用递归查询</a:t>
            </a:r>
            <a:r>
              <a:rPr lang="zh-CN" altLang="en-US" sz="3000" dirty="0">
                <a:ea typeface="宋体" panose="02010600030101010101" pitchFamily="2" charset="-122"/>
              </a:rPr>
              <a:t>（比较少用）</a:t>
            </a:r>
            <a:r>
              <a:rPr lang="zh-CN" altLang="en-US" dirty="0">
                <a:latin typeface="Times New Roman" panose="02020603050405020304" pitchFamily="18" charset="0"/>
                <a:ea typeface="宋体" panose="02010600030101010101" pitchFamily="2" charset="-122"/>
              </a:rPr>
              <a:t> </a:t>
            </a:r>
          </a:p>
        </p:txBody>
      </p:sp>
      <p:sp>
        <p:nvSpPr>
          <p:cNvPr id="1084420" name="Rectangle 4">
            <a:extLst>
              <a:ext uri="{FF2B5EF4-FFF2-40B4-BE49-F238E27FC236}">
                <a16:creationId xmlns:a16="http://schemas.microsoft.com/office/drawing/2014/main" id="{81132265-A9B8-844B-AB3F-797416482801}"/>
              </a:ext>
            </a:extLst>
          </p:cNvPr>
          <p:cNvSpPr>
            <a:spLocks noChangeArrowheads="1"/>
          </p:cNvSpPr>
          <p:nvPr/>
        </p:nvSpPr>
        <p:spPr bwMode="auto">
          <a:xfrm flipH="1">
            <a:off x="3475435" y="1514475"/>
            <a:ext cx="2276475" cy="2149079"/>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179" name="Text Box 6">
            <a:extLst>
              <a:ext uri="{FF2B5EF4-FFF2-40B4-BE49-F238E27FC236}">
                <a16:creationId xmlns:a16="http://schemas.microsoft.com/office/drawing/2014/main" id="{16568452-9052-E246-8F5C-5F46042F74BB}"/>
              </a:ext>
            </a:extLst>
          </p:cNvPr>
          <p:cNvSpPr txBox="1">
            <a:spLocks noChangeArrowheads="1"/>
          </p:cNvSpPr>
          <p:nvPr/>
        </p:nvSpPr>
        <p:spPr bwMode="auto">
          <a:xfrm flipH="1">
            <a:off x="5677529" y="1653779"/>
            <a:ext cx="1396536" cy="44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5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顶级域名服务器</a:t>
            </a:r>
          </a:p>
          <a:p>
            <a:pPr algn="ctr" eaLnBrk="1" hangingPunct="1">
              <a:lnSpc>
                <a:spcPct val="85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dns.com</a:t>
            </a:r>
          </a:p>
        </p:txBody>
      </p:sp>
      <p:sp>
        <p:nvSpPr>
          <p:cNvPr id="50180" name="Text Box 7">
            <a:extLst>
              <a:ext uri="{FF2B5EF4-FFF2-40B4-BE49-F238E27FC236}">
                <a16:creationId xmlns:a16="http://schemas.microsoft.com/office/drawing/2014/main" id="{A9CBF89B-D5B1-1444-81D2-D4BF99A1D8A5}"/>
              </a:ext>
            </a:extLst>
          </p:cNvPr>
          <p:cNvSpPr txBox="1">
            <a:spLocks noChangeArrowheads="1"/>
          </p:cNvSpPr>
          <p:nvPr/>
        </p:nvSpPr>
        <p:spPr bwMode="auto">
          <a:xfrm flipH="1">
            <a:off x="5543551" y="3057525"/>
            <a:ext cx="160377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权限</a:t>
            </a:r>
            <a:r>
              <a:rPr kumimoji="1" lang="zh-CN" altLang="zh-CN" sz="1350">
                <a:solidFill>
                  <a:schemeClr val="folHlink"/>
                </a:solidFill>
                <a:latin typeface="Arial" panose="020B0604020202020204" pitchFamily="34" charset="0"/>
                <a:ea typeface="宋体" panose="02010600030101010101" pitchFamily="2" charset="-122"/>
              </a:rPr>
              <a:t>域名服务</a:t>
            </a:r>
            <a:r>
              <a:rPr kumimoji="1" lang="en-US" altLang="zh-CN" sz="1350">
                <a:solidFill>
                  <a:schemeClr val="folHlink"/>
                </a:solidFill>
                <a:latin typeface="Arial" panose="020B0604020202020204" pitchFamily="34" charset="0"/>
                <a:ea typeface="宋体" panose="02010600030101010101" pitchFamily="2" charset="-122"/>
              </a:rPr>
              <a:t>dns.abc.com</a:t>
            </a:r>
          </a:p>
        </p:txBody>
      </p:sp>
      <p:sp>
        <p:nvSpPr>
          <p:cNvPr id="50181" name="Text Box 8">
            <a:extLst>
              <a:ext uri="{FF2B5EF4-FFF2-40B4-BE49-F238E27FC236}">
                <a16:creationId xmlns:a16="http://schemas.microsoft.com/office/drawing/2014/main" id="{70F06A38-B554-4746-91D1-A694F6D88319}"/>
              </a:ext>
            </a:extLst>
          </p:cNvPr>
          <p:cNvSpPr txBox="1">
            <a:spLocks noChangeArrowheads="1"/>
          </p:cNvSpPr>
          <p:nvPr/>
        </p:nvSpPr>
        <p:spPr bwMode="auto">
          <a:xfrm flipH="1">
            <a:off x="2178282" y="3003947"/>
            <a:ext cx="139653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tx1"/>
                </a:solidFill>
                <a:latin typeface="Arial" panose="020B0604020202020204" pitchFamily="34" charset="0"/>
                <a:ea typeface="宋体" panose="02010600030101010101" pitchFamily="2" charset="-122"/>
              </a:rPr>
              <a:t>本地域名服务器</a:t>
            </a:r>
          </a:p>
          <a:p>
            <a:pPr algn="ctr" eaLnBrk="1" hangingPunct="1">
              <a:lnSpc>
                <a:spcPct val="80000"/>
              </a:lnSpc>
              <a:spcBef>
                <a:spcPct val="0"/>
              </a:spcBef>
              <a:buClrTx/>
              <a:buSzTx/>
              <a:buFontTx/>
              <a:buNone/>
            </a:pPr>
            <a:r>
              <a:rPr kumimoji="1" lang="en-US" altLang="zh-CN" sz="1350">
                <a:solidFill>
                  <a:schemeClr val="tx1"/>
                </a:solidFill>
                <a:latin typeface="Arial" panose="020B0604020202020204" pitchFamily="34" charset="0"/>
                <a:ea typeface="宋体" panose="02010600030101010101" pitchFamily="2" charset="-122"/>
              </a:rPr>
              <a:t>dns.xyz.com</a:t>
            </a:r>
          </a:p>
        </p:txBody>
      </p:sp>
      <p:pic>
        <p:nvPicPr>
          <p:cNvPr id="50182" name="Picture 9">
            <a:extLst>
              <a:ext uri="{FF2B5EF4-FFF2-40B4-BE49-F238E27FC236}">
                <a16:creationId xmlns:a16="http://schemas.microsoft.com/office/drawing/2014/main" id="{1C0696CC-D8B2-0949-9D90-D60CB376899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633788" y="4406504"/>
            <a:ext cx="354806" cy="388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26" name="Text Box 10">
            <a:extLst>
              <a:ext uri="{FF2B5EF4-FFF2-40B4-BE49-F238E27FC236}">
                <a16:creationId xmlns:a16="http://schemas.microsoft.com/office/drawing/2014/main" id="{C7E7B368-1DDB-1D40-B747-ADF54B5A1CF4}"/>
              </a:ext>
            </a:extLst>
          </p:cNvPr>
          <p:cNvSpPr txBox="1">
            <a:spLocks noChangeArrowheads="1"/>
          </p:cNvSpPr>
          <p:nvPr/>
        </p:nvSpPr>
        <p:spPr bwMode="auto">
          <a:xfrm flipH="1">
            <a:off x="3423047" y="4768454"/>
            <a:ext cx="1059906" cy="258532"/>
          </a:xfrm>
          <a:prstGeom prst="rect">
            <a:avLst/>
          </a:prstGeom>
          <a:noFill/>
          <a:ln>
            <a:noFill/>
          </a:ln>
          <a:effectLst/>
        </p:spPr>
        <p:txBody>
          <a:bodyPr wrap="none">
            <a:spAutoFit/>
          </a:bodyPr>
          <a:lstStyle/>
          <a:p>
            <a:pPr eaLnBrk="1" hangingPunct="1">
              <a:lnSpc>
                <a:spcPct val="80000"/>
              </a:lnSpc>
              <a:defRPr/>
            </a:pPr>
            <a:r>
              <a:rPr kumimoji="1" lang="en-US" altLang="zh-CN" sz="1350">
                <a:solidFill>
                  <a:schemeClr val="folHlink"/>
                </a:solidFill>
                <a:latin typeface="Arial" charset="0"/>
                <a:ea typeface="黑体" charset="-122"/>
              </a:rPr>
              <a:t>m.xyz.com </a:t>
            </a:r>
          </a:p>
        </p:txBody>
      </p:sp>
      <p:sp>
        <p:nvSpPr>
          <p:cNvPr id="50184" name="Text Box 11">
            <a:extLst>
              <a:ext uri="{FF2B5EF4-FFF2-40B4-BE49-F238E27FC236}">
                <a16:creationId xmlns:a16="http://schemas.microsoft.com/office/drawing/2014/main" id="{3A6BD199-DE58-C84D-A4F7-020C87B73A6D}"/>
              </a:ext>
            </a:extLst>
          </p:cNvPr>
          <p:cNvSpPr txBox="1">
            <a:spLocks noChangeArrowheads="1"/>
          </p:cNvSpPr>
          <p:nvPr/>
        </p:nvSpPr>
        <p:spPr bwMode="auto">
          <a:xfrm flipH="1">
            <a:off x="2350569" y="1653778"/>
            <a:ext cx="122341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根域名服务器</a:t>
            </a:r>
          </a:p>
        </p:txBody>
      </p:sp>
      <p:pic>
        <p:nvPicPr>
          <p:cNvPr id="50185" name="Picture 14">
            <a:extLst>
              <a:ext uri="{FF2B5EF4-FFF2-40B4-BE49-F238E27FC236}">
                <a16:creationId xmlns:a16="http://schemas.microsoft.com/office/drawing/2014/main" id="{738AC60F-FABF-3146-B243-D3D9170C991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39729" y="2849166"/>
            <a:ext cx="503634"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Picture 15">
            <a:extLst>
              <a:ext uri="{FF2B5EF4-FFF2-40B4-BE49-F238E27FC236}">
                <a16:creationId xmlns:a16="http://schemas.microsoft.com/office/drawing/2014/main" id="{62DA9B6F-F760-2C4A-94CB-D95228F0233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539729" y="1489472"/>
            <a:ext cx="503634"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16">
            <a:extLst>
              <a:ext uri="{FF2B5EF4-FFF2-40B4-BE49-F238E27FC236}">
                <a16:creationId xmlns:a16="http://schemas.microsoft.com/office/drawing/2014/main" id="{AEF87144-FF26-434D-BE12-537B76030E6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143500" y="1489472"/>
            <a:ext cx="5048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4453" name="Group 37">
            <a:extLst>
              <a:ext uri="{FF2B5EF4-FFF2-40B4-BE49-F238E27FC236}">
                <a16:creationId xmlns:a16="http://schemas.microsoft.com/office/drawing/2014/main" id="{0881FA8E-DCAE-D14D-9A97-611595EAD66F}"/>
              </a:ext>
            </a:extLst>
          </p:cNvPr>
          <p:cNvGrpSpPr>
            <a:grpSpLocks/>
          </p:cNvGrpSpPr>
          <p:nvPr/>
        </p:nvGrpSpPr>
        <p:grpSpPr bwMode="auto">
          <a:xfrm>
            <a:off x="3474247" y="2314575"/>
            <a:ext cx="389335" cy="716756"/>
            <a:chOff x="1958" y="1944"/>
            <a:chExt cx="327" cy="602"/>
          </a:xfrm>
        </p:grpSpPr>
        <p:sp>
          <p:nvSpPr>
            <p:cNvPr id="50217" name="Text Box 17">
              <a:extLst>
                <a:ext uri="{FF2B5EF4-FFF2-40B4-BE49-F238E27FC236}">
                  <a16:creationId xmlns:a16="http://schemas.microsoft.com/office/drawing/2014/main" id="{F833E9F3-8928-4E45-AFE4-F0A899DC1912}"/>
                </a:ext>
              </a:extLst>
            </p:cNvPr>
            <p:cNvSpPr txBox="1">
              <a:spLocks noChangeArrowheads="1"/>
            </p:cNvSpPr>
            <p:nvPr/>
          </p:nvSpPr>
          <p:spPr bwMode="auto">
            <a:xfrm flipH="1">
              <a:off x="1958" y="2236"/>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5" name="Line 19">
              <a:extLst>
                <a:ext uri="{FF2B5EF4-FFF2-40B4-BE49-F238E27FC236}">
                  <a16:creationId xmlns:a16="http://schemas.microsoft.com/office/drawing/2014/main" id="{6A62A132-7122-C34E-9C2E-9212B0547B2D}"/>
                </a:ext>
              </a:extLst>
            </p:cNvPr>
            <p:cNvSpPr>
              <a:spLocks noChangeShapeType="1"/>
            </p:cNvSpPr>
            <p:nvPr/>
          </p:nvSpPr>
          <p:spPr bwMode="auto">
            <a:xfrm rot="10800000" flipH="1">
              <a:off x="2209" y="1944"/>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8" name="Group 42">
            <a:extLst>
              <a:ext uri="{FF2B5EF4-FFF2-40B4-BE49-F238E27FC236}">
                <a16:creationId xmlns:a16="http://schemas.microsoft.com/office/drawing/2014/main" id="{A33A1E13-79E4-2F43-B401-C507B6D51C93}"/>
              </a:ext>
            </a:extLst>
          </p:cNvPr>
          <p:cNvGrpSpPr>
            <a:grpSpLocks/>
          </p:cNvGrpSpPr>
          <p:nvPr/>
        </p:nvGrpSpPr>
        <p:grpSpPr bwMode="auto">
          <a:xfrm>
            <a:off x="3819524" y="2228851"/>
            <a:ext cx="389335" cy="727472"/>
            <a:chOff x="2248" y="1872"/>
            <a:chExt cx="327" cy="611"/>
          </a:xfrm>
        </p:grpSpPr>
        <p:sp>
          <p:nvSpPr>
            <p:cNvPr id="50215" name="Text Box 18">
              <a:extLst>
                <a:ext uri="{FF2B5EF4-FFF2-40B4-BE49-F238E27FC236}">
                  <a16:creationId xmlns:a16="http://schemas.microsoft.com/office/drawing/2014/main" id="{BC2726BA-D996-EB4F-8661-5C2AF735AD6E}"/>
                </a:ext>
              </a:extLst>
            </p:cNvPr>
            <p:cNvSpPr txBox="1">
              <a:spLocks noChangeArrowheads="1"/>
            </p:cNvSpPr>
            <p:nvPr/>
          </p:nvSpPr>
          <p:spPr bwMode="auto">
            <a:xfrm flipH="1">
              <a:off x="2248" y="187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6" name="Line 20">
              <a:extLst>
                <a:ext uri="{FF2B5EF4-FFF2-40B4-BE49-F238E27FC236}">
                  <a16:creationId xmlns:a16="http://schemas.microsoft.com/office/drawing/2014/main" id="{917345E8-4B24-D24A-AAD3-5F7821BEF553}"/>
                </a:ext>
              </a:extLst>
            </p:cNvPr>
            <p:cNvSpPr>
              <a:spLocks noChangeShapeType="1"/>
            </p:cNvSpPr>
            <p:nvPr/>
          </p:nvSpPr>
          <p:spPr bwMode="auto">
            <a:xfrm rot="-10800000" flipH="1" flipV="1">
              <a:off x="2301" y="1944"/>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4" name="Group 38">
            <a:extLst>
              <a:ext uri="{FF2B5EF4-FFF2-40B4-BE49-F238E27FC236}">
                <a16:creationId xmlns:a16="http://schemas.microsoft.com/office/drawing/2014/main" id="{37651E5B-71B2-634A-B1B8-EC205AD659A5}"/>
              </a:ext>
            </a:extLst>
          </p:cNvPr>
          <p:cNvGrpSpPr>
            <a:grpSpLocks/>
          </p:cNvGrpSpPr>
          <p:nvPr/>
        </p:nvGrpSpPr>
        <p:grpSpPr bwMode="auto">
          <a:xfrm>
            <a:off x="3945732" y="1744265"/>
            <a:ext cx="1260872" cy="369093"/>
            <a:chOff x="2354" y="1465"/>
            <a:chExt cx="1059" cy="310"/>
          </a:xfrm>
        </p:grpSpPr>
        <p:sp>
          <p:nvSpPr>
            <p:cNvPr id="50213" name="Text Box 13">
              <a:extLst>
                <a:ext uri="{FF2B5EF4-FFF2-40B4-BE49-F238E27FC236}">
                  <a16:creationId xmlns:a16="http://schemas.microsoft.com/office/drawing/2014/main" id="{4763DC88-8922-3241-A5FD-FDDF79085137}"/>
                </a:ext>
              </a:extLst>
            </p:cNvPr>
            <p:cNvSpPr txBox="1">
              <a:spLocks noChangeArrowheads="1"/>
            </p:cNvSpPr>
            <p:nvPr/>
          </p:nvSpPr>
          <p:spPr bwMode="auto">
            <a:xfrm flipH="1">
              <a:off x="2354" y="146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37" name="Line 21">
              <a:extLst>
                <a:ext uri="{FF2B5EF4-FFF2-40B4-BE49-F238E27FC236}">
                  <a16:creationId xmlns:a16="http://schemas.microsoft.com/office/drawing/2014/main" id="{5693238F-6E1E-A64A-9A09-3C2C60D8BEC1}"/>
                </a:ext>
              </a:extLst>
            </p:cNvPr>
            <p:cNvSpPr>
              <a:spLocks noChangeShapeType="1"/>
            </p:cNvSpPr>
            <p:nvPr/>
          </p:nvSpPr>
          <p:spPr bwMode="auto">
            <a:xfrm rot="10800000" flipH="1">
              <a:off x="2444" y="1728"/>
              <a:ext cx="969" cy="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pic>
        <p:nvPicPr>
          <p:cNvPr id="50191" name="Picture 22">
            <a:extLst>
              <a:ext uri="{FF2B5EF4-FFF2-40B4-BE49-F238E27FC236}">
                <a16:creationId xmlns:a16="http://schemas.microsoft.com/office/drawing/2014/main" id="{DCA3A34C-F368-3E40-98C1-5912082B18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206604" y="2849166"/>
            <a:ext cx="5048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4439" name="Text Box 23">
            <a:extLst>
              <a:ext uri="{FF2B5EF4-FFF2-40B4-BE49-F238E27FC236}">
                <a16:creationId xmlns:a16="http://schemas.microsoft.com/office/drawing/2014/main" id="{E4240EB4-C784-C446-B203-E49CA1C97D22}"/>
              </a:ext>
            </a:extLst>
          </p:cNvPr>
          <p:cNvSpPr txBox="1">
            <a:spLocks noChangeArrowheads="1"/>
          </p:cNvSpPr>
          <p:nvPr/>
        </p:nvSpPr>
        <p:spPr bwMode="auto">
          <a:xfrm flipH="1">
            <a:off x="4207238" y="1540669"/>
            <a:ext cx="877163"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递归查询</a:t>
            </a:r>
          </a:p>
        </p:txBody>
      </p:sp>
      <p:sp>
        <p:nvSpPr>
          <p:cNvPr id="1084440" name="Text Box 24">
            <a:extLst>
              <a:ext uri="{FF2B5EF4-FFF2-40B4-BE49-F238E27FC236}">
                <a16:creationId xmlns:a16="http://schemas.microsoft.com/office/drawing/2014/main" id="{9CEF0051-51FF-5041-B833-70C56240F572}"/>
              </a:ext>
            </a:extLst>
          </p:cNvPr>
          <p:cNvSpPr txBox="1">
            <a:spLocks noChangeArrowheads="1"/>
          </p:cNvSpPr>
          <p:nvPr/>
        </p:nvSpPr>
        <p:spPr bwMode="auto">
          <a:xfrm flipH="1">
            <a:off x="3256412" y="3706416"/>
            <a:ext cx="530915" cy="48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递归</a:t>
            </a:r>
          </a:p>
          <a:p>
            <a:pPr algn="ctr" eaLnBrk="1" hangingPunct="1">
              <a:lnSpc>
                <a:spcPct val="90000"/>
              </a:lnSpc>
              <a:spcBef>
                <a:spcPct val="0"/>
              </a:spcBef>
              <a:buClrTx/>
              <a:buSzTx/>
              <a:buFontTx/>
              <a:buNone/>
            </a:pPr>
            <a:r>
              <a:rPr kumimoji="1" lang="zh-CN" altLang="en-US" sz="1350">
                <a:solidFill>
                  <a:srgbClr val="C00000"/>
                </a:solidFill>
                <a:latin typeface="Arial" panose="020B0604020202020204" pitchFamily="34" charset="0"/>
                <a:ea typeface="宋体" panose="02010600030101010101" pitchFamily="2" charset="-122"/>
              </a:rPr>
              <a:t>查询</a:t>
            </a:r>
          </a:p>
        </p:txBody>
      </p:sp>
      <p:grpSp>
        <p:nvGrpSpPr>
          <p:cNvPr id="1084452" name="Group 36">
            <a:extLst>
              <a:ext uri="{FF2B5EF4-FFF2-40B4-BE49-F238E27FC236}">
                <a16:creationId xmlns:a16="http://schemas.microsoft.com/office/drawing/2014/main" id="{5C2ABB50-B50A-C64D-91C8-CCE6491B65B2}"/>
              </a:ext>
            </a:extLst>
          </p:cNvPr>
          <p:cNvGrpSpPr>
            <a:grpSpLocks/>
          </p:cNvGrpSpPr>
          <p:nvPr/>
        </p:nvGrpSpPr>
        <p:grpSpPr bwMode="auto">
          <a:xfrm>
            <a:off x="3474247" y="3700464"/>
            <a:ext cx="389335" cy="740569"/>
            <a:chOff x="1958" y="3108"/>
            <a:chExt cx="327" cy="622"/>
          </a:xfrm>
        </p:grpSpPr>
        <p:sp>
          <p:nvSpPr>
            <p:cNvPr id="50211" name="Text Box 25">
              <a:extLst>
                <a:ext uri="{FF2B5EF4-FFF2-40B4-BE49-F238E27FC236}">
                  <a16:creationId xmlns:a16="http://schemas.microsoft.com/office/drawing/2014/main" id="{7A37361E-9AE0-CE4E-9C5F-F249A6F52AD5}"/>
                </a:ext>
              </a:extLst>
            </p:cNvPr>
            <p:cNvSpPr txBox="1">
              <a:spLocks noChangeArrowheads="1"/>
            </p:cNvSpPr>
            <p:nvPr/>
          </p:nvSpPr>
          <p:spPr bwMode="auto">
            <a:xfrm flipH="1">
              <a:off x="1958" y="3420"/>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3" name="Line 27">
              <a:extLst>
                <a:ext uri="{FF2B5EF4-FFF2-40B4-BE49-F238E27FC236}">
                  <a16:creationId xmlns:a16="http://schemas.microsoft.com/office/drawing/2014/main" id="{C6B1FB27-39D8-CE4F-991B-7A0D452423A5}"/>
                </a:ext>
              </a:extLst>
            </p:cNvPr>
            <p:cNvSpPr>
              <a:spLocks noChangeShapeType="1"/>
            </p:cNvSpPr>
            <p:nvPr/>
          </p:nvSpPr>
          <p:spPr bwMode="auto">
            <a:xfrm rot="10800000" flipH="1">
              <a:off x="2209" y="3108"/>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9" name="Group 43">
            <a:extLst>
              <a:ext uri="{FF2B5EF4-FFF2-40B4-BE49-F238E27FC236}">
                <a16:creationId xmlns:a16="http://schemas.microsoft.com/office/drawing/2014/main" id="{6DF9ED73-5FA4-F148-BC6B-BF6D0F0E9B26}"/>
              </a:ext>
            </a:extLst>
          </p:cNvPr>
          <p:cNvGrpSpPr>
            <a:grpSpLocks/>
          </p:cNvGrpSpPr>
          <p:nvPr/>
        </p:nvGrpSpPr>
        <p:grpSpPr bwMode="auto">
          <a:xfrm>
            <a:off x="3839766" y="3633788"/>
            <a:ext cx="1925241" cy="708422"/>
            <a:chOff x="2265" y="3052"/>
            <a:chExt cx="1617" cy="595"/>
          </a:xfrm>
        </p:grpSpPr>
        <p:sp>
          <p:nvSpPr>
            <p:cNvPr id="50207" name="Text Box 5">
              <a:extLst>
                <a:ext uri="{FF2B5EF4-FFF2-40B4-BE49-F238E27FC236}">
                  <a16:creationId xmlns:a16="http://schemas.microsoft.com/office/drawing/2014/main" id="{F36B7057-A115-454A-A351-9F12D819E174}"/>
                </a:ext>
              </a:extLst>
            </p:cNvPr>
            <p:cNvSpPr txBox="1">
              <a:spLocks noChangeArrowheads="1"/>
            </p:cNvSpPr>
            <p:nvPr/>
          </p:nvSpPr>
          <p:spPr bwMode="auto">
            <a:xfrm flipH="1">
              <a:off x="2339" y="3327"/>
              <a:ext cx="154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0000"/>
                </a:lnSpc>
                <a:spcBef>
                  <a:spcPct val="0"/>
                </a:spcBef>
                <a:buClrTx/>
                <a:buSzTx/>
                <a:buFontTx/>
                <a:buNone/>
              </a:pPr>
              <a:r>
                <a:rPr kumimoji="1" lang="en-US" altLang="zh-CN" sz="1350">
                  <a:solidFill>
                    <a:schemeClr val="folHlink"/>
                  </a:solidFill>
                  <a:latin typeface="Arial" panose="020B0604020202020204" pitchFamily="34" charset="0"/>
                  <a:ea typeface="宋体" panose="02010600030101010101" pitchFamily="2" charset="-122"/>
                </a:rPr>
                <a:t> y.abc.com</a:t>
              </a:r>
              <a:r>
                <a:rPr kumimoji="1" lang="en-US" altLang="zh-CN" sz="675">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的</a:t>
              </a:r>
              <a:r>
                <a:rPr kumimoji="1" lang="zh-CN" altLang="en-US" sz="1050">
                  <a:solidFill>
                    <a:schemeClr val="folHlink"/>
                  </a:solidFill>
                  <a:latin typeface="Arial" panose="020B0604020202020204" pitchFamily="34" charset="0"/>
                  <a:ea typeface="宋体" panose="02010600030101010101" pitchFamily="2" charset="-122"/>
                </a:rPr>
                <a:t> </a:t>
              </a:r>
              <a:r>
                <a:rPr kumimoji="1" lang="en-US" altLang="zh-CN" sz="1350">
                  <a:solidFill>
                    <a:schemeClr val="folHlink"/>
                  </a:solidFill>
                  <a:latin typeface="Arial" panose="020B0604020202020204" pitchFamily="34" charset="0"/>
                  <a:ea typeface="宋体" panose="02010600030101010101" pitchFamily="2" charset="-122"/>
                </a:rPr>
                <a:t>IP</a:t>
              </a:r>
              <a:r>
                <a:rPr kumimoji="1" lang="en-US" altLang="zh-CN" sz="1050">
                  <a:solidFill>
                    <a:schemeClr val="folHlink"/>
                  </a:solidFill>
                  <a:latin typeface="Arial" panose="020B0604020202020204" pitchFamily="34" charset="0"/>
                  <a:ea typeface="宋体" panose="02010600030101010101" pitchFamily="2" charset="-122"/>
                </a:rPr>
                <a:t> </a:t>
              </a:r>
              <a:r>
                <a:rPr kumimoji="1" lang="zh-CN" altLang="en-US" sz="1350">
                  <a:solidFill>
                    <a:schemeClr val="folHlink"/>
                  </a:solidFill>
                  <a:latin typeface="Arial" panose="020B0604020202020204" pitchFamily="34" charset="0"/>
                  <a:ea typeface="宋体" panose="02010600030101010101" pitchFamily="2" charset="-122"/>
                </a:rPr>
                <a:t>地址 </a:t>
              </a:r>
            </a:p>
          </p:txBody>
        </p:sp>
        <p:sp>
          <p:nvSpPr>
            <p:cNvPr id="50208" name="Text Box 26">
              <a:extLst>
                <a:ext uri="{FF2B5EF4-FFF2-40B4-BE49-F238E27FC236}">
                  <a16:creationId xmlns:a16="http://schemas.microsoft.com/office/drawing/2014/main" id="{723E3150-2280-024C-9984-4DA5754BD95A}"/>
                </a:ext>
              </a:extLst>
            </p:cNvPr>
            <p:cNvSpPr txBox="1">
              <a:spLocks noChangeArrowheads="1"/>
            </p:cNvSpPr>
            <p:nvPr/>
          </p:nvSpPr>
          <p:spPr bwMode="auto">
            <a:xfrm flipH="1">
              <a:off x="2265" y="3052"/>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4" name="Line 28">
              <a:extLst>
                <a:ext uri="{FF2B5EF4-FFF2-40B4-BE49-F238E27FC236}">
                  <a16:creationId xmlns:a16="http://schemas.microsoft.com/office/drawing/2014/main" id="{7E3138DB-2823-EC45-ABDC-85B96C9135C9}"/>
                </a:ext>
              </a:extLst>
            </p:cNvPr>
            <p:cNvSpPr>
              <a:spLocks noChangeShapeType="1"/>
            </p:cNvSpPr>
            <p:nvPr/>
          </p:nvSpPr>
          <p:spPr bwMode="auto">
            <a:xfrm rot="-10800000" flipH="1" flipV="1">
              <a:off x="2301" y="3108"/>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1084445" name="Rectangle 29">
              <a:extLst>
                <a:ext uri="{FF2B5EF4-FFF2-40B4-BE49-F238E27FC236}">
                  <a16:creationId xmlns:a16="http://schemas.microsoft.com/office/drawing/2014/main" id="{9BBF4108-EE39-8D4A-9AD0-87D8910527C1}"/>
                </a:ext>
              </a:extLst>
            </p:cNvPr>
            <p:cNvSpPr>
              <a:spLocks noChangeArrowheads="1"/>
            </p:cNvSpPr>
            <p:nvPr/>
          </p:nvSpPr>
          <p:spPr bwMode="auto">
            <a:xfrm>
              <a:off x="2393" y="3321"/>
              <a:ext cx="1398" cy="249"/>
            </a:xfrm>
            <a:prstGeom prst="rect">
              <a:avLst/>
            </a:prstGeom>
            <a:no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7" name="Group 41">
            <a:extLst>
              <a:ext uri="{FF2B5EF4-FFF2-40B4-BE49-F238E27FC236}">
                <a16:creationId xmlns:a16="http://schemas.microsoft.com/office/drawing/2014/main" id="{DABFD824-ED0A-7F43-87F4-93ACB4FBEF52}"/>
              </a:ext>
            </a:extLst>
          </p:cNvPr>
          <p:cNvGrpSpPr>
            <a:grpSpLocks/>
          </p:cNvGrpSpPr>
          <p:nvPr/>
        </p:nvGrpSpPr>
        <p:grpSpPr bwMode="auto">
          <a:xfrm>
            <a:off x="4052888" y="2120506"/>
            <a:ext cx="1308497" cy="369094"/>
            <a:chOff x="2444" y="1781"/>
            <a:chExt cx="1099" cy="310"/>
          </a:xfrm>
        </p:grpSpPr>
        <p:sp>
          <p:nvSpPr>
            <p:cNvPr id="50205" name="Text Box 12">
              <a:extLst>
                <a:ext uri="{FF2B5EF4-FFF2-40B4-BE49-F238E27FC236}">
                  <a16:creationId xmlns:a16="http://schemas.microsoft.com/office/drawing/2014/main" id="{296378DB-DC6D-8449-B2BE-85279A74B8F0}"/>
                </a:ext>
              </a:extLst>
            </p:cNvPr>
            <p:cNvSpPr txBox="1">
              <a:spLocks noChangeArrowheads="1"/>
            </p:cNvSpPr>
            <p:nvPr/>
          </p:nvSpPr>
          <p:spPr bwMode="auto">
            <a:xfrm flipH="1">
              <a:off x="3216" y="1781"/>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6" name="Line 30">
              <a:extLst>
                <a:ext uri="{FF2B5EF4-FFF2-40B4-BE49-F238E27FC236}">
                  <a16:creationId xmlns:a16="http://schemas.microsoft.com/office/drawing/2014/main" id="{E38737A2-C4D1-234A-AE40-3926AA00DDB6}"/>
                </a:ext>
              </a:extLst>
            </p:cNvPr>
            <p:cNvSpPr>
              <a:spLocks noChangeShapeType="1"/>
            </p:cNvSpPr>
            <p:nvPr/>
          </p:nvSpPr>
          <p:spPr bwMode="auto">
            <a:xfrm rot="-10800000">
              <a:off x="2444" y="1836"/>
              <a:ext cx="969" cy="0"/>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6" name="Group 40">
            <a:extLst>
              <a:ext uri="{FF2B5EF4-FFF2-40B4-BE49-F238E27FC236}">
                <a16:creationId xmlns:a16="http://schemas.microsoft.com/office/drawing/2014/main" id="{1E3715F8-E2F4-7E4F-B164-29BA95BA119E}"/>
              </a:ext>
            </a:extLst>
          </p:cNvPr>
          <p:cNvGrpSpPr>
            <a:grpSpLocks/>
          </p:cNvGrpSpPr>
          <p:nvPr/>
        </p:nvGrpSpPr>
        <p:grpSpPr bwMode="auto">
          <a:xfrm>
            <a:off x="5094690" y="2256235"/>
            <a:ext cx="389335" cy="738187"/>
            <a:chOff x="3319" y="1895"/>
            <a:chExt cx="327" cy="620"/>
          </a:xfrm>
        </p:grpSpPr>
        <p:sp>
          <p:nvSpPr>
            <p:cNvPr id="50203" name="Text Box 31">
              <a:extLst>
                <a:ext uri="{FF2B5EF4-FFF2-40B4-BE49-F238E27FC236}">
                  <a16:creationId xmlns:a16="http://schemas.microsoft.com/office/drawing/2014/main" id="{B118C040-AA57-634A-8AC0-D6B993BC554D}"/>
                </a:ext>
              </a:extLst>
            </p:cNvPr>
            <p:cNvSpPr txBox="1">
              <a:spLocks noChangeArrowheads="1"/>
            </p:cNvSpPr>
            <p:nvPr/>
          </p:nvSpPr>
          <p:spPr bwMode="auto">
            <a:xfrm flipH="1">
              <a:off x="3319" y="2205"/>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49" name="Line 33">
              <a:extLst>
                <a:ext uri="{FF2B5EF4-FFF2-40B4-BE49-F238E27FC236}">
                  <a16:creationId xmlns:a16="http://schemas.microsoft.com/office/drawing/2014/main" id="{D1024AAC-B221-3047-AE5D-402FA705A511}"/>
                </a:ext>
              </a:extLst>
            </p:cNvPr>
            <p:cNvSpPr>
              <a:spLocks noChangeShapeType="1"/>
            </p:cNvSpPr>
            <p:nvPr/>
          </p:nvSpPr>
          <p:spPr bwMode="auto">
            <a:xfrm rot="10800000" flipH="1">
              <a:off x="3586" y="1895"/>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1084455" name="Group 39">
            <a:extLst>
              <a:ext uri="{FF2B5EF4-FFF2-40B4-BE49-F238E27FC236}">
                <a16:creationId xmlns:a16="http://schemas.microsoft.com/office/drawing/2014/main" id="{F826E99F-CE46-424E-82FF-1AE057CB9616}"/>
              </a:ext>
            </a:extLst>
          </p:cNvPr>
          <p:cNvGrpSpPr>
            <a:grpSpLocks/>
          </p:cNvGrpSpPr>
          <p:nvPr/>
        </p:nvGrpSpPr>
        <p:grpSpPr bwMode="auto">
          <a:xfrm>
            <a:off x="5466168" y="2206229"/>
            <a:ext cx="389335" cy="691753"/>
            <a:chOff x="3631" y="1853"/>
            <a:chExt cx="327" cy="581"/>
          </a:xfrm>
        </p:grpSpPr>
        <p:sp>
          <p:nvSpPr>
            <p:cNvPr id="50201" name="Text Box 32">
              <a:extLst>
                <a:ext uri="{FF2B5EF4-FFF2-40B4-BE49-F238E27FC236}">
                  <a16:creationId xmlns:a16="http://schemas.microsoft.com/office/drawing/2014/main" id="{F2A10B15-DB25-684D-B011-F1D13B4F5A59}"/>
                </a:ext>
              </a:extLst>
            </p:cNvPr>
            <p:cNvSpPr txBox="1">
              <a:spLocks noChangeArrowheads="1"/>
            </p:cNvSpPr>
            <p:nvPr/>
          </p:nvSpPr>
          <p:spPr bwMode="auto">
            <a:xfrm flipH="1">
              <a:off x="3631" y="1853"/>
              <a:ext cx="32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sym typeface="Wingdings" pitchFamily="2" charset="2"/>
                </a:rPr>
                <a:t></a:t>
              </a:r>
            </a:p>
          </p:txBody>
        </p:sp>
        <p:sp>
          <p:nvSpPr>
            <p:cNvPr id="1084450" name="Line 34">
              <a:extLst>
                <a:ext uri="{FF2B5EF4-FFF2-40B4-BE49-F238E27FC236}">
                  <a16:creationId xmlns:a16="http://schemas.microsoft.com/office/drawing/2014/main" id="{76E35DBD-9FFB-6444-8406-D24BCDB892B2}"/>
                </a:ext>
              </a:extLst>
            </p:cNvPr>
            <p:cNvSpPr>
              <a:spLocks noChangeShapeType="1"/>
            </p:cNvSpPr>
            <p:nvPr/>
          </p:nvSpPr>
          <p:spPr bwMode="auto">
            <a:xfrm rot="-10800000" flipH="1" flipV="1">
              <a:off x="3677" y="1895"/>
              <a:ext cx="0" cy="539"/>
            </a:xfrm>
            <a:prstGeom prst="line">
              <a:avLst/>
            </a:prstGeom>
            <a:noFill/>
            <a:ln w="38100">
              <a:solidFill>
                <a:schemeClr val="folHlink"/>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sp>
        <p:nvSpPr>
          <p:cNvPr id="50199" name="Text Box 44">
            <a:extLst>
              <a:ext uri="{FF2B5EF4-FFF2-40B4-BE49-F238E27FC236}">
                <a16:creationId xmlns:a16="http://schemas.microsoft.com/office/drawing/2014/main" id="{DB6D3BD1-6DC0-3B45-87E2-FE0D53712431}"/>
              </a:ext>
            </a:extLst>
          </p:cNvPr>
          <p:cNvSpPr txBox="1">
            <a:spLocks noChangeArrowheads="1"/>
          </p:cNvSpPr>
          <p:nvPr/>
        </p:nvSpPr>
        <p:spPr bwMode="auto">
          <a:xfrm flipH="1">
            <a:off x="3870723" y="4462463"/>
            <a:ext cx="2645569" cy="25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80000"/>
              </a:lnSpc>
              <a:spcBef>
                <a:spcPct val="0"/>
              </a:spcBef>
              <a:buClrTx/>
              <a:buSzTx/>
              <a:buFontTx/>
              <a:buNone/>
            </a:pPr>
            <a:r>
              <a:rPr kumimoji="1" lang="zh-CN" altLang="en-US" sz="1350">
                <a:solidFill>
                  <a:schemeClr val="folHlink"/>
                </a:solidFill>
                <a:latin typeface="Arial" panose="020B0604020202020204" pitchFamily="34" charset="0"/>
                <a:ea typeface="宋体" panose="02010600030101010101" pitchFamily="2" charset="-122"/>
              </a:rPr>
              <a:t>需要查找 </a:t>
            </a:r>
            <a:r>
              <a:rPr kumimoji="1" lang="en-US" altLang="zh-CN" sz="1350">
                <a:solidFill>
                  <a:schemeClr val="folHlink"/>
                </a:solidFill>
                <a:latin typeface="Arial" panose="020B0604020202020204" pitchFamily="34" charset="0"/>
                <a:ea typeface="宋体" panose="02010600030101010101" pitchFamily="2" charset="-122"/>
              </a:rPr>
              <a:t>y.abc.com </a:t>
            </a:r>
            <a:r>
              <a:rPr kumimoji="1" lang="zh-CN" altLang="en-US" sz="1350">
                <a:solidFill>
                  <a:schemeClr val="folHlink"/>
                </a:solidFill>
                <a:latin typeface="Arial" panose="020B0604020202020204" pitchFamily="34" charset="0"/>
                <a:ea typeface="宋体" panose="02010600030101010101" pitchFamily="2" charset="-122"/>
              </a:rPr>
              <a:t>的 </a:t>
            </a:r>
            <a:r>
              <a:rPr kumimoji="1" lang="en-US" altLang="zh-CN" sz="1350">
                <a:solidFill>
                  <a:schemeClr val="folHlink"/>
                </a:solidFill>
                <a:latin typeface="Arial" panose="020B0604020202020204" pitchFamily="34" charset="0"/>
                <a:ea typeface="宋体" panose="02010600030101010101" pitchFamily="2" charset="-122"/>
              </a:rPr>
              <a:t>IP </a:t>
            </a:r>
            <a:r>
              <a:rPr kumimoji="1" lang="zh-CN" altLang="en-US" sz="1350">
                <a:solidFill>
                  <a:schemeClr val="folHlink"/>
                </a:solidFill>
                <a:latin typeface="Arial" panose="020B0604020202020204" pitchFamily="34" charset="0"/>
                <a:ea typeface="宋体" panose="02010600030101010101" pitchFamily="2" charset="-122"/>
              </a:rPr>
              <a:t>地址</a:t>
            </a:r>
          </a:p>
        </p:txBody>
      </p:sp>
      <p:sp>
        <p:nvSpPr>
          <p:cNvPr id="50200" name="幻灯片编号占位符 1">
            <a:extLst>
              <a:ext uri="{FF2B5EF4-FFF2-40B4-BE49-F238E27FC236}">
                <a16:creationId xmlns:a16="http://schemas.microsoft.com/office/drawing/2014/main" id="{3969A6D1-1B8C-D046-B35D-0A0CA2F3A1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9F8D1F-002A-094D-9731-C07268EAAD9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38807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84452"/>
                                        </p:tgtEl>
                                        <p:attrNameLst>
                                          <p:attrName>style.visibility</p:attrName>
                                        </p:attrNameLst>
                                      </p:cBhvr>
                                      <p:to>
                                        <p:strVal val="visible"/>
                                      </p:to>
                                    </p:set>
                                    <p:animEffect transition="in" filter="wipe(down)">
                                      <p:cBhvr>
                                        <p:cTn id="7" dur="1000"/>
                                        <p:tgtEl>
                                          <p:spTgt spid="1084452"/>
                                        </p:tgtEl>
                                      </p:cBhvr>
                                    </p:animEffect>
                                  </p:childTnLst>
                                </p:cTn>
                              </p:par>
                            </p:childTnLst>
                          </p:cTn>
                        </p:par>
                        <p:par>
                          <p:cTn id="8" fill="hold" nodeType="afterGroup">
                            <p:stCondLst>
                              <p:cond delay="1000"/>
                            </p:stCondLst>
                            <p:childTnLst>
                              <p:par>
                                <p:cTn id="9" presetID="1" presetClass="entr" presetSubtype="0" fill="hold" grpId="0" nodeType="afterEffect">
                                  <p:stCondLst>
                                    <p:cond delay="500"/>
                                  </p:stCondLst>
                                  <p:childTnLst>
                                    <p:set>
                                      <p:cBhvr>
                                        <p:cTn id="10" dur="1" fill="hold">
                                          <p:stCondLst>
                                            <p:cond delay="0"/>
                                          </p:stCondLst>
                                        </p:cTn>
                                        <p:tgtEl>
                                          <p:spTgt spid="1084440"/>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4" fill="hold" nodeType="afterEffect">
                                  <p:stCondLst>
                                    <p:cond delay="500"/>
                                  </p:stCondLst>
                                  <p:childTnLst>
                                    <p:set>
                                      <p:cBhvr>
                                        <p:cTn id="13" dur="1" fill="hold">
                                          <p:stCondLst>
                                            <p:cond delay="0"/>
                                          </p:stCondLst>
                                        </p:cTn>
                                        <p:tgtEl>
                                          <p:spTgt spid="1084453"/>
                                        </p:tgtEl>
                                        <p:attrNameLst>
                                          <p:attrName>style.visibility</p:attrName>
                                        </p:attrNameLst>
                                      </p:cBhvr>
                                      <p:to>
                                        <p:strVal val="visible"/>
                                      </p:to>
                                    </p:set>
                                    <p:animEffect transition="in" filter="wipe(down)">
                                      <p:cBhvr>
                                        <p:cTn id="14" dur="1000"/>
                                        <p:tgtEl>
                                          <p:spTgt spid="1084453"/>
                                        </p:tgtEl>
                                      </p:cBhvr>
                                    </p:animEffect>
                                  </p:childTnLst>
                                </p:cTn>
                              </p:par>
                            </p:childTnLst>
                          </p:cTn>
                        </p:par>
                        <p:par>
                          <p:cTn id="15" fill="hold" nodeType="afterGroup">
                            <p:stCondLst>
                              <p:cond delay="3000"/>
                            </p:stCondLst>
                            <p:childTnLst>
                              <p:par>
                                <p:cTn id="16" presetID="1" presetClass="entr" presetSubtype="0" fill="hold" grpId="0" nodeType="afterEffect">
                                  <p:stCondLst>
                                    <p:cond delay="500"/>
                                  </p:stCondLst>
                                  <p:childTnLst>
                                    <p:set>
                                      <p:cBhvr>
                                        <p:cTn id="17" dur="1" fill="hold">
                                          <p:stCondLst>
                                            <p:cond delay="0"/>
                                          </p:stCondLst>
                                        </p:cTn>
                                        <p:tgtEl>
                                          <p:spTgt spid="1084439"/>
                                        </p:tgtEl>
                                        <p:attrNameLst>
                                          <p:attrName>style.visibility</p:attrName>
                                        </p:attrNameLst>
                                      </p:cBhvr>
                                      <p:to>
                                        <p:strVal val="visible"/>
                                      </p:to>
                                    </p:set>
                                  </p:childTnLst>
                                </p:cTn>
                              </p:par>
                            </p:childTnLst>
                          </p:cTn>
                        </p:par>
                        <p:par>
                          <p:cTn id="18" fill="hold" nodeType="afterGroup">
                            <p:stCondLst>
                              <p:cond delay="3500"/>
                            </p:stCondLst>
                            <p:childTnLst>
                              <p:par>
                                <p:cTn id="19" presetID="22" presetClass="entr" presetSubtype="8" fill="hold" nodeType="afterEffect">
                                  <p:stCondLst>
                                    <p:cond delay="500"/>
                                  </p:stCondLst>
                                  <p:childTnLst>
                                    <p:set>
                                      <p:cBhvr>
                                        <p:cTn id="20" dur="1" fill="hold">
                                          <p:stCondLst>
                                            <p:cond delay="0"/>
                                          </p:stCondLst>
                                        </p:cTn>
                                        <p:tgtEl>
                                          <p:spTgt spid="1084454"/>
                                        </p:tgtEl>
                                        <p:attrNameLst>
                                          <p:attrName>style.visibility</p:attrName>
                                        </p:attrNameLst>
                                      </p:cBhvr>
                                      <p:to>
                                        <p:strVal val="visible"/>
                                      </p:to>
                                    </p:set>
                                    <p:animEffect transition="in" filter="wipe(left)">
                                      <p:cBhvr>
                                        <p:cTn id="21" dur="1000"/>
                                        <p:tgtEl>
                                          <p:spTgt spid="1084454"/>
                                        </p:tgtEl>
                                      </p:cBhvr>
                                    </p:animEffect>
                                  </p:childTnLst>
                                </p:cTn>
                              </p:par>
                            </p:childTnLst>
                          </p:cTn>
                        </p:par>
                        <p:par>
                          <p:cTn id="22" fill="hold" nodeType="afterGroup">
                            <p:stCondLst>
                              <p:cond delay="5000"/>
                            </p:stCondLst>
                            <p:childTnLst>
                              <p:par>
                                <p:cTn id="23" presetID="22" presetClass="entr" presetSubtype="1" fill="hold" nodeType="afterEffect">
                                  <p:stCondLst>
                                    <p:cond delay="500"/>
                                  </p:stCondLst>
                                  <p:childTnLst>
                                    <p:set>
                                      <p:cBhvr>
                                        <p:cTn id="24" dur="1" fill="hold">
                                          <p:stCondLst>
                                            <p:cond delay="0"/>
                                          </p:stCondLst>
                                        </p:cTn>
                                        <p:tgtEl>
                                          <p:spTgt spid="1084455"/>
                                        </p:tgtEl>
                                        <p:attrNameLst>
                                          <p:attrName>style.visibility</p:attrName>
                                        </p:attrNameLst>
                                      </p:cBhvr>
                                      <p:to>
                                        <p:strVal val="visible"/>
                                      </p:to>
                                    </p:set>
                                    <p:animEffect transition="in" filter="wipe(up)">
                                      <p:cBhvr>
                                        <p:cTn id="25" dur="1000"/>
                                        <p:tgtEl>
                                          <p:spTgt spid="1084455"/>
                                        </p:tgtEl>
                                      </p:cBhvr>
                                    </p:animEffect>
                                  </p:childTnLst>
                                </p:cTn>
                              </p:par>
                            </p:childTnLst>
                          </p:cTn>
                        </p:par>
                        <p:par>
                          <p:cTn id="26" fill="hold" nodeType="afterGroup">
                            <p:stCondLst>
                              <p:cond delay="6500"/>
                            </p:stCondLst>
                            <p:childTnLst>
                              <p:par>
                                <p:cTn id="27" presetID="22" presetClass="entr" presetSubtype="4" fill="hold" nodeType="afterEffect">
                                  <p:stCondLst>
                                    <p:cond delay="500"/>
                                  </p:stCondLst>
                                  <p:childTnLst>
                                    <p:set>
                                      <p:cBhvr>
                                        <p:cTn id="28" dur="1" fill="hold">
                                          <p:stCondLst>
                                            <p:cond delay="0"/>
                                          </p:stCondLst>
                                        </p:cTn>
                                        <p:tgtEl>
                                          <p:spTgt spid="1084456"/>
                                        </p:tgtEl>
                                        <p:attrNameLst>
                                          <p:attrName>style.visibility</p:attrName>
                                        </p:attrNameLst>
                                      </p:cBhvr>
                                      <p:to>
                                        <p:strVal val="visible"/>
                                      </p:to>
                                    </p:set>
                                    <p:animEffect transition="in" filter="wipe(down)">
                                      <p:cBhvr>
                                        <p:cTn id="29" dur="1000"/>
                                        <p:tgtEl>
                                          <p:spTgt spid="1084456"/>
                                        </p:tgtEl>
                                      </p:cBhvr>
                                    </p:animEffect>
                                  </p:childTnLst>
                                </p:cTn>
                              </p:par>
                            </p:childTnLst>
                          </p:cTn>
                        </p:par>
                        <p:par>
                          <p:cTn id="30" fill="hold" nodeType="afterGroup">
                            <p:stCondLst>
                              <p:cond delay="8000"/>
                            </p:stCondLst>
                            <p:childTnLst>
                              <p:par>
                                <p:cTn id="31" presetID="22" presetClass="entr" presetSubtype="2" fill="hold" nodeType="afterEffect">
                                  <p:stCondLst>
                                    <p:cond delay="500"/>
                                  </p:stCondLst>
                                  <p:childTnLst>
                                    <p:set>
                                      <p:cBhvr>
                                        <p:cTn id="32" dur="1" fill="hold">
                                          <p:stCondLst>
                                            <p:cond delay="0"/>
                                          </p:stCondLst>
                                        </p:cTn>
                                        <p:tgtEl>
                                          <p:spTgt spid="1084457"/>
                                        </p:tgtEl>
                                        <p:attrNameLst>
                                          <p:attrName>style.visibility</p:attrName>
                                        </p:attrNameLst>
                                      </p:cBhvr>
                                      <p:to>
                                        <p:strVal val="visible"/>
                                      </p:to>
                                    </p:set>
                                    <p:animEffect transition="in" filter="wipe(right)">
                                      <p:cBhvr>
                                        <p:cTn id="33" dur="1000"/>
                                        <p:tgtEl>
                                          <p:spTgt spid="1084457"/>
                                        </p:tgtEl>
                                      </p:cBhvr>
                                    </p:animEffect>
                                  </p:childTnLst>
                                </p:cTn>
                              </p:par>
                            </p:childTnLst>
                          </p:cTn>
                        </p:par>
                        <p:par>
                          <p:cTn id="34" fill="hold" nodeType="afterGroup">
                            <p:stCondLst>
                              <p:cond delay="9500"/>
                            </p:stCondLst>
                            <p:childTnLst>
                              <p:par>
                                <p:cTn id="35" presetID="22" presetClass="entr" presetSubtype="1" fill="hold" nodeType="afterEffect">
                                  <p:stCondLst>
                                    <p:cond delay="500"/>
                                  </p:stCondLst>
                                  <p:childTnLst>
                                    <p:set>
                                      <p:cBhvr>
                                        <p:cTn id="36" dur="1" fill="hold">
                                          <p:stCondLst>
                                            <p:cond delay="0"/>
                                          </p:stCondLst>
                                        </p:cTn>
                                        <p:tgtEl>
                                          <p:spTgt spid="1084458"/>
                                        </p:tgtEl>
                                        <p:attrNameLst>
                                          <p:attrName>style.visibility</p:attrName>
                                        </p:attrNameLst>
                                      </p:cBhvr>
                                      <p:to>
                                        <p:strVal val="visible"/>
                                      </p:to>
                                    </p:set>
                                    <p:animEffect transition="in" filter="wipe(up)">
                                      <p:cBhvr>
                                        <p:cTn id="37" dur="500"/>
                                        <p:tgtEl>
                                          <p:spTgt spid="1084458"/>
                                        </p:tgtEl>
                                      </p:cBhvr>
                                    </p:animEffect>
                                  </p:childTnLst>
                                </p:cTn>
                              </p:par>
                            </p:childTnLst>
                          </p:cTn>
                        </p:par>
                        <p:par>
                          <p:cTn id="38" fill="hold" nodeType="afterGroup">
                            <p:stCondLst>
                              <p:cond delay="10500"/>
                            </p:stCondLst>
                            <p:childTnLst>
                              <p:par>
                                <p:cTn id="39" presetID="22" presetClass="entr" presetSubtype="1" fill="hold" nodeType="afterEffect">
                                  <p:stCondLst>
                                    <p:cond delay="500"/>
                                  </p:stCondLst>
                                  <p:childTnLst>
                                    <p:set>
                                      <p:cBhvr>
                                        <p:cTn id="40" dur="1" fill="hold">
                                          <p:stCondLst>
                                            <p:cond delay="0"/>
                                          </p:stCondLst>
                                        </p:cTn>
                                        <p:tgtEl>
                                          <p:spTgt spid="1084459"/>
                                        </p:tgtEl>
                                        <p:attrNameLst>
                                          <p:attrName>style.visibility</p:attrName>
                                        </p:attrNameLst>
                                      </p:cBhvr>
                                      <p:to>
                                        <p:strVal val="visible"/>
                                      </p:to>
                                    </p:set>
                                    <p:animEffect transition="in" filter="wipe(up)">
                                      <p:cBhvr>
                                        <p:cTn id="41" dur="1000"/>
                                        <p:tgtEl>
                                          <p:spTgt spid="1084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439" grpId="0" animBg="1"/>
      <p:bldP spid="108444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37A09A3-5E53-9648-897F-6D618E8C212D}"/>
              </a:ext>
            </a:extLst>
          </p:cNvPr>
          <p:cNvSpPr>
            <a:spLocks noGrp="1" noChangeArrowheads="1"/>
          </p:cNvSpPr>
          <p:nvPr>
            <p:ph type="title"/>
          </p:nvPr>
        </p:nvSpPr>
        <p:spPr>
          <a:xfrm>
            <a:off x="180109" y="195263"/>
            <a:ext cx="7119614" cy="727472"/>
          </a:xfrm>
        </p:spPr>
        <p:txBody>
          <a:bodyPr/>
          <a:lstStyle/>
          <a:p>
            <a:pPr eaLnBrk="1" hangingPunct="1"/>
            <a:r>
              <a:rPr lang="zh-CN" altLang="en-US" dirty="0">
                <a:latin typeface="Times New Roman" panose="02020603050405020304" pitchFamily="18" charset="0"/>
                <a:ea typeface="宋体" panose="02010600030101010101" pitchFamily="2" charset="-122"/>
              </a:rPr>
              <a:t>名字的高速缓存 </a:t>
            </a:r>
          </a:p>
        </p:txBody>
      </p:sp>
      <p:sp>
        <p:nvSpPr>
          <p:cNvPr id="51202" name="Rectangle 3">
            <a:extLst>
              <a:ext uri="{FF2B5EF4-FFF2-40B4-BE49-F238E27FC236}">
                <a16:creationId xmlns:a16="http://schemas.microsoft.com/office/drawing/2014/main" id="{75D21551-6F50-1E49-816D-078CC755905B}"/>
              </a:ext>
            </a:extLst>
          </p:cNvPr>
          <p:cNvSpPr>
            <a:spLocks noGrp="1" noChangeArrowheads="1"/>
          </p:cNvSpPr>
          <p:nvPr>
            <p:ph type="body" idx="1"/>
          </p:nvPr>
        </p:nvSpPr>
        <p:spPr>
          <a:xfrm>
            <a:off x="180109" y="1030106"/>
            <a:ext cx="8672946" cy="3726656"/>
          </a:xfrm>
        </p:spPr>
        <p:txBody>
          <a:bodyPr/>
          <a:lstStyle/>
          <a:p>
            <a:pPr eaLnBrk="1" hangingPunct="1"/>
            <a:r>
              <a:rPr lang="zh-CN" altLang="en-US" dirty="0">
                <a:solidFill>
                  <a:srgbClr val="FF0000"/>
                </a:solidFill>
                <a:ea typeface="宋体" panose="02010600030101010101" pitchFamily="2" charset="-122"/>
              </a:rPr>
              <a:t>每个域名服务器</a:t>
            </a:r>
            <a:r>
              <a:rPr lang="zh-CN" altLang="en-US" dirty="0">
                <a:ea typeface="宋体" panose="02010600030101010101" pitchFamily="2" charset="-122"/>
              </a:rPr>
              <a:t>都维护一个高速缓存，存放最近用过的名字以及从何处获得名字映射信息的记录。</a:t>
            </a:r>
          </a:p>
          <a:p>
            <a:pPr eaLnBrk="1" hangingPunct="1"/>
            <a:r>
              <a:rPr lang="zh-CN" altLang="en-US" dirty="0">
                <a:ea typeface="宋体" panose="02010600030101010101" pitchFamily="2" charset="-122"/>
              </a:rPr>
              <a:t>高速缓存可大大减轻根域名服务器的负荷，使因特网上的 </a:t>
            </a:r>
            <a:r>
              <a:rPr lang="en-US" altLang="zh-CN" dirty="0">
                <a:ea typeface="宋体" panose="02010600030101010101" pitchFamily="2" charset="-122"/>
              </a:rPr>
              <a:t>DNS </a:t>
            </a:r>
            <a:r>
              <a:rPr lang="zh-CN" altLang="en-US" dirty="0">
                <a:ea typeface="宋体" panose="02010600030101010101" pitchFamily="2" charset="-122"/>
              </a:rPr>
              <a:t>查询请求和回答报文的数量大为减少。 </a:t>
            </a:r>
          </a:p>
          <a:p>
            <a:pPr eaLnBrk="1" hangingPunct="1"/>
            <a:r>
              <a:rPr lang="zh-CN" altLang="en-US" dirty="0">
                <a:ea typeface="宋体" panose="02010600030101010101" pitchFamily="2" charset="-122"/>
              </a:rPr>
              <a:t>为保持高速缓存中的内容正确，域名服务器应为每项内容设置计时器，并处理超过合理时间的项（例如，每个项目只存放两天）。</a:t>
            </a:r>
          </a:p>
          <a:p>
            <a:pPr eaLnBrk="1" hangingPunct="1"/>
            <a:r>
              <a:rPr lang="zh-CN" altLang="en-US" dirty="0">
                <a:ea typeface="宋体" panose="02010600030101010101" pitchFamily="2" charset="-122"/>
              </a:rPr>
              <a:t>当权限域名服务器回答一个查询请求时，在响应中都指明绑定有效存在的时间值。增加此时间值可减少网络开销，而减少此时间值可提高域名转换的准确性。 </a:t>
            </a:r>
          </a:p>
        </p:txBody>
      </p:sp>
      <p:sp>
        <p:nvSpPr>
          <p:cNvPr id="51203" name="幻灯片编号占位符 1">
            <a:extLst>
              <a:ext uri="{FF2B5EF4-FFF2-40B4-BE49-F238E27FC236}">
                <a16:creationId xmlns:a16="http://schemas.microsoft.com/office/drawing/2014/main" id="{20191B62-0914-664C-82A3-D24A3B332FE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569F44F-FD30-DF4F-9F49-6C1E69CD8C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97939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51B11663-6310-3547-86F4-9971C98AA71B}"/>
              </a:ext>
            </a:extLst>
          </p:cNvPr>
          <p:cNvSpPr>
            <a:spLocks noGrp="1" noChangeArrowheads="1"/>
          </p:cNvSpPr>
          <p:nvPr>
            <p:ph type="title"/>
          </p:nvPr>
        </p:nvSpPr>
        <p:spPr>
          <a:xfrm>
            <a:off x="152401" y="250032"/>
            <a:ext cx="7740254" cy="650513"/>
          </a:xfrm>
        </p:spPr>
        <p:txBody>
          <a:bodyPr/>
          <a:lstStyle/>
          <a:p>
            <a:pPr eaLnBrk="1" hangingPunct="1"/>
            <a:r>
              <a:rPr lang="en-US" altLang="zh-CN" sz="3000" dirty="0">
                <a:ea typeface="宋体" panose="02010600030101010101" pitchFamily="2" charset="-122"/>
              </a:rPr>
              <a:t>6.2  </a:t>
            </a:r>
            <a:r>
              <a:rPr lang="zh-CN" altLang="en-US" sz="3000" dirty="0">
                <a:ea typeface="宋体" panose="02010600030101010101" pitchFamily="2" charset="-122"/>
              </a:rPr>
              <a:t>文件传送协议</a:t>
            </a:r>
          </a:p>
        </p:txBody>
      </p:sp>
      <p:sp>
        <p:nvSpPr>
          <p:cNvPr id="53250" name="Rectangle 3">
            <a:extLst>
              <a:ext uri="{FF2B5EF4-FFF2-40B4-BE49-F238E27FC236}">
                <a16:creationId xmlns:a16="http://schemas.microsoft.com/office/drawing/2014/main" id="{9AFA9F8B-2498-D74B-A668-C30B97C0A333}"/>
              </a:ext>
            </a:extLst>
          </p:cNvPr>
          <p:cNvSpPr>
            <a:spLocks noGrp="1" noChangeArrowheads="1"/>
          </p:cNvSpPr>
          <p:nvPr>
            <p:ph type="body" idx="1"/>
          </p:nvPr>
        </p:nvSpPr>
        <p:spPr>
          <a:xfrm>
            <a:off x="207819" y="1635434"/>
            <a:ext cx="8728362" cy="2841157"/>
          </a:xfrm>
        </p:spPr>
        <p:txBody>
          <a:bodyPr/>
          <a:lstStyle/>
          <a:p>
            <a:pPr eaLnBrk="1" hangingPunct="1"/>
            <a:r>
              <a:rPr lang="zh-CN" altLang="en-US" dirty="0">
                <a:solidFill>
                  <a:schemeClr val="hlink"/>
                </a:solidFill>
                <a:ea typeface="宋体" panose="02010600030101010101" pitchFamily="2" charset="-122"/>
              </a:rPr>
              <a:t>文件传送协议</a:t>
            </a:r>
            <a:r>
              <a:rPr lang="zh-CN" altLang="en-US" dirty="0">
                <a:ea typeface="宋体" panose="02010600030101010101" pitchFamily="2" charset="-122"/>
              </a:rPr>
              <a:t> </a:t>
            </a:r>
            <a:r>
              <a:rPr lang="en-US" altLang="zh-CN" dirty="0">
                <a:ea typeface="宋体" panose="02010600030101010101" pitchFamily="2" charset="-122"/>
              </a:rPr>
              <a:t>FTP (File Transfer Protocol) </a:t>
            </a:r>
            <a:r>
              <a:rPr lang="zh-CN" altLang="en-US" dirty="0">
                <a:ea typeface="宋体" panose="02010600030101010101" pitchFamily="2" charset="-122"/>
              </a:rPr>
              <a:t>是因特网上使用得最广泛的文件传送协议。</a:t>
            </a:r>
          </a:p>
          <a:p>
            <a:pPr eaLnBrk="1" hangingPunct="1"/>
            <a:r>
              <a:rPr lang="en-US" altLang="zh-CN" dirty="0">
                <a:ea typeface="宋体" panose="02010600030101010101" pitchFamily="2" charset="-122"/>
              </a:rPr>
              <a:t>FTP </a:t>
            </a:r>
            <a:r>
              <a:rPr lang="zh-CN" altLang="en-US" dirty="0">
                <a:ea typeface="宋体" panose="02010600030101010101" pitchFamily="2" charset="-122"/>
              </a:rPr>
              <a:t>提供交互式的访问，允许客户指明文件的类型与格式，并允许文件具有存取权限。</a:t>
            </a:r>
          </a:p>
          <a:p>
            <a:pPr eaLnBrk="1" hangingPunct="1"/>
            <a:r>
              <a:rPr lang="en-US" altLang="zh-CN" dirty="0">
                <a:ea typeface="宋体" panose="02010600030101010101" pitchFamily="2" charset="-122"/>
              </a:rPr>
              <a:t>FTP </a:t>
            </a:r>
            <a:r>
              <a:rPr lang="zh-CN" altLang="en-US" dirty="0">
                <a:ea typeface="宋体" panose="02010600030101010101" pitchFamily="2" charset="-122"/>
              </a:rPr>
              <a:t>屏蔽了各计算机系统的细节，因而适合于在异构网络中任意计算机之间传送文件。</a:t>
            </a:r>
          </a:p>
          <a:p>
            <a:pPr eaLnBrk="1" hangingPunct="1"/>
            <a:r>
              <a:rPr lang="en-US" altLang="zh-CN" dirty="0">
                <a:ea typeface="宋体" panose="02010600030101010101" pitchFamily="2" charset="-122"/>
              </a:rPr>
              <a:t>RFC 959 </a:t>
            </a:r>
            <a:r>
              <a:rPr lang="zh-CN" altLang="en-US" dirty="0">
                <a:ea typeface="宋体" panose="02010600030101010101" pitchFamily="2" charset="-122"/>
              </a:rPr>
              <a:t>很早就成为了因特网的正式标准。 </a:t>
            </a:r>
          </a:p>
        </p:txBody>
      </p:sp>
      <p:sp>
        <p:nvSpPr>
          <p:cNvPr id="53251" name="幻灯片编号占位符 1">
            <a:extLst>
              <a:ext uri="{FF2B5EF4-FFF2-40B4-BE49-F238E27FC236}">
                <a16:creationId xmlns:a16="http://schemas.microsoft.com/office/drawing/2014/main" id="{6CC3B8BE-3219-E744-87E6-CBC7D13E447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6337807-2EF5-524E-8A5B-42F140BC812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F502F9C-1D03-0443-84A6-8A8827C88C75}"/>
              </a:ext>
            </a:extLst>
          </p:cNvPr>
          <p:cNvSpPr/>
          <p:nvPr/>
        </p:nvSpPr>
        <p:spPr>
          <a:xfrm>
            <a:off x="180111" y="1083022"/>
            <a:ext cx="4572000" cy="523220"/>
          </a:xfrm>
          <a:prstGeom prst="rect">
            <a:avLst/>
          </a:prstGeom>
        </p:spPr>
        <p:txBody>
          <a:bodyPr>
            <a:spAutoFit/>
          </a:bodyPr>
          <a:lstStyle/>
          <a:p>
            <a:r>
              <a:rPr lang="en-US" altLang="zh-CN" sz="2800" dirty="0"/>
              <a:t>6.2.1  FTP</a:t>
            </a:r>
            <a:r>
              <a:rPr lang="zh-CN" altLang="en-US" sz="2800" dirty="0"/>
              <a:t>概述</a:t>
            </a:r>
          </a:p>
        </p:txBody>
      </p:sp>
    </p:spTree>
    <p:extLst>
      <p:ext uri="{BB962C8B-B14F-4D97-AF65-F5344CB8AC3E}">
        <p14:creationId xmlns:p14="http://schemas.microsoft.com/office/powerpoint/2010/main" val="1850869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48FB3C55-3407-934B-92AD-FB7BAEDD745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文件传送并非很简单的问题</a:t>
            </a:r>
          </a:p>
        </p:txBody>
      </p:sp>
      <p:sp>
        <p:nvSpPr>
          <p:cNvPr id="1089539" name="Rectangle 3">
            <a:extLst>
              <a:ext uri="{FF2B5EF4-FFF2-40B4-BE49-F238E27FC236}">
                <a16:creationId xmlns:a16="http://schemas.microsoft.com/office/drawing/2014/main" id="{AB509718-93E7-1D49-ACAF-53D66AE686CD}"/>
              </a:ext>
            </a:extLst>
          </p:cNvPr>
          <p:cNvSpPr>
            <a:spLocks noGrp="1" noChangeArrowheads="1"/>
          </p:cNvSpPr>
          <p:nvPr>
            <p:ph type="body" idx="1"/>
          </p:nvPr>
        </p:nvSpPr>
        <p:spPr>
          <a:xfrm>
            <a:off x="133562" y="1113235"/>
            <a:ext cx="8804953" cy="3402806"/>
          </a:xfrm>
        </p:spPr>
        <p:txBody>
          <a:bodyPr/>
          <a:lstStyle/>
          <a:p>
            <a:pPr eaLnBrk="1" hangingPunct="1">
              <a:lnSpc>
                <a:spcPct val="90000"/>
              </a:lnSpc>
            </a:pPr>
            <a:r>
              <a:rPr lang="zh-CN" altLang="en-US" sz="2800" dirty="0">
                <a:ea typeface="宋体" panose="02010600030101010101" pitchFamily="2" charset="-122"/>
              </a:rPr>
              <a:t>网络环境中的一项基本应用就是将文件从一台计算机中复制到另一台可能相距很远的计算机中。</a:t>
            </a:r>
          </a:p>
          <a:p>
            <a:pPr eaLnBrk="1" hangingPunct="1">
              <a:lnSpc>
                <a:spcPct val="90000"/>
              </a:lnSpc>
            </a:pPr>
            <a:r>
              <a:rPr lang="zh-CN" altLang="en-US" sz="2800" dirty="0">
                <a:ea typeface="宋体" panose="02010600030101010101" pitchFamily="2" charset="-122"/>
              </a:rPr>
              <a:t>初看起来，在两个主机之间传送文件是很简单的事情。</a:t>
            </a:r>
          </a:p>
          <a:p>
            <a:pPr eaLnBrk="1" hangingPunct="1">
              <a:lnSpc>
                <a:spcPct val="90000"/>
              </a:lnSpc>
            </a:pPr>
            <a:r>
              <a:rPr lang="zh-CN" altLang="en-US" sz="2800" dirty="0">
                <a:ea typeface="宋体" panose="02010600030101010101" pitchFamily="2" charset="-122"/>
              </a:rPr>
              <a:t>其实这往往非常困难。原因是众多的计算机厂商研制出的文件系统多达数百种，且差别很大。 </a:t>
            </a:r>
          </a:p>
        </p:txBody>
      </p:sp>
      <p:sp>
        <p:nvSpPr>
          <p:cNvPr id="54275" name="幻灯片编号占位符 1">
            <a:extLst>
              <a:ext uri="{FF2B5EF4-FFF2-40B4-BE49-F238E27FC236}">
                <a16:creationId xmlns:a16="http://schemas.microsoft.com/office/drawing/2014/main" id="{7F604F49-4A43-8140-8A0D-7010CC86B96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CEDF227-0226-3F47-81C7-5D0FED7234B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6833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95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895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FE3A113-E925-0348-8F84-9C86CAC14345}"/>
              </a:ext>
            </a:extLst>
          </p:cNvPr>
          <p:cNvSpPr>
            <a:spLocks noGrp="1" noChangeArrowheads="1"/>
          </p:cNvSpPr>
          <p:nvPr>
            <p:ph type="title"/>
          </p:nvPr>
        </p:nvSpPr>
        <p:spPr>
          <a:xfrm>
            <a:off x="158027" y="366712"/>
            <a:ext cx="5844779" cy="521494"/>
          </a:xfrm>
        </p:spPr>
        <p:txBody>
          <a:bodyPr/>
          <a:lstStyle/>
          <a:p>
            <a:pPr eaLnBrk="1" hangingPunct="1"/>
            <a:r>
              <a:rPr lang="en-US" altLang="zh-CN" dirty="0">
                <a:latin typeface="Times New Roman" panose="02020603050405020304" pitchFamily="18" charset="0"/>
                <a:ea typeface="宋体" panose="02010600030101010101" pitchFamily="2" charset="-122"/>
              </a:rPr>
              <a:t>6.2.2  FTP </a:t>
            </a:r>
            <a:r>
              <a:rPr lang="zh-CN" altLang="en-US" dirty="0">
                <a:latin typeface="Times New Roman" panose="02020603050405020304" pitchFamily="18" charset="0"/>
                <a:ea typeface="宋体" panose="02010600030101010101" pitchFamily="2" charset="-122"/>
              </a:rPr>
              <a:t>的基本工作原理 </a:t>
            </a:r>
            <a:endParaRPr lang="zh-CN" altLang="en-US" sz="2700" dirty="0">
              <a:ea typeface="宋体" panose="02010600030101010101" pitchFamily="2" charset="-122"/>
            </a:endParaRPr>
          </a:p>
        </p:txBody>
      </p:sp>
      <p:sp>
        <p:nvSpPr>
          <p:cNvPr id="56322" name="Rectangle 3">
            <a:extLst>
              <a:ext uri="{FF2B5EF4-FFF2-40B4-BE49-F238E27FC236}">
                <a16:creationId xmlns:a16="http://schemas.microsoft.com/office/drawing/2014/main" id="{6D150E12-496D-8547-B613-02D1260BD2D4}"/>
              </a:ext>
            </a:extLst>
          </p:cNvPr>
          <p:cNvSpPr>
            <a:spLocks noGrp="1" noChangeArrowheads="1"/>
          </p:cNvSpPr>
          <p:nvPr>
            <p:ph type="body" idx="1"/>
          </p:nvPr>
        </p:nvSpPr>
        <p:spPr>
          <a:xfrm>
            <a:off x="158026" y="1113235"/>
            <a:ext cx="8736591" cy="3402806"/>
          </a:xfrm>
        </p:spPr>
        <p:txBody>
          <a:bodyPr/>
          <a:lstStyle/>
          <a:p>
            <a:pPr eaLnBrk="1" hangingPunct="1">
              <a:buFont typeface="Wingdings" pitchFamily="2" charset="2"/>
              <a:buNone/>
            </a:pPr>
            <a:r>
              <a:rPr lang="zh-CN" altLang="en-US" sz="2800" dirty="0">
                <a:latin typeface="Times New Roman" panose="02020603050405020304" pitchFamily="18" charset="0"/>
                <a:ea typeface="宋体" panose="02010600030101010101" pitchFamily="2" charset="-122"/>
              </a:rPr>
              <a:t>网络环境下复制文件的复杂性：</a:t>
            </a:r>
            <a:endParaRPr lang="zh-CN" altLang="en-US" sz="2800" dirty="0">
              <a:ea typeface="宋体" panose="02010600030101010101" pitchFamily="2" charset="-122"/>
            </a:endParaRPr>
          </a:p>
          <a:p>
            <a:pPr eaLnBrk="1" hangingPunct="1">
              <a:buFont typeface="Wingdings" pitchFamily="2" charset="2"/>
              <a:buNone/>
            </a:pPr>
            <a:r>
              <a:rPr lang="en-US" altLang="zh-CN" dirty="0">
                <a:ea typeface="宋体" panose="02010600030101010101" pitchFamily="2" charset="-122"/>
              </a:rPr>
              <a:t>(1) </a:t>
            </a:r>
            <a:r>
              <a:rPr lang="zh-CN" altLang="en-US" dirty="0">
                <a:ea typeface="宋体" panose="02010600030101010101" pitchFamily="2" charset="-122"/>
              </a:rPr>
              <a:t>计算机存储数据的</a:t>
            </a:r>
            <a:r>
              <a:rPr lang="zh-CN" altLang="en-US" dirty="0">
                <a:solidFill>
                  <a:srgbClr val="FF0000"/>
                </a:solidFill>
                <a:ea typeface="宋体" panose="02010600030101010101" pitchFamily="2" charset="-122"/>
              </a:rPr>
              <a:t>格式</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(2) </a:t>
            </a:r>
            <a:r>
              <a:rPr lang="zh-CN" altLang="en-US" dirty="0">
                <a:ea typeface="宋体" panose="02010600030101010101" pitchFamily="2" charset="-122"/>
              </a:rPr>
              <a:t>文件的目录结构和文件</a:t>
            </a:r>
            <a:r>
              <a:rPr lang="zh-CN" altLang="en-US" dirty="0">
                <a:solidFill>
                  <a:srgbClr val="FF0000"/>
                </a:solidFill>
                <a:ea typeface="宋体" panose="02010600030101010101" pitchFamily="2" charset="-122"/>
              </a:rPr>
              <a:t>命名的规定</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(3) </a:t>
            </a:r>
            <a:r>
              <a:rPr lang="zh-CN" altLang="en-US" dirty="0">
                <a:ea typeface="宋体" panose="02010600030101010101" pitchFamily="2" charset="-122"/>
              </a:rPr>
              <a:t>对于相同的文件存取功能，操作系统</a:t>
            </a:r>
            <a:r>
              <a:rPr lang="zh-CN" altLang="en-US" dirty="0">
                <a:solidFill>
                  <a:srgbClr val="FF0000"/>
                </a:solidFill>
                <a:ea typeface="宋体" panose="02010600030101010101" pitchFamily="2" charset="-122"/>
              </a:rPr>
              <a:t>使用的命令</a:t>
            </a:r>
            <a:r>
              <a:rPr lang="zh-CN" altLang="en-US" dirty="0">
                <a:ea typeface="宋体" panose="02010600030101010101" pitchFamily="2" charset="-122"/>
              </a:rPr>
              <a:t>不同。</a:t>
            </a:r>
          </a:p>
          <a:p>
            <a:pPr eaLnBrk="1" hangingPunct="1">
              <a:buFont typeface="Wingdings" pitchFamily="2" charset="2"/>
              <a:buNone/>
            </a:pPr>
            <a:r>
              <a:rPr lang="en-US" altLang="zh-CN" dirty="0">
                <a:ea typeface="宋体" panose="02010600030101010101" pitchFamily="2" charset="-122"/>
              </a:rPr>
              <a:t>(4) </a:t>
            </a:r>
            <a:r>
              <a:rPr lang="zh-CN" altLang="en-US" dirty="0">
                <a:ea typeface="宋体" panose="02010600030101010101" pitchFamily="2" charset="-122"/>
              </a:rPr>
              <a:t>访问</a:t>
            </a:r>
            <a:r>
              <a:rPr lang="zh-CN" altLang="en-US" dirty="0">
                <a:solidFill>
                  <a:srgbClr val="FF0000"/>
                </a:solidFill>
                <a:ea typeface="宋体" panose="02010600030101010101" pitchFamily="2" charset="-122"/>
              </a:rPr>
              <a:t>控制方法</a:t>
            </a:r>
            <a:r>
              <a:rPr lang="zh-CN" altLang="en-US" dirty="0">
                <a:ea typeface="宋体" panose="02010600030101010101" pitchFamily="2" charset="-122"/>
              </a:rPr>
              <a:t>不同。 </a:t>
            </a:r>
          </a:p>
        </p:txBody>
      </p:sp>
      <p:sp>
        <p:nvSpPr>
          <p:cNvPr id="56323" name="幻灯片编号占位符 1">
            <a:extLst>
              <a:ext uri="{FF2B5EF4-FFF2-40B4-BE49-F238E27FC236}">
                <a16:creationId xmlns:a16="http://schemas.microsoft.com/office/drawing/2014/main" id="{A38F5541-891D-8441-82F4-0F05470E2F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5342997-2D76-5F47-9966-DF32392C871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2647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F2A06801-76CC-D443-A6C2-991E20E838C4}"/>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特点</a:t>
            </a:r>
          </a:p>
        </p:txBody>
      </p:sp>
      <p:sp>
        <p:nvSpPr>
          <p:cNvPr id="58370" name="Rectangle 3">
            <a:extLst>
              <a:ext uri="{FF2B5EF4-FFF2-40B4-BE49-F238E27FC236}">
                <a16:creationId xmlns:a16="http://schemas.microsoft.com/office/drawing/2014/main" id="{20EED1A5-6194-B04B-8A15-EED85370548A}"/>
              </a:ext>
            </a:extLst>
          </p:cNvPr>
          <p:cNvSpPr>
            <a:spLocks noGrp="1" noChangeArrowheads="1"/>
          </p:cNvSpPr>
          <p:nvPr>
            <p:ph type="body" idx="1"/>
          </p:nvPr>
        </p:nvSpPr>
        <p:spPr>
          <a:xfrm>
            <a:off x="133563" y="1113235"/>
            <a:ext cx="8804952" cy="3402806"/>
          </a:xfrm>
        </p:spPr>
        <p:txBody>
          <a:bodyPr/>
          <a:lstStyle/>
          <a:p>
            <a:pPr eaLnBrk="1" hangingPunct="1"/>
            <a:r>
              <a:rPr lang="zh-CN" altLang="en-US" dirty="0">
                <a:ea typeface="宋体" panose="02010600030101010101" pitchFamily="2" charset="-122"/>
              </a:rPr>
              <a:t>文件传送协议 </a:t>
            </a:r>
            <a:r>
              <a:rPr lang="en-US" altLang="zh-CN" dirty="0">
                <a:ea typeface="宋体" panose="02010600030101010101" pitchFamily="2" charset="-122"/>
              </a:rPr>
              <a:t>FTP </a:t>
            </a:r>
            <a:r>
              <a:rPr lang="zh-CN" altLang="en-US" dirty="0">
                <a:ea typeface="宋体" panose="02010600030101010101" pitchFamily="2" charset="-122"/>
              </a:rPr>
              <a:t>只提供文件传送的一些基本的服务，它使用 </a:t>
            </a:r>
            <a:r>
              <a:rPr lang="en-US" altLang="zh-CN" dirty="0">
                <a:ea typeface="宋体" panose="02010600030101010101" pitchFamily="2" charset="-122"/>
              </a:rPr>
              <a:t>TCP </a:t>
            </a:r>
            <a:r>
              <a:rPr lang="zh-CN" altLang="en-US" dirty="0">
                <a:ea typeface="宋体" panose="02010600030101010101" pitchFamily="2" charset="-122"/>
              </a:rPr>
              <a:t>可靠的运输服务。</a:t>
            </a:r>
          </a:p>
          <a:p>
            <a:pPr eaLnBrk="1" hangingPunct="1"/>
            <a:r>
              <a:rPr lang="en-US" altLang="zh-CN" dirty="0">
                <a:ea typeface="宋体" panose="02010600030101010101" pitchFamily="2" charset="-122"/>
              </a:rPr>
              <a:t>FTP </a:t>
            </a:r>
            <a:r>
              <a:rPr lang="zh-CN" altLang="en-US" dirty="0">
                <a:ea typeface="宋体" panose="02010600030101010101" pitchFamily="2" charset="-122"/>
              </a:rPr>
              <a:t>的主要功能是减少或消除在不同操作系统下处理文件的不兼容性。</a:t>
            </a:r>
          </a:p>
          <a:p>
            <a:pPr eaLnBrk="1" hangingPunct="1"/>
            <a:r>
              <a:rPr lang="en-US" altLang="zh-CN" dirty="0">
                <a:ea typeface="宋体" panose="02010600030101010101" pitchFamily="2" charset="-122"/>
              </a:rPr>
              <a:t>FTP </a:t>
            </a:r>
            <a:r>
              <a:rPr lang="zh-CN" altLang="en-US" dirty="0">
                <a:ea typeface="宋体" panose="02010600030101010101" pitchFamily="2" charset="-122"/>
              </a:rPr>
              <a:t>使用</a:t>
            </a:r>
            <a:r>
              <a:rPr lang="zh-CN" altLang="en-US" dirty="0">
                <a:solidFill>
                  <a:schemeClr val="hlink"/>
                </a:solidFill>
                <a:ea typeface="宋体" panose="02010600030101010101" pitchFamily="2" charset="-122"/>
              </a:rPr>
              <a:t>客户服务器方式</a:t>
            </a:r>
            <a:r>
              <a:rPr lang="zh-CN" altLang="en-US" dirty="0">
                <a:ea typeface="宋体" panose="02010600030101010101" pitchFamily="2" charset="-122"/>
              </a:rPr>
              <a:t>。一个 </a:t>
            </a:r>
            <a:r>
              <a:rPr lang="en-US" altLang="zh-CN" dirty="0">
                <a:ea typeface="宋体" panose="02010600030101010101" pitchFamily="2" charset="-122"/>
              </a:rPr>
              <a:t>FTP </a:t>
            </a:r>
            <a:r>
              <a:rPr lang="zh-CN" altLang="en-US" dirty="0">
                <a:ea typeface="宋体" panose="02010600030101010101" pitchFamily="2" charset="-122"/>
              </a:rPr>
              <a:t>服务器进程可同时为多个客户进程提供服务。</a:t>
            </a:r>
            <a:r>
              <a:rPr lang="en-US" altLang="zh-CN" dirty="0">
                <a:ea typeface="宋体" panose="02010600030101010101" pitchFamily="2" charset="-122"/>
              </a:rPr>
              <a:t>FTP </a:t>
            </a:r>
            <a:r>
              <a:rPr lang="zh-CN" altLang="en-US" dirty="0">
                <a:ea typeface="宋体" panose="02010600030101010101" pitchFamily="2" charset="-122"/>
              </a:rPr>
              <a:t>的服务器进程由两大部分组成：一个</a:t>
            </a:r>
            <a:r>
              <a:rPr lang="zh-CN" altLang="en-US" dirty="0">
                <a:solidFill>
                  <a:schemeClr val="hlink"/>
                </a:solidFill>
                <a:ea typeface="宋体" panose="02010600030101010101" pitchFamily="2" charset="-122"/>
              </a:rPr>
              <a:t>主进程</a:t>
            </a:r>
            <a:r>
              <a:rPr lang="zh-CN" altLang="en-US" dirty="0">
                <a:ea typeface="宋体" panose="02010600030101010101" pitchFamily="2" charset="-122"/>
              </a:rPr>
              <a:t>，负责接受新的请求；另外有若干个</a:t>
            </a:r>
            <a:r>
              <a:rPr lang="zh-CN" altLang="en-US" dirty="0">
                <a:solidFill>
                  <a:schemeClr val="hlink"/>
                </a:solidFill>
                <a:ea typeface="宋体" panose="02010600030101010101" pitchFamily="2" charset="-122"/>
              </a:rPr>
              <a:t>从属进程</a:t>
            </a:r>
            <a:r>
              <a:rPr lang="zh-CN" altLang="en-US" dirty="0">
                <a:ea typeface="宋体" panose="02010600030101010101" pitchFamily="2" charset="-122"/>
              </a:rPr>
              <a:t>，负责处理单个请求。</a:t>
            </a:r>
          </a:p>
        </p:txBody>
      </p:sp>
      <p:sp>
        <p:nvSpPr>
          <p:cNvPr id="58371" name="幻灯片编号占位符 1">
            <a:extLst>
              <a:ext uri="{FF2B5EF4-FFF2-40B4-BE49-F238E27FC236}">
                <a16:creationId xmlns:a16="http://schemas.microsoft.com/office/drawing/2014/main" id="{20FCED72-98D3-7A4E-A64C-6BD210FBFCF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30FD728-6047-5543-9AD9-7F09ADC9559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29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91675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6924FC9A-DA01-1A43-A378-1C40F0CF4E67}"/>
              </a:ext>
            </a:extLst>
          </p:cNvPr>
          <p:cNvSpPr>
            <a:spLocks noGrp="1" noChangeArrowheads="1"/>
          </p:cNvSpPr>
          <p:nvPr>
            <p:ph type="title"/>
          </p:nvPr>
        </p:nvSpPr>
        <p:spPr>
          <a:xfrm>
            <a:off x="180109" y="357187"/>
            <a:ext cx="7076751" cy="576263"/>
          </a:xfrm>
        </p:spPr>
        <p:txBody>
          <a:bodyPr/>
          <a:lstStyle/>
          <a:p>
            <a:pPr eaLnBrk="1" hangingPunct="1"/>
            <a:r>
              <a:rPr lang="zh-CN" altLang="en-US" dirty="0">
                <a:latin typeface="Times New Roman" panose="02020603050405020304" pitchFamily="18" charset="0"/>
                <a:ea typeface="宋体" panose="02010600030101010101" pitchFamily="2" charset="-122"/>
              </a:rPr>
              <a:t>主进程的工作步骤如下</a:t>
            </a:r>
          </a:p>
        </p:txBody>
      </p:sp>
      <p:sp>
        <p:nvSpPr>
          <p:cNvPr id="1095683" name="Rectangle 3">
            <a:extLst>
              <a:ext uri="{FF2B5EF4-FFF2-40B4-BE49-F238E27FC236}">
                <a16:creationId xmlns:a16="http://schemas.microsoft.com/office/drawing/2014/main" id="{C2EAB0C2-D946-FB40-A5F4-7EE4F6E51249}"/>
              </a:ext>
            </a:extLst>
          </p:cNvPr>
          <p:cNvSpPr>
            <a:spLocks noGrp="1" noChangeArrowheads="1"/>
          </p:cNvSpPr>
          <p:nvPr>
            <p:ph type="body" idx="1"/>
          </p:nvPr>
        </p:nvSpPr>
        <p:spPr>
          <a:xfrm>
            <a:off x="180109" y="1113235"/>
            <a:ext cx="8728363" cy="3654028"/>
          </a:xfrm>
        </p:spPr>
        <p:txBody>
          <a:bodyPr/>
          <a:lstStyle/>
          <a:p>
            <a:pPr eaLnBrk="1" hangingPunct="1"/>
            <a:r>
              <a:rPr lang="zh-CN" altLang="en-US" dirty="0">
                <a:ea typeface="宋体" panose="02010600030101010101" pitchFamily="2" charset="-122"/>
              </a:rPr>
              <a:t>打开熟知端口（端口号为 </a:t>
            </a:r>
            <a:r>
              <a:rPr lang="en-US" altLang="zh-CN" dirty="0">
                <a:ea typeface="宋体" panose="02010600030101010101" pitchFamily="2" charset="-122"/>
              </a:rPr>
              <a:t>21</a:t>
            </a:r>
            <a:r>
              <a:rPr lang="zh-CN" altLang="en-US" dirty="0">
                <a:ea typeface="宋体" panose="02010600030101010101" pitchFamily="2" charset="-122"/>
              </a:rPr>
              <a:t>），使客户进程能够连接上。</a:t>
            </a:r>
          </a:p>
          <a:p>
            <a:pPr eaLnBrk="1" hangingPunct="1"/>
            <a:r>
              <a:rPr lang="zh-CN" altLang="en-US" dirty="0">
                <a:solidFill>
                  <a:srgbClr val="FF0000"/>
                </a:solidFill>
                <a:ea typeface="宋体" panose="02010600030101010101" pitchFamily="2" charset="-122"/>
              </a:rPr>
              <a:t>等待</a:t>
            </a:r>
            <a:r>
              <a:rPr lang="zh-CN" altLang="en-US" dirty="0">
                <a:ea typeface="宋体" panose="02010600030101010101" pitchFamily="2" charset="-122"/>
              </a:rPr>
              <a:t>客户进程发出连接请求。</a:t>
            </a:r>
          </a:p>
          <a:p>
            <a:pPr eaLnBrk="1" hangingPunct="1"/>
            <a:r>
              <a:rPr lang="zh-CN" altLang="en-US" dirty="0">
                <a:solidFill>
                  <a:srgbClr val="FF0000"/>
                </a:solidFill>
                <a:ea typeface="宋体" panose="02010600030101010101" pitchFamily="2" charset="-122"/>
              </a:rPr>
              <a:t>启动</a:t>
            </a:r>
            <a:r>
              <a:rPr lang="zh-CN" altLang="en-US" dirty="0">
                <a:ea typeface="宋体" panose="02010600030101010101" pitchFamily="2" charset="-122"/>
              </a:rPr>
              <a:t>从属进程来处理客户进程发来的请求。从属进程对客户进程的请求处理完毕后即终止，但从属进程在运行期间根据需要还可能创建其他一些子进程。</a:t>
            </a:r>
          </a:p>
          <a:p>
            <a:pPr eaLnBrk="1" hangingPunct="1"/>
            <a:r>
              <a:rPr lang="zh-CN" altLang="en-US" dirty="0">
                <a:ea typeface="宋体" panose="02010600030101010101" pitchFamily="2" charset="-122"/>
              </a:rPr>
              <a:t>回到等待状态，继续接受其他客户进程发来的请求。主进程与从属进程的处理是并发地进行。 </a:t>
            </a:r>
          </a:p>
        </p:txBody>
      </p:sp>
      <p:sp>
        <p:nvSpPr>
          <p:cNvPr id="60419" name="幻灯片编号占位符 1">
            <a:extLst>
              <a:ext uri="{FF2B5EF4-FFF2-40B4-BE49-F238E27FC236}">
                <a16:creationId xmlns:a16="http://schemas.microsoft.com/office/drawing/2014/main" id="{7FD44F0A-539B-9444-AD48-00AD53F7BFE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D406FBA-82A5-1F4C-91C6-B0BA0DA8FAB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71059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5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5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56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AC72DA7D-287D-374C-A92C-DBAE50E150BD}"/>
              </a:ext>
            </a:extLst>
          </p:cNvPr>
          <p:cNvSpPr>
            <a:spLocks noGrp="1" noChangeArrowheads="1"/>
          </p:cNvSpPr>
          <p:nvPr>
            <p:ph type="title"/>
          </p:nvPr>
        </p:nvSpPr>
        <p:spPr>
          <a:xfrm>
            <a:off x="180110" y="357187"/>
            <a:ext cx="6942210" cy="576263"/>
          </a:xfrm>
        </p:spPr>
        <p:txBody>
          <a:bodyPr/>
          <a:lstStyle/>
          <a:p>
            <a:pPr eaLnBrk="1" hangingPunct="1"/>
            <a:r>
              <a:rPr lang="zh-CN" altLang="en-US" dirty="0">
                <a:latin typeface="Times New Roman" panose="02020603050405020304" pitchFamily="18" charset="0"/>
                <a:ea typeface="宋体" panose="02010600030101010101" pitchFamily="2" charset="-122"/>
              </a:rPr>
              <a:t>两个连接</a:t>
            </a:r>
          </a:p>
        </p:txBody>
      </p:sp>
      <p:sp>
        <p:nvSpPr>
          <p:cNvPr id="1097731" name="Rectangle 3">
            <a:extLst>
              <a:ext uri="{FF2B5EF4-FFF2-40B4-BE49-F238E27FC236}">
                <a16:creationId xmlns:a16="http://schemas.microsoft.com/office/drawing/2014/main" id="{5E455775-5C5F-E544-84D5-5E72E0A5180B}"/>
              </a:ext>
            </a:extLst>
          </p:cNvPr>
          <p:cNvSpPr>
            <a:spLocks noGrp="1" noChangeArrowheads="1"/>
          </p:cNvSpPr>
          <p:nvPr>
            <p:ph type="body" idx="1"/>
          </p:nvPr>
        </p:nvSpPr>
        <p:spPr>
          <a:xfrm>
            <a:off x="180110" y="1113235"/>
            <a:ext cx="8742217" cy="3673078"/>
          </a:xfrm>
        </p:spPr>
        <p:txBody>
          <a:bodyPr/>
          <a:lstStyle/>
          <a:p>
            <a:pPr algn="just" eaLnBrk="1" hangingPunct="1"/>
            <a:r>
              <a:rPr lang="zh-CN" altLang="en-US" dirty="0">
                <a:solidFill>
                  <a:schemeClr val="hlink"/>
                </a:solidFill>
                <a:ea typeface="宋体" panose="02010600030101010101" pitchFamily="2" charset="-122"/>
              </a:rPr>
              <a:t>控制连接</a:t>
            </a:r>
            <a:r>
              <a:rPr lang="zh-CN" altLang="en-US" dirty="0">
                <a:ea typeface="宋体" panose="02010600030101010101" pitchFamily="2" charset="-122"/>
              </a:rPr>
              <a:t>在整个会话期间一直保持打开，</a:t>
            </a:r>
            <a:r>
              <a:rPr lang="en-US" altLang="zh-CN" dirty="0">
                <a:ea typeface="宋体" panose="02010600030101010101" pitchFamily="2" charset="-122"/>
              </a:rPr>
              <a:t>FTP </a:t>
            </a:r>
            <a:r>
              <a:rPr lang="zh-CN" altLang="en-US" dirty="0">
                <a:ea typeface="宋体" panose="02010600030101010101" pitchFamily="2" charset="-122"/>
              </a:rPr>
              <a:t>客户发出的传送请求通过控制连接发送给服务器端的控制进程，但控制连接不用来传送文件。</a:t>
            </a:r>
          </a:p>
          <a:p>
            <a:pPr algn="just" eaLnBrk="1" hangingPunct="1"/>
            <a:r>
              <a:rPr lang="zh-CN" altLang="en-US" dirty="0">
                <a:ea typeface="宋体" panose="02010600030101010101" pitchFamily="2" charset="-122"/>
              </a:rPr>
              <a:t>实际用于传输文件的是“</a:t>
            </a:r>
            <a:r>
              <a:rPr lang="zh-CN" altLang="en-US" dirty="0">
                <a:solidFill>
                  <a:schemeClr val="hlink"/>
                </a:solidFill>
                <a:ea typeface="宋体" panose="02010600030101010101" pitchFamily="2" charset="-122"/>
              </a:rPr>
              <a:t>数据连接</a:t>
            </a:r>
            <a:r>
              <a:rPr lang="zh-CN" altLang="en-US" dirty="0">
                <a:ea typeface="宋体" panose="02010600030101010101" pitchFamily="2" charset="-122"/>
              </a:rPr>
              <a:t>”。服务器端的控制进程在接收到 </a:t>
            </a:r>
            <a:r>
              <a:rPr lang="en-US" altLang="zh-CN" dirty="0">
                <a:ea typeface="宋体" panose="02010600030101010101" pitchFamily="2" charset="-122"/>
              </a:rPr>
              <a:t>FTP </a:t>
            </a:r>
            <a:r>
              <a:rPr lang="zh-CN" altLang="en-US" dirty="0">
                <a:ea typeface="宋体" panose="02010600030101010101" pitchFamily="2" charset="-122"/>
              </a:rPr>
              <a:t>客户发送来的文件传输请求后就创建“数据传送进程”和“数据连接”，用来连接客户端和服务器端的数据传送进程。</a:t>
            </a:r>
          </a:p>
          <a:p>
            <a:pPr algn="just" eaLnBrk="1" hangingPunct="1"/>
            <a:r>
              <a:rPr lang="zh-CN" altLang="en-US" dirty="0">
                <a:ea typeface="宋体" panose="02010600030101010101" pitchFamily="2" charset="-122"/>
              </a:rPr>
              <a:t>数据传送进程实际完成文件的传送，在传送完毕后关闭“数据传送连接”并结束运行。 </a:t>
            </a:r>
          </a:p>
        </p:txBody>
      </p:sp>
      <p:sp>
        <p:nvSpPr>
          <p:cNvPr id="62467" name="幻灯片编号占位符 1">
            <a:extLst>
              <a:ext uri="{FF2B5EF4-FFF2-40B4-BE49-F238E27FC236}">
                <a16:creationId xmlns:a16="http://schemas.microsoft.com/office/drawing/2014/main" id="{D4B3459F-4C29-3C44-8B58-8677045782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267F58-DF43-9C41-AA5A-97F1A01084A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98798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7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77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773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6AFEDCE4-0EC2-114C-AE35-7D64895B2152}"/>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使用的两个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 </a:t>
            </a:r>
          </a:p>
        </p:txBody>
      </p:sp>
      <p:sp>
        <p:nvSpPr>
          <p:cNvPr id="64514" name="Text Box 57">
            <a:extLst>
              <a:ext uri="{FF2B5EF4-FFF2-40B4-BE49-F238E27FC236}">
                <a16:creationId xmlns:a16="http://schemas.microsoft.com/office/drawing/2014/main" id="{8DF66BFE-8427-AE4A-AA93-D0CF45A190B1}"/>
              </a:ext>
            </a:extLst>
          </p:cNvPr>
          <p:cNvSpPr txBox="1">
            <a:spLocks noChangeArrowheads="1"/>
          </p:cNvSpPr>
          <p:nvPr/>
        </p:nvSpPr>
        <p:spPr bwMode="auto">
          <a:xfrm>
            <a:off x="3490913" y="4637485"/>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kumimoji="1" lang="zh-CN" altLang="zh-CN" sz="2400">
              <a:solidFill>
                <a:schemeClr val="tx1"/>
              </a:solidFill>
              <a:ea typeface="黑体" panose="02010609060101010101" pitchFamily="49" charset="-122"/>
              <a:cs typeface="黑体" panose="02010609060101010101" pitchFamily="49" charset="-122"/>
            </a:endParaRPr>
          </a:p>
        </p:txBody>
      </p:sp>
      <p:sp>
        <p:nvSpPr>
          <p:cNvPr id="1099858" name="Rectangle 82">
            <a:extLst>
              <a:ext uri="{FF2B5EF4-FFF2-40B4-BE49-F238E27FC236}">
                <a16:creationId xmlns:a16="http://schemas.microsoft.com/office/drawing/2014/main" id="{FEA92509-E278-744A-8603-6E3BCBCA16B9}"/>
              </a:ext>
            </a:extLst>
          </p:cNvPr>
          <p:cNvSpPr>
            <a:spLocks noChangeArrowheads="1"/>
          </p:cNvSpPr>
          <p:nvPr/>
        </p:nvSpPr>
        <p:spPr bwMode="auto">
          <a:xfrm>
            <a:off x="5937648" y="2274094"/>
            <a:ext cx="1135856" cy="1320404"/>
          </a:xfrm>
          <a:prstGeom prst="rect">
            <a:avLst/>
          </a:prstGeom>
          <a:solidFill>
            <a:srgbClr val="FFFF99"/>
          </a:solidFill>
          <a:ln w="9525">
            <a:solidFill>
              <a:schemeClr val="folHlink"/>
            </a:solidFill>
            <a:prstDash val="sysDot"/>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859" name="Oval 83">
            <a:extLst>
              <a:ext uri="{FF2B5EF4-FFF2-40B4-BE49-F238E27FC236}">
                <a16:creationId xmlns:a16="http://schemas.microsoft.com/office/drawing/2014/main" id="{18461113-4F6B-E840-BB5C-EF1033A82C50}"/>
              </a:ext>
            </a:extLst>
          </p:cNvPr>
          <p:cNvSpPr>
            <a:spLocks noChangeArrowheads="1"/>
          </p:cNvSpPr>
          <p:nvPr/>
        </p:nvSpPr>
        <p:spPr bwMode="auto">
          <a:xfrm>
            <a:off x="6000751" y="2412207"/>
            <a:ext cx="946547" cy="417910"/>
          </a:xfrm>
          <a:prstGeom prst="ellipse">
            <a:avLst/>
          </a:prstGeom>
          <a:solidFill>
            <a:srgbClr val="FFCCCC"/>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控制进程</a:t>
            </a:r>
          </a:p>
        </p:txBody>
      </p:sp>
      <p:grpSp>
        <p:nvGrpSpPr>
          <p:cNvPr id="64517" name="Group 84">
            <a:extLst>
              <a:ext uri="{FF2B5EF4-FFF2-40B4-BE49-F238E27FC236}">
                <a16:creationId xmlns:a16="http://schemas.microsoft.com/office/drawing/2014/main" id="{8D3A1442-6F32-5040-8E54-92F95609A919}"/>
              </a:ext>
            </a:extLst>
          </p:cNvPr>
          <p:cNvGrpSpPr>
            <a:grpSpLocks/>
          </p:cNvGrpSpPr>
          <p:nvPr/>
        </p:nvGrpSpPr>
        <p:grpSpPr bwMode="auto">
          <a:xfrm>
            <a:off x="1331119" y="1856185"/>
            <a:ext cx="567929" cy="903684"/>
            <a:chOff x="480" y="1395"/>
            <a:chExt cx="511" cy="728"/>
          </a:xfrm>
        </p:grpSpPr>
        <p:grpSp>
          <p:nvGrpSpPr>
            <p:cNvPr id="64543" name="Group 85">
              <a:extLst>
                <a:ext uri="{FF2B5EF4-FFF2-40B4-BE49-F238E27FC236}">
                  <a16:creationId xmlns:a16="http://schemas.microsoft.com/office/drawing/2014/main" id="{C58C7DB8-0587-1A45-B7CA-E5A481C449FA}"/>
                </a:ext>
              </a:extLst>
            </p:cNvPr>
            <p:cNvGrpSpPr>
              <a:grpSpLocks/>
            </p:cNvGrpSpPr>
            <p:nvPr/>
          </p:nvGrpSpPr>
          <p:grpSpPr bwMode="auto">
            <a:xfrm>
              <a:off x="717" y="1446"/>
              <a:ext cx="274" cy="237"/>
              <a:chOff x="717" y="1446"/>
              <a:chExt cx="274" cy="237"/>
            </a:xfrm>
          </p:grpSpPr>
          <p:sp>
            <p:nvSpPr>
              <p:cNvPr id="64568" name="弧 86">
                <a:extLst>
                  <a:ext uri="{FF2B5EF4-FFF2-40B4-BE49-F238E27FC236}">
                    <a16:creationId xmlns:a16="http://schemas.microsoft.com/office/drawing/2014/main" id="{5242EA6D-02AF-204F-B96E-3363FF83CC63}"/>
                  </a:ext>
                </a:extLst>
              </p:cNvPr>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1"/>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1"/>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69" name="弧 87">
                <a:extLst>
                  <a:ext uri="{FF2B5EF4-FFF2-40B4-BE49-F238E27FC236}">
                    <a16:creationId xmlns:a16="http://schemas.microsoft.com/office/drawing/2014/main" id="{0A2BB95E-487C-B241-8F55-2DBC70A79A3B}"/>
                  </a:ext>
                </a:extLst>
              </p:cNvPr>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1"/>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1"/>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70" name="Freeform 88">
                <a:extLst>
                  <a:ext uri="{FF2B5EF4-FFF2-40B4-BE49-F238E27FC236}">
                    <a16:creationId xmlns:a16="http://schemas.microsoft.com/office/drawing/2014/main" id="{9A21C2B7-9D8F-884D-A7E0-958D848F9326}"/>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1" name="Freeform 89">
                <a:extLst>
                  <a:ext uri="{FF2B5EF4-FFF2-40B4-BE49-F238E27FC236}">
                    <a16:creationId xmlns:a16="http://schemas.microsoft.com/office/drawing/2014/main" id="{A98E553D-D91C-264C-9D61-B78DEE25CC59}"/>
                  </a:ext>
                </a:extLst>
              </p:cNvPr>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72" name="Rectangle 90">
                <a:extLst>
                  <a:ext uri="{FF2B5EF4-FFF2-40B4-BE49-F238E27FC236}">
                    <a16:creationId xmlns:a16="http://schemas.microsoft.com/office/drawing/2014/main" id="{ACEAE747-EBC5-4D4F-96A2-0972F7EF26A1}"/>
                  </a:ext>
                </a:extLst>
              </p:cNvPr>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73" name="Rectangle 91">
                <a:extLst>
                  <a:ext uri="{FF2B5EF4-FFF2-40B4-BE49-F238E27FC236}">
                    <a16:creationId xmlns:a16="http://schemas.microsoft.com/office/drawing/2014/main" id="{D7016132-826A-9D4E-96DD-E17682F7C831}"/>
                  </a:ext>
                </a:extLst>
              </p:cNvPr>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74" name="Freeform 92">
                <a:extLst>
                  <a:ext uri="{FF2B5EF4-FFF2-40B4-BE49-F238E27FC236}">
                    <a16:creationId xmlns:a16="http://schemas.microsoft.com/office/drawing/2014/main" id="{5B2E6CF2-F3A7-1545-B5A2-B469E6349BA5}"/>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5" name="Freeform 93">
                <a:extLst>
                  <a:ext uri="{FF2B5EF4-FFF2-40B4-BE49-F238E27FC236}">
                    <a16:creationId xmlns:a16="http://schemas.microsoft.com/office/drawing/2014/main" id="{94C1888D-F911-C541-AF3D-50B1780D7A2A}"/>
                  </a:ext>
                </a:extLst>
              </p:cNvPr>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76" name="Freeform 94">
                <a:extLst>
                  <a:ext uri="{FF2B5EF4-FFF2-40B4-BE49-F238E27FC236}">
                    <a16:creationId xmlns:a16="http://schemas.microsoft.com/office/drawing/2014/main" id="{40ADC2DB-2E5B-D048-93FC-48B097D32D60}"/>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7" name="Freeform 95">
                <a:extLst>
                  <a:ext uri="{FF2B5EF4-FFF2-40B4-BE49-F238E27FC236}">
                    <a16:creationId xmlns:a16="http://schemas.microsoft.com/office/drawing/2014/main" id="{88B3E6BD-4907-3F4B-ACDF-EFC3444F5644}"/>
                  </a:ext>
                </a:extLst>
              </p:cNvPr>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endParaRPr lang="zh-CN" altLang="en-US"/>
              </a:p>
            </p:txBody>
          </p:sp>
          <p:sp>
            <p:nvSpPr>
              <p:cNvPr id="64578" name="Freeform 96">
                <a:extLst>
                  <a:ext uri="{FF2B5EF4-FFF2-40B4-BE49-F238E27FC236}">
                    <a16:creationId xmlns:a16="http://schemas.microsoft.com/office/drawing/2014/main" id="{AE5842D0-9903-BC48-8ED0-ADECB5F95A32}"/>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79" name="Freeform 97">
                <a:extLst>
                  <a:ext uri="{FF2B5EF4-FFF2-40B4-BE49-F238E27FC236}">
                    <a16:creationId xmlns:a16="http://schemas.microsoft.com/office/drawing/2014/main" id="{B7BAD74F-C0BA-8B42-923E-13C07A59935F}"/>
                  </a:ext>
                </a:extLst>
              </p:cNvPr>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80" name="Rectangle 98">
                <a:extLst>
                  <a:ext uri="{FF2B5EF4-FFF2-40B4-BE49-F238E27FC236}">
                    <a16:creationId xmlns:a16="http://schemas.microsoft.com/office/drawing/2014/main" id="{07D13891-FBAB-FC42-AEE9-4716EB10D48D}"/>
                  </a:ext>
                </a:extLst>
              </p:cNvPr>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1" name="Rectangle 99">
                <a:extLst>
                  <a:ext uri="{FF2B5EF4-FFF2-40B4-BE49-F238E27FC236}">
                    <a16:creationId xmlns:a16="http://schemas.microsoft.com/office/drawing/2014/main" id="{AF765A6C-BD9A-5842-BF05-70449BE04F59}"/>
                  </a:ext>
                </a:extLst>
              </p:cNvPr>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2" name="Freeform 100">
                <a:extLst>
                  <a:ext uri="{FF2B5EF4-FFF2-40B4-BE49-F238E27FC236}">
                    <a16:creationId xmlns:a16="http://schemas.microsoft.com/office/drawing/2014/main" id="{0CAD90FD-A62A-6749-B4EA-04C0EA1E6246}"/>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3" name="Freeform 101">
                <a:extLst>
                  <a:ext uri="{FF2B5EF4-FFF2-40B4-BE49-F238E27FC236}">
                    <a16:creationId xmlns:a16="http://schemas.microsoft.com/office/drawing/2014/main" id="{91545826-EDC9-704B-BE7E-52EB7224136C}"/>
                  </a:ext>
                </a:extLst>
              </p:cNvPr>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84" name="Freeform 102">
                <a:extLst>
                  <a:ext uri="{FF2B5EF4-FFF2-40B4-BE49-F238E27FC236}">
                    <a16:creationId xmlns:a16="http://schemas.microsoft.com/office/drawing/2014/main" id="{35A1E982-E2B6-1147-A4A9-3C6F3151C32F}"/>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5" name="Freeform 103">
                <a:extLst>
                  <a:ext uri="{FF2B5EF4-FFF2-40B4-BE49-F238E27FC236}">
                    <a16:creationId xmlns:a16="http://schemas.microsoft.com/office/drawing/2014/main" id="{6A6A4F81-9AFC-8644-9F04-C7AF9B4294C5}"/>
                  </a:ext>
                </a:extLst>
              </p:cNvPr>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86" name="Freeform 104">
                <a:extLst>
                  <a:ext uri="{FF2B5EF4-FFF2-40B4-BE49-F238E27FC236}">
                    <a16:creationId xmlns:a16="http://schemas.microsoft.com/office/drawing/2014/main" id="{F465E895-3E28-C74B-A314-8B2E1493FF58}"/>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87" name="Freeform 105">
                <a:extLst>
                  <a:ext uri="{FF2B5EF4-FFF2-40B4-BE49-F238E27FC236}">
                    <a16:creationId xmlns:a16="http://schemas.microsoft.com/office/drawing/2014/main" id="{F9B4BA7B-2224-CB48-A7B9-C0FB4CF1ADD7}"/>
                  </a:ext>
                </a:extLst>
              </p:cNvPr>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88" name="Rectangle 106">
                <a:extLst>
                  <a:ext uri="{FF2B5EF4-FFF2-40B4-BE49-F238E27FC236}">
                    <a16:creationId xmlns:a16="http://schemas.microsoft.com/office/drawing/2014/main" id="{0BF272CA-CFDA-AD46-97CD-EA939A4E6329}"/>
                  </a:ext>
                </a:extLst>
              </p:cNvPr>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89" name="Rectangle 107">
                <a:extLst>
                  <a:ext uri="{FF2B5EF4-FFF2-40B4-BE49-F238E27FC236}">
                    <a16:creationId xmlns:a16="http://schemas.microsoft.com/office/drawing/2014/main" id="{E1E9AB9C-3EC9-564E-B2E3-471963F30D15}"/>
                  </a:ext>
                </a:extLst>
              </p:cNvPr>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90" name="Freeform 108">
                <a:extLst>
                  <a:ext uri="{FF2B5EF4-FFF2-40B4-BE49-F238E27FC236}">
                    <a16:creationId xmlns:a16="http://schemas.microsoft.com/office/drawing/2014/main" id="{14215F1E-5C9D-7E44-A0D1-43FF092E1EF6}"/>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91" name="Freeform 109">
                <a:extLst>
                  <a:ext uri="{FF2B5EF4-FFF2-40B4-BE49-F238E27FC236}">
                    <a16:creationId xmlns:a16="http://schemas.microsoft.com/office/drawing/2014/main" id="{EBCF5FF9-BFA5-C34A-8255-2146D17822D9}"/>
                  </a:ext>
                </a:extLst>
              </p:cNvPr>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endParaRPr lang="zh-CN" altLang="en-US"/>
              </a:p>
            </p:txBody>
          </p:sp>
          <p:sp>
            <p:nvSpPr>
              <p:cNvPr id="64592" name="Freeform 110">
                <a:extLst>
                  <a:ext uri="{FF2B5EF4-FFF2-40B4-BE49-F238E27FC236}">
                    <a16:creationId xmlns:a16="http://schemas.microsoft.com/office/drawing/2014/main" id="{F1D7BC53-8783-F046-BF5B-DDBB7B43EC9D}"/>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93" name="Freeform 111">
                <a:extLst>
                  <a:ext uri="{FF2B5EF4-FFF2-40B4-BE49-F238E27FC236}">
                    <a16:creationId xmlns:a16="http://schemas.microsoft.com/office/drawing/2014/main" id="{4711421E-33E5-8B4D-96FC-E7E734CCE0DF}"/>
                  </a:ext>
                </a:extLst>
              </p:cNvPr>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endParaRPr lang="zh-CN" altLang="en-US"/>
              </a:p>
            </p:txBody>
          </p:sp>
          <p:sp>
            <p:nvSpPr>
              <p:cNvPr id="64594" name="Rectangle 112">
                <a:extLst>
                  <a:ext uri="{FF2B5EF4-FFF2-40B4-BE49-F238E27FC236}">
                    <a16:creationId xmlns:a16="http://schemas.microsoft.com/office/drawing/2014/main" id="{9B267BF5-569C-4245-80B4-32AAAAC1CE3D}"/>
                  </a:ext>
                </a:extLst>
              </p:cNvPr>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64595" name="Rectangle 113">
                <a:extLst>
                  <a:ext uri="{FF2B5EF4-FFF2-40B4-BE49-F238E27FC236}">
                    <a16:creationId xmlns:a16="http://schemas.microsoft.com/office/drawing/2014/main" id="{30627FC2-57F0-6C4D-B8D4-F7A788978E1D}"/>
                  </a:ext>
                </a:extLst>
              </p:cNvPr>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sp>
          <p:nvSpPr>
            <p:cNvPr id="64544" name="Freeform 114">
              <a:extLst>
                <a:ext uri="{FF2B5EF4-FFF2-40B4-BE49-F238E27FC236}">
                  <a16:creationId xmlns:a16="http://schemas.microsoft.com/office/drawing/2014/main" id="{1BFAC8BB-7EF1-EF41-A392-02138E4DC024}"/>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5" name="Freeform 115">
              <a:extLst>
                <a:ext uri="{FF2B5EF4-FFF2-40B4-BE49-F238E27FC236}">
                  <a16:creationId xmlns:a16="http://schemas.microsoft.com/office/drawing/2014/main" id="{9EBB6830-A753-D141-9402-1913E92C2A76}"/>
                </a:ext>
              </a:extLst>
            </p:cNvPr>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46" name="Freeform 116">
              <a:extLst>
                <a:ext uri="{FF2B5EF4-FFF2-40B4-BE49-F238E27FC236}">
                  <a16:creationId xmlns:a16="http://schemas.microsoft.com/office/drawing/2014/main" id="{4CDE1158-9FD3-8249-9EF0-329047E98FF0}"/>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7" name="Freeform 117">
              <a:extLst>
                <a:ext uri="{FF2B5EF4-FFF2-40B4-BE49-F238E27FC236}">
                  <a16:creationId xmlns:a16="http://schemas.microsoft.com/office/drawing/2014/main" id="{D1378620-AB4E-8347-A441-BB17C272CFF5}"/>
                </a:ext>
              </a:extLst>
            </p:cNvPr>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48" name="Freeform 118">
              <a:extLst>
                <a:ext uri="{FF2B5EF4-FFF2-40B4-BE49-F238E27FC236}">
                  <a16:creationId xmlns:a16="http://schemas.microsoft.com/office/drawing/2014/main" id="{1BABB136-7B05-E648-9880-F2F905C9E89C}"/>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49" name="Freeform 119">
              <a:extLst>
                <a:ext uri="{FF2B5EF4-FFF2-40B4-BE49-F238E27FC236}">
                  <a16:creationId xmlns:a16="http://schemas.microsoft.com/office/drawing/2014/main" id="{F12E3945-89B3-1E4B-8AB9-7E45ECC6611C}"/>
                </a:ext>
              </a:extLst>
            </p:cNvPr>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64550" name="Freeform 120">
              <a:extLst>
                <a:ext uri="{FF2B5EF4-FFF2-40B4-BE49-F238E27FC236}">
                  <a16:creationId xmlns:a16="http://schemas.microsoft.com/office/drawing/2014/main" id="{7A541025-83EB-7344-8006-24D28BA5EA50}"/>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1" name="Freeform 121">
              <a:extLst>
                <a:ext uri="{FF2B5EF4-FFF2-40B4-BE49-F238E27FC236}">
                  <a16:creationId xmlns:a16="http://schemas.microsoft.com/office/drawing/2014/main" id="{68BBF17B-105B-8D4E-B10F-A0C0A2F6F698}"/>
                </a:ext>
              </a:extLst>
            </p:cNvPr>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endParaRPr lang="zh-CN" altLang="en-US"/>
            </a:p>
          </p:txBody>
        </p:sp>
        <p:sp>
          <p:nvSpPr>
            <p:cNvPr id="64552" name="Freeform 122">
              <a:extLst>
                <a:ext uri="{FF2B5EF4-FFF2-40B4-BE49-F238E27FC236}">
                  <a16:creationId xmlns:a16="http://schemas.microsoft.com/office/drawing/2014/main" id="{BFCFEAB6-5425-7D4B-BF44-E3D63E17398D}"/>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3" name="Freeform 123">
              <a:extLst>
                <a:ext uri="{FF2B5EF4-FFF2-40B4-BE49-F238E27FC236}">
                  <a16:creationId xmlns:a16="http://schemas.microsoft.com/office/drawing/2014/main" id="{73D00FB1-0F90-6E4E-86C3-D994E8588D25}"/>
                </a:ext>
              </a:extLst>
            </p:cNvPr>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endParaRPr lang="zh-CN" altLang="en-US"/>
            </a:p>
          </p:txBody>
        </p:sp>
        <p:sp>
          <p:nvSpPr>
            <p:cNvPr id="64554" name="Freeform 124">
              <a:extLst>
                <a:ext uri="{FF2B5EF4-FFF2-40B4-BE49-F238E27FC236}">
                  <a16:creationId xmlns:a16="http://schemas.microsoft.com/office/drawing/2014/main" id="{D78C307C-6A49-B046-A4DD-4D152020A18D}"/>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5" name="Freeform 125">
              <a:extLst>
                <a:ext uri="{FF2B5EF4-FFF2-40B4-BE49-F238E27FC236}">
                  <a16:creationId xmlns:a16="http://schemas.microsoft.com/office/drawing/2014/main" id="{26C94493-A741-F44B-864C-80990E8A63AB}"/>
                </a:ext>
              </a:extLst>
            </p:cNvPr>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56" name="Freeform 126">
              <a:extLst>
                <a:ext uri="{FF2B5EF4-FFF2-40B4-BE49-F238E27FC236}">
                  <a16:creationId xmlns:a16="http://schemas.microsoft.com/office/drawing/2014/main" id="{1BDA5D87-F361-0346-9B0E-60861BEB953F}"/>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7" name="Freeform 127">
              <a:extLst>
                <a:ext uri="{FF2B5EF4-FFF2-40B4-BE49-F238E27FC236}">
                  <a16:creationId xmlns:a16="http://schemas.microsoft.com/office/drawing/2014/main" id="{CF9DB2FF-2865-134E-8272-FFEBD3488126}"/>
                </a:ext>
              </a:extLst>
            </p:cNvPr>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endParaRPr lang="zh-CN" altLang="en-US"/>
            </a:p>
          </p:txBody>
        </p:sp>
        <p:sp>
          <p:nvSpPr>
            <p:cNvPr id="64558" name="Freeform 128">
              <a:extLst>
                <a:ext uri="{FF2B5EF4-FFF2-40B4-BE49-F238E27FC236}">
                  <a16:creationId xmlns:a16="http://schemas.microsoft.com/office/drawing/2014/main" id="{464447D5-44E7-F546-8002-FBD159BC643C}"/>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59" name="Freeform 129">
              <a:extLst>
                <a:ext uri="{FF2B5EF4-FFF2-40B4-BE49-F238E27FC236}">
                  <a16:creationId xmlns:a16="http://schemas.microsoft.com/office/drawing/2014/main" id="{F754B4D1-FED5-5647-AE30-09D84A62CBC5}"/>
                </a:ext>
              </a:extLst>
            </p:cNvPr>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60" name="Freeform 130">
              <a:extLst>
                <a:ext uri="{FF2B5EF4-FFF2-40B4-BE49-F238E27FC236}">
                  <a16:creationId xmlns:a16="http://schemas.microsoft.com/office/drawing/2014/main" id="{FBE74A96-09FC-444B-BEF1-3489DECD8BFC}"/>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1" name="Freeform 131">
              <a:extLst>
                <a:ext uri="{FF2B5EF4-FFF2-40B4-BE49-F238E27FC236}">
                  <a16:creationId xmlns:a16="http://schemas.microsoft.com/office/drawing/2014/main" id="{7BE6FB97-1771-0B40-897C-975008DD9C42}"/>
                </a:ext>
              </a:extLst>
            </p:cNvPr>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endParaRPr lang="zh-CN" altLang="en-US"/>
            </a:p>
          </p:txBody>
        </p:sp>
        <p:sp>
          <p:nvSpPr>
            <p:cNvPr id="64562" name="Freeform 132">
              <a:extLst>
                <a:ext uri="{FF2B5EF4-FFF2-40B4-BE49-F238E27FC236}">
                  <a16:creationId xmlns:a16="http://schemas.microsoft.com/office/drawing/2014/main" id="{3E61C59D-25E0-544B-984C-9FBE94C05426}"/>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3" name="Freeform 133">
              <a:extLst>
                <a:ext uri="{FF2B5EF4-FFF2-40B4-BE49-F238E27FC236}">
                  <a16:creationId xmlns:a16="http://schemas.microsoft.com/office/drawing/2014/main" id="{E016511A-7D49-F346-9FDD-55F5F133F1A9}"/>
                </a:ext>
              </a:extLst>
            </p:cNvPr>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endParaRPr lang="zh-CN" altLang="en-US"/>
            </a:p>
          </p:txBody>
        </p:sp>
        <p:sp>
          <p:nvSpPr>
            <p:cNvPr id="64564" name="Freeform 134">
              <a:extLst>
                <a:ext uri="{FF2B5EF4-FFF2-40B4-BE49-F238E27FC236}">
                  <a16:creationId xmlns:a16="http://schemas.microsoft.com/office/drawing/2014/main" id="{32B47CEB-B9A9-A04A-A950-D2EB14F9C312}"/>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5" name="Freeform 135">
              <a:extLst>
                <a:ext uri="{FF2B5EF4-FFF2-40B4-BE49-F238E27FC236}">
                  <a16:creationId xmlns:a16="http://schemas.microsoft.com/office/drawing/2014/main" id="{B242A16E-E26D-1C41-B488-6FE1CEDFEDEE}"/>
                </a:ext>
              </a:extLst>
            </p:cNvPr>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endParaRPr lang="zh-CN" altLang="en-US"/>
            </a:p>
          </p:txBody>
        </p:sp>
        <p:sp>
          <p:nvSpPr>
            <p:cNvPr id="64566" name="Freeform 136">
              <a:extLst>
                <a:ext uri="{FF2B5EF4-FFF2-40B4-BE49-F238E27FC236}">
                  <a16:creationId xmlns:a16="http://schemas.microsoft.com/office/drawing/2014/main" id="{BB305113-3C10-D445-8215-01640E6AF120}"/>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67" name="Freeform 137">
              <a:extLst>
                <a:ext uri="{FF2B5EF4-FFF2-40B4-BE49-F238E27FC236}">
                  <a16:creationId xmlns:a16="http://schemas.microsoft.com/office/drawing/2014/main" id="{2F364605-1BAF-694A-B3BE-83CCA5FCA795}"/>
                </a:ext>
              </a:extLst>
            </p:cNvPr>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endParaRPr lang="zh-CN" altLang="en-US"/>
            </a:p>
          </p:txBody>
        </p:sp>
      </p:grpSp>
      <p:sp>
        <p:nvSpPr>
          <p:cNvPr id="1099914" name="Rectangle 138">
            <a:extLst>
              <a:ext uri="{FF2B5EF4-FFF2-40B4-BE49-F238E27FC236}">
                <a16:creationId xmlns:a16="http://schemas.microsoft.com/office/drawing/2014/main" id="{34622639-C743-E147-8859-6D9365AE6685}"/>
              </a:ext>
            </a:extLst>
          </p:cNvPr>
          <p:cNvSpPr>
            <a:spLocks noChangeArrowheads="1"/>
          </p:cNvSpPr>
          <p:nvPr/>
        </p:nvSpPr>
        <p:spPr bwMode="auto">
          <a:xfrm>
            <a:off x="2214563" y="1787129"/>
            <a:ext cx="1135856" cy="1807369"/>
          </a:xfrm>
          <a:prstGeom prst="rect">
            <a:avLst/>
          </a:prstGeom>
          <a:solidFill>
            <a:srgbClr val="FFFF99"/>
          </a:solidFill>
          <a:ln w="9525">
            <a:solidFill>
              <a:schemeClr val="folHlink"/>
            </a:solidFill>
            <a:prstDash val="sysDot"/>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15" name="Line 139">
            <a:extLst>
              <a:ext uri="{FF2B5EF4-FFF2-40B4-BE49-F238E27FC236}">
                <a16:creationId xmlns:a16="http://schemas.microsoft.com/office/drawing/2014/main" id="{C85E931F-EE55-CB48-B8F2-AD20E581B893}"/>
              </a:ext>
            </a:extLst>
          </p:cNvPr>
          <p:cNvSpPr>
            <a:spLocks noChangeShapeType="1"/>
          </p:cNvSpPr>
          <p:nvPr/>
        </p:nvSpPr>
        <p:spPr bwMode="auto">
          <a:xfrm>
            <a:off x="1835944" y="2065735"/>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4520" name="Text Box 140">
            <a:extLst>
              <a:ext uri="{FF2B5EF4-FFF2-40B4-BE49-F238E27FC236}">
                <a16:creationId xmlns:a16="http://schemas.microsoft.com/office/drawing/2014/main" id="{F60AC6FB-5143-DD48-A306-FAB80442A8C4}"/>
              </a:ext>
            </a:extLst>
          </p:cNvPr>
          <p:cNvSpPr txBox="1">
            <a:spLocks noChangeArrowheads="1"/>
          </p:cNvSpPr>
          <p:nvPr/>
        </p:nvSpPr>
        <p:spPr bwMode="auto">
          <a:xfrm>
            <a:off x="2195513" y="3602831"/>
            <a:ext cx="13731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FTP </a:t>
            </a:r>
            <a:r>
              <a:rPr kumimoji="1" lang="zh-CN" altLang="en-US" sz="1800">
                <a:solidFill>
                  <a:schemeClr val="folHlink"/>
                </a:solidFill>
                <a:latin typeface="Arial" panose="020B0604020202020204" pitchFamily="34" charset="0"/>
                <a:ea typeface="宋体" panose="02010600030101010101" pitchFamily="2" charset="-122"/>
              </a:rPr>
              <a:t>客户端</a:t>
            </a:r>
          </a:p>
        </p:txBody>
      </p:sp>
      <p:sp>
        <p:nvSpPr>
          <p:cNvPr id="64521" name="Text Box 141">
            <a:extLst>
              <a:ext uri="{FF2B5EF4-FFF2-40B4-BE49-F238E27FC236}">
                <a16:creationId xmlns:a16="http://schemas.microsoft.com/office/drawing/2014/main" id="{F7D0635D-B02D-304A-80BA-E3BEDFA74D0E}"/>
              </a:ext>
            </a:extLst>
          </p:cNvPr>
          <p:cNvSpPr txBox="1">
            <a:spLocks noChangeArrowheads="1"/>
          </p:cNvSpPr>
          <p:nvPr/>
        </p:nvSpPr>
        <p:spPr bwMode="auto">
          <a:xfrm>
            <a:off x="5760244" y="3602831"/>
            <a:ext cx="16039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FTP </a:t>
            </a:r>
            <a:r>
              <a:rPr kumimoji="1" lang="zh-CN" altLang="en-US" sz="1800">
                <a:solidFill>
                  <a:schemeClr val="folHlink"/>
                </a:solidFill>
                <a:latin typeface="Arial" panose="020B0604020202020204" pitchFamily="34" charset="0"/>
                <a:ea typeface="宋体" panose="02010600030101010101" pitchFamily="2" charset="-122"/>
              </a:rPr>
              <a:t>服务器端</a:t>
            </a:r>
          </a:p>
        </p:txBody>
      </p:sp>
      <p:sp>
        <p:nvSpPr>
          <p:cNvPr id="1099918" name="AutoShape 142">
            <a:extLst>
              <a:ext uri="{FF2B5EF4-FFF2-40B4-BE49-F238E27FC236}">
                <a16:creationId xmlns:a16="http://schemas.microsoft.com/office/drawing/2014/main" id="{071429F8-0F1A-C148-970E-D2248D53AE3F}"/>
              </a:ext>
            </a:extLst>
          </p:cNvPr>
          <p:cNvSpPr>
            <a:spLocks noChangeArrowheads="1"/>
          </p:cNvSpPr>
          <p:nvPr/>
        </p:nvSpPr>
        <p:spPr bwMode="auto">
          <a:xfrm>
            <a:off x="1394222" y="2899173"/>
            <a:ext cx="441722" cy="626269"/>
          </a:xfrm>
          <a:prstGeom prst="can">
            <a:avLst>
              <a:gd name="adj" fmla="val 35445"/>
            </a:avLst>
          </a:prstGeom>
          <a:gradFill rotWithShape="1">
            <a:gsLst>
              <a:gs pos="0">
                <a:srgbClr val="CCCCFF">
                  <a:gamma/>
                  <a:shade val="46275"/>
                  <a:invGamma/>
                </a:srgbClr>
              </a:gs>
              <a:gs pos="50000">
                <a:srgbClr val="CCCCFF"/>
              </a:gs>
              <a:gs pos="100000">
                <a:srgbClr val="CCCCFF">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19" name="Line 143">
            <a:extLst>
              <a:ext uri="{FF2B5EF4-FFF2-40B4-BE49-F238E27FC236}">
                <a16:creationId xmlns:a16="http://schemas.microsoft.com/office/drawing/2014/main" id="{0A12F7BB-84B2-004B-8103-18CAFA25D45E}"/>
              </a:ext>
            </a:extLst>
          </p:cNvPr>
          <p:cNvSpPr>
            <a:spLocks noChangeShapeType="1"/>
          </p:cNvSpPr>
          <p:nvPr/>
        </p:nvSpPr>
        <p:spPr bwMode="auto">
          <a:xfrm>
            <a:off x="1835944" y="3212306"/>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0" name="Line 144">
            <a:extLst>
              <a:ext uri="{FF2B5EF4-FFF2-40B4-BE49-F238E27FC236}">
                <a16:creationId xmlns:a16="http://schemas.microsoft.com/office/drawing/2014/main" id="{056CED22-C81A-C24C-9779-DE95DB5D3495}"/>
              </a:ext>
            </a:extLst>
          </p:cNvPr>
          <p:cNvSpPr>
            <a:spLocks noChangeShapeType="1"/>
          </p:cNvSpPr>
          <p:nvPr/>
        </p:nvSpPr>
        <p:spPr bwMode="auto">
          <a:xfrm>
            <a:off x="6947297" y="3212306"/>
            <a:ext cx="441722" cy="0"/>
          </a:xfrm>
          <a:prstGeom prst="line">
            <a:avLst/>
          </a:prstGeom>
          <a:noFill/>
          <a:ln w="9525">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1" name="AutoShape 145">
            <a:extLst>
              <a:ext uri="{FF2B5EF4-FFF2-40B4-BE49-F238E27FC236}">
                <a16:creationId xmlns:a16="http://schemas.microsoft.com/office/drawing/2014/main" id="{F663CCFE-8123-E040-A329-01209B3FBE95}"/>
              </a:ext>
            </a:extLst>
          </p:cNvPr>
          <p:cNvSpPr>
            <a:spLocks noChangeArrowheads="1"/>
          </p:cNvSpPr>
          <p:nvPr/>
        </p:nvSpPr>
        <p:spPr bwMode="auto">
          <a:xfrm>
            <a:off x="7389019" y="2899173"/>
            <a:ext cx="441722" cy="626269"/>
          </a:xfrm>
          <a:prstGeom prst="can">
            <a:avLst>
              <a:gd name="adj" fmla="val 35445"/>
            </a:avLst>
          </a:prstGeom>
          <a:gradFill rotWithShape="1">
            <a:gsLst>
              <a:gs pos="0">
                <a:srgbClr val="CCCCFF">
                  <a:gamma/>
                  <a:shade val="46275"/>
                  <a:invGamma/>
                </a:srgbClr>
              </a:gs>
              <a:gs pos="50000">
                <a:srgbClr val="CCCCFF"/>
              </a:gs>
              <a:gs pos="100000">
                <a:srgbClr val="CCCCFF">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099922" name="Line 146">
            <a:extLst>
              <a:ext uri="{FF2B5EF4-FFF2-40B4-BE49-F238E27FC236}">
                <a16:creationId xmlns:a16="http://schemas.microsoft.com/office/drawing/2014/main" id="{831F2A00-47F8-6049-ACA3-3BCA852BDE8D}"/>
              </a:ext>
            </a:extLst>
          </p:cNvPr>
          <p:cNvSpPr>
            <a:spLocks noChangeShapeType="1"/>
          </p:cNvSpPr>
          <p:nvPr/>
        </p:nvSpPr>
        <p:spPr bwMode="auto">
          <a:xfrm>
            <a:off x="3224212" y="3246835"/>
            <a:ext cx="2776538" cy="0"/>
          </a:xfrm>
          <a:prstGeom prst="line">
            <a:avLst/>
          </a:prstGeom>
          <a:noFill/>
          <a:ln w="57150">
            <a:solidFill>
              <a:schemeClr val="fo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099923" name="Line 147">
            <a:extLst>
              <a:ext uri="{FF2B5EF4-FFF2-40B4-BE49-F238E27FC236}">
                <a16:creationId xmlns:a16="http://schemas.microsoft.com/office/drawing/2014/main" id="{37BB6A86-6E97-274D-9211-A078D89E5F67}"/>
              </a:ext>
            </a:extLst>
          </p:cNvPr>
          <p:cNvSpPr>
            <a:spLocks noChangeShapeType="1"/>
          </p:cNvSpPr>
          <p:nvPr/>
        </p:nvSpPr>
        <p:spPr bwMode="auto">
          <a:xfrm>
            <a:off x="3224212" y="2621756"/>
            <a:ext cx="2776538" cy="0"/>
          </a:xfrm>
          <a:prstGeom prst="line">
            <a:avLst/>
          </a:prstGeom>
          <a:noFill/>
          <a:ln w="57150">
            <a:solidFill>
              <a:schemeClr val="hlink"/>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graphicFrame>
        <p:nvGraphicFramePr>
          <p:cNvPr id="64528" name="Object 148">
            <a:extLst>
              <a:ext uri="{FF2B5EF4-FFF2-40B4-BE49-F238E27FC236}">
                <a16:creationId xmlns:a16="http://schemas.microsoft.com/office/drawing/2014/main" id="{06554885-DC5D-854A-ACAD-06AB424187AE}"/>
              </a:ext>
            </a:extLst>
          </p:cNvPr>
          <p:cNvGraphicFramePr>
            <a:graphicFrameLocks noChangeAspect="1"/>
          </p:cNvGraphicFramePr>
          <p:nvPr/>
        </p:nvGraphicFramePr>
        <p:xfrm>
          <a:off x="3792142" y="2343150"/>
          <a:ext cx="1640681" cy="1309688"/>
        </p:xfrm>
        <a:graphic>
          <a:graphicData uri="http://schemas.openxmlformats.org/presentationml/2006/ole">
            <mc:AlternateContent xmlns:mc="http://schemas.openxmlformats.org/markup-compatibility/2006">
              <mc:Choice xmlns:v="urn:schemas-microsoft-com:vml" Requires="v">
                <p:oleObj spid="_x0000_s51209" name="VISIO" r:id="rId4" imgW="3378200" imgH="1930400" progId="Visio.Drawing.6">
                  <p:embed/>
                </p:oleObj>
              </mc:Choice>
              <mc:Fallback>
                <p:oleObj name="VISIO" r:id="rId4" imgW="3378200" imgH="1930400" progId="Visio.Drawing.6">
                  <p:embed/>
                  <p:pic>
                    <p:nvPicPr>
                      <p:cNvPr id="64528" name="Object 148">
                        <a:extLst>
                          <a:ext uri="{FF2B5EF4-FFF2-40B4-BE49-F238E27FC236}">
                            <a16:creationId xmlns:a16="http://schemas.microsoft.com/office/drawing/2014/main" id="{06554885-DC5D-854A-ACAD-06AB424187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142" y="2343150"/>
                        <a:ext cx="1640681" cy="1309688"/>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529" name="Text Box 149">
            <a:extLst>
              <a:ext uri="{FF2B5EF4-FFF2-40B4-BE49-F238E27FC236}">
                <a16:creationId xmlns:a16="http://schemas.microsoft.com/office/drawing/2014/main" id="{F3A1A4C7-D9BA-8141-87BB-B1A9031431BD}"/>
              </a:ext>
            </a:extLst>
          </p:cNvPr>
          <p:cNvSpPr txBox="1">
            <a:spLocks noChangeArrowheads="1"/>
          </p:cNvSpPr>
          <p:nvPr/>
        </p:nvSpPr>
        <p:spPr bwMode="auto">
          <a:xfrm>
            <a:off x="4270773" y="2643187"/>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solidFill>
                  <a:schemeClr val="folHlink"/>
                </a:solidFill>
                <a:latin typeface="Arial" panose="020B0604020202020204" pitchFamily="34" charset="0"/>
                <a:ea typeface="宋体" panose="02010600030101010101" pitchFamily="2" charset="-122"/>
              </a:rPr>
              <a:t>因特网</a:t>
            </a:r>
          </a:p>
        </p:txBody>
      </p:sp>
      <p:sp>
        <p:nvSpPr>
          <p:cNvPr id="64530" name="Text Box 150">
            <a:extLst>
              <a:ext uri="{FF2B5EF4-FFF2-40B4-BE49-F238E27FC236}">
                <a16:creationId xmlns:a16="http://schemas.microsoft.com/office/drawing/2014/main" id="{33A4DC43-2D02-6B46-91F3-2F18BD931208}"/>
              </a:ext>
            </a:extLst>
          </p:cNvPr>
          <p:cNvSpPr txBox="1">
            <a:spLocks noChangeArrowheads="1"/>
          </p:cNvSpPr>
          <p:nvPr/>
        </p:nvSpPr>
        <p:spPr bwMode="auto">
          <a:xfrm>
            <a:off x="3869532" y="1864519"/>
            <a:ext cx="1629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TCP </a:t>
            </a:r>
            <a:r>
              <a:rPr kumimoji="1" lang="zh-CN" altLang="en-US" sz="1800">
                <a:solidFill>
                  <a:schemeClr val="folHlink"/>
                </a:solidFill>
                <a:latin typeface="Arial" panose="020B0604020202020204" pitchFamily="34" charset="0"/>
                <a:ea typeface="宋体" panose="02010600030101010101" pitchFamily="2" charset="-122"/>
              </a:rPr>
              <a:t>控制连接</a:t>
            </a:r>
          </a:p>
        </p:txBody>
      </p:sp>
      <p:sp>
        <p:nvSpPr>
          <p:cNvPr id="64531" name="Text Box 151">
            <a:extLst>
              <a:ext uri="{FF2B5EF4-FFF2-40B4-BE49-F238E27FC236}">
                <a16:creationId xmlns:a16="http://schemas.microsoft.com/office/drawing/2014/main" id="{18162921-04F9-8341-8B79-CDFAD0C6E2E3}"/>
              </a:ext>
            </a:extLst>
          </p:cNvPr>
          <p:cNvSpPr txBox="1">
            <a:spLocks noChangeArrowheads="1"/>
          </p:cNvSpPr>
          <p:nvPr/>
        </p:nvSpPr>
        <p:spPr bwMode="auto">
          <a:xfrm>
            <a:off x="3924300" y="3794522"/>
            <a:ext cx="16296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solidFill>
                  <a:schemeClr val="folHlink"/>
                </a:solidFill>
                <a:latin typeface="Arial" panose="020B0604020202020204" pitchFamily="34" charset="0"/>
                <a:ea typeface="宋体" panose="02010600030101010101" pitchFamily="2" charset="-122"/>
              </a:rPr>
              <a:t>TCP </a:t>
            </a:r>
            <a:r>
              <a:rPr kumimoji="1" lang="zh-CN" altLang="en-US" sz="1800">
                <a:solidFill>
                  <a:schemeClr val="folHlink"/>
                </a:solidFill>
                <a:latin typeface="Arial" panose="020B0604020202020204" pitchFamily="34" charset="0"/>
                <a:ea typeface="宋体" panose="02010600030101010101" pitchFamily="2" charset="-122"/>
              </a:rPr>
              <a:t>数据连接</a:t>
            </a:r>
          </a:p>
        </p:txBody>
      </p:sp>
      <p:sp>
        <p:nvSpPr>
          <p:cNvPr id="1099928" name="Line 152">
            <a:extLst>
              <a:ext uri="{FF2B5EF4-FFF2-40B4-BE49-F238E27FC236}">
                <a16:creationId xmlns:a16="http://schemas.microsoft.com/office/drawing/2014/main" id="{1EEAF7DD-24D4-FF49-BD3E-49E070EE528A}"/>
              </a:ext>
            </a:extLst>
          </p:cNvPr>
          <p:cNvSpPr>
            <a:spLocks noChangeShapeType="1"/>
          </p:cNvSpPr>
          <p:nvPr/>
        </p:nvSpPr>
        <p:spPr bwMode="auto">
          <a:xfrm flipH="1" flipV="1">
            <a:off x="3665935" y="3246835"/>
            <a:ext cx="694134" cy="486965"/>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29" name="Line 153">
            <a:extLst>
              <a:ext uri="{FF2B5EF4-FFF2-40B4-BE49-F238E27FC236}">
                <a16:creationId xmlns:a16="http://schemas.microsoft.com/office/drawing/2014/main" id="{19E3C7DE-2570-E046-8C54-F300A241D364}"/>
              </a:ext>
            </a:extLst>
          </p:cNvPr>
          <p:cNvSpPr>
            <a:spLocks noChangeShapeType="1"/>
          </p:cNvSpPr>
          <p:nvPr/>
        </p:nvSpPr>
        <p:spPr bwMode="auto">
          <a:xfrm flipV="1">
            <a:off x="4801791" y="3246835"/>
            <a:ext cx="757238" cy="486965"/>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0" name="Line 154">
            <a:extLst>
              <a:ext uri="{FF2B5EF4-FFF2-40B4-BE49-F238E27FC236}">
                <a16:creationId xmlns:a16="http://schemas.microsoft.com/office/drawing/2014/main" id="{F05CB31C-FA58-DB4D-A9CE-ACFA540C7B2A}"/>
              </a:ext>
            </a:extLst>
          </p:cNvPr>
          <p:cNvSpPr>
            <a:spLocks noChangeShapeType="1"/>
          </p:cNvSpPr>
          <p:nvPr/>
        </p:nvSpPr>
        <p:spPr bwMode="auto">
          <a:xfrm>
            <a:off x="4738688" y="2203847"/>
            <a:ext cx="820341" cy="417909"/>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1" name="Line 155">
            <a:extLst>
              <a:ext uri="{FF2B5EF4-FFF2-40B4-BE49-F238E27FC236}">
                <a16:creationId xmlns:a16="http://schemas.microsoft.com/office/drawing/2014/main" id="{0159CCBC-0D37-2746-8C74-B8D31E7840A6}"/>
              </a:ext>
            </a:extLst>
          </p:cNvPr>
          <p:cNvSpPr>
            <a:spLocks noChangeShapeType="1"/>
          </p:cNvSpPr>
          <p:nvPr/>
        </p:nvSpPr>
        <p:spPr bwMode="auto">
          <a:xfrm flipH="1">
            <a:off x="3602831" y="2203847"/>
            <a:ext cx="757238" cy="417909"/>
          </a:xfrm>
          <a:prstGeom prst="line">
            <a:avLst/>
          </a:prstGeom>
          <a:noFill/>
          <a:ln w="9525">
            <a:solidFill>
              <a:schemeClr val="folHlink"/>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099932" name="Oval 156">
            <a:extLst>
              <a:ext uri="{FF2B5EF4-FFF2-40B4-BE49-F238E27FC236}">
                <a16:creationId xmlns:a16="http://schemas.microsoft.com/office/drawing/2014/main" id="{125B7E9D-1C61-C94E-B2E1-6354D56745BD}"/>
              </a:ext>
            </a:extLst>
          </p:cNvPr>
          <p:cNvSpPr>
            <a:spLocks noChangeArrowheads="1"/>
          </p:cNvSpPr>
          <p:nvPr/>
        </p:nvSpPr>
        <p:spPr bwMode="auto">
          <a:xfrm>
            <a:off x="2277666" y="1856185"/>
            <a:ext cx="946547" cy="417909"/>
          </a:xfrm>
          <a:prstGeom prst="ellipse">
            <a:avLst/>
          </a:prstGeom>
          <a:solidFill>
            <a:srgbClr val="99FF33"/>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用户界面</a:t>
            </a:r>
          </a:p>
        </p:txBody>
      </p:sp>
      <p:sp>
        <p:nvSpPr>
          <p:cNvPr id="1099933" name="Line 157">
            <a:extLst>
              <a:ext uri="{FF2B5EF4-FFF2-40B4-BE49-F238E27FC236}">
                <a16:creationId xmlns:a16="http://schemas.microsoft.com/office/drawing/2014/main" id="{49B37276-BBDC-1545-BFC1-F7B5AE531FEF}"/>
              </a:ext>
            </a:extLst>
          </p:cNvPr>
          <p:cNvSpPr>
            <a:spLocks noChangeShapeType="1"/>
          </p:cNvSpPr>
          <p:nvPr/>
        </p:nvSpPr>
        <p:spPr bwMode="auto">
          <a:xfrm>
            <a:off x="2782491" y="2830116"/>
            <a:ext cx="0" cy="208359"/>
          </a:xfrm>
          <a:prstGeom prst="line">
            <a:avLst/>
          </a:prstGeom>
          <a:noFill/>
          <a:ln w="381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99934" name="Oval 158">
            <a:extLst>
              <a:ext uri="{FF2B5EF4-FFF2-40B4-BE49-F238E27FC236}">
                <a16:creationId xmlns:a16="http://schemas.microsoft.com/office/drawing/2014/main" id="{58F89080-0B57-0649-BFDC-0731C58EE1D6}"/>
              </a:ext>
            </a:extLst>
          </p:cNvPr>
          <p:cNvSpPr>
            <a:spLocks noChangeArrowheads="1"/>
          </p:cNvSpPr>
          <p:nvPr/>
        </p:nvSpPr>
        <p:spPr bwMode="auto">
          <a:xfrm>
            <a:off x="2277666" y="2412207"/>
            <a:ext cx="946547" cy="417910"/>
          </a:xfrm>
          <a:prstGeom prst="ellipse">
            <a:avLst/>
          </a:prstGeom>
          <a:solidFill>
            <a:srgbClr val="FFCCCC"/>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控制进程</a:t>
            </a:r>
          </a:p>
        </p:txBody>
      </p:sp>
      <p:sp>
        <p:nvSpPr>
          <p:cNvPr id="1099935" name="Oval 159">
            <a:extLst>
              <a:ext uri="{FF2B5EF4-FFF2-40B4-BE49-F238E27FC236}">
                <a16:creationId xmlns:a16="http://schemas.microsoft.com/office/drawing/2014/main" id="{218F40A3-6C4F-DD4F-B625-19DCBB9B8E69}"/>
              </a:ext>
            </a:extLst>
          </p:cNvPr>
          <p:cNvSpPr>
            <a:spLocks noChangeArrowheads="1"/>
          </p:cNvSpPr>
          <p:nvPr/>
        </p:nvSpPr>
        <p:spPr bwMode="auto">
          <a:xfrm>
            <a:off x="2277666" y="2969419"/>
            <a:ext cx="946547" cy="556022"/>
          </a:xfrm>
          <a:prstGeom prst="ellipse">
            <a:avLst/>
          </a:prstGeom>
          <a:solidFill>
            <a:srgbClr val="CCECFF"/>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数据传送</a:t>
            </a:r>
          </a:p>
          <a:p>
            <a:pPr algn="ctr" eaLnBrk="1" hangingPunct="1">
              <a:defRPr/>
            </a:pPr>
            <a:r>
              <a:rPr kumimoji="1" lang="zh-CN" altLang="en-US" sz="1500">
                <a:solidFill>
                  <a:schemeClr val="folHlink"/>
                </a:solidFill>
                <a:latin typeface="Arial" panose="020B0604020202020204" pitchFamily="34" charset="0"/>
              </a:rPr>
              <a:t>进程</a:t>
            </a:r>
          </a:p>
        </p:txBody>
      </p:sp>
      <p:sp>
        <p:nvSpPr>
          <p:cNvPr id="1099936" name="Line 160">
            <a:extLst>
              <a:ext uri="{FF2B5EF4-FFF2-40B4-BE49-F238E27FC236}">
                <a16:creationId xmlns:a16="http://schemas.microsoft.com/office/drawing/2014/main" id="{9D4B2D0A-CAE7-8E42-B087-CD6FF45F07AE}"/>
              </a:ext>
            </a:extLst>
          </p:cNvPr>
          <p:cNvSpPr>
            <a:spLocks noChangeShapeType="1"/>
          </p:cNvSpPr>
          <p:nvPr/>
        </p:nvSpPr>
        <p:spPr bwMode="auto">
          <a:xfrm>
            <a:off x="6505575" y="2830116"/>
            <a:ext cx="0" cy="208359"/>
          </a:xfrm>
          <a:prstGeom prst="line">
            <a:avLst/>
          </a:prstGeom>
          <a:noFill/>
          <a:ln w="381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099937" name="Oval 161">
            <a:extLst>
              <a:ext uri="{FF2B5EF4-FFF2-40B4-BE49-F238E27FC236}">
                <a16:creationId xmlns:a16="http://schemas.microsoft.com/office/drawing/2014/main" id="{C4098FE0-1299-4142-A2C7-0286A7E51D15}"/>
              </a:ext>
            </a:extLst>
          </p:cNvPr>
          <p:cNvSpPr>
            <a:spLocks noChangeArrowheads="1"/>
          </p:cNvSpPr>
          <p:nvPr/>
        </p:nvSpPr>
        <p:spPr bwMode="auto">
          <a:xfrm>
            <a:off x="6000751" y="2969419"/>
            <a:ext cx="946547" cy="556022"/>
          </a:xfrm>
          <a:prstGeom prst="ellipse">
            <a:avLst/>
          </a:prstGeom>
          <a:solidFill>
            <a:srgbClr val="CCECFF"/>
          </a:solidFill>
          <a:ln w="9525">
            <a:solidFill>
              <a:schemeClr val="folHlink"/>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chemeClr val="folHlink"/>
                </a:solidFill>
                <a:latin typeface="Arial" panose="020B0604020202020204" pitchFamily="34" charset="0"/>
              </a:rPr>
              <a:t>数据传送</a:t>
            </a:r>
          </a:p>
          <a:p>
            <a:pPr algn="ctr" eaLnBrk="1" hangingPunct="1">
              <a:defRPr/>
            </a:pPr>
            <a:r>
              <a:rPr kumimoji="1" lang="zh-CN" altLang="en-US" sz="1500">
                <a:solidFill>
                  <a:schemeClr val="folHlink"/>
                </a:solidFill>
                <a:latin typeface="Arial" panose="020B0604020202020204" pitchFamily="34" charset="0"/>
              </a:rPr>
              <a:t>进程</a:t>
            </a:r>
          </a:p>
        </p:txBody>
      </p:sp>
      <p:sp>
        <p:nvSpPr>
          <p:cNvPr id="64542" name="幻灯片编号占位符 1">
            <a:extLst>
              <a:ext uri="{FF2B5EF4-FFF2-40B4-BE49-F238E27FC236}">
                <a16:creationId xmlns:a16="http://schemas.microsoft.com/office/drawing/2014/main" id="{66575C6A-F28A-CE49-B850-BF0A45D6F46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F2F3A49-3194-7C44-B8B3-EEA572D7E86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7584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6" name="Rectangle 2">
            <a:extLst>
              <a:ext uri="{FF2B5EF4-FFF2-40B4-BE49-F238E27FC236}">
                <a16:creationId xmlns:a16="http://schemas.microsoft.com/office/drawing/2014/main" id="{D0B49205-EEE1-BB42-AB1A-1167D79DBEB3}"/>
              </a:ext>
            </a:extLst>
          </p:cNvPr>
          <p:cNvSpPr>
            <a:spLocks noGrp="1" noChangeArrowheads="1"/>
          </p:cNvSpPr>
          <p:nvPr>
            <p:ph type="body" idx="1"/>
          </p:nvPr>
        </p:nvSpPr>
        <p:spPr>
          <a:xfrm>
            <a:off x="180111" y="1113235"/>
            <a:ext cx="8728362" cy="3726656"/>
          </a:xfrm>
        </p:spPr>
        <p:txBody>
          <a:bodyPr/>
          <a:lstStyle/>
          <a:p>
            <a:pPr algn="just" eaLnBrk="1" hangingPunct="1">
              <a:spcBef>
                <a:spcPct val="0"/>
              </a:spcBef>
              <a:spcAft>
                <a:spcPct val="20000"/>
              </a:spcAft>
            </a:pPr>
            <a:r>
              <a:rPr lang="zh-CN" altLang="en-US" dirty="0">
                <a:ea typeface="宋体" panose="02010600030101010101" pitchFamily="2" charset="-122"/>
              </a:rPr>
              <a:t>当客户进程向服务器进程发出建立连接请求时，要寻找连接服务器进程的</a:t>
            </a:r>
            <a:r>
              <a:rPr lang="zh-CN" altLang="en-US" dirty="0">
                <a:solidFill>
                  <a:schemeClr val="hlink"/>
                </a:solidFill>
                <a:ea typeface="宋体" panose="02010600030101010101" pitchFamily="2" charset="-122"/>
              </a:rPr>
              <a:t>熟知端口</a:t>
            </a:r>
            <a:r>
              <a:rPr lang="en-US" altLang="zh-CN" dirty="0">
                <a:ea typeface="宋体" panose="02010600030101010101" pitchFamily="2" charset="-122"/>
              </a:rPr>
              <a:t>(21)</a:t>
            </a:r>
            <a:r>
              <a:rPr lang="zh-CN" altLang="en-US" dirty="0">
                <a:ea typeface="宋体" panose="02010600030101010101" pitchFamily="2" charset="-122"/>
              </a:rPr>
              <a:t>，同时还要告诉服务器进程自己的另一个端口号码，用于建立数据传送连接。</a:t>
            </a:r>
          </a:p>
          <a:p>
            <a:pPr algn="just" eaLnBrk="1" hangingPunct="1">
              <a:spcBef>
                <a:spcPct val="0"/>
              </a:spcBef>
              <a:spcAft>
                <a:spcPct val="20000"/>
              </a:spcAft>
            </a:pPr>
            <a:r>
              <a:rPr lang="zh-CN" altLang="en-US" dirty="0">
                <a:ea typeface="宋体" panose="02010600030101010101" pitchFamily="2" charset="-122"/>
              </a:rPr>
              <a:t>接着，服务器进程用自己传送数据的</a:t>
            </a:r>
            <a:r>
              <a:rPr lang="zh-CN" altLang="en-US" dirty="0">
                <a:solidFill>
                  <a:schemeClr val="hlink"/>
                </a:solidFill>
                <a:ea typeface="宋体" panose="02010600030101010101" pitchFamily="2" charset="-122"/>
              </a:rPr>
              <a:t>熟知端口</a:t>
            </a:r>
            <a:r>
              <a:rPr lang="en-US" altLang="zh-CN" dirty="0">
                <a:ea typeface="宋体" panose="02010600030101010101" pitchFamily="2" charset="-122"/>
              </a:rPr>
              <a:t>(20)</a:t>
            </a:r>
            <a:r>
              <a:rPr lang="zh-CN" altLang="en-US" dirty="0">
                <a:ea typeface="宋体" panose="02010600030101010101" pitchFamily="2" charset="-122"/>
              </a:rPr>
              <a:t>与客户进程所提供的端口号码建立数据传送连接。</a:t>
            </a:r>
          </a:p>
          <a:p>
            <a:pPr algn="just" eaLnBrk="1" hangingPunct="1">
              <a:spcBef>
                <a:spcPct val="0"/>
              </a:spcBef>
              <a:spcAft>
                <a:spcPct val="20000"/>
              </a:spcAft>
            </a:pPr>
            <a:r>
              <a:rPr lang="zh-CN" altLang="en-US" dirty="0">
                <a:ea typeface="宋体" panose="02010600030101010101" pitchFamily="2" charset="-122"/>
              </a:rPr>
              <a:t>由于</a:t>
            </a:r>
            <a:r>
              <a:rPr lang="zh-CN" altLang="en-US" sz="1400" dirty="0">
                <a:ea typeface="宋体" panose="02010600030101010101" pitchFamily="2" charset="-122"/>
              </a:rPr>
              <a:t> </a:t>
            </a:r>
            <a:r>
              <a:rPr lang="en-US" altLang="zh-CN" dirty="0">
                <a:ea typeface="宋体" panose="02010600030101010101" pitchFamily="2" charset="-122"/>
              </a:rPr>
              <a:t>FTP</a:t>
            </a:r>
            <a:r>
              <a:rPr lang="en-US" altLang="zh-CN" sz="1400" dirty="0">
                <a:ea typeface="宋体" panose="02010600030101010101" pitchFamily="2" charset="-122"/>
              </a:rPr>
              <a:t> </a:t>
            </a:r>
            <a:r>
              <a:rPr lang="zh-CN" altLang="en-US" dirty="0">
                <a:ea typeface="宋体" panose="02010600030101010101" pitchFamily="2" charset="-122"/>
              </a:rPr>
              <a:t>使用了两个不同的端口号，所以数据连接与控制连接不会发生混乱。</a:t>
            </a:r>
          </a:p>
        </p:txBody>
      </p:sp>
      <p:sp>
        <p:nvSpPr>
          <p:cNvPr id="66562" name="Rectangle 3">
            <a:extLst>
              <a:ext uri="{FF2B5EF4-FFF2-40B4-BE49-F238E27FC236}">
                <a16:creationId xmlns:a16="http://schemas.microsoft.com/office/drawing/2014/main" id="{DDF02FD0-1028-7F44-A1DA-23A08C060ACE}"/>
              </a:ext>
            </a:extLst>
          </p:cNvPr>
          <p:cNvSpPr>
            <a:spLocks noGrp="1" noChangeArrowheads="1"/>
          </p:cNvSpPr>
          <p:nvPr>
            <p:ph type="title"/>
          </p:nvPr>
        </p:nvSpPr>
        <p:spPr>
          <a:xfrm>
            <a:off x="180110" y="160735"/>
            <a:ext cx="7254154" cy="790575"/>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两个不同的端口号 </a:t>
            </a:r>
          </a:p>
        </p:txBody>
      </p:sp>
      <p:sp>
        <p:nvSpPr>
          <p:cNvPr id="66563" name="幻灯片编号占位符 1">
            <a:extLst>
              <a:ext uri="{FF2B5EF4-FFF2-40B4-BE49-F238E27FC236}">
                <a16:creationId xmlns:a16="http://schemas.microsoft.com/office/drawing/2014/main" id="{24BC30B5-C1FF-6840-9D09-7F4E19DB95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BC614C-6D92-3645-BF9C-CBBD306798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8082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182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1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82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7E4367ED-F336-F241-B09A-59C927FEC1E7}"/>
              </a:ext>
            </a:extLst>
          </p:cNvPr>
          <p:cNvSpPr>
            <a:spLocks noGrp="1" noChangeArrowheads="1"/>
          </p:cNvSpPr>
          <p:nvPr>
            <p:ph type="body" idx="1"/>
          </p:nvPr>
        </p:nvSpPr>
        <p:spPr>
          <a:xfrm>
            <a:off x="249382" y="1113235"/>
            <a:ext cx="8645236" cy="3654028"/>
          </a:xfrm>
        </p:spPr>
        <p:txBody>
          <a:bodyPr/>
          <a:lstStyle/>
          <a:p>
            <a:pPr algn="just" eaLnBrk="1" hangingPunct="1">
              <a:spcBef>
                <a:spcPct val="0"/>
              </a:spcBef>
              <a:spcAft>
                <a:spcPct val="20000"/>
              </a:spcAft>
            </a:pPr>
            <a:r>
              <a:rPr lang="zh-CN" altLang="en-US" sz="2800" dirty="0">
                <a:latin typeface="Times New Roman" panose="02020603050405020304" pitchFamily="18" charset="0"/>
                <a:ea typeface="宋体" panose="02010600030101010101" pitchFamily="2" charset="-122"/>
              </a:rPr>
              <a:t>使协议更加简单和更容易实现。</a:t>
            </a:r>
          </a:p>
          <a:p>
            <a:pPr algn="just" eaLnBrk="1" hangingPunct="1">
              <a:spcBef>
                <a:spcPct val="0"/>
              </a:spcBef>
              <a:spcAft>
                <a:spcPct val="20000"/>
              </a:spcAft>
            </a:pPr>
            <a:r>
              <a:rPr lang="zh-CN" altLang="en-US" sz="2800" dirty="0">
                <a:latin typeface="Times New Roman" panose="02020603050405020304" pitchFamily="18" charset="0"/>
                <a:ea typeface="宋体" panose="02010600030101010101" pitchFamily="2" charset="-122"/>
              </a:rPr>
              <a:t>在传输文件时还可以利用控制连接（例如，客户发送请求终止传输）。 </a:t>
            </a:r>
          </a:p>
        </p:txBody>
      </p:sp>
      <p:sp>
        <p:nvSpPr>
          <p:cNvPr id="68610" name="Rectangle 3">
            <a:extLst>
              <a:ext uri="{FF2B5EF4-FFF2-40B4-BE49-F238E27FC236}">
                <a16:creationId xmlns:a16="http://schemas.microsoft.com/office/drawing/2014/main" id="{B70AB7CA-A32A-864F-8CC0-B8A3CEB375D9}"/>
              </a:ext>
            </a:extLst>
          </p:cNvPr>
          <p:cNvSpPr>
            <a:spLocks noGrp="1" noChangeArrowheads="1"/>
          </p:cNvSpPr>
          <p:nvPr>
            <p:ph type="title"/>
          </p:nvPr>
        </p:nvSpPr>
        <p:spPr>
          <a:xfrm>
            <a:off x="138546" y="376237"/>
            <a:ext cx="7214105" cy="578751"/>
          </a:xfrm>
        </p:spPr>
        <p:txBody>
          <a:bodyPr/>
          <a:lstStyle/>
          <a:p>
            <a:pPr eaLnBrk="1" hangingPunct="1"/>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使用两个不同端口号的好处 </a:t>
            </a:r>
          </a:p>
        </p:txBody>
      </p:sp>
      <p:sp>
        <p:nvSpPr>
          <p:cNvPr id="68611" name="幻灯片编号占位符 1">
            <a:extLst>
              <a:ext uri="{FF2B5EF4-FFF2-40B4-BE49-F238E27FC236}">
                <a16:creationId xmlns:a16="http://schemas.microsoft.com/office/drawing/2014/main" id="{0E6C8F03-29E5-A84F-8BE9-3642979ED56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4498569-B2C9-574C-96E3-CE848D8C0D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54127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D4DEA48-63BA-344D-982E-CC30E65963A1}"/>
              </a:ext>
            </a:extLst>
          </p:cNvPr>
          <p:cNvSpPr>
            <a:spLocks noGrp="1" noChangeArrowheads="1"/>
          </p:cNvSpPr>
          <p:nvPr>
            <p:ph type="title"/>
          </p:nvPr>
        </p:nvSpPr>
        <p:spPr>
          <a:xfrm>
            <a:off x="180109" y="195263"/>
            <a:ext cx="7443464" cy="756047"/>
          </a:xfrm>
        </p:spPr>
        <p:txBody>
          <a:bodyPr/>
          <a:lstStyle/>
          <a:p>
            <a:pPr eaLnBrk="1" hangingPunct="1"/>
            <a:r>
              <a:rPr lang="en-US" altLang="zh-CN" dirty="0">
                <a:latin typeface="Times New Roman" panose="02020603050405020304" pitchFamily="18" charset="0"/>
                <a:ea typeface="宋体" panose="02010600030101010101" pitchFamily="2" charset="-122"/>
              </a:rPr>
              <a:t>6.3  </a:t>
            </a:r>
            <a:r>
              <a:rPr lang="zh-CN" altLang="en-US" dirty="0">
                <a:latin typeface="Times New Roman" panose="02020603050405020304" pitchFamily="18" charset="0"/>
                <a:ea typeface="宋体" panose="02010600030101010101" pitchFamily="2" charset="-122"/>
              </a:rPr>
              <a:t>远程终端协议 </a:t>
            </a:r>
            <a:r>
              <a:rPr lang="en-US" altLang="zh-CN" dirty="0">
                <a:latin typeface="Times New Roman" panose="02020603050405020304" pitchFamily="18" charset="0"/>
                <a:ea typeface="宋体" panose="02010600030101010101" pitchFamily="2" charset="-122"/>
              </a:rPr>
              <a:t>TELNET</a:t>
            </a:r>
          </a:p>
        </p:txBody>
      </p:sp>
      <p:sp>
        <p:nvSpPr>
          <p:cNvPr id="609283" name="Rectangle 3">
            <a:extLst>
              <a:ext uri="{FF2B5EF4-FFF2-40B4-BE49-F238E27FC236}">
                <a16:creationId xmlns:a16="http://schemas.microsoft.com/office/drawing/2014/main" id="{FF8E036A-A0C0-3843-B4A4-34E45261C505}"/>
              </a:ext>
            </a:extLst>
          </p:cNvPr>
          <p:cNvSpPr>
            <a:spLocks noGrp="1" noChangeArrowheads="1"/>
          </p:cNvSpPr>
          <p:nvPr>
            <p:ph type="body" idx="1"/>
          </p:nvPr>
        </p:nvSpPr>
        <p:spPr>
          <a:xfrm>
            <a:off x="180109" y="1059657"/>
            <a:ext cx="8728364" cy="3888581"/>
          </a:xfrm>
        </p:spPr>
        <p:txBody>
          <a:bodyPr/>
          <a:lstStyle/>
          <a:p>
            <a:pPr eaLnBrk="1" hangingPunct="1"/>
            <a:r>
              <a:rPr lang="en-US" altLang="zh-CN" dirty="0">
                <a:ea typeface="宋体" panose="02010600030101010101" pitchFamily="2" charset="-122"/>
              </a:rPr>
              <a:t>TELNET </a:t>
            </a:r>
            <a:r>
              <a:rPr lang="zh-CN" altLang="en-US" dirty="0">
                <a:ea typeface="宋体" panose="02010600030101010101" pitchFamily="2" charset="-122"/>
              </a:rPr>
              <a:t>是一个简单的</a:t>
            </a:r>
            <a:r>
              <a:rPr lang="zh-CN" altLang="en-US" dirty="0">
                <a:solidFill>
                  <a:srgbClr val="FF0000"/>
                </a:solidFill>
                <a:ea typeface="宋体" panose="02010600030101010101" pitchFamily="2" charset="-122"/>
              </a:rPr>
              <a:t>远程终端协议</a:t>
            </a:r>
            <a:r>
              <a:rPr lang="zh-CN" altLang="en-US" dirty="0">
                <a:ea typeface="宋体" panose="02010600030101010101" pitchFamily="2" charset="-122"/>
              </a:rPr>
              <a:t>，也是因特网的正式标准。</a:t>
            </a:r>
          </a:p>
          <a:p>
            <a:pPr eaLnBrk="1" hangingPunct="1"/>
            <a:r>
              <a:rPr lang="zh-CN" altLang="en-US" dirty="0">
                <a:ea typeface="宋体" panose="02010600030101010101" pitchFamily="2" charset="-122"/>
              </a:rPr>
              <a:t>用户用 </a:t>
            </a:r>
            <a:r>
              <a:rPr lang="en-US" altLang="zh-CN" dirty="0">
                <a:ea typeface="宋体" panose="02010600030101010101" pitchFamily="2" charset="-122"/>
              </a:rPr>
              <a:t>TELNET </a:t>
            </a:r>
            <a:r>
              <a:rPr lang="zh-CN" altLang="en-US" dirty="0">
                <a:ea typeface="宋体" panose="02010600030101010101" pitchFamily="2" charset="-122"/>
              </a:rPr>
              <a:t>就可在其所在地通过 </a:t>
            </a:r>
            <a:r>
              <a:rPr lang="en-US" altLang="zh-CN" dirty="0">
                <a:ea typeface="宋体" panose="02010600030101010101" pitchFamily="2" charset="-122"/>
              </a:rPr>
              <a:t>TCP </a:t>
            </a:r>
            <a:r>
              <a:rPr lang="zh-CN" altLang="en-US" dirty="0">
                <a:ea typeface="宋体" panose="02010600030101010101" pitchFamily="2" charset="-122"/>
              </a:rPr>
              <a:t>连接注册（即登录）到远地的另一个主机上（使用主机名或 </a:t>
            </a:r>
            <a:r>
              <a:rPr lang="en-US" altLang="zh-CN" dirty="0">
                <a:ea typeface="宋体" panose="02010600030101010101" pitchFamily="2" charset="-122"/>
              </a:rPr>
              <a:t>IP </a:t>
            </a:r>
            <a:r>
              <a:rPr lang="zh-CN" altLang="en-US" dirty="0">
                <a:ea typeface="宋体" panose="02010600030101010101" pitchFamily="2" charset="-122"/>
              </a:rPr>
              <a:t>地址）。</a:t>
            </a:r>
          </a:p>
          <a:p>
            <a:pPr algn="just" eaLnBrk="1" hangingPunct="1"/>
            <a:r>
              <a:rPr lang="en-US" altLang="zh-CN" dirty="0">
                <a:ea typeface="宋体" panose="02010600030101010101" pitchFamily="2" charset="-122"/>
              </a:rPr>
              <a:t>TELNET </a:t>
            </a:r>
            <a:r>
              <a:rPr lang="zh-CN" altLang="en-US" dirty="0">
                <a:ea typeface="宋体" panose="02010600030101010101" pitchFamily="2" charset="-122"/>
              </a:rPr>
              <a:t>能将用户的击键传到远地主机，同时也能将远地主机的输出通过 </a:t>
            </a:r>
            <a:r>
              <a:rPr lang="en-US" altLang="zh-CN" dirty="0">
                <a:ea typeface="宋体" panose="02010600030101010101" pitchFamily="2" charset="-122"/>
              </a:rPr>
              <a:t>TCP </a:t>
            </a:r>
            <a:r>
              <a:rPr lang="zh-CN" altLang="en-US" dirty="0">
                <a:ea typeface="宋体" panose="02010600030101010101" pitchFamily="2" charset="-122"/>
              </a:rPr>
              <a:t>连接返回到用户屏幕。这种服务是透明的，因为用户感觉到好像键盘和显示器是直接连在远地主机上。 </a:t>
            </a:r>
          </a:p>
        </p:txBody>
      </p:sp>
      <p:sp>
        <p:nvSpPr>
          <p:cNvPr id="72707" name="幻灯片编号占位符 1">
            <a:extLst>
              <a:ext uri="{FF2B5EF4-FFF2-40B4-BE49-F238E27FC236}">
                <a16:creationId xmlns:a16="http://schemas.microsoft.com/office/drawing/2014/main" id="{00AD2BAB-42DA-034F-BA7E-AA3EF448EF2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7EABF2F-0E24-8C41-822C-E1FFA55DB50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60177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92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BD526D20-084D-F744-91FA-784E9DF76AAB}"/>
              </a:ext>
            </a:extLst>
          </p:cNvPr>
          <p:cNvSpPr>
            <a:spLocks noGrp="1" noChangeArrowheads="1"/>
          </p:cNvSpPr>
          <p:nvPr>
            <p:ph type="title"/>
          </p:nvPr>
        </p:nvSpPr>
        <p:spPr>
          <a:xfrm>
            <a:off x="166255" y="160735"/>
            <a:ext cx="7429933" cy="790575"/>
          </a:xfrm>
        </p:spPr>
        <p:txBody>
          <a:bodyPr/>
          <a:lstStyle/>
          <a:p>
            <a:pPr eaLnBrk="1" hangingPunct="1"/>
            <a:r>
              <a:rPr lang="zh-CN" altLang="en-US" sz="3600" dirty="0">
                <a:ea typeface="宋体" panose="02010600030101010101" pitchFamily="2" charset="-122"/>
              </a:rPr>
              <a:t>客户</a:t>
            </a:r>
            <a:r>
              <a:rPr lang="zh-CN" altLang="en-US" sz="3600" dirty="0">
                <a:ea typeface="宋体" panose="02010600030101010101" pitchFamily="2" charset="-122"/>
                <a:sym typeface="Symbol" pitchFamily="2" charset="2"/>
              </a:rPr>
              <a:t></a:t>
            </a:r>
            <a:r>
              <a:rPr lang="zh-CN" altLang="en-US" sz="3600" dirty="0">
                <a:ea typeface="宋体" panose="02010600030101010101" pitchFamily="2" charset="-122"/>
              </a:rPr>
              <a:t>服务器方式</a:t>
            </a:r>
          </a:p>
        </p:txBody>
      </p:sp>
      <p:sp>
        <p:nvSpPr>
          <p:cNvPr id="611331" name="Rectangle 3">
            <a:extLst>
              <a:ext uri="{FF2B5EF4-FFF2-40B4-BE49-F238E27FC236}">
                <a16:creationId xmlns:a16="http://schemas.microsoft.com/office/drawing/2014/main" id="{7A8C636E-A2CE-9F41-BDEC-A0E8ED241DBA}"/>
              </a:ext>
            </a:extLst>
          </p:cNvPr>
          <p:cNvSpPr>
            <a:spLocks noGrp="1" noChangeArrowheads="1"/>
          </p:cNvSpPr>
          <p:nvPr>
            <p:ph type="body" idx="1"/>
          </p:nvPr>
        </p:nvSpPr>
        <p:spPr>
          <a:xfrm>
            <a:off x="166255" y="1113235"/>
            <a:ext cx="8742218" cy="3835003"/>
          </a:xfrm>
        </p:spPr>
        <p:txBody>
          <a:bodyPr/>
          <a:lstStyle/>
          <a:p>
            <a:pPr eaLnBrk="1" hangingPunct="1"/>
            <a:r>
              <a:rPr lang="zh-CN" altLang="en-US" dirty="0">
                <a:latin typeface="Times New Roman" panose="02020603050405020304" pitchFamily="18" charset="0"/>
                <a:ea typeface="宋体" panose="02010600030101010101" pitchFamily="2" charset="-122"/>
              </a:rPr>
              <a:t>现在由于 </a:t>
            </a:r>
            <a:r>
              <a:rPr lang="en-US" altLang="zh-CN" dirty="0">
                <a:latin typeface="Times New Roman" panose="02020603050405020304" pitchFamily="18" charset="0"/>
                <a:ea typeface="宋体" panose="02010600030101010101" pitchFamily="2" charset="-122"/>
              </a:rPr>
              <a:t>PC </a:t>
            </a:r>
            <a:r>
              <a:rPr lang="zh-CN" altLang="en-US" dirty="0">
                <a:latin typeface="Times New Roman" panose="02020603050405020304" pitchFamily="18" charset="0"/>
                <a:ea typeface="宋体" panose="02010600030101010101" pitchFamily="2" charset="-122"/>
              </a:rPr>
              <a:t>的功能越来越强，用户已较少使用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了。</a:t>
            </a:r>
          </a:p>
          <a:p>
            <a:pPr eaLnBrk="1" hangingPunct="1"/>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也</a:t>
            </a:r>
            <a:r>
              <a:rPr lang="zh-CN" altLang="en-US" dirty="0">
                <a:solidFill>
                  <a:srgbClr val="FF0000"/>
                </a:solidFill>
                <a:latin typeface="Times New Roman" panose="02020603050405020304" pitchFamily="18" charset="0"/>
                <a:ea typeface="宋体" panose="02010600030101010101" pitchFamily="2" charset="-122"/>
              </a:rPr>
              <a:t>使用客户</a:t>
            </a:r>
            <a:r>
              <a:rPr lang="zh-CN" altLang="en-US" dirty="0">
                <a:solidFill>
                  <a:srgbClr val="FF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FF0000"/>
                </a:solidFill>
                <a:latin typeface="Times New Roman" panose="02020603050405020304" pitchFamily="18" charset="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方式。在本地系统运行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客户进程，而在远地主机则运行 </a:t>
            </a:r>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服务器进程。</a:t>
            </a:r>
          </a:p>
          <a:p>
            <a:pPr eaLnBrk="1" hangingPunct="1"/>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FTP </a:t>
            </a:r>
            <a:r>
              <a:rPr lang="zh-CN" altLang="en-US" dirty="0">
                <a:latin typeface="Times New Roman" panose="02020603050405020304" pitchFamily="18" charset="0"/>
                <a:ea typeface="宋体" panose="02010600030101010101" pitchFamily="2" charset="-122"/>
              </a:rPr>
              <a:t>的情况相似，服务器中的主进程等待新的请求，并产生从属进程来处理每一个连接。 </a:t>
            </a:r>
          </a:p>
        </p:txBody>
      </p:sp>
      <p:sp>
        <p:nvSpPr>
          <p:cNvPr id="74755" name="幻灯片编号占位符 1">
            <a:extLst>
              <a:ext uri="{FF2B5EF4-FFF2-40B4-BE49-F238E27FC236}">
                <a16:creationId xmlns:a16="http://schemas.microsoft.com/office/drawing/2014/main" id="{1455AB8C-1E28-4F40-8690-C50B4C64D6F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EDB990-29D4-E24D-A7C2-741E21C47C4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9096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1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13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DA5D4F3A-5C7A-4A48-9650-E909B621B8FF}"/>
              </a:ext>
            </a:extLst>
          </p:cNvPr>
          <p:cNvSpPr>
            <a:spLocks noGrp="1" noChangeArrowheads="1"/>
          </p:cNvSpPr>
          <p:nvPr>
            <p:ph type="title"/>
          </p:nvPr>
        </p:nvSpPr>
        <p:spPr>
          <a:xfrm>
            <a:off x="180002" y="190934"/>
            <a:ext cx="7443788" cy="645319"/>
          </a:xfrm>
        </p:spPr>
        <p:txBody>
          <a:bodyPr/>
          <a:lstStyle/>
          <a:p>
            <a:pPr eaLnBrk="1" hangingPunct="1"/>
            <a:r>
              <a:rPr lang="en-US" altLang="zh-CN" dirty="0">
                <a:latin typeface="Times New Roman" panose="02020603050405020304" pitchFamily="18" charset="0"/>
                <a:ea typeface="宋体" panose="02010600030101010101" pitchFamily="2" charset="-122"/>
              </a:rPr>
              <a:t>TELNET </a:t>
            </a:r>
            <a:r>
              <a:rPr lang="zh-CN" altLang="en-US" dirty="0">
                <a:latin typeface="Times New Roman" panose="02020603050405020304" pitchFamily="18" charset="0"/>
                <a:ea typeface="宋体" panose="02010600030101010101" pitchFamily="2" charset="-122"/>
              </a:rPr>
              <a:t>使用网络虚拟终端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 </a:t>
            </a:r>
          </a:p>
        </p:txBody>
      </p:sp>
      <p:graphicFrame>
        <p:nvGraphicFramePr>
          <p:cNvPr id="76802" name="Object 5">
            <a:extLst>
              <a:ext uri="{FF2B5EF4-FFF2-40B4-BE49-F238E27FC236}">
                <a16:creationId xmlns:a16="http://schemas.microsoft.com/office/drawing/2014/main" id="{E5A76527-A971-F24A-9B9A-56262B28C8E0}"/>
              </a:ext>
            </a:extLst>
          </p:cNvPr>
          <p:cNvGraphicFramePr>
            <a:graphicFrameLocks noChangeAspect="1"/>
          </p:cNvGraphicFramePr>
          <p:nvPr/>
        </p:nvGraphicFramePr>
        <p:xfrm>
          <a:off x="3282553" y="2026444"/>
          <a:ext cx="2509838" cy="1722835"/>
        </p:xfrm>
        <a:graphic>
          <a:graphicData uri="http://schemas.openxmlformats.org/presentationml/2006/ole">
            <mc:AlternateContent xmlns:mc="http://schemas.openxmlformats.org/markup-compatibility/2006">
              <mc:Choice xmlns:v="urn:schemas-microsoft-com:vml" Requires="v">
                <p:oleObj spid="_x0000_s63497" name="VISIO" r:id="rId4" imgW="3378200" imgH="1930400" progId="Visio.Drawing.6">
                  <p:embed/>
                </p:oleObj>
              </mc:Choice>
              <mc:Fallback>
                <p:oleObj name="VISIO" r:id="rId4" imgW="3378200" imgH="1930400" progId="Visio.Drawing.6">
                  <p:embed/>
                  <p:pic>
                    <p:nvPicPr>
                      <p:cNvPr id="76802" name="Object 5">
                        <a:extLst>
                          <a:ext uri="{FF2B5EF4-FFF2-40B4-BE49-F238E27FC236}">
                            <a16:creationId xmlns:a16="http://schemas.microsoft.com/office/drawing/2014/main" id="{E5A76527-A971-F24A-9B9A-56262B28C8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2553" y="2026444"/>
                        <a:ext cx="2509838" cy="172283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6803" name="Text Box 6">
            <a:extLst>
              <a:ext uri="{FF2B5EF4-FFF2-40B4-BE49-F238E27FC236}">
                <a16:creationId xmlns:a16="http://schemas.microsoft.com/office/drawing/2014/main" id="{D0F6F2AE-7CFE-F24F-BA10-A54FECE9BF7F}"/>
              </a:ext>
            </a:extLst>
          </p:cNvPr>
          <p:cNvSpPr txBox="1">
            <a:spLocks noChangeArrowheads="1"/>
          </p:cNvSpPr>
          <p:nvPr/>
        </p:nvSpPr>
        <p:spPr bwMode="auto">
          <a:xfrm>
            <a:off x="4086226" y="1683544"/>
            <a:ext cx="99257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a:latin typeface="Arial" panose="020B0604020202020204" pitchFamily="34" charset="0"/>
                <a:ea typeface="宋体" panose="02010600030101010101" pitchFamily="2" charset="-122"/>
              </a:rPr>
              <a:t>因特网</a:t>
            </a:r>
          </a:p>
        </p:txBody>
      </p:sp>
      <p:pic>
        <p:nvPicPr>
          <p:cNvPr id="76804" name="Picture 7">
            <a:extLst>
              <a:ext uri="{FF2B5EF4-FFF2-40B4-BE49-F238E27FC236}">
                <a16:creationId xmlns:a16="http://schemas.microsoft.com/office/drawing/2014/main" id="{D1EB1AF6-DD65-094F-B49A-4EA9BEC8CE9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68628" y="2105025"/>
            <a:ext cx="1481138" cy="1649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8">
            <a:extLst>
              <a:ext uri="{FF2B5EF4-FFF2-40B4-BE49-F238E27FC236}">
                <a16:creationId xmlns:a16="http://schemas.microsoft.com/office/drawing/2014/main" id="{74A4664E-20C0-D44C-AD30-0F2374963A5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5216" y="2176463"/>
            <a:ext cx="1394222" cy="136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Text Box 9">
            <a:extLst>
              <a:ext uri="{FF2B5EF4-FFF2-40B4-BE49-F238E27FC236}">
                <a16:creationId xmlns:a16="http://schemas.microsoft.com/office/drawing/2014/main" id="{D74B9854-F086-1743-B519-9476FB5FC9FC}"/>
              </a:ext>
            </a:extLst>
          </p:cNvPr>
          <p:cNvSpPr txBox="1">
            <a:spLocks noChangeArrowheads="1"/>
          </p:cNvSpPr>
          <p:nvPr/>
        </p:nvSpPr>
        <p:spPr bwMode="auto">
          <a:xfrm>
            <a:off x="4051697" y="2347913"/>
            <a:ext cx="1167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TCP </a:t>
            </a:r>
            <a:r>
              <a:rPr kumimoji="1" lang="zh-CN" altLang="en-US" sz="1800">
                <a:latin typeface="Arial" panose="020B0604020202020204" pitchFamily="34" charset="0"/>
                <a:ea typeface="宋体" panose="02010600030101010101" pitchFamily="2" charset="-122"/>
              </a:rPr>
              <a:t>连接</a:t>
            </a:r>
          </a:p>
        </p:txBody>
      </p:sp>
      <p:sp>
        <p:nvSpPr>
          <p:cNvPr id="76807" name="Text Box 10">
            <a:extLst>
              <a:ext uri="{FF2B5EF4-FFF2-40B4-BE49-F238E27FC236}">
                <a16:creationId xmlns:a16="http://schemas.microsoft.com/office/drawing/2014/main" id="{84700B76-10BF-8946-8290-299578DDF2AD}"/>
              </a:ext>
            </a:extLst>
          </p:cNvPr>
          <p:cNvSpPr txBox="1">
            <a:spLocks noChangeArrowheads="1"/>
          </p:cNvSpPr>
          <p:nvPr/>
        </p:nvSpPr>
        <p:spPr bwMode="auto">
          <a:xfrm>
            <a:off x="1980010" y="1806179"/>
            <a:ext cx="9412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客户端</a:t>
            </a:r>
          </a:p>
        </p:txBody>
      </p:sp>
      <p:sp>
        <p:nvSpPr>
          <p:cNvPr id="76808" name="Text Box 11">
            <a:extLst>
              <a:ext uri="{FF2B5EF4-FFF2-40B4-BE49-F238E27FC236}">
                <a16:creationId xmlns:a16="http://schemas.microsoft.com/office/drawing/2014/main" id="{8492D7E6-19DC-584E-A6B4-FE55141B1713}"/>
              </a:ext>
            </a:extLst>
          </p:cNvPr>
          <p:cNvSpPr txBox="1">
            <a:spLocks noChangeArrowheads="1"/>
          </p:cNvSpPr>
          <p:nvPr/>
        </p:nvSpPr>
        <p:spPr bwMode="auto">
          <a:xfrm>
            <a:off x="6363891" y="1762125"/>
            <a:ext cx="11721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服务器端</a:t>
            </a:r>
          </a:p>
        </p:txBody>
      </p:sp>
      <p:sp>
        <p:nvSpPr>
          <p:cNvPr id="76809" name="Text Box 12">
            <a:extLst>
              <a:ext uri="{FF2B5EF4-FFF2-40B4-BE49-F238E27FC236}">
                <a16:creationId xmlns:a16="http://schemas.microsoft.com/office/drawing/2014/main" id="{A0F7C59F-7DF9-F542-A676-6F40388A7061}"/>
              </a:ext>
            </a:extLst>
          </p:cNvPr>
          <p:cNvSpPr txBox="1">
            <a:spLocks noChangeArrowheads="1"/>
          </p:cNvSpPr>
          <p:nvPr/>
        </p:nvSpPr>
        <p:spPr bwMode="auto">
          <a:xfrm>
            <a:off x="1143000" y="3804047"/>
            <a:ext cx="20954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使用客户端的格式</a:t>
            </a:r>
          </a:p>
        </p:txBody>
      </p:sp>
      <p:sp>
        <p:nvSpPr>
          <p:cNvPr id="76810" name="Text Box 13">
            <a:extLst>
              <a:ext uri="{FF2B5EF4-FFF2-40B4-BE49-F238E27FC236}">
                <a16:creationId xmlns:a16="http://schemas.microsoft.com/office/drawing/2014/main" id="{42BDE0EF-3271-CF41-BF08-423C2FE8CEFD}"/>
              </a:ext>
            </a:extLst>
          </p:cNvPr>
          <p:cNvSpPr txBox="1">
            <a:spLocks noChangeArrowheads="1"/>
          </p:cNvSpPr>
          <p:nvPr/>
        </p:nvSpPr>
        <p:spPr bwMode="auto">
          <a:xfrm>
            <a:off x="5706666" y="3804047"/>
            <a:ext cx="23262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使用服务器端的格式</a:t>
            </a:r>
          </a:p>
        </p:txBody>
      </p:sp>
      <p:sp>
        <p:nvSpPr>
          <p:cNvPr id="76811" name="Text Box 14">
            <a:extLst>
              <a:ext uri="{FF2B5EF4-FFF2-40B4-BE49-F238E27FC236}">
                <a16:creationId xmlns:a16="http://schemas.microsoft.com/office/drawing/2014/main" id="{06F05FCF-9350-0F4C-94C0-E8AC267E1F0F}"/>
              </a:ext>
            </a:extLst>
          </p:cNvPr>
          <p:cNvSpPr txBox="1">
            <a:spLocks noChangeArrowheads="1"/>
          </p:cNvSpPr>
          <p:nvPr/>
        </p:nvSpPr>
        <p:spPr bwMode="auto">
          <a:xfrm>
            <a:off x="3642122" y="3804047"/>
            <a:ext cx="17578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使用 </a:t>
            </a:r>
            <a:r>
              <a:rPr kumimoji="1" lang="en-US" altLang="zh-CN" sz="1800">
                <a:latin typeface="Arial" panose="020B0604020202020204" pitchFamily="34" charset="0"/>
                <a:ea typeface="宋体" panose="02010600030101010101" pitchFamily="2" charset="-122"/>
              </a:rPr>
              <a:t>NVT </a:t>
            </a:r>
            <a:r>
              <a:rPr kumimoji="1" lang="zh-CN" altLang="en-US" sz="1800">
                <a:latin typeface="Arial" panose="020B0604020202020204" pitchFamily="34" charset="0"/>
                <a:ea typeface="宋体" panose="02010600030101010101" pitchFamily="2" charset="-122"/>
              </a:rPr>
              <a:t>格式</a:t>
            </a:r>
          </a:p>
        </p:txBody>
      </p:sp>
      <p:sp>
        <p:nvSpPr>
          <p:cNvPr id="612367" name="Line 15">
            <a:extLst>
              <a:ext uri="{FF2B5EF4-FFF2-40B4-BE49-F238E27FC236}">
                <a16:creationId xmlns:a16="http://schemas.microsoft.com/office/drawing/2014/main" id="{A1FCEEFD-E10A-F641-B835-00986779BD62}"/>
              </a:ext>
            </a:extLst>
          </p:cNvPr>
          <p:cNvSpPr>
            <a:spLocks noChangeShapeType="1"/>
          </p:cNvSpPr>
          <p:nvPr/>
        </p:nvSpPr>
        <p:spPr bwMode="auto">
          <a:xfrm flipV="1">
            <a:off x="2130029" y="3038475"/>
            <a:ext cx="247650" cy="810816"/>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68" name="Line 16">
            <a:extLst>
              <a:ext uri="{FF2B5EF4-FFF2-40B4-BE49-F238E27FC236}">
                <a16:creationId xmlns:a16="http://schemas.microsoft.com/office/drawing/2014/main" id="{2785334B-785F-6E4B-8849-BCB54E82091C}"/>
              </a:ext>
            </a:extLst>
          </p:cNvPr>
          <p:cNvSpPr>
            <a:spLocks noChangeShapeType="1"/>
          </p:cNvSpPr>
          <p:nvPr/>
        </p:nvSpPr>
        <p:spPr bwMode="auto">
          <a:xfrm flipH="1" flipV="1">
            <a:off x="4513660" y="2855119"/>
            <a:ext cx="4763" cy="95845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69" name="Line 17">
            <a:extLst>
              <a:ext uri="{FF2B5EF4-FFF2-40B4-BE49-F238E27FC236}">
                <a16:creationId xmlns:a16="http://schemas.microsoft.com/office/drawing/2014/main" id="{DE345DD3-A9E4-274E-A7AC-3848FCB7C58E}"/>
              </a:ext>
            </a:extLst>
          </p:cNvPr>
          <p:cNvSpPr>
            <a:spLocks noChangeShapeType="1"/>
          </p:cNvSpPr>
          <p:nvPr/>
        </p:nvSpPr>
        <p:spPr bwMode="auto">
          <a:xfrm flipV="1">
            <a:off x="6731794" y="2997994"/>
            <a:ext cx="77391" cy="97750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12370" name="Oval 18">
            <a:extLst>
              <a:ext uri="{FF2B5EF4-FFF2-40B4-BE49-F238E27FC236}">
                <a16:creationId xmlns:a16="http://schemas.microsoft.com/office/drawing/2014/main" id="{85D17138-753A-3645-AC8C-77434CE1C749}"/>
              </a:ext>
            </a:extLst>
          </p:cNvPr>
          <p:cNvSpPr>
            <a:spLocks noChangeArrowheads="1"/>
          </p:cNvSpPr>
          <p:nvPr/>
        </p:nvSpPr>
        <p:spPr bwMode="auto">
          <a:xfrm>
            <a:off x="2049067" y="2426494"/>
            <a:ext cx="696515" cy="625079"/>
          </a:xfrm>
          <a:prstGeom prst="ellipse">
            <a:avLst/>
          </a:prstGeom>
          <a:solidFill>
            <a:srgbClr val="FFFF99"/>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客户</a:t>
            </a:r>
          </a:p>
        </p:txBody>
      </p:sp>
      <p:sp>
        <p:nvSpPr>
          <p:cNvPr id="612371" name="Oval 19">
            <a:extLst>
              <a:ext uri="{FF2B5EF4-FFF2-40B4-BE49-F238E27FC236}">
                <a16:creationId xmlns:a16="http://schemas.microsoft.com/office/drawing/2014/main" id="{9F7C04DD-BD81-8F4B-A17D-98AA7DF55A69}"/>
              </a:ext>
            </a:extLst>
          </p:cNvPr>
          <p:cNvSpPr>
            <a:spLocks noChangeArrowheads="1"/>
          </p:cNvSpPr>
          <p:nvPr/>
        </p:nvSpPr>
        <p:spPr bwMode="auto">
          <a:xfrm>
            <a:off x="6430567" y="2426494"/>
            <a:ext cx="783431" cy="625079"/>
          </a:xfrm>
          <a:prstGeom prst="ellipse">
            <a:avLst/>
          </a:prstGeom>
          <a:solidFill>
            <a:srgbClr val="FFCCCC"/>
          </a:solidFill>
          <a:ln w="19050">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服务器</a:t>
            </a:r>
          </a:p>
        </p:txBody>
      </p:sp>
      <p:sp>
        <p:nvSpPr>
          <p:cNvPr id="612372" name="AutoShape 20">
            <a:extLst>
              <a:ext uri="{FF2B5EF4-FFF2-40B4-BE49-F238E27FC236}">
                <a16:creationId xmlns:a16="http://schemas.microsoft.com/office/drawing/2014/main" id="{6985BC2B-CA55-244E-9F7B-F51FD77F8D36}"/>
              </a:ext>
            </a:extLst>
          </p:cNvPr>
          <p:cNvSpPr>
            <a:spLocks noChangeArrowheads="1"/>
          </p:cNvSpPr>
          <p:nvPr/>
        </p:nvSpPr>
        <p:spPr bwMode="auto">
          <a:xfrm>
            <a:off x="2789635" y="2634854"/>
            <a:ext cx="3655219" cy="291703"/>
          </a:xfrm>
          <a:prstGeom prst="leftRightArrow">
            <a:avLst>
              <a:gd name="adj1" fmla="val 61111"/>
              <a:gd name="adj2" fmla="val 202172"/>
            </a:avLst>
          </a:prstGeom>
          <a:solidFill>
            <a:srgbClr val="3333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18" name="幻灯片编号占位符 1">
            <a:extLst>
              <a:ext uri="{FF2B5EF4-FFF2-40B4-BE49-F238E27FC236}">
                <a16:creationId xmlns:a16="http://schemas.microsoft.com/office/drawing/2014/main" id="{DCB50038-C0B8-C440-AC37-229E3F4387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79818C6-466F-F544-8852-FEEC6A6524F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97602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031BBA19-4F0F-A74F-AEB6-FC76C50C3963}"/>
              </a:ext>
            </a:extLst>
          </p:cNvPr>
          <p:cNvSpPr>
            <a:spLocks noGrp="1" noChangeArrowheads="1"/>
          </p:cNvSpPr>
          <p:nvPr>
            <p:ph type="title"/>
          </p:nvPr>
        </p:nvSpPr>
        <p:spPr>
          <a:xfrm>
            <a:off x="195046" y="174589"/>
            <a:ext cx="7896009" cy="683419"/>
          </a:xfrm>
        </p:spPr>
        <p:txBody>
          <a:bodyPr/>
          <a:lstStyle/>
          <a:p>
            <a:pPr eaLnBrk="1" hangingPunct="1"/>
            <a:r>
              <a:rPr lang="zh-CN" altLang="en-US" dirty="0">
                <a:latin typeface="Times New Roman" panose="02020603050405020304" pitchFamily="18" charset="0"/>
                <a:ea typeface="宋体" panose="02010600030101010101" pitchFamily="2" charset="-122"/>
              </a:rPr>
              <a:t>网络虚拟终端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 </a:t>
            </a:r>
          </a:p>
        </p:txBody>
      </p:sp>
      <p:sp>
        <p:nvSpPr>
          <p:cNvPr id="141315" name="Rectangle 3">
            <a:extLst>
              <a:ext uri="{FF2B5EF4-FFF2-40B4-BE49-F238E27FC236}">
                <a16:creationId xmlns:a16="http://schemas.microsoft.com/office/drawing/2014/main" id="{FADF953C-0F2E-2C48-A134-A6E2E5B93CD9}"/>
              </a:ext>
            </a:extLst>
          </p:cNvPr>
          <p:cNvSpPr>
            <a:spLocks noGrp="1" noChangeArrowheads="1"/>
          </p:cNvSpPr>
          <p:nvPr>
            <p:ph type="body" idx="1"/>
          </p:nvPr>
        </p:nvSpPr>
        <p:spPr>
          <a:xfrm>
            <a:off x="195046" y="1113235"/>
            <a:ext cx="8713427" cy="3402806"/>
          </a:xfrm>
        </p:spPr>
        <p:txBody>
          <a:bodyPr/>
          <a:lstStyle/>
          <a:p>
            <a:pPr algn="just" eaLnBrk="1" hangingPunct="1"/>
            <a:r>
              <a:rPr lang="zh-CN" altLang="en-US" dirty="0">
                <a:latin typeface="Times New Roman" panose="02020603050405020304" pitchFamily="18" charset="0"/>
                <a:ea typeface="宋体" panose="02010600030101010101" pitchFamily="2" charset="-122"/>
              </a:rPr>
              <a:t>客户软件把用户的击键和命令转换成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格式，并送交服务器。</a:t>
            </a:r>
          </a:p>
          <a:p>
            <a:pPr algn="just" eaLnBrk="1" hangingPunct="1"/>
            <a:r>
              <a:rPr lang="zh-CN" altLang="en-US" dirty="0">
                <a:latin typeface="Times New Roman" panose="02020603050405020304" pitchFamily="18" charset="0"/>
                <a:ea typeface="宋体" panose="02010600030101010101" pitchFamily="2" charset="-122"/>
              </a:rPr>
              <a:t>服务器软件把收到的数据和命令，从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格式转换成远地系统所需的格式。</a:t>
            </a:r>
          </a:p>
          <a:p>
            <a:pPr algn="just" eaLnBrk="1" hangingPunct="1"/>
            <a:r>
              <a:rPr lang="zh-CN" altLang="en-US" dirty="0">
                <a:latin typeface="Times New Roman" panose="02020603050405020304" pitchFamily="18" charset="0"/>
                <a:ea typeface="宋体" panose="02010600030101010101" pitchFamily="2" charset="-122"/>
              </a:rPr>
              <a:t>向用户返回数据时，服务器把远地系统的格式转换为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格式，本地客户再从 </a:t>
            </a:r>
            <a:r>
              <a:rPr lang="en-US" altLang="zh-CN" dirty="0">
                <a:latin typeface="Times New Roman" panose="02020603050405020304" pitchFamily="18" charset="0"/>
                <a:ea typeface="宋体" panose="02010600030101010101" pitchFamily="2" charset="-122"/>
              </a:rPr>
              <a:t>NVT </a:t>
            </a:r>
            <a:r>
              <a:rPr lang="zh-CN" altLang="en-US" dirty="0">
                <a:latin typeface="Times New Roman" panose="02020603050405020304" pitchFamily="18" charset="0"/>
                <a:ea typeface="宋体" panose="02010600030101010101" pitchFamily="2" charset="-122"/>
              </a:rPr>
              <a:t>格式转换到本地系统所需的格式。 </a:t>
            </a:r>
          </a:p>
        </p:txBody>
      </p:sp>
      <p:sp>
        <p:nvSpPr>
          <p:cNvPr id="78851" name="幻灯片编号占位符 1">
            <a:extLst>
              <a:ext uri="{FF2B5EF4-FFF2-40B4-BE49-F238E27FC236}">
                <a16:creationId xmlns:a16="http://schemas.microsoft.com/office/drawing/2014/main" id="{9E8F03CC-B616-2E4E-AB65-67459C0E606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D2C7B2-705C-E444-8BC1-9CE3E9EB48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88896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515681F9-6799-9841-B9E0-C00B1885AD6C}"/>
              </a:ext>
            </a:extLst>
          </p:cNvPr>
          <p:cNvSpPr>
            <a:spLocks noGrp="1" noChangeArrowheads="1"/>
          </p:cNvSpPr>
          <p:nvPr>
            <p:ph type="title"/>
          </p:nvPr>
        </p:nvSpPr>
        <p:spPr>
          <a:xfrm>
            <a:off x="152400" y="160735"/>
            <a:ext cx="8104909" cy="698247"/>
          </a:xfrm>
        </p:spPr>
        <p:txBody>
          <a:bodyPr/>
          <a:lstStyle/>
          <a:p>
            <a:pPr eaLnBrk="1" hangingPunct="1"/>
            <a:r>
              <a:rPr lang="en-US" altLang="zh-CN" dirty="0">
                <a:latin typeface="Times New Roman" panose="02020603050405020304" pitchFamily="18" charset="0"/>
                <a:ea typeface="宋体" panose="02010600030101010101" pitchFamily="2" charset="-122"/>
              </a:rPr>
              <a:t>6.4  </a:t>
            </a:r>
            <a:r>
              <a:rPr lang="zh-CN" altLang="en-US" dirty="0">
                <a:latin typeface="Times New Roman" panose="02020603050405020304" pitchFamily="18" charset="0"/>
                <a:ea typeface="宋体" panose="02010600030101010101" pitchFamily="2" charset="-122"/>
              </a:rPr>
              <a:t>万维网 </a:t>
            </a:r>
            <a:r>
              <a:rPr lang="en-US" altLang="zh-CN" dirty="0">
                <a:latin typeface="Times New Roman" panose="02020603050405020304" pitchFamily="18" charset="0"/>
                <a:ea typeface="宋体" panose="02010600030101010101" pitchFamily="2" charset="-122"/>
              </a:rPr>
              <a:t>WWW</a:t>
            </a:r>
            <a:endParaRPr lang="zh-CN" altLang="en-US" sz="3000" dirty="0">
              <a:ea typeface="宋体" panose="02010600030101010101" pitchFamily="2" charset="-122"/>
            </a:endParaRPr>
          </a:p>
        </p:txBody>
      </p:sp>
      <p:sp>
        <p:nvSpPr>
          <p:cNvPr id="543747" name="Rectangle 3">
            <a:extLst>
              <a:ext uri="{FF2B5EF4-FFF2-40B4-BE49-F238E27FC236}">
                <a16:creationId xmlns:a16="http://schemas.microsoft.com/office/drawing/2014/main" id="{5373E880-9C27-4E47-9AFF-12663CDC2669}"/>
              </a:ext>
            </a:extLst>
          </p:cNvPr>
          <p:cNvSpPr>
            <a:spLocks noGrp="1" noChangeArrowheads="1"/>
          </p:cNvSpPr>
          <p:nvPr>
            <p:ph type="body" idx="1"/>
          </p:nvPr>
        </p:nvSpPr>
        <p:spPr>
          <a:xfrm>
            <a:off x="152400" y="1717960"/>
            <a:ext cx="8769927" cy="2971368"/>
          </a:xfrm>
        </p:spPr>
        <p:txBody>
          <a:bodyPr/>
          <a:lstStyle/>
          <a:p>
            <a:pPr algn="just" eaLnBrk="1" hangingPunct="1"/>
            <a:r>
              <a:rPr lang="zh-CN" altLang="en-US" dirty="0">
                <a:solidFill>
                  <a:schemeClr val="hlink"/>
                </a:solidFill>
                <a:ea typeface="宋体" panose="02010600030101010101" pitchFamily="2" charset="-122"/>
              </a:rPr>
              <a:t>万维网</a:t>
            </a:r>
            <a:r>
              <a:rPr lang="zh-CN" altLang="en-US" dirty="0">
                <a:ea typeface="宋体" panose="02010600030101010101" pitchFamily="2" charset="-122"/>
              </a:rPr>
              <a:t> </a:t>
            </a:r>
            <a:r>
              <a:rPr lang="en-US" altLang="zh-CN" dirty="0">
                <a:ea typeface="宋体" panose="02010600030101010101" pitchFamily="2" charset="-122"/>
              </a:rPr>
              <a:t>WWW (World Wide Web)</a:t>
            </a:r>
            <a:r>
              <a:rPr lang="zh-CN" altLang="en-US" dirty="0">
                <a:ea typeface="宋体" panose="02010600030101010101" pitchFamily="2" charset="-122"/>
              </a:rPr>
              <a:t>并非某种特殊的计算机网络。</a:t>
            </a:r>
          </a:p>
          <a:p>
            <a:pPr algn="just" eaLnBrk="1" hangingPunct="1"/>
            <a:r>
              <a:rPr lang="zh-CN" altLang="en-US" dirty="0">
                <a:ea typeface="宋体" panose="02010600030101010101" pitchFamily="2" charset="-122"/>
              </a:rPr>
              <a:t>万维网是一个大规模的、联机式的信息储藏所。</a:t>
            </a:r>
          </a:p>
          <a:p>
            <a:pPr algn="just" eaLnBrk="1" hangingPunct="1"/>
            <a:r>
              <a:rPr lang="zh-CN" altLang="en-US" dirty="0">
                <a:ea typeface="宋体" panose="02010600030101010101" pitchFamily="2" charset="-122"/>
              </a:rPr>
              <a:t>万维网用链接的方法能非常方便地从因特网上的一个站点访问另一个站点，从而主动地按需获取丰富的信息。</a:t>
            </a:r>
          </a:p>
          <a:p>
            <a:pPr algn="just" eaLnBrk="1" hangingPunct="1"/>
            <a:r>
              <a:rPr lang="zh-CN" altLang="en-US" dirty="0">
                <a:ea typeface="宋体" panose="02010600030101010101" pitchFamily="2" charset="-122"/>
              </a:rPr>
              <a:t>这种访问方式称为“</a:t>
            </a:r>
            <a:r>
              <a:rPr lang="zh-CN" altLang="en-US" dirty="0">
                <a:solidFill>
                  <a:schemeClr val="hlink"/>
                </a:solidFill>
                <a:ea typeface="宋体" panose="02010600030101010101" pitchFamily="2" charset="-122"/>
              </a:rPr>
              <a:t>链接</a:t>
            </a:r>
            <a:r>
              <a:rPr lang="zh-CN" altLang="en-US" dirty="0">
                <a:ea typeface="宋体" panose="02010600030101010101" pitchFamily="2" charset="-122"/>
              </a:rPr>
              <a:t>”。</a:t>
            </a:r>
          </a:p>
        </p:txBody>
      </p:sp>
      <p:sp>
        <p:nvSpPr>
          <p:cNvPr id="80899" name="幻灯片编号占位符 1">
            <a:extLst>
              <a:ext uri="{FF2B5EF4-FFF2-40B4-BE49-F238E27FC236}">
                <a16:creationId xmlns:a16="http://schemas.microsoft.com/office/drawing/2014/main" id="{73E6EF92-C84E-9045-BD20-6D315AB1AEC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19DAA40-2E81-994A-8685-581810EAB4A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06514D59-044A-6A4A-BD2D-E11BA6416AA5}"/>
              </a:ext>
            </a:extLst>
          </p:cNvPr>
          <p:cNvSpPr/>
          <p:nvPr/>
        </p:nvSpPr>
        <p:spPr>
          <a:xfrm>
            <a:off x="152400" y="1044576"/>
            <a:ext cx="4572000" cy="584775"/>
          </a:xfrm>
          <a:prstGeom prst="rect">
            <a:avLst/>
          </a:prstGeom>
        </p:spPr>
        <p:txBody>
          <a:bodyPr>
            <a:spAutoFit/>
          </a:bodyPr>
          <a:lstStyle/>
          <a:p>
            <a:r>
              <a:rPr lang="en-US" altLang="zh-CN" sz="3200" dirty="0"/>
              <a:t>6.4.1  </a:t>
            </a:r>
            <a:r>
              <a:rPr lang="zh-CN" altLang="en-US" sz="3200" dirty="0"/>
              <a:t>万维网概述</a:t>
            </a:r>
          </a:p>
        </p:txBody>
      </p:sp>
    </p:spTree>
    <p:extLst>
      <p:ext uri="{BB962C8B-B14F-4D97-AF65-F5344CB8AC3E}">
        <p14:creationId xmlns:p14="http://schemas.microsoft.com/office/powerpoint/2010/main" val="3367493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45D0B60D-FA96-304A-B18E-208172A2047F}"/>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万维网提供分布式服务 </a:t>
            </a:r>
          </a:p>
        </p:txBody>
      </p:sp>
      <p:sp>
        <p:nvSpPr>
          <p:cNvPr id="82946" name="Text Box 5">
            <a:extLst>
              <a:ext uri="{FF2B5EF4-FFF2-40B4-BE49-F238E27FC236}">
                <a16:creationId xmlns:a16="http://schemas.microsoft.com/office/drawing/2014/main" id="{114ACBDB-4974-E64B-8D1F-27E5238D1362}"/>
              </a:ext>
            </a:extLst>
          </p:cNvPr>
          <p:cNvSpPr txBox="1">
            <a:spLocks noChangeArrowheads="1"/>
          </p:cNvSpPr>
          <p:nvPr/>
        </p:nvSpPr>
        <p:spPr bwMode="auto">
          <a:xfrm>
            <a:off x="3139679" y="2922985"/>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47" name="Text Box 6">
            <a:extLst>
              <a:ext uri="{FF2B5EF4-FFF2-40B4-BE49-F238E27FC236}">
                <a16:creationId xmlns:a16="http://schemas.microsoft.com/office/drawing/2014/main" id="{15E86C79-933E-5947-BF2E-2D6EAA28502C}"/>
              </a:ext>
            </a:extLst>
          </p:cNvPr>
          <p:cNvSpPr txBox="1">
            <a:spLocks noChangeArrowheads="1"/>
          </p:cNvSpPr>
          <p:nvPr/>
        </p:nvSpPr>
        <p:spPr bwMode="auto">
          <a:xfrm>
            <a:off x="1674019" y="1402557"/>
            <a:ext cx="829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200">
                <a:latin typeface="Arial" panose="020B0604020202020204" pitchFamily="34" charset="0"/>
                <a:ea typeface="宋体" panose="02010600030101010101" pitchFamily="2" charset="-122"/>
                <a:sym typeface="Wingdings" pitchFamily="2" charset="2"/>
              </a:rPr>
              <a:t></a:t>
            </a:r>
            <a:endParaRPr kumimoji="1" lang="en-US" altLang="zh-CN" sz="7200">
              <a:latin typeface="Arial" panose="020B0604020202020204" pitchFamily="34" charset="0"/>
              <a:ea typeface="宋体" panose="02010600030101010101" pitchFamily="2" charset="-122"/>
            </a:endParaRPr>
          </a:p>
        </p:txBody>
      </p:sp>
      <p:sp>
        <p:nvSpPr>
          <p:cNvPr id="82948" name="Text Box 7">
            <a:extLst>
              <a:ext uri="{FF2B5EF4-FFF2-40B4-BE49-F238E27FC236}">
                <a16:creationId xmlns:a16="http://schemas.microsoft.com/office/drawing/2014/main" id="{8840985B-0B1F-2A45-A27B-E2F709476135}"/>
              </a:ext>
            </a:extLst>
          </p:cNvPr>
          <p:cNvSpPr txBox="1">
            <a:spLocks noChangeArrowheads="1"/>
          </p:cNvSpPr>
          <p:nvPr/>
        </p:nvSpPr>
        <p:spPr bwMode="auto">
          <a:xfrm>
            <a:off x="4082654" y="1313260"/>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49" name="Text Box 8">
            <a:extLst>
              <a:ext uri="{FF2B5EF4-FFF2-40B4-BE49-F238E27FC236}">
                <a16:creationId xmlns:a16="http://schemas.microsoft.com/office/drawing/2014/main" id="{42379E51-5262-A94B-AA53-576965B3CF05}"/>
              </a:ext>
            </a:extLst>
          </p:cNvPr>
          <p:cNvSpPr txBox="1">
            <a:spLocks noChangeArrowheads="1"/>
          </p:cNvSpPr>
          <p:nvPr/>
        </p:nvSpPr>
        <p:spPr bwMode="auto">
          <a:xfrm>
            <a:off x="5443538" y="2868216"/>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82950" name="Text Box 9">
            <a:extLst>
              <a:ext uri="{FF2B5EF4-FFF2-40B4-BE49-F238E27FC236}">
                <a16:creationId xmlns:a16="http://schemas.microsoft.com/office/drawing/2014/main" id="{BAAB23AE-A3CC-A348-8299-607084FC2167}"/>
              </a:ext>
            </a:extLst>
          </p:cNvPr>
          <p:cNvSpPr txBox="1">
            <a:spLocks noChangeArrowheads="1"/>
          </p:cNvSpPr>
          <p:nvPr/>
        </p:nvSpPr>
        <p:spPr bwMode="auto">
          <a:xfrm>
            <a:off x="6663929" y="1434704"/>
            <a:ext cx="8290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200">
                <a:latin typeface="Arial" panose="020B0604020202020204" pitchFamily="34" charset="0"/>
                <a:ea typeface="宋体" panose="02010600030101010101" pitchFamily="2" charset="-122"/>
                <a:sym typeface="Wingdings" pitchFamily="2" charset="2"/>
              </a:rPr>
              <a:t></a:t>
            </a:r>
            <a:endParaRPr kumimoji="1" lang="en-US" altLang="zh-CN" sz="7200">
              <a:latin typeface="Arial" panose="020B0604020202020204" pitchFamily="34" charset="0"/>
              <a:ea typeface="宋体" panose="02010600030101010101" pitchFamily="2" charset="-122"/>
            </a:endParaRPr>
          </a:p>
        </p:txBody>
      </p:sp>
      <p:pic>
        <p:nvPicPr>
          <p:cNvPr id="82951" name="Picture 10">
            <a:extLst>
              <a:ext uri="{FF2B5EF4-FFF2-40B4-BE49-F238E27FC236}">
                <a16:creationId xmlns:a16="http://schemas.microsoft.com/office/drawing/2014/main" id="{CE51C7E4-8678-6A48-A1F8-C3FAC880E1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516" y="2359819"/>
            <a:ext cx="492919"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2" name="Text Box 11">
            <a:extLst>
              <a:ext uri="{FF2B5EF4-FFF2-40B4-BE49-F238E27FC236}">
                <a16:creationId xmlns:a16="http://schemas.microsoft.com/office/drawing/2014/main" id="{F073C253-56CE-544A-8DD1-9F54B2701BFF}"/>
              </a:ext>
            </a:extLst>
          </p:cNvPr>
          <p:cNvSpPr txBox="1">
            <a:spLocks noChangeArrowheads="1"/>
          </p:cNvSpPr>
          <p:nvPr/>
        </p:nvSpPr>
        <p:spPr bwMode="auto">
          <a:xfrm>
            <a:off x="1756173" y="2778919"/>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A</a:t>
            </a:r>
          </a:p>
        </p:txBody>
      </p:sp>
      <p:pic>
        <p:nvPicPr>
          <p:cNvPr id="82953" name="Picture 12">
            <a:extLst>
              <a:ext uri="{FF2B5EF4-FFF2-40B4-BE49-F238E27FC236}">
                <a16:creationId xmlns:a16="http://schemas.microsoft.com/office/drawing/2014/main" id="{48787F50-DEE1-D74D-B451-46C2B6E3CD3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863" y="2369344"/>
            <a:ext cx="494110"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4" name="Picture 13">
            <a:extLst>
              <a:ext uri="{FF2B5EF4-FFF2-40B4-BE49-F238E27FC236}">
                <a16:creationId xmlns:a16="http://schemas.microsoft.com/office/drawing/2014/main" id="{CF05455B-F6CD-CC40-9026-D2C8386535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0135" y="2359819"/>
            <a:ext cx="494109" cy="46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5" name="Picture 14">
            <a:extLst>
              <a:ext uri="{FF2B5EF4-FFF2-40B4-BE49-F238E27FC236}">
                <a16:creationId xmlns:a16="http://schemas.microsoft.com/office/drawing/2014/main" id="{AE8D83D7-7244-AE45-8EAA-0F85F588FE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2607" y="3901679"/>
            <a:ext cx="492919"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6" name="Picture 15">
            <a:extLst>
              <a:ext uri="{FF2B5EF4-FFF2-40B4-BE49-F238E27FC236}">
                <a16:creationId xmlns:a16="http://schemas.microsoft.com/office/drawing/2014/main" id="{354E8CFD-52C6-1C45-9E1B-B7DA18DB554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225" y="3901679"/>
            <a:ext cx="494110" cy="46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7" name="Text Box 16">
            <a:extLst>
              <a:ext uri="{FF2B5EF4-FFF2-40B4-BE49-F238E27FC236}">
                <a16:creationId xmlns:a16="http://schemas.microsoft.com/office/drawing/2014/main" id="{832DA792-64D7-074A-A463-F7B1390C5DEC}"/>
              </a:ext>
            </a:extLst>
          </p:cNvPr>
          <p:cNvSpPr txBox="1">
            <a:spLocks noChangeArrowheads="1"/>
          </p:cNvSpPr>
          <p:nvPr/>
        </p:nvSpPr>
        <p:spPr bwMode="auto">
          <a:xfrm>
            <a:off x="6671073" y="2801541"/>
            <a:ext cx="76174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站点 </a:t>
            </a:r>
            <a:r>
              <a:rPr kumimoji="1" lang="en-US" altLang="zh-CN" sz="1500">
                <a:latin typeface="Arial" panose="020B0604020202020204" pitchFamily="34" charset="0"/>
                <a:ea typeface="宋体" panose="02010600030101010101" pitchFamily="2" charset="-122"/>
              </a:rPr>
              <a:t>C</a:t>
            </a:r>
          </a:p>
        </p:txBody>
      </p:sp>
      <p:sp>
        <p:nvSpPr>
          <p:cNvPr id="82958" name="Text Box 17">
            <a:extLst>
              <a:ext uri="{FF2B5EF4-FFF2-40B4-BE49-F238E27FC236}">
                <a16:creationId xmlns:a16="http://schemas.microsoft.com/office/drawing/2014/main" id="{10E725A1-618E-CA47-9984-DFD039E62B99}"/>
              </a:ext>
            </a:extLst>
          </p:cNvPr>
          <p:cNvSpPr txBox="1">
            <a:spLocks noChangeArrowheads="1"/>
          </p:cNvSpPr>
          <p:nvPr/>
        </p:nvSpPr>
        <p:spPr bwMode="auto">
          <a:xfrm>
            <a:off x="5219700" y="4352925"/>
            <a:ext cx="13276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E</a:t>
            </a:r>
          </a:p>
        </p:txBody>
      </p:sp>
      <p:sp>
        <p:nvSpPr>
          <p:cNvPr id="82959" name="Text Box 18">
            <a:extLst>
              <a:ext uri="{FF2B5EF4-FFF2-40B4-BE49-F238E27FC236}">
                <a16:creationId xmlns:a16="http://schemas.microsoft.com/office/drawing/2014/main" id="{68F498A4-C2FF-D546-A2C8-9FA34B4F22FC}"/>
              </a:ext>
            </a:extLst>
          </p:cNvPr>
          <p:cNvSpPr txBox="1">
            <a:spLocks noChangeArrowheads="1"/>
          </p:cNvSpPr>
          <p:nvPr/>
        </p:nvSpPr>
        <p:spPr bwMode="auto">
          <a:xfrm>
            <a:off x="2951560" y="4355307"/>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D</a:t>
            </a:r>
          </a:p>
        </p:txBody>
      </p:sp>
      <p:sp>
        <p:nvSpPr>
          <p:cNvPr id="82960" name="Text Box 19">
            <a:extLst>
              <a:ext uri="{FF2B5EF4-FFF2-40B4-BE49-F238E27FC236}">
                <a16:creationId xmlns:a16="http://schemas.microsoft.com/office/drawing/2014/main" id="{6C3A075E-731F-0C42-89B4-674D58AF57FC}"/>
              </a:ext>
            </a:extLst>
          </p:cNvPr>
          <p:cNvSpPr txBox="1">
            <a:spLocks noChangeArrowheads="1"/>
          </p:cNvSpPr>
          <p:nvPr/>
        </p:nvSpPr>
        <p:spPr bwMode="auto">
          <a:xfrm>
            <a:off x="3869531" y="2814638"/>
            <a:ext cx="132760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万维网站点 </a:t>
            </a:r>
            <a:r>
              <a:rPr kumimoji="1" lang="en-US" altLang="zh-CN" sz="1500">
                <a:latin typeface="Arial" panose="020B0604020202020204" pitchFamily="34" charset="0"/>
                <a:ea typeface="宋体" panose="02010600030101010101" pitchFamily="2" charset="-122"/>
              </a:rPr>
              <a:t>B</a:t>
            </a:r>
          </a:p>
        </p:txBody>
      </p:sp>
      <p:grpSp>
        <p:nvGrpSpPr>
          <p:cNvPr id="544821" name="Group 53">
            <a:extLst>
              <a:ext uri="{FF2B5EF4-FFF2-40B4-BE49-F238E27FC236}">
                <a16:creationId xmlns:a16="http://schemas.microsoft.com/office/drawing/2014/main" id="{0B914222-9FC4-F045-8C23-571330C6EAA8}"/>
              </a:ext>
            </a:extLst>
          </p:cNvPr>
          <p:cNvGrpSpPr>
            <a:grpSpLocks/>
          </p:cNvGrpSpPr>
          <p:nvPr/>
        </p:nvGrpSpPr>
        <p:grpSpPr bwMode="auto">
          <a:xfrm>
            <a:off x="2134791" y="1614489"/>
            <a:ext cx="2265759" cy="447675"/>
            <a:chOff x="833" y="1356"/>
            <a:chExt cx="1903" cy="376"/>
          </a:xfrm>
        </p:grpSpPr>
        <p:sp>
          <p:nvSpPr>
            <p:cNvPr id="544793" name="Line 25">
              <a:extLst>
                <a:ext uri="{FF2B5EF4-FFF2-40B4-BE49-F238E27FC236}">
                  <a16:creationId xmlns:a16="http://schemas.microsoft.com/office/drawing/2014/main" id="{1F614F24-110D-2E46-A2A3-383F2B6C36FB}"/>
                </a:ext>
              </a:extLst>
            </p:cNvPr>
            <p:cNvSpPr>
              <a:spLocks noChangeShapeType="1"/>
            </p:cNvSpPr>
            <p:nvPr/>
          </p:nvSpPr>
          <p:spPr bwMode="auto">
            <a:xfrm flipV="1">
              <a:off x="833" y="1564"/>
              <a:ext cx="1903" cy="168"/>
            </a:xfrm>
            <a:prstGeom prst="line">
              <a:avLst/>
            </a:prstGeom>
            <a:noFill/>
            <a:ln w="76200">
              <a:solidFill>
                <a:schemeClr val="hlink"/>
              </a:solidFill>
              <a:prstDash val="sysDot"/>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82997" name="Text Box 26">
              <a:extLst>
                <a:ext uri="{FF2B5EF4-FFF2-40B4-BE49-F238E27FC236}">
                  <a16:creationId xmlns:a16="http://schemas.microsoft.com/office/drawing/2014/main" id="{C6E481EA-AC64-C74E-B6D5-EB7A7F517B15}"/>
                </a:ext>
              </a:extLst>
            </p:cNvPr>
            <p:cNvSpPr txBox="1">
              <a:spLocks noChangeArrowheads="1"/>
            </p:cNvSpPr>
            <p:nvPr/>
          </p:nvSpPr>
          <p:spPr bwMode="auto">
            <a:xfrm rot="21377422">
              <a:off x="1477" y="1356"/>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3" name="Group 55">
            <a:extLst>
              <a:ext uri="{FF2B5EF4-FFF2-40B4-BE49-F238E27FC236}">
                <a16:creationId xmlns:a16="http://schemas.microsoft.com/office/drawing/2014/main" id="{B7C9D2B0-8166-FD48-8045-26A0FACFBB5E}"/>
              </a:ext>
            </a:extLst>
          </p:cNvPr>
          <p:cNvGrpSpPr>
            <a:grpSpLocks/>
          </p:cNvGrpSpPr>
          <p:nvPr/>
        </p:nvGrpSpPr>
        <p:grpSpPr bwMode="auto">
          <a:xfrm>
            <a:off x="3495675" y="2057400"/>
            <a:ext cx="816769" cy="1420416"/>
            <a:chOff x="1976" y="1728"/>
            <a:chExt cx="686" cy="1193"/>
          </a:xfrm>
        </p:grpSpPr>
        <p:sp>
          <p:nvSpPr>
            <p:cNvPr id="544790" name="Line 22">
              <a:extLst>
                <a:ext uri="{FF2B5EF4-FFF2-40B4-BE49-F238E27FC236}">
                  <a16:creationId xmlns:a16="http://schemas.microsoft.com/office/drawing/2014/main" id="{03293CDE-3C73-EB44-BCCF-A35ACA0E7964}"/>
                </a:ext>
              </a:extLst>
            </p:cNvPr>
            <p:cNvSpPr>
              <a:spLocks noChangeShapeType="1"/>
            </p:cNvSpPr>
            <p:nvPr/>
          </p:nvSpPr>
          <p:spPr bwMode="auto">
            <a:xfrm flipH="1">
              <a:off x="1976" y="1778"/>
              <a:ext cx="686" cy="1143"/>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5" name="Text Box 27">
              <a:extLst>
                <a:ext uri="{FF2B5EF4-FFF2-40B4-BE49-F238E27FC236}">
                  <a16:creationId xmlns:a16="http://schemas.microsoft.com/office/drawing/2014/main" id="{FCC979D0-2E52-7E44-8BFC-5B94BEE7FF2D}"/>
                </a:ext>
              </a:extLst>
            </p:cNvPr>
            <p:cNvSpPr txBox="1">
              <a:spLocks noChangeArrowheads="1"/>
            </p:cNvSpPr>
            <p:nvPr/>
          </p:nvSpPr>
          <p:spPr bwMode="auto">
            <a:xfrm rot="18143965">
              <a:off x="2005" y="191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2" name="Group 54">
            <a:extLst>
              <a:ext uri="{FF2B5EF4-FFF2-40B4-BE49-F238E27FC236}">
                <a16:creationId xmlns:a16="http://schemas.microsoft.com/office/drawing/2014/main" id="{74156284-1E62-BD47-99EF-DB199C9933CA}"/>
              </a:ext>
            </a:extLst>
          </p:cNvPr>
          <p:cNvGrpSpPr>
            <a:grpSpLocks/>
          </p:cNvGrpSpPr>
          <p:nvPr/>
        </p:nvGrpSpPr>
        <p:grpSpPr bwMode="auto">
          <a:xfrm>
            <a:off x="2176463" y="2245519"/>
            <a:ext cx="3612356" cy="1526381"/>
            <a:chOff x="868" y="1886"/>
            <a:chExt cx="3034" cy="1282"/>
          </a:xfrm>
        </p:grpSpPr>
        <p:sp>
          <p:nvSpPr>
            <p:cNvPr id="544788" name="Line 20">
              <a:extLst>
                <a:ext uri="{FF2B5EF4-FFF2-40B4-BE49-F238E27FC236}">
                  <a16:creationId xmlns:a16="http://schemas.microsoft.com/office/drawing/2014/main" id="{5F95101B-2901-E947-95BF-31EDA18BB69B}"/>
                </a:ext>
              </a:extLst>
            </p:cNvPr>
            <p:cNvSpPr>
              <a:spLocks noChangeShapeType="1"/>
            </p:cNvSpPr>
            <p:nvPr/>
          </p:nvSpPr>
          <p:spPr bwMode="auto">
            <a:xfrm>
              <a:off x="868" y="1886"/>
              <a:ext cx="3034" cy="1282"/>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3" name="Text Box 28">
              <a:extLst>
                <a:ext uri="{FF2B5EF4-FFF2-40B4-BE49-F238E27FC236}">
                  <a16:creationId xmlns:a16="http://schemas.microsoft.com/office/drawing/2014/main" id="{9891A10E-C7CF-B846-9EB3-84A1D15A253B}"/>
                </a:ext>
              </a:extLst>
            </p:cNvPr>
            <p:cNvSpPr txBox="1">
              <a:spLocks noChangeArrowheads="1"/>
            </p:cNvSpPr>
            <p:nvPr/>
          </p:nvSpPr>
          <p:spPr bwMode="auto">
            <a:xfrm rot="1357240">
              <a:off x="1436" y="196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6" name="Group 58">
            <a:extLst>
              <a:ext uri="{FF2B5EF4-FFF2-40B4-BE49-F238E27FC236}">
                <a16:creationId xmlns:a16="http://schemas.microsoft.com/office/drawing/2014/main" id="{3D05B48E-7731-E24B-8793-F6001CDE8DB0}"/>
              </a:ext>
            </a:extLst>
          </p:cNvPr>
          <p:cNvGrpSpPr>
            <a:grpSpLocks/>
          </p:cNvGrpSpPr>
          <p:nvPr/>
        </p:nvGrpSpPr>
        <p:grpSpPr bwMode="auto">
          <a:xfrm>
            <a:off x="3684985" y="2245519"/>
            <a:ext cx="3265884" cy="1556147"/>
            <a:chOff x="2135" y="1886"/>
            <a:chExt cx="2743" cy="1307"/>
          </a:xfrm>
        </p:grpSpPr>
        <p:sp>
          <p:nvSpPr>
            <p:cNvPr id="544789" name="Line 21">
              <a:extLst>
                <a:ext uri="{FF2B5EF4-FFF2-40B4-BE49-F238E27FC236}">
                  <a16:creationId xmlns:a16="http://schemas.microsoft.com/office/drawing/2014/main" id="{B852800C-D357-EE45-B051-FD91BBEE1C71}"/>
                </a:ext>
              </a:extLst>
            </p:cNvPr>
            <p:cNvSpPr>
              <a:spLocks noChangeShapeType="1"/>
            </p:cNvSpPr>
            <p:nvPr/>
          </p:nvSpPr>
          <p:spPr bwMode="auto">
            <a:xfrm flipV="1">
              <a:off x="2135" y="1886"/>
              <a:ext cx="2743" cy="1307"/>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91" name="Text Box 29">
              <a:extLst>
                <a:ext uri="{FF2B5EF4-FFF2-40B4-BE49-F238E27FC236}">
                  <a16:creationId xmlns:a16="http://schemas.microsoft.com/office/drawing/2014/main" id="{C6A38A17-B70F-0842-9730-FD2F7E72B187}"/>
                </a:ext>
              </a:extLst>
            </p:cNvPr>
            <p:cNvSpPr txBox="1">
              <a:spLocks noChangeArrowheads="1"/>
            </p:cNvSpPr>
            <p:nvPr/>
          </p:nvSpPr>
          <p:spPr bwMode="auto">
            <a:xfrm rot="20118828">
              <a:off x="3681" y="1999"/>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5" name="Group 57">
            <a:extLst>
              <a:ext uri="{FF2B5EF4-FFF2-40B4-BE49-F238E27FC236}">
                <a16:creationId xmlns:a16="http://schemas.microsoft.com/office/drawing/2014/main" id="{B6F8B7D8-56CD-F94E-AA3A-C2730D419484}"/>
              </a:ext>
            </a:extLst>
          </p:cNvPr>
          <p:cNvGrpSpPr>
            <a:grpSpLocks/>
          </p:cNvGrpSpPr>
          <p:nvPr/>
        </p:nvGrpSpPr>
        <p:grpSpPr bwMode="auto">
          <a:xfrm>
            <a:off x="1988344" y="2311004"/>
            <a:ext cx="1445419" cy="1360884"/>
            <a:chOff x="710" y="1941"/>
            <a:chExt cx="1214" cy="1143"/>
          </a:xfrm>
        </p:grpSpPr>
        <p:sp>
          <p:nvSpPr>
            <p:cNvPr id="544792" name="Line 24">
              <a:extLst>
                <a:ext uri="{FF2B5EF4-FFF2-40B4-BE49-F238E27FC236}">
                  <a16:creationId xmlns:a16="http://schemas.microsoft.com/office/drawing/2014/main" id="{70737B6D-5A29-334E-8B51-4D4B1AB089AA}"/>
                </a:ext>
              </a:extLst>
            </p:cNvPr>
            <p:cNvSpPr>
              <a:spLocks noChangeShapeType="1"/>
            </p:cNvSpPr>
            <p:nvPr/>
          </p:nvSpPr>
          <p:spPr bwMode="auto">
            <a:xfrm flipH="1" flipV="1">
              <a:off x="710" y="1941"/>
              <a:ext cx="1214" cy="1143"/>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89" name="Text Box 30">
              <a:extLst>
                <a:ext uri="{FF2B5EF4-FFF2-40B4-BE49-F238E27FC236}">
                  <a16:creationId xmlns:a16="http://schemas.microsoft.com/office/drawing/2014/main" id="{524B10EF-250A-E34F-8EDB-EDFA3F6FCF5A}"/>
                </a:ext>
              </a:extLst>
            </p:cNvPr>
            <p:cNvSpPr txBox="1">
              <a:spLocks noChangeArrowheads="1"/>
            </p:cNvSpPr>
            <p:nvPr/>
          </p:nvSpPr>
          <p:spPr bwMode="auto">
            <a:xfrm rot="2570439">
              <a:off x="1180" y="2346"/>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544824" name="Group 56">
            <a:extLst>
              <a:ext uri="{FF2B5EF4-FFF2-40B4-BE49-F238E27FC236}">
                <a16:creationId xmlns:a16="http://schemas.microsoft.com/office/drawing/2014/main" id="{F7DAA679-0342-F248-A3D7-7A9A08C68D97}"/>
              </a:ext>
            </a:extLst>
          </p:cNvPr>
          <p:cNvGrpSpPr>
            <a:grpSpLocks/>
          </p:cNvGrpSpPr>
          <p:nvPr/>
        </p:nvGrpSpPr>
        <p:grpSpPr bwMode="auto">
          <a:xfrm>
            <a:off x="4563666" y="2311003"/>
            <a:ext cx="1131094" cy="1166813"/>
            <a:chOff x="2873" y="1941"/>
            <a:chExt cx="950" cy="980"/>
          </a:xfrm>
        </p:grpSpPr>
        <p:sp>
          <p:nvSpPr>
            <p:cNvPr id="544791" name="Line 23">
              <a:extLst>
                <a:ext uri="{FF2B5EF4-FFF2-40B4-BE49-F238E27FC236}">
                  <a16:creationId xmlns:a16="http://schemas.microsoft.com/office/drawing/2014/main" id="{477BE32E-FCE0-8642-ADD6-8116DA8A920F}"/>
                </a:ext>
              </a:extLst>
            </p:cNvPr>
            <p:cNvSpPr>
              <a:spLocks noChangeShapeType="1"/>
            </p:cNvSpPr>
            <p:nvPr/>
          </p:nvSpPr>
          <p:spPr bwMode="auto">
            <a:xfrm>
              <a:off x="2873" y="1941"/>
              <a:ext cx="950" cy="980"/>
            </a:xfrm>
            <a:prstGeom prst="line">
              <a:avLst/>
            </a:prstGeom>
            <a:noFill/>
            <a:ln w="76200">
              <a:solidFill>
                <a:schemeClr val="hlink"/>
              </a:solidFill>
              <a:prstDash val="sysDot"/>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82987" name="Text Box 31">
              <a:extLst>
                <a:ext uri="{FF2B5EF4-FFF2-40B4-BE49-F238E27FC236}">
                  <a16:creationId xmlns:a16="http://schemas.microsoft.com/office/drawing/2014/main" id="{0F399F3E-C55B-4847-849D-E86B4D526B5A}"/>
                </a:ext>
              </a:extLst>
            </p:cNvPr>
            <p:cNvSpPr txBox="1">
              <a:spLocks noChangeArrowheads="1"/>
            </p:cNvSpPr>
            <p:nvPr/>
          </p:nvSpPr>
          <p:spPr bwMode="auto">
            <a:xfrm rot="2686426">
              <a:off x="3066" y="2102"/>
              <a:ext cx="6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链接到</a:t>
              </a:r>
            </a:p>
          </p:txBody>
        </p:sp>
      </p:grpSp>
      <p:grpSp>
        <p:nvGrpSpPr>
          <p:cNvPr id="82967" name="Group 34">
            <a:extLst>
              <a:ext uri="{FF2B5EF4-FFF2-40B4-BE49-F238E27FC236}">
                <a16:creationId xmlns:a16="http://schemas.microsoft.com/office/drawing/2014/main" id="{51B07F4F-DB48-9141-A9E1-7B92732B6CB8}"/>
              </a:ext>
            </a:extLst>
          </p:cNvPr>
          <p:cNvGrpSpPr>
            <a:grpSpLocks/>
          </p:cNvGrpSpPr>
          <p:nvPr/>
        </p:nvGrpSpPr>
        <p:grpSpPr bwMode="auto">
          <a:xfrm>
            <a:off x="4205288" y="1807363"/>
            <a:ext cx="424912" cy="415109"/>
            <a:chOff x="806" y="3124"/>
            <a:chExt cx="323" cy="306"/>
          </a:xfrm>
        </p:grpSpPr>
        <p:sp>
          <p:nvSpPr>
            <p:cNvPr id="544803" name="Oval 35">
              <a:extLst>
                <a:ext uri="{FF2B5EF4-FFF2-40B4-BE49-F238E27FC236}">
                  <a16:creationId xmlns:a16="http://schemas.microsoft.com/office/drawing/2014/main" id="{5C00313A-0B4F-544D-B901-B13E0CCFF678}"/>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5" name="Text Box 36">
              <a:extLst>
                <a:ext uri="{FF2B5EF4-FFF2-40B4-BE49-F238E27FC236}">
                  <a16:creationId xmlns:a16="http://schemas.microsoft.com/office/drawing/2014/main" id="{CAD91C4B-AFD3-C640-AC09-F7E73F63A99D}"/>
                </a:ext>
              </a:extLst>
            </p:cNvPr>
            <p:cNvSpPr txBox="1">
              <a:spLocks noChangeArrowheads="1"/>
            </p:cNvSpPr>
            <p:nvPr/>
          </p:nvSpPr>
          <p:spPr bwMode="auto">
            <a:xfrm>
              <a:off x="806" y="3124"/>
              <a:ext cx="32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68" name="Group 37">
            <a:extLst>
              <a:ext uri="{FF2B5EF4-FFF2-40B4-BE49-F238E27FC236}">
                <a16:creationId xmlns:a16="http://schemas.microsoft.com/office/drawing/2014/main" id="{4F8F891D-15CD-AA4B-ABA6-E500CA3BA9C0}"/>
              </a:ext>
            </a:extLst>
          </p:cNvPr>
          <p:cNvGrpSpPr>
            <a:grpSpLocks/>
          </p:cNvGrpSpPr>
          <p:nvPr/>
        </p:nvGrpSpPr>
        <p:grpSpPr bwMode="auto">
          <a:xfrm>
            <a:off x="3484960" y="3600452"/>
            <a:ext cx="424704" cy="415110"/>
            <a:chOff x="805" y="3123"/>
            <a:chExt cx="325" cy="306"/>
          </a:xfrm>
        </p:grpSpPr>
        <p:sp>
          <p:nvSpPr>
            <p:cNvPr id="544806" name="Oval 38">
              <a:extLst>
                <a:ext uri="{FF2B5EF4-FFF2-40B4-BE49-F238E27FC236}">
                  <a16:creationId xmlns:a16="http://schemas.microsoft.com/office/drawing/2014/main" id="{43044395-7FFD-1B46-B661-2044B30A8597}"/>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3" name="Text Box 39">
              <a:extLst>
                <a:ext uri="{FF2B5EF4-FFF2-40B4-BE49-F238E27FC236}">
                  <a16:creationId xmlns:a16="http://schemas.microsoft.com/office/drawing/2014/main" id="{A8A40AE8-4A75-F04B-BD09-AF0BB496EA79}"/>
                </a:ext>
              </a:extLst>
            </p:cNvPr>
            <p:cNvSpPr txBox="1">
              <a:spLocks noChangeArrowheads="1"/>
            </p:cNvSpPr>
            <p:nvPr/>
          </p:nvSpPr>
          <p:spPr bwMode="auto">
            <a:xfrm>
              <a:off x="805" y="3123"/>
              <a:ext cx="32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69" name="Group 40">
            <a:extLst>
              <a:ext uri="{FF2B5EF4-FFF2-40B4-BE49-F238E27FC236}">
                <a16:creationId xmlns:a16="http://schemas.microsoft.com/office/drawing/2014/main" id="{E0347F78-1A43-D44F-BB62-667870F6525B}"/>
              </a:ext>
            </a:extLst>
          </p:cNvPr>
          <p:cNvGrpSpPr>
            <a:grpSpLocks/>
          </p:cNvGrpSpPr>
          <p:nvPr/>
        </p:nvGrpSpPr>
        <p:grpSpPr bwMode="auto">
          <a:xfrm>
            <a:off x="1957390" y="1819270"/>
            <a:ext cx="424706" cy="415109"/>
            <a:chOff x="806" y="3124"/>
            <a:chExt cx="325" cy="306"/>
          </a:xfrm>
        </p:grpSpPr>
        <p:sp>
          <p:nvSpPr>
            <p:cNvPr id="544809" name="Oval 41">
              <a:extLst>
                <a:ext uri="{FF2B5EF4-FFF2-40B4-BE49-F238E27FC236}">
                  <a16:creationId xmlns:a16="http://schemas.microsoft.com/office/drawing/2014/main" id="{7F9E02CF-483C-6245-A9DD-7348A2D7652B}"/>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81" name="Text Box 42">
              <a:extLst>
                <a:ext uri="{FF2B5EF4-FFF2-40B4-BE49-F238E27FC236}">
                  <a16:creationId xmlns:a16="http://schemas.microsoft.com/office/drawing/2014/main" id="{C30E7EA6-4868-ED45-ADFD-2D9D5524F43F}"/>
                </a:ext>
              </a:extLst>
            </p:cNvPr>
            <p:cNvSpPr txBox="1">
              <a:spLocks noChangeArrowheads="1"/>
            </p:cNvSpPr>
            <p:nvPr/>
          </p:nvSpPr>
          <p:spPr bwMode="auto">
            <a:xfrm>
              <a:off x="806" y="3124"/>
              <a:ext cx="32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0" name="Group 43">
            <a:extLst>
              <a:ext uri="{FF2B5EF4-FFF2-40B4-BE49-F238E27FC236}">
                <a16:creationId xmlns:a16="http://schemas.microsoft.com/office/drawing/2014/main" id="{BEEEB787-6FE0-A040-AB29-3545E8D6DC2B}"/>
              </a:ext>
            </a:extLst>
          </p:cNvPr>
          <p:cNvGrpSpPr>
            <a:grpSpLocks/>
          </p:cNvGrpSpPr>
          <p:nvPr/>
        </p:nvGrpSpPr>
        <p:grpSpPr bwMode="auto">
          <a:xfrm>
            <a:off x="1988344" y="2003824"/>
            <a:ext cx="424912" cy="415019"/>
            <a:chOff x="806" y="3124"/>
            <a:chExt cx="323" cy="307"/>
          </a:xfrm>
        </p:grpSpPr>
        <p:sp>
          <p:nvSpPr>
            <p:cNvPr id="544812" name="Oval 44">
              <a:extLst>
                <a:ext uri="{FF2B5EF4-FFF2-40B4-BE49-F238E27FC236}">
                  <a16:creationId xmlns:a16="http://schemas.microsoft.com/office/drawing/2014/main" id="{86476454-0DB1-914A-86FB-3539516801EF}"/>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9" name="Text Box 45">
              <a:extLst>
                <a:ext uri="{FF2B5EF4-FFF2-40B4-BE49-F238E27FC236}">
                  <a16:creationId xmlns:a16="http://schemas.microsoft.com/office/drawing/2014/main" id="{BBFB8099-DC35-164B-A03E-2F9AA45EACCA}"/>
                </a:ext>
              </a:extLst>
            </p:cNvPr>
            <p:cNvSpPr txBox="1">
              <a:spLocks noChangeArrowheads="1"/>
            </p:cNvSpPr>
            <p:nvPr/>
          </p:nvSpPr>
          <p:spPr bwMode="auto">
            <a:xfrm>
              <a:off x="806" y="3124"/>
              <a:ext cx="32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1" name="Group 46">
            <a:extLst>
              <a:ext uri="{FF2B5EF4-FFF2-40B4-BE49-F238E27FC236}">
                <a16:creationId xmlns:a16="http://schemas.microsoft.com/office/drawing/2014/main" id="{087104A2-CFAE-7A4A-8107-021E40232D66}"/>
              </a:ext>
            </a:extLst>
          </p:cNvPr>
          <p:cNvGrpSpPr>
            <a:grpSpLocks/>
          </p:cNvGrpSpPr>
          <p:nvPr/>
        </p:nvGrpSpPr>
        <p:grpSpPr bwMode="auto">
          <a:xfrm>
            <a:off x="4343402" y="2003824"/>
            <a:ext cx="424706" cy="415019"/>
            <a:chOff x="805" y="3124"/>
            <a:chExt cx="325" cy="307"/>
          </a:xfrm>
        </p:grpSpPr>
        <p:sp>
          <p:nvSpPr>
            <p:cNvPr id="544815" name="Oval 47">
              <a:extLst>
                <a:ext uri="{FF2B5EF4-FFF2-40B4-BE49-F238E27FC236}">
                  <a16:creationId xmlns:a16="http://schemas.microsoft.com/office/drawing/2014/main" id="{70AE5B6D-BB2D-C64F-9CC5-51C9D4FEA16B}"/>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7" name="Text Box 48">
              <a:extLst>
                <a:ext uri="{FF2B5EF4-FFF2-40B4-BE49-F238E27FC236}">
                  <a16:creationId xmlns:a16="http://schemas.microsoft.com/office/drawing/2014/main" id="{00B95224-FF29-8846-9363-F939DEBAFA82}"/>
                </a:ext>
              </a:extLst>
            </p:cNvPr>
            <p:cNvSpPr txBox="1">
              <a:spLocks noChangeArrowheads="1"/>
            </p:cNvSpPr>
            <p:nvPr/>
          </p:nvSpPr>
          <p:spPr bwMode="auto">
            <a:xfrm>
              <a:off x="805" y="3124"/>
              <a:ext cx="32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grpSp>
        <p:nvGrpSpPr>
          <p:cNvPr id="82972" name="Group 49">
            <a:extLst>
              <a:ext uri="{FF2B5EF4-FFF2-40B4-BE49-F238E27FC236}">
                <a16:creationId xmlns:a16="http://schemas.microsoft.com/office/drawing/2014/main" id="{27547675-C75A-6545-A505-103ABCF6016E}"/>
              </a:ext>
            </a:extLst>
          </p:cNvPr>
          <p:cNvGrpSpPr>
            <a:grpSpLocks/>
          </p:cNvGrpSpPr>
          <p:nvPr/>
        </p:nvGrpSpPr>
        <p:grpSpPr bwMode="auto">
          <a:xfrm>
            <a:off x="3318273" y="3471857"/>
            <a:ext cx="424912" cy="415109"/>
            <a:chOff x="806" y="3124"/>
            <a:chExt cx="323" cy="306"/>
          </a:xfrm>
        </p:grpSpPr>
        <p:sp>
          <p:nvSpPr>
            <p:cNvPr id="544818" name="Oval 50">
              <a:extLst>
                <a:ext uri="{FF2B5EF4-FFF2-40B4-BE49-F238E27FC236}">
                  <a16:creationId xmlns:a16="http://schemas.microsoft.com/office/drawing/2014/main" id="{F3046E2E-EEA6-DE45-A021-2090E70A19B0}"/>
                </a:ext>
              </a:extLst>
            </p:cNvPr>
            <p:cNvSpPr>
              <a:spLocks noChangeArrowheads="1"/>
            </p:cNvSpPr>
            <p:nvPr/>
          </p:nvSpPr>
          <p:spPr bwMode="auto">
            <a:xfrm>
              <a:off x="864" y="3248"/>
              <a:ext cx="112" cy="120"/>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82975" name="Text Box 51">
              <a:extLst>
                <a:ext uri="{FF2B5EF4-FFF2-40B4-BE49-F238E27FC236}">
                  <a16:creationId xmlns:a16="http://schemas.microsoft.com/office/drawing/2014/main" id="{6A2AE576-DB99-7748-8F33-7CBB51B28BD9}"/>
                </a:ext>
              </a:extLst>
            </p:cNvPr>
            <p:cNvSpPr txBox="1">
              <a:spLocks noChangeArrowheads="1"/>
            </p:cNvSpPr>
            <p:nvPr/>
          </p:nvSpPr>
          <p:spPr bwMode="auto">
            <a:xfrm>
              <a:off x="806" y="3124"/>
              <a:ext cx="32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p>
          </p:txBody>
        </p:sp>
      </p:grpSp>
      <p:sp>
        <p:nvSpPr>
          <p:cNvPr id="82973" name="幻灯片编号占位符 1">
            <a:extLst>
              <a:ext uri="{FF2B5EF4-FFF2-40B4-BE49-F238E27FC236}">
                <a16:creationId xmlns:a16="http://schemas.microsoft.com/office/drawing/2014/main" id="{68BACA00-55EB-294E-96CF-A9FC405A48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0F168F-60ED-6949-8477-CE881F0BAF2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73513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44821"/>
                                        </p:tgtEl>
                                        <p:attrNameLst>
                                          <p:attrName>style.visibility</p:attrName>
                                        </p:attrNameLst>
                                      </p:cBhvr>
                                      <p:to>
                                        <p:strVal val="visible"/>
                                      </p:to>
                                    </p:set>
                                    <p:animEffect transition="in" filter="wipe(left)">
                                      <p:cBhvr>
                                        <p:cTn id="7" dur="1000"/>
                                        <p:tgtEl>
                                          <p:spTgt spid="544821"/>
                                        </p:tgtEl>
                                      </p:cBhvr>
                                    </p:animEffect>
                                  </p:childTnLst>
                                </p:cTn>
                              </p:par>
                            </p:childTnLst>
                          </p:cTn>
                        </p:par>
                        <p:par>
                          <p:cTn id="8" fill="hold" nodeType="afterGroup">
                            <p:stCondLst>
                              <p:cond delay="1500"/>
                            </p:stCondLst>
                            <p:childTnLst>
                              <p:par>
                                <p:cTn id="9" presetID="22" presetClass="entr" presetSubtype="8" fill="hold" nodeType="afterEffect">
                                  <p:stCondLst>
                                    <p:cond delay="500"/>
                                  </p:stCondLst>
                                  <p:childTnLst>
                                    <p:set>
                                      <p:cBhvr>
                                        <p:cTn id="10" dur="1" fill="hold">
                                          <p:stCondLst>
                                            <p:cond delay="0"/>
                                          </p:stCondLst>
                                        </p:cTn>
                                        <p:tgtEl>
                                          <p:spTgt spid="544822"/>
                                        </p:tgtEl>
                                        <p:attrNameLst>
                                          <p:attrName>style.visibility</p:attrName>
                                        </p:attrNameLst>
                                      </p:cBhvr>
                                      <p:to>
                                        <p:strVal val="visible"/>
                                      </p:to>
                                    </p:set>
                                    <p:animEffect transition="in" filter="wipe(left)">
                                      <p:cBhvr>
                                        <p:cTn id="11" dur="1000"/>
                                        <p:tgtEl>
                                          <p:spTgt spid="544822"/>
                                        </p:tgtEl>
                                      </p:cBhvr>
                                    </p:animEffect>
                                  </p:childTnLst>
                                </p:cTn>
                              </p:par>
                            </p:childTnLst>
                          </p:cTn>
                        </p:par>
                        <p:par>
                          <p:cTn id="12" fill="hold" nodeType="afterGroup">
                            <p:stCondLst>
                              <p:cond delay="3000"/>
                            </p:stCondLst>
                            <p:childTnLst>
                              <p:par>
                                <p:cTn id="13" presetID="22" presetClass="entr" presetSubtype="1" fill="hold" nodeType="afterEffect">
                                  <p:stCondLst>
                                    <p:cond delay="500"/>
                                  </p:stCondLst>
                                  <p:childTnLst>
                                    <p:set>
                                      <p:cBhvr>
                                        <p:cTn id="14" dur="1" fill="hold">
                                          <p:stCondLst>
                                            <p:cond delay="0"/>
                                          </p:stCondLst>
                                        </p:cTn>
                                        <p:tgtEl>
                                          <p:spTgt spid="544823"/>
                                        </p:tgtEl>
                                        <p:attrNameLst>
                                          <p:attrName>style.visibility</p:attrName>
                                        </p:attrNameLst>
                                      </p:cBhvr>
                                      <p:to>
                                        <p:strVal val="visible"/>
                                      </p:to>
                                    </p:set>
                                    <p:animEffect transition="in" filter="wipe(up)">
                                      <p:cBhvr>
                                        <p:cTn id="15" dur="1000"/>
                                        <p:tgtEl>
                                          <p:spTgt spid="544823"/>
                                        </p:tgtEl>
                                      </p:cBhvr>
                                    </p:animEffect>
                                  </p:childTnLst>
                                </p:cTn>
                              </p:par>
                            </p:childTnLst>
                          </p:cTn>
                        </p:par>
                        <p:par>
                          <p:cTn id="16" fill="hold" nodeType="afterGroup">
                            <p:stCondLst>
                              <p:cond delay="4500"/>
                            </p:stCondLst>
                            <p:childTnLst>
                              <p:par>
                                <p:cTn id="17" presetID="22" presetClass="entr" presetSubtype="1" fill="hold" nodeType="afterEffect">
                                  <p:stCondLst>
                                    <p:cond delay="500"/>
                                  </p:stCondLst>
                                  <p:childTnLst>
                                    <p:set>
                                      <p:cBhvr>
                                        <p:cTn id="18" dur="1" fill="hold">
                                          <p:stCondLst>
                                            <p:cond delay="0"/>
                                          </p:stCondLst>
                                        </p:cTn>
                                        <p:tgtEl>
                                          <p:spTgt spid="544824"/>
                                        </p:tgtEl>
                                        <p:attrNameLst>
                                          <p:attrName>style.visibility</p:attrName>
                                        </p:attrNameLst>
                                      </p:cBhvr>
                                      <p:to>
                                        <p:strVal val="visible"/>
                                      </p:to>
                                    </p:set>
                                    <p:animEffect transition="in" filter="wipe(up)">
                                      <p:cBhvr>
                                        <p:cTn id="19" dur="1000"/>
                                        <p:tgtEl>
                                          <p:spTgt spid="544824"/>
                                        </p:tgtEl>
                                      </p:cBhvr>
                                    </p:animEffect>
                                  </p:childTnLst>
                                </p:cTn>
                              </p:par>
                            </p:childTnLst>
                          </p:cTn>
                        </p:par>
                        <p:par>
                          <p:cTn id="20" fill="hold" nodeType="afterGroup">
                            <p:stCondLst>
                              <p:cond delay="6000"/>
                            </p:stCondLst>
                            <p:childTnLst>
                              <p:par>
                                <p:cTn id="21" presetID="22" presetClass="entr" presetSubtype="4" fill="hold" nodeType="afterEffect">
                                  <p:stCondLst>
                                    <p:cond delay="500"/>
                                  </p:stCondLst>
                                  <p:childTnLst>
                                    <p:set>
                                      <p:cBhvr>
                                        <p:cTn id="22" dur="1" fill="hold">
                                          <p:stCondLst>
                                            <p:cond delay="0"/>
                                          </p:stCondLst>
                                        </p:cTn>
                                        <p:tgtEl>
                                          <p:spTgt spid="544825"/>
                                        </p:tgtEl>
                                        <p:attrNameLst>
                                          <p:attrName>style.visibility</p:attrName>
                                        </p:attrNameLst>
                                      </p:cBhvr>
                                      <p:to>
                                        <p:strVal val="visible"/>
                                      </p:to>
                                    </p:set>
                                    <p:animEffect transition="in" filter="wipe(down)">
                                      <p:cBhvr>
                                        <p:cTn id="23" dur="1000"/>
                                        <p:tgtEl>
                                          <p:spTgt spid="544825"/>
                                        </p:tgtEl>
                                      </p:cBhvr>
                                    </p:animEffect>
                                  </p:childTnLst>
                                </p:cTn>
                              </p:par>
                            </p:childTnLst>
                          </p:cTn>
                        </p:par>
                        <p:par>
                          <p:cTn id="24" fill="hold" nodeType="afterGroup">
                            <p:stCondLst>
                              <p:cond delay="7500"/>
                            </p:stCondLst>
                            <p:childTnLst>
                              <p:par>
                                <p:cTn id="25" presetID="22" presetClass="entr" presetSubtype="8" fill="hold" nodeType="afterEffect">
                                  <p:stCondLst>
                                    <p:cond delay="500"/>
                                  </p:stCondLst>
                                  <p:childTnLst>
                                    <p:set>
                                      <p:cBhvr>
                                        <p:cTn id="26" dur="1" fill="hold">
                                          <p:stCondLst>
                                            <p:cond delay="0"/>
                                          </p:stCondLst>
                                        </p:cTn>
                                        <p:tgtEl>
                                          <p:spTgt spid="544826"/>
                                        </p:tgtEl>
                                        <p:attrNameLst>
                                          <p:attrName>style.visibility</p:attrName>
                                        </p:attrNameLst>
                                      </p:cBhvr>
                                      <p:to>
                                        <p:strVal val="visible"/>
                                      </p:to>
                                    </p:set>
                                    <p:animEffect transition="in" filter="wipe(left)">
                                      <p:cBhvr>
                                        <p:cTn id="27" dur="1000"/>
                                        <p:tgtEl>
                                          <p:spTgt spid="544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60BE9F1D-945F-A048-AC04-8D8FA19604A0}"/>
              </a:ext>
            </a:extLst>
          </p:cNvPr>
          <p:cNvSpPr>
            <a:spLocks noGrp="1" noChangeArrowheads="1"/>
          </p:cNvSpPr>
          <p:nvPr>
            <p:ph type="title"/>
          </p:nvPr>
        </p:nvSpPr>
        <p:spPr>
          <a:xfrm>
            <a:off x="180109" y="195262"/>
            <a:ext cx="7568479" cy="677574"/>
          </a:xfrm>
        </p:spPr>
        <p:txBody>
          <a:bodyPr/>
          <a:lstStyle/>
          <a:p>
            <a:pPr eaLnBrk="1" hangingPunct="1"/>
            <a:r>
              <a:rPr lang="zh-CN" altLang="en-US" dirty="0">
                <a:latin typeface="Times New Roman" panose="02020603050405020304" pitchFamily="18" charset="0"/>
                <a:ea typeface="宋体" panose="02010600030101010101" pitchFamily="2" charset="-122"/>
              </a:rPr>
              <a:t>超媒体与超文本</a:t>
            </a:r>
          </a:p>
        </p:txBody>
      </p:sp>
      <p:sp>
        <p:nvSpPr>
          <p:cNvPr id="545795" name="Rectangle 3">
            <a:extLst>
              <a:ext uri="{FF2B5EF4-FFF2-40B4-BE49-F238E27FC236}">
                <a16:creationId xmlns:a16="http://schemas.microsoft.com/office/drawing/2014/main" id="{CE29CE8B-C0D4-BC43-AA14-79879F82AD60}"/>
              </a:ext>
            </a:extLst>
          </p:cNvPr>
          <p:cNvSpPr>
            <a:spLocks noGrp="1" noChangeArrowheads="1"/>
          </p:cNvSpPr>
          <p:nvPr>
            <p:ph type="body" idx="1"/>
          </p:nvPr>
        </p:nvSpPr>
        <p:spPr>
          <a:xfrm>
            <a:off x="180108" y="1113235"/>
            <a:ext cx="8714509" cy="3654028"/>
          </a:xfrm>
        </p:spPr>
        <p:txBody>
          <a:bodyPr/>
          <a:lstStyle/>
          <a:p>
            <a:pPr eaLnBrk="1" hangingPunct="1"/>
            <a:r>
              <a:rPr lang="zh-CN" altLang="en-US" dirty="0">
                <a:ea typeface="宋体" panose="02010600030101010101" pitchFamily="2" charset="-122"/>
              </a:rPr>
              <a:t>万维网是</a:t>
            </a:r>
            <a:r>
              <a:rPr lang="zh-CN" altLang="en-US" dirty="0">
                <a:solidFill>
                  <a:schemeClr val="hlink"/>
                </a:solidFill>
                <a:ea typeface="宋体" panose="02010600030101010101" pitchFamily="2" charset="-122"/>
              </a:rPr>
              <a:t>分布式超媒体</a:t>
            </a:r>
            <a:r>
              <a:rPr lang="en-US" altLang="zh-CN" dirty="0">
                <a:ea typeface="宋体" panose="02010600030101010101" pitchFamily="2" charset="-122"/>
              </a:rPr>
              <a:t>(hypermedia)</a:t>
            </a:r>
            <a:r>
              <a:rPr lang="zh-CN" altLang="en-US" dirty="0">
                <a:ea typeface="宋体" panose="02010600030101010101" pitchFamily="2" charset="-122"/>
              </a:rPr>
              <a:t>系统，它是</a:t>
            </a:r>
            <a:r>
              <a:rPr lang="zh-CN" altLang="en-US" dirty="0">
                <a:solidFill>
                  <a:schemeClr val="hlink"/>
                </a:solidFill>
                <a:ea typeface="宋体" panose="02010600030101010101" pitchFamily="2" charset="-122"/>
              </a:rPr>
              <a:t>超文本</a:t>
            </a:r>
            <a:r>
              <a:rPr lang="en-US" altLang="zh-CN" dirty="0">
                <a:ea typeface="宋体" panose="02010600030101010101" pitchFamily="2" charset="-122"/>
              </a:rPr>
              <a:t>(hypertext)</a:t>
            </a:r>
            <a:r>
              <a:rPr lang="zh-CN" altLang="en-US" dirty="0">
                <a:ea typeface="宋体" panose="02010600030101010101" pitchFamily="2" charset="-122"/>
              </a:rPr>
              <a:t>系统的扩充。</a:t>
            </a:r>
          </a:p>
          <a:p>
            <a:pPr eaLnBrk="1" hangingPunct="1"/>
            <a:r>
              <a:rPr lang="zh-CN" altLang="en-US" dirty="0">
                <a:ea typeface="宋体" panose="02010600030101010101" pitchFamily="2" charset="-122"/>
              </a:rPr>
              <a:t>一个超文本由多个信息源链接成。利用一个链接可使用户找到另一个文档。这些文档可以位于世界上任何一个接在因特网上的超文本系统中。超文本是万维网的基础。</a:t>
            </a:r>
          </a:p>
          <a:p>
            <a:pPr eaLnBrk="1" hangingPunct="1"/>
            <a:r>
              <a:rPr lang="zh-CN" altLang="en-US" dirty="0">
                <a:ea typeface="宋体" panose="02010600030101010101" pitchFamily="2" charset="-122"/>
              </a:rPr>
              <a:t>超媒体与超文本的区别是文档内容不同。超文本文档仅包含文本信息，而超媒体文档还包含其他表示方式的信息，如图形、图像、声音、动画，甚至活动视频图像。</a:t>
            </a:r>
          </a:p>
        </p:txBody>
      </p:sp>
      <p:sp>
        <p:nvSpPr>
          <p:cNvPr id="84995" name="幻灯片编号占位符 1">
            <a:extLst>
              <a:ext uri="{FF2B5EF4-FFF2-40B4-BE49-F238E27FC236}">
                <a16:creationId xmlns:a16="http://schemas.microsoft.com/office/drawing/2014/main" id="{A1A08C84-242C-544B-9618-306CF875F38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7ECCD3D-3D38-D54B-9564-668C58845AC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46313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7CE18155-4B01-2849-94DB-FC4740DDBB26}"/>
              </a:ext>
            </a:extLst>
          </p:cNvPr>
          <p:cNvSpPr>
            <a:spLocks noGrp="1" noChangeArrowheads="1"/>
          </p:cNvSpPr>
          <p:nvPr>
            <p:ph type="title"/>
          </p:nvPr>
        </p:nvSpPr>
        <p:spPr>
          <a:xfrm>
            <a:off x="155538" y="166255"/>
            <a:ext cx="8046352" cy="678330"/>
          </a:xfrm>
        </p:spPr>
        <p:txBody>
          <a:bodyPr/>
          <a:lstStyle/>
          <a:p>
            <a:pPr eaLnBrk="1" hangingPunct="1"/>
            <a:r>
              <a:rPr lang="zh-CN" altLang="en-US" dirty="0">
                <a:ea typeface="宋体" panose="02010600030101010101" pitchFamily="2" charset="-122"/>
              </a:rPr>
              <a:t>万维网的工作方式 </a:t>
            </a:r>
          </a:p>
        </p:txBody>
      </p:sp>
      <p:sp>
        <p:nvSpPr>
          <p:cNvPr id="546819" name="Rectangle 3">
            <a:extLst>
              <a:ext uri="{FF2B5EF4-FFF2-40B4-BE49-F238E27FC236}">
                <a16:creationId xmlns:a16="http://schemas.microsoft.com/office/drawing/2014/main" id="{7B3D138A-A734-FF4F-9A67-0F352CB250CB}"/>
              </a:ext>
            </a:extLst>
          </p:cNvPr>
          <p:cNvSpPr>
            <a:spLocks noGrp="1" noChangeArrowheads="1"/>
          </p:cNvSpPr>
          <p:nvPr>
            <p:ph type="body" idx="1"/>
          </p:nvPr>
        </p:nvSpPr>
        <p:spPr>
          <a:xfrm>
            <a:off x="155538" y="1059657"/>
            <a:ext cx="8794498" cy="3456385"/>
          </a:xfrm>
        </p:spPr>
        <p:txBody>
          <a:bodyPr/>
          <a:lstStyle/>
          <a:p>
            <a:pPr eaLnBrk="1" hangingPunct="1"/>
            <a:r>
              <a:rPr lang="zh-CN" altLang="en-US" dirty="0">
                <a:ea typeface="宋体" panose="02010600030101010101" pitchFamily="2" charset="-122"/>
              </a:rPr>
              <a:t>万维网以</a:t>
            </a:r>
            <a:r>
              <a:rPr lang="zh-CN" altLang="en-US" dirty="0">
                <a:solidFill>
                  <a:srgbClr val="FF0000"/>
                </a:solidFill>
                <a:ea typeface="宋体" panose="02010600030101010101" pitchFamily="2" charset="-122"/>
              </a:rPr>
              <a:t>客户</a:t>
            </a:r>
            <a:r>
              <a:rPr lang="zh-CN" altLang="en-US" dirty="0">
                <a:solidFill>
                  <a:srgbClr val="FF0000"/>
                </a:solidFill>
                <a:ea typeface="宋体" panose="02010600030101010101" pitchFamily="2" charset="-122"/>
                <a:sym typeface="Symbol" pitchFamily="2" charset="2"/>
              </a:rPr>
              <a:t></a:t>
            </a:r>
            <a:r>
              <a:rPr lang="zh-CN" altLang="en-US" dirty="0">
                <a:solidFill>
                  <a:srgbClr val="FF0000"/>
                </a:solidFill>
                <a:ea typeface="宋体" panose="02010600030101010101" pitchFamily="2" charset="-122"/>
              </a:rPr>
              <a:t>服务器</a:t>
            </a:r>
            <a:r>
              <a:rPr lang="zh-CN" altLang="en-US" dirty="0">
                <a:ea typeface="宋体" panose="02010600030101010101" pitchFamily="2" charset="-122"/>
              </a:rPr>
              <a:t>方式工作。</a:t>
            </a:r>
          </a:p>
          <a:p>
            <a:pPr eaLnBrk="1" hangingPunct="1"/>
            <a:r>
              <a:rPr lang="zh-CN" altLang="en-US" dirty="0">
                <a:solidFill>
                  <a:schemeClr val="hlink"/>
                </a:solidFill>
                <a:ea typeface="宋体" panose="02010600030101010101" pitchFamily="2" charset="-122"/>
              </a:rPr>
              <a:t>浏览器</a:t>
            </a:r>
            <a:r>
              <a:rPr lang="zh-CN" altLang="en-US" dirty="0">
                <a:ea typeface="宋体" panose="02010600030101010101" pitchFamily="2" charset="-122"/>
              </a:rPr>
              <a:t>就是在用户计算机上的万维网</a:t>
            </a:r>
            <a:r>
              <a:rPr lang="zh-CN" altLang="en-US" dirty="0">
                <a:solidFill>
                  <a:schemeClr val="hlink"/>
                </a:solidFill>
                <a:ea typeface="宋体" panose="02010600030101010101" pitchFamily="2" charset="-122"/>
              </a:rPr>
              <a:t>客户程序</a:t>
            </a:r>
            <a:r>
              <a:rPr lang="zh-CN" altLang="en-US" dirty="0">
                <a:ea typeface="宋体" panose="02010600030101010101" pitchFamily="2" charset="-122"/>
              </a:rPr>
              <a:t>。万维网文档所驻留的计算机则运行</a:t>
            </a:r>
            <a:r>
              <a:rPr lang="zh-CN" altLang="en-US" dirty="0">
                <a:solidFill>
                  <a:schemeClr val="hlink"/>
                </a:solidFill>
                <a:ea typeface="宋体" panose="02010600030101010101" pitchFamily="2" charset="-122"/>
              </a:rPr>
              <a:t>服务器程序</a:t>
            </a:r>
            <a:r>
              <a:rPr lang="zh-CN" altLang="en-US" dirty="0">
                <a:ea typeface="宋体" panose="02010600030101010101" pitchFamily="2" charset="-122"/>
              </a:rPr>
              <a:t>，因此这个计算机也称为</a:t>
            </a:r>
            <a:r>
              <a:rPr lang="zh-CN" altLang="en-US" dirty="0">
                <a:solidFill>
                  <a:schemeClr val="hlink"/>
                </a:solidFill>
                <a:ea typeface="宋体" panose="02010600030101010101" pitchFamily="2" charset="-122"/>
              </a:rPr>
              <a:t>万维网服务器</a:t>
            </a:r>
            <a:r>
              <a:rPr lang="zh-CN" altLang="en-US" dirty="0">
                <a:ea typeface="宋体" panose="02010600030101010101" pitchFamily="2" charset="-122"/>
              </a:rPr>
              <a:t>。</a:t>
            </a:r>
          </a:p>
          <a:p>
            <a:pPr eaLnBrk="1" hangingPunct="1"/>
            <a:r>
              <a:rPr lang="zh-CN" altLang="en-US" dirty="0">
                <a:ea typeface="宋体" panose="02010600030101010101" pitchFamily="2" charset="-122"/>
              </a:rPr>
              <a:t>客户程序向服务器程序发出请求，服务器程序向客户程序送回客户所要的万维网文档。</a:t>
            </a:r>
          </a:p>
          <a:p>
            <a:pPr eaLnBrk="1" hangingPunct="1"/>
            <a:r>
              <a:rPr lang="zh-CN" altLang="en-US" dirty="0">
                <a:ea typeface="宋体" panose="02010600030101010101" pitchFamily="2" charset="-122"/>
              </a:rPr>
              <a:t>在一个客户程序主窗口上显示出的万维网文档称为</a:t>
            </a:r>
            <a:r>
              <a:rPr lang="zh-CN" altLang="en-US" dirty="0">
                <a:solidFill>
                  <a:schemeClr val="hlink"/>
                </a:solidFill>
                <a:ea typeface="宋体" panose="02010600030101010101" pitchFamily="2" charset="-122"/>
              </a:rPr>
              <a:t>页面</a:t>
            </a:r>
            <a:r>
              <a:rPr lang="en-US" altLang="zh-CN" dirty="0">
                <a:ea typeface="宋体" panose="02010600030101010101" pitchFamily="2" charset="-122"/>
              </a:rPr>
              <a:t>(page)</a:t>
            </a:r>
            <a:r>
              <a:rPr lang="zh-CN" altLang="en-US" dirty="0">
                <a:ea typeface="宋体" panose="02010600030101010101" pitchFamily="2" charset="-122"/>
              </a:rPr>
              <a:t>。</a:t>
            </a:r>
          </a:p>
        </p:txBody>
      </p:sp>
      <p:sp>
        <p:nvSpPr>
          <p:cNvPr id="87043" name="幻灯片编号占位符 1">
            <a:extLst>
              <a:ext uri="{FF2B5EF4-FFF2-40B4-BE49-F238E27FC236}">
                <a16:creationId xmlns:a16="http://schemas.microsoft.com/office/drawing/2014/main" id="{4397F779-7F1A-944F-8FA8-EA99BCAA7F6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1E72F66-A162-2449-811F-B0D449500C8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39862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68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6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67A002B9-7A4A-E645-A5A6-7D04D5DFD5CD}"/>
              </a:ext>
            </a:extLst>
          </p:cNvPr>
          <p:cNvSpPr>
            <a:spLocks noGrp="1" noChangeArrowheads="1"/>
          </p:cNvSpPr>
          <p:nvPr>
            <p:ph type="title"/>
          </p:nvPr>
        </p:nvSpPr>
        <p:spPr>
          <a:xfrm>
            <a:off x="166255" y="182816"/>
            <a:ext cx="7039408"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89090" name="Rectangle 3">
            <a:extLst>
              <a:ext uri="{FF2B5EF4-FFF2-40B4-BE49-F238E27FC236}">
                <a16:creationId xmlns:a16="http://schemas.microsoft.com/office/drawing/2014/main" id="{0E8C58B7-9C7B-3243-BD1F-89BDE6385B16}"/>
              </a:ext>
            </a:extLst>
          </p:cNvPr>
          <p:cNvSpPr>
            <a:spLocks noGrp="1" noChangeArrowheads="1"/>
          </p:cNvSpPr>
          <p:nvPr>
            <p:ph type="body" idx="1"/>
          </p:nvPr>
        </p:nvSpPr>
        <p:spPr>
          <a:xfrm>
            <a:off x="166254" y="1059657"/>
            <a:ext cx="8714509" cy="3456385"/>
          </a:xfrm>
        </p:spPr>
        <p:txBody>
          <a:bodyPr/>
          <a:lstStyle/>
          <a:p>
            <a:pPr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(1) </a:t>
            </a:r>
            <a:r>
              <a:rPr lang="zh-CN" altLang="en-US" dirty="0">
                <a:solidFill>
                  <a:schemeClr val="tx1"/>
                </a:solidFill>
                <a:latin typeface="Times New Roman" panose="02020603050405020304" pitchFamily="18" charset="0"/>
                <a:ea typeface="宋体" panose="02010600030101010101" pitchFamily="2" charset="-122"/>
              </a:rPr>
              <a:t>怎样标志分布在整个因特网上的万维网文档？ </a:t>
            </a:r>
          </a:p>
          <a:p>
            <a:pPr eaLnBrk="1" hangingPunct="1"/>
            <a:r>
              <a:rPr lang="zh-CN" altLang="en-US" sz="2100" dirty="0">
                <a:ea typeface="宋体" panose="02010600030101010101" pitchFamily="2" charset="-122"/>
              </a:rPr>
              <a:t>使用</a:t>
            </a:r>
            <a:r>
              <a:rPr lang="zh-CN" altLang="en-US" sz="2100" dirty="0">
                <a:solidFill>
                  <a:schemeClr val="hlink"/>
                </a:solidFill>
                <a:ea typeface="宋体" panose="02010600030101010101" pitchFamily="2" charset="-122"/>
              </a:rPr>
              <a:t>统一资源定位符</a:t>
            </a:r>
            <a:r>
              <a:rPr lang="zh-CN" altLang="en-US" sz="2100" dirty="0">
                <a:ea typeface="宋体" panose="02010600030101010101" pitchFamily="2" charset="-122"/>
              </a:rPr>
              <a:t> </a:t>
            </a:r>
            <a:r>
              <a:rPr lang="en-US" altLang="zh-CN" sz="2100" dirty="0">
                <a:ea typeface="宋体" panose="02010600030101010101" pitchFamily="2" charset="-122"/>
              </a:rPr>
              <a:t>URL (Uniform Resource Locator)</a:t>
            </a:r>
            <a:r>
              <a:rPr lang="zh-CN" altLang="en-US" sz="2100" dirty="0">
                <a:ea typeface="宋体" panose="02010600030101010101" pitchFamily="2" charset="-122"/>
              </a:rPr>
              <a:t>来标志万维网上的各种文档。</a:t>
            </a:r>
          </a:p>
          <a:p>
            <a:pPr eaLnBrk="1" hangingPunct="1"/>
            <a:r>
              <a:rPr lang="zh-CN" altLang="en-US" sz="2100" dirty="0">
                <a:ea typeface="宋体" panose="02010600030101010101" pitchFamily="2" charset="-122"/>
              </a:rPr>
              <a:t>使每一个文档在整个因特网的范围内具有唯一的标识符 </a:t>
            </a:r>
            <a:r>
              <a:rPr lang="en-US" altLang="zh-CN" sz="2100" dirty="0">
                <a:ea typeface="宋体" panose="02010600030101010101" pitchFamily="2" charset="-122"/>
              </a:rPr>
              <a:t>URL</a:t>
            </a:r>
            <a:r>
              <a:rPr lang="zh-CN" altLang="en-US" sz="2100" dirty="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89091" name="幻灯片编号占位符 1">
            <a:extLst>
              <a:ext uri="{FF2B5EF4-FFF2-40B4-BE49-F238E27FC236}">
                <a16:creationId xmlns:a16="http://schemas.microsoft.com/office/drawing/2014/main" id="{20184926-D667-9A47-B3E7-24C62C44A66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12107D-00C6-984F-A5BC-E42BBFB463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8597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5C7815C8-18C0-DF4E-99C5-CEEAC8B7F76D}"/>
              </a:ext>
            </a:extLst>
          </p:cNvPr>
          <p:cNvSpPr>
            <a:spLocks noGrp="1" noChangeArrowheads="1"/>
          </p:cNvSpPr>
          <p:nvPr>
            <p:ph type="title"/>
          </p:nvPr>
        </p:nvSpPr>
        <p:spPr>
          <a:xfrm>
            <a:off x="166256" y="279799"/>
            <a:ext cx="7057268" cy="634602"/>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1138" name="Rectangle 3">
            <a:extLst>
              <a:ext uri="{FF2B5EF4-FFF2-40B4-BE49-F238E27FC236}">
                <a16:creationId xmlns:a16="http://schemas.microsoft.com/office/drawing/2014/main" id="{4BEFBABA-2BF8-8E4B-96D5-AB78D60ADE16}"/>
              </a:ext>
            </a:extLst>
          </p:cNvPr>
          <p:cNvSpPr>
            <a:spLocks noGrp="1" noChangeArrowheads="1"/>
          </p:cNvSpPr>
          <p:nvPr>
            <p:ph type="body" idx="1"/>
          </p:nvPr>
        </p:nvSpPr>
        <p:spPr>
          <a:xfrm>
            <a:off x="166256" y="1113235"/>
            <a:ext cx="8769926" cy="3402806"/>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(2) </a:t>
            </a:r>
            <a:r>
              <a:rPr lang="zh-CN" altLang="en-US" dirty="0">
                <a:solidFill>
                  <a:schemeClr val="tx1"/>
                </a:solidFill>
                <a:latin typeface="Times New Roman" panose="02020603050405020304" pitchFamily="18" charset="0"/>
                <a:ea typeface="宋体" panose="02010600030101010101" pitchFamily="2" charset="-122"/>
              </a:rPr>
              <a:t>用何协议实现万维网上各种超链的链接？ </a:t>
            </a:r>
          </a:p>
          <a:p>
            <a:pPr algn="just" eaLnBrk="1" hangingPunct="1"/>
            <a:r>
              <a:rPr lang="zh-CN" altLang="en-US" sz="2100" dirty="0">
                <a:ea typeface="宋体" panose="02010600030101010101" pitchFamily="2" charset="-122"/>
              </a:rPr>
              <a:t>在万维网客户程序与万维网服务器程序之间进行交互所使用的协议，是</a:t>
            </a:r>
            <a:r>
              <a:rPr lang="zh-CN" altLang="en-US" sz="2100" dirty="0">
                <a:solidFill>
                  <a:schemeClr val="hlink"/>
                </a:solidFill>
                <a:ea typeface="宋体" panose="02010600030101010101" pitchFamily="2" charset="-122"/>
              </a:rPr>
              <a:t>超文本传送协议</a:t>
            </a:r>
            <a:r>
              <a:rPr lang="zh-CN" altLang="en-US" sz="2100" dirty="0">
                <a:ea typeface="宋体" panose="02010600030101010101" pitchFamily="2" charset="-122"/>
              </a:rPr>
              <a:t> </a:t>
            </a:r>
            <a:r>
              <a:rPr lang="en-US" altLang="zh-CN" sz="2100" dirty="0">
                <a:ea typeface="宋体" panose="02010600030101010101" pitchFamily="2" charset="-122"/>
              </a:rPr>
              <a:t>HTTP (</a:t>
            </a:r>
            <a:r>
              <a:rPr lang="en-US" altLang="zh-CN" sz="2100" dirty="0" err="1">
                <a:ea typeface="宋体" panose="02010600030101010101" pitchFamily="2" charset="-122"/>
              </a:rPr>
              <a:t>HyperText</a:t>
            </a:r>
            <a:r>
              <a:rPr lang="en-US" altLang="zh-CN" sz="2100" dirty="0">
                <a:ea typeface="宋体" panose="02010600030101010101" pitchFamily="2" charset="-122"/>
              </a:rPr>
              <a:t> Transfer Protocol)</a:t>
            </a:r>
            <a:r>
              <a:rPr lang="zh-CN" altLang="en-US" sz="2100" dirty="0">
                <a:ea typeface="宋体" panose="02010600030101010101" pitchFamily="2" charset="-122"/>
              </a:rPr>
              <a:t>。</a:t>
            </a:r>
          </a:p>
          <a:p>
            <a:pPr algn="just" eaLnBrk="1" hangingPunct="1"/>
            <a:r>
              <a:rPr lang="en-US" altLang="zh-CN" sz="2100" dirty="0">
                <a:ea typeface="宋体" panose="02010600030101010101" pitchFamily="2" charset="-122"/>
              </a:rPr>
              <a:t>HTTP </a:t>
            </a:r>
            <a:r>
              <a:rPr lang="zh-CN" altLang="en-US" sz="2100" dirty="0">
                <a:ea typeface="宋体" panose="02010600030101010101" pitchFamily="2" charset="-122"/>
              </a:rPr>
              <a:t>是一个应用层协议，它使用 </a:t>
            </a:r>
            <a:r>
              <a:rPr lang="en-US" altLang="zh-CN" sz="2100" dirty="0">
                <a:ea typeface="宋体" panose="02010600030101010101" pitchFamily="2" charset="-122"/>
              </a:rPr>
              <a:t>TCP </a:t>
            </a:r>
            <a:r>
              <a:rPr lang="zh-CN" altLang="en-US" sz="2100" dirty="0">
                <a:ea typeface="宋体" panose="02010600030101010101" pitchFamily="2" charset="-122"/>
              </a:rPr>
              <a:t>连接进行可靠的传送。</a:t>
            </a:r>
            <a:r>
              <a:rPr lang="zh-CN" altLang="en-US" dirty="0">
                <a:latin typeface="Times New Roman" panose="02020603050405020304" pitchFamily="18" charset="0"/>
                <a:ea typeface="宋体" panose="02010600030101010101" pitchFamily="2" charset="-122"/>
              </a:rPr>
              <a:t> </a:t>
            </a:r>
            <a:endParaRPr lang="zh-CN" altLang="en-US" sz="2100" dirty="0">
              <a:ea typeface="宋体" panose="02010600030101010101" pitchFamily="2" charset="-122"/>
            </a:endParaRPr>
          </a:p>
        </p:txBody>
      </p:sp>
      <p:sp>
        <p:nvSpPr>
          <p:cNvPr id="91139" name="幻灯片编号占位符 1">
            <a:extLst>
              <a:ext uri="{FF2B5EF4-FFF2-40B4-BE49-F238E27FC236}">
                <a16:creationId xmlns:a16="http://schemas.microsoft.com/office/drawing/2014/main" id="{07FC195D-153D-FE42-888B-EFF72A8500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0D8B64B-7552-824D-B4C1-95B8E9D6E9E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0515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3773B4C4-AEBB-D643-9141-DAF3A8A06CC8}"/>
              </a:ext>
            </a:extLst>
          </p:cNvPr>
          <p:cNvSpPr>
            <a:spLocks noGrp="1" noChangeArrowheads="1"/>
          </p:cNvSpPr>
          <p:nvPr>
            <p:ph type="title"/>
          </p:nvPr>
        </p:nvSpPr>
        <p:spPr>
          <a:xfrm>
            <a:off x="166255" y="279798"/>
            <a:ext cx="7039408"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3186" name="Rectangle 3">
            <a:extLst>
              <a:ext uri="{FF2B5EF4-FFF2-40B4-BE49-F238E27FC236}">
                <a16:creationId xmlns:a16="http://schemas.microsoft.com/office/drawing/2014/main" id="{009AFEDE-4C80-2A4B-B7B0-E6D4409CAAB0}"/>
              </a:ext>
            </a:extLst>
          </p:cNvPr>
          <p:cNvSpPr>
            <a:spLocks noGrp="1" noChangeArrowheads="1"/>
          </p:cNvSpPr>
          <p:nvPr>
            <p:ph type="body" idx="1"/>
          </p:nvPr>
        </p:nvSpPr>
        <p:spPr>
          <a:xfrm>
            <a:off x="166255" y="1113235"/>
            <a:ext cx="8756072" cy="3402806"/>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(3) </a:t>
            </a:r>
            <a:r>
              <a:rPr lang="zh-CN" altLang="en-US" dirty="0">
                <a:solidFill>
                  <a:schemeClr val="tx1"/>
                </a:solidFill>
                <a:latin typeface="Times New Roman" panose="02020603050405020304" pitchFamily="18" charset="0"/>
                <a:ea typeface="宋体" panose="02010600030101010101" pitchFamily="2" charset="-122"/>
              </a:rPr>
              <a:t>怎样使各种万维网文档都能在因特网上的各种计算机上显示出来，同时使用户清楚地知道在什么地方存在着超链？ </a:t>
            </a:r>
          </a:p>
          <a:p>
            <a:pPr algn="just" eaLnBrk="1" hangingPunct="1"/>
            <a:r>
              <a:rPr lang="zh-CN" altLang="en-US" sz="2100" dirty="0">
                <a:solidFill>
                  <a:schemeClr val="hlink"/>
                </a:solidFill>
                <a:ea typeface="宋体" panose="02010600030101010101" pitchFamily="2" charset="-122"/>
              </a:rPr>
              <a:t>超文本标记语言</a:t>
            </a:r>
            <a:r>
              <a:rPr lang="zh-CN" altLang="en-US" sz="2100" dirty="0">
                <a:ea typeface="宋体" panose="02010600030101010101" pitchFamily="2" charset="-122"/>
              </a:rPr>
              <a:t> </a:t>
            </a:r>
            <a:r>
              <a:rPr lang="en-US" altLang="zh-CN" sz="2100" dirty="0">
                <a:ea typeface="宋体" panose="02010600030101010101" pitchFamily="2" charset="-122"/>
              </a:rPr>
              <a:t>HTML (</a:t>
            </a:r>
            <a:r>
              <a:rPr lang="en-US" altLang="zh-CN" sz="2100" dirty="0" err="1">
                <a:ea typeface="宋体" panose="02010600030101010101" pitchFamily="2" charset="-122"/>
              </a:rPr>
              <a:t>HyperText</a:t>
            </a:r>
            <a:r>
              <a:rPr lang="en-US" altLang="zh-CN" sz="2100" dirty="0">
                <a:ea typeface="宋体" panose="02010600030101010101" pitchFamily="2" charset="-122"/>
              </a:rPr>
              <a:t> Markup Language)</a:t>
            </a:r>
            <a:r>
              <a:rPr lang="zh-CN" altLang="en-US" sz="2100" dirty="0">
                <a:ea typeface="宋体" panose="02010600030101010101" pitchFamily="2" charset="-122"/>
              </a:rPr>
              <a:t>使得万维网页面的设计者可以很方便地用一个超链从本页面的某处链接到因特网上的任何一个万维网页面，并且能够在自己的计算机屏幕上将这些页面显示出来。 </a:t>
            </a:r>
          </a:p>
        </p:txBody>
      </p:sp>
      <p:sp>
        <p:nvSpPr>
          <p:cNvPr id="93187" name="幻灯片编号占位符 1">
            <a:extLst>
              <a:ext uri="{FF2B5EF4-FFF2-40B4-BE49-F238E27FC236}">
                <a16:creationId xmlns:a16="http://schemas.microsoft.com/office/drawing/2014/main" id="{B92F6EE4-6469-1443-9A6A-81E4DF2CB28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FFDA4E3-CF00-5345-952C-3BFDF78DDB9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14365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81009EF7-A1F2-B84A-8AA6-6806B076146B}"/>
              </a:ext>
            </a:extLst>
          </p:cNvPr>
          <p:cNvSpPr>
            <a:spLocks noGrp="1" noChangeArrowheads="1"/>
          </p:cNvSpPr>
          <p:nvPr>
            <p:ph type="title"/>
          </p:nvPr>
        </p:nvSpPr>
        <p:spPr>
          <a:xfrm>
            <a:off x="152400" y="259557"/>
            <a:ext cx="7200900"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万维网必须解决的问题 </a:t>
            </a:r>
          </a:p>
        </p:txBody>
      </p:sp>
      <p:sp>
        <p:nvSpPr>
          <p:cNvPr id="95234" name="Rectangle 3">
            <a:extLst>
              <a:ext uri="{FF2B5EF4-FFF2-40B4-BE49-F238E27FC236}">
                <a16:creationId xmlns:a16="http://schemas.microsoft.com/office/drawing/2014/main" id="{4D4DDD9A-B6B3-8348-99B9-17A5B9E47B59}"/>
              </a:ext>
            </a:extLst>
          </p:cNvPr>
          <p:cNvSpPr>
            <a:spLocks noGrp="1" noChangeArrowheads="1"/>
          </p:cNvSpPr>
          <p:nvPr>
            <p:ph type="body" idx="1"/>
          </p:nvPr>
        </p:nvSpPr>
        <p:spPr>
          <a:xfrm>
            <a:off x="152400" y="1059657"/>
            <a:ext cx="8756073" cy="3456385"/>
          </a:xfrm>
        </p:spPr>
        <p:txBody>
          <a:bodyPr/>
          <a:lstStyle/>
          <a:p>
            <a:pPr algn="just" eaLnBrk="1" hangingPunct="1">
              <a:buFont typeface="Wingdings" pitchFamily="2" charset="2"/>
              <a:buNone/>
            </a:pPr>
            <a:r>
              <a:rPr lang="en-US" altLang="zh-CN" dirty="0">
                <a:solidFill>
                  <a:schemeClr val="tx1"/>
                </a:solidFill>
                <a:latin typeface="Times New Roman" panose="02020603050405020304" pitchFamily="18" charset="0"/>
                <a:ea typeface="宋体" panose="02010600030101010101" pitchFamily="2" charset="-122"/>
              </a:rPr>
              <a:t>(4) </a:t>
            </a:r>
            <a:r>
              <a:rPr lang="zh-CN" altLang="en-US" dirty="0">
                <a:solidFill>
                  <a:schemeClr val="tx1"/>
                </a:solidFill>
                <a:latin typeface="Times New Roman" panose="02020603050405020304" pitchFamily="18" charset="0"/>
                <a:ea typeface="宋体" panose="02010600030101010101" pitchFamily="2" charset="-122"/>
              </a:rPr>
              <a:t>怎样使用户能够很方便地找到所需的信息？ </a:t>
            </a:r>
          </a:p>
          <a:p>
            <a:pPr algn="just" eaLnBrk="1" hangingPunct="1"/>
            <a:r>
              <a:rPr lang="zh-CN" altLang="en-US" sz="2100" dirty="0">
                <a:ea typeface="宋体" panose="02010600030101010101" pitchFamily="2" charset="-122"/>
              </a:rPr>
              <a:t>为了在万维网上方便地查找信息，用户可使用各种的搜索工具（即搜索引擎）。</a:t>
            </a:r>
            <a:r>
              <a:rPr lang="zh-CN" altLang="en-US" dirty="0">
                <a:latin typeface="Times New Roman" panose="02020603050405020304" pitchFamily="18" charset="0"/>
                <a:ea typeface="宋体" panose="02010600030101010101" pitchFamily="2" charset="-122"/>
              </a:rPr>
              <a:t> </a:t>
            </a:r>
          </a:p>
        </p:txBody>
      </p:sp>
      <p:sp>
        <p:nvSpPr>
          <p:cNvPr id="95235" name="幻灯片编号占位符 1">
            <a:extLst>
              <a:ext uri="{FF2B5EF4-FFF2-40B4-BE49-F238E27FC236}">
                <a16:creationId xmlns:a16="http://schemas.microsoft.com/office/drawing/2014/main" id="{DD58DBB9-FFBD-D641-AB4E-1FDA1963908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DCD73CF-B1AD-C547-AA61-A0B36B3D8B1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495383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5B2703E5-A58D-2E41-80B1-ABC4ACB0836A}"/>
              </a:ext>
            </a:extLst>
          </p:cNvPr>
          <p:cNvSpPr>
            <a:spLocks noGrp="1" noChangeArrowheads="1"/>
          </p:cNvSpPr>
          <p:nvPr>
            <p:ph type="title"/>
          </p:nvPr>
        </p:nvSpPr>
        <p:spPr>
          <a:xfrm>
            <a:off x="180109" y="303610"/>
            <a:ext cx="7716117" cy="583081"/>
          </a:xfrm>
        </p:spPr>
        <p:txBody>
          <a:bodyPr/>
          <a:lstStyle/>
          <a:p>
            <a:pPr eaLnBrk="1" hangingPunct="1"/>
            <a:r>
              <a:rPr lang="en-US" altLang="zh-CN" dirty="0">
                <a:latin typeface="Times New Roman" panose="02020603050405020304" pitchFamily="18" charset="0"/>
                <a:ea typeface="宋体" panose="02010600030101010101" pitchFamily="2" charset="-122"/>
              </a:rPr>
              <a:t>6.4.2  </a:t>
            </a:r>
            <a:r>
              <a:rPr lang="zh-CN" altLang="en-US" dirty="0">
                <a:latin typeface="Times New Roman" panose="02020603050405020304" pitchFamily="18" charset="0"/>
                <a:ea typeface="宋体" panose="02010600030101010101" pitchFamily="2" charset="-122"/>
              </a:rPr>
              <a:t>统一资源定位符 </a:t>
            </a:r>
            <a:r>
              <a:rPr lang="en-US" altLang="zh-CN" dirty="0">
                <a:latin typeface="Times New Roman" panose="02020603050405020304" pitchFamily="18" charset="0"/>
                <a:ea typeface="宋体" panose="02010600030101010101" pitchFamily="2" charset="-122"/>
              </a:rPr>
              <a:t>URL</a:t>
            </a:r>
            <a:endParaRPr lang="zh-CN" altLang="en-US" sz="3000" dirty="0">
              <a:ea typeface="宋体" panose="02010600030101010101" pitchFamily="2" charset="-122"/>
            </a:endParaRPr>
          </a:p>
        </p:txBody>
      </p:sp>
      <p:sp>
        <p:nvSpPr>
          <p:cNvPr id="548867" name="Rectangle 3">
            <a:extLst>
              <a:ext uri="{FF2B5EF4-FFF2-40B4-BE49-F238E27FC236}">
                <a16:creationId xmlns:a16="http://schemas.microsoft.com/office/drawing/2014/main" id="{3B779529-6817-CC40-9CA2-5264EDA09987}"/>
              </a:ext>
            </a:extLst>
          </p:cNvPr>
          <p:cNvSpPr>
            <a:spLocks noGrp="1" noChangeArrowheads="1"/>
          </p:cNvSpPr>
          <p:nvPr>
            <p:ph type="body" idx="1"/>
          </p:nvPr>
        </p:nvSpPr>
        <p:spPr>
          <a:xfrm>
            <a:off x="180109" y="1607126"/>
            <a:ext cx="8756073" cy="3094218"/>
          </a:xfrm>
        </p:spPr>
        <p:txBody>
          <a:bodyPr/>
          <a:lstStyle/>
          <a:p>
            <a:pPr eaLnBrk="1" hangingPunct="1"/>
            <a:r>
              <a:rPr lang="zh-CN" altLang="en-US">
                <a:solidFill>
                  <a:srgbClr val="FF0000"/>
                </a:solidFill>
                <a:ea typeface="宋体" panose="02010600030101010101" pitchFamily="2" charset="-122"/>
              </a:rPr>
              <a:t>统一资源定位符 </a:t>
            </a:r>
            <a:r>
              <a:rPr lang="en-US" altLang="zh-CN">
                <a:ea typeface="宋体" panose="02010600030101010101" pitchFamily="2" charset="-122"/>
              </a:rPr>
              <a:t>URL </a:t>
            </a:r>
            <a:r>
              <a:rPr lang="zh-CN" altLang="en-US">
                <a:ea typeface="宋体" panose="02010600030101010101" pitchFamily="2" charset="-122"/>
              </a:rPr>
              <a:t>是对可以从因特网上得到的资源的位置和访问方法的一种简洁的表示。</a:t>
            </a:r>
          </a:p>
          <a:p>
            <a:pPr eaLnBrk="1" hangingPunct="1"/>
            <a:r>
              <a:rPr lang="en-US" altLang="zh-CN">
                <a:ea typeface="宋体" panose="02010600030101010101" pitchFamily="2" charset="-122"/>
              </a:rPr>
              <a:t>URL </a:t>
            </a:r>
            <a:r>
              <a:rPr lang="zh-CN" altLang="en-US">
                <a:ea typeface="宋体" panose="02010600030101010101" pitchFamily="2" charset="-122"/>
              </a:rPr>
              <a:t>给资源的位置提供一种抽象的识别方法，并用这种方法给资源定位。</a:t>
            </a:r>
          </a:p>
          <a:p>
            <a:pPr eaLnBrk="1" hangingPunct="1"/>
            <a:r>
              <a:rPr lang="zh-CN" altLang="en-US">
                <a:ea typeface="宋体" panose="02010600030101010101" pitchFamily="2" charset="-122"/>
              </a:rPr>
              <a:t>只要能够对资源定位，系统就可以对资源进行各种操作，如存取、更新、替换和查找其属性。</a:t>
            </a:r>
          </a:p>
          <a:p>
            <a:pPr eaLnBrk="1" hangingPunct="1"/>
            <a:r>
              <a:rPr lang="en-US" altLang="zh-CN">
                <a:ea typeface="宋体" panose="02010600030101010101" pitchFamily="2" charset="-122"/>
              </a:rPr>
              <a:t>URL </a:t>
            </a:r>
            <a:r>
              <a:rPr lang="zh-CN" altLang="en-US">
                <a:ea typeface="宋体" panose="02010600030101010101" pitchFamily="2" charset="-122"/>
              </a:rPr>
              <a:t>相当于一个文件名在网络范围的扩展。因此 </a:t>
            </a:r>
            <a:r>
              <a:rPr lang="en-US" altLang="zh-CN">
                <a:ea typeface="宋体" panose="02010600030101010101" pitchFamily="2" charset="-122"/>
              </a:rPr>
              <a:t>URL </a:t>
            </a:r>
            <a:r>
              <a:rPr lang="zh-CN" altLang="en-US">
                <a:ea typeface="宋体" panose="02010600030101010101" pitchFamily="2" charset="-122"/>
              </a:rPr>
              <a:t>是与因特网相连的机器上的任何可访问对象的一个指针。</a:t>
            </a:r>
            <a:r>
              <a:rPr lang="zh-CN" altLang="en-US" sz="2800">
                <a:latin typeface="Times New Roman" panose="02020603050405020304" pitchFamily="18" charset="0"/>
                <a:ea typeface="宋体" panose="02010600030101010101" pitchFamily="2" charset="-122"/>
              </a:rPr>
              <a:t> </a:t>
            </a:r>
            <a:r>
              <a:rPr lang="zh-CN" altLang="en-US">
                <a:ea typeface="宋体" panose="02010600030101010101" pitchFamily="2" charset="-122"/>
              </a:rPr>
              <a:t> </a:t>
            </a:r>
          </a:p>
        </p:txBody>
      </p:sp>
      <p:sp>
        <p:nvSpPr>
          <p:cNvPr id="97283" name="幻灯片编号占位符 1">
            <a:extLst>
              <a:ext uri="{FF2B5EF4-FFF2-40B4-BE49-F238E27FC236}">
                <a16:creationId xmlns:a16="http://schemas.microsoft.com/office/drawing/2014/main" id="{0C7747DC-FA7B-A947-9B16-8ADAC863B3F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EAB9C03-399E-234F-9BF2-E65D5333523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BCC3A6BE-580C-DB4F-A5FC-5877887CC551}"/>
              </a:ext>
            </a:extLst>
          </p:cNvPr>
          <p:cNvSpPr/>
          <p:nvPr/>
        </p:nvSpPr>
        <p:spPr>
          <a:xfrm>
            <a:off x="166250" y="1026862"/>
            <a:ext cx="4572000" cy="523220"/>
          </a:xfrm>
          <a:prstGeom prst="rect">
            <a:avLst/>
          </a:prstGeom>
        </p:spPr>
        <p:txBody>
          <a:bodyPr>
            <a:spAutoFit/>
          </a:bodyPr>
          <a:lstStyle/>
          <a:p>
            <a:r>
              <a:rPr lang="en-US" altLang="zh-CN" sz="2800" dirty="0"/>
              <a:t>1. URL</a:t>
            </a:r>
            <a:r>
              <a:rPr lang="zh-CN" altLang="en-US" sz="2800" dirty="0"/>
              <a:t>的格式</a:t>
            </a:r>
          </a:p>
        </p:txBody>
      </p:sp>
    </p:spTree>
    <p:extLst>
      <p:ext uri="{BB962C8B-B14F-4D97-AF65-F5344CB8AC3E}">
        <p14:creationId xmlns:p14="http://schemas.microsoft.com/office/powerpoint/2010/main" val="1694448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8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7BD0195F-64C4-1D4F-A173-696837B1E0EE}"/>
              </a:ext>
            </a:extLst>
          </p:cNvPr>
          <p:cNvSpPr>
            <a:spLocks noGrp="1" noChangeArrowheads="1"/>
          </p:cNvSpPr>
          <p:nvPr>
            <p:ph type="title"/>
          </p:nvPr>
        </p:nvSpPr>
        <p:spPr>
          <a:xfrm>
            <a:off x="152400" y="313135"/>
            <a:ext cx="7217569" cy="508367"/>
          </a:xfrm>
        </p:spPr>
        <p:txBody>
          <a:bodyPr/>
          <a:lstStyle/>
          <a:p>
            <a:pPr eaLnBrk="1" hangingPunct="1"/>
            <a:r>
              <a:rPr lang="en-US" altLang="zh-CN" dirty="0">
                <a:latin typeface="Times New Roman" panose="02020603050405020304" pitchFamily="18" charset="0"/>
                <a:ea typeface="宋体" panose="02010600030101010101" pitchFamily="2" charset="-122"/>
              </a:rPr>
              <a:t>URL </a:t>
            </a:r>
            <a:r>
              <a:rPr lang="zh-CN" altLang="en-US" dirty="0">
                <a:latin typeface="Times New Roman" panose="02020603050405020304" pitchFamily="18" charset="0"/>
                <a:ea typeface="宋体" panose="02010600030101010101" pitchFamily="2" charset="-122"/>
              </a:rPr>
              <a:t>的一般形式 </a:t>
            </a:r>
          </a:p>
        </p:txBody>
      </p:sp>
      <p:sp>
        <p:nvSpPr>
          <p:cNvPr id="99330" name="Rectangle 3">
            <a:extLst>
              <a:ext uri="{FF2B5EF4-FFF2-40B4-BE49-F238E27FC236}">
                <a16:creationId xmlns:a16="http://schemas.microsoft.com/office/drawing/2014/main" id="{90F08B71-B6C4-5D44-A159-00D32A37E33A}"/>
              </a:ext>
            </a:extLst>
          </p:cNvPr>
          <p:cNvSpPr>
            <a:spLocks noGrp="1" noChangeArrowheads="1"/>
          </p:cNvSpPr>
          <p:nvPr>
            <p:ph type="body" idx="1"/>
          </p:nvPr>
        </p:nvSpPr>
        <p:spPr>
          <a:xfrm>
            <a:off x="250031" y="1072754"/>
            <a:ext cx="8713859" cy="1137101"/>
          </a:xfrm>
        </p:spPr>
        <p:txBody>
          <a:bodyPr/>
          <a:lstStyle/>
          <a:p>
            <a:pPr eaLnBrk="1" hangingPunct="1"/>
            <a:r>
              <a:rPr lang="zh-CN" altLang="en-US" sz="2100" dirty="0">
                <a:ea typeface="宋体" panose="02010600030101010101" pitchFamily="2" charset="-122"/>
              </a:rPr>
              <a:t>由以冒号隔开的两大部分组成，并且在 </a:t>
            </a:r>
            <a:r>
              <a:rPr lang="en-US" altLang="zh-CN" sz="2100" dirty="0">
                <a:ea typeface="宋体" panose="02010600030101010101" pitchFamily="2" charset="-122"/>
              </a:rPr>
              <a:t>URL </a:t>
            </a:r>
            <a:r>
              <a:rPr lang="zh-CN" altLang="en-US" sz="2100" dirty="0">
                <a:ea typeface="宋体" panose="02010600030101010101" pitchFamily="2" charset="-122"/>
              </a:rPr>
              <a:t>中的字符对大写或小写没有要求。</a:t>
            </a:r>
          </a:p>
          <a:p>
            <a:pPr eaLnBrk="1" hangingPunct="1"/>
            <a:r>
              <a:rPr lang="en-US" altLang="zh-CN" sz="2100" dirty="0">
                <a:ea typeface="宋体" panose="02010600030101010101" pitchFamily="2" charset="-122"/>
              </a:rPr>
              <a:t>URL </a:t>
            </a:r>
            <a:r>
              <a:rPr lang="zh-CN" altLang="en-US" sz="2100" dirty="0">
                <a:ea typeface="宋体" panose="02010600030101010101" pitchFamily="2" charset="-122"/>
              </a:rPr>
              <a:t>的一般形式是：</a:t>
            </a:r>
          </a:p>
        </p:txBody>
      </p:sp>
      <p:sp>
        <p:nvSpPr>
          <p:cNvPr id="99331" name="Text Box 25">
            <a:extLst>
              <a:ext uri="{FF2B5EF4-FFF2-40B4-BE49-F238E27FC236}">
                <a16:creationId xmlns:a16="http://schemas.microsoft.com/office/drawing/2014/main" id="{8B1F0C54-9E5D-584D-B53A-F4644505C4A9}"/>
              </a:ext>
            </a:extLst>
          </p:cNvPr>
          <p:cNvSpPr txBox="1">
            <a:spLocks noChangeArrowheads="1"/>
          </p:cNvSpPr>
          <p:nvPr/>
        </p:nvSpPr>
        <p:spPr bwMode="auto">
          <a:xfrm>
            <a:off x="1763316" y="2283619"/>
            <a:ext cx="3943350" cy="415498"/>
          </a:xfrm>
          <a:prstGeom prst="rect">
            <a:avLst/>
          </a:prstGeom>
          <a:solidFill>
            <a:srgbClr val="CCECFF"/>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en-US" altLang="zh-CN" sz="2100">
                <a:latin typeface="Arial" panose="020B0604020202020204" pitchFamily="34" charset="0"/>
                <a:ea typeface="宋体" panose="02010600030101010101" pitchFamily="2" charset="-122"/>
              </a:rPr>
              <a:t>&lt;</a:t>
            </a:r>
            <a:r>
              <a:rPr lang="zh-CN" altLang="en-US" sz="2100">
                <a:latin typeface="Arial" panose="020B0604020202020204" pitchFamily="34" charset="0"/>
                <a:ea typeface="宋体" panose="02010600030101010101" pitchFamily="2" charset="-122"/>
              </a:rPr>
              <a:t>协议</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主机</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端口</a:t>
            </a:r>
            <a:r>
              <a:rPr lang="en-US" altLang="zh-CN" sz="2100">
                <a:latin typeface="Arial" panose="020B0604020202020204" pitchFamily="34" charset="0"/>
                <a:ea typeface="宋体" panose="02010600030101010101" pitchFamily="2" charset="-122"/>
              </a:rPr>
              <a:t>&gt;/&lt;</a:t>
            </a:r>
            <a:r>
              <a:rPr lang="zh-CN" altLang="en-US" sz="2100">
                <a:latin typeface="Arial" panose="020B0604020202020204" pitchFamily="34" charset="0"/>
                <a:ea typeface="宋体" panose="02010600030101010101" pitchFamily="2" charset="-122"/>
              </a:rPr>
              <a:t>路径</a:t>
            </a:r>
            <a:r>
              <a:rPr lang="en-US" altLang="zh-CN" sz="2100">
                <a:latin typeface="Arial" panose="020B0604020202020204" pitchFamily="34" charset="0"/>
                <a:ea typeface="宋体" panose="02010600030101010101" pitchFamily="2" charset="-122"/>
              </a:rPr>
              <a:t>&gt; </a:t>
            </a:r>
          </a:p>
        </p:txBody>
      </p:sp>
      <p:grpSp>
        <p:nvGrpSpPr>
          <p:cNvPr id="549919" name="Group 31">
            <a:extLst>
              <a:ext uri="{FF2B5EF4-FFF2-40B4-BE49-F238E27FC236}">
                <a16:creationId xmlns:a16="http://schemas.microsoft.com/office/drawing/2014/main" id="{19ED6CF1-B40B-FC46-8469-6510773BB5F9}"/>
              </a:ext>
            </a:extLst>
          </p:cNvPr>
          <p:cNvGrpSpPr>
            <a:grpSpLocks/>
          </p:cNvGrpSpPr>
          <p:nvPr/>
        </p:nvGrpSpPr>
        <p:grpSpPr bwMode="auto">
          <a:xfrm>
            <a:off x="1980010" y="2680098"/>
            <a:ext cx="5931693" cy="2064014"/>
            <a:chOff x="1519" y="2568"/>
            <a:chExt cx="4982" cy="1268"/>
          </a:xfrm>
        </p:grpSpPr>
        <p:sp>
          <p:nvSpPr>
            <p:cNvPr id="549914" name="Line 26">
              <a:extLst>
                <a:ext uri="{FF2B5EF4-FFF2-40B4-BE49-F238E27FC236}">
                  <a16:creationId xmlns:a16="http://schemas.microsoft.com/office/drawing/2014/main" id="{4BA8C940-A949-4748-A115-7314A07BE7BF}"/>
                </a:ext>
              </a:extLst>
            </p:cNvPr>
            <p:cNvSpPr>
              <a:spLocks noChangeShapeType="1"/>
            </p:cNvSpPr>
            <p:nvPr/>
          </p:nvSpPr>
          <p:spPr bwMode="auto">
            <a:xfrm>
              <a:off x="1519" y="2568"/>
              <a:ext cx="499" cy="0"/>
            </a:xfrm>
            <a:prstGeom prst="line">
              <a:avLst/>
            </a:prstGeom>
            <a:noFill/>
            <a:ln w="38100">
              <a:solidFill>
                <a:schemeClr va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49915" name="Freeform 27">
              <a:extLst>
                <a:ext uri="{FF2B5EF4-FFF2-40B4-BE49-F238E27FC236}">
                  <a16:creationId xmlns:a16="http://schemas.microsoft.com/office/drawing/2014/main" id="{4A1B920B-4B3A-D346-9C11-0E3CC2C7BACF}"/>
                </a:ext>
              </a:extLst>
            </p:cNvPr>
            <p:cNvSpPr>
              <a:spLocks/>
            </p:cNvSpPr>
            <p:nvPr/>
          </p:nvSpPr>
          <p:spPr bwMode="auto">
            <a:xfrm>
              <a:off x="1791" y="2568"/>
              <a:ext cx="385" cy="726"/>
            </a:xfrm>
            <a:custGeom>
              <a:avLst/>
              <a:gdLst>
                <a:gd name="T0" fmla="*/ 0 w 771"/>
                <a:gd name="T1" fmla="*/ 0 h 726"/>
                <a:gd name="T2" fmla="*/ 0 w 771"/>
                <a:gd name="T3" fmla="*/ 726 h 726"/>
                <a:gd name="T4" fmla="*/ 385 w 771"/>
                <a:gd name="T5" fmla="*/ 726 h 726"/>
                <a:gd name="T6" fmla="*/ 0 60000 65536"/>
                <a:gd name="T7" fmla="*/ 0 60000 65536"/>
                <a:gd name="T8" fmla="*/ 0 60000 65536"/>
              </a:gdLst>
              <a:ahLst/>
              <a:cxnLst>
                <a:cxn ang="T6">
                  <a:pos x="T0" y="T1"/>
                </a:cxn>
                <a:cxn ang="T7">
                  <a:pos x="T2" y="T3"/>
                </a:cxn>
                <a:cxn ang="T8">
                  <a:pos x="T4" y="T5"/>
                </a:cxn>
              </a:cxnLst>
              <a:rect l="0" t="0" r="r" b="b"/>
              <a:pathLst>
                <a:path w="771" h="726">
                  <a:moveTo>
                    <a:pt x="0" y="0"/>
                  </a:moveTo>
                  <a:lnTo>
                    <a:pt x="0" y="726"/>
                  </a:lnTo>
                  <a:lnTo>
                    <a:pt x="771" y="726"/>
                  </a:lnTo>
                </a:path>
              </a:pathLst>
            </a:custGeom>
            <a:noFill/>
            <a:ln w="38100" cmpd="sng">
              <a:solidFill>
                <a:schemeClr val="hlink"/>
              </a:solidFill>
              <a:round/>
              <a:headEnd/>
              <a:tailEnd/>
            </a:ln>
            <a:effectLst/>
          </p:spPr>
          <p:txBody>
            <a:bodyPr/>
            <a:lstStyle/>
            <a:p>
              <a:pPr>
                <a:defRPr/>
              </a:pPr>
              <a:endParaRPr lang="zh-CN" altLang="en-US">
                <a:cs typeface="+mn-cs"/>
              </a:endParaRPr>
            </a:p>
          </p:txBody>
        </p:sp>
        <p:sp>
          <p:nvSpPr>
            <p:cNvPr id="549916" name="AutoShape 28">
              <a:extLst>
                <a:ext uri="{FF2B5EF4-FFF2-40B4-BE49-F238E27FC236}">
                  <a16:creationId xmlns:a16="http://schemas.microsoft.com/office/drawing/2014/main" id="{84FECB95-2E90-2540-8B2B-2101EDD2E80E}"/>
                </a:ext>
              </a:extLst>
            </p:cNvPr>
            <p:cNvSpPr>
              <a:spLocks/>
            </p:cNvSpPr>
            <p:nvPr/>
          </p:nvSpPr>
          <p:spPr bwMode="auto">
            <a:xfrm>
              <a:off x="2176" y="2841"/>
              <a:ext cx="82" cy="907"/>
            </a:xfrm>
            <a:prstGeom prst="leftBrace">
              <a:avLst>
                <a:gd name="adj1" fmla="val 92175"/>
                <a:gd name="adj2" fmla="val 50000"/>
              </a:avLst>
            </a:prstGeom>
            <a:noFill/>
            <a:ln w="28575">
              <a:solidFill>
                <a:schemeClr va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99337" name="Text Box 29">
              <a:extLst>
                <a:ext uri="{FF2B5EF4-FFF2-40B4-BE49-F238E27FC236}">
                  <a16:creationId xmlns:a16="http://schemas.microsoft.com/office/drawing/2014/main" id="{8A7D2782-7EAE-6B43-9165-E7FD548F6A3D}"/>
                </a:ext>
              </a:extLst>
            </p:cNvPr>
            <p:cNvSpPr txBox="1">
              <a:spLocks noChangeArrowheads="1"/>
            </p:cNvSpPr>
            <p:nvPr/>
          </p:nvSpPr>
          <p:spPr bwMode="auto">
            <a:xfrm>
              <a:off x="2328" y="2625"/>
              <a:ext cx="4173" cy="1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ftp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a:t>
              </a:r>
              <a:r>
                <a:rPr lang="zh-CN" altLang="en-US" sz="2100">
                  <a:solidFill>
                    <a:schemeClr val="tx1"/>
                  </a:solidFill>
                  <a:latin typeface="微软雅黑" panose="020B0503020204020204" pitchFamily="34" charset="-122"/>
                  <a:ea typeface="宋体" panose="02010600030101010101" pitchFamily="2" charset="-122"/>
                </a:rPr>
                <a:t>文件传送协议 </a:t>
              </a:r>
              <a:r>
                <a:rPr lang="en-US" altLang="zh-CN" sz="2100">
                  <a:solidFill>
                    <a:schemeClr val="tx1"/>
                  </a:solidFill>
                  <a:latin typeface="微软雅黑" panose="020B0503020204020204" pitchFamily="34" charset="-122"/>
                  <a:ea typeface="宋体" panose="02010600030101010101" pitchFamily="2" charset="-122"/>
                </a:rPr>
                <a:t>FTP</a:t>
              </a: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http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a:t>
              </a:r>
              <a:r>
                <a:rPr lang="zh-CN" altLang="en-US" sz="2100">
                  <a:solidFill>
                    <a:schemeClr val="tx1"/>
                  </a:solidFill>
                  <a:latin typeface="微软雅黑" panose="020B0503020204020204" pitchFamily="34" charset="-122"/>
                  <a:ea typeface="宋体" panose="02010600030101010101" pitchFamily="2" charset="-122"/>
                </a:rPr>
                <a:t>超文本传送协议 </a:t>
              </a:r>
              <a:r>
                <a:rPr lang="en-US" altLang="zh-CN" sz="2100">
                  <a:solidFill>
                    <a:schemeClr val="tx1"/>
                  </a:solidFill>
                  <a:latin typeface="微软雅黑" panose="020B0503020204020204" pitchFamily="34" charset="-122"/>
                  <a:ea typeface="宋体" panose="02010600030101010101" pitchFamily="2" charset="-122"/>
                </a:rPr>
                <a:t>HTTP</a:t>
              </a: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News </a:t>
              </a:r>
              <a:r>
                <a:rPr lang="en-US" altLang="zh-CN" sz="2100">
                  <a:solidFill>
                    <a:schemeClr val="tx1"/>
                  </a:solidFill>
                  <a:latin typeface="Arial" panose="020B0604020202020204" pitchFamily="34" charset="0"/>
                  <a:ea typeface="宋体" panose="02010600030101010101" pitchFamily="2" charset="-122"/>
                </a:rPr>
                <a:t>——</a:t>
              </a:r>
              <a:r>
                <a:rPr lang="en-US" altLang="zh-CN" sz="2100">
                  <a:solidFill>
                    <a:schemeClr val="tx1"/>
                  </a:solidFill>
                  <a:latin typeface="微软雅黑" panose="020B0503020204020204" pitchFamily="34" charset="-122"/>
                  <a:ea typeface="宋体" panose="02010600030101010101" pitchFamily="2" charset="-122"/>
                </a:rPr>
                <a:t> USENET </a:t>
              </a:r>
              <a:r>
                <a:rPr lang="zh-CN" altLang="en-US" sz="2100">
                  <a:solidFill>
                    <a:schemeClr val="tx1"/>
                  </a:solidFill>
                  <a:latin typeface="微软雅黑" panose="020B0503020204020204" pitchFamily="34" charset="-122"/>
                  <a:ea typeface="宋体" panose="02010600030101010101" pitchFamily="2" charset="-122"/>
                </a:rPr>
                <a:t>新闻</a:t>
              </a:r>
              <a:endParaRPr lang="en-US" altLang="zh-CN" sz="2100">
                <a:solidFill>
                  <a:schemeClr val="tx1"/>
                </a:solidFill>
                <a:latin typeface="微软雅黑" panose="020B0503020204020204" pitchFamily="34" charset="-122"/>
                <a:ea typeface="宋体" panose="02010600030101010101" pitchFamily="2" charset="-122"/>
              </a:endParaRPr>
            </a:p>
            <a:p>
              <a:pPr eaLnBrk="1" hangingPunct="1">
                <a:lnSpc>
                  <a:spcPct val="150000"/>
                </a:lnSpc>
                <a:spcBef>
                  <a:spcPct val="0"/>
                </a:spcBef>
                <a:buClrTx/>
                <a:buSzTx/>
                <a:buFontTx/>
                <a:buNone/>
              </a:pPr>
              <a:r>
                <a:rPr lang="en-US" altLang="zh-CN" sz="2100">
                  <a:solidFill>
                    <a:schemeClr val="tx1"/>
                  </a:solidFill>
                  <a:latin typeface="微软雅黑" panose="020B0503020204020204" pitchFamily="34" charset="-122"/>
                  <a:ea typeface="宋体" panose="02010600030101010101" pitchFamily="2" charset="-122"/>
                </a:rPr>
                <a:t>https </a:t>
              </a:r>
              <a:r>
                <a:rPr lang="en-US" altLang="zh-CN" sz="2100">
                  <a:solidFill>
                    <a:schemeClr val="tx1"/>
                  </a:solidFill>
                  <a:latin typeface="Arial" panose="020B0604020202020204" pitchFamily="34" charset="0"/>
                  <a:ea typeface="宋体" panose="02010600030101010101" pitchFamily="2" charset="-122"/>
                </a:rPr>
                <a:t>——</a:t>
              </a:r>
              <a:r>
                <a:rPr lang="zh-CN" altLang="en-US" sz="2100">
                  <a:solidFill>
                    <a:schemeClr val="tx1"/>
                  </a:solidFill>
                  <a:latin typeface="微软雅黑" panose="020B0503020204020204" pitchFamily="34" charset="-122"/>
                  <a:ea typeface="宋体" panose="02010600030101010101" pitchFamily="2" charset="-122"/>
                </a:rPr>
                <a:t>安全套接字层超文本传输协议</a:t>
              </a:r>
            </a:p>
          </p:txBody>
        </p:sp>
      </p:grpSp>
      <p:sp>
        <p:nvSpPr>
          <p:cNvPr id="99333" name="幻灯片编号占位符 1">
            <a:extLst>
              <a:ext uri="{FF2B5EF4-FFF2-40B4-BE49-F238E27FC236}">
                <a16:creationId xmlns:a16="http://schemas.microsoft.com/office/drawing/2014/main" id="{CDEE7A16-6792-894D-96A9-0B212F4A9D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6D7EBD3-4779-9F41-A2E5-F0F999F1C42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35572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549919"/>
                                        </p:tgtEl>
                                        <p:attrNameLst>
                                          <p:attrName>style.visibility</p:attrName>
                                        </p:attrNameLst>
                                      </p:cBhvr>
                                      <p:to>
                                        <p:strVal val="visible"/>
                                      </p:to>
                                    </p:set>
                                    <p:animEffect transition="in" filter="wipe(up)">
                                      <p:cBhvr>
                                        <p:cTn id="7" dur="1000"/>
                                        <p:tgtEl>
                                          <p:spTgt spid="54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5E1EBFB7-79AA-084A-A5BE-CB10C31271A9}"/>
              </a:ext>
            </a:extLst>
          </p:cNvPr>
          <p:cNvSpPr>
            <a:spLocks noGrp="1" noChangeArrowheads="1"/>
          </p:cNvSpPr>
          <p:nvPr>
            <p:ph type="title"/>
          </p:nvPr>
        </p:nvSpPr>
        <p:spPr>
          <a:xfrm>
            <a:off x="166256" y="348854"/>
            <a:ext cx="7834746" cy="482420"/>
          </a:xfrm>
        </p:spPr>
        <p:txBody>
          <a:bodyPr/>
          <a:lstStyle/>
          <a:p>
            <a:pPr eaLnBrk="1" hangingPunct="1"/>
            <a:r>
              <a:rPr lang="en-US" altLang="zh-CN" dirty="0">
                <a:latin typeface="Times New Roman" panose="02020603050405020304" pitchFamily="18" charset="0"/>
                <a:ea typeface="宋体" panose="02010600030101010101" pitchFamily="2" charset="-122"/>
              </a:rPr>
              <a:t>6.4.3  </a:t>
            </a:r>
            <a:r>
              <a:rPr lang="zh-CN" altLang="en-US" dirty="0">
                <a:latin typeface="Times New Roman" panose="02020603050405020304" pitchFamily="18" charset="0"/>
                <a:ea typeface="宋体" panose="02010600030101010101" pitchFamily="2" charset="-122"/>
              </a:rPr>
              <a:t>超文本传送协议 </a:t>
            </a:r>
            <a:r>
              <a:rPr lang="en-US" altLang="zh-CN" dirty="0">
                <a:latin typeface="Times New Roman" panose="02020603050405020304" pitchFamily="18" charset="0"/>
                <a:ea typeface="宋体" panose="02010600030101010101" pitchFamily="2" charset="-122"/>
              </a:rPr>
              <a:t>HTTP</a:t>
            </a:r>
            <a:endParaRPr lang="zh-CN" altLang="en-US" dirty="0">
              <a:latin typeface="Times New Roman" panose="02020603050405020304" pitchFamily="18" charset="0"/>
              <a:ea typeface="宋体" panose="02010600030101010101" pitchFamily="2" charset="-122"/>
            </a:endParaRPr>
          </a:p>
        </p:txBody>
      </p:sp>
      <p:sp>
        <p:nvSpPr>
          <p:cNvPr id="551939" name="Rectangle 3">
            <a:extLst>
              <a:ext uri="{FF2B5EF4-FFF2-40B4-BE49-F238E27FC236}">
                <a16:creationId xmlns:a16="http://schemas.microsoft.com/office/drawing/2014/main" id="{4F383B2C-78F3-4E45-BCD9-0983355BA8FB}"/>
              </a:ext>
            </a:extLst>
          </p:cNvPr>
          <p:cNvSpPr>
            <a:spLocks noGrp="1" noChangeArrowheads="1"/>
          </p:cNvSpPr>
          <p:nvPr>
            <p:ph type="body" idx="1"/>
          </p:nvPr>
        </p:nvSpPr>
        <p:spPr>
          <a:xfrm>
            <a:off x="159328" y="1677915"/>
            <a:ext cx="8825344" cy="2349862"/>
          </a:xfrm>
        </p:spPr>
        <p:txBody>
          <a:bodyPr/>
          <a:lstStyle/>
          <a:p>
            <a:pPr algn="just" eaLnBrk="1" hangingPunct="1">
              <a:lnSpc>
                <a:spcPct val="110000"/>
              </a:lnSpc>
            </a:pPr>
            <a:r>
              <a:rPr lang="zh-CN" altLang="en-US" dirty="0">
                <a:ea typeface="宋体" panose="02010600030101010101" pitchFamily="2" charset="-122"/>
              </a:rPr>
              <a:t>为了使超文本的链接能够高效率地完成，需要用 </a:t>
            </a:r>
            <a:r>
              <a:rPr lang="en-US" altLang="zh-CN" dirty="0">
                <a:ea typeface="宋体" panose="02010600030101010101" pitchFamily="2" charset="-122"/>
              </a:rPr>
              <a:t>HTTP </a:t>
            </a:r>
            <a:r>
              <a:rPr lang="zh-CN" altLang="en-US" dirty="0">
                <a:ea typeface="宋体" panose="02010600030101010101" pitchFamily="2" charset="-122"/>
              </a:rPr>
              <a:t>协议来传送一切必须的信息。</a:t>
            </a:r>
          </a:p>
          <a:p>
            <a:pPr algn="just" eaLnBrk="1" hangingPunct="1">
              <a:lnSpc>
                <a:spcPct val="110000"/>
              </a:lnSpc>
            </a:pPr>
            <a:r>
              <a:rPr lang="zh-CN" altLang="en-US" dirty="0">
                <a:ea typeface="宋体" panose="02010600030101010101" pitchFamily="2" charset="-122"/>
              </a:rPr>
              <a:t>从层次的角度看，</a:t>
            </a:r>
            <a:r>
              <a:rPr lang="en-US" altLang="zh-CN" dirty="0">
                <a:ea typeface="宋体" panose="02010600030101010101" pitchFamily="2" charset="-122"/>
              </a:rPr>
              <a:t>HTTP </a:t>
            </a:r>
            <a:r>
              <a:rPr lang="zh-CN" altLang="en-US" dirty="0">
                <a:ea typeface="宋体" panose="02010600030101010101" pitchFamily="2" charset="-122"/>
              </a:rPr>
              <a:t>是</a:t>
            </a:r>
            <a:r>
              <a:rPr lang="zh-CN" altLang="en-US" dirty="0">
                <a:solidFill>
                  <a:schemeClr val="hlink"/>
                </a:solidFill>
                <a:ea typeface="宋体" panose="02010600030101010101" pitchFamily="2" charset="-122"/>
              </a:rPr>
              <a:t>面向事务的</a:t>
            </a:r>
            <a:r>
              <a:rPr lang="en-US" altLang="zh-CN" dirty="0">
                <a:ea typeface="宋体" panose="02010600030101010101" pitchFamily="2" charset="-122"/>
              </a:rPr>
              <a:t>(transaction-oriented)</a:t>
            </a:r>
            <a:r>
              <a:rPr lang="zh-CN" altLang="en-US" dirty="0">
                <a:ea typeface="宋体" panose="02010600030101010101" pitchFamily="2" charset="-122"/>
              </a:rPr>
              <a:t>应用层协议，它是万维网上能够可靠地交换文件（包括文本、声音、图像等各种多媒体文件）的重要基础。 </a:t>
            </a:r>
          </a:p>
        </p:txBody>
      </p:sp>
      <p:sp>
        <p:nvSpPr>
          <p:cNvPr id="115715" name="幻灯片编号占位符 1">
            <a:extLst>
              <a:ext uri="{FF2B5EF4-FFF2-40B4-BE49-F238E27FC236}">
                <a16:creationId xmlns:a16="http://schemas.microsoft.com/office/drawing/2014/main" id="{EB6E42AA-48E5-DD40-85C3-B902E7C0B4B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759CF0D-37F1-6247-A9F9-A166EB1A06F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8F98DB1-70A4-314B-B8A7-5F034CD13A95}"/>
              </a:ext>
            </a:extLst>
          </p:cNvPr>
          <p:cNvSpPr/>
          <p:nvPr/>
        </p:nvSpPr>
        <p:spPr>
          <a:xfrm>
            <a:off x="166256" y="1074158"/>
            <a:ext cx="4572000" cy="523220"/>
          </a:xfrm>
          <a:prstGeom prst="rect">
            <a:avLst/>
          </a:prstGeom>
        </p:spPr>
        <p:txBody>
          <a:bodyPr>
            <a:spAutoFit/>
          </a:bodyPr>
          <a:lstStyle/>
          <a:p>
            <a:r>
              <a:rPr lang="en-US" altLang="zh-CN" sz="2800" dirty="0"/>
              <a:t>1.  HTTP </a:t>
            </a:r>
            <a:r>
              <a:rPr lang="zh-CN" altLang="en-US" sz="2800" dirty="0"/>
              <a:t>的操作过程</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1450469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1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11FC2D2E-9642-FE47-BF32-CEEABA2D074D}"/>
              </a:ext>
            </a:extLst>
          </p:cNvPr>
          <p:cNvSpPr>
            <a:spLocks noGrp="1" noChangeArrowheads="1"/>
          </p:cNvSpPr>
          <p:nvPr>
            <p:ph type="title"/>
          </p:nvPr>
        </p:nvSpPr>
        <p:spPr>
          <a:xfrm>
            <a:off x="199537" y="274955"/>
            <a:ext cx="8002353" cy="521494"/>
          </a:xfrm>
        </p:spPr>
        <p:txBody>
          <a:bodyPr/>
          <a:lstStyle/>
          <a:p>
            <a:pPr eaLnBrk="1" hangingPunct="1">
              <a:lnSpc>
                <a:spcPct val="80000"/>
              </a:lnSpc>
            </a:pPr>
            <a:r>
              <a:rPr lang="zh-CN" altLang="en-US" dirty="0">
                <a:ea typeface="宋体" panose="02010600030101010101" pitchFamily="2" charset="-122"/>
              </a:rPr>
              <a:t>万维网的工作过程 </a:t>
            </a:r>
          </a:p>
        </p:txBody>
      </p:sp>
      <p:graphicFrame>
        <p:nvGraphicFramePr>
          <p:cNvPr id="117762" name="Object 66">
            <a:extLst>
              <a:ext uri="{FF2B5EF4-FFF2-40B4-BE49-F238E27FC236}">
                <a16:creationId xmlns:a16="http://schemas.microsoft.com/office/drawing/2014/main" id="{FE1AE957-87ED-8E40-9ED7-C3404D0569A7}"/>
              </a:ext>
            </a:extLst>
          </p:cNvPr>
          <p:cNvGraphicFramePr>
            <a:graphicFrameLocks noChangeAspect="1"/>
          </p:cNvGraphicFramePr>
          <p:nvPr>
            <p:extLst>
              <p:ext uri="{D42A27DB-BD31-4B8C-83A1-F6EECF244321}">
                <p14:modId xmlns:p14="http://schemas.microsoft.com/office/powerpoint/2010/main" val="1159084061"/>
              </p:ext>
            </p:extLst>
          </p:nvPr>
        </p:nvGraphicFramePr>
        <p:xfrm>
          <a:off x="3036094" y="2011618"/>
          <a:ext cx="2883694" cy="1269206"/>
        </p:xfrm>
        <a:graphic>
          <a:graphicData uri="http://schemas.openxmlformats.org/presentationml/2006/ole">
            <mc:AlternateContent xmlns:mc="http://schemas.openxmlformats.org/markup-compatibility/2006">
              <mc:Choice xmlns:v="urn:schemas-microsoft-com:vml" Requires="v">
                <p:oleObj spid="_x0000_s104457" name="VISIO" r:id="rId4" imgW="3378200" imgH="1930400" progId="Visio.Drawing.6">
                  <p:embed/>
                </p:oleObj>
              </mc:Choice>
              <mc:Fallback>
                <p:oleObj name="VISIO" r:id="rId4" imgW="3378200" imgH="1930400" progId="Visio.Drawing.6">
                  <p:embed/>
                  <p:pic>
                    <p:nvPicPr>
                      <p:cNvPr id="117762" name="Object 66">
                        <a:extLst>
                          <a:ext uri="{FF2B5EF4-FFF2-40B4-BE49-F238E27FC236}">
                            <a16:creationId xmlns:a16="http://schemas.microsoft.com/office/drawing/2014/main" id="{FE1AE957-87ED-8E40-9ED7-C3404D0569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6094" y="2011618"/>
                        <a:ext cx="2883694" cy="1269206"/>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17763" name="Picture 67">
            <a:extLst>
              <a:ext uri="{FF2B5EF4-FFF2-40B4-BE49-F238E27FC236}">
                <a16:creationId xmlns:a16="http://schemas.microsoft.com/office/drawing/2014/main" id="{4D648C93-6CF3-324A-A555-92F05F44935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1435" y="897193"/>
            <a:ext cx="1248965" cy="1812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8" name="Freeform 68">
            <a:extLst>
              <a:ext uri="{FF2B5EF4-FFF2-40B4-BE49-F238E27FC236}">
                <a16:creationId xmlns:a16="http://schemas.microsoft.com/office/drawing/2014/main" id="{760F1D0C-D563-9144-BE80-233FF4D5636F}"/>
              </a:ext>
            </a:extLst>
          </p:cNvPr>
          <p:cNvSpPr>
            <a:spLocks/>
          </p:cNvSpPr>
          <p:nvPr/>
        </p:nvSpPr>
        <p:spPr bwMode="auto">
          <a:xfrm>
            <a:off x="3854053" y="2256886"/>
            <a:ext cx="336947" cy="200025"/>
          </a:xfrm>
          <a:custGeom>
            <a:avLst/>
            <a:gdLst>
              <a:gd name="T0" fmla="*/ 19199 w 117"/>
              <a:gd name="T1" fmla="*/ 149171 h 118"/>
              <a:gd name="T2" fmla="*/ 0 w 117"/>
              <a:gd name="T3" fmla="*/ 115269 h 118"/>
              <a:gd name="T4" fmla="*/ 0 w 117"/>
              <a:gd name="T5" fmla="*/ 81366 h 118"/>
              <a:gd name="T6" fmla="*/ 61438 w 117"/>
              <a:gd name="T7" fmla="*/ 56504 h 118"/>
              <a:gd name="T8" fmla="*/ 122875 w 117"/>
              <a:gd name="T9" fmla="*/ 33903 h 118"/>
              <a:gd name="T10" fmla="*/ 180473 w 117"/>
              <a:gd name="T11" fmla="*/ 0 h 118"/>
              <a:gd name="T12" fmla="*/ 241910 w 117"/>
              <a:gd name="T13" fmla="*/ 0 h 118"/>
              <a:gd name="T14" fmla="*/ 303348 w 117"/>
              <a:gd name="T15" fmla="*/ 0 h 118"/>
              <a:gd name="T16" fmla="*/ 322547 w 117"/>
              <a:gd name="T17" fmla="*/ 33903 h 118"/>
              <a:gd name="T18" fmla="*/ 364785 w 117"/>
              <a:gd name="T19" fmla="*/ 70065 h 118"/>
              <a:gd name="T20" fmla="*/ 403184 w 117"/>
              <a:gd name="T21" fmla="*/ 103968 h 118"/>
              <a:gd name="T22" fmla="*/ 426223 w 117"/>
              <a:gd name="T23" fmla="*/ 137870 h 118"/>
              <a:gd name="T24" fmla="*/ 445422 w 117"/>
              <a:gd name="T25" fmla="*/ 171773 h 118"/>
              <a:gd name="T26" fmla="*/ 445422 w 117"/>
              <a:gd name="T27" fmla="*/ 207936 h 118"/>
              <a:gd name="T28" fmla="*/ 445422 w 117"/>
              <a:gd name="T29" fmla="*/ 241838 h 118"/>
              <a:gd name="T30" fmla="*/ 383985 w 117"/>
              <a:gd name="T31" fmla="*/ 264440 h 118"/>
              <a:gd name="T32" fmla="*/ 322547 w 117"/>
              <a:gd name="T33" fmla="*/ 264440 h 118"/>
              <a:gd name="T34" fmla="*/ 264949 w 117"/>
              <a:gd name="T35" fmla="*/ 264440 h 118"/>
              <a:gd name="T36" fmla="*/ 203512 w 117"/>
              <a:gd name="T37" fmla="*/ 264440 h 118"/>
              <a:gd name="T38" fmla="*/ 142074 w 117"/>
              <a:gd name="T39" fmla="*/ 253139 h 118"/>
              <a:gd name="T40" fmla="*/ 80637 w 117"/>
              <a:gd name="T41" fmla="*/ 230537 h 118"/>
              <a:gd name="T42" fmla="*/ 42238 w 117"/>
              <a:gd name="T43" fmla="*/ 194375 h 118"/>
              <a:gd name="T44" fmla="*/ 19199 w 117"/>
              <a:gd name="T45" fmla="*/ 160472 h 118"/>
              <a:gd name="T46" fmla="*/ 19199 w 117"/>
              <a:gd name="T47" fmla="*/ 149171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p:spPr>
        <p:txBody>
          <a:bodyPr/>
          <a:lstStyle/>
          <a:p>
            <a:pPr>
              <a:defRPr/>
            </a:pPr>
            <a:endParaRPr lang="zh-CN" altLang="en-US">
              <a:cs typeface="+mn-cs"/>
            </a:endParaRPr>
          </a:p>
        </p:txBody>
      </p:sp>
      <p:sp>
        <p:nvSpPr>
          <p:cNvPr id="553029" name="Freeform 69">
            <a:extLst>
              <a:ext uri="{FF2B5EF4-FFF2-40B4-BE49-F238E27FC236}">
                <a16:creationId xmlns:a16="http://schemas.microsoft.com/office/drawing/2014/main" id="{4E2831CC-E7B8-AB4B-ABB8-E477E2F06DE2}"/>
              </a:ext>
            </a:extLst>
          </p:cNvPr>
          <p:cNvSpPr>
            <a:spLocks/>
          </p:cNvSpPr>
          <p:nvPr/>
        </p:nvSpPr>
        <p:spPr bwMode="auto">
          <a:xfrm>
            <a:off x="4647010" y="2204498"/>
            <a:ext cx="236934" cy="147638"/>
          </a:xfrm>
          <a:custGeom>
            <a:avLst/>
            <a:gdLst>
              <a:gd name="T0" fmla="*/ 0 w 82"/>
              <a:gd name="T1" fmla="*/ 0 h 87"/>
              <a:gd name="T2" fmla="*/ 61641 w 82"/>
              <a:gd name="T3" fmla="*/ 22626 h 87"/>
              <a:gd name="T4" fmla="*/ 123283 w 82"/>
              <a:gd name="T5" fmla="*/ 45253 h 87"/>
              <a:gd name="T6" fmla="*/ 188777 w 82"/>
              <a:gd name="T7" fmla="*/ 45253 h 87"/>
              <a:gd name="T8" fmla="*/ 250418 w 82"/>
              <a:gd name="T9" fmla="*/ 67879 h 87"/>
              <a:gd name="T10" fmla="*/ 292796 w 82"/>
              <a:gd name="T11" fmla="*/ 104082 h 87"/>
              <a:gd name="T12" fmla="*/ 312059 w 82"/>
              <a:gd name="T13" fmla="*/ 138021 h 87"/>
              <a:gd name="T14" fmla="*/ 312059 w 82"/>
              <a:gd name="T15" fmla="*/ 171961 h 87"/>
              <a:gd name="T16" fmla="*/ 250418 w 82"/>
              <a:gd name="T17" fmla="*/ 194587 h 87"/>
              <a:gd name="T18" fmla="*/ 188777 w 82"/>
              <a:gd name="T19" fmla="*/ 194587 h 87"/>
              <a:gd name="T20" fmla="*/ 104020 w 82"/>
              <a:gd name="T21" fmla="*/ 183274 h 87"/>
              <a:gd name="T22" fmla="*/ 42378 w 82"/>
              <a:gd name="T23" fmla="*/ 160648 h 87"/>
              <a:gd name="T24" fmla="*/ 19263 w 82"/>
              <a:gd name="T25" fmla="*/ 126708 h 87"/>
              <a:gd name="T26" fmla="*/ 0 w 82"/>
              <a:gd name="T27" fmla="*/ 90506 h 87"/>
              <a:gd name="T28" fmla="*/ 0 w 82"/>
              <a:gd name="T29" fmla="*/ 56566 h 87"/>
              <a:gd name="T30" fmla="*/ 42378 w 82"/>
              <a:gd name="T31" fmla="*/ 22626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p:spPr>
        <p:txBody>
          <a:bodyPr/>
          <a:lstStyle/>
          <a:p>
            <a:pPr>
              <a:defRPr/>
            </a:pPr>
            <a:endParaRPr lang="zh-CN" altLang="en-US">
              <a:cs typeface="+mn-cs"/>
            </a:endParaRPr>
          </a:p>
        </p:txBody>
      </p:sp>
      <p:sp>
        <p:nvSpPr>
          <p:cNvPr id="553030" name="Freeform 70">
            <a:extLst>
              <a:ext uri="{FF2B5EF4-FFF2-40B4-BE49-F238E27FC236}">
                <a16:creationId xmlns:a16="http://schemas.microsoft.com/office/drawing/2014/main" id="{E6ECAFEA-4BEB-534B-B10A-E1FA592E2791}"/>
              </a:ext>
            </a:extLst>
          </p:cNvPr>
          <p:cNvSpPr>
            <a:spLocks/>
          </p:cNvSpPr>
          <p:nvPr/>
        </p:nvSpPr>
        <p:spPr bwMode="auto">
          <a:xfrm>
            <a:off x="5580460" y="2279507"/>
            <a:ext cx="762000" cy="558404"/>
          </a:xfrm>
          <a:custGeom>
            <a:avLst/>
            <a:gdLst>
              <a:gd name="T0" fmla="*/ 1016000 w 567"/>
              <a:gd name="T1" fmla="*/ 0 h 371"/>
              <a:gd name="T2" fmla="*/ 949700 w 567"/>
              <a:gd name="T3" fmla="*/ 337149 h 371"/>
              <a:gd name="T4" fmla="*/ 766928 w 567"/>
              <a:gd name="T5" fmla="*/ 561915 h 371"/>
              <a:gd name="T6" fmla="*/ 562653 w 567"/>
              <a:gd name="T7" fmla="*/ 658244 h 371"/>
              <a:gd name="T8" fmla="*/ 0 w 567"/>
              <a:gd name="T9" fmla="*/ 744538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7" h="371">
                <a:moveTo>
                  <a:pt x="567" y="0"/>
                </a:moveTo>
                <a:cubicBezTo>
                  <a:pt x="561" y="28"/>
                  <a:pt x="553" y="122"/>
                  <a:pt x="530" y="168"/>
                </a:cubicBezTo>
                <a:cubicBezTo>
                  <a:pt x="516" y="193"/>
                  <a:pt x="460" y="266"/>
                  <a:pt x="428" y="280"/>
                </a:cubicBezTo>
                <a:cubicBezTo>
                  <a:pt x="395" y="294"/>
                  <a:pt x="356" y="316"/>
                  <a:pt x="314" y="328"/>
                </a:cubicBezTo>
                <a:cubicBezTo>
                  <a:pt x="241" y="341"/>
                  <a:pt x="52" y="364"/>
                  <a:pt x="0" y="371"/>
                </a:cubicBez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sp>
        <p:nvSpPr>
          <p:cNvPr id="553031" name="Freeform 71">
            <a:extLst>
              <a:ext uri="{FF2B5EF4-FFF2-40B4-BE49-F238E27FC236}">
                <a16:creationId xmlns:a16="http://schemas.microsoft.com/office/drawing/2014/main" id="{67B54FEA-8439-E94B-9950-D7ACDFEDBB67}"/>
              </a:ext>
            </a:extLst>
          </p:cNvPr>
          <p:cNvSpPr>
            <a:spLocks/>
          </p:cNvSpPr>
          <p:nvPr/>
        </p:nvSpPr>
        <p:spPr bwMode="auto">
          <a:xfrm>
            <a:off x="2574131" y="2016380"/>
            <a:ext cx="785813" cy="810815"/>
          </a:xfrm>
          <a:custGeom>
            <a:avLst/>
            <a:gdLst>
              <a:gd name="T0" fmla="*/ 9663 w 759"/>
              <a:gd name="T1" fmla="*/ 0 h 664"/>
              <a:gd name="T2" fmla="*/ 20707 w 759"/>
              <a:gd name="T3" fmla="*/ 690333 h 664"/>
              <a:gd name="T4" fmla="*/ 138043 w 759"/>
              <a:gd name="T5" fmla="*/ 887338 h 664"/>
              <a:gd name="T6" fmla="*/ 212587 w 759"/>
              <a:gd name="T7" fmla="*/ 929670 h 664"/>
              <a:gd name="T8" fmla="*/ 262283 w 759"/>
              <a:gd name="T9" fmla="*/ 962233 h 664"/>
              <a:gd name="T10" fmla="*/ 484533 w 759"/>
              <a:gd name="T11" fmla="*/ 1030615 h 664"/>
              <a:gd name="T12" fmla="*/ 804793 w 759"/>
              <a:gd name="T13" fmla="*/ 1081087 h 664"/>
              <a:gd name="T14" fmla="*/ 1047750 w 759"/>
              <a:gd name="T15" fmla="*/ 1081087 h 6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59" h="664">
                <a:moveTo>
                  <a:pt x="7" y="0"/>
                </a:moveTo>
                <a:cubicBezTo>
                  <a:pt x="8" y="71"/>
                  <a:pt x="0" y="333"/>
                  <a:pt x="15" y="424"/>
                </a:cubicBezTo>
                <a:cubicBezTo>
                  <a:pt x="30" y="515"/>
                  <a:pt x="77" y="520"/>
                  <a:pt x="100" y="545"/>
                </a:cubicBezTo>
                <a:lnTo>
                  <a:pt x="154" y="571"/>
                </a:lnTo>
                <a:lnTo>
                  <a:pt x="190" y="591"/>
                </a:lnTo>
                <a:lnTo>
                  <a:pt x="351" y="633"/>
                </a:lnTo>
                <a:lnTo>
                  <a:pt x="583" y="664"/>
                </a:lnTo>
                <a:lnTo>
                  <a:pt x="759" y="664"/>
                </a:lnTo>
              </a:path>
            </a:pathLst>
          </a:custGeom>
          <a:noFill/>
          <a:ln w="38100" cap="rnd" cmpd="sng">
            <a:solidFill>
              <a:srgbClr val="333399"/>
            </a:solidFill>
            <a:prstDash val="solid"/>
            <a:round/>
            <a:headEnd type="none" w="med" len="med"/>
            <a:tailEnd type="none" w="med" len="med"/>
          </a:ln>
          <a:effectLst/>
        </p:spPr>
        <p:txBody>
          <a:bodyPr/>
          <a:lstStyle/>
          <a:p>
            <a:pPr>
              <a:defRPr/>
            </a:pPr>
            <a:endParaRPr lang="zh-CN" altLang="en-US">
              <a:cs typeface="+mn-cs"/>
            </a:endParaRPr>
          </a:p>
        </p:txBody>
      </p:sp>
      <p:sp>
        <p:nvSpPr>
          <p:cNvPr id="117768" name="Rectangle 72">
            <a:extLst>
              <a:ext uri="{FF2B5EF4-FFF2-40B4-BE49-F238E27FC236}">
                <a16:creationId xmlns:a16="http://schemas.microsoft.com/office/drawing/2014/main" id="{4B1AACF1-8773-AD42-9564-D77050C5593F}"/>
              </a:ext>
            </a:extLst>
          </p:cNvPr>
          <p:cNvSpPr>
            <a:spLocks noChangeArrowheads="1"/>
          </p:cNvSpPr>
          <p:nvPr/>
        </p:nvSpPr>
        <p:spPr bwMode="auto">
          <a:xfrm>
            <a:off x="4142185" y="2716468"/>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17769" name="Rectangle 73">
            <a:extLst>
              <a:ext uri="{FF2B5EF4-FFF2-40B4-BE49-F238E27FC236}">
                <a16:creationId xmlns:a16="http://schemas.microsoft.com/office/drawing/2014/main" id="{37267226-99C0-A54E-B18F-5178D25E84CA}"/>
              </a:ext>
            </a:extLst>
          </p:cNvPr>
          <p:cNvSpPr>
            <a:spLocks noChangeArrowheads="1"/>
          </p:cNvSpPr>
          <p:nvPr/>
        </p:nvSpPr>
        <p:spPr bwMode="auto">
          <a:xfrm>
            <a:off x="6802762" y="1115330"/>
            <a:ext cx="1765773" cy="51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80000"/>
              </a:lnSpc>
              <a:spcBef>
                <a:spcPct val="0"/>
              </a:spcBef>
              <a:buClrTx/>
              <a:buSzTx/>
              <a:buFontTx/>
              <a:buNone/>
            </a:pPr>
            <a:r>
              <a:rPr kumimoji="1" lang="zh-CN" altLang="en-US" sz="1800" dirty="0">
                <a:latin typeface="Arial" panose="020B0604020202020204" pitchFamily="34" charset="0"/>
                <a:ea typeface="宋体" panose="02010600030101010101" pitchFamily="2" charset="-122"/>
              </a:rPr>
              <a:t>服务器</a:t>
            </a:r>
          </a:p>
          <a:p>
            <a:pPr algn="ctr">
              <a:lnSpc>
                <a:spcPct val="80000"/>
              </a:lnSpc>
              <a:spcBef>
                <a:spcPct val="0"/>
              </a:spcBef>
              <a:buClrTx/>
              <a:buSzTx/>
              <a:buFontTx/>
              <a:buNone/>
            </a:pPr>
            <a:r>
              <a:rPr kumimoji="1" lang="en-US" altLang="zh-CN" sz="1800" dirty="0" err="1">
                <a:latin typeface="Arial" panose="020B0604020202020204" pitchFamily="34" charset="0"/>
                <a:ea typeface="宋体" panose="02010600030101010101" pitchFamily="2" charset="-122"/>
              </a:rPr>
              <a:t>www.ruc.edu.cn</a:t>
            </a:r>
            <a:endParaRPr kumimoji="1" lang="en-US" altLang="zh-CN" sz="1800" dirty="0">
              <a:latin typeface="Arial" panose="020B0604020202020204" pitchFamily="34" charset="0"/>
              <a:ea typeface="宋体" panose="02010600030101010101" pitchFamily="2" charset="-122"/>
            </a:endParaRPr>
          </a:p>
        </p:txBody>
      </p:sp>
      <p:sp>
        <p:nvSpPr>
          <p:cNvPr id="117770" name="Rectangle 74">
            <a:extLst>
              <a:ext uri="{FF2B5EF4-FFF2-40B4-BE49-F238E27FC236}">
                <a16:creationId xmlns:a16="http://schemas.microsoft.com/office/drawing/2014/main" id="{1789919A-4B24-9446-84A1-E131C8D4F18F}"/>
              </a:ext>
            </a:extLst>
          </p:cNvPr>
          <p:cNvSpPr>
            <a:spLocks noChangeArrowheads="1"/>
          </p:cNvSpPr>
          <p:nvPr/>
        </p:nvSpPr>
        <p:spPr bwMode="auto">
          <a:xfrm>
            <a:off x="3424420" y="1043887"/>
            <a:ext cx="1983717"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zh-CN" sz="1800" dirty="0">
                <a:latin typeface="Arial" panose="020B0604020202020204" pitchFamily="34" charset="0"/>
                <a:ea typeface="宋体" panose="02010600030101010101" pitchFamily="2" charset="-122"/>
              </a:rPr>
              <a:t>链接到</a:t>
            </a:r>
            <a:r>
              <a:rPr kumimoji="1" lang="en-US" altLang="zh-CN" sz="1800" dirty="0">
                <a:solidFill>
                  <a:srgbClr val="FF0000"/>
                </a:solidFill>
                <a:latin typeface="Arial" panose="020B0604020202020204" pitchFamily="34" charset="0"/>
                <a:ea typeface="宋体" panose="02010600030101010101" pitchFamily="2" charset="-122"/>
              </a:rPr>
              <a:t>URL</a:t>
            </a:r>
            <a:r>
              <a:rPr kumimoji="1" lang="zh-CN" altLang="en-US" sz="1800" dirty="0">
                <a:latin typeface="Arial" panose="020B0604020202020204" pitchFamily="34" charset="0"/>
                <a:ea typeface="宋体" panose="02010600030101010101" pitchFamily="2" charset="-122"/>
              </a:rPr>
              <a:t>的超链</a:t>
            </a:r>
          </a:p>
        </p:txBody>
      </p:sp>
      <p:sp>
        <p:nvSpPr>
          <p:cNvPr id="117771" name="Rectangle 75">
            <a:extLst>
              <a:ext uri="{FF2B5EF4-FFF2-40B4-BE49-F238E27FC236}">
                <a16:creationId xmlns:a16="http://schemas.microsoft.com/office/drawing/2014/main" id="{9F7F591E-1BAE-C245-A4C4-4D7542CAB4B1}"/>
              </a:ext>
            </a:extLst>
          </p:cNvPr>
          <p:cNvSpPr>
            <a:spLocks noChangeArrowheads="1"/>
          </p:cNvSpPr>
          <p:nvPr/>
        </p:nvSpPr>
        <p:spPr bwMode="auto">
          <a:xfrm>
            <a:off x="3448050" y="2321180"/>
            <a:ext cx="2133630" cy="2981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使用此 </a:t>
            </a:r>
            <a:r>
              <a:rPr kumimoji="1" lang="en-US" altLang="zh-CN" sz="1500">
                <a:solidFill>
                  <a:srgbClr val="FF0000"/>
                </a:solidFill>
                <a:latin typeface="Arial" panose="020B0604020202020204" pitchFamily="34" charset="0"/>
                <a:ea typeface="宋体" panose="02010600030101010101" pitchFamily="2" charset="-122"/>
              </a:rPr>
              <a:t>TCP</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连接</a:t>
            </a:r>
          </a:p>
        </p:txBody>
      </p:sp>
      <p:sp>
        <p:nvSpPr>
          <p:cNvPr id="117772" name="Rectangle 76">
            <a:extLst>
              <a:ext uri="{FF2B5EF4-FFF2-40B4-BE49-F238E27FC236}">
                <a16:creationId xmlns:a16="http://schemas.microsoft.com/office/drawing/2014/main" id="{CA06C8AD-63DF-4040-8353-7BF480E56EA4}"/>
              </a:ext>
            </a:extLst>
          </p:cNvPr>
          <p:cNvSpPr>
            <a:spLocks noChangeArrowheads="1"/>
          </p:cNvSpPr>
          <p:nvPr/>
        </p:nvSpPr>
        <p:spPr bwMode="auto">
          <a:xfrm>
            <a:off x="3148013" y="137344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17773" name="Rectangle 77">
            <a:extLst>
              <a:ext uri="{FF2B5EF4-FFF2-40B4-BE49-F238E27FC236}">
                <a16:creationId xmlns:a16="http://schemas.microsoft.com/office/drawing/2014/main" id="{B0011CDE-E646-A94A-9501-54377018A0EB}"/>
              </a:ext>
            </a:extLst>
          </p:cNvPr>
          <p:cNvSpPr>
            <a:spLocks noChangeArrowheads="1"/>
          </p:cNvSpPr>
          <p:nvPr/>
        </p:nvSpPr>
        <p:spPr bwMode="auto">
          <a:xfrm>
            <a:off x="4931569" y="137344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553038" name="Rectangle 78">
            <a:extLst>
              <a:ext uri="{FF2B5EF4-FFF2-40B4-BE49-F238E27FC236}">
                <a16:creationId xmlns:a16="http://schemas.microsoft.com/office/drawing/2014/main" id="{BD633FC4-572D-F447-BE28-9F3C9E1D9562}"/>
              </a:ext>
            </a:extLst>
          </p:cNvPr>
          <p:cNvSpPr>
            <a:spLocks noChangeArrowheads="1"/>
          </p:cNvSpPr>
          <p:nvPr/>
        </p:nvSpPr>
        <p:spPr bwMode="auto">
          <a:xfrm>
            <a:off x="4102894" y="1653239"/>
            <a:ext cx="638798" cy="298160"/>
          </a:xfrm>
          <a:prstGeom prst="rect">
            <a:avLst/>
          </a:prstGeom>
          <a:noFill/>
          <a:ln>
            <a:noFill/>
          </a:ln>
          <a:effectLst/>
        </p:spPr>
        <p:txBody>
          <a:bodyPr wrap="none" lIns="67866" tIns="33338" rIns="67866" bIns="33338">
            <a:spAutoFit/>
          </a:bodyPr>
          <a:lstStyle/>
          <a:p>
            <a:pPr>
              <a:defRPr/>
            </a:pPr>
            <a:r>
              <a:rPr kumimoji="1" lang="en-US" altLang="zh-CN" sz="1500" dirty="0">
                <a:solidFill>
                  <a:srgbClr val="FF0000"/>
                </a:solidFill>
                <a:latin typeface="Arial" charset="0"/>
                <a:ea typeface="黑体" charset="-122"/>
              </a:rPr>
              <a:t>HTTP</a:t>
            </a:r>
          </a:p>
        </p:txBody>
      </p:sp>
      <p:sp>
        <p:nvSpPr>
          <p:cNvPr id="117775" name="Rectangle 79">
            <a:extLst>
              <a:ext uri="{FF2B5EF4-FFF2-40B4-BE49-F238E27FC236}">
                <a16:creationId xmlns:a16="http://schemas.microsoft.com/office/drawing/2014/main" id="{09BB2A2A-0698-474E-910B-182FEE2BF698}"/>
              </a:ext>
            </a:extLst>
          </p:cNvPr>
          <p:cNvSpPr>
            <a:spLocks noChangeArrowheads="1"/>
          </p:cNvSpPr>
          <p:nvPr/>
        </p:nvSpPr>
        <p:spPr bwMode="auto">
          <a:xfrm>
            <a:off x="1559273" y="1300084"/>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dirty="0">
                <a:latin typeface="Arial" panose="020B0604020202020204" pitchFamily="34" charset="0"/>
                <a:ea typeface="宋体" panose="02010600030101010101" pitchFamily="2" charset="-122"/>
              </a:rPr>
              <a:t>客户</a:t>
            </a:r>
          </a:p>
        </p:txBody>
      </p:sp>
      <p:pic>
        <p:nvPicPr>
          <p:cNvPr id="117776" name="Picture 80">
            <a:extLst>
              <a:ext uri="{FF2B5EF4-FFF2-40B4-BE49-F238E27FC236}">
                <a16:creationId xmlns:a16="http://schemas.microsoft.com/office/drawing/2014/main" id="{E5215740-88BE-C943-9B7B-64C16F99943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1441" y="1182942"/>
            <a:ext cx="1073944" cy="1075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1" name="Freeform 81">
            <a:extLst>
              <a:ext uri="{FF2B5EF4-FFF2-40B4-BE49-F238E27FC236}">
                <a16:creationId xmlns:a16="http://schemas.microsoft.com/office/drawing/2014/main" id="{8B8AA828-2F68-E34B-98F8-AD56172ACD39}"/>
              </a:ext>
            </a:extLst>
          </p:cNvPr>
          <p:cNvSpPr>
            <a:spLocks/>
          </p:cNvSpPr>
          <p:nvPr/>
        </p:nvSpPr>
        <p:spPr bwMode="auto">
          <a:xfrm>
            <a:off x="2256235" y="1356774"/>
            <a:ext cx="556022" cy="416719"/>
          </a:xfrm>
          <a:custGeom>
            <a:avLst/>
            <a:gdLst>
              <a:gd name="T0" fmla="*/ 27221 w 463"/>
              <a:gd name="T1" fmla="*/ 0 h 322"/>
              <a:gd name="T2" fmla="*/ 739761 w 463"/>
              <a:gd name="T3" fmla="*/ 0 h 322"/>
              <a:gd name="T4" fmla="*/ 709338 w 463"/>
              <a:gd name="T5" fmla="*/ 553899 h 322"/>
              <a:gd name="T6" fmla="*/ 0 w 463"/>
              <a:gd name="T7" fmla="*/ 524565 h 322"/>
              <a:gd name="T8" fmla="*/ 27221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noFill/>
          <a:ln>
            <a:noFill/>
          </a:ln>
          <a:effectLst/>
        </p:spPr>
        <p:txBody>
          <a:bodyPr/>
          <a:lstStyle/>
          <a:p>
            <a:pPr>
              <a:defRPr/>
            </a:pPr>
            <a:endParaRPr lang="zh-CN" altLang="en-US">
              <a:cs typeface="+mn-cs"/>
            </a:endParaRPr>
          </a:p>
        </p:txBody>
      </p:sp>
      <p:sp>
        <p:nvSpPr>
          <p:cNvPr id="117778" name="Rectangle 82">
            <a:extLst>
              <a:ext uri="{FF2B5EF4-FFF2-40B4-BE49-F238E27FC236}">
                <a16:creationId xmlns:a16="http://schemas.microsoft.com/office/drawing/2014/main" id="{94BEB91A-A9AA-A443-BA3D-B8DF08012D2D}"/>
              </a:ext>
            </a:extLst>
          </p:cNvPr>
          <p:cNvSpPr>
            <a:spLocks noChangeArrowheads="1"/>
          </p:cNvSpPr>
          <p:nvPr/>
        </p:nvSpPr>
        <p:spPr bwMode="auto">
          <a:xfrm>
            <a:off x="2202656" y="1277001"/>
            <a:ext cx="675666" cy="390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050">
                <a:latin typeface="Arial" panose="020B0604020202020204" pitchFamily="34" charset="0"/>
                <a:ea typeface="宋体" panose="02010600030101010101" pitchFamily="2" charset="-122"/>
              </a:rPr>
              <a:t>人民大学</a:t>
            </a:r>
          </a:p>
          <a:p>
            <a:pPr>
              <a:spcBef>
                <a:spcPct val="0"/>
              </a:spcBef>
              <a:buClrTx/>
              <a:buSzTx/>
              <a:buFontTx/>
              <a:buNone/>
            </a:pPr>
            <a:r>
              <a:rPr kumimoji="1" lang="zh-CN" altLang="en-US" sz="1050">
                <a:latin typeface="Arial" panose="020B0604020202020204" pitchFamily="34" charset="0"/>
                <a:ea typeface="宋体" panose="02010600030101010101" pitchFamily="2" charset="-122"/>
              </a:rPr>
              <a:t>院系设置</a:t>
            </a:r>
          </a:p>
        </p:txBody>
      </p:sp>
      <p:sp>
        <p:nvSpPr>
          <p:cNvPr id="553043" name="Line 83">
            <a:extLst>
              <a:ext uri="{FF2B5EF4-FFF2-40B4-BE49-F238E27FC236}">
                <a16:creationId xmlns:a16="http://schemas.microsoft.com/office/drawing/2014/main" id="{6C096B78-4A69-8A44-9D95-D93E191222E7}"/>
              </a:ext>
            </a:extLst>
          </p:cNvPr>
          <p:cNvSpPr>
            <a:spLocks noChangeShapeType="1"/>
          </p:cNvSpPr>
          <p:nvPr/>
        </p:nvSpPr>
        <p:spPr bwMode="auto">
          <a:xfrm>
            <a:off x="2305050" y="1625855"/>
            <a:ext cx="439341" cy="0"/>
          </a:xfrm>
          <a:prstGeom prst="line">
            <a:avLst/>
          </a:prstGeom>
          <a:noFill/>
          <a:ln w="1905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4" name="Oval 84">
            <a:extLst>
              <a:ext uri="{FF2B5EF4-FFF2-40B4-BE49-F238E27FC236}">
                <a16:creationId xmlns:a16="http://schemas.microsoft.com/office/drawing/2014/main" id="{F815B142-DCEB-7E49-AEF8-6EA4304BEE6A}"/>
              </a:ext>
            </a:extLst>
          </p:cNvPr>
          <p:cNvSpPr>
            <a:spLocks noChangeArrowheads="1"/>
          </p:cNvSpPr>
          <p:nvPr/>
        </p:nvSpPr>
        <p:spPr bwMode="auto">
          <a:xfrm>
            <a:off x="2511029" y="1879458"/>
            <a:ext cx="445294" cy="189310"/>
          </a:xfrm>
          <a:prstGeom prst="ellipse">
            <a:avLst/>
          </a:prstGeom>
          <a:solidFill>
            <a:srgbClr val="FF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5" name="Line 85">
            <a:extLst>
              <a:ext uri="{FF2B5EF4-FFF2-40B4-BE49-F238E27FC236}">
                <a16:creationId xmlns:a16="http://schemas.microsoft.com/office/drawing/2014/main" id="{7EA0DD07-4717-5948-9C1E-4CFD9AC5F194}"/>
              </a:ext>
            </a:extLst>
          </p:cNvPr>
          <p:cNvSpPr>
            <a:spLocks noChangeShapeType="1"/>
          </p:cNvSpPr>
          <p:nvPr/>
        </p:nvSpPr>
        <p:spPr bwMode="auto">
          <a:xfrm>
            <a:off x="5504260" y="1752061"/>
            <a:ext cx="382190" cy="190500"/>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46" name="Line 86">
            <a:extLst>
              <a:ext uri="{FF2B5EF4-FFF2-40B4-BE49-F238E27FC236}">
                <a16:creationId xmlns:a16="http://schemas.microsoft.com/office/drawing/2014/main" id="{41D91671-EFA1-8D49-AEFD-FC4CB99FA995}"/>
              </a:ext>
            </a:extLst>
          </p:cNvPr>
          <p:cNvSpPr>
            <a:spLocks noChangeShapeType="1"/>
          </p:cNvSpPr>
          <p:nvPr/>
        </p:nvSpPr>
        <p:spPr bwMode="auto">
          <a:xfrm flipH="1">
            <a:off x="2893219" y="1688957"/>
            <a:ext cx="382191" cy="253604"/>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47" name="Oval 87">
            <a:extLst>
              <a:ext uri="{FF2B5EF4-FFF2-40B4-BE49-F238E27FC236}">
                <a16:creationId xmlns:a16="http://schemas.microsoft.com/office/drawing/2014/main" id="{7E5AF352-FCBD-8140-8A47-D0529F8CF7DF}"/>
              </a:ext>
            </a:extLst>
          </p:cNvPr>
          <p:cNvSpPr>
            <a:spLocks noChangeArrowheads="1"/>
          </p:cNvSpPr>
          <p:nvPr/>
        </p:nvSpPr>
        <p:spPr bwMode="auto">
          <a:xfrm>
            <a:off x="5822157" y="1879458"/>
            <a:ext cx="446485" cy="189310"/>
          </a:xfrm>
          <a:prstGeom prst="ellipse">
            <a:avLst/>
          </a:prstGeom>
          <a:solidFill>
            <a:srgbClr val="FF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48" name="Freeform 88">
            <a:extLst>
              <a:ext uri="{FF2B5EF4-FFF2-40B4-BE49-F238E27FC236}">
                <a16:creationId xmlns:a16="http://schemas.microsoft.com/office/drawing/2014/main" id="{FD8FF073-1BF1-9C47-A327-7B2098F8008A}"/>
              </a:ext>
            </a:extLst>
          </p:cNvPr>
          <p:cNvSpPr>
            <a:spLocks/>
          </p:cNvSpPr>
          <p:nvPr/>
        </p:nvSpPr>
        <p:spPr bwMode="auto">
          <a:xfrm>
            <a:off x="2765822" y="2022332"/>
            <a:ext cx="3248025" cy="615554"/>
          </a:xfrm>
          <a:custGeom>
            <a:avLst/>
            <a:gdLst>
              <a:gd name="T0" fmla="*/ 0 w 2448"/>
              <a:gd name="T1" fmla="*/ 0 h 852"/>
              <a:gd name="T2" fmla="*/ 0 w 2448"/>
              <a:gd name="T3" fmla="*/ 585691 h 852"/>
              <a:gd name="T4" fmla="*/ 10614 w 2448"/>
              <a:gd name="T5" fmla="*/ 627113 h 852"/>
              <a:gd name="T6" fmla="*/ 42458 w 2448"/>
              <a:gd name="T7" fmla="*/ 673352 h 852"/>
              <a:gd name="T8" fmla="*/ 116759 w 2448"/>
              <a:gd name="T9" fmla="*/ 722481 h 852"/>
              <a:gd name="T10" fmla="*/ 254747 w 2448"/>
              <a:gd name="T11" fmla="*/ 763903 h 852"/>
              <a:gd name="T12" fmla="*/ 498880 w 2448"/>
              <a:gd name="T13" fmla="*/ 799545 h 852"/>
              <a:gd name="T14" fmla="*/ 764241 w 2448"/>
              <a:gd name="T15" fmla="*/ 820738 h 852"/>
              <a:gd name="T16" fmla="*/ 1443567 w 2448"/>
              <a:gd name="T17" fmla="*/ 820738 h 852"/>
              <a:gd name="T18" fmla="*/ 3776979 w 2448"/>
              <a:gd name="T19" fmla="*/ 820738 h 852"/>
              <a:gd name="T20" fmla="*/ 3980423 w 2448"/>
              <a:gd name="T21" fmla="*/ 806288 h 852"/>
              <a:gd name="T22" fmla="*/ 4095413 w 2448"/>
              <a:gd name="T23" fmla="*/ 785096 h 852"/>
              <a:gd name="T24" fmla="*/ 4235170 w 2448"/>
              <a:gd name="T25" fmla="*/ 729224 h 852"/>
              <a:gd name="T26" fmla="*/ 4309471 w 2448"/>
              <a:gd name="T27" fmla="*/ 655049 h 852"/>
              <a:gd name="T28" fmla="*/ 4330700 w 2448"/>
              <a:gd name="T29" fmla="*/ 592434 h 852"/>
              <a:gd name="T30" fmla="*/ 4330700 w 2448"/>
              <a:gd name="T31" fmla="*/ 17340 h 8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448" h="852">
                <a:moveTo>
                  <a:pt x="0" y="0"/>
                </a:moveTo>
                <a:lnTo>
                  <a:pt x="0" y="608"/>
                </a:lnTo>
                <a:lnTo>
                  <a:pt x="6" y="651"/>
                </a:lnTo>
                <a:lnTo>
                  <a:pt x="24" y="699"/>
                </a:lnTo>
                <a:lnTo>
                  <a:pt x="66" y="750"/>
                </a:lnTo>
                <a:lnTo>
                  <a:pt x="144" y="793"/>
                </a:lnTo>
                <a:lnTo>
                  <a:pt x="282" y="830"/>
                </a:lnTo>
                <a:lnTo>
                  <a:pt x="432" y="852"/>
                </a:lnTo>
                <a:lnTo>
                  <a:pt x="816" y="852"/>
                </a:lnTo>
                <a:lnTo>
                  <a:pt x="2135" y="852"/>
                </a:lnTo>
                <a:lnTo>
                  <a:pt x="2250" y="837"/>
                </a:lnTo>
                <a:lnTo>
                  <a:pt x="2315" y="815"/>
                </a:lnTo>
                <a:lnTo>
                  <a:pt x="2394" y="757"/>
                </a:lnTo>
                <a:lnTo>
                  <a:pt x="2436" y="680"/>
                </a:lnTo>
                <a:lnTo>
                  <a:pt x="2448" y="615"/>
                </a:lnTo>
                <a:lnTo>
                  <a:pt x="2448" y="18"/>
                </a:lnTo>
              </a:path>
            </a:pathLst>
          </a:custGeom>
          <a:noFill/>
          <a:ln w="38100" cap="flat" cmpd="sng">
            <a:solidFill>
              <a:srgbClr val="333399"/>
            </a:solidFill>
            <a:prstDash val="sysDot"/>
            <a:round/>
            <a:headEnd type="triangle" w="sm" len="lg"/>
            <a:tailEnd type="triangle" w="sm" len="lg"/>
          </a:ln>
          <a:effectLst/>
        </p:spPr>
        <p:txBody>
          <a:bodyPr wrap="none" anchor="ctr"/>
          <a:lstStyle/>
          <a:p>
            <a:pPr>
              <a:defRPr/>
            </a:pPr>
            <a:endParaRPr lang="zh-CN" altLang="en-US">
              <a:cs typeface="+mn-cs"/>
            </a:endParaRPr>
          </a:p>
        </p:txBody>
      </p:sp>
      <p:sp>
        <p:nvSpPr>
          <p:cNvPr id="553049" name="Line 89">
            <a:extLst>
              <a:ext uri="{FF2B5EF4-FFF2-40B4-BE49-F238E27FC236}">
                <a16:creationId xmlns:a16="http://schemas.microsoft.com/office/drawing/2014/main" id="{81CFA907-F078-F947-85B4-E1E4CC5F45DD}"/>
              </a:ext>
            </a:extLst>
          </p:cNvPr>
          <p:cNvSpPr>
            <a:spLocks noChangeShapeType="1"/>
          </p:cNvSpPr>
          <p:nvPr/>
        </p:nvSpPr>
        <p:spPr bwMode="auto">
          <a:xfrm flipV="1">
            <a:off x="2956323" y="1984233"/>
            <a:ext cx="2930128" cy="0"/>
          </a:xfrm>
          <a:prstGeom prst="line">
            <a:avLst/>
          </a:prstGeom>
          <a:noFill/>
          <a:ln w="76200">
            <a:solidFill>
              <a:srgbClr val="333399"/>
            </a:solidFill>
            <a:round/>
            <a:headEnd type="triangle" w="sm" len="lg"/>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53050" name="Line 90">
            <a:extLst>
              <a:ext uri="{FF2B5EF4-FFF2-40B4-BE49-F238E27FC236}">
                <a16:creationId xmlns:a16="http://schemas.microsoft.com/office/drawing/2014/main" id="{58F07FD6-3BE8-044C-9542-C146558D8508}"/>
              </a:ext>
            </a:extLst>
          </p:cNvPr>
          <p:cNvSpPr>
            <a:spLocks noChangeShapeType="1"/>
          </p:cNvSpPr>
          <p:nvPr/>
        </p:nvSpPr>
        <p:spPr bwMode="auto">
          <a:xfrm rot="16200000" flipH="1">
            <a:off x="6187679" y="2023524"/>
            <a:ext cx="216694" cy="145256"/>
          </a:xfrm>
          <a:prstGeom prst="line">
            <a:avLst/>
          </a:prstGeom>
          <a:noFill/>
          <a:ln w="28575">
            <a:solidFill>
              <a:schemeClr val="tx1"/>
            </a:solidFill>
            <a:round/>
            <a:headEn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53051" name="Freeform 91">
            <a:extLst>
              <a:ext uri="{FF2B5EF4-FFF2-40B4-BE49-F238E27FC236}">
                <a16:creationId xmlns:a16="http://schemas.microsoft.com/office/drawing/2014/main" id="{4562BD81-593C-514F-ACBB-421DBD190D46}"/>
              </a:ext>
            </a:extLst>
          </p:cNvPr>
          <p:cNvSpPr>
            <a:spLocks/>
          </p:cNvSpPr>
          <p:nvPr/>
        </p:nvSpPr>
        <p:spPr bwMode="auto">
          <a:xfrm>
            <a:off x="2546748" y="993632"/>
            <a:ext cx="3721894" cy="500063"/>
          </a:xfrm>
          <a:custGeom>
            <a:avLst/>
            <a:gdLst>
              <a:gd name="T0" fmla="*/ 0 w 2454"/>
              <a:gd name="T1" fmla="*/ 666750 h 332"/>
              <a:gd name="T2" fmla="*/ 679466 w 2454"/>
              <a:gd name="T3" fmla="*/ 281160 h 332"/>
              <a:gd name="T4" fmla="*/ 1522731 w 2454"/>
              <a:gd name="T5" fmla="*/ 76315 h 332"/>
              <a:gd name="T6" fmla="*/ 2602596 w 2454"/>
              <a:gd name="T7" fmla="*/ 4017 h 332"/>
              <a:gd name="T8" fmla="*/ 3551016 w 2454"/>
              <a:gd name="T9" fmla="*/ 100414 h 332"/>
              <a:gd name="T10" fmla="*/ 4430681 w 2454"/>
              <a:gd name="T11" fmla="*/ 259069 h 332"/>
              <a:gd name="T12" fmla="*/ 4962525 w 2454"/>
              <a:gd name="T13" fmla="*/ 425756 h 3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454" h="332">
                <a:moveTo>
                  <a:pt x="0" y="332"/>
                </a:moveTo>
                <a:cubicBezTo>
                  <a:pt x="56" y="300"/>
                  <a:pt x="211" y="189"/>
                  <a:pt x="336" y="140"/>
                </a:cubicBezTo>
                <a:cubicBezTo>
                  <a:pt x="461" y="91"/>
                  <a:pt x="595" y="61"/>
                  <a:pt x="753" y="38"/>
                </a:cubicBezTo>
                <a:cubicBezTo>
                  <a:pt x="911" y="15"/>
                  <a:pt x="1120" y="0"/>
                  <a:pt x="1287" y="2"/>
                </a:cubicBezTo>
                <a:cubicBezTo>
                  <a:pt x="1454" y="4"/>
                  <a:pt x="1606" y="28"/>
                  <a:pt x="1756" y="50"/>
                </a:cubicBezTo>
                <a:cubicBezTo>
                  <a:pt x="1907" y="71"/>
                  <a:pt x="2075" y="102"/>
                  <a:pt x="2191" y="129"/>
                </a:cubicBezTo>
                <a:cubicBezTo>
                  <a:pt x="2307" y="156"/>
                  <a:pt x="2400" y="194"/>
                  <a:pt x="2454" y="212"/>
                </a:cubicBezTo>
              </a:path>
            </a:pathLst>
          </a:custGeom>
          <a:noFill/>
          <a:ln w="76200" cmpd="sng">
            <a:solidFill>
              <a:schemeClr val="hlink"/>
            </a:solidFill>
            <a:round/>
            <a:headEnd type="none" w="med" len="med"/>
            <a:tailEnd type="triangle" w="med" len="lg"/>
          </a:ln>
          <a:effectLst/>
        </p:spPr>
        <p:txBody>
          <a:bodyPr wrap="none" anchor="ctr"/>
          <a:lstStyle/>
          <a:p>
            <a:pPr>
              <a:defRPr/>
            </a:pPr>
            <a:endParaRPr lang="zh-CN" altLang="en-US">
              <a:cs typeface="+mn-cs"/>
            </a:endParaRPr>
          </a:p>
        </p:txBody>
      </p:sp>
      <p:sp>
        <p:nvSpPr>
          <p:cNvPr id="553052" name="Line 92">
            <a:extLst>
              <a:ext uri="{FF2B5EF4-FFF2-40B4-BE49-F238E27FC236}">
                <a16:creationId xmlns:a16="http://schemas.microsoft.com/office/drawing/2014/main" id="{09D10C08-8D4C-3944-A1CD-DA8BFE7147AA}"/>
              </a:ext>
            </a:extLst>
          </p:cNvPr>
          <p:cNvSpPr>
            <a:spLocks noChangeShapeType="1"/>
          </p:cNvSpPr>
          <p:nvPr/>
        </p:nvSpPr>
        <p:spPr bwMode="auto">
          <a:xfrm>
            <a:off x="2511029" y="2857933"/>
            <a:ext cx="0" cy="2239566"/>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53053" name="Line 93">
            <a:extLst>
              <a:ext uri="{FF2B5EF4-FFF2-40B4-BE49-F238E27FC236}">
                <a16:creationId xmlns:a16="http://schemas.microsoft.com/office/drawing/2014/main" id="{1135321C-A856-9041-B5C6-FDD8DD615541}"/>
              </a:ext>
            </a:extLst>
          </p:cNvPr>
          <p:cNvSpPr>
            <a:spLocks noChangeShapeType="1"/>
          </p:cNvSpPr>
          <p:nvPr/>
        </p:nvSpPr>
        <p:spPr bwMode="auto">
          <a:xfrm>
            <a:off x="6368654" y="2857933"/>
            <a:ext cx="0" cy="2239566"/>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553076" name="Group 116">
            <a:extLst>
              <a:ext uri="{FF2B5EF4-FFF2-40B4-BE49-F238E27FC236}">
                <a16:creationId xmlns:a16="http://schemas.microsoft.com/office/drawing/2014/main" id="{0ABCFF00-4B21-E74A-AA8A-BBB360476F92}"/>
              </a:ext>
            </a:extLst>
          </p:cNvPr>
          <p:cNvGrpSpPr>
            <a:grpSpLocks/>
          </p:cNvGrpSpPr>
          <p:nvPr/>
        </p:nvGrpSpPr>
        <p:grpSpPr bwMode="auto">
          <a:xfrm>
            <a:off x="2511029" y="3261015"/>
            <a:ext cx="3857625" cy="322660"/>
            <a:chOff x="1149" y="2704"/>
            <a:chExt cx="3240" cy="271"/>
          </a:xfrm>
        </p:grpSpPr>
        <p:sp>
          <p:nvSpPr>
            <p:cNvPr id="553063" name="Line 103">
              <a:extLst>
                <a:ext uri="{FF2B5EF4-FFF2-40B4-BE49-F238E27FC236}">
                  <a16:creationId xmlns:a16="http://schemas.microsoft.com/office/drawing/2014/main" id="{53D07D35-7B56-654E-AAE9-BB1748AC5ED6}"/>
                </a:ext>
              </a:extLst>
            </p:cNvPr>
            <p:cNvSpPr>
              <a:spLocks noChangeShapeType="1"/>
            </p:cNvSpPr>
            <p:nvPr/>
          </p:nvSpPr>
          <p:spPr bwMode="auto">
            <a:xfrm>
              <a:off x="1149" y="2836"/>
              <a:ext cx="3240" cy="0"/>
            </a:xfrm>
            <a:prstGeom prst="line">
              <a:avLst/>
            </a:prstGeom>
            <a:noFill/>
            <a:ln w="38100">
              <a:solidFill>
                <a:srgbClr val="333399"/>
              </a:solidFill>
              <a:prstDash val="sysDot"/>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815" name="Text Box 104">
              <a:extLst>
                <a:ext uri="{FF2B5EF4-FFF2-40B4-BE49-F238E27FC236}">
                  <a16:creationId xmlns:a16="http://schemas.microsoft.com/office/drawing/2014/main" id="{64384706-3828-A849-A5F1-4D3E1E3BA581}"/>
                </a:ext>
              </a:extLst>
            </p:cNvPr>
            <p:cNvSpPr txBox="1">
              <a:spLocks noChangeArrowheads="1"/>
            </p:cNvSpPr>
            <p:nvPr/>
          </p:nvSpPr>
          <p:spPr bwMode="auto">
            <a:xfrm>
              <a:off x="2176" y="2704"/>
              <a:ext cx="120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建立 </a:t>
              </a:r>
              <a:r>
                <a:rPr kumimoji="1" lang="en-US" altLang="zh-CN" sz="1500">
                  <a:latin typeface="Arial" panose="020B0604020202020204" pitchFamily="34" charset="0"/>
                  <a:ea typeface="宋体" panose="02010600030101010101" pitchFamily="2" charset="-122"/>
                </a:rPr>
                <a:t>TCP </a:t>
              </a:r>
              <a:r>
                <a:rPr kumimoji="1" lang="zh-CN" altLang="en-US" sz="1500">
                  <a:latin typeface="Arial" panose="020B0604020202020204" pitchFamily="34" charset="0"/>
                  <a:ea typeface="宋体" panose="02010600030101010101" pitchFamily="2" charset="-122"/>
                </a:rPr>
                <a:t>连接</a:t>
              </a:r>
            </a:p>
          </p:txBody>
        </p:sp>
      </p:grpSp>
      <p:grpSp>
        <p:nvGrpSpPr>
          <p:cNvPr id="553080" name="Group 120">
            <a:extLst>
              <a:ext uri="{FF2B5EF4-FFF2-40B4-BE49-F238E27FC236}">
                <a16:creationId xmlns:a16="http://schemas.microsoft.com/office/drawing/2014/main" id="{B3BFDA3F-B7BF-A241-90E8-92AF76082841}"/>
              </a:ext>
            </a:extLst>
          </p:cNvPr>
          <p:cNvGrpSpPr>
            <a:grpSpLocks/>
          </p:cNvGrpSpPr>
          <p:nvPr/>
        </p:nvGrpSpPr>
        <p:grpSpPr bwMode="auto">
          <a:xfrm>
            <a:off x="2511029" y="4665945"/>
            <a:ext cx="3857625" cy="322660"/>
            <a:chOff x="1149" y="3884"/>
            <a:chExt cx="3240" cy="271"/>
          </a:xfrm>
        </p:grpSpPr>
        <p:sp>
          <p:nvSpPr>
            <p:cNvPr id="553066" name="Line 106">
              <a:extLst>
                <a:ext uri="{FF2B5EF4-FFF2-40B4-BE49-F238E27FC236}">
                  <a16:creationId xmlns:a16="http://schemas.microsoft.com/office/drawing/2014/main" id="{727A7402-FC78-1D4E-871D-85B73471749E}"/>
                </a:ext>
              </a:extLst>
            </p:cNvPr>
            <p:cNvSpPr>
              <a:spLocks noChangeShapeType="1"/>
            </p:cNvSpPr>
            <p:nvPr/>
          </p:nvSpPr>
          <p:spPr bwMode="auto">
            <a:xfrm>
              <a:off x="1149" y="4012"/>
              <a:ext cx="3240" cy="0"/>
            </a:xfrm>
            <a:prstGeom prst="line">
              <a:avLst/>
            </a:prstGeom>
            <a:noFill/>
            <a:ln w="38100">
              <a:solidFill>
                <a:srgbClr val="333399"/>
              </a:solidFill>
              <a:prstDash val="sysDot"/>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813" name="Text Box 107">
              <a:extLst>
                <a:ext uri="{FF2B5EF4-FFF2-40B4-BE49-F238E27FC236}">
                  <a16:creationId xmlns:a16="http://schemas.microsoft.com/office/drawing/2014/main" id="{2972CBA2-C21E-3B4D-A00C-55059F988674}"/>
                </a:ext>
              </a:extLst>
            </p:cNvPr>
            <p:cNvSpPr txBox="1">
              <a:spLocks noChangeArrowheads="1"/>
            </p:cNvSpPr>
            <p:nvPr/>
          </p:nvSpPr>
          <p:spPr bwMode="auto">
            <a:xfrm>
              <a:off x="2176" y="3884"/>
              <a:ext cx="1208"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释放 </a:t>
              </a:r>
              <a:r>
                <a:rPr kumimoji="1" lang="en-US" altLang="zh-CN" sz="1500">
                  <a:latin typeface="Arial" panose="020B0604020202020204" pitchFamily="34" charset="0"/>
                  <a:ea typeface="宋体" panose="02010600030101010101" pitchFamily="2" charset="-122"/>
                </a:rPr>
                <a:t>TCP </a:t>
              </a:r>
              <a:r>
                <a:rPr kumimoji="1" lang="zh-CN" altLang="en-US" sz="1500">
                  <a:latin typeface="Arial" panose="020B0604020202020204" pitchFamily="34" charset="0"/>
                  <a:ea typeface="宋体" panose="02010600030101010101" pitchFamily="2" charset="-122"/>
                </a:rPr>
                <a:t>连接</a:t>
              </a:r>
            </a:p>
          </p:txBody>
        </p:sp>
      </p:grpSp>
      <p:sp>
        <p:nvSpPr>
          <p:cNvPr id="553068" name="Line 108">
            <a:extLst>
              <a:ext uri="{FF2B5EF4-FFF2-40B4-BE49-F238E27FC236}">
                <a16:creationId xmlns:a16="http://schemas.microsoft.com/office/drawing/2014/main" id="{F6177330-7E1B-1840-9B75-50640E2E3B19}"/>
              </a:ext>
            </a:extLst>
          </p:cNvPr>
          <p:cNvSpPr>
            <a:spLocks noChangeShapeType="1"/>
          </p:cNvSpPr>
          <p:nvPr/>
        </p:nvSpPr>
        <p:spPr bwMode="auto">
          <a:xfrm>
            <a:off x="6550819" y="2302130"/>
            <a:ext cx="388144" cy="120253"/>
          </a:xfrm>
          <a:prstGeom prst="line">
            <a:avLst/>
          </a:prstGeom>
          <a:noFill/>
          <a:ln w="28575">
            <a:solidFill>
              <a:srgbClr val="333399"/>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117793" name="Text Box 110">
            <a:extLst>
              <a:ext uri="{FF2B5EF4-FFF2-40B4-BE49-F238E27FC236}">
                <a16:creationId xmlns:a16="http://schemas.microsoft.com/office/drawing/2014/main" id="{0CA93C35-2AAE-5748-ACB0-DDA118507F9B}"/>
              </a:ext>
            </a:extLst>
          </p:cNvPr>
          <p:cNvSpPr txBox="1">
            <a:spLocks noChangeArrowheads="1"/>
          </p:cNvSpPr>
          <p:nvPr/>
        </p:nvSpPr>
        <p:spPr bwMode="auto">
          <a:xfrm>
            <a:off x="6765132" y="1724677"/>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553071" name="AutoShape 111">
            <a:extLst>
              <a:ext uri="{FF2B5EF4-FFF2-40B4-BE49-F238E27FC236}">
                <a16:creationId xmlns:a16="http://schemas.microsoft.com/office/drawing/2014/main" id="{E2465B62-DA00-1F45-BB75-7103FAEA44BB}"/>
              </a:ext>
            </a:extLst>
          </p:cNvPr>
          <p:cNvSpPr>
            <a:spLocks noChangeArrowheads="1"/>
          </p:cNvSpPr>
          <p:nvPr/>
        </p:nvSpPr>
        <p:spPr bwMode="auto">
          <a:xfrm>
            <a:off x="6149579" y="2159255"/>
            <a:ext cx="446484" cy="189309"/>
          </a:xfrm>
          <a:prstGeom prst="can">
            <a:avLst>
              <a:gd name="adj" fmla="val 39583"/>
            </a:avLst>
          </a:prstGeom>
          <a:solidFill>
            <a:srgbClr val="99FF99"/>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53072" name="Rectangle 112">
            <a:extLst>
              <a:ext uri="{FF2B5EF4-FFF2-40B4-BE49-F238E27FC236}">
                <a16:creationId xmlns:a16="http://schemas.microsoft.com/office/drawing/2014/main" id="{7B07E47E-829A-FF43-90E0-44903B817A4A}"/>
              </a:ext>
            </a:extLst>
          </p:cNvPr>
          <p:cNvSpPr>
            <a:spLocks noChangeArrowheads="1"/>
          </p:cNvSpPr>
          <p:nvPr/>
        </p:nvSpPr>
        <p:spPr bwMode="auto">
          <a:xfrm>
            <a:off x="5422106" y="4430209"/>
            <a:ext cx="582216" cy="13216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grpSp>
        <p:nvGrpSpPr>
          <p:cNvPr id="553082" name="Group 122">
            <a:extLst>
              <a:ext uri="{FF2B5EF4-FFF2-40B4-BE49-F238E27FC236}">
                <a16:creationId xmlns:a16="http://schemas.microsoft.com/office/drawing/2014/main" id="{C5811FBF-D667-4F49-9D30-2556771877C2}"/>
              </a:ext>
            </a:extLst>
          </p:cNvPr>
          <p:cNvGrpSpPr>
            <a:grpSpLocks/>
          </p:cNvGrpSpPr>
          <p:nvPr/>
        </p:nvGrpSpPr>
        <p:grpSpPr bwMode="auto">
          <a:xfrm>
            <a:off x="2531269" y="3693215"/>
            <a:ext cx="4636294" cy="1315642"/>
            <a:chOff x="1166" y="3067"/>
            <a:chExt cx="3894" cy="1105"/>
          </a:xfrm>
        </p:grpSpPr>
        <p:grpSp>
          <p:nvGrpSpPr>
            <p:cNvPr id="117804" name="Group 121">
              <a:extLst>
                <a:ext uri="{FF2B5EF4-FFF2-40B4-BE49-F238E27FC236}">
                  <a16:creationId xmlns:a16="http://schemas.microsoft.com/office/drawing/2014/main" id="{2279E2BA-8927-0849-AA57-5F7F9DE09F58}"/>
                </a:ext>
              </a:extLst>
            </p:cNvPr>
            <p:cNvGrpSpPr>
              <a:grpSpLocks/>
            </p:cNvGrpSpPr>
            <p:nvPr/>
          </p:nvGrpSpPr>
          <p:grpSpPr bwMode="auto">
            <a:xfrm>
              <a:off x="1166" y="3299"/>
              <a:ext cx="3894" cy="479"/>
              <a:chOff x="1166" y="3299"/>
              <a:chExt cx="3894" cy="479"/>
            </a:xfrm>
          </p:grpSpPr>
          <p:grpSp>
            <p:nvGrpSpPr>
              <p:cNvPr id="117806" name="Group 118">
                <a:extLst>
                  <a:ext uri="{FF2B5EF4-FFF2-40B4-BE49-F238E27FC236}">
                    <a16:creationId xmlns:a16="http://schemas.microsoft.com/office/drawing/2014/main" id="{00A41321-8B63-4748-BF8D-10395BE16E72}"/>
                  </a:ext>
                </a:extLst>
              </p:cNvPr>
              <p:cNvGrpSpPr>
                <a:grpSpLocks/>
              </p:cNvGrpSpPr>
              <p:nvPr/>
            </p:nvGrpSpPr>
            <p:grpSpPr bwMode="auto">
              <a:xfrm>
                <a:off x="1166" y="3475"/>
                <a:ext cx="3240" cy="303"/>
                <a:chOff x="1149" y="3475"/>
                <a:chExt cx="3240" cy="303"/>
              </a:xfrm>
            </p:grpSpPr>
            <p:sp>
              <p:nvSpPr>
                <p:cNvPr id="553058" name="Line 98">
                  <a:extLst>
                    <a:ext uri="{FF2B5EF4-FFF2-40B4-BE49-F238E27FC236}">
                      <a16:creationId xmlns:a16="http://schemas.microsoft.com/office/drawing/2014/main" id="{9FD530B7-A5EC-6D48-A3EB-51587AD03A8B}"/>
                    </a:ext>
                  </a:extLst>
                </p:cNvPr>
                <p:cNvSpPr>
                  <a:spLocks noChangeShapeType="1"/>
                </p:cNvSpPr>
                <p:nvPr/>
              </p:nvSpPr>
              <p:spPr bwMode="auto">
                <a:xfrm flipH="1">
                  <a:off x="1149" y="3626"/>
                  <a:ext cx="3240" cy="0"/>
                </a:xfrm>
                <a:prstGeom prst="line">
                  <a:avLst/>
                </a:prstGeom>
                <a:noFill/>
                <a:ln w="38100">
                  <a:solidFill>
                    <a:schemeClr val="hlink"/>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17809" name="Group 99">
                  <a:extLst>
                    <a:ext uri="{FF2B5EF4-FFF2-40B4-BE49-F238E27FC236}">
                      <a16:creationId xmlns:a16="http://schemas.microsoft.com/office/drawing/2014/main" id="{D6C4328E-FFBA-AD40-BB90-C2485E350EB7}"/>
                    </a:ext>
                  </a:extLst>
                </p:cNvPr>
                <p:cNvGrpSpPr>
                  <a:grpSpLocks/>
                </p:cNvGrpSpPr>
                <p:nvPr/>
              </p:nvGrpSpPr>
              <p:grpSpPr bwMode="auto">
                <a:xfrm flipH="1">
                  <a:off x="1944" y="3475"/>
                  <a:ext cx="1650" cy="303"/>
                  <a:chOff x="1152" y="1824"/>
                  <a:chExt cx="1296" cy="240"/>
                </a:xfrm>
              </p:grpSpPr>
              <p:sp>
                <p:nvSpPr>
                  <p:cNvPr id="553060" name="AutoShape 100">
                    <a:extLst>
                      <a:ext uri="{FF2B5EF4-FFF2-40B4-BE49-F238E27FC236}">
                        <a16:creationId xmlns:a16="http://schemas.microsoft.com/office/drawing/2014/main" id="{19AB126A-B2BD-5B43-85EF-1D40D20945E3}"/>
                      </a:ext>
                    </a:extLst>
                  </p:cNvPr>
                  <p:cNvSpPr>
                    <a:spLocks noChangeArrowheads="1"/>
                  </p:cNvSpPr>
                  <p:nvPr/>
                </p:nvSpPr>
                <p:spPr bwMode="auto">
                  <a:xfrm>
                    <a:off x="2160" y="1872"/>
                    <a:ext cx="288" cy="143"/>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7811" name="Rectangle 101">
                    <a:extLst>
                      <a:ext uri="{FF2B5EF4-FFF2-40B4-BE49-F238E27FC236}">
                        <a16:creationId xmlns:a16="http://schemas.microsoft.com/office/drawing/2014/main" id="{A9A6A46A-106B-B74C-BF57-A2548D9BE256}"/>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sp>
            <p:nvSpPr>
              <p:cNvPr id="117807" name="Text Box 109">
                <a:extLst>
                  <a:ext uri="{FF2B5EF4-FFF2-40B4-BE49-F238E27FC236}">
                    <a16:creationId xmlns:a16="http://schemas.microsoft.com/office/drawing/2014/main" id="{C0FFF617-662A-CD4C-8904-4940DE8A22FC}"/>
                  </a:ext>
                </a:extLst>
              </p:cNvPr>
              <p:cNvSpPr txBox="1">
                <a:spLocks noChangeArrowheads="1"/>
              </p:cNvSpPr>
              <p:nvPr/>
            </p:nvSpPr>
            <p:spPr bwMode="auto">
              <a:xfrm>
                <a:off x="4012" y="3299"/>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响应文档</a:t>
                </a:r>
              </a:p>
            </p:txBody>
          </p:sp>
        </p:grpSp>
        <p:sp>
          <p:nvSpPr>
            <p:cNvPr id="117805" name="Text Box 113">
              <a:extLst>
                <a:ext uri="{FF2B5EF4-FFF2-40B4-BE49-F238E27FC236}">
                  <a16:creationId xmlns:a16="http://schemas.microsoft.com/office/drawing/2014/main" id="{544E9D58-0DCE-474E-B590-8A7AD7D34369}"/>
                </a:ext>
              </a:extLst>
            </p:cNvPr>
            <p:cNvSpPr txBox="1">
              <a:spLocks noChangeArrowheads="1"/>
            </p:cNvSpPr>
            <p:nvPr/>
          </p:nvSpPr>
          <p:spPr bwMode="auto">
            <a:xfrm>
              <a:off x="3469" y="3067"/>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grpSp>
        <p:nvGrpSpPr>
          <p:cNvPr id="553077" name="Group 117">
            <a:extLst>
              <a:ext uri="{FF2B5EF4-FFF2-40B4-BE49-F238E27FC236}">
                <a16:creationId xmlns:a16="http://schemas.microsoft.com/office/drawing/2014/main" id="{C8CD4982-3A25-D742-98B4-558E14C4E484}"/>
              </a:ext>
            </a:extLst>
          </p:cNvPr>
          <p:cNvGrpSpPr>
            <a:grpSpLocks/>
          </p:cNvGrpSpPr>
          <p:nvPr/>
        </p:nvGrpSpPr>
        <p:grpSpPr bwMode="auto">
          <a:xfrm>
            <a:off x="2511029" y="3500332"/>
            <a:ext cx="3857625" cy="553640"/>
            <a:chOff x="1149" y="2905"/>
            <a:chExt cx="3240" cy="465"/>
          </a:xfrm>
        </p:grpSpPr>
        <p:sp>
          <p:nvSpPr>
            <p:cNvPr id="553054" name="Line 94">
              <a:extLst>
                <a:ext uri="{FF2B5EF4-FFF2-40B4-BE49-F238E27FC236}">
                  <a16:creationId xmlns:a16="http://schemas.microsoft.com/office/drawing/2014/main" id="{FFA8F1D8-622B-C147-89B6-670C8B2AC747}"/>
                </a:ext>
              </a:extLst>
            </p:cNvPr>
            <p:cNvSpPr>
              <a:spLocks noChangeShapeType="1"/>
            </p:cNvSpPr>
            <p:nvPr/>
          </p:nvSpPr>
          <p:spPr bwMode="auto">
            <a:xfrm>
              <a:off x="1149" y="3218"/>
              <a:ext cx="3240" cy="0"/>
            </a:xfrm>
            <a:prstGeom prst="line">
              <a:avLst/>
            </a:prstGeom>
            <a:noFill/>
            <a:ln w="38100">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17800" name="Group 95">
              <a:extLst>
                <a:ext uri="{FF2B5EF4-FFF2-40B4-BE49-F238E27FC236}">
                  <a16:creationId xmlns:a16="http://schemas.microsoft.com/office/drawing/2014/main" id="{793DB180-7874-7844-AF48-99DCA0413C39}"/>
                </a:ext>
              </a:extLst>
            </p:cNvPr>
            <p:cNvGrpSpPr>
              <a:grpSpLocks/>
            </p:cNvGrpSpPr>
            <p:nvPr/>
          </p:nvGrpSpPr>
          <p:grpSpPr bwMode="auto">
            <a:xfrm>
              <a:off x="2188" y="3067"/>
              <a:ext cx="1651" cy="303"/>
              <a:chOff x="1152" y="1824"/>
              <a:chExt cx="1296" cy="240"/>
            </a:xfrm>
          </p:grpSpPr>
          <p:sp>
            <p:nvSpPr>
              <p:cNvPr id="553056" name="AutoShape 96">
                <a:extLst>
                  <a:ext uri="{FF2B5EF4-FFF2-40B4-BE49-F238E27FC236}">
                    <a16:creationId xmlns:a16="http://schemas.microsoft.com/office/drawing/2014/main" id="{7E35EF34-B667-F846-AC75-44A825B22E10}"/>
                  </a:ext>
                </a:extLst>
              </p:cNvPr>
              <p:cNvSpPr>
                <a:spLocks noChangeArrowheads="1"/>
              </p:cNvSpPr>
              <p:nvPr/>
            </p:nvSpPr>
            <p:spPr bwMode="auto">
              <a:xfrm>
                <a:off x="2160" y="1872"/>
                <a:ext cx="288" cy="143"/>
              </a:xfrm>
              <a:prstGeom prst="rightArrow">
                <a:avLst>
                  <a:gd name="adj1" fmla="val 50000"/>
                  <a:gd name="adj2" fmla="val 50000"/>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7803" name="Rectangle 97">
                <a:extLst>
                  <a:ext uri="{FF2B5EF4-FFF2-40B4-BE49-F238E27FC236}">
                    <a16:creationId xmlns:a16="http://schemas.microsoft.com/office/drawing/2014/main" id="{31526679-6B7A-3141-820D-4393C9B5FD55}"/>
                  </a:ext>
                </a:extLst>
              </p:cNvPr>
              <p:cNvSpPr>
                <a:spLocks noChangeArrowheads="1"/>
              </p:cNvSpPr>
              <p:nvPr/>
            </p:nvSpPr>
            <p:spPr bwMode="auto">
              <a:xfrm>
                <a:off x="1152" y="1824"/>
                <a:ext cx="1008" cy="24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117801" name="Text Box 114">
              <a:extLst>
                <a:ext uri="{FF2B5EF4-FFF2-40B4-BE49-F238E27FC236}">
                  <a16:creationId xmlns:a16="http://schemas.microsoft.com/office/drawing/2014/main" id="{80AB82E5-4FE5-C44F-895D-1A465AD33A3E}"/>
                </a:ext>
              </a:extLst>
            </p:cNvPr>
            <p:cNvSpPr txBox="1">
              <a:spLocks noChangeArrowheads="1"/>
            </p:cNvSpPr>
            <p:nvPr/>
          </p:nvSpPr>
          <p:spPr bwMode="auto">
            <a:xfrm>
              <a:off x="1149" y="2905"/>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sp>
        <p:nvSpPr>
          <p:cNvPr id="117798" name="幻灯片编号占位符 1">
            <a:extLst>
              <a:ext uri="{FF2B5EF4-FFF2-40B4-BE49-F238E27FC236}">
                <a16:creationId xmlns:a16="http://schemas.microsoft.com/office/drawing/2014/main" id="{624D6EE5-5C3F-5F4B-B24D-124EEF12401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9AE1E80-2C55-9A4B-B759-4485203E2C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82016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5530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0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76"/>
                                        </p:tgtEl>
                                        <p:attrNameLst>
                                          <p:attrName>style.visibility</p:attrName>
                                        </p:attrNameLst>
                                      </p:cBhvr>
                                      <p:to>
                                        <p:strVal val="visible"/>
                                      </p:to>
                                    </p:set>
                                  </p:childTnLst>
                                </p:cTn>
                              </p:par>
                            </p:childTnLst>
                          </p:cTn>
                        </p:par>
                        <p:par>
                          <p:cTn id="11" fill="hold" nodeType="afterGroup">
                            <p:stCondLst>
                              <p:cond delay="0"/>
                            </p:stCondLst>
                            <p:childTnLst>
                              <p:par>
                                <p:cTn id="12" presetID="35" presetClass="emph" presetSubtype="0" repeatCount="3000" fill="hold" nodeType="afterEffect">
                                  <p:stCondLst>
                                    <p:cond delay="500"/>
                                  </p:stCondLst>
                                  <p:childTnLst>
                                    <p:anim calcmode="discrete" valueType="str">
                                      <p:cBhvr>
                                        <p:cTn id="13" dur="1000" fill="hold"/>
                                        <p:tgtEl>
                                          <p:spTgt spid="553076"/>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0"/>
                            </p:stCondLst>
                            <p:childTnLst>
                              <p:par>
                                <p:cTn id="15" presetID="22" presetClass="entr" presetSubtype="8" fill="hold" nodeType="afterEffect">
                                  <p:stCondLst>
                                    <p:cond delay="500"/>
                                  </p:stCondLst>
                                  <p:childTnLst>
                                    <p:set>
                                      <p:cBhvr>
                                        <p:cTn id="16" dur="1" fill="hold">
                                          <p:stCondLst>
                                            <p:cond delay="0"/>
                                          </p:stCondLst>
                                        </p:cTn>
                                        <p:tgtEl>
                                          <p:spTgt spid="553077"/>
                                        </p:tgtEl>
                                        <p:attrNameLst>
                                          <p:attrName>style.visibility</p:attrName>
                                        </p:attrNameLst>
                                      </p:cBhvr>
                                      <p:to>
                                        <p:strVal val="visible"/>
                                      </p:to>
                                    </p:set>
                                    <p:animEffect transition="in" filter="wipe(left)">
                                      <p:cBhvr>
                                        <p:cTn id="17" dur="1000"/>
                                        <p:tgtEl>
                                          <p:spTgt spid="553077"/>
                                        </p:tgtEl>
                                      </p:cBhvr>
                                    </p:animEffect>
                                  </p:childTnLst>
                                </p:cTn>
                              </p:par>
                            </p:childTnLst>
                          </p:cTn>
                        </p:par>
                        <p:par>
                          <p:cTn id="18" fill="hold" nodeType="afterGroup">
                            <p:stCondLst>
                              <p:cond delay="5000"/>
                            </p:stCondLst>
                            <p:childTnLst>
                              <p:par>
                                <p:cTn id="19" presetID="22" presetClass="entr" presetSubtype="2" fill="hold" nodeType="afterEffect">
                                  <p:stCondLst>
                                    <p:cond delay="500"/>
                                  </p:stCondLst>
                                  <p:childTnLst>
                                    <p:set>
                                      <p:cBhvr>
                                        <p:cTn id="20" dur="1" fill="hold">
                                          <p:stCondLst>
                                            <p:cond delay="0"/>
                                          </p:stCondLst>
                                        </p:cTn>
                                        <p:tgtEl>
                                          <p:spTgt spid="553082"/>
                                        </p:tgtEl>
                                        <p:attrNameLst>
                                          <p:attrName>style.visibility</p:attrName>
                                        </p:attrNameLst>
                                      </p:cBhvr>
                                      <p:to>
                                        <p:strVal val="visible"/>
                                      </p:to>
                                    </p:set>
                                    <p:animEffect transition="in" filter="wipe(right)">
                                      <p:cBhvr>
                                        <p:cTn id="21" dur="1000"/>
                                        <p:tgtEl>
                                          <p:spTgt spid="553082"/>
                                        </p:tgtEl>
                                      </p:cBhvr>
                                    </p:animEffect>
                                  </p:childTnLst>
                                </p:cTn>
                              </p:par>
                            </p:childTnLst>
                          </p:cTn>
                        </p:par>
                        <p:par>
                          <p:cTn id="22" fill="hold" nodeType="afterGroup">
                            <p:stCondLst>
                              <p:cond delay="6500"/>
                            </p:stCondLst>
                            <p:childTnLst>
                              <p:par>
                                <p:cTn id="23" presetID="1" presetClass="entr" presetSubtype="0" fill="hold" nodeType="afterEffect">
                                  <p:stCondLst>
                                    <p:cond delay="500"/>
                                  </p:stCondLst>
                                  <p:childTnLst>
                                    <p:set>
                                      <p:cBhvr>
                                        <p:cTn id="24" dur="1" fill="hold">
                                          <p:stCondLst>
                                            <p:cond delay="0"/>
                                          </p:stCondLst>
                                        </p:cTn>
                                        <p:tgtEl>
                                          <p:spTgt spid="553080"/>
                                        </p:tgtEl>
                                        <p:attrNameLst>
                                          <p:attrName>style.visibility</p:attrName>
                                        </p:attrNameLst>
                                      </p:cBhvr>
                                      <p:to>
                                        <p:strVal val="visible"/>
                                      </p:to>
                                    </p:set>
                                  </p:childTnLst>
                                </p:cTn>
                              </p:par>
                            </p:childTnLst>
                          </p:cTn>
                        </p:par>
                        <p:par>
                          <p:cTn id="25" fill="hold" nodeType="afterGroup">
                            <p:stCondLst>
                              <p:cond delay="7000"/>
                            </p:stCondLst>
                            <p:childTnLst>
                              <p:par>
                                <p:cTn id="26" presetID="35" presetClass="emph" presetSubtype="0" repeatCount="3000" fill="hold" nodeType="afterEffect">
                                  <p:stCondLst>
                                    <p:cond delay="500"/>
                                  </p:stCondLst>
                                  <p:childTnLst>
                                    <p:anim calcmode="discrete" valueType="str">
                                      <p:cBhvr>
                                        <p:cTn id="27" dur="1000" fill="hold"/>
                                        <p:tgtEl>
                                          <p:spTgt spid="55308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0">
            <a:extLst>
              <a:ext uri="{FF2B5EF4-FFF2-40B4-BE49-F238E27FC236}">
                <a16:creationId xmlns:a16="http://schemas.microsoft.com/office/drawing/2014/main" id="{0FA44B11-5069-764F-90FB-727EBCDFD62D}"/>
              </a:ext>
            </a:extLst>
          </p:cNvPr>
          <p:cNvSpPr>
            <a:spLocks noGrp="1" noChangeArrowheads="1"/>
          </p:cNvSpPr>
          <p:nvPr>
            <p:ph idx="1"/>
          </p:nvPr>
        </p:nvSpPr>
        <p:spPr>
          <a:solidFill>
            <a:srgbClr val="FFFF99"/>
          </a:solidFill>
          <a:ln>
            <a:solidFill>
              <a:srgbClr val="333399"/>
            </a:solidFill>
            <a:miter lim="800000"/>
            <a:headEnd/>
            <a:tailEnd/>
          </a:ln>
        </p:spPr>
        <p:txBody>
          <a:bodyPr/>
          <a:lstStyle/>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(1) </a:t>
            </a:r>
            <a:r>
              <a:rPr lang="zh-CN" altLang="en-US" sz="2100">
                <a:latin typeface="Times New Roman" panose="02020603050405020304" pitchFamily="18" charset="0"/>
                <a:ea typeface="宋体" panose="02010600030101010101" pitchFamily="2" charset="-122"/>
              </a:rPr>
              <a:t>浏览器分析超链指向页面的 </a:t>
            </a:r>
            <a:r>
              <a:rPr lang="en-US" altLang="zh-CN" sz="2100">
                <a:latin typeface="Times New Roman" panose="02020603050405020304" pitchFamily="18" charset="0"/>
                <a:ea typeface="宋体" panose="02010600030101010101" pitchFamily="2" charset="-122"/>
              </a:rPr>
              <a:t>URL</a:t>
            </a:r>
            <a:r>
              <a:rPr lang="zh-CN" altLang="en-US" sz="2100">
                <a:latin typeface="Times New Roman" panose="02020603050405020304" pitchFamily="18" charset="0"/>
                <a:ea typeface="宋体" panose="02010600030101010101" pitchFamily="2" charset="-122"/>
              </a:rPr>
              <a:t>。</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(2) </a:t>
            </a:r>
            <a:r>
              <a:rPr lang="zh-CN" altLang="en-US" sz="2100">
                <a:latin typeface="Times New Roman" panose="02020603050405020304" pitchFamily="18" charset="0"/>
                <a:ea typeface="宋体" panose="02010600030101010101" pitchFamily="2" charset="-122"/>
              </a:rPr>
              <a:t>浏览器向 </a:t>
            </a:r>
            <a:r>
              <a:rPr lang="en-US" altLang="zh-CN" sz="2100">
                <a:latin typeface="Times New Roman" panose="02020603050405020304" pitchFamily="18" charset="0"/>
                <a:ea typeface="宋体" panose="02010600030101010101" pitchFamily="2" charset="-122"/>
              </a:rPr>
              <a:t>DNS </a:t>
            </a:r>
            <a:r>
              <a:rPr lang="zh-CN" altLang="en-US" sz="2100">
                <a:latin typeface="Times New Roman" panose="02020603050405020304" pitchFamily="18" charset="0"/>
                <a:ea typeface="宋体" panose="02010600030101010101" pitchFamily="2" charset="-122"/>
              </a:rPr>
              <a:t>请求解析 </a:t>
            </a:r>
            <a:r>
              <a:rPr lang="en-US" altLang="zh-CN" sz="2100">
                <a:latin typeface="Times New Roman" panose="02020603050405020304" pitchFamily="18" charset="0"/>
                <a:ea typeface="宋体" panose="02010600030101010101" pitchFamily="2" charset="-122"/>
              </a:rPr>
              <a:t>www.ruc.edu.cn </a:t>
            </a:r>
            <a:r>
              <a:rPr lang="zh-CN" altLang="en-US" sz="2100">
                <a:latin typeface="Times New Roman" panose="02020603050405020304" pitchFamily="18" charset="0"/>
                <a:ea typeface="宋体" panose="02010600030101010101" pitchFamily="2" charset="-122"/>
              </a:rPr>
              <a:t>的 </a:t>
            </a:r>
            <a:r>
              <a:rPr lang="en-US" altLang="zh-CN" sz="2100">
                <a:latin typeface="Times New Roman" panose="02020603050405020304" pitchFamily="18" charset="0"/>
                <a:ea typeface="宋体" panose="02010600030101010101" pitchFamily="2" charset="-122"/>
              </a:rPr>
              <a:t>IP </a:t>
            </a:r>
            <a:r>
              <a:rPr lang="zh-CN" altLang="en-US" sz="2100">
                <a:latin typeface="Times New Roman" panose="02020603050405020304" pitchFamily="18" charset="0"/>
                <a:ea typeface="宋体" panose="02010600030101010101" pitchFamily="2" charset="-122"/>
              </a:rPr>
              <a:t>地址。</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(3) </a:t>
            </a:r>
            <a:r>
              <a:rPr lang="zh-CN" altLang="en-US" sz="2100">
                <a:latin typeface="Times New Roman" panose="02020603050405020304" pitchFamily="18" charset="0"/>
                <a:ea typeface="宋体" panose="02010600030101010101" pitchFamily="2" charset="-122"/>
              </a:rPr>
              <a:t>域名系统 </a:t>
            </a:r>
            <a:r>
              <a:rPr lang="en-US" altLang="zh-CN" sz="2100">
                <a:latin typeface="Times New Roman" panose="02020603050405020304" pitchFamily="18" charset="0"/>
                <a:ea typeface="宋体" panose="02010600030101010101" pitchFamily="2" charset="-122"/>
              </a:rPr>
              <a:t>DNS </a:t>
            </a:r>
            <a:r>
              <a:rPr lang="zh-CN" altLang="en-US" sz="2100">
                <a:latin typeface="Times New Roman" panose="02020603050405020304" pitchFamily="18" charset="0"/>
                <a:ea typeface="宋体" panose="02010600030101010101" pitchFamily="2" charset="-122"/>
              </a:rPr>
              <a:t>解析出人民大学服务器的 </a:t>
            </a:r>
            <a:r>
              <a:rPr lang="en-US" altLang="zh-CN" sz="2100">
                <a:latin typeface="Times New Roman" panose="02020603050405020304" pitchFamily="18" charset="0"/>
                <a:ea typeface="宋体" panose="02010600030101010101" pitchFamily="2" charset="-122"/>
              </a:rPr>
              <a:t>IP </a:t>
            </a:r>
            <a:r>
              <a:rPr lang="zh-CN" altLang="en-US" sz="2100">
                <a:latin typeface="Times New Roman" panose="02020603050405020304" pitchFamily="18" charset="0"/>
                <a:ea typeface="宋体" panose="02010600030101010101" pitchFamily="2" charset="-122"/>
              </a:rPr>
              <a:t>地址。</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(4) </a:t>
            </a:r>
            <a:r>
              <a:rPr lang="zh-CN" altLang="en-US" sz="2100">
                <a:latin typeface="Times New Roman" panose="02020603050405020304" pitchFamily="18" charset="0"/>
                <a:ea typeface="宋体" panose="02010600030101010101" pitchFamily="2" charset="-122"/>
              </a:rPr>
              <a:t>浏览器与服务器建立 </a:t>
            </a:r>
            <a:r>
              <a:rPr lang="en-US" altLang="zh-CN" sz="2100">
                <a:latin typeface="Times New Roman" panose="02020603050405020304" pitchFamily="18" charset="0"/>
                <a:ea typeface="宋体" panose="02010600030101010101" pitchFamily="2" charset="-122"/>
              </a:rPr>
              <a:t>TCP </a:t>
            </a:r>
            <a:r>
              <a:rPr lang="zh-CN" altLang="en-US" sz="2100">
                <a:latin typeface="Times New Roman" panose="02020603050405020304" pitchFamily="18" charset="0"/>
                <a:ea typeface="宋体" panose="02010600030101010101" pitchFamily="2" charset="-122"/>
              </a:rPr>
              <a:t>连接</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(5) </a:t>
            </a:r>
            <a:r>
              <a:rPr lang="zh-CN" altLang="en-US" sz="2100">
                <a:latin typeface="Times New Roman" panose="02020603050405020304" pitchFamily="18" charset="0"/>
                <a:ea typeface="宋体" panose="02010600030101010101" pitchFamily="2" charset="-122"/>
              </a:rPr>
              <a:t>浏览器发出取文件命令：</a:t>
            </a:r>
          </a:p>
          <a:p>
            <a:pPr eaLnBrk="1" hangingPunct="1">
              <a:buFont typeface="Wingdings" pitchFamily="2" charset="2"/>
              <a:buNone/>
            </a:pPr>
            <a:r>
              <a:rPr lang="zh-CN" altLang="en-US" sz="2100">
                <a:latin typeface="Times New Roman" panose="02020603050405020304" pitchFamily="18" charset="0"/>
                <a:ea typeface="宋体" panose="02010600030101010101" pitchFamily="2" charset="-122"/>
              </a:rPr>
              <a:t>      </a:t>
            </a:r>
            <a:r>
              <a:rPr lang="en-US" altLang="zh-CN" sz="2100">
                <a:latin typeface="Times New Roman" panose="02020603050405020304" pitchFamily="18" charset="0"/>
                <a:ea typeface="宋体" panose="02010600030101010101" pitchFamily="2" charset="-122"/>
              </a:rPr>
              <a:t>GET /chn/yxsz/index.htm</a:t>
            </a:r>
            <a:r>
              <a:rPr lang="zh-CN" altLang="en-US" sz="2100">
                <a:latin typeface="Times New Roman" panose="02020603050405020304" pitchFamily="18" charset="0"/>
                <a:ea typeface="宋体" panose="02010600030101010101" pitchFamily="2" charset="-122"/>
              </a:rPr>
              <a:t>。</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(6) </a:t>
            </a:r>
            <a:r>
              <a:rPr lang="zh-CN" altLang="en-US" sz="2100">
                <a:latin typeface="Times New Roman" panose="02020603050405020304" pitchFamily="18" charset="0"/>
                <a:ea typeface="宋体" panose="02010600030101010101" pitchFamily="2" charset="-122"/>
              </a:rPr>
              <a:t>服务器给出响应，把文件 </a:t>
            </a:r>
            <a:r>
              <a:rPr lang="en-US" altLang="zh-CN" sz="2100">
                <a:latin typeface="Times New Roman" panose="02020603050405020304" pitchFamily="18" charset="0"/>
                <a:ea typeface="宋体" panose="02010600030101010101" pitchFamily="2" charset="-122"/>
              </a:rPr>
              <a:t>index.htm </a:t>
            </a:r>
            <a:r>
              <a:rPr lang="zh-CN" altLang="en-US" sz="2100">
                <a:latin typeface="Times New Roman" panose="02020603050405020304" pitchFamily="18" charset="0"/>
                <a:ea typeface="宋体" panose="02010600030101010101" pitchFamily="2" charset="-122"/>
              </a:rPr>
              <a:t>发给浏览器。</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(7) TCP </a:t>
            </a:r>
            <a:r>
              <a:rPr lang="zh-CN" altLang="en-US" sz="2100">
                <a:latin typeface="Times New Roman" panose="02020603050405020304" pitchFamily="18" charset="0"/>
                <a:ea typeface="宋体" panose="02010600030101010101" pitchFamily="2" charset="-122"/>
              </a:rPr>
              <a:t>连接释放。</a:t>
            </a:r>
          </a:p>
          <a:p>
            <a:pPr eaLnBrk="1" hangingPunct="1">
              <a:buFont typeface="Wingdings" pitchFamily="2" charset="2"/>
              <a:buNone/>
            </a:pPr>
            <a:r>
              <a:rPr lang="en-US" altLang="zh-CN" sz="2100">
                <a:latin typeface="Times New Roman" panose="02020603050405020304" pitchFamily="18" charset="0"/>
                <a:ea typeface="宋体" panose="02010600030101010101" pitchFamily="2" charset="-122"/>
              </a:rPr>
              <a:t>(8) </a:t>
            </a:r>
            <a:r>
              <a:rPr lang="zh-CN" altLang="en-US" sz="2100">
                <a:latin typeface="Times New Roman" panose="02020603050405020304" pitchFamily="18" charset="0"/>
                <a:ea typeface="宋体" panose="02010600030101010101" pitchFamily="2" charset="-122"/>
              </a:rPr>
              <a:t>浏览器显示“人民大学院系设置”文件 </a:t>
            </a:r>
            <a:r>
              <a:rPr lang="en-US" altLang="zh-CN" sz="2100">
                <a:latin typeface="Times New Roman" panose="02020603050405020304" pitchFamily="18" charset="0"/>
                <a:ea typeface="宋体" panose="02010600030101010101" pitchFamily="2" charset="-122"/>
              </a:rPr>
              <a:t>index.htm </a:t>
            </a:r>
            <a:r>
              <a:rPr lang="zh-CN" altLang="en-US" sz="2100">
                <a:latin typeface="Times New Roman" panose="02020603050405020304" pitchFamily="18" charset="0"/>
                <a:ea typeface="宋体" panose="02010600030101010101" pitchFamily="2" charset="-122"/>
              </a:rPr>
              <a:t>中的所有文本。</a:t>
            </a:r>
          </a:p>
        </p:txBody>
      </p:sp>
      <p:sp>
        <p:nvSpPr>
          <p:cNvPr id="119811" name="幻灯片编号占位符 1">
            <a:extLst>
              <a:ext uri="{FF2B5EF4-FFF2-40B4-BE49-F238E27FC236}">
                <a16:creationId xmlns:a16="http://schemas.microsoft.com/office/drawing/2014/main" id="{E56F400A-DB21-6D40-8A5F-2A630E7ED05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5BC40B5-30C1-714A-9A23-2D86D4CDF36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tx1"/>
              </a:solidFill>
              <a:latin typeface="Tahoma" panose="020B0604030504040204" pitchFamily="34" charset="0"/>
              <a:ea typeface="宋体" panose="02010600030101010101" pitchFamily="2" charset="-122"/>
            </a:endParaRPr>
          </a:p>
        </p:txBody>
      </p:sp>
      <p:sp>
        <p:nvSpPr>
          <p:cNvPr id="119809" name="Rectangle 2">
            <a:extLst>
              <a:ext uri="{FF2B5EF4-FFF2-40B4-BE49-F238E27FC236}">
                <a16:creationId xmlns:a16="http://schemas.microsoft.com/office/drawing/2014/main" id="{EA360CD3-DA34-C646-BA9E-DE28CD81F5A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用户点击鼠标后所发生的事件 </a:t>
            </a:r>
          </a:p>
        </p:txBody>
      </p:sp>
    </p:spTree>
    <p:extLst>
      <p:ext uri="{BB962C8B-B14F-4D97-AF65-F5344CB8AC3E}">
        <p14:creationId xmlns:p14="http://schemas.microsoft.com/office/powerpoint/2010/main" val="1008921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10B466D7-5D51-2248-9604-1D688A2A9EC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的主要特点 </a:t>
            </a:r>
          </a:p>
        </p:txBody>
      </p:sp>
      <p:sp>
        <p:nvSpPr>
          <p:cNvPr id="121858" name="Rectangle 3">
            <a:extLst>
              <a:ext uri="{FF2B5EF4-FFF2-40B4-BE49-F238E27FC236}">
                <a16:creationId xmlns:a16="http://schemas.microsoft.com/office/drawing/2014/main" id="{189F7451-0D52-FB40-990F-6D98E563EEA1}"/>
              </a:ext>
            </a:extLst>
          </p:cNvPr>
          <p:cNvSpPr>
            <a:spLocks noGrp="1" noChangeArrowheads="1"/>
          </p:cNvSpPr>
          <p:nvPr>
            <p:ph type="body" idx="1"/>
          </p:nvPr>
        </p:nvSpPr>
        <p:spPr>
          <a:xfrm>
            <a:off x="235526" y="1113235"/>
            <a:ext cx="8702989" cy="3835003"/>
          </a:xfrm>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是面向事务的客户服务器协议。</a:t>
            </a:r>
          </a:p>
          <a:p>
            <a:pPr eaLnBrk="1" hangingPunct="1"/>
            <a:r>
              <a:rPr lang="en-US" altLang="zh-CN" dirty="0">
                <a:latin typeface="Times New Roman" panose="02020603050405020304" pitchFamily="18" charset="0"/>
                <a:ea typeface="宋体" panose="02010600030101010101" pitchFamily="2" charset="-122"/>
              </a:rPr>
              <a:t>HTTP 1.0 </a:t>
            </a:r>
            <a:r>
              <a:rPr lang="zh-CN" altLang="en-US" dirty="0">
                <a:latin typeface="Times New Roman" panose="02020603050405020304" pitchFamily="18" charset="0"/>
                <a:ea typeface="宋体" panose="02010600030101010101" pitchFamily="2" charset="-122"/>
              </a:rPr>
              <a:t>协议是</a:t>
            </a:r>
            <a:r>
              <a:rPr lang="zh-CN" altLang="en-US" dirty="0">
                <a:solidFill>
                  <a:schemeClr val="hlink"/>
                </a:solidFill>
                <a:latin typeface="Times New Roman" panose="02020603050405020304" pitchFamily="18" charset="0"/>
                <a:ea typeface="宋体" panose="02010600030101010101" pitchFamily="2" charset="-122"/>
              </a:rPr>
              <a:t>无状态的</a:t>
            </a:r>
            <a:r>
              <a:rPr lang="en-US" altLang="zh-CN" dirty="0">
                <a:latin typeface="Times New Roman" panose="02020603050405020304" pitchFamily="18" charset="0"/>
                <a:ea typeface="宋体" panose="02010600030101010101" pitchFamily="2" charset="-122"/>
              </a:rPr>
              <a:t>(stateless)</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lvl="1" eaLnBrk="1" hangingPunct="1"/>
            <a:r>
              <a:rPr lang="zh-CN" altLang="en-US" dirty="0">
                <a:latin typeface="微软雅黑" panose="020B0503020204020204" pitchFamily="34" charset="-122"/>
                <a:ea typeface="宋体" panose="02010600030101010101" pitchFamily="2" charset="-122"/>
              </a:rPr>
              <a:t>协议对于事务处理没有记忆能力。缺少状态意味着如果后续处理需要前面的信息，则它必须重传</a:t>
            </a:r>
          </a:p>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协议本身也是无连接的，虽然它使用了面向连接的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向上提供的服务。</a:t>
            </a:r>
          </a:p>
        </p:txBody>
      </p:sp>
      <p:sp>
        <p:nvSpPr>
          <p:cNvPr id="121859" name="幻灯片编号占位符 1">
            <a:extLst>
              <a:ext uri="{FF2B5EF4-FFF2-40B4-BE49-F238E27FC236}">
                <a16:creationId xmlns:a16="http://schemas.microsoft.com/office/drawing/2014/main" id="{A833D27C-72D9-854C-BEA6-E0997121681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7DDFAE5-B8E6-6C4C-88D9-938EE5143F4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573482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Line 20">
            <a:extLst>
              <a:ext uri="{FF2B5EF4-FFF2-40B4-BE49-F238E27FC236}">
                <a16:creationId xmlns:a16="http://schemas.microsoft.com/office/drawing/2014/main" id="{FB480A4C-FCF6-784F-837A-B443F0C6604F}"/>
              </a:ext>
            </a:extLst>
          </p:cNvPr>
          <p:cNvSpPr>
            <a:spLocks noChangeShapeType="1"/>
          </p:cNvSpPr>
          <p:nvPr/>
        </p:nvSpPr>
        <p:spPr bwMode="auto">
          <a:xfrm flipH="1">
            <a:off x="3158728" y="3111103"/>
            <a:ext cx="3572" cy="728663"/>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06" name="Rectangle 25">
            <a:extLst>
              <a:ext uri="{FF2B5EF4-FFF2-40B4-BE49-F238E27FC236}">
                <a16:creationId xmlns:a16="http://schemas.microsoft.com/office/drawing/2014/main" id="{AFEE0582-BFCA-5648-BC2D-542EE37A6EDD}"/>
              </a:ext>
            </a:extLst>
          </p:cNvPr>
          <p:cNvSpPr>
            <a:spLocks noChangeArrowheads="1"/>
          </p:cNvSpPr>
          <p:nvPr/>
        </p:nvSpPr>
        <p:spPr bwMode="auto">
          <a:xfrm>
            <a:off x="2958704" y="3375422"/>
            <a:ext cx="388144" cy="2047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189914" name="Text Box 26">
            <a:extLst>
              <a:ext uri="{FF2B5EF4-FFF2-40B4-BE49-F238E27FC236}">
                <a16:creationId xmlns:a16="http://schemas.microsoft.com/office/drawing/2014/main" id="{20EE196A-48AB-8844-8284-2CD6AA06E2E9}"/>
              </a:ext>
            </a:extLst>
          </p:cNvPr>
          <p:cNvSpPr txBox="1">
            <a:spLocks noChangeArrowheads="1"/>
          </p:cNvSpPr>
          <p:nvPr/>
        </p:nvSpPr>
        <p:spPr bwMode="auto">
          <a:xfrm>
            <a:off x="2894410" y="3364706"/>
            <a:ext cx="495970" cy="300082"/>
          </a:xfrm>
          <a:prstGeom prst="rect">
            <a:avLst/>
          </a:prstGeom>
          <a:no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350">
                <a:solidFill>
                  <a:schemeClr val="folHlink"/>
                </a:solidFill>
                <a:latin typeface="微软雅黑" panose="020B0503020204020204" pitchFamily="34" charset="-122"/>
                <a:ea typeface="微软雅黑" panose="020B0503020204020204" pitchFamily="34" charset="-122"/>
              </a:rPr>
              <a:t>RTT</a:t>
            </a:r>
          </a:p>
        </p:txBody>
      </p:sp>
      <p:sp>
        <p:nvSpPr>
          <p:cNvPr id="123908" name="Line 19">
            <a:extLst>
              <a:ext uri="{FF2B5EF4-FFF2-40B4-BE49-F238E27FC236}">
                <a16:creationId xmlns:a16="http://schemas.microsoft.com/office/drawing/2014/main" id="{7BB7DBD5-C0D2-0C46-8692-DD7807B6E3A3}"/>
              </a:ext>
            </a:extLst>
          </p:cNvPr>
          <p:cNvSpPr>
            <a:spLocks noChangeShapeType="1"/>
          </p:cNvSpPr>
          <p:nvPr/>
        </p:nvSpPr>
        <p:spPr bwMode="auto">
          <a:xfrm flipH="1">
            <a:off x="3162300" y="2378869"/>
            <a:ext cx="4763" cy="727472"/>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09" name="Rectangle 22">
            <a:extLst>
              <a:ext uri="{FF2B5EF4-FFF2-40B4-BE49-F238E27FC236}">
                <a16:creationId xmlns:a16="http://schemas.microsoft.com/office/drawing/2014/main" id="{824ECFBE-4399-374F-B7E4-5B7CCDD59084}"/>
              </a:ext>
            </a:extLst>
          </p:cNvPr>
          <p:cNvSpPr>
            <a:spLocks noChangeArrowheads="1"/>
          </p:cNvSpPr>
          <p:nvPr/>
        </p:nvSpPr>
        <p:spPr bwMode="auto">
          <a:xfrm>
            <a:off x="2958704" y="2662237"/>
            <a:ext cx="388144" cy="2059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189911" name="Text Box 23">
            <a:extLst>
              <a:ext uri="{FF2B5EF4-FFF2-40B4-BE49-F238E27FC236}">
                <a16:creationId xmlns:a16="http://schemas.microsoft.com/office/drawing/2014/main" id="{F21D350F-CD47-0A4F-A123-72BAD44390FD}"/>
              </a:ext>
            </a:extLst>
          </p:cNvPr>
          <p:cNvSpPr txBox="1">
            <a:spLocks noChangeArrowheads="1"/>
          </p:cNvSpPr>
          <p:nvPr/>
        </p:nvSpPr>
        <p:spPr bwMode="auto">
          <a:xfrm>
            <a:off x="2912269" y="2634853"/>
            <a:ext cx="495970" cy="300082"/>
          </a:xfrm>
          <a:prstGeom prst="rect">
            <a:avLst/>
          </a:prstGeom>
          <a:noFill/>
          <a:ln>
            <a:noFill/>
          </a:ln>
          <a:effec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defRPr/>
            </a:pPr>
            <a:r>
              <a:rPr kumimoji="1" lang="en-US" altLang="zh-CN" sz="1350">
                <a:solidFill>
                  <a:schemeClr val="folHlink"/>
                </a:solidFill>
                <a:latin typeface="微软雅黑" panose="020B0503020204020204" pitchFamily="34" charset="-122"/>
                <a:ea typeface="微软雅黑" panose="020B0503020204020204" pitchFamily="34" charset="-122"/>
              </a:rPr>
              <a:t>RTT</a:t>
            </a:r>
          </a:p>
        </p:txBody>
      </p:sp>
      <p:sp>
        <p:nvSpPr>
          <p:cNvPr id="123911" name="Rectangle 2">
            <a:extLst>
              <a:ext uri="{FF2B5EF4-FFF2-40B4-BE49-F238E27FC236}">
                <a16:creationId xmlns:a16="http://schemas.microsoft.com/office/drawing/2014/main" id="{6CB66CFE-7DC3-614F-B55B-24C019313E87}"/>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请求一个万维网文档所需的时间 </a:t>
            </a:r>
          </a:p>
        </p:txBody>
      </p:sp>
      <p:sp>
        <p:nvSpPr>
          <p:cNvPr id="1189892" name="Freeform 4">
            <a:extLst>
              <a:ext uri="{FF2B5EF4-FFF2-40B4-BE49-F238E27FC236}">
                <a16:creationId xmlns:a16="http://schemas.microsoft.com/office/drawing/2014/main" id="{C304C281-847D-BE4E-A70E-D13F09908164}"/>
              </a:ext>
            </a:extLst>
          </p:cNvPr>
          <p:cNvSpPr>
            <a:spLocks/>
          </p:cNvSpPr>
          <p:nvPr/>
        </p:nvSpPr>
        <p:spPr bwMode="auto">
          <a:xfrm>
            <a:off x="3359944" y="3486150"/>
            <a:ext cx="2399110" cy="614363"/>
          </a:xfrm>
          <a:custGeom>
            <a:avLst/>
            <a:gdLst>
              <a:gd name="T0" fmla="*/ 0 w 1679"/>
              <a:gd name="T1" fmla="*/ 819150 h 408"/>
              <a:gd name="T2" fmla="*/ 0 w 1679"/>
              <a:gd name="T3" fmla="*/ 455753 h 408"/>
              <a:gd name="T4" fmla="*/ 3198813 w 1679"/>
              <a:gd name="T5" fmla="*/ 0 h 408"/>
              <a:gd name="T6" fmla="*/ 3198813 w 1679"/>
              <a:gd name="T7" fmla="*/ 363397 h 408"/>
              <a:gd name="T8" fmla="*/ 0 w 1679"/>
              <a:gd name="T9" fmla="*/ 819150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79" h="408">
                <a:moveTo>
                  <a:pt x="0" y="408"/>
                </a:moveTo>
                <a:lnTo>
                  <a:pt x="0" y="227"/>
                </a:lnTo>
                <a:lnTo>
                  <a:pt x="1679" y="0"/>
                </a:lnTo>
                <a:lnTo>
                  <a:pt x="1679" y="181"/>
                </a:lnTo>
                <a:lnTo>
                  <a:pt x="0" y="408"/>
                </a:lnTo>
                <a:close/>
              </a:path>
            </a:pathLst>
          </a:custGeom>
          <a:solidFill>
            <a:srgbClr val="99FF99"/>
          </a:solidFill>
          <a:ln>
            <a:noFill/>
          </a:ln>
          <a:effectLst/>
        </p:spPr>
        <p:txBody>
          <a:bodyPr/>
          <a:lstStyle/>
          <a:p>
            <a:pPr>
              <a:defRPr/>
            </a:pPr>
            <a:endParaRPr lang="zh-CN" altLang="en-US">
              <a:cs typeface="+mn-cs"/>
            </a:endParaRPr>
          </a:p>
        </p:txBody>
      </p:sp>
      <p:pic>
        <p:nvPicPr>
          <p:cNvPr id="123913" name="Picture 5">
            <a:extLst>
              <a:ext uri="{FF2B5EF4-FFF2-40B4-BE49-F238E27FC236}">
                <a16:creationId xmlns:a16="http://schemas.microsoft.com/office/drawing/2014/main" id="{0825407E-6B29-F34E-80BD-B0BAB321F39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8066" y="1428750"/>
            <a:ext cx="671513" cy="101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4" name="Rectangle 6">
            <a:extLst>
              <a:ext uri="{FF2B5EF4-FFF2-40B4-BE49-F238E27FC236}">
                <a16:creationId xmlns:a16="http://schemas.microsoft.com/office/drawing/2014/main" id="{2A7B4557-A364-6C4D-A227-24F0B8E8651B}"/>
              </a:ext>
            </a:extLst>
          </p:cNvPr>
          <p:cNvSpPr>
            <a:spLocks noChangeArrowheads="1"/>
          </p:cNvSpPr>
          <p:nvPr/>
        </p:nvSpPr>
        <p:spPr bwMode="auto">
          <a:xfrm>
            <a:off x="5283071" y="1221581"/>
            <a:ext cx="1175803" cy="233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lnSpc>
                <a:spcPct val="80000"/>
              </a:lnSpc>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万维网服务器</a:t>
            </a:r>
          </a:p>
        </p:txBody>
      </p:sp>
      <p:sp>
        <p:nvSpPr>
          <p:cNvPr id="123915" name="Rectangle 7">
            <a:extLst>
              <a:ext uri="{FF2B5EF4-FFF2-40B4-BE49-F238E27FC236}">
                <a16:creationId xmlns:a16="http://schemas.microsoft.com/office/drawing/2014/main" id="{6B2DB0BC-BBE5-E840-9670-C038B23120D8}"/>
              </a:ext>
            </a:extLst>
          </p:cNvPr>
          <p:cNvSpPr>
            <a:spLocks noChangeArrowheads="1"/>
          </p:cNvSpPr>
          <p:nvPr/>
        </p:nvSpPr>
        <p:spPr bwMode="auto">
          <a:xfrm>
            <a:off x="2868216" y="1278732"/>
            <a:ext cx="100267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万维网客户</a:t>
            </a:r>
          </a:p>
        </p:txBody>
      </p:sp>
      <p:pic>
        <p:nvPicPr>
          <p:cNvPr id="123916" name="Picture 8">
            <a:extLst>
              <a:ext uri="{FF2B5EF4-FFF2-40B4-BE49-F238E27FC236}">
                <a16:creationId xmlns:a16="http://schemas.microsoft.com/office/drawing/2014/main" id="{7AF1ACB8-3AA2-C04C-8222-DCE6F91DD2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063" y="1647826"/>
            <a:ext cx="454819" cy="52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17" name="Line 9">
            <a:extLst>
              <a:ext uri="{FF2B5EF4-FFF2-40B4-BE49-F238E27FC236}">
                <a16:creationId xmlns:a16="http://schemas.microsoft.com/office/drawing/2014/main" id="{E6988BF1-CD34-5944-AB1D-CA527F9DD4EC}"/>
              </a:ext>
            </a:extLst>
          </p:cNvPr>
          <p:cNvSpPr>
            <a:spLocks noChangeShapeType="1"/>
          </p:cNvSpPr>
          <p:nvPr/>
        </p:nvSpPr>
        <p:spPr bwMode="auto">
          <a:xfrm>
            <a:off x="3361135" y="2320529"/>
            <a:ext cx="0" cy="2240756"/>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18" name="Text Box 10">
            <a:extLst>
              <a:ext uri="{FF2B5EF4-FFF2-40B4-BE49-F238E27FC236}">
                <a16:creationId xmlns:a16="http://schemas.microsoft.com/office/drawing/2014/main" id="{10644D80-6C92-ED4B-B4C4-E6FAD7D962D4}"/>
              </a:ext>
            </a:extLst>
          </p:cNvPr>
          <p:cNvSpPr txBox="1">
            <a:spLocks noChangeArrowheads="1"/>
          </p:cNvSpPr>
          <p:nvPr/>
        </p:nvSpPr>
        <p:spPr bwMode="auto">
          <a:xfrm>
            <a:off x="1744266" y="2226469"/>
            <a:ext cx="1291957"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发起 </a:t>
            </a:r>
            <a:r>
              <a:rPr kumimoji="1" lang="en-US" altLang="zh-CN" sz="1350">
                <a:solidFill>
                  <a:schemeClr val="folHlink"/>
                </a:solidFill>
                <a:latin typeface="微软雅黑" panose="020B0503020204020204" pitchFamily="34" charset="-122"/>
                <a:ea typeface="宋体" panose="02010600030101010101" pitchFamily="2" charset="-122"/>
              </a:rPr>
              <a:t>TCP </a:t>
            </a:r>
            <a:r>
              <a:rPr kumimoji="1" lang="zh-CN" altLang="en-US" sz="1350">
                <a:solidFill>
                  <a:schemeClr val="folHlink"/>
                </a:solidFill>
                <a:latin typeface="微软雅黑" panose="020B0503020204020204" pitchFamily="34" charset="-122"/>
                <a:ea typeface="宋体" panose="02010600030101010101" pitchFamily="2" charset="-122"/>
              </a:rPr>
              <a:t>连接</a:t>
            </a:r>
          </a:p>
        </p:txBody>
      </p:sp>
      <p:sp>
        <p:nvSpPr>
          <p:cNvPr id="123919" name="Text Box 11">
            <a:extLst>
              <a:ext uri="{FF2B5EF4-FFF2-40B4-BE49-F238E27FC236}">
                <a16:creationId xmlns:a16="http://schemas.microsoft.com/office/drawing/2014/main" id="{AE268E52-D19E-124D-A7DB-91AB496350CF}"/>
              </a:ext>
            </a:extLst>
          </p:cNvPr>
          <p:cNvSpPr txBox="1">
            <a:spLocks noChangeArrowheads="1"/>
          </p:cNvSpPr>
          <p:nvPr/>
        </p:nvSpPr>
        <p:spPr bwMode="auto">
          <a:xfrm>
            <a:off x="1794273" y="2932510"/>
            <a:ext cx="13712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solidFill>
                  <a:schemeClr val="folHlink"/>
                </a:solidFill>
                <a:latin typeface="微软雅黑" panose="020B0503020204020204" pitchFamily="34" charset="-122"/>
                <a:ea typeface="宋体" panose="02010600030101010101" pitchFamily="2" charset="-122"/>
              </a:rPr>
              <a:t>HTTP </a:t>
            </a:r>
            <a:r>
              <a:rPr kumimoji="1" lang="zh-CN" altLang="en-US" sz="1350">
                <a:solidFill>
                  <a:schemeClr val="folHlink"/>
                </a:solidFill>
                <a:latin typeface="微软雅黑" panose="020B0503020204020204" pitchFamily="34" charset="-122"/>
                <a:ea typeface="宋体" panose="02010600030101010101" pitchFamily="2" charset="-122"/>
              </a:rPr>
              <a:t>请求报文</a:t>
            </a:r>
          </a:p>
        </p:txBody>
      </p:sp>
      <p:sp>
        <p:nvSpPr>
          <p:cNvPr id="123920" name="Line 12">
            <a:extLst>
              <a:ext uri="{FF2B5EF4-FFF2-40B4-BE49-F238E27FC236}">
                <a16:creationId xmlns:a16="http://schemas.microsoft.com/office/drawing/2014/main" id="{446B6B08-2597-F944-B693-A4D4946CC906}"/>
              </a:ext>
            </a:extLst>
          </p:cNvPr>
          <p:cNvSpPr>
            <a:spLocks noChangeShapeType="1"/>
          </p:cNvSpPr>
          <p:nvPr/>
        </p:nvSpPr>
        <p:spPr bwMode="auto">
          <a:xfrm>
            <a:off x="3361135" y="2378869"/>
            <a:ext cx="2399109" cy="34051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1" name="Line 13">
            <a:extLst>
              <a:ext uri="{FF2B5EF4-FFF2-40B4-BE49-F238E27FC236}">
                <a16:creationId xmlns:a16="http://schemas.microsoft.com/office/drawing/2014/main" id="{91576148-536C-B14E-9FE0-60B1E8192505}"/>
              </a:ext>
            </a:extLst>
          </p:cNvPr>
          <p:cNvSpPr>
            <a:spLocks noChangeShapeType="1"/>
          </p:cNvSpPr>
          <p:nvPr/>
        </p:nvSpPr>
        <p:spPr bwMode="auto">
          <a:xfrm flipH="1">
            <a:off x="3352800" y="2751535"/>
            <a:ext cx="2399110" cy="34170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2" name="Line 14">
            <a:extLst>
              <a:ext uri="{FF2B5EF4-FFF2-40B4-BE49-F238E27FC236}">
                <a16:creationId xmlns:a16="http://schemas.microsoft.com/office/drawing/2014/main" id="{29E1D045-DFA0-F447-A096-A4A606B6CBE9}"/>
              </a:ext>
            </a:extLst>
          </p:cNvPr>
          <p:cNvSpPr>
            <a:spLocks noChangeShapeType="1"/>
          </p:cNvSpPr>
          <p:nvPr/>
        </p:nvSpPr>
        <p:spPr bwMode="auto">
          <a:xfrm>
            <a:off x="3361135" y="3125391"/>
            <a:ext cx="2399109" cy="340519"/>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3923" name="Line 15">
            <a:extLst>
              <a:ext uri="{FF2B5EF4-FFF2-40B4-BE49-F238E27FC236}">
                <a16:creationId xmlns:a16="http://schemas.microsoft.com/office/drawing/2014/main" id="{BE7C990E-122B-5845-9F2D-81CC7EFCAD73}"/>
              </a:ext>
            </a:extLst>
          </p:cNvPr>
          <p:cNvSpPr>
            <a:spLocks noChangeShapeType="1"/>
          </p:cNvSpPr>
          <p:nvPr/>
        </p:nvSpPr>
        <p:spPr bwMode="auto">
          <a:xfrm>
            <a:off x="3038475" y="2378869"/>
            <a:ext cx="322660"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4" name="Line 16">
            <a:extLst>
              <a:ext uri="{FF2B5EF4-FFF2-40B4-BE49-F238E27FC236}">
                <a16:creationId xmlns:a16="http://schemas.microsoft.com/office/drawing/2014/main" id="{D5E4088B-08A2-1745-96C6-45A22A0D4771}"/>
              </a:ext>
            </a:extLst>
          </p:cNvPr>
          <p:cNvSpPr>
            <a:spLocks noChangeShapeType="1"/>
          </p:cNvSpPr>
          <p:nvPr/>
        </p:nvSpPr>
        <p:spPr bwMode="auto">
          <a:xfrm>
            <a:off x="3043238" y="3106341"/>
            <a:ext cx="322660"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5" name="Line 17">
            <a:extLst>
              <a:ext uri="{FF2B5EF4-FFF2-40B4-BE49-F238E27FC236}">
                <a16:creationId xmlns:a16="http://schemas.microsoft.com/office/drawing/2014/main" id="{04165595-ED6E-8B4C-9E41-6BE24481EED4}"/>
              </a:ext>
            </a:extLst>
          </p:cNvPr>
          <p:cNvSpPr>
            <a:spLocks noChangeShapeType="1"/>
          </p:cNvSpPr>
          <p:nvPr/>
        </p:nvSpPr>
        <p:spPr bwMode="auto">
          <a:xfrm>
            <a:off x="3030141" y="4102894"/>
            <a:ext cx="322659"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6" name="Line 18">
            <a:extLst>
              <a:ext uri="{FF2B5EF4-FFF2-40B4-BE49-F238E27FC236}">
                <a16:creationId xmlns:a16="http://schemas.microsoft.com/office/drawing/2014/main" id="{B803951E-28D8-FF47-AC8B-CB90AE08B843}"/>
              </a:ext>
            </a:extLst>
          </p:cNvPr>
          <p:cNvSpPr>
            <a:spLocks noChangeShapeType="1"/>
          </p:cNvSpPr>
          <p:nvPr/>
        </p:nvSpPr>
        <p:spPr bwMode="auto">
          <a:xfrm>
            <a:off x="3030141" y="3830241"/>
            <a:ext cx="322659" cy="0"/>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27" name="Text Box 27">
            <a:extLst>
              <a:ext uri="{FF2B5EF4-FFF2-40B4-BE49-F238E27FC236}">
                <a16:creationId xmlns:a16="http://schemas.microsoft.com/office/drawing/2014/main" id="{4EF66C69-CE1E-8344-86EA-2DEAB6D08A0B}"/>
              </a:ext>
            </a:extLst>
          </p:cNvPr>
          <p:cNvSpPr txBox="1">
            <a:spLocks noChangeArrowheads="1"/>
          </p:cNvSpPr>
          <p:nvPr/>
        </p:nvSpPr>
        <p:spPr bwMode="auto">
          <a:xfrm>
            <a:off x="5853113" y="3400425"/>
            <a:ext cx="1396536"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传输文档的时间</a:t>
            </a:r>
          </a:p>
        </p:txBody>
      </p:sp>
      <p:sp>
        <p:nvSpPr>
          <p:cNvPr id="123928" name="Text Box 28">
            <a:extLst>
              <a:ext uri="{FF2B5EF4-FFF2-40B4-BE49-F238E27FC236}">
                <a16:creationId xmlns:a16="http://schemas.microsoft.com/office/drawing/2014/main" id="{D2691EC9-2AA4-8440-91B4-C6C48EF959B3}"/>
              </a:ext>
            </a:extLst>
          </p:cNvPr>
          <p:cNvSpPr txBox="1">
            <a:spLocks noChangeArrowheads="1"/>
          </p:cNvSpPr>
          <p:nvPr/>
        </p:nvSpPr>
        <p:spPr bwMode="auto">
          <a:xfrm>
            <a:off x="1893094" y="3954066"/>
            <a:ext cx="1223412" cy="30008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整个文档收到</a:t>
            </a:r>
          </a:p>
        </p:txBody>
      </p:sp>
      <p:sp>
        <p:nvSpPr>
          <p:cNvPr id="123929" name="AutoShape 29">
            <a:extLst>
              <a:ext uri="{FF2B5EF4-FFF2-40B4-BE49-F238E27FC236}">
                <a16:creationId xmlns:a16="http://schemas.microsoft.com/office/drawing/2014/main" id="{F921B2A8-C21A-C64D-926D-29786BA0F01E}"/>
              </a:ext>
            </a:extLst>
          </p:cNvPr>
          <p:cNvSpPr>
            <a:spLocks noChangeArrowheads="1"/>
          </p:cNvSpPr>
          <p:nvPr/>
        </p:nvSpPr>
        <p:spPr bwMode="auto">
          <a:xfrm rot="21154273">
            <a:off x="4250532" y="3687366"/>
            <a:ext cx="713185" cy="204788"/>
          </a:xfrm>
          <a:prstGeom prst="leftArrow">
            <a:avLst>
              <a:gd name="adj1" fmla="val 50000"/>
              <a:gd name="adj2" fmla="val 87064"/>
            </a:avLst>
          </a:prstGeom>
          <a:solidFill>
            <a:schemeClr val="folHlink"/>
          </a:solidFill>
          <a:ln w="9525">
            <a:solidFill>
              <a:schemeClr val="folHlink"/>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23930" name="Line 30">
            <a:extLst>
              <a:ext uri="{FF2B5EF4-FFF2-40B4-BE49-F238E27FC236}">
                <a16:creationId xmlns:a16="http://schemas.microsoft.com/office/drawing/2014/main" id="{EFC7D7C3-C03D-E64E-B2FA-B2975B37BF0A}"/>
              </a:ext>
            </a:extLst>
          </p:cNvPr>
          <p:cNvSpPr>
            <a:spLocks noChangeShapeType="1"/>
          </p:cNvSpPr>
          <p:nvPr/>
        </p:nvSpPr>
        <p:spPr bwMode="auto">
          <a:xfrm>
            <a:off x="5753100" y="2316956"/>
            <a:ext cx="0" cy="2239566"/>
          </a:xfrm>
          <a:prstGeom prst="line">
            <a:avLst/>
          </a:prstGeom>
          <a:noFill/>
          <a:ln w="9525">
            <a:solidFill>
              <a:schemeClr val="fo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23931" name="Text Box 31">
            <a:extLst>
              <a:ext uri="{FF2B5EF4-FFF2-40B4-BE49-F238E27FC236}">
                <a16:creationId xmlns:a16="http://schemas.microsoft.com/office/drawing/2014/main" id="{DC173FE7-909C-8D43-8AEA-77ADF99D1E13}"/>
              </a:ext>
            </a:extLst>
          </p:cNvPr>
          <p:cNvSpPr txBox="1">
            <a:spLocks noChangeArrowheads="1"/>
          </p:cNvSpPr>
          <p:nvPr/>
        </p:nvSpPr>
        <p:spPr bwMode="auto">
          <a:xfrm>
            <a:off x="3130154" y="4470797"/>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时间</a:t>
            </a:r>
          </a:p>
        </p:txBody>
      </p:sp>
      <p:sp>
        <p:nvSpPr>
          <p:cNvPr id="123932" name="Text Box 32">
            <a:extLst>
              <a:ext uri="{FF2B5EF4-FFF2-40B4-BE49-F238E27FC236}">
                <a16:creationId xmlns:a16="http://schemas.microsoft.com/office/drawing/2014/main" id="{8C58212D-6116-3541-BC1F-AB6AB3D6FB12}"/>
              </a:ext>
            </a:extLst>
          </p:cNvPr>
          <p:cNvSpPr txBox="1">
            <a:spLocks noChangeArrowheads="1"/>
          </p:cNvSpPr>
          <p:nvPr/>
        </p:nvSpPr>
        <p:spPr bwMode="auto">
          <a:xfrm>
            <a:off x="5516167" y="4470797"/>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solidFill>
                  <a:schemeClr val="folHlink"/>
                </a:solidFill>
                <a:latin typeface="微软雅黑" panose="020B0503020204020204" pitchFamily="34" charset="-122"/>
                <a:ea typeface="宋体" panose="02010600030101010101" pitchFamily="2" charset="-122"/>
              </a:rPr>
              <a:t>时间</a:t>
            </a:r>
          </a:p>
        </p:txBody>
      </p:sp>
      <p:sp>
        <p:nvSpPr>
          <p:cNvPr id="123933" name="Text Box 33">
            <a:extLst>
              <a:ext uri="{FF2B5EF4-FFF2-40B4-BE49-F238E27FC236}">
                <a16:creationId xmlns:a16="http://schemas.microsoft.com/office/drawing/2014/main" id="{5F0E7A20-C668-D645-BF72-6CA9630412B6}"/>
              </a:ext>
            </a:extLst>
          </p:cNvPr>
          <p:cNvSpPr txBox="1">
            <a:spLocks noChangeArrowheads="1"/>
          </p:cNvSpPr>
          <p:nvPr/>
        </p:nvSpPr>
        <p:spPr bwMode="auto">
          <a:xfrm rot="21159151">
            <a:off x="3707207" y="3363494"/>
            <a:ext cx="137120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solidFill>
                  <a:schemeClr val="folHlink"/>
                </a:solidFill>
                <a:latin typeface="微软雅黑" panose="020B0503020204020204" pitchFamily="34" charset="-122"/>
                <a:ea typeface="宋体" panose="02010600030101010101" pitchFamily="2" charset="-122"/>
              </a:rPr>
              <a:t>HTTP </a:t>
            </a:r>
            <a:r>
              <a:rPr kumimoji="1" lang="zh-CN" altLang="en-US" sz="1350">
                <a:solidFill>
                  <a:schemeClr val="folHlink"/>
                </a:solidFill>
                <a:latin typeface="微软雅黑" panose="020B0503020204020204" pitchFamily="34" charset="-122"/>
                <a:ea typeface="宋体" panose="02010600030101010101" pitchFamily="2" charset="-122"/>
              </a:rPr>
              <a:t>响应报文</a:t>
            </a:r>
          </a:p>
        </p:txBody>
      </p:sp>
      <p:sp>
        <p:nvSpPr>
          <p:cNvPr id="123934" name="AutoShape 34">
            <a:extLst>
              <a:ext uri="{FF2B5EF4-FFF2-40B4-BE49-F238E27FC236}">
                <a16:creationId xmlns:a16="http://schemas.microsoft.com/office/drawing/2014/main" id="{80FB7E15-08F0-444E-BBFE-5897FAD2AD3D}"/>
              </a:ext>
            </a:extLst>
          </p:cNvPr>
          <p:cNvSpPr>
            <a:spLocks/>
          </p:cNvSpPr>
          <p:nvPr/>
        </p:nvSpPr>
        <p:spPr bwMode="auto">
          <a:xfrm>
            <a:off x="5787629" y="3470673"/>
            <a:ext cx="65484" cy="273844"/>
          </a:xfrm>
          <a:prstGeom prst="rightBracket">
            <a:avLst>
              <a:gd name="adj" fmla="val 34849"/>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微软雅黑" panose="020B0503020204020204" pitchFamily="34" charset="-122"/>
              <a:ea typeface="宋体" panose="02010600030101010101" pitchFamily="2" charset="-122"/>
            </a:endParaRPr>
          </a:p>
        </p:txBody>
      </p:sp>
      <p:sp>
        <p:nvSpPr>
          <p:cNvPr id="123935" name="Line 35">
            <a:extLst>
              <a:ext uri="{FF2B5EF4-FFF2-40B4-BE49-F238E27FC236}">
                <a16:creationId xmlns:a16="http://schemas.microsoft.com/office/drawing/2014/main" id="{BF70FE74-2C01-9345-A2DF-3B123E8D3122}"/>
              </a:ext>
            </a:extLst>
          </p:cNvPr>
          <p:cNvSpPr>
            <a:spLocks noChangeShapeType="1"/>
          </p:cNvSpPr>
          <p:nvPr/>
        </p:nvSpPr>
        <p:spPr bwMode="auto">
          <a:xfrm>
            <a:off x="5853113" y="3607594"/>
            <a:ext cx="642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36" name="幻灯片编号占位符 1">
            <a:extLst>
              <a:ext uri="{FF2B5EF4-FFF2-40B4-BE49-F238E27FC236}">
                <a16:creationId xmlns:a16="http://schemas.microsoft.com/office/drawing/2014/main" id="{D520CD28-8AF2-CC4C-95F1-79D1FAE7818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79B88A5-917B-D34A-BE07-2BF8DE108E7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38559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30FEC786-0323-7742-B7BB-C7EC78419238}"/>
              </a:ext>
            </a:extLst>
          </p:cNvPr>
          <p:cNvSpPr>
            <a:spLocks noGrp="1" noChangeArrowheads="1"/>
          </p:cNvSpPr>
          <p:nvPr>
            <p:ph type="title"/>
          </p:nvPr>
        </p:nvSpPr>
        <p:spPr>
          <a:xfrm>
            <a:off x="166255" y="207818"/>
            <a:ext cx="7722070" cy="665019"/>
          </a:xfrm>
        </p:spPr>
        <p:txBody>
          <a:bodyPr/>
          <a:lstStyle/>
          <a:p>
            <a:pPr eaLnBrk="1" hangingPunct="1"/>
            <a:r>
              <a:rPr lang="zh-CN" altLang="en-US" dirty="0">
                <a:latin typeface="Times New Roman" panose="02020603050405020304" pitchFamily="18" charset="0"/>
                <a:ea typeface="宋体" panose="02010600030101010101" pitchFamily="2" charset="-122"/>
              </a:rPr>
              <a:t>持续连接</a:t>
            </a:r>
            <a:r>
              <a:rPr lang="en-US" altLang="zh-CN" sz="3000" dirty="0">
                <a:ea typeface="宋体" panose="02010600030101010101" pitchFamily="2" charset="-122"/>
              </a:rPr>
              <a:t>(persistent connection)</a:t>
            </a:r>
          </a:p>
        </p:txBody>
      </p:sp>
      <p:sp>
        <p:nvSpPr>
          <p:cNvPr id="124930" name="Rectangle 3">
            <a:extLst>
              <a:ext uri="{FF2B5EF4-FFF2-40B4-BE49-F238E27FC236}">
                <a16:creationId xmlns:a16="http://schemas.microsoft.com/office/drawing/2014/main" id="{9B4635F8-B231-0F4F-AA75-D8EEF1174C1A}"/>
              </a:ext>
            </a:extLst>
          </p:cNvPr>
          <p:cNvSpPr>
            <a:spLocks noGrp="1" noChangeArrowheads="1"/>
          </p:cNvSpPr>
          <p:nvPr>
            <p:ph type="body" idx="1"/>
          </p:nvPr>
        </p:nvSpPr>
        <p:spPr>
          <a:xfrm>
            <a:off x="166255" y="1080656"/>
            <a:ext cx="8742217" cy="3381808"/>
          </a:xfrm>
        </p:spPr>
        <p:txBody>
          <a:bodyPr/>
          <a:lstStyle/>
          <a:p>
            <a:pPr eaLnBrk="1" hangingPunct="1">
              <a:lnSpc>
                <a:spcPct val="90000"/>
              </a:lnSpc>
            </a:pPr>
            <a:r>
              <a:rPr lang="en-US" altLang="zh-CN" dirty="0">
                <a:ea typeface="宋体" panose="02010600030101010101" pitchFamily="2" charset="-122"/>
              </a:rPr>
              <a:t>HTTP/1.1 </a:t>
            </a:r>
            <a:r>
              <a:rPr lang="zh-CN" altLang="en-US" dirty="0">
                <a:ea typeface="宋体" panose="02010600030101010101" pitchFamily="2" charset="-122"/>
              </a:rPr>
              <a:t>协议使用持续连接。</a:t>
            </a:r>
          </a:p>
          <a:p>
            <a:pPr eaLnBrk="1" hangingPunct="1">
              <a:lnSpc>
                <a:spcPct val="90000"/>
              </a:lnSpc>
            </a:pPr>
            <a:r>
              <a:rPr lang="zh-CN" altLang="en-US" dirty="0">
                <a:ea typeface="宋体" panose="02010600030101010101" pitchFamily="2" charset="-122"/>
              </a:rPr>
              <a:t>万维网服务器在发送响应后仍然在一段时间内保持这条连接，使同一个客户（浏览器）和该服务器可以继续在这条连接上传送后续的 </a:t>
            </a:r>
            <a:r>
              <a:rPr lang="en-US" altLang="zh-CN" dirty="0">
                <a:ea typeface="宋体" panose="02010600030101010101" pitchFamily="2" charset="-122"/>
              </a:rPr>
              <a:t>HTTP </a:t>
            </a:r>
            <a:r>
              <a:rPr lang="zh-CN" altLang="en-US" dirty="0">
                <a:ea typeface="宋体" panose="02010600030101010101" pitchFamily="2" charset="-122"/>
              </a:rPr>
              <a:t>请求报文和响应报文。</a:t>
            </a:r>
          </a:p>
          <a:p>
            <a:pPr eaLnBrk="1" hangingPunct="1">
              <a:lnSpc>
                <a:spcPct val="90000"/>
              </a:lnSpc>
            </a:pPr>
            <a:r>
              <a:rPr lang="zh-CN" altLang="en-US" dirty="0">
                <a:ea typeface="宋体" panose="02010600030101010101" pitchFamily="2" charset="-122"/>
              </a:rPr>
              <a:t>这并不局限于传送同一个页面上链接的文档，而是只要这些文档都在同一个服务器上就行。</a:t>
            </a:r>
          </a:p>
          <a:p>
            <a:pPr eaLnBrk="1" hangingPunct="1">
              <a:lnSpc>
                <a:spcPct val="90000"/>
              </a:lnSpc>
            </a:pPr>
            <a:r>
              <a:rPr lang="zh-CN" altLang="en-US" dirty="0">
                <a:ea typeface="宋体" panose="02010600030101010101" pitchFamily="2" charset="-122"/>
              </a:rPr>
              <a:t>目前一些流行的浏览器（例如，</a:t>
            </a:r>
            <a:r>
              <a:rPr lang="en-US" altLang="zh-CN" dirty="0">
                <a:ea typeface="宋体" panose="02010600030101010101" pitchFamily="2" charset="-122"/>
              </a:rPr>
              <a:t>IE 6.0</a:t>
            </a:r>
            <a:r>
              <a:rPr lang="zh-CN" altLang="en-US" dirty="0">
                <a:ea typeface="宋体" panose="02010600030101010101" pitchFamily="2" charset="-122"/>
              </a:rPr>
              <a:t>）的默认设置就是使用 </a:t>
            </a:r>
            <a:r>
              <a:rPr lang="en-US" altLang="zh-CN" dirty="0">
                <a:ea typeface="宋体" panose="02010600030101010101" pitchFamily="2" charset="-122"/>
              </a:rPr>
              <a:t>HTTP/1.1</a:t>
            </a:r>
            <a:r>
              <a:rPr lang="zh-CN" altLang="en-US" dirty="0">
                <a:ea typeface="宋体" panose="02010600030101010101" pitchFamily="2" charset="-122"/>
              </a:rPr>
              <a:t>。</a:t>
            </a:r>
          </a:p>
        </p:txBody>
      </p:sp>
      <p:sp>
        <p:nvSpPr>
          <p:cNvPr id="124931" name="幻灯片编号占位符 1">
            <a:extLst>
              <a:ext uri="{FF2B5EF4-FFF2-40B4-BE49-F238E27FC236}">
                <a16:creationId xmlns:a16="http://schemas.microsoft.com/office/drawing/2014/main" id="{89A4E46D-E663-7340-9AE0-DDB20621398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0849143-CED3-1646-908F-41BB6805DC8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637057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4A729B53-D2C0-E348-A5A3-E066447101A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持续连接的两种工作方式</a:t>
            </a:r>
          </a:p>
        </p:txBody>
      </p:sp>
      <p:sp>
        <p:nvSpPr>
          <p:cNvPr id="125954" name="Rectangle 3">
            <a:extLst>
              <a:ext uri="{FF2B5EF4-FFF2-40B4-BE49-F238E27FC236}">
                <a16:creationId xmlns:a16="http://schemas.microsoft.com/office/drawing/2014/main" id="{E98D979D-565F-F84F-B54E-71BC0FA75AFD}"/>
              </a:ext>
            </a:extLst>
          </p:cNvPr>
          <p:cNvSpPr>
            <a:spLocks noGrp="1" noChangeArrowheads="1"/>
          </p:cNvSpPr>
          <p:nvPr>
            <p:ph type="body" idx="1"/>
          </p:nvPr>
        </p:nvSpPr>
        <p:spPr>
          <a:xfrm>
            <a:off x="133564" y="1113235"/>
            <a:ext cx="8804952" cy="3943350"/>
          </a:xfrm>
        </p:spPr>
        <p:txBody>
          <a:bodyPr/>
          <a:lstStyle/>
          <a:p>
            <a:pPr eaLnBrk="1" hangingPunct="1"/>
            <a:r>
              <a:rPr lang="zh-CN" altLang="en-US" dirty="0">
                <a:solidFill>
                  <a:srgbClr val="FF0000"/>
                </a:solidFill>
                <a:ea typeface="宋体" panose="02010600030101010101" pitchFamily="2" charset="-122"/>
              </a:rPr>
              <a:t>非流水线方式：</a:t>
            </a:r>
            <a:r>
              <a:rPr lang="zh-CN" altLang="en-US" dirty="0">
                <a:ea typeface="宋体" panose="02010600030101010101" pitchFamily="2" charset="-122"/>
              </a:rPr>
              <a:t>客户在收到前一个响应后才能发出下一个请求。这比非持续连接的两倍 </a:t>
            </a:r>
            <a:r>
              <a:rPr lang="en-US" altLang="zh-CN" dirty="0">
                <a:ea typeface="宋体" panose="02010600030101010101" pitchFamily="2" charset="-122"/>
              </a:rPr>
              <a:t>RTT </a:t>
            </a:r>
            <a:r>
              <a:rPr lang="zh-CN" altLang="en-US" dirty="0">
                <a:ea typeface="宋体" panose="02010600030101010101" pitchFamily="2" charset="-122"/>
              </a:rPr>
              <a:t>的开销节省了建立 </a:t>
            </a:r>
            <a:r>
              <a:rPr lang="en-US" altLang="zh-CN" dirty="0">
                <a:ea typeface="宋体" panose="02010600030101010101" pitchFamily="2" charset="-122"/>
              </a:rPr>
              <a:t>TCP </a:t>
            </a:r>
            <a:r>
              <a:rPr lang="zh-CN" altLang="en-US" dirty="0">
                <a:ea typeface="宋体" panose="02010600030101010101" pitchFamily="2" charset="-122"/>
              </a:rPr>
              <a:t>连接所需的一个 </a:t>
            </a:r>
            <a:r>
              <a:rPr lang="en-US" altLang="zh-CN" dirty="0">
                <a:ea typeface="宋体" panose="02010600030101010101" pitchFamily="2" charset="-122"/>
              </a:rPr>
              <a:t>RTT </a:t>
            </a:r>
            <a:r>
              <a:rPr lang="zh-CN" altLang="en-US" dirty="0">
                <a:ea typeface="宋体" panose="02010600030101010101" pitchFamily="2" charset="-122"/>
              </a:rPr>
              <a:t>时间。但服务器在发送完一个对象后，其 </a:t>
            </a:r>
            <a:r>
              <a:rPr lang="en-US" altLang="zh-CN" dirty="0">
                <a:ea typeface="宋体" panose="02010600030101010101" pitchFamily="2" charset="-122"/>
              </a:rPr>
              <a:t>TCP </a:t>
            </a:r>
            <a:r>
              <a:rPr lang="zh-CN" altLang="en-US" dirty="0">
                <a:ea typeface="宋体" panose="02010600030101010101" pitchFamily="2" charset="-122"/>
              </a:rPr>
              <a:t>连接就处于空闲状态，浪费了服务器资源。</a:t>
            </a:r>
          </a:p>
          <a:p>
            <a:pPr eaLnBrk="1" hangingPunct="1"/>
            <a:r>
              <a:rPr lang="zh-CN" altLang="en-US" dirty="0">
                <a:solidFill>
                  <a:srgbClr val="FF0000"/>
                </a:solidFill>
                <a:ea typeface="宋体" panose="02010600030101010101" pitchFamily="2" charset="-122"/>
              </a:rPr>
              <a:t>流水线方式：</a:t>
            </a:r>
            <a:r>
              <a:rPr lang="zh-CN" altLang="en-US" dirty="0">
                <a:ea typeface="宋体" panose="02010600030101010101" pitchFamily="2" charset="-122"/>
              </a:rPr>
              <a:t>客户在收到 </a:t>
            </a:r>
            <a:r>
              <a:rPr lang="en-US" altLang="zh-CN" dirty="0">
                <a:ea typeface="宋体" panose="02010600030101010101" pitchFamily="2" charset="-122"/>
              </a:rPr>
              <a:t>HTTP </a:t>
            </a:r>
            <a:r>
              <a:rPr lang="zh-CN" altLang="en-US" dirty="0">
                <a:ea typeface="宋体" panose="02010600030101010101" pitchFamily="2" charset="-122"/>
              </a:rPr>
              <a:t>的响应报文之前就能够接着发送新的请求报文。一个接一个的请求报文到达服务器后，服务器就可连续发回响应报文。使用流水线方式时，客户访问所有的对象只需花费一个 </a:t>
            </a:r>
            <a:r>
              <a:rPr lang="en-US" altLang="zh-CN" dirty="0">
                <a:ea typeface="宋体" panose="02010600030101010101" pitchFamily="2" charset="-122"/>
              </a:rPr>
              <a:t>RTT</a:t>
            </a:r>
            <a:r>
              <a:rPr lang="zh-CN" altLang="en-US" dirty="0">
                <a:ea typeface="宋体" panose="02010600030101010101" pitchFamily="2" charset="-122"/>
              </a:rPr>
              <a:t>时间，使 </a:t>
            </a:r>
            <a:r>
              <a:rPr lang="en-US" altLang="zh-CN" dirty="0">
                <a:ea typeface="宋体" panose="02010600030101010101" pitchFamily="2" charset="-122"/>
              </a:rPr>
              <a:t>TCP </a:t>
            </a:r>
            <a:r>
              <a:rPr lang="zh-CN" altLang="en-US" dirty="0">
                <a:ea typeface="宋体" panose="02010600030101010101" pitchFamily="2" charset="-122"/>
              </a:rPr>
              <a:t>连接中的空闲时间减少，提高了下载文档效率。 </a:t>
            </a:r>
          </a:p>
        </p:txBody>
      </p:sp>
      <p:sp>
        <p:nvSpPr>
          <p:cNvPr id="125955" name="幻灯片编号占位符 1">
            <a:extLst>
              <a:ext uri="{FF2B5EF4-FFF2-40B4-BE49-F238E27FC236}">
                <a16:creationId xmlns:a16="http://schemas.microsoft.com/office/drawing/2014/main" id="{FF353D66-5A63-B44E-BC9B-B99EEEB67A8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48535E-8E81-EF47-A0A4-2BB79611264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385490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7C918485-8EF4-2841-9EF1-7E97CE153D51}"/>
              </a:ext>
            </a:extLst>
          </p:cNvPr>
          <p:cNvSpPr>
            <a:spLocks noGrp="1" noChangeArrowheads="1"/>
          </p:cNvSpPr>
          <p:nvPr>
            <p:ph type="title"/>
          </p:nvPr>
        </p:nvSpPr>
        <p:spPr>
          <a:xfrm>
            <a:off x="166256" y="160735"/>
            <a:ext cx="6890580" cy="736997"/>
          </a:xfrm>
        </p:spPr>
        <p:txBody>
          <a:bodyPr/>
          <a:lstStyle/>
          <a:p>
            <a:pPr eaLnBrk="1" hangingPunct="1"/>
            <a:r>
              <a:rPr lang="zh-CN" altLang="en-US" dirty="0">
                <a:latin typeface="Times New Roman" panose="02020603050405020304" pitchFamily="18" charset="0"/>
                <a:ea typeface="宋体" panose="02010600030101010101" pitchFamily="2" charset="-122"/>
              </a:rPr>
              <a:t>代理服务器</a:t>
            </a:r>
            <a:r>
              <a:rPr lang="en-US" altLang="zh-CN" sz="3000" dirty="0">
                <a:ea typeface="宋体" panose="02010600030101010101" pitchFamily="2" charset="-122"/>
              </a:rPr>
              <a:t>(proxy server)</a:t>
            </a:r>
            <a:r>
              <a:rPr lang="en-US" altLang="zh-CN" dirty="0">
                <a:latin typeface="Times New Roman" panose="02020603050405020304" pitchFamily="18" charset="0"/>
                <a:ea typeface="宋体" panose="02010600030101010101" pitchFamily="2" charset="-122"/>
              </a:rPr>
              <a:t> </a:t>
            </a:r>
          </a:p>
        </p:txBody>
      </p:sp>
      <p:sp>
        <p:nvSpPr>
          <p:cNvPr id="126978" name="Rectangle 3">
            <a:extLst>
              <a:ext uri="{FF2B5EF4-FFF2-40B4-BE49-F238E27FC236}">
                <a16:creationId xmlns:a16="http://schemas.microsoft.com/office/drawing/2014/main" id="{39122A8F-F068-8642-A84E-33E331E60394}"/>
              </a:ext>
            </a:extLst>
          </p:cNvPr>
          <p:cNvSpPr>
            <a:spLocks noGrp="1" noChangeArrowheads="1"/>
          </p:cNvSpPr>
          <p:nvPr>
            <p:ph type="body" idx="1"/>
          </p:nvPr>
        </p:nvSpPr>
        <p:spPr>
          <a:xfrm>
            <a:off x="166257" y="1113235"/>
            <a:ext cx="8742216" cy="3402806"/>
          </a:xfrm>
        </p:spPr>
        <p:txBody>
          <a:bodyPr/>
          <a:lstStyle/>
          <a:p>
            <a:pPr eaLnBrk="1" hangingPunct="1">
              <a:spcAft>
                <a:spcPct val="20000"/>
              </a:spcAft>
            </a:pPr>
            <a:r>
              <a:rPr lang="zh-CN" altLang="en-US" dirty="0">
                <a:solidFill>
                  <a:schemeClr val="hlink"/>
                </a:solidFill>
                <a:ea typeface="宋体" panose="02010600030101010101" pitchFamily="2" charset="-122"/>
              </a:rPr>
              <a:t>代理服务器</a:t>
            </a:r>
            <a:r>
              <a:rPr lang="en-US" altLang="zh-CN" dirty="0">
                <a:ea typeface="宋体" panose="02010600030101010101" pitchFamily="2" charset="-122"/>
              </a:rPr>
              <a:t>(proxy server)</a:t>
            </a:r>
            <a:r>
              <a:rPr lang="zh-CN" altLang="en-US" dirty="0">
                <a:ea typeface="宋体" panose="02010600030101010101" pitchFamily="2" charset="-122"/>
              </a:rPr>
              <a:t>又称为万维网高速缓存</a:t>
            </a:r>
            <a:r>
              <a:rPr lang="en-US" altLang="zh-CN" dirty="0">
                <a:ea typeface="宋体" panose="02010600030101010101" pitchFamily="2" charset="-122"/>
              </a:rPr>
              <a:t>(Web cache)</a:t>
            </a:r>
            <a:r>
              <a:rPr lang="zh-CN" altLang="en-US" dirty="0">
                <a:ea typeface="宋体" panose="02010600030101010101" pitchFamily="2" charset="-122"/>
              </a:rPr>
              <a:t>，它代表浏览器发出 </a:t>
            </a:r>
            <a:r>
              <a:rPr lang="en-US" altLang="zh-CN" dirty="0">
                <a:ea typeface="宋体" panose="02010600030101010101" pitchFamily="2" charset="-122"/>
              </a:rPr>
              <a:t>HTTP </a:t>
            </a:r>
            <a:r>
              <a:rPr lang="zh-CN" altLang="en-US" dirty="0">
                <a:ea typeface="宋体" panose="02010600030101010101" pitchFamily="2" charset="-122"/>
              </a:rPr>
              <a:t>请求。</a:t>
            </a:r>
          </a:p>
          <a:p>
            <a:pPr eaLnBrk="1" hangingPunct="1">
              <a:spcAft>
                <a:spcPct val="20000"/>
              </a:spcAft>
            </a:pPr>
            <a:r>
              <a:rPr lang="zh-CN" altLang="en-US" dirty="0">
                <a:ea typeface="宋体" panose="02010600030101010101" pitchFamily="2" charset="-122"/>
              </a:rPr>
              <a:t>万维网高速缓存把最近的一些请求和响应暂存在本地磁盘中。</a:t>
            </a:r>
          </a:p>
          <a:p>
            <a:pPr eaLnBrk="1" hangingPunct="1">
              <a:spcAft>
                <a:spcPct val="20000"/>
              </a:spcAft>
            </a:pPr>
            <a:r>
              <a:rPr lang="zh-CN" altLang="en-US" dirty="0">
                <a:ea typeface="宋体" panose="02010600030101010101" pitchFamily="2" charset="-122"/>
              </a:rPr>
              <a:t>当与暂时存放的请求相同的新请求到达时，万维网高速缓存就把暂存的响应发送出去，而不需要按 </a:t>
            </a:r>
            <a:r>
              <a:rPr lang="en-US" altLang="zh-CN" dirty="0">
                <a:ea typeface="宋体" panose="02010600030101010101" pitchFamily="2" charset="-122"/>
              </a:rPr>
              <a:t>URL </a:t>
            </a:r>
            <a:r>
              <a:rPr lang="zh-CN" altLang="en-US" dirty="0">
                <a:ea typeface="宋体" panose="02010600030101010101" pitchFamily="2" charset="-122"/>
              </a:rPr>
              <a:t>的地址再去因特网访问该资源。 </a:t>
            </a:r>
            <a:r>
              <a:rPr lang="zh-CN" altLang="en-US" sz="2000" dirty="0">
                <a:ea typeface="宋体" panose="02010600030101010101" pitchFamily="2" charset="-122"/>
              </a:rPr>
              <a:t> </a:t>
            </a:r>
          </a:p>
        </p:txBody>
      </p:sp>
      <p:sp>
        <p:nvSpPr>
          <p:cNvPr id="126979" name="幻灯片编号占位符 1">
            <a:extLst>
              <a:ext uri="{FF2B5EF4-FFF2-40B4-BE49-F238E27FC236}">
                <a16:creationId xmlns:a16="http://schemas.microsoft.com/office/drawing/2014/main" id="{3A8CBD17-F7B2-7B47-99E2-A1361BD2BDA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2BA8DED-4281-364C-B232-D3ED274BBC6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31609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7FB339B-6953-B543-8DBC-67070EDF40E6}"/>
              </a:ext>
            </a:extLst>
          </p:cNvPr>
          <p:cNvSpPr>
            <a:spLocks noGrp="1"/>
          </p:cNvSpPr>
          <p:nvPr>
            <p:ph idx="1"/>
          </p:nvPr>
        </p:nvSpPr>
        <p:spPr/>
        <p:txBody>
          <a:bodyPr/>
          <a:lstStyle/>
          <a:p>
            <a:endParaRPr kumimoji="1" lang="zh-CN" altLang="en-US"/>
          </a:p>
        </p:txBody>
      </p:sp>
      <p:sp>
        <p:nvSpPr>
          <p:cNvPr id="129070" name="幻灯片编号占位符 1">
            <a:extLst>
              <a:ext uri="{FF2B5EF4-FFF2-40B4-BE49-F238E27FC236}">
                <a16:creationId xmlns:a16="http://schemas.microsoft.com/office/drawing/2014/main" id="{68C7245B-C5B7-BC4E-B2E1-1B626EA0A03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DA64066-5CFC-3144-A39A-9F119A977D0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57</a:t>
            </a:fld>
            <a:endParaRPr lang="en-US" altLang="zh-CN" sz="1050">
              <a:solidFill>
                <a:schemeClr val="tx1"/>
              </a:solidFill>
              <a:latin typeface="Tahoma" panose="020B0604030504040204" pitchFamily="34" charset="0"/>
              <a:ea typeface="宋体" panose="02010600030101010101" pitchFamily="2" charset="-122"/>
            </a:endParaRPr>
          </a:p>
        </p:txBody>
      </p:sp>
      <p:sp>
        <p:nvSpPr>
          <p:cNvPr id="129025" name="Rectangle 4">
            <a:extLst>
              <a:ext uri="{FF2B5EF4-FFF2-40B4-BE49-F238E27FC236}">
                <a16:creationId xmlns:a16="http://schemas.microsoft.com/office/drawing/2014/main" id="{58318840-C341-DA45-8D01-1F11BA616AAB}"/>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使用高速缓存可减少访问因特网服务器的时延 </a:t>
            </a:r>
          </a:p>
        </p:txBody>
      </p:sp>
      <p:grpSp>
        <p:nvGrpSpPr>
          <p:cNvPr id="129026" name="Group 24">
            <a:extLst>
              <a:ext uri="{FF2B5EF4-FFF2-40B4-BE49-F238E27FC236}">
                <a16:creationId xmlns:a16="http://schemas.microsoft.com/office/drawing/2014/main" id="{B158A7A4-BDF3-BD47-99A2-CF6A2D4B1478}"/>
              </a:ext>
            </a:extLst>
          </p:cNvPr>
          <p:cNvGrpSpPr>
            <a:grpSpLocks/>
          </p:cNvGrpSpPr>
          <p:nvPr/>
        </p:nvGrpSpPr>
        <p:grpSpPr bwMode="auto">
          <a:xfrm>
            <a:off x="1223963" y="2250282"/>
            <a:ext cx="2697956" cy="2102644"/>
            <a:chOff x="912" y="768"/>
            <a:chExt cx="2400" cy="1584"/>
          </a:xfrm>
        </p:grpSpPr>
        <p:sp>
          <p:nvSpPr>
            <p:cNvPr id="129309" name="Oval 25">
              <a:extLst>
                <a:ext uri="{FF2B5EF4-FFF2-40B4-BE49-F238E27FC236}">
                  <a16:creationId xmlns:a16="http://schemas.microsoft.com/office/drawing/2014/main" id="{CB59C08B-3859-D14D-BDE6-CC7884B454CE}"/>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0" name="Oval 26">
              <a:extLst>
                <a:ext uri="{FF2B5EF4-FFF2-40B4-BE49-F238E27FC236}">
                  <a16:creationId xmlns:a16="http://schemas.microsoft.com/office/drawing/2014/main" id="{F0B2100E-9BF3-8949-99A7-9EF964BB57BA}"/>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1" name="Oval 27">
              <a:extLst>
                <a:ext uri="{FF2B5EF4-FFF2-40B4-BE49-F238E27FC236}">
                  <a16:creationId xmlns:a16="http://schemas.microsoft.com/office/drawing/2014/main" id="{EE14E8BD-EFE8-8E40-8094-9BA766BDF6F1}"/>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2" name="Oval 28">
              <a:extLst>
                <a:ext uri="{FF2B5EF4-FFF2-40B4-BE49-F238E27FC236}">
                  <a16:creationId xmlns:a16="http://schemas.microsoft.com/office/drawing/2014/main" id="{D4E72211-3F76-F845-8273-CF10C6F5092A}"/>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3" name="Oval 29">
              <a:extLst>
                <a:ext uri="{FF2B5EF4-FFF2-40B4-BE49-F238E27FC236}">
                  <a16:creationId xmlns:a16="http://schemas.microsoft.com/office/drawing/2014/main" id="{981D2BFB-41C6-084B-B94F-41D2C08FFF4C}"/>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4" name="Oval 30">
              <a:extLst>
                <a:ext uri="{FF2B5EF4-FFF2-40B4-BE49-F238E27FC236}">
                  <a16:creationId xmlns:a16="http://schemas.microsoft.com/office/drawing/2014/main" id="{5BB731FD-4F0C-3848-B767-BFB17BF7B8F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5" name="Oval 31">
              <a:extLst>
                <a:ext uri="{FF2B5EF4-FFF2-40B4-BE49-F238E27FC236}">
                  <a16:creationId xmlns:a16="http://schemas.microsoft.com/office/drawing/2014/main" id="{4BAF42B3-2802-EC4D-B615-1EFFDE99130D}"/>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6" name="Oval 32">
              <a:extLst>
                <a:ext uri="{FF2B5EF4-FFF2-40B4-BE49-F238E27FC236}">
                  <a16:creationId xmlns:a16="http://schemas.microsoft.com/office/drawing/2014/main" id="{C4EBDFF5-D072-0F42-A0E8-6FE767AA857C}"/>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17" name="Oval 33">
              <a:extLst>
                <a:ext uri="{FF2B5EF4-FFF2-40B4-BE49-F238E27FC236}">
                  <a16:creationId xmlns:a16="http://schemas.microsoft.com/office/drawing/2014/main" id="{11947676-91BD-FE48-8C5C-467F293C6880}"/>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318" name="Group 34">
              <a:extLst>
                <a:ext uri="{FF2B5EF4-FFF2-40B4-BE49-F238E27FC236}">
                  <a16:creationId xmlns:a16="http://schemas.microsoft.com/office/drawing/2014/main" id="{6DE7C1C1-2B31-A94D-81B8-41E39AE514C1}"/>
                </a:ext>
              </a:extLst>
            </p:cNvPr>
            <p:cNvGrpSpPr>
              <a:grpSpLocks/>
            </p:cNvGrpSpPr>
            <p:nvPr/>
          </p:nvGrpSpPr>
          <p:grpSpPr bwMode="auto">
            <a:xfrm>
              <a:off x="912" y="768"/>
              <a:ext cx="2386" cy="1553"/>
              <a:chOff x="912" y="768"/>
              <a:chExt cx="2386" cy="1553"/>
            </a:xfrm>
          </p:grpSpPr>
          <p:sp>
            <p:nvSpPr>
              <p:cNvPr id="129319" name="Oval 35">
                <a:extLst>
                  <a:ext uri="{FF2B5EF4-FFF2-40B4-BE49-F238E27FC236}">
                    <a16:creationId xmlns:a16="http://schemas.microsoft.com/office/drawing/2014/main" id="{22AF8300-46BF-774D-AABC-DC8F1BCC8DF8}"/>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0" name="Oval 36">
                <a:extLst>
                  <a:ext uri="{FF2B5EF4-FFF2-40B4-BE49-F238E27FC236}">
                    <a16:creationId xmlns:a16="http://schemas.microsoft.com/office/drawing/2014/main" id="{5142997C-4C32-5143-94AA-2AA273FC657E}"/>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1" name="Oval 37">
                <a:extLst>
                  <a:ext uri="{FF2B5EF4-FFF2-40B4-BE49-F238E27FC236}">
                    <a16:creationId xmlns:a16="http://schemas.microsoft.com/office/drawing/2014/main" id="{BE2EA600-8762-AE43-95FD-2CB76E262397}"/>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2" name="Oval 38">
                <a:extLst>
                  <a:ext uri="{FF2B5EF4-FFF2-40B4-BE49-F238E27FC236}">
                    <a16:creationId xmlns:a16="http://schemas.microsoft.com/office/drawing/2014/main" id="{659B5DFC-77CD-4240-9558-E4CF07E357C1}"/>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3" name="Oval 39">
                <a:extLst>
                  <a:ext uri="{FF2B5EF4-FFF2-40B4-BE49-F238E27FC236}">
                    <a16:creationId xmlns:a16="http://schemas.microsoft.com/office/drawing/2014/main" id="{EDED4FEE-99AB-BE4C-BF39-40A07E9FF891}"/>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4" name="Oval 40">
                <a:extLst>
                  <a:ext uri="{FF2B5EF4-FFF2-40B4-BE49-F238E27FC236}">
                    <a16:creationId xmlns:a16="http://schemas.microsoft.com/office/drawing/2014/main" id="{3390CD84-993A-534B-B704-CF80C4B2699D}"/>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5" name="Oval 41">
                <a:extLst>
                  <a:ext uri="{FF2B5EF4-FFF2-40B4-BE49-F238E27FC236}">
                    <a16:creationId xmlns:a16="http://schemas.microsoft.com/office/drawing/2014/main" id="{010989CA-6DC8-8147-9BD3-3B0D207E3F5C}"/>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6" name="Oval 42">
                <a:extLst>
                  <a:ext uri="{FF2B5EF4-FFF2-40B4-BE49-F238E27FC236}">
                    <a16:creationId xmlns:a16="http://schemas.microsoft.com/office/drawing/2014/main" id="{FE5A0AB3-771D-B64E-B6D6-EEAD8957AC3E}"/>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27" name="Oval 43">
                <a:extLst>
                  <a:ext uri="{FF2B5EF4-FFF2-40B4-BE49-F238E27FC236}">
                    <a16:creationId xmlns:a16="http://schemas.microsoft.com/office/drawing/2014/main" id="{8495FE8B-59E1-5B45-B048-F5EB4D04E6A8}"/>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29027" name="Object 44">
            <a:extLst>
              <a:ext uri="{FF2B5EF4-FFF2-40B4-BE49-F238E27FC236}">
                <a16:creationId xmlns:a16="http://schemas.microsoft.com/office/drawing/2014/main" id="{3AFD09B0-4EC4-594A-80D1-CD0062E92119}"/>
              </a:ext>
            </a:extLst>
          </p:cNvPr>
          <p:cNvGraphicFramePr>
            <a:graphicFrameLocks noChangeAspect="1"/>
          </p:cNvGraphicFramePr>
          <p:nvPr/>
        </p:nvGraphicFramePr>
        <p:xfrm>
          <a:off x="6136481" y="2853929"/>
          <a:ext cx="1381125" cy="942975"/>
        </p:xfrm>
        <a:graphic>
          <a:graphicData uri="http://schemas.openxmlformats.org/presentationml/2006/ole">
            <mc:AlternateContent xmlns:mc="http://schemas.openxmlformats.org/markup-compatibility/2006">
              <mc:Choice xmlns:v="urn:schemas-microsoft-com:vml" Requires="v">
                <p:oleObj spid="_x0000_s115721" name="VISIO" r:id="rId4" imgW="3378200" imgH="1930400" progId="Visio.Drawing.6">
                  <p:embed/>
                </p:oleObj>
              </mc:Choice>
              <mc:Fallback>
                <p:oleObj name="VISIO" r:id="rId4" imgW="3378200" imgH="1930400" progId="Visio.Drawing.6">
                  <p:embed/>
                  <p:pic>
                    <p:nvPicPr>
                      <p:cNvPr id="129027" name="Object 44">
                        <a:extLst>
                          <a:ext uri="{FF2B5EF4-FFF2-40B4-BE49-F238E27FC236}">
                            <a16:creationId xmlns:a16="http://schemas.microsoft.com/office/drawing/2014/main" id="{3AFD09B0-4EC4-594A-80D1-CD0062E921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36481" y="2853929"/>
                        <a:ext cx="1381125" cy="942975"/>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58125" name="Line 45">
            <a:extLst>
              <a:ext uri="{FF2B5EF4-FFF2-40B4-BE49-F238E27FC236}">
                <a16:creationId xmlns:a16="http://schemas.microsoft.com/office/drawing/2014/main" id="{3B500751-0709-6D49-B30E-928F0DCEE178}"/>
              </a:ext>
            </a:extLst>
          </p:cNvPr>
          <p:cNvSpPr>
            <a:spLocks noChangeShapeType="1"/>
          </p:cNvSpPr>
          <p:nvPr/>
        </p:nvSpPr>
        <p:spPr bwMode="auto">
          <a:xfrm>
            <a:off x="3944541" y="3314700"/>
            <a:ext cx="1971675"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29029" name="Line 46">
            <a:extLst>
              <a:ext uri="{FF2B5EF4-FFF2-40B4-BE49-F238E27FC236}">
                <a16:creationId xmlns:a16="http://schemas.microsoft.com/office/drawing/2014/main" id="{83C28077-08C1-E040-82A8-D161B8B49231}"/>
              </a:ext>
            </a:extLst>
          </p:cNvPr>
          <p:cNvSpPr>
            <a:spLocks noChangeShapeType="1"/>
          </p:cNvSpPr>
          <p:nvPr/>
        </p:nvSpPr>
        <p:spPr bwMode="auto">
          <a:xfrm>
            <a:off x="6991351" y="3732610"/>
            <a:ext cx="507206" cy="4452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0" name="Line 47">
            <a:extLst>
              <a:ext uri="{FF2B5EF4-FFF2-40B4-BE49-F238E27FC236}">
                <a16:creationId xmlns:a16="http://schemas.microsoft.com/office/drawing/2014/main" id="{7645583D-0AB2-8F4B-BCEC-7781FC16972A}"/>
              </a:ext>
            </a:extLst>
          </p:cNvPr>
          <p:cNvSpPr>
            <a:spLocks noChangeShapeType="1"/>
          </p:cNvSpPr>
          <p:nvPr/>
        </p:nvSpPr>
        <p:spPr bwMode="auto">
          <a:xfrm>
            <a:off x="7284244" y="3504010"/>
            <a:ext cx="407194" cy="9405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1" name="Line 48">
            <a:extLst>
              <a:ext uri="{FF2B5EF4-FFF2-40B4-BE49-F238E27FC236}">
                <a16:creationId xmlns:a16="http://schemas.microsoft.com/office/drawing/2014/main" id="{304835F3-6A46-F34A-AD90-4F71A6C24735}"/>
              </a:ext>
            </a:extLst>
          </p:cNvPr>
          <p:cNvSpPr>
            <a:spLocks noChangeShapeType="1"/>
          </p:cNvSpPr>
          <p:nvPr/>
        </p:nvSpPr>
        <p:spPr bwMode="auto">
          <a:xfrm flipV="1">
            <a:off x="7306866" y="2945607"/>
            <a:ext cx="384572" cy="1262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2" name="Line 49">
            <a:extLst>
              <a:ext uri="{FF2B5EF4-FFF2-40B4-BE49-F238E27FC236}">
                <a16:creationId xmlns:a16="http://schemas.microsoft.com/office/drawing/2014/main" id="{99CAF8C5-CEE9-6240-A903-B6A7F30220FA}"/>
              </a:ext>
            </a:extLst>
          </p:cNvPr>
          <p:cNvSpPr>
            <a:spLocks noChangeShapeType="1"/>
          </p:cNvSpPr>
          <p:nvPr/>
        </p:nvSpPr>
        <p:spPr bwMode="auto">
          <a:xfrm flipV="1">
            <a:off x="6967538" y="2438401"/>
            <a:ext cx="531019" cy="48815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033" name="Group 51">
            <a:extLst>
              <a:ext uri="{FF2B5EF4-FFF2-40B4-BE49-F238E27FC236}">
                <a16:creationId xmlns:a16="http://schemas.microsoft.com/office/drawing/2014/main" id="{0EB7A1AB-56B1-1F44-8C44-20E1820A3597}"/>
              </a:ext>
            </a:extLst>
          </p:cNvPr>
          <p:cNvGrpSpPr>
            <a:grpSpLocks/>
          </p:cNvGrpSpPr>
          <p:nvPr/>
        </p:nvGrpSpPr>
        <p:grpSpPr bwMode="auto">
          <a:xfrm>
            <a:off x="7586663" y="2664619"/>
            <a:ext cx="307181" cy="541735"/>
            <a:chOff x="4486" y="2730"/>
            <a:chExt cx="217" cy="339"/>
          </a:xfrm>
        </p:grpSpPr>
        <p:grpSp>
          <p:nvGrpSpPr>
            <p:cNvPr id="129289" name="Group 52">
              <a:extLst>
                <a:ext uri="{FF2B5EF4-FFF2-40B4-BE49-F238E27FC236}">
                  <a16:creationId xmlns:a16="http://schemas.microsoft.com/office/drawing/2014/main" id="{E116BBD9-90CF-5149-9A9D-AA48C3835748}"/>
                </a:ext>
              </a:extLst>
            </p:cNvPr>
            <p:cNvGrpSpPr>
              <a:grpSpLocks/>
            </p:cNvGrpSpPr>
            <p:nvPr/>
          </p:nvGrpSpPr>
          <p:grpSpPr bwMode="auto">
            <a:xfrm>
              <a:off x="4491" y="2736"/>
              <a:ext cx="212" cy="333"/>
              <a:chOff x="4491" y="2736"/>
              <a:chExt cx="212" cy="333"/>
            </a:xfrm>
          </p:grpSpPr>
          <p:sp>
            <p:nvSpPr>
              <p:cNvPr id="129300" name="Freeform 53">
                <a:extLst>
                  <a:ext uri="{FF2B5EF4-FFF2-40B4-BE49-F238E27FC236}">
                    <a16:creationId xmlns:a16="http://schemas.microsoft.com/office/drawing/2014/main" id="{388F069E-C6E5-0E45-9245-1884A087F3F3}"/>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1" name="Freeform 54">
                <a:extLst>
                  <a:ext uri="{FF2B5EF4-FFF2-40B4-BE49-F238E27FC236}">
                    <a16:creationId xmlns:a16="http://schemas.microsoft.com/office/drawing/2014/main" id="{B3E48F9A-97A9-6B4F-9A2E-DB5E87471CD5}"/>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2" name="Freeform 55">
                <a:extLst>
                  <a:ext uri="{FF2B5EF4-FFF2-40B4-BE49-F238E27FC236}">
                    <a16:creationId xmlns:a16="http://schemas.microsoft.com/office/drawing/2014/main" id="{80E695E8-68C8-064E-986C-FF809C03E5DC}"/>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3" name="Freeform 56">
                <a:extLst>
                  <a:ext uri="{FF2B5EF4-FFF2-40B4-BE49-F238E27FC236}">
                    <a16:creationId xmlns:a16="http://schemas.microsoft.com/office/drawing/2014/main" id="{B7E4DAE7-75F9-C245-90D6-AB2EF044E655}"/>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304" name="Rectangle 57">
                <a:extLst>
                  <a:ext uri="{FF2B5EF4-FFF2-40B4-BE49-F238E27FC236}">
                    <a16:creationId xmlns:a16="http://schemas.microsoft.com/office/drawing/2014/main" id="{19B24574-FBBA-E047-B6AA-5CA697F3C9B8}"/>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05" name="Rectangle 58">
                <a:extLst>
                  <a:ext uri="{FF2B5EF4-FFF2-40B4-BE49-F238E27FC236}">
                    <a16:creationId xmlns:a16="http://schemas.microsoft.com/office/drawing/2014/main" id="{488B37EF-550D-DD41-833B-41469DDBD8FD}"/>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306" name="Line 59">
                <a:extLst>
                  <a:ext uri="{FF2B5EF4-FFF2-40B4-BE49-F238E27FC236}">
                    <a16:creationId xmlns:a16="http://schemas.microsoft.com/office/drawing/2014/main" id="{D0B348BB-141E-4640-B4E1-A9521EF97AD3}"/>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307" name="Line 60">
                <a:extLst>
                  <a:ext uri="{FF2B5EF4-FFF2-40B4-BE49-F238E27FC236}">
                    <a16:creationId xmlns:a16="http://schemas.microsoft.com/office/drawing/2014/main" id="{34427DC6-EB9B-FC41-8E5C-30D7EB9FC261}"/>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308" name="Line 61">
                <a:extLst>
                  <a:ext uri="{FF2B5EF4-FFF2-40B4-BE49-F238E27FC236}">
                    <a16:creationId xmlns:a16="http://schemas.microsoft.com/office/drawing/2014/main" id="{A421DEF1-2BA5-5B44-92E1-C77573A2D292}"/>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90" name="Group 62">
              <a:extLst>
                <a:ext uri="{FF2B5EF4-FFF2-40B4-BE49-F238E27FC236}">
                  <a16:creationId xmlns:a16="http://schemas.microsoft.com/office/drawing/2014/main" id="{D2882ECF-3380-CD47-9BB1-1EDC4E9733F4}"/>
                </a:ext>
              </a:extLst>
            </p:cNvPr>
            <p:cNvGrpSpPr>
              <a:grpSpLocks/>
            </p:cNvGrpSpPr>
            <p:nvPr/>
          </p:nvGrpSpPr>
          <p:grpSpPr bwMode="auto">
            <a:xfrm>
              <a:off x="4486" y="2730"/>
              <a:ext cx="212" cy="333"/>
              <a:chOff x="4486" y="2730"/>
              <a:chExt cx="212" cy="333"/>
            </a:xfrm>
          </p:grpSpPr>
          <p:sp>
            <p:nvSpPr>
              <p:cNvPr id="129291" name="Freeform 63">
                <a:extLst>
                  <a:ext uri="{FF2B5EF4-FFF2-40B4-BE49-F238E27FC236}">
                    <a16:creationId xmlns:a16="http://schemas.microsoft.com/office/drawing/2014/main" id="{5CB06393-6A69-9048-A1AB-D55DD199DC4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2" name="Freeform 64">
                <a:extLst>
                  <a:ext uri="{FF2B5EF4-FFF2-40B4-BE49-F238E27FC236}">
                    <a16:creationId xmlns:a16="http://schemas.microsoft.com/office/drawing/2014/main" id="{E9A5E56C-24C0-B046-8ACF-65961F86803C}"/>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3" name="Freeform 65">
                <a:extLst>
                  <a:ext uri="{FF2B5EF4-FFF2-40B4-BE49-F238E27FC236}">
                    <a16:creationId xmlns:a16="http://schemas.microsoft.com/office/drawing/2014/main" id="{54904B28-4AD1-B24D-96E5-96D7A3BEFB0C}"/>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4" name="Freeform 66">
                <a:extLst>
                  <a:ext uri="{FF2B5EF4-FFF2-40B4-BE49-F238E27FC236}">
                    <a16:creationId xmlns:a16="http://schemas.microsoft.com/office/drawing/2014/main" id="{C817B267-5068-864D-AC5C-AC4EB5879107}"/>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95" name="Rectangle 67">
                <a:extLst>
                  <a:ext uri="{FF2B5EF4-FFF2-40B4-BE49-F238E27FC236}">
                    <a16:creationId xmlns:a16="http://schemas.microsoft.com/office/drawing/2014/main" id="{71AE9FF0-D06E-114F-A32C-2F9E13C21921}"/>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96" name="Rectangle 68">
                <a:extLst>
                  <a:ext uri="{FF2B5EF4-FFF2-40B4-BE49-F238E27FC236}">
                    <a16:creationId xmlns:a16="http://schemas.microsoft.com/office/drawing/2014/main" id="{68787CFC-5065-E34F-85DC-3EC74BF15BDB}"/>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97" name="Line 69">
                <a:extLst>
                  <a:ext uri="{FF2B5EF4-FFF2-40B4-BE49-F238E27FC236}">
                    <a16:creationId xmlns:a16="http://schemas.microsoft.com/office/drawing/2014/main" id="{FEACF995-A7B6-2A49-BF1D-9DD11BF31309}"/>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98" name="Line 70">
                <a:extLst>
                  <a:ext uri="{FF2B5EF4-FFF2-40B4-BE49-F238E27FC236}">
                    <a16:creationId xmlns:a16="http://schemas.microsoft.com/office/drawing/2014/main" id="{EA1D00B5-C87C-C746-BBC7-1969886A35B0}"/>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99" name="Line 71">
                <a:extLst>
                  <a:ext uri="{FF2B5EF4-FFF2-40B4-BE49-F238E27FC236}">
                    <a16:creationId xmlns:a16="http://schemas.microsoft.com/office/drawing/2014/main" id="{CC0B21C0-2225-C146-8C3F-CA00608B774A}"/>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034" name="Group 72">
            <a:extLst>
              <a:ext uri="{FF2B5EF4-FFF2-40B4-BE49-F238E27FC236}">
                <a16:creationId xmlns:a16="http://schemas.microsoft.com/office/drawing/2014/main" id="{6BA5151C-F15D-8D49-81A1-BA4C823E6DCC}"/>
              </a:ext>
            </a:extLst>
          </p:cNvPr>
          <p:cNvGrpSpPr>
            <a:grpSpLocks/>
          </p:cNvGrpSpPr>
          <p:nvPr/>
        </p:nvGrpSpPr>
        <p:grpSpPr bwMode="auto">
          <a:xfrm>
            <a:off x="7586663" y="3368279"/>
            <a:ext cx="307181" cy="541734"/>
            <a:chOff x="4486" y="3170"/>
            <a:chExt cx="217" cy="339"/>
          </a:xfrm>
        </p:grpSpPr>
        <p:grpSp>
          <p:nvGrpSpPr>
            <p:cNvPr id="129269" name="Group 73">
              <a:extLst>
                <a:ext uri="{FF2B5EF4-FFF2-40B4-BE49-F238E27FC236}">
                  <a16:creationId xmlns:a16="http://schemas.microsoft.com/office/drawing/2014/main" id="{F2CA6ED5-D307-9B4C-9A9E-3F7B720B82E2}"/>
                </a:ext>
              </a:extLst>
            </p:cNvPr>
            <p:cNvGrpSpPr>
              <a:grpSpLocks/>
            </p:cNvGrpSpPr>
            <p:nvPr/>
          </p:nvGrpSpPr>
          <p:grpSpPr bwMode="auto">
            <a:xfrm>
              <a:off x="4491" y="3176"/>
              <a:ext cx="212" cy="333"/>
              <a:chOff x="4491" y="3176"/>
              <a:chExt cx="212" cy="333"/>
            </a:xfrm>
          </p:grpSpPr>
          <p:sp>
            <p:nvSpPr>
              <p:cNvPr id="129280" name="Freeform 74">
                <a:extLst>
                  <a:ext uri="{FF2B5EF4-FFF2-40B4-BE49-F238E27FC236}">
                    <a16:creationId xmlns:a16="http://schemas.microsoft.com/office/drawing/2014/main" id="{9CDB20EF-C669-794B-9D5B-305C0A1AE27F}"/>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1" name="Freeform 75">
                <a:extLst>
                  <a:ext uri="{FF2B5EF4-FFF2-40B4-BE49-F238E27FC236}">
                    <a16:creationId xmlns:a16="http://schemas.microsoft.com/office/drawing/2014/main" id="{A92951FA-05BA-B84E-AC7E-7D6AF3701E75}"/>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2" name="Freeform 76">
                <a:extLst>
                  <a:ext uri="{FF2B5EF4-FFF2-40B4-BE49-F238E27FC236}">
                    <a16:creationId xmlns:a16="http://schemas.microsoft.com/office/drawing/2014/main" id="{104DEC95-E9DD-F24E-9653-9898D49B8F63}"/>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3" name="Freeform 77">
                <a:extLst>
                  <a:ext uri="{FF2B5EF4-FFF2-40B4-BE49-F238E27FC236}">
                    <a16:creationId xmlns:a16="http://schemas.microsoft.com/office/drawing/2014/main" id="{04CD974E-FF8E-EC4E-8FAF-60976A593CD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84" name="Rectangle 78">
                <a:extLst>
                  <a:ext uri="{FF2B5EF4-FFF2-40B4-BE49-F238E27FC236}">
                    <a16:creationId xmlns:a16="http://schemas.microsoft.com/office/drawing/2014/main" id="{DB09E53E-E72B-C140-9E43-9B685EF32D0E}"/>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85" name="Rectangle 79">
                <a:extLst>
                  <a:ext uri="{FF2B5EF4-FFF2-40B4-BE49-F238E27FC236}">
                    <a16:creationId xmlns:a16="http://schemas.microsoft.com/office/drawing/2014/main" id="{1EB398D0-BE62-F24F-AB70-5AEA5F86B220}"/>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86" name="Line 80">
                <a:extLst>
                  <a:ext uri="{FF2B5EF4-FFF2-40B4-BE49-F238E27FC236}">
                    <a16:creationId xmlns:a16="http://schemas.microsoft.com/office/drawing/2014/main" id="{DE7F1982-E85C-6448-9A01-D378D3A25BBF}"/>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87" name="Line 81">
                <a:extLst>
                  <a:ext uri="{FF2B5EF4-FFF2-40B4-BE49-F238E27FC236}">
                    <a16:creationId xmlns:a16="http://schemas.microsoft.com/office/drawing/2014/main" id="{9ED3EA43-D14B-FC48-BC77-BE1631B7399B}"/>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88" name="Line 82">
                <a:extLst>
                  <a:ext uri="{FF2B5EF4-FFF2-40B4-BE49-F238E27FC236}">
                    <a16:creationId xmlns:a16="http://schemas.microsoft.com/office/drawing/2014/main" id="{0870B6A0-7B9C-D941-98BF-FE16AE7440FB}"/>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70" name="Group 83">
              <a:extLst>
                <a:ext uri="{FF2B5EF4-FFF2-40B4-BE49-F238E27FC236}">
                  <a16:creationId xmlns:a16="http://schemas.microsoft.com/office/drawing/2014/main" id="{4346ED7D-B83F-174F-8689-1265BBDF70B6}"/>
                </a:ext>
              </a:extLst>
            </p:cNvPr>
            <p:cNvGrpSpPr>
              <a:grpSpLocks/>
            </p:cNvGrpSpPr>
            <p:nvPr/>
          </p:nvGrpSpPr>
          <p:grpSpPr bwMode="auto">
            <a:xfrm>
              <a:off x="4486" y="3170"/>
              <a:ext cx="212" cy="332"/>
              <a:chOff x="4486" y="3170"/>
              <a:chExt cx="212" cy="332"/>
            </a:xfrm>
          </p:grpSpPr>
          <p:sp>
            <p:nvSpPr>
              <p:cNvPr id="129271" name="Freeform 84">
                <a:extLst>
                  <a:ext uri="{FF2B5EF4-FFF2-40B4-BE49-F238E27FC236}">
                    <a16:creationId xmlns:a16="http://schemas.microsoft.com/office/drawing/2014/main" id="{E01A4E60-FB8F-A34F-A7EE-AB43DD010A05}"/>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2" name="Freeform 85">
                <a:extLst>
                  <a:ext uri="{FF2B5EF4-FFF2-40B4-BE49-F238E27FC236}">
                    <a16:creationId xmlns:a16="http://schemas.microsoft.com/office/drawing/2014/main" id="{4D74A310-3DDD-EC4A-9DE5-77D012FC3134}"/>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3" name="Freeform 86">
                <a:extLst>
                  <a:ext uri="{FF2B5EF4-FFF2-40B4-BE49-F238E27FC236}">
                    <a16:creationId xmlns:a16="http://schemas.microsoft.com/office/drawing/2014/main" id="{C78C19AF-5004-0C4B-ADCD-1F34E726A957}"/>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4" name="Freeform 87">
                <a:extLst>
                  <a:ext uri="{FF2B5EF4-FFF2-40B4-BE49-F238E27FC236}">
                    <a16:creationId xmlns:a16="http://schemas.microsoft.com/office/drawing/2014/main" id="{7C700476-A336-CD48-A028-727CA2A782EC}"/>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75" name="Rectangle 88">
                <a:extLst>
                  <a:ext uri="{FF2B5EF4-FFF2-40B4-BE49-F238E27FC236}">
                    <a16:creationId xmlns:a16="http://schemas.microsoft.com/office/drawing/2014/main" id="{7582952C-A070-0043-BD28-060BC7B1D036}"/>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76" name="Rectangle 89">
                <a:extLst>
                  <a:ext uri="{FF2B5EF4-FFF2-40B4-BE49-F238E27FC236}">
                    <a16:creationId xmlns:a16="http://schemas.microsoft.com/office/drawing/2014/main" id="{32B545AD-43BA-B449-8C92-F7259A1C5B2F}"/>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77" name="Line 90">
                <a:extLst>
                  <a:ext uri="{FF2B5EF4-FFF2-40B4-BE49-F238E27FC236}">
                    <a16:creationId xmlns:a16="http://schemas.microsoft.com/office/drawing/2014/main" id="{6DA1A6D5-42DF-1D45-9224-7773F784831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78" name="Line 91">
                <a:extLst>
                  <a:ext uri="{FF2B5EF4-FFF2-40B4-BE49-F238E27FC236}">
                    <a16:creationId xmlns:a16="http://schemas.microsoft.com/office/drawing/2014/main" id="{DDD02C5D-C7F2-5C44-A428-2375D18D24DC}"/>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79" name="Line 92">
                <a:extLst>
                  <a:ext uri="{FF2B5EF4-FFF2-40B4-BE49-F238E27FC236}">
                    <a16:creationId xmlns:a16="http://schemas.microsoft.com/office/drawing/2014/main" id="{ED071490-D300-0444-9093-7EE04186B0C7}"/>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035" name="Group 93">
            <a:extLst>
              <a:ext uri="{FF2B5EF4-FFF2-40B4-BE49-F238E27FC236}">
                <a16:creationId xmlns:a16="http://schemas.microsoft.com/office/drawing/2014/main" id="{4FAA3386-D29E-3345-ACE8-EF5664FCDFD4}"/>
              </a:ext>
            </a:extLst>
          </p:cNvPr>
          <p:cNvGrpSpPr>
            <a:grpSpLocks/>
          </p:cNvGrpSpPr>
          <p:nvPr/>
        </p:nvGrpSpPr>
        <p:grpSpPr bwMode="auto">
          <a:xfrm>
            <a:off x="7265194" y="3919538"/>
            <a:ext cx="307181" cy="542925"/>
            <a:chOff x="4260" y="3515"/>
            <a:chExt cx="216" cy="339"/>
          </a:xfrm>
        </p:grpSpPr>
        <p:grpSp>
          <p:nvGrpSpPr>
            <p:cNvPr id="129249" name="Group 94">
              <a:extLst>
                <a:ext uri="{FF2B5EF4-FFF2-40B4-BE49-F238E27FC236}">
                  <a16:creationId xmlns:a16="http://schemas.microsoft.com/office/drawing/2014/main" id="{5601F889-91C6-C641-9924-503EA9D0BA31}"/>
                </a:ext>
              </a:extLst>
            </p:cNvPr>
            <p:cNvGrpSpPr>
              <a:grpSpLocks/>
            </p:cNvGrpSpPr>
            <p:nvPr/>
          </p:nvGrpSpPr>
          <p:grpSpPr bwMode="auto">
            <a:xfrm>
              <a:off x="4265" y="3521"/>
              <a:ext cx="211" cy="333"/>
              <a:chOff x="4265" y="3521"/>
              <a:chExt cx="211" cy="333"/>
            </a:xfrm>
          </p:grpSpPr>
          <p:sp>
            <p:nvSpPr>
              <p:cNvPr id="129260" name="Freeform 95">
                <a:extLst>
                  <a:ext uri="{FF2B5EF4-FFF2-40B4-BE49-F238E27FC236}">
                    <a16:creationId xmlns:a16="http://schemas.microsoft.com/office/drawing/2014/main" id="{5CFD9BA5-C7FA-4647-8599-E9133985E924}"/>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1" name="Freeform 96">
                <a:extLst>
                  <a:ext uri="{FF2B5EF4-FFF2-40B4-BE49-F238E27FC236}">
                    <a16:creationId xmlns:a16="http://schemas.microsoft.com/office/drawing/2014/main" id="{94E71652-D515-3749-A3A3-115EC52F32DE}"/>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2" name="Freeform 97">
                <a:extLst>
                  <a:ext uri="{FF2B5EF4-FFF2-40B4-BE49-F238E27FC236}">
                    <a16:creationId xmlns:a16="http://schemas.microsoft.com/office/drawing/2014/main" id="{6E69E3D8-ED9D-F748-9C25-A3D33573C79D}"/>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3" name="Freeform 98">
                <a:extLst>
                  <a:ext uri="{FF2B5EF4-FFF2-40B4-BE49-F238E27FC236}">
                    <a16:creationId xmlns:a16="http://schemas.microsoft.com/office/drawing/2014/main" id="{A11D9F99-5677-F94F-A4A9-FD3B94A5A1B0}"/>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64" name="Rectangle 99">
                <a:extLst>
                  <a:ext uri="{FF2B5EF4-FFF2-40B4-BE49-F238E27FC236}">
                    <a16:creationId xmlns:a16="http://schemas.microsoft.com/office/drawing/2014/main" id="{01E64D10-E322-D44D-AFD3-D582613D55D9}"/>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65" name="Rectangle 100">
                <a:extLst>
                  <a:ext uri="{FF2B5EF4-FFF2-40B4-BE49-F238E27FC236}">
                    <a16:creationId xmlns:a16="http://schemas.microsoft.com/office/drawing/2014/main" id="{FE2C6094-0C64-894D-839B-3139D6559988}"/>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66" name="Line 101">
                <a:extLst>
                  <a:ext uri="{FF2B5EF4-FFF2-40B4-BE49-F238E27FC236}">
                    <a16:creationId xmlns:a16="http://schemas.microsoft.com/office/drawing/2014/main" id="{C96128F4-5773-F44E-AB9B-F7FF2F2B9EA9}"/>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67" name="Line 102">
                <a:extLst>
                  <a:ext uri="{FF2B5EF4-FFF2-40B4-BE49-F238E27FC236}">
                    <a16:creationId xmlns:a16="http://schemas.microsoft.com/office/drawing/2014/main" id="{5FC0B015-9CE9-8147-8FEC-5B6F70D625C4}"/>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68" name="Line 103">
                <a:extLst>
                  <a:ext uri="{FF2B5EF4-FFF2-40B4-BE49-F238E27FC236}">
                    <a16:creationId xmlns:a16="http://schemas.microsoft.com/office/drawing/2014/main" id="{4A830986-91E1-C742-A0E2-9B9F5DCFB70D}"/>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250" name="Group 104">
              <a:extLst>
                <a:ext uri="{FF2B5EF4-FFF2-40B4-BE49-F238E27FC236}">
                  <a16:creationId xmlns:a16="http://schemas.microsoft.com/office/drawing/2014/main" id="{73A331FE-C963-584C-BC53-9DEE5C4BECF0}"/>
                </a:ext>
              </a:extLst>
            </p:cNvPr>
            <p:cNvGrpSpPr>
              <a:grpSpLocks/>
            </p:cNvGrpSpPr>
            <p:nvPr/>
          </p:nvGrpSpPr>
          <p:grpSpPr bwMode="auto">
            <a:xfrm>
              <a:off x="4260" y="3515"/>
              <a:ext cx="211" cy="332"/>
              <a:chOff x="4260" y="3515"/>
              <a:chExt cx="211" cy="332"/>
            </a:xfrm>
          </p:grpSpPr>
          <p:sp>
            <p:nvSpPr>
              <p:cNvPr id="129251" name="Freeform 105">
                <a:extLst>
                  <a:ext uri="{FF2B5EF4-FFF2-40B4-BE49-F238E27FC236}">
                    <a16:creationId xmlns:a16="http://schemas.microsoft.com/office/drawing/2014/main" id="{DAE3E2A9-F267-8547-929D-ADD713EDBBAE}"/>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2" name="Freeform 106">
                <a:extLst>
                  <a:ext uri="{FF2B5EF4-FFF2-40B4-BE49-F238E27FC236}">
                    <a16:creationId xmlns:a16="http://schemas.microsoft.com/office/drawing/2014/main" id="{10CDD1D3-0F1D-784C-B45E-38E5DC5498A4}"/>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3" name="Freeform 107">
                <a:extLst>
                  <a:ext uri="{FF2B5EF4-FFF2-40B4-BE49-F238E27FC236}">
                    <a16:creationId xmlns:a16="http://schemas.microsoft.com/office/drawing/2014/main" id="{F2F5D33D-63C7-C440-8A6B-9EAAE8741EE2}"/>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4" name="Freeform 108">
                <a:extLst>
                  <a:ext uri="{FF2B5EF4-FFF2-40B4-BE49-F238E27FC236}">
                    <a16:creationId xmlns:a16="http://schemas.microsoft.com/office/drawing/2014/main" id="{4DE0952D-6812-E34F-8DF5-225A1ED7B319}"/>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55" name="Rectangle 109">
                <a:extLst>
                  <a:ext uri="{FF2B5EF4-FFF2-40B4-BE49-F238E27FC236}">
                    <a16:creationId xmlns:a16="http://schemas.microsoft.com/office/drawing/2014/main" id="{A438526F-332E-9E42-B1D9-728EB748B0FD}"/>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56" name="Rectangle 110">
                <a:extLst>
                  <a:ext uri="{FF2B5EF4-FFF2-40B4-BE49-F238E27FC236}">
                    <a16:creationId xmlns:a16="http://schemas.microsoft.com/office/drawing/2014/main" id="{FAFEFB22-9E3D-4B45-91D4-3E802C819512}"/>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57" name="Line 111">
                <a:extLst>
                  <a:ext uri="{FF2B5EF4-FFF2-40B4-BE49-F238E27FC236}">
                    <a16:creationId xmlns:a16="http://schemas.microsoft.com/office/drawing/2014/main" id="{AC36C1F8-C371-904D-B1DE-273B7ED6F1D9}"/>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58" name="Line 112">
                <a:extLst>
                  <a:ext uri="{FF2B5EF4-FFF2-40B4-BE49-F238E27FC236}">
                    <a16:creationId xmlns:a16="http://schemas.microsoft.com/office/drawing/2014/main" id="{A65D2639-185E-0E45-B92B-7D321845AE9F}"/>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59" name="Line 113">
                <a:extLst>
                  <a:ext uri="{FF2B5EF4-FFF2-40B4-BE49-F238E27FC236}">
                    <a16:creationId xmlns:a16="http://schemas.microsoft.com/office/drawing/2014/main" id="{6E044299-6C2D-5F4E-B6B3-1B50CD1C131F}"/>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036" name="Rectangle 114">
            <a:extLst>
              <a:ext uri="{FF2B5EF4-FFF2-40B4-BE49-F238E27FC236}">
                <a16:creationId xmlns:a16="http://schemas.microsoft.com/office/drawing/2014/main" id="{E9E34904-1C6A-A548-B47C-1B9E28E798B9}"/>
              </a:ext>
            </a:extLst>
          </p:cNvPr>
          <p:cNvSpPr>
            <a:spLocks noChangeArrowheads="1"/>
          </p:cNvSpPr>
          <p:nvPr/>
        </p:nvSpPr>
        <p:spPr bwMode="auto">
          <a:xfrm>
            <a:off x="2675335" y="2222897"/>
            <a:ext cx="25003" cy="2127647"/>
          </a:xfrm>
          <a:prstGeom prst="rect">
            <a:avLst/>
          </a:prstGeom>
          <a:solidFill>
            <a:srgbClr val="000000"/>
          </a:solidFill>
          <a:ln w="38100">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37" name="Line 115">
            <a:extLst>
              <a:ext uri="{FF2B5EF4-FFF2-40B4-BE49-F238E27FC236}">
                <a16:creationId xmlns:a16="http://schemas.microsoft.com/office/drawing/2014/main" id="{6E1A59AD-0727-A44E-8B43-AB08A1D5B067}"/>
              </a:ext>
            </a:extLst>
          </p:cNvPr>
          <p:cNvSpPr>
            <a:spLocks noChangeShapeType="1"/>
          </p:cNvSpPr>
          <p:nvPr/>
        </p:nvSpPr>
        <p:spPr bwMode="auto">
          <a:xfrm>
            <a:off x="2058591" y="2540794"/>
            <a:ext cx="641747"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8" name="Line 116">
            <a:extLst>
              <a:ext uri="{FF2B5EF4-FFF2-40B4-BE49-F238E27FC236}">
                <a16:creationId xmlns:a16="http://schemas.microsoft.com/office/drawing/2014/main" id="{88F6BE75-B6A4-9D40-881E-22C8DB7A138B}"/>
              </a:ext>
            </a:extLst>
          </p:cNvPr>
          <p:cNvSpPr>
            <a:spLocks noChangeShapeType="1"/>
          </p:cNvSpPr>
          <p:nvPr/>
        </p:nvSpPr>
        <p:spPr bwMode="auto">
          <a:xfrm>
            <a:off x="2250282" y="3121819"/>
            <a:ext cx="450056"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9" name="Line 117">
            <a:extLst>
              <a:ext uri="{FF2B5EF4-FFF2-40B4-BE49-F238E27FC236}">
                <a16:creationId xmlns:a16="http://schemas.microsoft.com/office/drawing/2014/main" id="{3937A731-45A9-C64E-8C1B-50FC80725D1A}"/>
              </a:ext>
            </a:extLst>
          </p:cNvPr>
          <p:cNvSpPr>
            <a:spLocks noChangeShapeType="1"/>
          </p:cNvSpPr>
          <p:nvPr/>
        </p:nvSpPr>
        <p:spPr bwMode="auto">
          <a:xfrm>
            <a:off x="1722835" y="3525441"/>
            <a:ext cx="964406" cy="357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0" name="Line 118">
            <a:extLst>
              <a:ext uri="{FF2B5EF4-FFF2-40B4-BE49-F238E27FC236}">
                <a16:creationId xmlns:a16="http://schemas.microsoft.com/office/drawing/2014/main" id="{4B5A3DA5-B279-854C-93FD-EACE06A963F0}"/>
              </a:ext>
            </a:extLst>
          </p:cNvPr>
          <p:cNvSpPr>
            <a:spLocks noChangeShapeType="1"/>
          </p:cNvSpPr>
          <p:nvPr/>
        </p:nvSpPr>
        <p:spPr bwMode="auto">
          <a:xfrm>
            <a:off x="2122885" y="4063604"/>
            <a:ext cx="578644"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1" name="Line 119">
            <a:extLst>
              <a:ext uri="{FF2B5EF4-FFF2-40B4-BE49-F238E27FC236}">
                <a16:creationId xmlns:a16="http://schemas.microsoft.com/office/drawing/2014/main" id="{55871D1E-C953-3E4F-880A-CE5BA94AC93F}"/>
              </a:ext>
            </a:extLst>
          </p:cNvPr>
          <p:cNvSpPr>
            <a:spLocks noChangeShapeType="1"/>
          </p:cNvSpPr>
          <p:nvPr/>
        </p:nvSpPr>
        <p:spPr bwMode="auto">
          <a:xfrm>
            <a:off x="2687241" y="3308748"/>
            <a:ext cx="1091803" cy="2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042" name="Group 120">
            <a:extLst>
              <a:ext uri="{FF2B5EF4-FFF2-40B4-BE49-F238E27FC236}">
                <a16:creationId xmlns:a16="http://schemas.microsoft.com/office/drawing/2014/main" id="{F0C4968A-C894-0D4A-B430-B51EDE984AFB}"/>
              </a:ext>
            </a:extLst>
          </p:cNvPr>
          <p:cNvGrpSpPr>
            <a:grpSpLocks/>
          </p:cNvGrpSpPr>
          <p:nvPr/>
        </p:nvGrpSpPr>
        <p:grpSpPr bwMode="auto">
          <a:xfrm>
            <a:off x="3663554" y="3149204"/>
            <a:ext cx="436959" cy="307181"/>
            <a:chOff x="2154" y="3033"/>
            <a:chExt cx="309" cy="192"/>
          </a:xfrm>
        </p:grpSpPr>
        <p:sp>
          <p:nvSpPr>
            <p:cNvPr id="129224" name="Oval 121">
              <a:extLst>
                <a:ext uri="{FF2B5EF4-FFF2-40B4-BE49-F238E27FC236}">
                  <a16:creationId xmlns:a16="http://schemas.microsoft.com/office/drawing/2014/main" id="{18C8F4D2-F034-D34B-ABB7-A9A98A5BC853}"/>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5" name="Rectangle 122">
              <a:extLst>
                <a:ext uri="{FF2B5EF4-FFF2-40B4-BE49-F238E27FC236}">
                  <a16:creationId xmlns:a16="http://schemas.microsoft.com/office/drawing/2014/main" id="{8D2BDD13-AEEF-4446-9737-2D4AAC0870C3}"/>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6" name="Rectangle 123">
              <a:extLst>
                <a:ext uri="{FF2B5EF4-FFF2-40B4-BE49-F238E27FC236}">
                  <a16:creationId xmlns:a16="http://schemas.microsoft.com/office/drawing/2014/main" id="{A61A2FAC-C7FE-3442-9459-2AA248B50BDA}"/>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27" name="Oval 124">
              <a:extLst>
                <a:ext uri="{FF2B5EF4-FFF2-40B4-BE49-F238E27FC236}">
                  <a16:creationId xmlns:a16="http://schemas.microsoft.com/office/drawing/2014/main" id="{A7156CB6-5C49-214A-8461-107375FE6377}"/>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228" name="Group 125">
              <a:extLst>
                <a:ext uri="{FF2B5EF4-FFF2-40B4-BE49-F238E27FC236}">
                  <a16:creationId xmlns:a16="http://schemas.microsoft.com/office/drawing/2014/main" id="{006EE502-5F0C-B548-BF20-F23620D9024C}"/>
                </a:ext>
              </a:extLst>
            </p:cNvPr>
            <p:cNvGrpSpPr>
              <a:grpSpLocks/>
            </p:cNvGrpSpPr>
            <p:nvPr/>
          </p:nvGrpSpPr>
          <p:grpSpPr bwMode="auto">
            <a:xfrm>
              <a:off x="2201" y="3046"/>
              <a:ext cx="214" cy="86"/>
              <a:chOff x="2201" y="3046"/>
              <a:chExt cx="214" cy="86"/>
            </a:xfrm>
          </p:grpSpPr>
          <p:grpSp>
            <p:nvGrpSpPr>
              <p:cNvPr id="129231" name="Group 126">
                <a:extLst>
                  <a:ext uri="{FF2B5EF4-FFF2-40B4-BE49-F238E27FC236}">
                    <a16:creationId xmlns:a16="http://schemas.microsoft.com/office/drawing/2014/main" id="{04F61A16-56CE-754F-BB1A-1DD3DAF04111}"/>
                  </a:ext>
                </a:extLst>
              </p:cNvPr>
              <p:cNvGrpSpPr>
                <a:grpSpLocks/>
              </p:cNvGrpSpPr>
              <p:nvPr/>
            </p:nvGrpSpPr>
            <p:grpSpPr bwMode="auto">
              <a:xfrm>
                <a:off x="2201" y="3046"/>
                <a:ext cx="212" cy="84"/>
                <a:chOff x="2201" y="3046"/>
                <a:chExt cx="212" cy="84"/>
              </a:xfrm>
            </p:grpSpPr>
            <p:sp>
              <p:nvSpPr>
                <p:cNvPr id="129241" name="Freeform 127">
                  <a:extLst>
                    <a:ext uri="{FF2B5EF4-FFF2-40B4-BE49-F238E27FC236}">
                      <a16:creationId xmlns:a16="http://schemas.microsoft.com/office/drawing/2014/main" id="{98C5FD09-CE8E-E144-B73A-EE58083470BB}"/>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2" name="Freeform 128">
                  <a:extLst>
                    <a:ext uri="{FF2B5EF4-FFF2-40B4-BE49-F238E27FC236}">
                      <a16:creationId xmlns:a16="http://schemas.microsoft.com/office/drawing/2014/main" id="{A2C3150A-7599-6746-8966-D3544098321E}"/>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3" name="Freeform 129">
                  <a:extLst>
                    <a:ext uri="{FF2B5EF4-FFF2-40B4-BE49-F238E27FC236}">
                      <a16:creationId xmlns:a16="http://schemas.microsoft.com/office/drawing/2014/main" id="{690BAFEC-6D7D-4540-AA78-D21C719CFA0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4" name="Freeform 130">
                  <a:extLst>
                    <a:ext uri="{FF2B5EF4-FFF2-40B4-BE49-F238E27FC236}">
                      <a16:creationId xmlns:a16="http://schemas.microsoft.com/office/drawing/2014/main" id="{5523A698-5F64-A748-AC8F-9A33167FD0AC}"/>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5" name="Freeform 131">
                  <a:extLst>
                    <a:ext uri="{FF2B5EF4-FFF2-40B4-BE49-F238E27FC236}">
                      <a16:creationId xmlns:a16="http://schemas.microsoft.com/office/drawing/2014/main" id="{263E8287-FC1E-EF4D-83F4-45010DCED186}"/>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6" name="Freeform 132">
                  <a:extLst>
                    <a:ext uri="{FF2B5EF4-FFF2-40B4-BE49-F238E27FC236}">
                      <a16:creationId xmlns:a16="http://schemas.microsoft.com/office/drawing/2014/main" id="{B1264F7C-9BF9-194F-8FFC-5813052E2F6A}"/>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7" name="Freeform 133">
                  <a:extLst>
                    <a:ext uri="{FF2B5EF4-FFF2-40B4-BE49-F238E27FC236}">
                      <a16:creationId xmlns:a16="http://schemas.microsoft.com/office/drawing/2014/main" id="{D82FE858-DE6F-FF43-8DCA-3906C782F53F}"/>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8" name="Freeform 134">
                  <a:extLst>
                    <a:ext uri="{FF2B5EF4-FFF2-40B4-BE49-F238E27FC236}">
                      <a16:creationId xmlns:a16="http://schemas.microsoft.com/office/drawing/2014/main" id="{AD2BCB3B-9764-6744-A66A-9B52E7AFC60D}"/>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9232" name="Group 135">
                <a:extLst>
                  <a:ext uri="{FF2B5EF4-FFF2-40B4-BE49-F238E27FC236}">
                    <a16:creationId xmlns:a16="http://schemas.microsoft.com/office/drawing/2014/main" id="{CF102BA4-CE74-F443-BFA3-5ADA98BF7CCF}"/>
                  </a:ext>
                </a:extLst>
              </p:cNvPr>
              <p:cNvGrpSpPr>
                <a:grpSpLocks/>
              </p:cNvGrpSpPr>
              <p:nvPr/>
            </p:nvGrpSpPr>
            <p:grpSpPr bwMode="auto">
              <a:xfrm>
                <a:off x="2203" y="3048"/>
                <a:ext cx="212" cy="84"/>
                <a:chOff x="2203" y="3048"/>
                <a:chExt cx="212" cy="84"/>
              </a:xfrm>
            </p:grpSpPr>
            <p:sp>
              <p:nvSpPr>
                <p:cNvPr id="129233" name="Freeform 136">
                  <a:extLst>
                    <a:ext uri="{FF2B5EF4-FFF2-40B4-BE49-F238E27FC236}">
                      <a16:creationId xmlns:a16="http://schemas.microsoft.com/office/drawing/2014/main" id="{F7F61437-05E2-F842-AE9B-EEE407BE5347}"/>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4" name="Freeform 137">
                  <a:extLst>
                    <a:ext uri="{FF2B5EF4-FFF2-40B4-BE49-F238E27FC236}">
                      <a16:creationId xmlns:a16="http://schemas.microsoft.com/office/drawing/2014/main" id="{26C7F796-BB06-0E4E-AC12-D8F82EAAD3AF}"/>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5" name="Freeform 138">
                  <a:extLst>
                    <a:ext uri="{FF2B5EF4-FFF2-40B4-BE49-F238E27FC236}">
                      <a16:creationId xmlns:a16="http://schemas.microsoft.com/office/drawing/2014/main" id="{9282D23B-D93A-B24F-A417-6A2CE7A65A43}"/>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6" name="Freeform 139">
                  <a:extLst>
                    <a:ext uri="{FF2B5EF4-FFF2-40B4-BE49-F238E27FC236}">
                      <a16:creationId xmlns:a16="http://schemas.microsoft.com/office/drawing/2014/main" id="{1792C24E-D972-8044-9FAB-18A48581D3D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7" name="Freeform 140">
                  <a:extLst>
                    <a:ext uri="{FF2B5EF4-FFF2-40B4-BE49-F238E27FC236}">
                      <a16:creationId xmlns:a16="http://schemas.microsoft.com/office/drawing/2014/main" id="{DD9B06F2-84FF-5347-8CE2-9FEC97DB214C}"/>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8" name="Freeform 141">
                  <a:extLst>
                    <a:ext uri="{FF2B5EF4-FFF2-40B4-BE49-F238E27FC236}">
                      <a16:creationId xmlns:a16="http://schemas.microsoft.com/office/drawing/2014/main" id="{6F988217-FE60-CB49-AB6C-5A42F1D160FE}"/>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39" name="Freeform 142">
                  <a:extLst>
                    <a:ext uri="{FF2B5EF4-FFF2-40B4-BE49-F238E27FC236}">
                      <a16:creationId xmlns:a16="http://schemas.microsoft.com/office/drawing/2014/main" id="{DB36A080-D1A0-D744-AE9A-BD43BBE20795}"/>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40" name="Freeform 143">
                  <a:extLst>
                    <a:ext uri="{FF2B5EF4-FFF2-40B4-BE49-F238E27FC236}">
                      <a16:creationId xmlns:a16="http://schemas.microsoft.com/office/drawing/2014/main" id="{A9E03BC5-B3DE-0541-B043-12F25182C52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9229" name="Line 144">
              <a:extLst>
                <a:ext uri="{FF2B5EF4-FFF2-40B4-BE49-F238E27FC236}">
                  <a16:creationId xmlns:a16="http://schemas.microsoft.com/office/drawing/2014/main" id="{7C1A7117-F1AC-0B46-9B1B-CAE95D9D0C3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230" name="Line 145">
              <a:extLst>
                <a:ext uri="{FF2B5EF4-FFF2-40B4-BE49-F238E27FC236}">
                  <a16:creationId xmlns:a16="http://schemas.microsoft.com/office/drawing/2014/main" id="{AB389314-E3E2-3C47-B36F-BD52A74791C1}"/>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043" name="Group 146">
            <a:extLst>
              <a:ext uri="{FF2B5EF4-FFF2-40B4-BE49-F238E27FC236}">
                <a16:creationId xmlns:a16="http://schemas.microsoft.com/office/drawing/2014/main" id="{E5262BD7-F19F-A547-BD3D-AFAFAB4BBBA2}"/>
              </a:ext>
            </a:extLst>
          </p:cNvPr>
          <p:cNvGrpSpPr>
            <a:grpSpLocks/>
          </p:cNvGrpSpPr>
          <p:nvPr/>
        </p:nvGrpSpPr>
        <p:grpSpPr bwMode="auto">
          <a:xfrm>
            <a:off x="1918098" y="2156222"/>
            <a:ext cx="402431" cy="422672"/>
            <a:chOff x="921" y="2412"/>
            <a:chExt cx="284" cy="265"/>
          </a:xfrm>
        </p:grpSpPr>
        <p:grpSp>
          <p:nvGrpSpPr>
            <p:cNvPr id="129198" name="Group 147">
              <a:extLst>
                <a:ext uri="{FF2B5EF4-FFF2-40B4-BE49-F238E27FC236}">
                  <a16:creationId xmlns:a16="http://schemas.microsoft.com/office/drawing/2014/main" id="{B4CEFFF3-4CDF-BF4B-96EE-EB1F6BEFDE49}"/>
                </a:ext>
              </a:extLst>
            </p:cNvPr>
            <p:cNvGrpSpPr>
              <a:grpSpLocks/>
            </p:cNvGrpSpPr>
            <p:nvPr/>
          </p:nvGrpSpPr>
          <p:grpSpPr bwMode="auto">
            <a:xfrm>
              <a:off x="928" y="2417"/>
              <a:ext cx="277" cy="260"/>
              <a:chOff x="928" y="2417"/>
              <a:chExt cx="277" cy="260"/>
            </a:xfrm>
          </p:grpSpPr>
          <p:sp>
            <p:nvSpPr>
              <p:cNvPr id="129212" name="Freeform 148">
                <a:extLst>
                  <a:ext uri="{FF2B5EF4-FFF2-40B4-BE49-F238E27FC236}">
                    <a16:creationId xmlns:a16="http://schemas.microsoft.com/office/drawing/2014/main" id="{8BEB0F65-05FF-754A-91C4-61076CA153A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3" name="Freeform 149">
                <a:extLst>
                  <a:ext uri="{FF2B5EF4-FFF2-40B4-BE49-F238E27FC236}">
                    <a16:creationId xmlns:a16="http://schemas.microsoft.com/office/drawing/2014/main" id="{E92D6656-14BD-FC4E-B4EE-B83D49125985}"/>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4" name="Freeform 150">
                <a:extLst>
                  <a:ext uri="{FF2B5EF4-FFF2-40B4-BE49-F238E27FC236}">
                    <a16:creationId xmlns:a16="http://schemas.microsoft.com/office/drawing/2014/main" id="{BB7875C3-CFCD-7B45-9DF7-20CE60F357B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5" name="Freeform 151">
                <a:extLst>
                  <a:ext uri="{FF2B5EF4-FFF2-40B4-BE49-F238E27FC236}">
                    <a16:creationId xmlns:a16="http://schemas.microsoft.com/office/drawing/2014/main" id="{CD7B14B6-1B38-994D-90C9-2444B9ED5F17}"/>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6" name="Rectangle 152">
                <a:extLst>
                  <a:ext uri="{FF2B5EF4-FFF2-40B4-BE49-F238E27FC236}">
                    <a16:creationId xmlns:a16="http://schemas.microsoft.com/office/drawing/2014/main" id="{90C555ED-CC66-0640-8362-98D453C16E8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7" name="Rectangle 153">
                <a:extLst>
                  <a:ext uri="{FF2B5EF4-FFF2-40B4-BE49-F238E27FC236}">
                    <a16:creationId xmlns:a16="http://schemas.microsoft.com/office/drawing/2014/main" id="{A73C78AF-3169-3A49-83FC-1DFC0C7C820F}"/>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8" name="Rectangle 154">
                <a:extLst>
                  <a:ext uri="{FF2B5EF4-FFF2-40B4-BE49-F238E27FC236}">
                    <a16:creationId xmlns:a16="http://schemas.microsoft.com/office/drawing/2014/main" id="{4132DD08-CC0F-8C41-97AF-4D12EF9B8FB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19" name="Line 155">
                <a:extLst>
                  <a:ext uri="{FF2B5EF4-FFF2-40B4-BE49-F238E27FC236}">
                    <a16:creationId xmlns:a16="http://schemas.microsoft.com/office/drawing/2014/main" id="{4461DA83-05B4-6D44-BC35-FD433369CF64}"/>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220" name="Group 156">
                <a:extLst>
                  <a:ext uri="{FF2B5EF4-FFF2-40B4-BE49-F238E27FC236}">
                    <a16:creationId xmlns:a16="http://schemas.microsoft.com/office/drawing/2014/main" id="{4A15BAC0-7CE6-D445-88F7-CFECE4240613}"/>
                  </a:ext>
                </a:extLst>
              </p:cNvPr>
              <p:cNvGrpSpPr>
                <a:grpSpLocks/>
              </p:cNvGrpSpPr>
              <p:nvPr/>
            </p:nvGrpSpPr>
            <p:grpSpPr bwMode="auto">
              <a:xfrm>
                <a:off x="928" y="2639"/>
                <a:ext cx="277" cy="38"/>
                <a:chOff x="928" y="2639"/>
                <a:chExt cx="277" cy="38"/>
              </a:xfrm>
            </p:grpSpPr>
            <p:sp>
              <p:nvSpPr>
                <p:cNvPr id="129221" name="Freeform 157">
                  <a:extLst>
                    <a:ext uri="{FF2B5EF4-FFF2-40B4-BE49-F238E27FC236}">
                      <a16:creationId xmlns:a16="http://schemas.microsoft.com/office/drawing/2014/main" id="{734DAF6D-F349-F749-8B2D-1FBF600F9A9F}"/>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22" name="Freeform 158">
                  <a:extLst>
                    <a:ext uri="{FF2B5EF4-FFF2-40B4-BE49-F238E27FC236}">
                      <a16:creationId xmlns:a16="http://schemas.microsoft.com/office/drawing/2014/main" id="{6B7684D3-8B83-6A45-ADA5-8BC2205B8E6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23" name="Rectangle 159">
                  <a:extLst>
                    <a:ext uri="{FF2B5EF4-FFF2-40B4-BE49-F238E27FC236}">
                      <a16:creationId xmlns:a16="http://schemas.microsoft.com/office/drawing/2014/main" id="{393485F8-E0F6-3F4A-B135-A3D2BBB48FDF}"/>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99" name="Group 160">
              <a:extLst>
                <a:ext uri="{FF2B5EF4-FFF2-40B4-BE49-F238E27FC236}">
                  <a16:creationId xmlns:a16="http://schemas.microsoft.com/office/drawing/2014/main" id="{40724FF3-AF0B-B84F-9A66-6F124C947D95}"/>
                </a:ext>
              </a:extLst>
            </p:cNvPr>
            <p:cNvGrpSpPr>
              <a:grpSpLocks/>
            </p:cNvGrpSpPr>
            <p:nvPr/>
          </p:nvGrpSpPr>
          <p:grpSpPr bwMode="auto">
            <a:xfrm>
              <a:off x="921" y="2412"/>
              <a:ext cx="277" cy="261"/>
              <a:chOff x="921" y="2412"/>
              <a:chExt cx="277" cy="261"/>
            </a:xfrm>
          </p:grpSpPr>
          <p:sp>
            <p:nvSpPr>
              <p:cNvPr id="129200" name="Freeform 161">
                <a:extLst>
                  <a:ext uri="{FF2B5EF4-FFF2-40B4-BE49-F238E27FC236}">
                    <a16:creationId xmlns:a16="http://schemas.microsoft.com/office/drawing/2014/main" id="{0E5377C0-E77A-DF48-BA96-EFD240A91C31}"/>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1" name="Freeform 162">
                <a:extLst>
                  <a:ext uri="{FF2B5EF4-FFF2-40B4-BE49-F238E27FC236}">
                    <a16:creationId xmlns:a16="http://schemas.microsoft.com/office/drawing/2014/main" id="{388E7691-D174-2D49-97AF-DCCA116D1164}"/>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2" name="Freeform 163">
                <a:extLst>
                  <a:ext uri="{FF2B5EF4-FFF2-40B4-BE49-F238E27FC236}">
                    <a16:creationId xmlns:a16="http://schemas.microsoft.com/office/drawing/2014/main" id="{32A673E9-3A97-D24D-8A37-D6CB963C5C43}"/>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3" name="Freeform 164">
                <a:extLst>
                  <a:ext uri="{FF2B5EF4-FFF2-40B4-BE49-F238E27FC236}">
                    <a16:creationId xmlns:a16="http://schemas.microsoft.com/office/drawing/2014/main" id="{F70F00FA-20C2-2847-8551-C9D77997573D}"/>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04" name="Rectangle 165">
                <a:extLst>
                  <a:ext uri="{FF2B5EF4-FFF2-40B4-BE49-F238E27FC236}">
                    <a16:creationId xmlns:a16="http://schemas.microsoft.com/office/drawing/2014/main" id="{240DB46E-5536-7046-83C0-8EBC4115CCEB}"/>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5" name="Rectangle 166">
                <a:extLst>
                  <a:ext uri="{FF2B5EF4-FFF2-40B4-BE49-F238E27FC236}">
                    <a16:creationId xmlns:a16="http://schemas.microsoft.com/office/drawing/2014/main" id="{CACD3438-FE5A-D44D-B6CA-9502A008287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6" name="Rectangle 167">
                <a:extLst>
                  <a:ext uri="{FF2B5EF4-FFF2-40B4-BE49-F238E27FC236}">
                    <a16:creationId xmlns:a16="http://schemas.microsoft.com/office/drawing/2014/main" id="{5520DC25-4B54-D649-8D88-8EBD704BB66B}"/>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207" name="Line 168">
                <a:extLst>
                  <a:ext uri="{FF2B5EF4-FFF2-40B4-BE49-F238E27FC236}">
                    <a16:creationId xmlns:a16="http://schemas.microsoft.com/office/drawing/2014/main" id="{BA55C34E-4110-D848-A663-8189FEC9EB43}"/>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208" name="Group 169">
                <a:extLst>
                  <a:ext uri="{FF2B5EF4-FFF2-40B4-BE49-F238E27FC236}">
                    <a16:creationId xmlns:a16="http://schemas.microsoft.com/office/drawing/2014/main" id="{7510CC92-9E84-0141-84E1-2E359BCEEBB6}"/>
                  </a:ext>
                </a:extLst>
              </p:cNvPr>
              <p:cNvGrpSpPr>
                <a:grpSpLocks/>
              </p:cNvGrpSpPr>
              <p:nvPr/>
            </p:nvGrpSpPr>
            <p:grpSpPr bwMode="auto">
              <a:xfrm>
                <a:off x="921" y="2635"/>
                <a:ext cx="277" cy="38"/>
                <a:chOff x="921" y="2635"/>
                <a:chExt cx="277" cy="38"/>
              </a:xfrm>
            </p:grpSpPr>
            <p:sp>
              <p:nvSpPr>
                <p:cNvPr id="129209" name="Freeform 170">
                  <a:extLst>
                    <a:ext uri="{FF2B5EF4-FFF2-40B4-BE49-F238E27FC236}">
                      <a16:creationId xmlns:a16="http://schemas.microsoft.com/office/drawing/2014/main" id="{1183C7F1-C8A8-C14F-A13A-E1A36EC2B0DE}"/>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0" name="Freeform 171">
                  <a:extLst>
                    <a:ext uri="{FF2B5EF4-FFF2-40B4-BE49-F238E27FC236}">
                      <a16:creationId xmlns:a16="http://schemas.microsoft.com/office/drawing/2014/main" id="{95BEB16A-C31D-0D45-B6D4-54F5D2C87EC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211" name="Rectangle 172">
                  <a:extLst>
                    <a:ext uri="{FF2B5EF4-FFF2-40B4-BE49-F238E27FC236}">
                      <a16:creationId xmlns:a16="http://schemas.microsoft.com/office/drawing/2014/main" id="{6926EDD4-5859-124B-AAA4-49E99C1696A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4" name="Group 173">
            <a:extLst>
              <a:ext uri="{FF2B5EF4-FFF2-40B4-BE49-F238E27FC236}">
                <a16:creationId xmlns:a16="http://schemas.microsoft.com/office/drawing/2014/main" id="{95F3E7C3-D28E-7244-836C-ABADC4A632C4}"/>
              </a:ext>
            </a:extLst>
          </p:cNvPr>
          <p:cNvGrpSpPr>
            <a:grpSpLocks/>
          </p:cNvGrpSpPr>
          <p:nvPr/>
        </p:nvGrpSpPr>
        <p:grpSpPr bwMode="auto">
          <a:xfrm>
            <a:off x="1994297" y="2757487"/>
            <a:ext cx="398859" cy="425054"/>
            <a:chOff x="997" y="2775"/>
            <a:chExt cx="282" cy="265"/>
          </a:xfrm>
        </p:grpSpPr>
        <p:grpSp>
          <p:nvGrpSpPr>
            <p:cNvPr id="129172" name="Group 174">
              <a:extLst>
                <a:ext uri="{FF2B5EF4-FFF2-40B4-BE49-F238E27FC236}">
                  <a16:creationId xmlns:a16="http://schemas.microsoft.com/office/drawing/2014/main" id="{AD4F5C50-A0ED-644D-835D-400A73CB2655}"/>
                </a:ext>
              </a:extLst>
            </p:cNvPr>
            <p:cNvGrpSpPr>
              <a:grpSpLocks/>
            </p:cNvGrpSpPr>
            <p:nvPr/>
          </p:nvGrpSpPr>
          <p:grpSpPr bwMode="auto">
            <a:xfrm>
              <a:off x="1004" y="2779"/>
              <a:ext cx="275" cy="261"/>
              <a:chOff x="1004" y="2779"/>
              <a:chExt cx="275" cy="261"/>
            </a:xfrm>
          </p:grpSpPr>
          <p:sp>
            <p:nvSpPr>
              <p:cNvPr id="129186" name="Freeform 175">
                <a:extLst>
                  <a:ext uri="{FF2B5EF4-FFF2-40B4-BE49-F238E27FC236}">
                    <a16:creationId xmlns:a16="http://schemas.microsoft.com/office/drawing/2014/main" id="{88B74417-BD4C-A045-A46E-71D864589639}"/>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7" name="Freeform 176">
                <a:extLst>
                  <a:ext uri="{FF2B5EF4-FFF2-40B4-BE49-F238E27FC236}">
                    <a16:creationId xmlns:a16="http://schemas.microsoft.com/office/drawing/2014/main" id="{E22E0F5F-B1B3-F946-BDC3-7FCF92DD5D72}"/>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8" name="Freeform 177">
                <a:extLst>
                  <a:ext uri="{FF2B5EF4-FFF2-40B4-BE49-F238E27FC236}">
                    <a16:creationId xmlns:a16="http://schemas.microsoft.com/office/drawing/2014/main" id="{F18BDE56-7980-354E-B6C1-B38B545AC49D}"/>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9" name="Freeform 178">
                <a:extLst>
                  <a:ext uri="{FF2B5EF4-FFF2-40B4-BE49-F238E27FC236}">
                    <a16:creationId xmlns:a16="http://schemas.microsoft.com/office/drawing/2014/main" id="{309A7C64-144B-084D-BC8C-A9DC29B77EE9}"/>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0" name="Rectangle 179">
                <a:extLst>
                  <a:ext uri="{FF2B5EF4-FFF2-40B4-BE49-F238E27FC236}">
                    <a16:creationId xmlns:a16="http://schemas.microsoft.com/office/drawing/2014/main" id="{EE3F0523-04BF-2446-BBB4-1AF86CB2CA88}"/>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1" name="Rectangle 180">
                <a:extLst>
                  <a:ext uri="{FF2B5EF4-FFF2-40B4-BE49-F238E27FC236}">
                    <a16:creationId xmlns:a16="http://schemas.microsoft.com/office/drawing/2014/main" id="{B90D6F2D-390E-FB43-8F85-99C82373486D}"/>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2" name="Rectangle 181">
                <a:extLst>
                  <a:ext uri="{FF2B5EF4-FFF2-40B4-BE49-F238E27FC236}">
                    <a16:creationId xmlns:a16="http://schemas.microsoft.com/office/drawing/2014/main" id="{66C2E192-19EF-474A-8544-AC498452745D}"/>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93" name="Line 182">
                <a:extLst>
                  <a:ext uri="{FF2B5EF4-FFF2-40B4-BE49-F238E27FC236}">
                    <a16:creationId xmlns:a16="http://schemas.microsoft.com/office/drawing/2014/main" id="{7F50350F-1B95-4F4E-A6F9-1A74F61724FA}"/>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94" name="Group 183">
                <a:extLst>
                  <a:ext uri="{FF2B5EF4-FFF2-40B4-BE49-F238E27FC236}">
                    <a16:creationId xmlns:a16="http://schemas.microsoft.com/office/drawing/2014/main" id="{ACC30EFD-0CE1-FD49-BFEB-1536C07049B9}"/>
                  </a:ext>
                </a:extLst>
              </p:cNvPr>
              <p:cNvGrpSpPr>
                <a:grpSpLocks/>
              </p:cNvGrpSpPr>
              <p:nvPr/>
            </p:nvGrpSpPr>
            <p:grpSpPr bwMode="auto">
              <a:xfrm>
                <a:off x="1004" y="3002"/>
                <a:ext cx="275" cy="38"/>
                <a:chOff x="1004" y="3002"/>
                <a:chExt cx="275" cy="38"/>
              </a:xfrm>
            </p:grpSpPr>
            <p:sp>
              <p:nvSpPr>
                <p:cNvPr id="129195" name="Freeform 184">
                  <a:extLst>
                    <a:ext uri="{FF2B5EF4-FFF2-40B4-BE49-F238E27FC236}">
                      <a16:creationId xmlns:a16="http://schemas.microsoft.com/office/drawing/2014/main" id="{9E9180AE-3962-D94E-ABC6-D98A69A1AAE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6" name="Freeform 185">
                  <a:extLst>
                    <a:ext uri="{FF2B5EF4-FFF2-40B4-BE49-F238E27FC236}">
                      <a16:creationId xmlns:a16="http://schemas.microsoft.com/office/drawing/2014/main" id="{21B3DF35-AF88-654F-A962-538DC86FF621}"/>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97" name="Rectangle 186">
                  <a:extLst>
                    <a:ext uri="{FF2B5EF4-FFF2-40B4-BE49-F238E27FC236}">
                      <a16:creationId xmlns:a16="http://schemas.microsoft.com/office/drawing/2014/main" id="{306D07A9-E142-5F4F-A96A-70BFD407C362}"/>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73" name="Group 187">
              <a:extLst>
                <a:ext uri="{FF2B5EF4-FFF2-40B4-BE49-F238E27FC236}">
                  <a16:creationId xmlns:a16="http://schemas.microsoft.com/office/drawing/2014/main" id="{D4E7864B-FD05-E44D-B37B-3428CCA13B97}"/>
                </a:ext>
              </a:extLst>
            </p:cNvPr>
            <p:cNvGrpSpPr>
              <a:grpSpLocks/>
            </p:cNvGrpSpPr>
            <p:nvPr/>
          </p:nvGrpSpPr>
          <p:grpSpPr bwMode="auto">
            <a:xfrm>
              <a:off x="997" y="2775"/>
              <a:ext cx="275" cy="260"/>
              <a:chOff x="997" y="2775"/>
              <a:chExt cx="275" cy="260"/>
            </a:xfrm>
          </p:grpSpPr>
          <p:sp>
            <p:nvSpPr>
              <p:cNvPr id="129174" name="Freeform 188">
                <a:extLst>
                  <a:ext uri="{FF2B5EF4-FFF2-40B4-BE49-F238E27FC236}">
                    <a16:creationId xmlns:a16="http://schemas.microsoft.com/office/drawing/2014/main" id="{E41F7C18-D550-304F-8B7B-F877EA9E30A8}"/>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5" name="Freeform 189">
                <a:extLst>
                  <a:ext uri="{FF2B5EF4-FFF2-40B4-BE49-F238E27FC236}">
                    <a16:creationId xmlns:a16="http://schemas.microsoft.com/office/drawing/2014/main" id="{6827B403-5F6A-C248-BE3B-CB3CD86DB93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6" name="Freeform 190">
                <a:extLst>
                  <a:ext uri="{FF2B5EF4-FFF2-40B4-BE49-F238E27FC236}">
                    <a16:creationId xmlns:a16="http://schemas.microsoft.com/office/drawing/2014/main" id="{BF8E6CF7-AF0A-D941-A2FE-AD6EF576ADCE}"/>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7" name="Freeform 191">
                <a:extLst>
                  <a:ext uri="{FF2B5EF4-FFF2-40B4-BE49-F238E27FC236}">
                    <a16:creationId xmlns:a16="http://schemas.microsoft.com/office/drawing/2014/main" id="{4AD10850-56F3-5B49-B6A3-051445A354A6}"/>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8" name="Rectangle 192">
                <a:extLst>
                  <a:ext uri="{FF2B5EF4-FFF2-40B4-BE49-F238E27FC236}">
                    <a16:creationId xmlns:a16="http://schemas.microsoft.com/office/drawing/2014/main" id="{08A5E060-3D7D-C740-ADC9-A8F89934624F}"/>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79" name="Rectangle 193">
                <a:extLst>
                  <a:ext uri="{FF2B5EF4-FFF2-40B4-BE49-F238E27FC236}">
                    <a16:creationId xmlns:a16="http://schemas.microsoft.com/office/drawing/2014/main" id="{4989DEC0-6EDF-F74C-AED1-FBA80E2AD700}"/>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80" name="Rectangle 194">
                <a:extLst>
                  <a:ext uri="{FF2B5EF4-FFF2-40B4-BE49-F238E27FC236}">
                    <a16:creationId xmlns:a16="http://schemas.microsoft.com/office/drawing/2014/main" id="{738B574F-2F5A-E541-BDFD-EC20DA7D4AEF}"/>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81" name="Line 195">
                <a:extLst>
                  <a:ext uri="{FF2B5EF4-FFF2-40B4-BE49-F238E27FC236}">
                    <a16:creationId xmlns:a16="http://schemas.microsoft.com/office/drawing/2014/main" id="{A77786C1-EDEA-434E-96DB-549EA8D9D209}"/>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82" name="Group 196">
                <a:extLst>
                  <a:ext uri="{FF2B5EF4-FFF2-40B4-BE49-F238E27FC236}">
                    <a16:creationId xmlns:a16="http://schemas.microsoft.com/office/drawing/2014/main" id="{79913D92-3F3B-5948-9DE4-81475EBD6DCC}"/>
                  </a:ext>
                </a:extLst>
              </p:cNvPr>
              <p:cNvGrpSpPr>
                <a:grpSpLocks/>
              </p:cNvGrpSpPr>
              <p:nvPr/>
            </p:nvGrpSpPr>
            <p:grpSpPr bwMode="auto">
              <a:xfrm>
                <a:off x="997" y="2997"/>
                <a:ext cx="275" cy="38"/>
                <a:chOff x="997" y="2997"/>
                <a:chExt cx="275" cy="38"/>
              </a:xfrm>
            </p:grpSpPr>
            <p:sp>
              <p:nvSpPr>
                <p:cNvPr id="129183" name="Freeform 197">
                  <a:extLst>
                    <a:ext uri="{FF2B5EF4-FFF2-40B4-BE49-F238E27FC236}">
                      <a16:creationId xmlns:a16="http://schemas.microsoft.com/office/drawing/2014/main" id="{B41D64B1-BDAB-5D49-97E6-1FE2DF261079}"/>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4" name="Freeform 198">
                  <a:extLst>
                    <a:ext uri="{FF2B5EF4-FFF2-40B4-BE49-F238E27FC236}">
                      <a16:creationId xmlns:a16="http://schemas.microsoft.com/office/drawing/2014/main" id="{94FF8D0D-F091-F841-BEF4-17083C841104}"/>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85" name="Rectangle 199">
                  <a:extLst>
                    <a:ext uri="{FF2B5EF4-FFF2-40B4-BE49-F238E27FC236}">
                      <a16:creationId xmlns:a16="http://schemas.microsoft.com/office/drawing/2014/main" id="{39DD7122-E173-7648-A6BF-55033DC9AAE1}"/>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5" name="Group 200">
            <a:extLst>
              <a:ext uri="{FF2B5EF4-FFF2-40B4-BE49-F238E27FC236}">
                <a16:creationId xmlns:a16="http://schemas.microsoft.com/office/drawing/2014/main" id="{4B406C77-14FE-E44B-AF54-C04C7C3A1506}"/>
              </a:ext>
            </a:extLst>
          </p:cNvPr>
          <p:cNvGrpSpPr>
            <a:grpSpLocks/>
          </p:cNvGrpSpPr>
          <p:nvPr/>
        </p:nvGrpSpPr>
        <p:grpSpPr bwMode="auto">
          <a:xfrm>
            <a:off x="1448991" y="3170635"/>
            <a:ext cx="398859" cy="425053"/>
            <a:chOff x="590" y="3047"/>
            <a:chExt cx="282" cy="265"/>
          </a:xfrm>
        </p:grpSpPr>
        <p:grpSp>
          <p:nvGrpSpPr>
            <p:cNvPr id="129146" name="Group 201">
              <a:extLst>
                <a:ext uri="{FF2B5EF4-FFF2-40B4-BE49-F238E27FC236}">
                  <a16:creationId xmlns:a16="http://schemas.microsoft.com/office/drawing/2014/main" id="{63C3B52F-D35E-8245-AA79-0DC9674A9D1C}"/>
                </a:ext>
              </a:extLst>
            </p:cNvPr>
            <p:cNvGrpSpPr>
              <a:grpSpLocks/>
            </p:cNvGrpSpPr>
            <p:nvPr/>
          </p:nvGrpSpPr>
          <p:grpSpPr bwMode="auto">
            <a:xfrm>
              <a:off x="596" y="3051"/>
              <a:ext cx="276" cy="261"/>
              <a:chOff x="596" y="3051"/>
              <a:chExt cx="276" cy="261"/>
            </a:xfrm>
          </p:grpSpPr>
          <p:sp>
            <p:nvSpPr>
              <p:cNvPr id="129160" name="Freeform 202">
                <a:extLst>
                  <a:ext uri="{FF2B5EF4-FFF2-40B4-BE49-F238E27FC236}">
                    <a16:creationId xmlns:a16="http://schemas.microsoft.com/office/drawing/2014/main" id="{F53A72C3-4960-4349-828C-7EB1B70482E3}"/>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1" name="Freeform 203">
                <a:extLst>
                  <a:ext uri="{FF2B5EF4-FFF2-40B4-BE49-F238E27FC236}">
                    <a16:creationId xmlns:a16="http://schemas.microsoft.com/office/drawing/2014/main" id="{9435C8D1-6FE4-5B4D-80CE-316BF82B14A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2" name="Freeform 204">
                <a:extLst>
                  <a:ext uri="{FF2B5EF4-FFF2-40B4-BE49-F238E27FC236}">
                    <a16:creationId xmlns:a16="http://schemas.microsoft.com/office/drawing/2014/main" id="{87EBA84D-51D8-FC4C-AD43-87C6FD34AA83}"/>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3" name="Freeform 205">
                <a:extLst>
                  <a:ext uri="{FF2B5EF4-FFF2-40B4-BE49-F238E27FC236}">
                    <a16:creationId xmlns:a16="http://schemas.microsoft.com/office/drawing/2014/main" id="{20BF0E4A-52B8-4C44-B892-2C8A4D67D872}"/>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64" name="Rectangle 206">
                <a:extLst>
                  <a:ext uri="{FF2B5EF4-FFF2-40B4-BE49-F238E27FC236}">
                    <a16:creationId xmlns:a16="http://schemas.microsoft.com/office/drawing/2014/main" id="{32B7994D-F8F2-0D40-9E03-7138D80D0B06}"/>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5" name="Rectangle 207">
                <a:extLst>
                  <a:ext uri="{FF2B5EF4-FFF2-40B4-BE49-F238E27FC236}">
                    <a16:creationId xmlns:a16="http://schemas.microsoft.com/office/drawing/2014/main" id="{93BD9B9B-8C33-7541-9BD3-1A27EE74A08E}"/>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6" name="Rectangle 208">
                <a:extLst>
                  <a:ext uri="{FF2B5EF4-FFF2-40B4-BE49-F238E27FC236}">
                    <a16:creationId xmlns:a16="http://schemas.microsoft.com/office/drawing/2014/main" id="{3C811E35-4BAA-A64A-B128-A204F627667A}"/>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67" name="Line 209">
                <a:extLst>
                  <a:ext uri="{FF2B5EF4-FFF2-40B4-BE49-F238E27FC236}">
                    <a16:creationId xmlns:a16="http://schemas.microsoft.com/office/drawing/2014/main" id="{37B81518-2B8B-4B48-AFAA-3416153004E3}"/>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68" name="Group 210">
                <a:extLst>
                  <a:ext uri="{FF2B5EF4-FFF2-40B4-BE49-F238E27FC236}">
                    <a16:creationId xmlns:a16="http://schemas.microsoft.com/office/drawing/2014/main" id="{ED8A4391-A3A2-5F4C-B326-D12BA1BFAAFF}"/>
                  </a:ext>
                </a:extLst>
              </p:cNvPr>
              <p:cNvGrpSpPr>
                <a:grpSpLocks/>
              </p:cNvGrpSpPr>
              <p:nvPr/>
            </p:nvGrpSpPr>
            <p:grpSpPr bwMode="auto">
              <a:xfrm>
                <a:off x="596" y="3274"/>
                <a:ext cx="276" cy="38"/>
                <a:chOff x="596" y="3274"/>
                <a:chExt cx="276" cy="38"/>
              </a:xfrm>
            </p:grpSpPr>
            <p:sp>
              <p:nvSpPr>
                <p:cNvPr id="129169" name="Freeform 211">
                  <a:extLst>
                    <a:ext uri="{FF2B5EF4-FFF2-40B4-BE49-F238E27FC236}">
                      <a16:creationId xmlns:a16="http://schemas.microsoft.com/office/drawing/2014/main" id="{BF50E44D-52C6-2F4B-8907-F1EC9492407A}"/>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0" name="Freeform 212">
                  <a:extLst>
                    <a:ext uri="{FF2B5EF4-FFF2-40B4-BE49-F238E27FC236}">
                      <a16:creationId xmlns:a16="http://schemas.microsoft.com/office/drawing/2014/main" id="{CE8B25D6-DEFE-5342-B3B6-9A90C838CE3D}"/>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71" name="Rectangle 213">
                  <a:extLst>
                    <a:ext uri="{FF2B5EF4-FFF2-40B4-BE49-F238E27FC236}">
                      <a16:creationId xmlns:a16="http://schemas.microsoft.com/office/drawing/2014/main" id="{139BD805-4E94-274A-B5C5-2F7E9B75FC92}"/>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47" name="Group 214">
              <a:extLst>
                <a:ext uri="{FF2B5EF4-FFF2-40B4-BE49-F238E27FC236}">
                  <a16:creationId xmlns:a16="http://schemas.microsoft.com/office/drawing/2014/main" id="{D9D33503-25AB-FD44-B527-BE015738EB00}"/>
                </a:ext>
              </a:extLst>
            </p:cNvPr>
            <p:cNvGrpSpPr>
              <a:grpSpLocks/>
            </p:cNvGrpSpPr>
            <p:nvPr/>
          </p:nvGrpSpPr>
          <p:grpSpPr bwMode="auto">
            <a:xfrm>
              <a:off x="590" y="3047"/>
              <a:ext cx="275" cy="260"/>
              <a:chOff x="590" y="3047"/>
              <a:chExt cx="275" cy="260"/>
            </a:xfrm>
          </p:grpSpPr>
          <p:sp>
            <p:nvSpPr>
              <p:cNvPr id="129148" name="Freeform 215">
                <a:extLst>
                  <a:ext uri="{FF2B5EF4-FFF2-40B4-BE49-F238E27FC236}">
                    <a16:creationId xmlns:a16="http://schemas.microsoft.com/office/drawing/2014/main" id="{C8C14766-C636-C147-BADA-9E8B21D19646}"/>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9" name="Freeform 216">
                <a:extLst>
                  <a:ext uri="{FF2B5EF4-FFF2-40B4-BE49-F238E27FC236}">
                    <a16:creationId xmlns:a16="http://schemas.microsoft.com/office/drawing/2014/main" id="{EDAD46D5-AB36-9C4E-95F6-ADCDAD689826}"/>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0" name="Freeform 217">
                <a:extLst>
                  <a:ext uri="{FF2B5EF4-FFF2-40B4-BE49-F238E27FC236}">
                    <a16:creationId xmlns:a16="http://schemas.microsoft.com/office/drawing/2014/main" id="{821B5C18-C12B-6148-85BE-2D455A2E809F}"/>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1" name="Freeform 218">
                <a:extLst>
                  <a:ext uri="{FF2B5EF4-FFF2-40B4-BE49-F238E27FC236}">
                    <a16:creationId xmlns:a16="http://schemas.microsoft.com/office/drawing/2014/main" id="{0A6A1088-A75F-A24A-98AE-2BF12C9E3AD4}"/>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2" name="Rectangle 219">
                <a:extLst>
                  <a:ext uri="{FF2B5EF4-FFF2-40B4-BE49-F238E27FC236}">
                    <a16:creationId xmlns:a16="http://schemas.microsoft.com/office/drawing/2014/main" id="{AC8E3A93-417F-6D46-BB35-F73CF91E4832}"/>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3" name="Rectangle 220">
                <a:extLst>
                  <a:ext uri="{FF2B5EF4-FFF2-40B4-BE49-F238E27FC236}">
                    <a16:creationId xmlns:a16="http://schemas.microsoft.com/office/drawing/2014/main" id="{8EA861BE-3FB4-5844-B8B9-9A74A114C0FC}"/>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4" name="Rectangle 221">
                <a:extLst>
                  <a:ext uri="{FF2B5EF4-FFF2-40B4-BE49-F238E27FC236}">
                    <a16:creationId xmlns:a16="http://schemas.microsoft.com/office/drawing/2014/main" id="{06A78A61-0FFA-A34A-B392-D5027840C55B}"/>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55" name="Line 222">
                <a:extLst>
                  <a:ext uri="{FF2B5EF4-FFF2-40B4-BE49-F238E27FC236}">
                    <a16:creationId xmlns:a16="http://schemas.microsoft.com/office/drawing/2014/main" id="{68316050-EFFF-E748-8315-0E6F0A33EDE8}"/>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56" name="Group 223">
                <a:extLst>
                  <a:ext uri="{FF2B5EF4-FFF2-40B4-BE49-F238E27FC236}">
                    <a16:creationId xmlns:a16="http://schemas.microsoft.com/office/drawing/2014/main" id="{CB6C7E74-64A5-314C-92E3-21E411907F62}"/>
                  </a:ext>
                </a:extLst>
              </p:cNvPr>
              <p:cNvGrpSpPr>
                <a:grpSpLocks/>
              </p:cNvGrpSpPr>
              <p:nvPr/>
            </p:nvGrpSpPr>
            <p:grpSpPr bwMode="auto">
              <a:xfrm>
                <a:off x="590" y="3269"/>
                <a:ext cx="275" cy="38"/>
                <a:chOff x="590" y="3269"/>
                <a:chExt cx="275" cy="38"/>
              </a:xfrm>
            </p:grpSpPr>
            <p:sp>
              <p:nvSpPr>
                <p:cNvPr id="129157" name="Freeform 224">
                  <a:extLst>
                    <a:ext uri="{FF2B5EF4-FFF2-40B4-BE49-F238E27FC236}">
                      <a16:creationId xmlns:a16="http://schemas.microsoft.com/office/drawing/2014/main" id="{101963D4-AA55-6944-B209-6F2BC7F5F7C7}"/>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8" name="Freeform 225">
                  <a:extLst>
                    <a:ext uri="{FF2B5EF4-FFF2-40B4-BE49-F238E27FC236}">
                      <a16:creationId xmlns:a16="http://schemas.microsoft.com/office/drawing/2014/main" id="{3186311C-CB2F-934B-AB0B-9D2C4E775B3B}"/>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59" name="Rectangle 226">
                  <a:extLst>
                    <a:ext uri="{FF2B5EF4-FFF2-40B4-BE49-F238E27FC236}">
                      <a16:creationId xmlns:a16="http://schemas.microsoft.com/office/drawing/2014/main" id="{59052C6B-D7C0-3547-8E99-BE8561587438}"/>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29046" name="Group 227">
            <a:extLst>
              <a:ext uri="{FF2B5EF4-FFF2-40B4-BE49-F238E27FC236}">
                <a16:creationId xmlns:a16="http://schemas.microsoft.com/office/drawing/2014/main" id="{29E29B85-6849-8042-B38F-20229B3ACB2C}"/>
              </a:ext>
            </a:extLst>
          </p:cNvPr>
          <p:cNvGrpSpPr>
            <a:grpSpLocks/>
          </p:cNvGrpSpPr>
          <p:nvPr/>
        </p:nvGrpSpPr>
        <p:grpSpPr bwMode="auto">
          <a:xfrm>
            <a:off x="1896666" y="3680223"/>
            <a:ext cx="398859" cy="425053"/>
            <a:chOff x="906" y="3365"/>
            <a:chExt cx="281" cy="265"/>
          </a:xfrm>
        </p:grpSpPr>
        <p:grpSp>
          <p:nvGrpSpPr>
            <p:cNvPr id="129120" name="Group 228">
              <a:extLst>
                <a:ext uri="{FF2B5EF4-FFF2-40B4-BE49-F238E27FC236}">
                  <a16:creationId xmlns:a16="http://schemas.microsoft.com/office/drawing/2014/main" id="{CAE8774F-F4F3-314B-BDC4-3CF82381A699}"/>
                </a:ext>
              </a:extLst>
            </p:cNvPr>
            <p:cNvGrpSpPr>
              <a:grpSpLocks/>
            </p:cNvGrpSpPr>
            <p:nvPr/>
          </p:nvGrpSpPr>
          <p:grpSpPr bwMode="auto">
            <a:xfrm>
              <a:off x="912" y="3369"/>
              <a:ext cx="275" cy="261"/>
              <a:chOff x="912" y="3369"/>
              <a:chExt cx="275" cy="261"/>
            </a:xfrm>
          </p:grpSpPr>
          <p:sp>
            <p:nvSpPr>
              <p:cNvPr id="129134" name="Freeform 229">
                <a:extLst>
                  <a:ext uri="{FF2B5EF4-FFF2-40B4-BE49-F238E27FC236}">
                    <a16:creationId xmlns:a16="http://schemas.microsoft.com/office/drawing/2014/main" id="{4B7EADB4-E4D5-7040-89BF-F2E4ADBC6F26}"/>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5" name="Freeform 230">
                <a:extLst>
                  <a:ext uri="{FF2B5EF4-FFF2-40B4-BE49-F238E27FC236}">
                    <a16:creationId xmlns:a16="http://schemas.microsoft.com/office/drawing/2014/main" id="{4189A1E5-9BC7-454F-8B17-5665331A60D1}"/>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6" name="Freeform 231">
                <a:extLst>
                  <a:ext uri="{FF2B5EF4-FFF2-40B4-BE49-F238E27FC236}">
                    <a16:creationId xmlns:a16="http://schemas.microsoft.com/office/drawing/2014/main" id="{3B2164A7-85F0-9F4A-B78D-8E916AA544A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7" name="Freeform 232">
                <a:extLst>
                  <a:ext uri="{FF2B5EF4-FFF2-40B4-BE49-F238E27FC236}">
                    <a16:creationId xmlns:a16="http://schemas.microsoft.com/office/drawing/2014/main" id="{C64B3399-EEC7-B746-90A1-FFBF778B53DA}"/>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8" name="Rectangle 233">
                <a:extLst>
                  <a:ext uri="{FF2B5EF4-FFF2-40B4-BE49-F238E27FC236}">
                    <a16:creationId xmlns:a16="http://schemas.microsoft.com/office/drawing/2014/main" id="{D3648328-00C1-2F47-8447-ED5B42A49640}"/>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39" name="Rectangle 234">
                <a:extLst>
                  <a:ext uri="{FF2B5EF4-FFF2-40B4-BE49-F238E27FC236}">
                    <a16:creationId xmlns:a16="http://schemas.microsoft.com/office/drawing/2014/main" id="{0FAE357F-9453-974A-8F69-3308596375B6}"/>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40" name="Rectangle 235">
                <a:extLst>
                  <a:ext uri="{FF2B5EF4-FFF2-40B4-BE49-F238E27FC236}">
                    <a16:creationId xmlns:a16="http://schemas.microsoft.com/office/drawing/2014/main" id="{CA2062CB-31E9-AA49-BC32-A48867E7B823}"/>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41" name="Line 236">
                <a:extLst>
                  <a:ext uri="{FF2B5EF4-FFF2-40B4-BE49-F238E27FC236}">
                    <a16:creationId xmlns:a16="http://schemas.microsoft.com/office/drawing/2014/main" id="{47F2D115-B260-D54B-B029-A8491EFF3C4C}"/>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42" name="Group 237">
                <a:extLst>
                  <a:ext uri="{FF2B5EF4-FFF2-40B4-BE49-F238E27FC236}">
                    <a16:creationId xmlns:a16="http://schemas.microsoft.com/office/drawing/2014/main" id="{FE7BE656-8E7B-BC49-9A2F-0DF47D54D745}"/>
                  </a:ext>
                </a:extLst>
              </p:cNvPr>
              <p:cNvGrpSpPr>
                <a:grpSpLocks/>
              </p:cNvGrpSpPr>
              <p:nvPr/>
            </p:nvGrpSpPr>
            <p:grpSpPr bwMode="auto">
              <a:xfrm>
                <a:off x="912" y="3592"/>
                <a:ext cx="275" cy="38"/>
                <a:chOff x="912" y="3592"/>
                <a:chExt cx="275" cy="38"/>
              </a:xfrm>
            </p:grpSpPr>
            <p:sp>
              <p:nvSpPr>
                <p:cNvPr id="129143" name="Freeform 238">
                  <a:extLst>
                    <a:ext uri="{FF2B5EF4-FFF2-40B4-BE49-F238E27FC236}">
                      <a16:creationId xmlns:a16="http://schemas.microsoft.com/office/drawing/2014/main" id="{A04860D1-E766-6543-9D98-DE6DEBE071C9}"/>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4" name="Freeform 239">
                  <a:extLst>
                    <a:ext uri="{FF2B5EF4-FFF2-40B4-BE49-F238E27FC236}">
                      <a16:creationId xmlns:a16="http://schemas.microsoft.com/office/drawing/2014/main" id="{DCE406CC-AB0B-C54B-AC1C-05E8B0106616}"/>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45" name="Rectangle 240">
                  <a:extLst>
                    <a:ext uri="{FF2B5EF4-FFF2-40B4-BE49-F238E27FC236}">
                      <a16:creationId xmlns:a16="http://schemas.microsoft.com/office/drawing/2014/main" id="{317FA405-3A3A-0045-AD83-45D8F60244C3}"/>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29121" name="Group 241">
              <a:extLst>
                <a:ext uri="{FF2B5EF4-FFF2-40B4-BE49-F238E27FC236}">
                  <a16:creationId xmlns:a16="http://schemas.microsoft.com/office/drawing/2014/main" id="{08D50019-210C-534F-B1D9-AE32231EB39C}"/>
                </a:ext>
              </a:extLst>
            </p:cNvPr>
            <p:cNvGrpSpPr>
              <a:grpSpLocks/>
            </p:cNvGrpSpPr>
            <p:nvPr/>
          </p:nvGrpSpPr>
          <p:grpSpPr bwMode="auto">
            <a:xfrm>
              <a:off x="906" y="3365"/>
              <a:ext cx="275" cy="261"/>
              <a:chOff x="906" y="3365"/>
              <a:chExt cx="275" cy="261"/>
            </a:xfrm>
          </p:grpSpPr>
          <p:sp>
            <p:nvSpPr>
              <p:cNvPr id="129122" name="Freeform 242">
                <a:extLst>
                  <a:ext uri="{FF2B5EF4-FFF2-40B4-BE49-F238E27FC236}">
                    <a16:creationId xmlns:a16="http://schemas.microsoft.com/office/drawing/2014/main" id="{2D084DD5-E455-C943-BEC6-444B9DB957E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3" name="Freeform 243">
                <a:extLst>
                  <a:ext uri="{FF2B5EF4-FFF2-40B4-BE49-F238E27FC236}">
                    <a16:creationId xmlns:a16="http://schemas.microsoft.com/office/drawing/2014/main" id="{D65A41FB-5C13-DB42-BF36-322042CB811E}"/>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4" name="Freeform 244">
                <a:extLst>
                  <a:ext uri="{FF2B5EF4-FFF2-40B4-BE49-F238E27FC236}">
                    <a16:creationId xmlns:a16="http://schemas.microsoft.com/office/drawing/2014/main" id="{4EF810CB-D5B6-9446-AE1B-F624D25B8E78}"/>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5" name="Freeform 245">
                <a:extLst>
                  <a:ext uri="{FF2B5EF4-FFF2-40B4-BE49-F238E27FC236}">
                    <a16:creationId xmlns:a16="http://schemas.microsoft.com/office/drawing/2014/main" id="{1E6D6F6F-7C3A-2F44-A632-9C53A3C71575}"/>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26" name="Rectangle 246">
                <a:extLst>
                  <a:ext uri="{FF2B5EF4-FFF2-40B4-BE49-F238E27FC236}">
                    <a16:creationId xmlns:a16="http://schemas.microsoft.com/office/drawing/2014/main" id="{EB2DEC30-8935-1247-AFF3-A322A946FF7F}"/>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7" name="Rectangle 247">
                <a:extLst>
                  <a:ext uri="{FF2B5EF4-FFF2-40B4-BE49-F238E27FC236}">
                    <a16:creationId xmlns:a16="http://schemas.microsoft.com/office/drawing/2014/main" id="{63B83CCA-0AEB-2D4B-AB81-63F296F6A388}"/>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8" name="Rectangle 248">
                <a:extLst>
                  <a:ext uri="{FF2B5EF4-FFF2-40B4-BE49-F238E27FC236}">
                    <a16:creationId xmlns:a16="http://schemas.microsoft.com/office/drawing/2014/main" id="{D8C80771-2B26-0841-B4DB-BD55736251F7}"/>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29" name="Line 249">
                <a:extLst>
                  <a:ext uri="{FF2B5EF4-FFF2-40B4-BE49-F238E27FC236}">
                    <a16:creationId xmlns:a16="http://schemas.microsoft.com/office/drawing/2014/main" id="{4B28AA2C-DE77-1544-B052-4C0361E9C9DC}"/>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9130" name="Group 250">
                <a:extLst>
                  <a:ext uri="{FF2B5EF4-FFF2-40B4-BE49-F238E27FC236}">
                    <a16:creationId xmlns:a16="http://schemas.microsoft.com/office/drawing/2014/main" id="{2B094CE7-A47D-D24E-90FA-31FD1D8C5559}"/>
                  </a:ext>
                </a:extLst>
              </p:cNvPr>
              <p:cNvGrpSpPr>
                <a:grpSpLocks/>
              </p:cNvGrpSpPr>
              <p:nvPr/>
            </p:nvGrpSpPr>
            <p:grpSpPr bwMode="auto">
              <a:xfrm>
                <a:off x="906" y="3587"/>
                <a:ext cx="275" cy="39"/>
                <a:chOff x="906" y="3587"/>
                <a:chExt cx="275" cy="39"/>
              </a:xfrm>
            </p:grpSpPr>
            <p:sp>
              <p:nvSpPr>
                <p:cNvPr id="129131" name="Freeform 251">
                  <a:extLst>
                    <a:ext uri="{FF2B5EF4-FFF2-40B4-BE49-F238E27FC236}">
                      <a16:creationId xmlns:a16="http://schemas.microsoft.com/office/drawing/2014/main" id="{5CD83494-0778-3A43-8768-53D094F995D2}"/>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2" name="Freeform 252">
                  <a:extLst>
                    <a:ext uri="{FF2B5EF4-FFF2-40B4-BE49-F238E27FC236}">
                      <a16:creationId xmlns:a16="http://schemas.microsoft.com/office/drawing/2014/main" id="{C85E556D-366A-4445-A42C-020A3A83EEF9}"/>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33" name="Rectangle 253">
                  <a:extLst>
                    <a:ext uri="{FF2B5EF4-FFF2-40B4-BE49-F238E27FC236}">
                      <a16:creationId xmlns:a16="http://schemas.microsoft.com/office/drawing/2014/main" id="{77B7FD72-9D45-8A41-B6E4-A3E5B4F92B6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sp>
        <p:nvSpPr>
          <p:cNvPr id="129047" name="Rectangle 254">
            <a:extLst>
              <a:ext uri="{FF2B5EF4-FFF2-40B4-BE49-F238E27FC236}">
                <a16:creationId xmlns:a16="http://schemas.microsoft.com/office/drawing/2014/main" id="{2E590DA4-8A55-1D4A-BFFF-F6EE4992103F}"/>
              </a:ext>
            </a:extLst>
          </p:cNvPr>
          <p:cNvSpPr>
            <a:spLocks noChangeArrowheads="1"/>
          </p:cNvSpPr>
          <p:nvPr/>
        </p:nvSpPr>
        <p:spPr bwMode="auto">
          <a:xfrm>
            <a:off x="2880123" y="2512219"/>
            <a:ext cx="667940" cy="507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48" name="Rectangle 255">
            <a:extLst>
              <a:ext uri="{FF2B5EF4-FFF2-40B4-BE49-F238E27FC236}">
                <a16:creationId xmlns:a16="http://schemas.microsoft.com/office/drawing/2014/main" id="{3B348E92-2E48-8043-8964-B0C2E160EB0B}"/>
              </a:ext>
            </a:extLst>
          </p:cNvPr>
          <p:cNvSpPr>
            <a:spLocks noChangeArrowheads="1"/>
          </p:cNvSpPr>
          <p:nvPr/>
        </p:nvSpPr>
        <p:spPr bwMode="auto">
          <a:xfrm>
            <a:off x="2993232" y="2584847"/>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grpSp>
        <p:nvGrpSpPr>
          <p:cNvPr id="129049" name="Group 257">
            <a:extLst>
              <a:ext uri="{FF2B5EF4-FFF2-40B4-BE49-F238E27FC236}">
                <a16:creationId xmlns:a16="http://schemas.microsoft.com/office/drawing/2014/main" id="{1A442574-0D34-9A45-93C4-654B6A2D1D09}"/>
              </a:ext>
            </a:extLst>
          </p:cNvPr>
          <p:cNvGrpSpPr>
            <a:grpSpLocks/>
          </p:cNvGrpSpPr>
          <p:nvPr/>
        </p:nvGrpSpPr>
        <p:grpSpPr bwMode="auto">
          <a:xfrm>
            <a:off x="7329488" y="2032397"/>
            <a:ext cx="307181" cy="542925"/>
            <a:chOff x="4305" y="2335"/>
            <a:chExt cx="216" cy="339"/>
          </a:xfrm>
        </p:grpSpPr>
        <p:grpSp>
          <p:nvGrpSpPr>
            <p:cNvPr id="129100" name="Group 258">
              <a:extLst>
                <a:ext uri="{FF2B5EF4-FFF2-40B4-BE49-F238E27FC236}">
                  <a16:creationId xmlns:a16="http://schemas.microsoft.com/office/drawing/2014/main" id="{2C0225B0-ADBC-604C-A149-E4847C2DA913}"/>
                </a:ext>
              </a:extLst>
            </p:cNvPr>
            <p:cNvGrpSpPr>
              <a:grpSpLocks/>
            </p:cNvGrpSpPr>
            <p:nvPr/>
          </p:nvGrpSpPr>
          <p:grpSpPr bwMode="auto">
            <a:xfrm>
              <a:off x="4310" y="2341"/>
              <a:ext cx="211" cy="333"/>
              <a:chOff x="4310" y="2341"/>
              <a:chExt cx="211" cy="333"/>
            </a:xfrm>
          </p:grpSpPr>
          <p:sp>
            <p:nvSpPr>
              <p:cNvPr id="129111" name="Freeform 259">
                <a:extLst>
                  <a:ext uri="{FF2B5EF4-FFF2-40B4-BE49-F238E27FC236}">
                    <a16:creationId xmlns:a16="http://schemas.microsoft.com/office/drawing/2014/main" id="{99BCB17E-6622-8F4C-BC2B-EE317B6A5EAF}"/>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2" name="Freeform 260">
                <a:extLst>
                  <a:ext uri="{FF2B5EF4-FFF2-40B4-BE49-F238E27FC236}">
                    <a16:creationId xmlns:a16="http://schemas.microsoft.com/office/drawing/2014/main" id="{C092D390-3BFF-EE43-BCA3-ECB8AD1ADFB3}"/>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3" name="Freeform 261">
                <a:extLst>
                  <a:ext uri="{FF2B5EF4-FFF2-40B4-BE49-F238E27FC236}">
                    <a16:creationId xmlns:a16="http://schemas.microsoft.com/office/drawing/2014/main" id="{06F6B713-3480-204D-B2FE-4EA57E63F8FF}"/>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4" name="Freeform 262">
                <a:extLst>
                  <a:ext uri="{FF2B5EF4-FFF2-40B4-BE49-F238E27FC236}">
                    <a16:creationId xmlns:a16="http://schemas.microsoft.com/office/drawing/2014/main" id="{42051997-D10E-C74B-83CA-D4ADACC9DA8C}"/>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15" name="Rectangle 263">
                <a:extLst>
                  <a:ext uri="{FF2B5EF4-FFF2-40B4-BE49-F238E27FC236}">
                    <a16:creationId xmlns:a16="http://schemas.microsoft.com/office/drawing/2014/main" id="{ED4F06DC-205E-F441-92B7-969BE2544A91}"/>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16" name="Rectangle 264">
                <a:extLst>
                  <a:ext uri="{FF2B5EF4-FFF2-40B4-BE49-F238E27FC236}">
                    <a16:creationId xmlns:a16="http://schemas.microsoft.com/office/drawing/2014/main" id="{EF8C86F5-D75F-8449-9FD6-8AC64DEA9991}"/>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17" name="Line 265">
                <a:extLst>
                  <a:ext uri="{FF2B5EF4-FFF2-40B4-BE49-F238E27FC236}">
                    <a16:creationId xmlns:a16="http://schemas.microsoft.com/office/drawing/2014/main" id="{ED4AA32E-C2F3-D440-98F5-F33E570E41BA}"/>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8" name="Line 266">
                <a:extLst>
                  <a:ext uri="{FF2B5EF4-FFF2-40B4-BE49-F238E27FC236}">
                    <a16:creationId xmlns:a16="http://schemas.microsoft.com/office/drawing/2014/main" id="{AAC8ACDB-BFCE-E741-9C6C-F3FD80C34ECF}"/>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9" name="Line 267">
                <a:extLst>
                  <a:ext uri="{FF2B5EF4-FFF2-40B4-BE49-F238E27FC236}">
                    <a16:creationId xmlns:a16="http://schemas.microsoft.com/office/drawing/2014/main" id="{D24259F2-7D20-2D47-AF3C-35548D0FAE9E}"/>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9101" name="Group 268">
              <a:extLst>
                <a:ext uri="{FF2B5EF4-FFF2-40B4-BE49-F238E27FC236}">
                  <a16:creationId xmlns:a16="http://schemas.microsoft.com/office/drawing/2014/main" id="{50A96396-3AE3-8046-9B9E-102D39998585}"/>
                </a:ext>
              </a:extLst>
            </p:cNvPr>
            <p:cNvGrpSpPr>
              <a:grpSpLocks/>
            </p:cNvGrpSpPr>
            <p:nvPr/>
          </p:nvGrpSpPr>
          <p:grpSpPr bwMode="auto">
            <a:xfrm>
              <a:off x="4305" y="2335"/>
              <a:ext cx="211" cy="332"/>
              <a:chOff x="4305" y="2335"/>
              <a:chExt cx="211" cy="332"/>
            </a:xfrm>
          </p:grpSpPr>
          <p:sp>
            <p:nvSpPr>
              <p:cNvPr id="129102" name="Freeform 269">
                <a:extLst>
                  <a:ext uri="{FF2B5EF4-FFF2-40B4-BE49-F238E27FC236}">
                    <a16:creationId xmlns:a16="http://schemas.microsoft.com/office/drawing/2014/main" id="{FAA7E8C4-0E6D-B149-A939-2F7EF307A412}"/>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3" name="Freeform 270">
                <a:extLst>
                  <a:ext uri="{FF2B5EF4-FFF2-40B4-BE49-F238E27FC236}">
                    <a16:creationId xmlns:a16="http://schemas.microsoft.com/office/drawing/2014/main" id="{A8709DFE-C3B9-7C4C-8062-A4AEF03BC854}"/>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4" name="Freeform 271">
                <a:extLst>
                  <a:ext uri="{FF2B5EF4-FFF2-40B4-BE49-F238E27FC236}">
                    <a16:creationId xmlns:a16="http://schemas.microsoft.com/office/drawing/2014/main" id="{D7A7961F-4178-6F44-9050-D5CD620ECE9A}"/>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5" name="Freeform 272">
                <a:extLst>
                  <a:ext uri="{FF2B5EF4-FFF2-40B4-BE49-F238E27FC236}">
                    <a16:creationId xmlns:a16="http://schemas.microsoft.com/office/drawing/2014/main" id="{BF65B3AD-6285-C04E-A14B-EDB37035751F}"/>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106" name="Rectangle 273">
                <a:extLst>
                  <a:ext uri="{FF2B5EF4-FFF2-40B4-BE49-F238E27FC236}">
                    <a16:creationId xmlns:a16="http://schemas.microsoft.com/office/drawing/2014/main" id="{34413894-7DB6-8A4C-8BAD-380DD588E1F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07" name="Rectangle 274">
                <a:extLst>
                  <a:ext uri="{FF2B5EF4-FFF2-40B4-BE49-F238E27FC236}">
                    <a16:creationId xmlns:a16="http://schemas.microsoft.com/office/drawing/2014/main" id="{2FDBCF77-5A5B-C340-8D46-383B86515CA8}"/>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108" name="Line 275">
                <a:extLst>
                  <a:ext uri="{FF2B5EF4-FFF2-40B4-BE49-F238E27FC236}">
                    <a16:creationId xmlns:a16="http://schemas.microsoft.com/office/drawing/2014/main" id="{F562191E-927D-344A-9FFF-FC70BCBE91F5}"/>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09" name="Line 276">
                <a:extLst>
                  <a:ext uri="{FF2B5EF4-FFF2-40B4-BE49-F238E27FC236}">
                    <a16:creationId xmlns:a16="http://schemas.microsoft.com/office/drawing/2014/main" id="{B36C0462-4D35-F749-903B-0E2AC79434F8}"/>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10" name="Line 277">
                <a:extLst>
                  <a:ext uri="{FF2B5EF4-FFF2-40B4-BE49-F238E27FC236}">
                    <a16:creationId xmlns:a16="http://schemas.microsoft.com/office/drawing/2014/main" id="{BF7B96BE-1B5D-2940-A667-5A925EF0AEAF}"/>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050" name="Rectangle 279">
            <a:extLst>
              <a:ext uri="{FF2B5EF4-FFF2-40B4-BE49-F238E27FC236}">
                <a16:creationId xmlns:a16="http://schemas.microsoft.com/office/drawing/2014/main" id="{92D0E325-724C-ED4F-861D-07329E7FAB27}"/>
              </a:ext>
            </a:extLst>
          </p:cNvPr>
          <p:cNvSpPr>
            <a:spLocks noChangeArrowheads="1"/>
          </p:cNvSpPr>
          <p:nvPr/>
        </p:nvSpPr>
        <p:spPr bwMode="auto">
          <a:xfrm>
            <a:off x="6323410" y="2163366"/>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29051" name="Rectangle 280">
            <a:extLst>
              <a:ext uri="{FF2B5EF4-FFF2-40B4-BE49-F238E27FC236}">
                <a16:creationId xmlns:a16="http://schemas.microsoft.com/office/drawing/2014/main" id="{92F96150-F987-034F-9893-DF980A8EE42F}"/>
              </a:ext>
            </a:extLst>
          </p:cNvPr>
          <p:cNvSpPr>
            <a:spLocks noChangeArrowheads="1"/>
          </p:cNvSpPr>
          <p:nvPr/>
        </p:nvSpPr>
        <p:spPr bwMode="auto">
          <a:xfrm>
            <a:off x="4291013" y="2989660"/>
            <a:ext cx="63817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2" name="Rectangle 281">
            <a:extLst>
              <a:ext uri="{FF2B5EF4-FFF2-40B4-BE49-F238E27FC236}">
                <a16:creationId xmlns:a16="http://schemas.microsoft.com/office/drawing/2014/main" id="{CC4A65F8-587B-A149-BC9D-1B8790855BFA}"/>
              </a:ext>
            </a:extLst>
          </p:cNvPr>
          <p:cNvSpPr>
            <a:spLocks noChangeArrowheads="1"/>
          </p:cNvSpPr>
          <p:nvPr/>
        </p:nvSpPr>
        <p:spPr bwMode="auto">
          <a:xfrm>
            <a:off x="4825604" y="3043238"/>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29053" name="Group 282">
            <a:extLst>
              <a:ext uri="{FF2B5EF4-FFF2-40B4-BE49-F238E27FC236}">
                <a16:creationId xmlns:a16="http://schemas.microsoft.com/office/drawing/2014/main" id="{190C1603-A97B-5D4E-BE43-F27201137E68}"/>
              </a:ext>
            </a:extLst>
          </p:cNvPr>
          <p:cNvGrpSpPr>
            <a:grpSpLocks/>
          </p:cNvGrpSpPr>
          <p:nvPr/>
        </p:nvGrpSpPr>
        <p:grpSpPr bwMode="auto">
          <a:xfrm>
            <a:off x="5768579" y="3149204"/>
            <a:ext cx="436959" cy="307181"/>
            <a:chOff x="3202" y="3033"/>
            <a:chExt cx="309" cy="192"/>
          </a:xfrm>
        </p:grpSpPr>
        <p:sp>
          <p:nvSpPr>
            <p:cNvPr id="129075" name="Oval 283">
              <a:extLst>
                <a:ext uri="{FF2B5EF4-FFF2-40B4-BE49-F238E27FC236}">
                  <a16:creationId xmlns:a16="http://schemas.microsoft.com/office/drawing/2014/main" id="{6E335F95-E402-4F4B-90AC-65866D558B5F}"/>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6" name="Rectangle 284">
              <a:extLst>
                <a:ext uri="{FF2B5EF4-FFF2-40B4-BE49-F238E27FC236}">
                  <a16:creationId xmlns:a16="http://schemas.microsoft.com/office/drawing/2014/main" id="{429E3EBC-932B-404C-8F2C-2C1BD52FCC8B}"/>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7" name="Rectangle 285">
              <a:extLst>
                <a:ext uri="{FF2B5EF4-FFF2-40B4-BE49-F238E27FC236}">
                  <a16:creationId xmlns:a16="http://schemas.microsoft.com/office/drawing/2014/main" id="{853B6092-DE7E-B640-9A0A-BB97145254BC}"/>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78" name="Oval 286">
              <a:extLst>
                <a:ext uri="{FF2B5EF4-FFF2-40B4-BE49-F238E27FC236}">
                  <a16:creationId xmlns:a16="http://schemas.microsoft.com/office/drawing/2014/main" id="{E03A8ABA-0F07-6447-B4A9-06F23E6AD20F}"/>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29079" name="Group 287">
              <a:extLst>
                <a:ext uri="{FF2B5EF4-FFF2-40B4-BE49-F238E27FC236}">
                  <a16:creationId xmlns:a16="http://schemas.microsoft.com/office/drawing/2014/main" id="{24D1728F-1F21-5840-B97F-108ABD5F2F1E}"/>
                </a:ext>
              </a:extLst>
            </p:cNvPr>
            <p:cNvGrpSpPr>
              <a:grpSpLocks/>
            </p:cNvGrpSpPr>
            <p:nvPr/>
          </p:nvGrpSpPr>
          <p:grpSpPr bwMode="auto">
            <a:xfrm>
              <a:off x="3249" y="3046"/>
              <a:ext cx="214" cy="86"/>
              <a:chOff x="3249" y="3046"/>
              <a:chExt cx="214" cy="86"/>
            </a:xfrm>
          </p:grpSpPr>
          <p:grpSp>
            <p:nvGrpSpPr>
              <p:cNvPr id="129082" name="Group 288">
                <a:extLst>
                  <a:ext uri="{FF2B5EF4-FFF2-40B4-BE49-F238E27FC236}">
                    <a16:creationId xmlns:a16="http://schemas.microsoft.com/office/drawing/2014/main" id="{BAC86A8A-023E-D547-9FBE-0A4F7D61C3C6}"/>
                  </a:ext>
                </a:extLst>
              </p:cNvPr>
              <p:cNvGrpSpPr>
                <a:grpSpLocks/>
              </p:cNvGrpSpPr>
              <p:nvPr/>
            </p:nvGrpSpPr>
            <p:grpSpPr bwMode="auto">
              <a:xfrm>
                <a:off x="3249" y="3046"/>
                <a:ext cx="212" cy="84"/>
                <a:chOff x="3249" y="3046"/>
                <a:chExt cx="212" cy="84"/>
              </a:xfrm>
            </p:grpSpPr>
            <p:sp>
              <p:nvSpPr>
                <p:cNvPr id="129092" name="Freeform 289">
                  <a:extLst>
                    <a:ext uri="{FF2B5EF4-FFF2-40B4-BE49-F238E27FC236}">
                      <a16:creationId xmlns:a16="http://schemas.microsoft.com/office/drawing/2014/main" id="{528E8BC1-2A95-D449-AEDD-474B2A756E1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3" name="Freeform 290">
                  <a:extLst>
                    <a:ext uri="{FF2B5EF4-FFF2-40B4-BE49-F238E27FC236}">
                      <a16:creationId xmlns:a16="http://schemas.microsoft.com/office/drawing/2014/main" id="{AEDC1C64-A26F-9249-B397-2EDB2483F98F}"/>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4" name="Freeform 291">
                  <a:extLst>
                    <a:ext uri="{FF2B5EF4-FFF2-40B4-BE49-F238E27FC236}">
                      <a16:creationId xmlns:a16="http://schemas.microsoft.com/office/drawing/2014/main" id="{293487D2-C3E8-8E4B-88DA-DF4C654DFAA2}"/>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5" name="Freeform 292">
                  <a:extLst>
                    <a:ext uri="{FF2B5EF4-FFF2-40B4-BE49-F238E27FC236}">
                      <a16:creationId xmlns:a16="http://schemas.microsoft.com/office/drawing/2014/main" id="{4F3978FB-85AB-4D49-A6D5-EE9F1E8755A0}"/>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6" name="Freeform 293">
                  <a:extLst>
                    <a:ext uri="{FF2B5EF4-FFF2-40B4-BE49-F238E27FC236}">
                      <a16:creationId xmlns:a16="http://schemas.microsoft.com/office/drawing/2014/main" id="{2BAA6A48-4AE1-9E46-A0CE-B625F519726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7" name="Freeform 294">
                  <a:extLst>
                    <a:ext uri="{FF2B5EF4-FFF2-40B4-BE49-F238E27FC236}">
                      <a16:creationId xmlns:a16="http://schemas.microsoft.com/office/drawing/2014/main" id="{4232E55F-C082-924F-A8D4-D161DD60C87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8" name="Freeform 295">
                  <a:extLst>
                    <a:ext uri="{FF2B5EF4-FFF2-40B4-BE49-F238E27FC236}">
                      <a16:creationId xmlns:a16="http://schemas.microsoft.com/office/drawing/2014/main" id="{B1397F3A-A1EE-4046-AB24-DACF0076EE83}"/>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9" name="Freeform 296">
                  <a:extLst>
                    <a:ext uri="{FF2B5EF4-FFF2-40B4-BE49-F238E27FC236}">
                      <a16:creationId xmlns:a16="http://schemas.microsoft.com/office/drawing/2014/main" id="{0614F7B0-543C-F143-82D2-BCE83D0DA0A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9083" name="Group 297">
                <a:extLst>
                  <a:ext uri="{FF2B5EF4-FFF2-40B4-BE49-F238E27FC236}">
                    <a16:creationId xmlns:a16="http://schemas.microsoft.com/office/drawing/2014/main" id="{ECAD056E-22D8-BD45-AE93-ED00B7C6A132}"/>
                  </a:ext>
                </a:extLst>
              </p:cNvPr>
              <p:cNvGrpSpPr>
                <a:grpSpLocks/>
              </p:cNvGrpSpPr>
              <p:nvPr/>
            </p:nvGrpSpPr>
            <p:grpSpPr bwMode="auto">
              <a:xfrm>
                <a:off x="3251" y="3048"/>
                <a:ext cx="212" cy="84"/>
                <a:chOff x="3251" y="3048"/>
                <a:chExt cx="212" cy="84"/>
              </a:xfrm>
            </p:grpSpPr>
            <p:sp>
              <p:nvSpPr>
                <p:cNvPr id="129084" name="Freeform 298">
                  <a:extLst>
                    <a:ext uri="{FF2B5EF4-FFF2-40B4-BE49-F238E27FC236}">
                      <a16:creationId xmlns:a16="http://schemas.microsoft.com/office/drawing/2014/main" id="{73600984-FEE2-7041-ACA0-DFD2F0403177}"/>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5" name="Freeform 299">
                  <a:extLst>
                    <a:ext uri="{FF2B5EF4-FFF2-40B4-BE49-F238E27FC236}">
                      <a16:creationId xmlns:a16="http://schemas.microsoft.com/office/drawing/2014/main" id="{C0AA2036-5D85-744B-95A7-3DE059C024CB}"/>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6" name="Freeform 300">
                  <a:extLst>
                    <a:ext uri="{FF2B5EF4-FFF2-40B4-BE49-F238E27FC236}">
                      <a16:creationId xmlns:a16="http://schemas.microsoft.com/office/drawing/2014/main" id="{67A82B8F-8A38-1744-8F93-FAC9A9E36AF9}"/>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7" name="Freeform 301">
                  <a:extLst>
                    <a:ext uri="{FF2B5EF4-FFF2-40B4-BE49-F238E27FC236}">
                      <a16:creationId xmlns:a16="http://schemas.microsoft.com/office/drawing/2014/main" id="{EB5287DB-11E3-494D-8F7D-57385C8C351B}"/>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8" name="Freeform 302">
                  <a:extLst>
                    <a:ext uri="{FF2B5EF4-FFF2-40B4-BE49-F238E27FC236}">
                      <a16:creationId xmlns:a16="http://schemas.microsoft.com/office/drawing/2014/main" id="{60D298F6-49B7-D340-8140-381D48A2FD40}"/>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89" name="Freeform 303">
                  <a:extLst>
                    <a:ext uri="{FF2B5EF4-FFF2-40B4-BE49-F238E27FC236}">
                      <a16:creationId xmlns:a16="http://schemas.microsoft.com/office/drawing/2014/main" id="{16B0110F-4735-6A4D-BC7F-76FFEEE74D41}"/>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0" name="Freeform 304">
                  <a:extLst>
                    <a:ext uri="{FF2B5EF4-FFF2-40B4-BE49-F238E27FC236}">
                      <a16:creationId xmlns:a16="http://schemas.microsoft.com/office/drawing/2014/main" id="{8386BE40-201A-D440-82E0-11803682AF9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9091" name="Freeform 305">
                  <a:extLst>
                    <a:ext uri="{FF2B5EF4-FFF2-40B4-BE49-F238E27FC236}">
                      <a16:creationId xmlns:a16="http://schemas.microsoft.com/office/drawing/2014/main" id="{0E2793E1-E497-AE49-B045-613B3D7603B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9080" name="Line 306">
              <a:extLst>
                <a:ext uri="{FF2B5EF4-FFF2-40B4-BE49-F238E27FC236}">
                  <a16:creationId xmlns:a16="http://schemas.microsoft.com/office/drawing/2014/main" id="{8D9F141B-0223-6747-879F-F5F157424287}"/>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81" name="Line 307">
              <a:extLst>
                <a:ext uri="{FF2B5EF4-FFF2-40B4-BE49-F238E27FC236}">
                  <a16:creationId xmlns:a16="http://schemas.microsoft.com/office/drawing/2014/main" id="{DADCA6A7-8CAC-8C43-8B53-04D22E69843C}"/>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9054" name="Rectangle 308">
            <a:extLst>
              <a:ext uri="{FF2B5EF4-FFF2-40B4-BE49-F238E27FC236}">
                <a16:creationId xmlns:a16="http://schemas.microsoft.com/office/drawing/2014/main" id="{4748CF9B-80C9-CA46-9E64-F91EF216D432}"/>
              </a:ext>
            </a:extLst>
          </p:cNvPr>
          <p:cNvSpPr>
            <a:spLocks noChangeArrowheads="1"/>
          </p:cNvSpPr>
          <p:nvPr/>
        </p:nvSpPr>
        <p:spPr bwMode="auto">
          <a:xfrm>
            <a:off x="6213873" y="2801541"/>
            <a:ext cx="667940" cy="320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5" name="Rectangle 309">
            <a:extLst>
              <a:ext uri="{FF2B5EF4-FFF2-40B4-BE49-F238E27FC236}">
                <a16:creationId xmlns:a16="http://schemas.microsoft.com/office/drawing/2014/main" id="{41B14A47-435D-2D42-931F-6A3C77543E62}"/>
              </a:ext>
            </a:extLst>
          </p:cNvPr>
          <p:cNvSpPr>
            <a:spLocks noChangeArrowheads="1"/>
          </p:cNvSpPr>
          <p:nvPr/>
        </p:nvSpPr>
        <p:spPr bwMode="auto">
          <a:xfrm>
            <a:off x="6516291" y="320635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29056" name="Rectangle 310">
            <a:extLst>
              <a:ext uri="{FF2B5EF4-FFF2-40B4-BE49-F238E27FC236}">
                <a16:creationId xmlns:a16="http://schemas.microsoft.com/office/drawing/2014/main" id="{845FD193-EFE7-4146-8025-40A02150051D}"/>
              </a:ext>
            </a:extLst>
          </p:cNvPr>
          <p:cNvSpPr>
            <a:spLocks noChangeArrowheads="1"/>
          </p:cNvSpPr>
          <p:nvPr/>
        </p:nvSpPr>
        <p:spPr bwMode="auto">
          <a:xfrm>
            <a:off x="3906441" y="2874169"/>
            <a:ext cx="300038"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7" name="Rectangle 311">
            <a:extLst>
              <a:ext uri="{FF2B5EF4-FFF2-40B4-BE49-F238E27FC236}">
                <a16:creationId xmlns:a16="http://schemas.microsoft.com/office/drawing/2014/main" id="{54C09D4E-5099-FA43-96A4-DAC9A561083A}"/>
              </a:ext>
            </a:extLst>
          </p:cNvPr>
          <p:cNvSpPr>
            <a:spLocks noChangeArrowheads="1"/>
          </p:cNvSpPr>
          <p:nvPr/>
        </p:nvSpPr>
        <p:spPr bwMode="auto">
          <a:xfrm>
            <a:off x="3264694" y="3452812"/>
            <a:ext cx="325041"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8" name="Rectangle 312">
            <a:extLst>
              <a:ext uri="{FF2B5EF4-FFF2-40B4-BE49-F238E27FC236}">
                <a16:creationId xmlns:a16="http://schemas.microsoft.com/office/drawing/2014/main" id="{D8A47B66-9282-2C47-AF24-13F45D711E79}"/>
              </a:ext>
            </a:extLst>
          </p:cNvPr>
          <p:cNvSpPr>
            <a:spLocks noChangeArrowheads="1"/>
          </p:cNvSpPr>
          <p:nvPr/>
        </p:nvSpPr>
        <p:spPr bwMode="auto">
          <a:xfrm>
            <a:off x="2362201" y="3163491"/>
            <a:ext cx="327422" cy="29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29059" name="Rectangle 313">
            <a:extLst>
              <a:ext uri="{FF2B5EF4-FFF2-40B4-BE49-F238E27FC236}">
                <a16:creationId xmlns:a16="http://schemas.microsoft.com/office/drawing/2014/main" id="{9FB028C2-44D4-7449-9331-484F5015B144}"/>
              </a:ext>
            </a:extLst>
          </p:cNvPr>
          <p:cNvSpPr>
            <a:spLocks noChangeArrowheads="1"/>
          </p:cNvSpPr>
          <p:nvPr/>
        </p:nvSpPr>
        <p:spPr bwMode="auto">
          <a:xfrm>
            <a:off x="1362075" y="288488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29060" name="Rectangle 314">
            <a:extLst>
              <a:ext uri="{FF2B5EF4-FFF2-40B4-BE49-F238E27FC236}">
                <a16:creationId xmlns:a16="http://schemas.microsoft.com/office/drawing/2014/main" id="{6EF66872-633F-AB4F-B874-2CE1251A3EF0}"/>
              </a:ext>
            </a:extLst>
          </p:cNvPr>
          <p:cNvSpPr>
            <a:spLocks noChangeArrowheads="1"/>
          </p:cNvSpPr>
          <p:nvPr/>
        </p:nvSpPr>
        <p:spPr bwMode="auto">
          <a:xfrm>
            <a:off x="3902869" y="2894410"/>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29061" name="Rectangle 315">
            <a:extLst>
              <a:ext uri="{FF2B5EF4-FFF2-40B4-BE49-F238E27FC236}">
                <a16:creationId xmlns:a16="http://schemas.microsoft.com/office/drawing/2014/main" id="{92236C15-0A7B-EF40-BB0A-940DAB2D04C4}"/>
              </a:ext>
            </a:extLst>
          </p:cNvPr>
          <p:cNvSpPr>
            <a:spLocks noChangeArrowheads="1"/>
          </p:cNvSpPr>
          <p:nvPr/>
        </p:nvSpPr>
        <p:spPr bwMode="auto">
          <a:xfrm>
            <a:off x="5868591" y="2895600"/>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558396" name="Freeform 316">
            <a:extLst>
              <a:ext uri="{FF2B5EF4-FFF2-40B4-BE49-F238E27FC236}">
                <a16:creationId xmlns:a16="http://schemas.microsoft.com/office/drawing/2014/main" id="{F08351EC-630C-D04E-AB9F-E6FE397D6BF4}"/>
              </a:ext>
            </a:extLst>
          </p:cNvPr>
          <p:cNvSpPr>
            <a:spLocks/>
          </p:cNvSpPr>
          <p:nvPr/>
        </p:nvSpPr>
        <p:spPr bwMode="auto">
          <a:xfrm>
            <a:off x="3983832" y="2514600"/>
            <a:ext cx="3479006" cy="871538"/>
          </a:xfrm>
          <a:custGeom>
            <a:avLst/>
            <a:gdLst>
              <a:gd name="T0" fmla="*/ 0 w 2922"/>
              <a:gd name="T1" fmla="*/ 1139825 h 732"/>
              <a:gd name="T2" fmla="*/ 1214438 w 2922"/>
              <a:gd name="T3" fmla="*/ 1130300 h 732"/>
              <a:gd name="T4" fmla="*/ 2701925 w 2922"/>
              <a:gd name="T5" fmla="*/ 1111250 h 732"/>
              <a:gd name="T6" fmla="*/ 3689350 w 2922"/>
              <a:gd name="T7" fmla="*/ 825500 h 732"/>
              <a:gd name="T8" fmla="*/ 4638675 w 2922"/>
              <a:gd name="T9" fmla="*/ 0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2" h="732">
                <a:moveTo>
                  <a:pt x="0" y="718"/>
                </a:moveTo>
                <a:cubicBezTo>
                  <a:pt x="127" y="717"/>
                  <a:pt x="481" y="715"/>
                  <a:pt x="765" y="712"/>
                </a:cubicBezTo>
                <a:cubicBezTo>
                  <a:pt x="1049" y="709"/>
                  <a:pt x="1442" y="732"/>
                  <a:pt x="1702" y="700"/>
                </a:cubicBezTo>
                <a:cubicBezTo>
                  <a:pt x="1962" y="668"/>
                  <a:pt x="2121" y="637"/>
                  <a:pt x="2324" y="520"/>
                </a:cubicBezTo>
                <a:cubicBezTo>
                  <a:pt x="2527" y="403"/>
                  <a:pt x="2798" y="108"/>
                  <a:pt x="2922" y="0"/>
                </a:cubicBezTo>
              </a:path>
            </a:pathLst>
          </a:custGeom>
          <a:noFill/>
          <a:ln w="76200" cmpd="sng">
            <a:solidFill>
              <a:schemeClr val="hlink"/>
            </a:solidFill>
            <a:round/>
            <a:headEnd type="triangle" w="med" len="lg"/>
            <a:tailEnd type="triangle" w="med" len="lg"/>
          </a:ln>
          <a:effectLst/>
        </p:spPr>
        <p:txBody>
          <a:bodyPr/>
          <a:lstStyle/>
          <a:p>
            <a:pPr>
              <a:defRPr/>
            </a:pPr>
            <a:endParaRPr lang="zh-CN" altLang="en-US">
              <a:cs typeface="+mn-cs"/>
            </a:endParaRPr>
          </a:p>
        </p:txBody>
      </p:sp>
      <p:grpSp>
        <p:nvGrpSpPr>
          <p:cNvPr id="558407" name="Group 327">
            <a:extLst>
              <a:ext uri="{FF2B5EF4-FFF2-40B4-BE49-F238E27FC236}">
                <a16:creationId xmlns:a16="http://schemas.microsoft.com/office/drawing/2014/main" id="{D74BE021-8E32-F54D-BC5E-BDB83277460F}"/>
              </a:ext>
            </a:extLst>
          </p:cNvPr>
          <p:cNvGrpSpPr>
            <a:grpSpLocks/>
          </p:cNvGrpSpPr>
          <p:nvPr/>
        </p:nvGrpSpPr>
        <p:grpSpPr bwMode="auto">
          <a:xfrm>
            <a:off x="4692254" y="2247900"/>
            <a:ext cx="1027509" cy="538163"/>
            <a:chOff x="2981" y="1888"/>
            <a:chExt cx="863" cy="452"/>
          </a:xfrm>
        </p:grpSpPr>
        <p:sp>
          <p:nvSpPr>
            <p:cNvPr id="558398" name="AutoShape 318">
              <a:extLst>
                <a:ext uri="{FF2B5EF4-FFF2-40B4-BE49-F238E27FC236}">
                  <a16:creationId xmlns:a16="http://schemas.microsoft.com/office/drawing/2014/main" id="{21799AE9-0D01-504D-9EAF-A415428D9D81}"/>
                </a:ext>
              </a:extLst>
            </p:cNvPr>
            <p:cNvSpPr>
              <a:spLocks noChangeArrowheads="1"/>
            </p:cNvSpPr>
            <p:nvPr/>
          </p:nvSpPr>
          <p:spPr bwMode="auto">
            <a:xfrm>
              <a:off x="2981" y="1888"/>
              <a:ext cx="863" cy="452"/>
            </a:xfrm>
            <a:prstGeom prst="wedgeRoundRectCallout">
              <a:avLst>
                <a:gd name="adj1" fmla="val -89051"/>
                <a:gd name="adj2" fmla="val 144468"/>
                <a:gd name="adj3" fmla="val 16667"/>
              </a:avLst>
            </a:prstGeom>
            <a:solidFill>
              <a:srgbClr val="FFFF99"/>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240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sp>
          <p:nvSpPr>
            <p:cNvPr id="129074" name="Rectangle 319">
              <a:extLst>
                <a:ext uri="{FF2B5EF4-FFF2-40B4-BE49-F238E27FC236}">
                  <a16:creationId xmlns:a16="http://schemas.microsoft.com/office/drawing/2014/main" id="{B6E9963D-9E4C-7347-9C87-B1257DADD2C1}"/>
                </a:ext>
              </a:extLst>
            </p:cNvPr>
            <p:cNvSpPr>
              <a:spLocks noChangeArrowheads="1"/>
            </p:cNvSpPr>
            <p:nvPr/>
          </p:nvSpPr>
          <p:spPr bwMode="auto">
            <a:xfrm>
              <a:off x="3016" y="1906"/>
              <a:ext cx="80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这条链路上</a:t>
              </a:r>
            </a:p>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的时延很大</a:t>
              </a:r>
            </a:p>
          </p:txBody>
        </p:sp>
      </p:grpSp>
      <p:sp>
        <p:nvSpPr>
          <p:cNvPr id="558400" name="Freeform 320">
            <a:extLst>
              <a:ext uri="{FF2B5EF4-FFF2-40B4-BE49-F238E27FC236}">
                <a16:creationId xmlns:a16="http://schemas.microsoft.com/office/drawing/2014/main" id="{312F9385-948B-1149-832D-39191CFBB67A}"/>
              </a:ext>
            </a:extLst>
          </p:cNvPr>
          <p:cNvSpPr>
            <a:spLocks/>
          </p:cNvSpPr>
          <p:nvPr/>
        </p:nvSpPr>
        <p:spPr bwMode="auto">
          <a:xfrm>
            <a:off x="2250282" y="2395538"/>
            <a:ext cx="1478756" cy="870347"/>
          </a:xfrm>
          <a:custGeom>
            <a:avLst/>
            <a:gdLst>
              <a:gd name="T0" fmla="*/ 0 w 620"/>
              <a:gd name="T1" fmla="*/ 0 h 909"/>
              <a:gd name="T2" fmla="*/ 1971675 w 620"/>
              <a:gd name="T3" fmla="*/ 1160463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1" name="Freeform 321">
            <a:extLst>
              <a:ext uri="{FF2B5EF4-FFF2-40B4-BE49-F238E27FC236}">
                <a16:creationId xmlns:a16="http://schemas.microsoft.com/office/drawing/2014/main" id="{2548CCF9-75E1-204C-8E52-352999538300}"/>
              </a:ext>
            </a:extLst>
          </p:cNvPr>
          <p:cNvSpPr>
            <a:spLocks/>
          </p:cNvSpPr>
          <p:nvPr/>
        </p:nvSpPr>
        <p:spPr bwMode="auto">
          <a:xfrm>
            <a:off x="2378869" y="2976563"/>
            <a:ext cx="1284685" cy="363141"/>
          </a:xfrm>
          <a:custGeom>
            <a:avLst/>
            <a:gdLst>
              <a:gd name="T0" fmla="*/ 0 w 620"/>
              <a:gd name="T1" fmla="*/ 0 h 909"/>
              <a:gd name="T2" fmla="*/ 1712913 w 620"/>
              <a:gd name="T3" fmla="*/ 484188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2" name="Freeform 322">
            <a:extLst>
              <a:ext uri="{FF2B5EF4-FFF2-40B4-BE49-F238E27FC236}">
                <a16:creationId xmlns:a16="http://schemas.microsoft.com/office/drawing/2014/main" id="{3A583FD8-B18B-C140-8A71-98C832952267}"/>
              </a:ext>
            </a:extLst>
          </p:cNvPr>
          <p:cNvSpPr>
            <a:spLocks/>
          </p:cNvSpPr>
          <p:nvPr/>
        </p:nvSpPr>
        <p:spPr bwMode="auto">
          <a:xfrm>
            <a:off x="1791891" y="3381375"/>
            <a:ext cx="1902619" cy="28575"/>
          </a:xfrm>
          <a:custGeom>
            <a:avLst/>
            <a:gdLst>
              <a:gd name="T0" fmla="*/ 0 w 1344"/>
              <a:gd name="T1" fmla="*/ 38100 h 17"/>
              <a:gd name="T2" fmla="*/ 2536825 w 1344"/>
              <a:gd name="T3" fmla="*/ 0 h 17"/>
              <a:gd name="T4" fmla="*/ 0 60000 65536"/>
              <a:gd name="T5" fmla="*/ 0 60000 65536"/>
            </a:gdLst>
            <a:ahLst/>
            <a:cxnLst>
              <a:cxn ang="T4">
                <a:pos x="T0" y="T1"/>
              </a:cxn>
              <a:cxn ang="T5">
                <a:pos x="T2" y="T3"/>
              </a:cxn>
            </a:cxnLst>
            <a:rect l="0" t="0" r="r" b="b"/>
            <a:pathLst>
              <a:path w="1344" h="17">
                <a:moveTo>
                  <a:pt x="0" y="17"/>
                </a:moveTo>
                <a:cubicBezTo>
                  <a:pt x="224" y="14"/>
                  <a:pt x="1064" y="4"/>
                  <a:pt x="1344" y="0"/>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558403" name="Freeform 323">
            <a:extLst>
              <a:ext uri="{FF2B5EF4-FFF2-40B4-BE49-F238E27FC236}">
                <a16:creationId xmlns:a16="http://schemas.microsoft.com/office/drawing/2014/main" id="{E7476569-4568-2446-ABC3-1774B5BEC51F}"/>
              </a:ext>
            </a:extLst>
          </p:cNvPr>
          <p:cNvSpPr>
            <a:spLocks/>
          </p:cNvSpPr>
          <p:nvPr/>
        </p:nvSpPr>
        <p:spPr bwMode="auto">
          <a:xfrm>
            <a:off x="2250281" y="3433763"/>
            <a:ext cx="1490663" cy="485775"/>
          </a:xfrm>
          <a:custGeom>
            <a:avLst/>
            <a:gdLst>
              <a:gd name="T0" fmla="*/ 0 w 1052"/>
              <a:gd name="T1" fmla="*/ 647700 h 304"/>
              <a:gd name="T2" fmla="*/ 1987550 w 1052"/>
              <a:gd name="T3" fmla="*/ 0 h 304"/>
              <a:gd name="T4" fmla="*/ 0 60000 65536"/>
              <a:gd name="T5" fmla="*/ 0 60000 65536"/>
            </a:gdLst>
            <a:ahLst/>
            <a:cxnLst>
              <a:cxn ang="T4">
                <a:pos x="T0" y="T1"/>
              </a:cxn>
              <a:cxn ang="T5">
                <a:pos x="T2" y="T3"/>
              </a:cxn>
            </a:cxnLst>
            <a:rect l="0" t="0" r="r" b="b"/>
            <a:pathLst>
              <a:path w="1052" h="304">
                <a:moveTo>
                  <a:pt x="0" y="304"/>
                </a:moveTo>
                <a:cubicBezTo>
                  <a:pt x="175" y="253"/>
                  <a:pt x="833" y="63"/>
                  <a:pt x="1052" y="0"/>
                </a:cubicBezTo>
              </a:path>
            </a:pathLst>
          </a:custGeom>
          <a:noFill/>
          <a:ln w="38100" cmpd="sng">
            <a:solidFill>
              <a:schemeClr val="hlink"/>
            </a:solidFill>
            <a:round/>
            <a:headEnd type="triangle" w="med" len="lg"/>
            <a:tailEnd type="triangle" w="med" len="lg"/>
          </a:ln>
          <a:effectLst/>
        </p:spPr>
        <p:txBody>
          <a:bodyPr/>
          <a:lstStyle/>
          <a:p>
            <a:pPr>
              <a:defRPr/>
            </a:pPr>
            <a:endParaRPr lang="zh-CN" altLang="en-US">
              <a:cs typeface="+mn-cs"/>
            </a:endParaRPr>
          </a:p>
        </p:txBody>
      </p:sp>
      <p:sp>
        <p:nvSpPr>
          <p:cNvPr id="129068" name="Text Box 326">
            <a:extLst>
              <a:ext uri="{FF2B5EF4-FFF2-40B4-BE49-F238E27FC236}">
                <a16:creationId xmlns:a16="http://schemas.microsoft.com/office/drawing/2014/main" id="{C23BAB37-3624-B042-BE50-7F1FD15BBDB0}"/>
              </a:ext>
            </a:extLst>
          </p:cNvPr>
          <p:cNvSpPr txBox="1">
            <a:spLocks noChangeArrowheads="1"/>
          </p:cNvSpPr>
          <p:nvPr/>
        </p:nvSpPr>
        <p:spPr bwMode="auto">
          <a:xfrm>
            <a:off x="2951560" y="1560910"/>
            <a:ext cx="3570208" cy="461665"/>
          </a:xfrm>
          <a:prstGeom prst="rect">
            <a:avLst/>
          </a:prstGeom>
          <a:solidFill>
            <a:srgbClr val="CCECFF"/>
          </a:solidFill>
          <a:ln w="9525">
            <a:solidFill>
              <a:srgbClr val="333399"/>
            </a:solidFill>
            <a:miter lim="800000"/>
            <a:headEnd/>
            <a:tailEnd/>
          </a:ln>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a:latin typeface="Tahoma" panose="020B0604030504040204" pitchFamily="34" charset="0"/>
                <a:ea typeface="宋体" panose="02010600030101010101" pitchFamily="2" charset="-122"/>
              </a:rPr>
              <a:t>没有使用高速缓存的情况</a:t>
            </a:r>
          </a:p>
        </p:txBody>
      </p:sp>
      <p:grpSp>
        <p:nvGrpSpPr>
          <p:cNvPr id="558410" name="Group 330">
            <a:extLst>
              <a:ext uri="{FF2B5EF4-FFF2-40B4-BE49-F238E27FC236}">
                <a16:creationId xmlns:a16="http://schemas.microsoft.com/office/drawing/2014/main" id="{52D37AA9-48A5-6840-A986-C36374151AF7}"/>
              </a:ext>
            </a:extLst>
          </p:cNvPr>
          <p:cNvGrpSpPr>
            <a:grpSpLocks/>
          </p:cNvGrpSpPr>
          <p:nvPr/>
        </p:nvGrpSpPr>
        <p:grpSpPr bwMode="auto">
          <a:xfrm>
            <a:off x="3943352" y="3274218"/>
            <a:ext cx="2339579" cy="1332310"/>
            <a:chOff x="2352" y="2750"/>
            <a:chExt cx="1965" cy="1119"/>
          </a:xfrm>
        </p:grpSpPr>
        <p:sp>
          <p:nvSpPr>
            <p:cNvPr id="129071" name="Text Box 328">
              <a:extLst>
                <a:ext uri="{FF2B5EF4-FFF2-40B4-BE49-F238E27FC236}">
                  <a16:creationId xmlns:a16="http://schemas.microsoft.com/office/drawing/2014/main" id="{5A3DDCB2-985B-A84A-AFAB-63774522C1A1}"/>
                </a:ext>
              </a:extLst>
            </p:cNvPr>
            <p:cNvSpPr txBox="1">
              <a:spLocks noChangeArrowheads="1"/>
            </p:cNvSpPr>
            <p:nvPr/>
          </p:nvSpPr>
          <p:spPr bwMode="auto">
            <a:xfrm>
              <a:off x="2352" y="3249"/>
              <a:ext cx="1965"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所有万维网通信量</a:t>
              </a:r>
            </a:p>
            <a:p>
              <a:pPr algn="ctr" eaLnBrk="1" hangingPunct="1">
                <a:spcBef>
                  <a:spcPct val="0"/>
                </a:spcBef>
                <a:buClrTx/>
                <a:buSzTx/>
                <a:buFontTx/>
                <a:buNone/>
              </a:pPr>
              <a:r>
                <a:rPr lang="zh-CN" altLang="en-US" sz="2100">
                  <a:latin typeface="Tahoma" panose="020B0604030504040204" pitchFamily="34" charset="0"/>
                  <a:ea typeface="宋体" panose="02010600030101010101" pitchFamily="2" charset="-122"/>
                </a:rPr>
                <a:t>都经过这条链路</a:t>
              </a:r>
            </a:p>
          </p:txBody>
        </p:sp>
        <p:sp>
          <p:nvSpPr>
            <p:cNvPr id="558409" name="Line 329">
              <a:extLst>
                <a:ext uri="{FF2B5EF4-FFF2-40B4-BE49-F238E27FC236}">
                  <a16:creationId xmlns:a16="http://schemas.microsoft.com/office/drawing/2014/main" id="{9A741990-84EE-164F-A42B-6E7BC9B42DA2}"/>
                </a:ext>
              </a:extLst>
            </p:cNvPr>
            <p:cNvSpPr>
              <a:spLocks noChangeShapeType="1"/>
            </p:cNvSpPr>
            <p:nvPr/>
          </p:nvSpPr>
          <p:spPr bwMode="auto">
            <a:xfrm flipV="1">
              <a:off x="3334" y="2750"/>
              <a:ext cx="0" cy="589"/>
            </a:xfrm>
            <a:prstGeom prst="line">
              <a:avLst/>
            </a:prstGeom>
            <a:noFill/>
            <a:ln w="76200">
              <a:solidFill>
                <a:srgbClr val="333399"/>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grpSp>
    </p:spTree>
    <p:extLst>
      <p:ext uri="{BB962C8B-B14F-4D97-AF65-F5344CB8AC3E}">
        <p14:creationId xmlns:p14="http://schemas.microsoft.com/office/powerpoint/2010/main" val="18882118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84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000"/>
                                  </p:stCondLst>
                                  <p:childTnLst>
                                    <p:set>
                                      <p:cBhvr>
                                        <p:cTn id="9" dur="1" fill="hold">
                                          <p:stCondLst>
                                            <p:cond delay="0"/>
                                          </p:stCondLst>
                                        </p:cTn>
                                        <p:tgtEl>
                                          <p:spTgt spid="558407"/>
                                        </p:tgtEl>
                                        <p:attrNameLst>
                                          <p:attrName>style.visibility</p:attrName>
                                        </p:attrNameLst>
                                      </p:cBhvr>
                                      <p:to>
                                        <p:strVal val="visible"/>
                                      </p:to>
                                    </p:set>
                                  </p:childTnLst>
                                </p:cTn>
                              </p:par>
                            </p:childTnLst>
                          </p:cTn>
                        </p:par>
                        <p:par>
                          <p:cTn id="10" fill="hold" nodeType="afterGroup">
                            <p:stCondLst>
                              <p:cond delay="1000"/>
                            </p:stCondLst>
                            <p:childTnLst>
                              <p:par>
                                <p:cTn id="11" presetID="35" presetClass="emph" presetSubtype="0" repeatCount="3000" fill="hold" nodeType="afterEffect">
                                  <p:stCondLst>
                                    <p:cond delay="500"/>
                                  </p:stCondLst>
                                  <p:childTnLst>
                                    <p:anim calcmode="discrete" valueType="str">
                                      <p:cBhvr>
                                        <p:cTn id="12" dur="1000" fill="hold"/>
                                        <p:tgtEl>
                                          <p:spTgt spid="5584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57CF463-1F34-E44F-9B95-785A66B8A078}"/>
              </a:ext>
            </a:extLst>
          </p:cNvPr>
          <p:cNvSpPr>
            <a:spLocks noGrp="1"/>
          </p:cNvSpPr>
          <p:nvPr>
            <p:ph idx="1"/>
          </p:nvPr>
        </p:nvSpPr>
        <p:spPr>
          <a:xfrm>
            <a:off x="133563" y="1104900"/>
            <a:ext cx="8804953" cy="815203"/>
          </a:xfrm>
        </p:spPr>
        <p:txBody>
          <a:bodyPr/>
          <a:lstStyle/>
          <a:p>
            <a:pPr marL="449263" indent="-449263">
              <a:buNone/>
            </a:pPr>
            <a:r>
              <a:rPr lang="en-US" altLang="zh-CN" dirty="0">
                <a:latin typeface="Arial" panose="020B0604020202020204" pitchFamily="34" charset="0"/>
                <a:ea typeface="宋体" panose="02010600030101010101" pitchFamily="2" charset="-122"/>
              </a:rPr>
              <a:t>(1) </a:t>
            </a:r>
            <a:r>
              <a:rPr lang="zh-CN" altLang="en-US" dirty="0">
                <a:latin typeface="Arial" panose="020B0604020202020204" pitchFamily="34" charset="0"/>
                <a:ea typeface="宋体" panose="02010600030101010101" pitchFamily="2" charset="-122"/>
              </a:rPr>
              <a:t>浏览器访问因特网的服务器时，要先与校园网的高速缓存建立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连接，并向高速缓存发出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请求报文 </a:t>
            </a:r>
          </a:p>
          <a:p>
            <a:endParaRPr kumimoji="1" lang="zh-CN" altLang="en-US" dirty="0"/>
          </a:p>
        </p:txBody>
      </p:sp>
      <p:sp>
        <p:nvSpPr>
          <p:cNvPr id="131121" name="幻灯片编号占位符 1">
            <a:extLst>
              <a:ext uri="{FF2B5EF4-FFF2-40B4-BE49-F238E27FC236}">
                <a16:creationId xmlns:a16="http://schemas.microsoft.com/office/drawing/2014/main" id="{9F6ECD53-2CEF-DC47-80A6-E6E7DAE6D059}"/>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EDE1332-33DF-D44F-80DA-DF62CA3E4040}"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58</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1073" name="Rectangle 2">
            <a:extLst>
              <a:ext uri="{FF2B5EF4-FFF2-40B4-BE49-F238E27FC236}">
                <a16:creationId xmlns:a16="http://schemas.microsoft.com/office/drawing/2014/main" id="{CA6BEBA6-B63D-1446-A0CE-9857F2FF8E15}"/>
              </a:ext>
            </a:extLst>
          </p:cNvPr>
          <p:cNvSpPr>
            <a:spLocks noGrp="1" noChangeArrowheads="1"/>
          </p:cNvSpPr>
          <p:nvPr>
            <p:ph type="title"/>
          </p:nvPr>
        </p:nvSpPr>
        <p:spPr/>
        <p:txBody>
          <a:bodyPr/>
          <a:lstStyle/>
          <a:p>
            <a:pPr eaLnBrk="1" hangingPunct="1"/>
            <a:r>
              <a:rPr lang="zh-CN" altLang="en-US" sz="3000" dirty="0">
                <a:latin typeface="Times New Roman" panose="02020603050405020304" pitchFamily="18" charset="0"/>
                <a:ea typeface="宋体" panose="02010600030101010101" pitchFamily="2" charset="-122"/>
              </a:rPr>
              <a:t>使用高速缓存的情况</a:t>
            </a:r>
          </a:p>
        </p:txBody>
      </p:sp>
      <p:grpSp>
        <p:nvGrpSpPr>
          <p:cNvPr id="131074" name="Group 6">
            <a:extLst>
              <a:ext uri="{FF2B5EF4-FFF2-40B4-BE49-F238E27FC236}">
                <a16:creationId xmlns:a16="http://schemas.microsoft.com/office/drawing/2014/main" id="{A166B12E-930E-7A4C-BF5F-55ABAC135EA8}"/>
              </a:ext>
            </a:extLst>
          </p:cNvPr>
          <p:cNvGrpSpPr>
            <a:grpSpLocks/>
          </p:cNvGrpSpPr>
          <p:nvPr/>
        </p:nvGrpSpPr>
        <p:grpSpPr bwMode="auto">
          <a:xfrm>
            <a:off x="1331119" y="2620566"/>
            <a:ext cx="2590800" cy="1927622"/>
            <a:chOff x="912" y="768"/>
            <a:chExt cx="2400" cy="1584"/>
          </a:xfrm>
        </p:grpSpPr>
        <p:sp>
          <p:nvSpPr>
            <p:cNvPr id="131378" name="Oval 7">
              <a:extLst>
                <a:ext uri="{FF2B5EF4-FFF2-40B4-BE49-F238E27FC236}">
                  <a16:creationId xmlns:a16="http://schemas.microsoft.com/office/drawing/2014/main" id="{D07818E4-42F2-1C4C-86F9-30C65928034D}"/>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9" name="Oval 8">
              <a:extLst>
                <a:ext uri="{FF2B5EF4-FFF2-40B4-BE49-F238E27FC236}">
                  <a16:creationId xmlns:a16="http://schemas.microsoft.com/office/drawing/2014/main" id="{5E41D8FF-284D-2744-A2B5-AA5EB5F7BD87}"/>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0" name="Oval 9">
              <a:extLst>
                <a:ext uri="{FF2B5EF4-FFF2-40B4-BE49-F238E27FC236}">
                  <a16:creationId xmlns:a16="http://schemas.microsoft.com/office/drawing/2014/main" id="{4A3FD08E-C351-2F4A-88A6-4036592E1548}"/>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1" name="Oval 10">
              <a:extLst>
                <a:ext uri="{FF2B5EF4-FFF2-40B4-BE49-F238E27FC236}">
                  <a16:creationId xmlns:a16="http://schemas.microsoft.com/office/drawing/2014/main" id="{D9AD635D-07FC-AB47-8CDE-870214400EE7}"/>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2" name="Oval 11">
              <a:extLst>
                <a:ext uri="{FF2B5EF4-FFF2-40B4-BE49-F238E27FC236}">
                  <a16:creationId xmlns:a16="http://schemas.microsoft.com/office/drawing/2014/main" id="{19EE942D-C298-0F4B-A669-7FC689291497}"/>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3" name="Oval 12">
              <a:extLst>
                <a:ext uri="{FF2B5EF4-FFF2-40B4-BE49-F238E27FC236}">
                  <a16:creationId xmlns:a16="http://schemas.microsoft.com/office/drawing/2014/main" id="{5734BE89-C745-E842-BF7A-E2E74205E1D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4" name="Oval 13">
              <a:extLst>
                <a:ext uri="{FF2B5EF4-FFF2-40B4-BE49-F238E27FC236}">
                  <a16:creationId xmlns:a16="http://schemas.microsoft.com/office/drawing/2014/main" id="{FE34AC10-5A15-5C43-B9AC-72681BA73556}"/>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5" name="Oval 14">
              <a:extLst>
                <a:ext uri="{FF2B5EF4-FFF2-40B4-BE49-F238E27FC236}">
                  <a16:creationId xmlns:a16="http://schemas.microsoft.com/office/drawing/2014/main" id="{7CF0649D-618F-EF44-874E-D4A6E3FA9446}"/>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6" name="Oval 15">
              <a:extLst>
                <a:ext uri="{FF2B5EF4-FFF2-40B4-BE49-F238E27FC236}">
                  <a16:creationId xmlns:a16="http://schemas.microsoft.com/office/drawing/2014/main" id="{474CB936-E9CF-A243-AF86-DADD1007735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387" name="Group 16">
              <a:extLst>
                <a:ext uri="{FF2B5EF4-FFF2-40B4-BE49-F238E27FC236}">
                  <a16:creationId xmlns:a16="http://schemas.microsoft.com/office/drawing/2014/main" id="{42FA97DB-826C-4343-BDDB-F3879FF1F153}"/>
                </a:ext>
              </a:extLst>
            </p:cNvPr>
            <p:cNvGrpSpPr>
              <a:grpSpLocks/>
            </p:cNvGrpSpPr>
            <p:nvPr/>
          </p:nvGrpSpPr>
          <p:grpSpPr bwMode="auto">
            <a:xfrm>
              <a:off x="912" y="768"/>
              <a:ext cx="2386" cy="1553"/>
              <a:chOff x="912" y="768"/>
              <a:chExt cx="2386" cy="1553"/>
            </a:xfrm>
          </p:grpSpPr>
          <p:sp>
            <p:nvSpPr>
              <p:cNvPr id="131388" name="Oval 17">
                <a:extLst>
                  <a:ext uri="{FF2B5EF4-FFF2-40B4-BE49-F238E27FC236}">
                    <a16:creationId xmlns:a16="http://schemas.microsoft.com/office/drawing/2014/main" id="{10CBC07D-5576-AB44-A0D5-020508EA13F9}"/>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89" name="Oval 18">
                <a:extLst>
                  <a:ext uri="{FF2B5EF4-FFF2-40B4-BE49-F238E27FC236}">
                    <a16:creationId xmlns:a16="http://schemas.microsoft.com/office/drawing/2014/main" id="{766D0937-0D8A-2446-AAEC-A6200092B872}"/>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0" name="Oval 19">
                <a:extLst>
                  <a:ext uri="{FF2B5EF4-FFF2-40B4-BE49-F238E27FC236}">
                    <a16:creationId xmlns:a16="http://schemas.microsoft.com/office/drawing/2014/main" id="{B205A39A-4C70-C24D-A426-3F024A93F1EB}"/>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1" name="Oval 20">
                <a:extLst>
                  <a:ext uri="{FF2B5EF4-FFF2-40B4-BE49-F238E27FC236}">
                    <a16:creationId xmlns:a16="http://schemas.microsoft.com/office/drawing/2014/main" id="{E5613196-6016-8247-BA56-31A471CBFCDC}"/>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2" name="Oval 21">
                <a:extLst>
                  <a:ext uri="{FF2B5EF4-FFF2-40B4-BE49-F238E27FC236}">
                    <a16:creationId xmlns:a16="http://schemas.microsoft.com/office/drawing/2014/main" id="{12A8E2B8-A24D-654C-9FBF-070366FAD49A}"/>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3" name="Oval 22">
                <a:extLst>
                  <a:ext uri="{FF2B5EF4-FFF2-40B4-BE49-F238E27FC236}">
                    <a16:creationId xmlns:a16="http://schemas.microsoft.com/office/drawing/2014/main" id="{FF10D192-C7D0-814F-87DD-86B8D2E48966}"/>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4" name="Oval 23">
                <a:extLst>
                  <a:ext uri="{FF2B5EF4-FFF2-40B4-BE49-F238E27FC236}">
                    <a16:creationId xmlns:a16="http://schemas.microsoft.com/office/drawing/2014/main" id="{05E52347-5DCD-7B46-89DA-841085B0CC18}"/>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5" name="Oval 24">
                <a:extLst>
                  <a:ext uri="{FF2B5EF4-FFF2-40B4-BE49-F238E27FC236}">
                    <a16:creationId xmlns:a16="http://schemas.microsoft.com/office/drawing/2014/main" id="{5FF35856-8106-DA4B-A8D1-101C33A8C495}"/>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96" name="Oval 25">
                <a:extLst>
                  <a:ext uri="{FF2B5EF4-FFF2-40B4-BE49-F238E27FC236}">
                    <a16:creationId xmlns:a16="http://schemas.microsoft.com/office/drawing/2014/main" id="{C10ED0B2-0BD9-FF45-94E8-7F6B470D4A72}"/>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1075" name="Object 26">
            <a:extLst>
              <a:ext uri="{FF2B5EF4-FFF2-40B4-BE49-F238E27FC236}">
                <a16:creationId xmlns:a16="http://schemas.microsoft.com/office/drawing/2014/main" id="{06A6E240-B6E4-AA4E-BE10-109614AAE483}"/>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17769" name="VISIO" r:id="rId4" imgW="3378200" imgH="1930400" progId="Visio.Drawing.6">
                  <p:embed/>
                </p:oleObj>
              </mc:Choice>
              <mc:Fallback>
                <p:oleObj name="VISIO" r:id="rId4" imgW="3378200" imgH="1930400" progId="Visio.Drawing.6">
                  <p:embed/>
                  <p:pic>
                    <p:nvPicPr>
                      <p:cNvPr id="131075" name="Object 26">
                        <a:extLst>
                          <a:ext uri="{FF2B5EF4-FFF2-40B4-BE49-F238E27FC236}">
                            <a16:creationId xmlns:a16="http://schemas.microsoft.com/office/drawing/2014/main" id="{06A6E240-B6E4-AA4E-BE10-109614AAE4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62203" name="Line 27">
            <a:extLst>
              <a:ext uri="{FF2B5EF4-FFF2-40B4-BE49-F238E27FC236}">
                <a16:creationId xmlns:a16="http://schemas.microsoft.com/office/drawing/2014/main" id="{E20CA5B3-F9ED-4246-BF0D-C163A6E11F6C}"/>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1077" name="Line 28">
            <a:extLst>
              <a:ext uri="{FF2B5EF4-FFF2-40B4-BE49-F238E27FC236}">
                <a16:creationId xmlns:a16="http://schemas.microsoft.com/office/drawing/2014/main" id="{802D3E18-1F43-6E46-A4D6-BAFAC64D1BA0}"/>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8" name="Line 29">
            <a:extLst>
              <a:ext uri="{FF2B5EF4-FFF2-40B4-BE49-F238E27FC236}">
                <a16:creationId xmlns:a16="http://schemas.microsoft.com/office/drawing/2014/main" id="{DB25F3B5-3279-D948-B2FA-89AF986FFD44}"/>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79" name="Line 30">
            <a:extLst>
              <a:ext uri="{FF2B5EF4-FFF2-40B4-BE49-F238E27FC236}">
                <a16:creationId xmlns:a16="http://schemas.microsoft.com/office/drawing/2014/main" id="{102AFBBE-008D-E648-83CA-F190C0BAE5AD}"/>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0" name="Line 31">
            <a:extLst>
              <a:ext uri="{FF2B5EF4-FFF2-40B4-BE49-F238E27FC236}">
                <a16:creationId xmlns:a16="http://schemas.microsoft.com/office/drawing/2014/main" id="{7FEC70A3-743A-834B-8A6F-8B08B3DD3A16}"/>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081" name="Group 33">
            <a:extLst>
              <a:ext uri="{FF2B5EF4-FFF2-40B4-BE49-F238E27FC236}">
                <a16:creationId xmlns:a16="http://schemas.microsoft.com/office/drawing/2014/main" id="{251ACC21-13B6-1548-ACB5-95B204984924}"/>
              </a:ext>
            </a:extLst>
          </p:cNvPr>
          <p:cNvGrpSpPr>
            <a:grpSpLocks/>
          </p:cNvGrpSpPr>
          <p:nvPr/>
        </p:nvGrpSpPr>
        <p:grpSpPr bwMode="auto">
          <a:xfrm>
            <a:off x="7442597" y="2988469"/>
            <a:ext cx="295275" cy="496491"/>
            <a:chOff x="4486" y="2730"/>
            <a:chExt cx="217" cy="339"/>
          </a:xfrm>
        </p:grpSpPr>
        <p:grpSp>
          <p:nvGrpSpPr>
            <p:cNvPr id="131358" name="Group 34">
              <a:extLst>
                <a:ext uri="{FF2B5EF4-FFF2-40B4-BE49-F238E27FC236}">
                  <a16:creationId xmlns:a16="http://schemas.microsoft.com/office/drawing/2014/main" id="{690B8A8A-F482-B643-A311-4625CBF4EE0F}"/>
                </a:ext>
              </a:extLst>
            </p:cNvPr>
            <p:cNvGrpSpPr>
              <a:grpSpLocks/>
            </p:cNvGrpSpPr>
            <p:nvPr/>
          </p:nvGrpSpPr>
          <p:grpSpPr bwMode="auto">
            <a:xfrm>
              <a:off x="4491" y="2736"/>
              <a:ext cx="212" cy="333"/>
              <a:chOff x="4491" y="2736"/>
              <a:chExt cx="212" cy="333"/>
            </a:xfrm>
          </p:grpSpPr>
          <p:sp>
            <p:nvSpPr>
              <p:cNvPr id="131369" name="Freeform 35">
                <a:extLst>
                  <a:ext uri="{FF2B5EF4-FFF2-40B4-BE49-F238E27FC236}">
                    <a16:creationId xmlns:a16="http://schemas.microsoft.com/office/drawing/2014/main" id="{413777F5-2E92-7C44-91CE-FA0BF2F0BB8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0" name="Freeform 36">
                <a:extLst>
                  <a:ext uri="{FF2B5EF4-FFF2-40B4-BE49-F238E27FC236}">
                    <a16:creationId xmlns:a16="http://schemas.microsoft.com/office/drawing/2014/main" id="{E3330A9B-6E3B-884A-B861-777CEEF373D2}"/>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1" name="Freeform 37">
                <a:extLst>
                  <a:ext uri="{FF2B5EF4-FFF2-40B4-BE49-F238E27FC236}">
                    <a16:creationId xmlns:a16="http://schemas.microsoft.com/office/drawing/2014/main" id="{A5AD68F7-746F-E64F-A73E-9FF59CA5916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2" name="Freeform 38">
                <a:extLst>
                  <a:ext uri="{FF2B5EF4-FFF2-40B4-BE49-F238E27FC236}">
                    <a16:creationId xmlns:a16="http://schemas.microsoft.com/office/drawing/2014/main" id="{A6FB08DC-4E40-9D41-805B-C8600481DBFD}"/>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73" name="Rectangle 39">
                <a:extLst>
                  <a:ext uri="{FF2B5EF4-FFF2-40B4-BE49-F238E27FC236}">
                    <a16:creationId xmlns:a16="http://schemas.microsoft.com/office/drawing/2014/main" id="{2E5293CE-D117-9946-8E8D-A82ED954DBD2}"/>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4" name="Rectangle 40">
                <a:extLst>
                  <a:ext uri="{FF2B5EF4-FFF2-40B4-BE49-F238E27FC236}">
                    <a16:creationId xmlns:a16="http://schemas.microsoft.com/office/drawing/2014/main" id="{F20F4C46-5C91-D346-9A9C-5EDD992F6036}"/>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75" name="Line 41">
                <a:extLst>
                  <a:ext uri="{FF2B5EF4-FFF2-40B4-BE49-F238E27FC236}">
                    <a16:creationId xmlns:a16="http://schemas.microsoft.com/office/drawing/2014/main" id="{8E62DFD6-F6A2-1141-AAD8-FB56EBEDD84D}"/>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76" name="Line 42">
                <a:extLst>
                  <a:ext uri="{FF2B5EF4-FFF2-40B4-BE49-F238E27FC236}">
                    <a16:creationId xmlns:a16="http://schemas.microsoft.com/office/drawing/2014/main" id="{B8762F49-8471-164A-AD3A-03C65A232E09}"/>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77" name="Line 43">
                <a:extLst>
                  <a:ext uri="{FF2B5EF4-FFF2-40B4-BE49-F238E27FC236}">
                    <a16:creationId xmlns:a16="http://schemas.microsoft.com/office/drawing/2014/main" id="{6F7A3556-AD1A-D940-A14C-5CA3643383BA}"/>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59" name="Group 44">
              <a:extLst>
                <a:ext uri="{FF2B5EF4-FFF2-40B4-BE49-F238E27FC236}">
                  <a16:creationId xmlns:a16="http://schemas.microsoft.com/office/drawing/2014/main" id="{18B52636-092F-C949-BFFB-A46DEF285BAE}"/>
                </a:ext>
              </a:extLst>
            </p:cNvPr>
            <p:cNvGrpSpPr>
              <a:grpSpLocks/>
            </p:cNvGrpSpPr>
            <p:nvPr/>
          </p:nvGrpSpPr>
          <p:grpSpPr bwMode="auto">
            <a:xfrm>
              <a:off x="4486" y="2730"/>
              <a:ext cx="212" cy="333"/>
              <a:chOff x="4486" y="2730"/>
              <a:chExt cx="212" cy="333"/>
            </a:xfrm>
          </p:grpSpPr>
          <p:sp>
            <p:nvSpPr>
              <p:cNvPr id="131360" name="Freeform 45">
                <a:extLst>
                  <a:ext uri="{FF2B5EF4-FFF2-40B4-BE49-F238E27FC236}">
                    <a16:creationId xmlns:a16="http://schemas.microsoft.com/office/drawing/2014/main" id="{065EEE99-5311-1549-8A88-5E5E992E75AC}"/>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1" name="Freeform 46">
                <a:extLst>
                  <a:ext uri="{FF2B5EF4-FFF2-40B4-BE49-F238E27FC236}">
                    <a16:creationId xmlns:a16="http://schemas.microsoft.com/office/drawing/2014/main" id="{2DA7AD96-E44E-F942-BE6D-1CC5160F855D}"/>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2" name="Freeform 47">
                <a:extLst>
                  <a:ext uri="{FF2B5EF4-FFF2-40B4-BE49-F238E27FC236}">
                    <a16:creationId xmlns:a16="http://schemas.microsoft.com/office/drawing/2014/main" id="{E08F799A-7D2D-AA46-94B6-E39A0F6F943D}"/>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3" name="Freeform 48">
                <a:extLst>
                  <a:ext uri="{FF2B5EF4-FFF2-40B4-BE49-F238E27FC236}">
                    <a16:creationId xmlns:a16="http://schemas.microsoft.com/office/drawing/2014/main" id="{C27650C4-6FFC-D241-9933-9E5A92668187}"/>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64" name="Rectangle 49">
                <a:extLst>
                  <a:ext uri="{FF2B5EF4-FFF2-40B4-BE49-F238E27FC236}">
                    <a16:creationId xmlns:a16="http://schemas.microsoft.com/office/drawing/2014/main" id="{E97AC097-A49F-FA4B-98DF-D4BF5EFC14F2}"/>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65" name="Rectangle 50">
                <a:extLst>
                  <a:ext uri="{FF2B5EF4-FFF2-40B4-BE49-F238E27FC236}">
                    <a16:creationId xmlns:a16="http://schemas.microsoft.com/office/drawing/2014/main" id="{9B97011A-AADF-924B-AD5E-3194F042AF8F}"/>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66" name="Line 51">
                <a:extLst>
                  <a:ext uri="{FF2B5EF4-FFF2-40B4-BE49-F238E27FC236}">
                    <a16:creationId xmlns:a16="http://schemas.microsoft.com/office/drawing/2014/main" id="{92DDCF44-912E-7E40-BE6F-6F8B375C1B12}"/>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67" name="Line 52">
                <a:extLst>
                  <a:ext uri="{FF2B5EF4-FFF2-40B4-BE49-F238E27FC236}">
                    <a16:creationId xmlns:a16="http://schemas.microsoft.com/office/drawing/2014/main" id="{B9473BCF-4E9D-B643-9DE5-B389F740036E}"/>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68" name="Line 53">
                <a:extLst>
                  <a:ext uri="{FF2B5EF4-FFF2-40B4-BE49-F238E27FC236}">
                    <a16:creationId xmlns:a16="http://schemas.microsoft.com/office/drawing/2014/main" id="{C02D9A01-0146-9041-8EFE-44C19CB125B4}"/>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1082" name="Group 54">
            <a:extLst>
              <a:ext uri="{FF2B5EF4-FFF2-40B4-BE49-F238E27FC236}">
                <a16:creationId xmlns:a16="http://schemas.microsoft.com/office/drawing/2014/main" id="{2D533F74-C86D-714C-94FF-DCC7A15ED685}"/>
              </a:ext>
            </a:extLst>
          </p:cNvPr>
          <p:cNvGrpSpPr>
            <a:grpSpLocks/>
          </p:cNvGrpSpPr>
          <p:nvPr/>
        </p:nvGrpSpPr>
        <p:grpSpPr bwMode="auto">
          <a:xfrm>
            <a:off x="7442597" y="3633788"/>
            <a:ext cx="295275" cy="496491"/>
            <a:chOff x="4486" y="3170"/>
            <a:chExt cx="217" cy="339"/>
          </a:xfrm>
        </p:grpSpPr>
        <p:grpSp>
          <p:nvGrpSpPr>
            <p:cNvPr id="131338" name="Group 55">
              <a:extLst>
                <a:ext uri="{FF2B5EF4-FFF2-40B4-BE49-F238E27FC236}">
                  <a16:creationId xmlns:a16="http://schemas.microsoft.com/office/drawing/2014/main" id="{5389B077-C154-754B-B869-B528802F1935}"/>
                </a:ext>
              </a:extLst>
            </p:cNvPr>
            <p:cNvGrpSpPr>
              <a:grpSpLocks/>
            </p:cNvGrpSpPr>
            <p:nvPr/>
          </p:nvGrpSpPr>
          <p:grpSpPr bwMode="auto">
            <a:xfrm>
              <a:off x="4491" y="3176"/>
              <a:ext cx="212" cy="333"/>
              <a:chOff x="4491" y="3176"/>
              <a:chExt cx="212" cy="333"/>
            </a:xfrm>
          </p:grpSpPr>
          <p:sp>
            <p:nvSpPr>
              <p:cNvPr id="131349" name="Freeform 56">
                <a:extLst>
                  <a:ext uri="{FF2B5EF4-FFF2-40B4-BE49-F238E27FC236}">
                    <a16:creationId xmlns:a16="http://schemas.microsoft.com/office/drawing/2014/main" id="{7B5266A7-5E76-2C40-AC4F-061886F7C2BD}"/>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0" name="Freeform 57">
                <a:extLst>
                  <a:ext uri="{FF2B5EF4-FFF2-40B4-BE49-F238E27FC236}">
                    <a16:creationId xmlns:a16="http://schemas.microsoft.com/office/drawing/2014/main" id="{793FD9C2-86F4-E448-A6DD-538B39C7F147}"/>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1" name="Freeform 58">
                <a:extLst>
                  <a:ext uri="{FF2B5EF4-FFF2-40B4-BE49-F238E27FC236}">
                    <a16:creationId xmlns:a16="http://schemas.microsoft.com/office/drawing/2014/main" id="{F32BEBFF-583B-2749-9BE9-7B4702296CF5}"/>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2" name="Freeform 59">
                <a:extLst>
                  <a:ext uri="{FF2B5EF4-FFF2-40B4-BE49-F238E27FC236}">
                    <a16:creationId xmlns:a16="http://schemas.microsoft.com/office/drawing/2014/main" id="{50266488-3AAB-C146-9C7C-8B3E55139B84}"/>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53" name="Rectangle 60">
                <a:extLst>
                  <a:ext uri="{FF2B5EF4-FFF2-40B4-BE49-F238E27FC236}">
                    <a16:creationId xmlns:a16="http://schemas.microsoft.com/office/drawing/2014/main" id="{F446698B-7E6F-9947-A5C5-12FC93CF3261}"/>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54" name="Rectangle 61">
                <a:extLst>
                  <a:ext uri="{FF2B5EF4-FFF2-40B4-BE49-F238E27FC236}">
                    <a16:creationId xmlns:a16="http://schemas.microsoft.com/office/drawing/2014/main" id="{29241E9E-ACBB-6E49-9E7E-F7ACB5F3E54F}"/>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55" name="Line 62">
                <a:extLst>
                  <a:ext uri="{FF2B5EF4-FFF2-40B4-BE49-F238E27FC236}">
                    <a16:creationId xmlns:a16="http://schemas.microsoft.com/office/drawing/2014/main" id="{FCAF912B-297E-2D46-B2F7-4D4C0B1CAD85}"/>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56" name="Line 63">
                <a:extLst>
                  <a:ext uri="{FF2B5EF4-FFF2-40B4-BE49-F238E27FC236}">
                    <a16:creationId xmlns:a16="http://schemas.microsoft.com/office/drawing/2014/main" id="{8F95A55C-940E-C34A-80DE-B77C56FE2177}"/>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57" name="Line 64">
                <a:extLst>
                  <a:ext uri="{FF2B5EF4-FFF2-40B4-BE49-F238E27FC236}">
                    <a16:creationId xmlns:a16="http://schemas.microsoft.com/office/drawing/2014/main" id="{F22A9F5E-9344-4040-BA91-7F89BB0DF620}"/>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39" name="Group 65">
              <a:extLst>
                <a:ext uri="{FF2B5EF4-FFF2-40B4-BE49-F238E27FC236}">
                  <a16:creationId xmlns:a16="http://schemas.microsoft.com/office/drawing/2014/main" id="{97C8073E-7AC7-8D4B-9E26-88378ECE748B}"/>
                </a:ext>
              </a:extLst>
            </p:cNvPr>
            <p:cNvGrpSpPr>
              <a:grpSpLocks/>
            </p:cNvGrpSpPr>
            <p:nvPr/>
          </p:nvGrpSpPr>
          <p:grpSpPr bwMode="auto">
            <a:xfrm>
              <a:off x="4486" y="3170"/>
              <a:ext cx="212" cy="332"/>
              <a:chOff x="4486" y="3170"/>
              <a:chExt cx="212" cy="332"/>
            </a:xfrm>
          </p:grpSpPr>
          <p:sp>
            <p:nvSpPr>
              <p:cNvPr id="131340" name="Freeform 66">
                <a:extLst>
                  <a:ext uri="{FF2B5EF4-FFF2-40B4-BE49-F238E27FC236}">
                    <a16:creationId xmlns:a16="http://schemas.microsoft.com/office/drawing/2014/main" id="{D0AF7DFF-187D-5F4B-94A5-5B68FE6C10A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1" name="Freeform 67">
                <a:extLst>
                  <a:ext uri="{FF2B5EF4-FFF2-40B4-BE49-F238E27FC236}">
                    <a16:creationId xmlns:a16="http://schemas.microsoft.com/office/drawing/2014/main" id="{29C21D71-1845-E141-AC5A-8D4F02183FB9}"/>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2" name="Freeform 68">
                <a:extLst>
                  <a:ext uri="{FF2B5EF4-FFF2-40B4-BE49-F238E27FC236}">
                    <a16:creationId xmlns:a16="http://schemas.microsoft.com/office/drawing/2014/main" id="{A4080F52-A121-D446-B63A-D4BAC782D90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3" name="Freeform 69">
                <a:extLst>
                  <a:ext uri="{FF2B5EF4-FFF2-40B4-BE49-F238E27FC236}">
                    <a16:creationId xmlns:a16="http://schemas.microsoft.com/office/drawing/2014/main" id="{613ABAA6-D56F-FD45-85BE-58CA3FA952CA}"/>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44" name="Rectangle 70">
                <a:extLst>
                  <a:ext uri="{FF2B5EF4-FFF2-40B4-BE49-F238E27FC236}">
                    <a16:creationId xmlns:a16="http://schemas.microsoft.com/office/drawing/2014/main" id="{F5813F99-5D23-CA41-B0EB-55369AEDD7E0}"/>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45" name="Rectangle 71">
                <a:extLst>
                  <a:ext uri="{FF2B5EF4-FFF2-40B4-BE49-F238E27FC236}">
                    <a16:creationId xmlns:a16="http://schemas.microsoft.com/office/drawing/2014/main" id="{8603EFAB-2CBD-534D-ACE8-9CC82E06F37C}"/>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46" name="Line 72">
                <a:extLst>
                  <a:ext uri="{FF2B5EF4-FFF2-40B4-BE49-F238E27FC236}">
                    <a16:creationId xmlns:a16="http://schemas.microsoft.com/office/drawing/2014/main" id="{DAC606AB-EE36-9748-98B2-D8ECE99D6B36}"/>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47" name="Line 73">
                <a:extLst>
                  <a:ext uri="{FF2B5EF4-FFF2-40B4-BE49-F238E27FC236}">
                    <a16:creationId xmlns:a16="http://schemas.microsoft.com/office/drawing/2014/main" id="{6770E355-5E74-3646-BEF2-BFF68AE61548}"/>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48" name="Line 74">
                <a:extLst>
                  <a:ext uri="{FF2B5EF4-FFF2-40B4-BE49-F238E27FC236}">
                    <a16:creationId xmlns:a16="http://schemas.microsoft.com/office/drawing/2014/main" id="{87A092CF-97C2-5C4C-A6F0-5A0CB17B311D}"/>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1083" name="Group 75">
            <a:extLst>
              <a:ext uri="{FF2B5EF4-FFF2-40B4-BE49-F238E27FC236}">
                <a16:creationId xmlns:a16="http://schemas.microsoft.com/office/drawing/2014/main" id="{62032E77-1426-114B-8239-722200B0378D}"/>
              </a:ext>
            </a:extLst>
          </p:cNvPr>
          <p:cNvGrpSpPr>
            <a:grpSpLocks/>
          </p:cNvGrpSpPr>
          <p:nvPr/>
        </p:nvGrpSpPr>
        <p:grpSpPr bwMode="auto">
          <a:xfrm>
            <a:off x="7135416" y="4138613"/>
            <a:ext cx="292894" cy="496491"/>
            <a:chOff x="4260" y="3515"/>
            <a:chExt cx="216" cy="339"/>
          </a:xfrm>
        </p:grpSpPr>
        <p:grpSp>
          <p:nvGrpSpPr>
            <p:cNvPr id="131318" name="Group 76">
              <a:extLst>
                <a:ext uri="{FF2B5EF4-FFF2-40B4-BE49-F238E27FC236}">
                  <a16:creationId xmlns:a16="http://schemas.microsoft.com/office/drawing/2014/main" id="{6F08A0C7-EF52-7D48-82B1-A0C09F2B6DF2}"/>
                </a:ext>
              </a:extLst>
            </p:cNvPr>
            <p:cNvGrpSpPr>
              <a:grpSpLocks/>
            </p:cNvGrpSpPr>
            <p:nvPr/>
          </p:nvGrpSpPr>
          <p:grpSpPr bwMode="auto">
            <a:xfrm>
              <a:off x="4265" y="3521"/>
              <a:ext cx="211" cy="333"/>
              <a:chOff x="4265" y="3521"/>
              <a:chExt cx="211" cy="333"/>
            </a:xfrm>
          </p:grpSpPr>
          <p:sp>
            <p:nvSpPr>
              <p:cNvPr id="131329" name="Freeform 77">
                <a:extLst>
                  <a:ext uri="{FF2B5EF4-FFF2-40B4-BE49-F238E27FC236}">
                    <a16:creationId xmlns:a16="http://schemas.microsoft.com/office/drawing/2014/main" id="{074849D9-5AEB-AF47-95AC-B8DF74309826}"/>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0" name="Freeform 78">
                <a:extLst>
                  <a:ext uri="{FF2B5EF4-FFF2-40B4-BE49-F238E27FC236}">
                    <a16:creationId xmlns:a16="http://schemas.microsoft.com/office/drawing/2014/main" id="{18AC6A08-A121-254C-BA37-63F2A611E2CF}"/>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1" name="Freeform 79">
                <a:extLst>
                  <a:ext uri="{FF2B5EF4-FFF2-40B4-BE49-F238E27FC236}">
                    <a16:creationId xmlns:a16="http://schemas.microsoft.com/office/drawing/2014/main" id="{219D2AB7-377B-454A-BB70-BA0E28632634}"/>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2" name="Freeform 80">
                <a:extLst>
                  <a:ext uri="{FF2B5EF4-FFF2-40B4-BE49-F238E27FC236}">
                    <a16:creationId xmlns:a16="http://schemas.microsoft.com/office/drawing/2014/main" id="{10A0592B-3C65-0144-9DAC-380DE757E603}"/>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33" name="Rectangle 81">
                <a:extLst>
                  <a:ext uri="{FF2B5EF4-FFF2-40B4-BE49-F238E27FC236}">
                    <a16:creationId xmlns:a16="http://schemas.microsoft.com/office/drawing/2014/main" id="{205014DF-5134-F64C-AC53-088B37555C64}"/>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34" name="Rectangle 82">
                <a:extLst>
                  <a:ext uri="{FF2B5EF4-FFF2-40B4-BE49-F238E27FC236}">
                    <a16:creationId xmlns:a16="http://schemas.microsoft.com/office/drawing/2014/main" id="{06FD822F-F2FF-AF4D-8534-1429418835A4}"/>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35" name="Line 83">
                <a:extLst>
                  <a:ext uri="{FF2B5EF4-FFF2-40B4-BE49-F238E27FC236}">
                    <a16:creationId xmlns:a16="http://schemas.microsoft.com/office/drawing/2014/main" id="{677DBB78-CB7B-F642-898E-F0391D251B10}"/>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36" name="Line 84">
                <a:extLst>
                  <a:ext uri="{FF2B5EF4-FFF2-40B4-BE49-F238E27FC236}">
                    <a16:creationId xmlns:a16="http://schemas.microsoft.com/office/drawing/2014/main" id="{C0DA8173-C47E-5242-9B18-11867AD6192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37" name="Line 85">
                <a:extLst>
                  <a:ext uri="{FF2B5EF4-FFF2-40B4-BE49-F238E27FC236}">
                    <a16:creationId xmlns:a16="http://schemas.microsoft.com/office/drawing/2014/main" id="{068AE23C-9F52-FD4C-B029-8AAC7DCBCA0F}"/>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319" name="Group 86">
              <a:extLst>
                <a:ext uri="{FF2B5EF4-FFF2-40B4-BE49-F238E27FC236}">
                  <a16:creationId xmlns:a16="http://schemas.microsoft.com/office/drawing/2014/main" id="{B92A47D1-E9D6-044F-9CDE-1FAC068C1FC1}"/>
                </a:ext>
              </a:extLst>
            </p:cNvPr>
            <p:cNvGrpSpPr>
              <a:grpSpLocks/>
            </p:cNvGrpSpPr>
            <p:nvPr/>
          </p:nvGrpSpPr>
          <p:grpSpPr bwMode="auto">
            <a:xfrm>
              <a:off x="4260" y="3515"/>
              <a:ext cx="211" cy="332"/>
              <a:chOff x="4260" y="3515"/>
              <a:chExt cx="211" cy="332"/>
            </a:xfrm>
          </p:grpSpPr>
          <p:sp>
            <p:nvSpPr>
              <p:cNvPr id="131320" name="Freeform 87">
                <a:extLst>
                  <a:ext uri="{FF2B5EF4-FFF2-40B4-BE49-F238E27FC236}">
                    <a16:creationId xmlns:a16="http://schemas.microsoft.com/office/drawing/2014/main" id="{A421C2A4-2502-2748-9407-2BBE4160E3DB}"/>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1" name="Freeform 88">
                <a:extLst>
                  <a:ext uri="{FF2B5EF4-FFF2-40B4-BE49-F238E27FC236}">
                    <a16:creationId xmlns:a16="http://schemas.microsoft.com/office/drawing/2014/main" id="{E31CDDA0-F35D-8B4C-B388-8D0E0D23670F}"/>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2" name="Freeform 89">
                <a:extLst>
                  <a:ext uri="{FF2B5EF4-FFF2-40B4-BE49-F238E27FC236}">
                    <a16:creationId xmlns:a16="http://schemas.microsoft.com/office/drawing/2014/main" id="{1143665F-D8A2-9843-9FE4-0F2132EEDD59}"/>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3" name="Freeform 90">
                <a:extLst>
                  <a:ext uri="{FF2B5EF4-FFF2-40B4-BE49-F238E27FC236}">
                    <a16:creationId xmlns:a16="http://schemas.microsoft.com/office/drawing/2014/main" id="{6D196BD5-CACA-CE4A-BB00-864B765F33DA}"/>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24" name="Rectangle 91">
                <a:extLst>
                  <a:ext uri="{FF2B5EF4-FFF2-40B4-BE49-F238E27FC236}">
                    <a16:creationId xmlns:a16="http://schemas.microsoft.com/office/drawing/2014/main" id="{FACE4D1A-20DF-7645-B69E-9E44540F1095}"/>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25" name="Rectangle 92">
                <a:extLst>
                  <a:ext uri="{FF2B5EF4-FFF2-40B4-BE49-F238E27FC236}">
                    <a16:creationId xmlns:a16="http://schemas.microsoft.com/office/drawing/2014/main" id="{541BF9B2-0FB9-434E-9248-FBDBD06CEB45}"/>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326" name="Line 93">
                <a:extLst>
                  <a:ext uri="{FF2B5EF4-FFF2-40B4-BE49-F238E27FC236}">
                    <a16:creationId xmlns:a16="http://schemas.microsoft.com/office/drawing/2014/main" id="{52B3AD3F-A53D-F444-A197-F30453242768}"/>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27" name="Line 94">
                <a:extLst>
                  <a:ext uri="{FF2B5EF4-FFF2-40B4-BE49-F238E27FC236}">
                    <a16:creationId xmlns:a16="http://schemas.microsoft.com/office/drawing/2014/main" id="{FD46320A-21E8-A644-950D-3C6522ABE517}"/>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328" name="Line 95">
                <a:extLst>
                  <a:ext uri="{FF2B5EF4-FFF2-40B4-BE49-F238E27FC236}">
                    <a16:creationId xmlns:a16="http://schemas.microsoft.com/office/drawing/2014/main" id="{017B8DD4-785E-B240-B881-8E96C8F84EC2}"/>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084" name="Rectangle 96">
            <a:extLst>
              <a:ext uri="{FF2B5EF4-FFF2-40B4-BE49-F238E27FC236}">
                <a16:creationId xmlns:a16="http://schemas.microsoft.com/office/drawing/2014/main" id="{C8484577-9728-C74F-B873-E65C358F5128}"/>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085" name="Line 97">
            <a:extLst>
              <a:ext uri="{FF2B5EF4-FFF2-40B4-BE49-F238E27FC236}">
                <a16:creationId xmlns:a16="http://schemas.microsoft.com/office/drawing/2014/main" id="{217C3B28-ECB6-4047-B390-793AC7A89D44}"/>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6" name="Line 98">
            <a:extLst>
              <a:ext uri="{FF2B5EF4-FFF2-40B4-BE49-F238E27FC236}">
                <a16:creationId xmlns:a16="http://schemas.microsoft.com/office/drawing/2014/main" id="{CE7E4736-2923-0B4B-8AF6-3A58569CA0BE}"/>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7" name="Line 99">
            <a:extLst>
              <a:ext uri="{FF2B5EF4-FFF2-40B4-BE49-F238E27FC236}">
                <a16:creationId xmlns:a16="http://schemas.microsoft.com/office/drawing/2014/main" id="{08D2039C-70DC-0843-828C-3D352C53BD29}"/>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8" name="Line 100">
            <a:extLst>
              <a:ext uri="{FF2B5EF4-FFF2-40B4-BE49-F238E27FC236}">
                <a16:creationId xmlns:a16="http://schemas.microsoft.com/office/drawing/2014/main" id="{CD55BD3A-6D9D-E840-8A8C-097BBFB81606}"/>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9" name="Line 101">
            <a:extLst>
              <a:ext uri="{FF2B5EF4-FFF2-40B4-BE49-F238E27FC236}">
                <a16:creationId xmlns:a16="http://schemas.microsoft.com/office/drawing/2014/main" id="{0F471C6F-E318-D549-B478-5F0F575A6E2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2515" name="Line 339">
            <a:extLst>
              <a:ext uri="{FF2B5EF4-FFF2-40B4-BE49-F238E27FC236}">
                <a16:creationId xmlns:a16="http://schemas.microsoft.com/office/drawing/2014/main" id="{6E023187-7CA6-C84E-AEF7-641D90C42BC5}"/>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1091" name="Line 102">
            <a:extLst>
              <a:ext uri="{FF2B5EF4-FFF2-40B4-BE49-F238E27FC236}">
                <a16:creationId xmlns:a16="http://schemas.microsoft.com/office/drawing/2014/main" id="{3B0F7B6D-70E4-6745-986B-E0C78181AC80}"/>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092" name="Group 103">
            <a:extLst>
              <a:ext uri="{FF2B5EF4-FFF2-40B4-BE49-F238E27FC236}">
                <a16:creationId xmlns:a16="http://schemas.microsoft.com/office/drawing/2014/main" id="{158691F7-E32E-1B4E-A276-B19C9784A5D2}"/>
              </a:ext>
            </a:extLst>
          </p:cNvPr>
          <p:cNvGrpSpPr>
            <a:grpSpLocks/>
          </p:cNvGrpSpPr>
          <p:nvPr/>
        </p:nvGrpSpPr>
        <p:grpSpPr bwMode="auto">
          <a:xfrm>
            <a:off x="3674269" y="3432572"/>
            <a:ext cx="420291" cy="280988"/>
            <a:chOff x="2154" y="3033"/>
            <a:chExt cx="309" cy="192"/>
          </a:xfrm>
        </p:grpSpPr>
        <p:sp>
          <p:nvSpPr>
            <p:cNvPr id="131293" name="Oval 104">
              <a:extLst>
                <a:ext uri="{FF2B5EF4-FFF2-40B4-BE49-F238E27FC236}">
                  <a16:creationId xmlns:a16="http://schemas.microsoft.com/office/drawing/2014/main" id="{7AB0F722-4571-4E42-A579-4584F2C1A61D}"/>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4" name="Rectangle 105">
              <a:extLst>
                <a:ext uri="{FF2B5EF4-FFF2-40B4-BE49-F238E27FC236}">
                  <a16:creationId xmlns:a16="http://schemas.microsoft.com/office/drawing/2014/main" id="{AE41E3BD-33DF-3447-950B-830344347FEE}"/>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5" name="Rectangle 106">
              <a:extLst>
                <a:ext uri="{FF2B5EF4-FFF2-40B4-BE49-F238E27FC236}">
                  <a16:creationId xmlns:a16="http://schemas.microsoft.com/office/drawing/2014/main" id="{32597139-9891-BF45-A5C3-88EB00302532}"/>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96" name="Oval 107">
              <a:extLst>
                <a:ext uri="{FF2B5EF4-FFF2-40B4-BE49-F238E27FC236}">
                  <a16:creationId xmlns:a16="http://schemas.microsoft.com/office/drawing/2014/main" id="{D4979525-104F-C044-9183-1A11989C3257}"/>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297" name="Group 108">
              <a:extLst>
                <a:ext uri="{FF2B5EF4-FFF2-40B4-BE49-F238E27FC236}">
                  <a16:creationId xmlns:a16="http://schemas.microsoft.com/office/drawing/2014/main" id="{2E073E3A-5C19-7048-996C-36368508FE1C}"/>
                </a:ext>
              </a:extLst>
            </p:cNvPr>
            <p:cNvGrpSpPr>
              <a:grpSpLocks/>
            </p:cNvGrpSpPr>
            <p:nvPr/>
          </p:nvGrpSpPr>
          <p:grpSpPr bwMode="auto">
            <a:xfrm>
              <a:off x="2201" y="3046"/>
              <a:ext cx="214" cy="86"/>
              <a:chOff x="2201" y="3046"/>
              <a:chExt cx="214" cy="86"/>
            </a:xfrm>
          </p:grpSpPr>
          <p:grpSp>
            <p:nvGrpSpPr>
              <p:cNvPr id="131300" name="Group 109">
                <a:extLst>
                  <a:ext uri="{FF2B5EF4-FFF2-40B4-BE49-F238E27FC236}">
                    <a16:creationId xmlns:a16="http://schemas.microsoft.com/office/drawing/2014/main" id="{FAC0DEC7-9E47-7C48-AB39-125B88D342CF}"/>
                  </a:ext>
                </a:extLst>
              </p:cNvPr>
              <p:cNvGrpSpPr>
                <a:grpSpLocks/>
              </p:cNvGrpSpPr>
              <p:nvPr/>
            </p:nvGrpSpPr>
            <p:grpSpPr bwMode="auto">
              <a:xfrm>
                <a:off x="2201" y="3046"/>
                <a:ext cx="212" cy="84"/>
                <a:chOff x="2201" y="3046"/>
                <a:chExt cx="212" cy="84"/>
              </a:xfrm>
            </p:grpSpPr>
            <p:sp>
              <p:nvSpPr>
                <p:cNvPr id="131310" name="Freeform 110">
                  <a:extLst>
                    <a:ext uri="{FF2B5EF4-FFF2-40B4-BE49-F238E27FC236}">
                      <a16:creationId xmlns:a16="http://schemas.microsoft.com/office/drawing/2014/main" id="{9A1B9675-6027-7341-AD2C-B5A0A227F8A5}"/>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1" name="Freeform 111">
                  <a:extLst>
                    <a:ext uri="{FF2B5EF4-FFF2-40B4-BE49-F238E27FC236}">
                      <a16:creationId xmlns:a16="http://schemas.microsoft.com/office/drawing/2014/main" id="{B342913E-580E-E345-ADB5-272B20FF50D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2" name="Freeform 112">
                  <a:extLst>
                    <a:ext uri="{FF2B5EF4-FFF2-40B4-BE49-F238E27FC236}">
                      <a16:creationId xmlns:a16="http://schemas.microsoft.com/office/drawing/2014/main" id="{BE8CB664-0A9E-2B45-8AAD-6FADEC408CA3}"/>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3" name="Freeform 113">
                  <a:extLst>
                    <a:ext uri="{FF2B5EF4-FFF2-40B4-BE49-F238E27FC236}">
                      <a16:creationId xmlns:a16="http://schemas.microsoft.com/office/drawing/2014/main" id="{DE5B93D4-CBB1-E048-B853-A455B274736D}"/>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4" name="Freeform 114">
                  <a:extLst>
                    <a:ext uri="{FF2B5EF4-FFF2-40B4-BE49-F238E27FC236}">
                      <a16:creationId xmlns:a16="http://schemas.microsoft.com/office/drawing/2014/main" id="{DCD771FB-2426-CB45-BF8C-B211D4B7AD51}"/>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5" name="Freeform 115">
                  <a:extLst>
                    <a:ext uri="{FF2B5EF4-FFF2-40B4-BE49-F238E27FC236}">
                      <a16:creationId xmlns:a16="http://schemas.microsoft.com/office/drawing/2014/main" id="{F760F019-F2A2-534C-83D2-4F5416E3FC9C}"/>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6" name="Freeform 116">
                  <a:extLst>
                    <a:ext uri="{FF2B5EF4-FFF2-40B4-BE49-F238E27FC236}">
                      <a16:creationId xmlns:a16="http://schemas.microsoft.com/office/drawing/2014/main" id="{674FA2D0-9095-FA47-83D0-F2334D6A038A}"/>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17" name="Freeform 117">
                  <a:extLst>
                    <a:ext uri="{FF2B5EF4-FFF2-40B4-BE49-F238E27FC236}">
                      <a16:creationId xmlns:a16="http://schemas.microsoft.com/office/drawing/2014/main" id="{F363AB34-7860-4D4F-BFBF-E309A2359B32}"/>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1301" name="Group 118">
                <a:extLst>
                  <a:ext uri="{FF2B5EF4-FFF2-40B4-BE49-F238E27FC236}">
                    <a16:creationId xmlns:a16="http://schemas.microsoft.com/office/drawing/2014/main" id="{6701AD69-5938-B74E-AA09-2324B6FAB9BC}"/>
                  </a:ext>
                </a:extLst>
              </p:cNvPr>
              <p:cNvGrpSpPr>
                <a:grpSpLocks/>
              </p:cNvGrpSpPr>
              <p:nvPr/>
            </p:nvGrpSpPr>
            <p:grpSpPr bwMode="auto">
              <a:xfrm>
                <a:off x="2203" y="3048"/>
                <a:ext cx="212" cy="84"/>
                <a:chOff x="2203" y="3048"/>
                <a:chExt cx="212" cy="84"/>
              </a:xfrm>
            </p:grpSpPr>
            <p:sp>
              <p:nvSpPr>
                <p:cNvPr id="131302" name="Freeform 119">
                  <a:extLst>
                    <a:ext uri="{FF2B5EF4-FFF2-40B4-BE49-F238E27FC236}">
                      <a16:creationId xmlns:a16="http://schemas.microsoft.com/office/drawing/2014/main" id="{A7BA3F0F-E348-4742-8633-152926A5FEF0}"/>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3" name="Freeform 120">
                  <a:extLst>
                    <a:ext uri="{FF2B5EF4-FFF2-40B4-BE49-F238E27FC236}">
                      <a16:creationId xmlns:a16="http://schemas.microsoft.com/office/drawing/2014/main" id="{9CB1BF62-67FA-9743-B036-75463C6BE6F7}"/>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4" name="Freeform 121">
                  <a:extLst>
                    <a:ext uri="{FF2B5EF4-FFF2-40B4-BE49-F238E27FC236}">
                      <a16:creationId xmlns:a16="http://schemas.microsoft.com/office/drawing/2014/main" id="{7A0980F0-2723-F242-BF62-A3854C0705CC}"/>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5" name="Freeform 122">
                  <a:extLst>
                    <a:ext uri="{FF2B5EF4-FFF2-40B4-BE49-F238E27FC236}">
                      <a16:creationId xmlns:a16="http://schemas.microsoft.com/office/drawing/2014/main" id="{357A1F79-AA74-0B49-946A-C3B7A3661E15}"/>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6" name="Freeform 123">
                  <a:extLst>
                    <a:ext uri="{FF2B5EF4-FFF2-40B4-BE49-F238E27FC236}">
                      <a16:creationId xmlns:a16="http://schemas.microsoft.com/office/drawing/2014/main" id="{CA790166-599B-A74D-B171-56CECD12036B}"/>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7" name="Freeform 124">
                  <a:extLst>
                    <a:ext uri="{FF2B5EF4-FFF2-40B4-BE49-F238E27FC236}">
                      <a16:creationId xmlns:a16="http://schemas.microsoft.com/office/drawing/2014/main" id="{EB3B642D-17E0-E343-ACB0-80501A65C189}"/>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8" name="Freeform 125">
                  <a:extLst>
                    <a:ext uri="{FF2B5EF4-FFF2-40B4-BE49-F238E27FC236}">
                      <a16:creationId xmlns:a16="http://schemas.microsoft.com/office/drawing/2014/main" id="{9AF2EA53-882D-634E-BC48-71C346D7D9E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309" name="Freeform 126">
                  <a:extLst>
                    <a:ext uri="{FF2B5EF4-FFF2-40B4-BE49-F238E27FC236}">
                      <a16:creationId xmlns:a16="http://schemas.microsoft.com/office/drawing/2014/main" id="{AD848F51-B5B5-874B-AA64-155DB2A58067}"/>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1298" name="Line 127">
              <a:extLst>
                <a:ext uri="{FF2B5EF4-FFF2-40B4-BE49-F238E27FC236}">
                  <a16:creationId xmlns:a16="http://schemas.microsoft.com/office/drawing/2014/main" id="{39F6223C-A447-4B46-BA32-E669692B5BB7}"/>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299" name="Line 128">
              <a:extLst>
                <a:ext uri="{FF2B5EF4-FFF2-40B4-BE49-F238E27FC236}">
                  <a16:creationId xmlns:a16="http://schemas.microsoft.com/office/drawing/2014/main" id="{365A0C5E-77E6-3345-9F2A-F825BA043399}"/>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093" name="Group 129">
            <a:extLst>
              <a:ext uri="{FF2B5EF4-FFF2-40B4-BE49-F238E27FC236}">
                <a16:creationId xmlns:a16="http://schemas.microsoft.com/office/drawing/2014/main" id="{439C73C3-1F1F-524F-A77E-4A691263CC1D}"/>
              </a:ext>
            </a:extLst>
          </p:cNvPr>
          <p:cNvGrpSpPr>
            <a:grpSpLocks/>
          </p:cNvGrpSpPr>
          <p:nvPr/>
        </p:nvGrpSpPr>
        <p:grpSpPr bwMode="auto">
          <a:xfrm>
            <a:off x="1997869" y="2522935"/>
            <a:ext cx="385763" cy="388144"/>
            <a:chOff x="921" y="2412"/>
            <a:chExt cx="284" cy="265"/>
          </a:xfrm>
        </p:grpSpPr>
        <p:grpSp>
          <p:nvGrpSpPr>
            <p:cNvPr id="131267" name="Group 130">
              <a:extLst>
                <a:ext uri="{FF2B5EF4-FFF2-40B4-BE49-F238E27FC236}">
                  <a16:creationId xmlns:a16="http://schemas.microsoft.com/office/drawing/2014/main" id="{CCB7BB3B-8C15-C64B-9E5F-75916AFE01B9}"/>
                </a:ext>
              </a:extLst>
            </p:cNvPr>
            <p:cNvGrpSpPr>
              <a:grpSpLocks/>
            </p:cNvGrpSpPr>
            <p:nvPr/>
          </p:nvGrpSpPr>
          <p:grpSpPr bwMode="auto">
            <a:xfrm>
              <a:off x="928" y="2417"/>
              <a:ext cx="277" cy="260"/>
              <a:chOff x="928" y="2417"/>
              <a:chExt cx="277" cy="260"/>
            </a:xfrm>
          </p:grpSpPr>
          <p:sp>
            <p:nvSpPr>
              <p:cNvPr id="131281" name="Freeform 131">
                <a:extLst>
                  <a:ext uri="{FF2B5EF4-FFF2-40B4-BE49-F238E27FC236}">
                    <a16:creationId xmlns:a16="http://schemas.microsoft.com/office/drawing/2014/main" id="{FE8D0B0B-475C-8243-BCB4-B5940A1737B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2" name="Freeform 132">
                <a:extLst>
                  <a:ext uri="{FF2B5EF4-FFF2-40B4-BE49-F238E27FC236}">
                    <a16:creationId xmlns:a16="http://schemas.microsoft.com/office/drawing/2014/main" id="{8392486C-A630-DF48-9F34-36B32D0FC834}"/>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3" name="Freeform 133">
                <a:extLst>
                  <a:ext uri="{FF2B5EF4-FFF2-40B4-BE49-F238E27FC236}">
                    <a16:creationId xmlns:a16="http://schemas.microsoft.com/office/drawing/2014/main" id="{5266E373-B60F-9F49-8991-6E1DD143F00F}"/>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4" name="Freeform 134">
                <a:extLst>
                  <a:ext uri="{FF2B5EF4-FFF2-40B4-BE49-F238E27FC236}">
                    <a16:creationId xmlns:a16="http://schemas.microsoft.com/office/drawing/2014/main" id="{76DBD751-715D-C44D-9813-05F650B2993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5" name="Rectangle 135">
                <a:extLst>
                  <a:ext uri="{FF2B5EF4-FFF2-40B4-BE49-F238E27FC236}">
                    <a16:creationId xmlns:a16="http://schemas.microsoft.com/office/drawing/2014/main" id="{56E21640-FD69-4F47-89B9-9106159EFD62}"/>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6" name="Rectangle 136">
                <a:extLst>
                  <a:ext uri="{FF2B5EF4-FFF2-40B4-BE49-F238E27FC236}">
                    <a16:creationId xmlns:a16="http://schemas.microsoft.com/office/drawing/2014/main" id="{1420F2B2-994D-AE44-8910-0DC6F98BB316}"/>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7" name="Rectangle 137">
                <a:extLst>
                  <a:ext uri="{FF2B5EF4-FFF2-40B4-BE49-F238E27FC236}">
                    <a16:creationId xmlns:a16="http://schemas.microsoft.com/office/drawing/2014/main" id="{5FBDD52D-266F-E84E-9DA2-4AA06996069F}"/>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88" name="Line 138">
                <a:extLst>
                  <a:ext uri="{FF2B5EF4-FFF2-40B4-BE49-F238E27FC236}">
                    <a16:creationId xmlns:a16="http://schemas.microsoft.com/office/drawing/2014/main" id="{1A33C9A5-7D15-BC4A-8CBF-E9671C0AE2EA}"/>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89" name="Group 139">
                <a:extLst>
                  <a:ext uri="{FF2B5EF4-FFF2-40B4-BE49-F238E27FC236}">
                    <a16:creationId xmlns:a16="http://schemas.microsoft.com/office/drawing/2014/main" id="{CC4236C7-B51A-BE43-9FCE-4DEF2157E010}"/>
                  </a:ext>
                </a:extLst>
              </p:cNvPr>
              <p:cNvGrpSpPr>
                <a:grpSpLocks/>
              </p:cNvGrpSpPr>
              <p:nvPr/>
            </p:nvGrpSpPr>
            <p:grpSpPr bwMode="auto">
              <a:xfrm>
                <a:off x="928" y="2639"/>
                <a:ext cx="277" cy="38"/>
                <a:chOff x="928" y="2639"/>
                <a:chExt cx="277" cy="38"/>
              </a:xfrm>
            </p:grpSpPr>
            <p:sp>
              <p:nvSpPr>
                <p:cNvPr id="131290" name="Freeform 140">
                  <a:extLst>
                    <a:ext uri="{FF2B5EF4-FFF2-40B4-BE49-F238E27FC236}">
                      <a16:creationId xmlns:a16="http://schemas.microsoft.com/office/drawing/2014/main" id="{0CDD58EC-81A1-D845-B910-89F25DA846E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91" name="Freeform 141">
                  <a:extLst>
                    <a:ext uri="{FF2B5EF4-FFF2-40B4-BE49-F238E27FC236}">
                      <a16:creationId xmlns:a16="http://schemas.microsoft.com/office/drawing/2014/main" id="{CA994E36-F8D8-CD40-B890-B013D1F5201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92" name="Rectangle 142">
                  <a:extLst>
                    <a:ext uri="{FF2B5EF4-FFF2-40B4-BE49-F238E27FC236}">
                      <a16:creationId xmlns:a16="http://schemas.microsoft.com/office/drawing/2014/main" id="{53DC1B5D-8F42-4143-9A55-0AD07A755051}"/>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68" name="Group 143">
              <a:extLst>
                <a:ext uri="{FF2B5EF4-FFF2-40B4-BE49-F238E27FC236}">
                  <a16:creationId xmlns:a16="http://schemas.microsoft.com/office/drawing/2014/main" id="{7E8F1C2F-D94F-3049-B2AA-49E2DE661173}"/>
                </a:ext>
              </a:extLst>
            </p:cNvPr>
            <p:cNvGrpSpPr>
              <a:grpSpLocks/>
            </p:cNvGrpSpPr>
            <p:nvPr/>
          </p:nvGrpSpPr>
          <p:grpSpPr bwMode="auto">
            <a:xfrm>
              <a:off x="921" y="2412"/>
              <a:ext cx="277" cy="261"/>
              <a:chOff x="921" y="2412"/>
              <a:chExt cx="277" cy="261"/>
            </a:xfrm>
          </p:grpSpPr>
          <p:sp>
            <p:nvSpPr>
              <p:cNvPr id="131269" name="Freeform 144">
                <a:extLst>
                  <a:ext uri="{FF2B5EF4-FFF2-40B4-BE49-F238E27FC236}">
                    <a16:creationId xmlns:a16="http://schemas.microsoft.com/office/drawing/2014/main" id="{3305A803-9161-E241-9DC6-051CFECA431D}"/>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0" name="Freeform 145">
                <a:extLst>
                  <a:ext uri="{FF2B5EF4-FFF2-40B4-BE49-F238E27FC236}">
                    <a16:creationId xmlns:a16="http://schemas.microsoft.com/office/drawing/2014/main" id="{3DE2A87D-382F-8642-ACF9-4A6452D52AC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1" name="Freeform 146">
                <a:extLst>
                  <a:ext uri="{FF2B5EF4-FFF2-40B4-BE49-F238E27FC236}">
                    <a16:creationId xmlns:a16="http://schemas.microsoft.com/office/drawing/2014/main" id="{5A190E2D-44B6-DE4E-B020-6996935708E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2" name="Freeform 147">
                <a:extLst>
                  <a:ext uri="{FF2B5EF4-FFF2-40B4-BE49-F238E27FC236}">
                    <a16:creationId xmlns:a16="http://schemas.microsoft.com/office/drawing/2014/main" id="{F656FC0B-5DBE-1649-8194-9C1912DCE3F9}"/>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3" name="Rectangle 148">
                <a:extLst>
                  <a:ext uri="{FF2B5EF4-FFF2-40B4-BE49-F238E27FC236}">
                    <a16:creationId xmlns:a16="http://schemas.microsoft.com/office/drawing/2014/main" id="{1F490EF9-7738-244D-8181-BCF5C86C3D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4" name="Rectangle 149">
                <a:extLst>
                  <a:ext uri="{FF2B5EF4-FFF2-40B4-BE49-F238E27FC236}">
                    <a16:creationId xmlns:a16="http://schemas.microsoft.com/office/drawing/2014/main" id="{FDEE2C7A-A388-0C49-BD0F-420FB0C0A16D}"/>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5" name="Rectangle 150">
                <a:extLst>
                  <a:ext uri="{FF2B5EF4-FFF2-40B4-BE49-F238E27FC236}">
                    <a16:creationId xmlns:a16="http://schemas.microsoft.com/office/drawing/2014/main" id="{DAF8F4DC-F0EC-FA42-9E8D-B3FD815BCE2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76" name="Line 151">
                <a:extLst>
                  <a:ext uri="{FF2B5EF4-FFF2-40B4-BE49-F238E27FC236}">
                    <a16:creationId xmlns:a16="http://schemas.microsoft.com/office/drawing/2014/main" id="{16D9D4FA-69D7-0D4E-994A-2F1BF67E37F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77" name="Group 152">
                <a:extLst>
                  <a:ext uri="{FF2B5EF4-FFF2-40B4-BE49-F238E27FC236}">
                    <a16:creationId xmlns:a16="http://schemas.microsoft.com/office/drawing/2014/main" id="{905CB2DD-E2BA-DD42-8036-9C1EC8A736AB}"/>
                  </a:ext>
                </a:extLst>
              </p:cNvPr>
              <p:cNvGrpSpPr>
                <a:grpSpLocks/>
              </p:cNvGrpSpPr>
              <p:nvPr/>
            </p:nvGrpSpPr>
            <p:grpSpPr bwMode="auto">
              <a:xfrm>
                <a:off x="921" y="2635"/>
                <a:ext cx="277" cy="38"/>
                <a:chOff x="921" y="2635"/>
                <a:chExt cx="277" cy="38"/>
              </a:xfrm>
            </p:grpSpPr>
            <p:sp>
              <p:nvSpPr>
                <p:cNvPr id="131278" name="Freeform 153">
                  <a:extLst>
                    <a:ext uri="{FF2B5EF4-FFF2-40B4-BE49-F238E27FC236}">
                      <a16:creationId xmlns:a16="http://schemas.microsoft.com/office/drawing/2014/main" id="{33FC2617-CFC4-A94A-8764-E616F21151E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79" name="Freeform 154">
                  <a:extLst>
                    <a:ext uri="{FF2B5EF4-FFF2-40B4-BE49-F238E27FC236}">
                      <a16:creationId xmlns:a16="http://schemas.microsoft.com/office/drawing/2014/main" id="{4238505B-1367-2345-B2E0-5FBAE2BBE2B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80" name="Rectangle 155">
                  <a:extLst>
                    <a:ext uri="{FF2B5EF4-FFF2-40B4-BE49-F238E27FC236}">
                      <a16:creationId xmlns:a16="http://schemas.microsoft.com/office/drawing/2014/main" id="{E7A75500-C620-C04D-B6E1-50B0D3A4BDB3}"/>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4" name="Group 156">
            <a:extLst>
              <a:ext uri="{FF2B5EF4-FFF2-40B4-BE49-F238E27FC236}">
                <a16:creationId xmlns:a16="http://schemas.microsoft.com/office/drawing/2014/main" id="{53197A47-ADF1-6F48-8B26-38FB01A644EA}"/>
              </a:ext>
            </a:extLst>
          </p:cNvPr>
          <p:cNvGrpSpPr>
            <a:grpSpLocks/>
          </p:cNvGrpSpPr>
          <p:nvPr/>
        </p:nvGrpSpPr>
        <p:grpSpPr bwMode="auto">
          <a:xfrm>
            <a:off x="2101454" y="3055144"/>
            <a:ext cx="383381" cy="388144"/>
            <a:chOff x="997" y="2775"/>
            <a:chExt cx="282" cy="265"/>
          </a:xfrm>
        </p:grpSpPr>
        <p:grpSp>
          <p:nvGrpSpPr>
            <p:cNvPr id="131241" name="Group 157">
              <a:extLst>
                <a:ext uri="{FF2B5EF4-FFF2-40B4-BE49-F238E27FC236}">
                  <a16:creationId xmlns:a16="http://schemas.microsoft.com/office/drawing/2014/main" id="{19B73633-C0B6-0841-BC34-3CC18EDB6553}"/>
                </a:ext>
              </a:extLst>
            </p:cNvPr>
            <p:cNvGrpSpPr>
              <a:grpSpLocks/>
            </p:cNvGrpSpPr>
            <p:nvPr/>
          </p:nvGrpSpPr>
          <p:grpSpPr bwMode="auto">
            <a:xfrm>
              <a:off x="1004" y="2779"/>
              <a:ext cx="275" cy="261"/>
              <a:chOff x="1004" y="2779"/>
              <a:chExt cx="275" cy="261"/>
            </a:xfrm>
          </p:grpSpPr>
          <p:sp>
            <p:nvSpPr>
              <p:cNvPr id="131255" name="Freeform 158">
                <a:extLst>
                  <a:ext uri="{FF2B5EF4-FFF2-40B4-BE49-F238E27FC236}">
                    <a16:creationId xmlns:a16="http://schemas.microsoft.com/office/drawing/2014/main" id="{5EF6B1F3-2D3E-F742-868E-A7F740F58F56}"/>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6" name="Freeform 159">
                <a:extLst>
                  <a:ext uri="{FF2B5EF4-FFF2-40B4-BE49-F238E27FC236}">
                    <a16:creationId xmlns:a16="http://schemas.microsoft.com/office/drawing/2014/main" id="{CA4654D5-B3F8-044F-A2DF-E161810DEDD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7" name="Freeform 160">
                <a:extLst>
                  <a:ext uri="{FF2B5EF4-FFF2-40B4-BE49-F238E27FC236}">
                    <a16:creationId xmlns:a16="http://schemas.microsoft.com/office/drawing/2014/main" id="{15B33343-69AA-8B41-8C39-13C8377804CB}"/>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8" name="Freeform 161">
                <a:extLst>
                  <a:ext uri="{FF2B5EF4-FFF2-40B4-BE49-F238E27FC236}">
                    <a16:creationId xmlns:a16="http://schemas.microsoft.com/office/drawing/2014/main" id="{C3A0D3C0-5C86-C74F-B051-49D85BED182A}"/>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9" name="Rectangle 162">
                <a:extLst>
                  <a:ext uri="{FF2B5EF4-FFF2-40B4-BE49-F238E27FC236}">
                    <a16:creationId xmlns:a16="http://schemas.microsoft.com/office/drawing/2014/main" id="{5700BCFE-6EFB-3945-8554-838E516195EA}"/>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0" name="Rectangle 163">
                <a:extLst>
                  <a:ext uri="{FF2B5EF4-FFF2-40B4-BE49-F238E27FC236}">
                    <a16:creationId xmlns:a16="http://schemas.microsoft.com/office/drawing/2014/main" id="{8E99EF80-A451-DE48-9EF9-6E12A6BACF26}"/>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1" name="Rectangle 164">
                <a:extLst>
                  <a:ext uri="{FF2B5EF4-FFF2-40B4-BE49-F238E27FC236}">
                    <a16:creationId xmlns:a16="http://schemas.microsoft.com/office/drawing/2014/main" id="{6E36EA48-C179-2E42-9E1E-4756F046C6C3}"/>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62" name="Line 165">
                <a:extLst>
                  <a:ext uri="{FF2B5EF4-FFF2-40B4-BE49-F238E27FC236}">
                    <a16:creationId xmlns:a16="http://schemas.microsoft.com/office/drawing/2014/main" id="{A81C91BF-80EC-014A-A2C2-4AD5EFB413E6}"/>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63" name="Group 166">
                <a:extLst>
                  <a:ext uri="{FF2B5EF4-FFF2-40B4-BE49-F238E27FC236}">
                    <a16:creationId xmlns:a16="http://schemas.microsoft.com/office/drawing/2014/main" id="{FE1441E4-1E2A-3345-8C88-868946615CE5}"/>
                  </a:ext>
                </a:extLst>
              </p:cNvPr>
              <p:cNvGrpSpPr>
                <a:grpSpLocks/>
              </p:cNvGrpSpPr>
              <p:nvPr/>
            </p:nvGrpSpPr>
            <p:grpSpPr bwMode="auto">
              <a:xfrm>
                <a:off x="1004" y="3002"/>
                <a:ext cx="275" cy="38"/>
                <a:chOff x="1004" y="3002"/>
                <a:chExt cx="275" cy="38"/>
              </a:xfrm>
            </p:grpSpPr>
            <p:sp>
              <p:nvSpPr>
                <p:cNvPr id="131264" name="Freeform 167">
                  <a:extLst>
                    <a:ext uri="{FF2B5EF4-FFF2-40B4-BE49-F238E27FC236}">
                      <a16:creationId xmlns:a16="http://schemas.microsoft.com/office/drawing/2014/main" id="{5FAEE7D6-714A-624E-A49A-5B99DA80FA7F}"/>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65" name="Freeform 168">
                  <a:extLst>
                    <a:ext uri="{FF2B5EF4-FFF2-40B4-BE49-F238E27FC236}">
                      <a16:creationId xmlns:a16="http://schemas.microsoft.com/office/drawing/2014/main" id="{A673FCAE-D3FB-6046-A424-60B939C075D4}"/>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66" name="Rectangle 169">
                  <a:extLst>
                    <a:ext uri="{FF2B5EF4-FFF2-40B4-BE49-F238E27FC236}">
                      <a16:creationId xmlns:a16="http://schemas.microsoft.com/office/drawing/2014/main" id="{6F6AD13A-CA4A-7146-96CF-241B277107FC}"/>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42" name="Group 170">
              <a:extLst>
                <a:ext uri="{FF2B5EF4-FFF2-40B4-BE49-F238E27FC236}">
                  <a16:creationId xmlns:a16="http://schemas.microsoft.com/office/drawing/2014/main" id="{EAC69D69-8A28-F840-99BC-0393E71375AD}"/>
                </a:ext>
              </a:extLst>
            </p:cNvPr>
            <p:cNvGrpSpPr>
              <a:grpSpLocks/>
            </p:cNvGrpSpPr>
            <p:nvPr/>
          </p:nvGrpSpPr>
          <p:grpSpPr bwMode="auto">
            <a:xfrm>
              <a:off x="997" y="2775"/>
              <a:ext cx="275" cy="260"/>
              <a:chOff x="997" y="2775"/>
              <a:chExt cx="275" cy="260"/>
            </a:xfrm>
          </p:grpSpPr>
          <p:sp>
            <p:nvSpPr>
              <p:cNvPr id="131243" name="Freeform 171">
                <a:extLst>
                  <a:ext uri="{FF2B5EF4-FFF2-40B4-BE49-F238E27FC236}">
                    <a16:creationId xmlns:a16="http://schemas.microsoft.com/office/drawing/2014/main" id="{1A7C6043-1473-CD4C-80C2-ACCCD694D98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4" name="Freeform 172">
                <a:extLst>
                  <a:ext uri="{FF2B5EF4-FFF2-40B4-BE49-F238E27FC236}">
                    <a16:creationId xmlns:a16="http://schemas.microsoft.com/office/drawing/2014/main" id="{567582B3-207A-8E4D-A8D3-FB3403CDCE9F}"/>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5" name="Freeform 173">
                <a:extLst>
                  <a:ext uri="{FF2B5EF4-FFF2-40B4-BE49-F238E27FC236}">
                    <a16:creationId xmlns:a16="http://schemas.microsoft.com/office/drawing/2014/main" id="{67AEBB2B-84BA-654B-BB42-79B053ECFB4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6" name="Freeform 174">
                <a:extLst>
                  <a:ext uri="{FF2B5EF4-FFF2-40B4-BE49-F238E27FC236}">
                    <a16:creationId xmlns:a16="http://schemas.microsoft.com/office/drawing/2014/main" id="{DE0A90A8-93A7-5045-B886-7F777E1C67BB}"/>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7" name="Rectangle 175">
                <a:extLst>
                  <a:ext uri="{FF2B5EF4-FFF2-40B4-BE49-F238E27FC236}">
                    <a16:creationId xmlns:a16="http://schemas.microsoft.com/office/drawing/2014/main" id="{876A42E2-6145-EC44-BEA4-40DAD747F1DC}"/>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48" name="Rectangle 176">
                <a:extLst>
                  <a:ext uri="{FF2B5EF4-FFF2-40B4-BE49-F238E27FC236}">
                    <a16:creationId xmlns:a16="http://schemas.microsoft.com/office/drawing/2014/main" id="{76D63C47-8FCE-CF4D-904D-F29AC7028766}"/>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49" name="Rectangle 177">
                <a:extLst>
                  <a:ext uri="{FF2B5EF4-FFF2-40B4-BE49-F238E27FC236}">
                    <a16:creationId xmlns:a16="http://schemas.microsoft.com/office/drawing/2014/main" id="{E72958DD-419E-A740-BDDE-199446864F2E}"/>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50" name="Line 178">
                <a:extLst>
                  <a:ext uri="{FF2B5EF4-FFF2-40B4-BE49-F238E27FC236}">
                    <a16:creationId xmlns:a16="http://schemas.microsoft.com/office/drawing/2014/main" id="{E753F635-E025-634F-84EC-99382C714DDD}"/>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51" name="Group 179">
                <a:extLst>
                  <a:ext uri="{FF2B5EF4-FFF2-40B4-BE49-F238E27FC236}">
                    <a16:creationId xmlns:a16="http://schemas.microsoft.com/office/drawing/2014/main" id="{45874552-2945-D34B-8120-02B94497EBBA}"/>
                  </a:ext>
                </a:extLst>
              </p:cNvPr>
              <p:cNvGrpSpPr>
                <a:grpSpLocks/>
              </p:cNvGrpSpPr>
              <p:nvPr/>
            </p:nvGrpSpPr>
            <p:grpSpPr bwMode="auto">
              <a:xfrm>
                <a:off x="997" y="2997"/>
                <a:ext cx="275" cy="38"/>
                <a:chOff x="997" y="2997"/>
                <a:chExt cx="275" cy="38"/>
              </a:xfrm>
            </p:grpSpPr>
            <p:sp>
              <p:nvSpPr>
                <p:cNvPr id="131252" name="Freeform 180">
                  <a:extLst>
                    <a:ext uri="{FF2B5EF4-FFF2-40B4-BE49-F238E27FC236}">
                      <a16:creationId xmlns:a16="http://schemas.microsoft.com/office/drawing/2014/main" id="{5554ED74-4BB5-874B-A7BE-DC5B00CA6658}"/>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3" name="Freeform 181">
                  <a:extLst>
                    <a:ext uri="{FF2B5EF4-FFF2-40B4-BE49-F238E27FC236}">
                      <a16:creationId xmlns:a16="http://schemas.microsoft.com/office/drawing/2014/main" id="{1425CC62-B85D-574F-B67A-D27E1D7FB65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54" name="Rectangle 182">
                  <a:extLst>
                    <a:ext uri="{FF2B5EF4-FFF2-40B4-BE49-F238E27FC236}">
                      <a16:creationId xmlns:a16="http://schemas.microsoft.com/office/drawing/2014/main" id="{D32FD378-210B-CA40-943E-945511C01468}"/>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5" name="Group 183">
            <a:extLst>
              <a:ext uri="{FF2B5EF4-FFF2-40B4-BE49-F238E27FC236}">
                <a16:creationId xmlns:a16="http://schemas.microsoft.com/office/drawing/2014/main" id="{D5D1103A-8DE0-8647-8819-8E3DEF3750F6}"/>
              </a:ext>
            </a:extLst>
          </p:cNvPr>
          <p:cNvGrpSpPr>
            <a:grpSpLocks/>
          </p:cNvGrpSpPr>
          <p:nvPr/>
        </p:nvGrpSpPr>
        <p:grpSpPr bwMode="auto">
          <a:xfrm>
            <a:off x="1547813" y="3452813"/>
            <a:ext cx="383381" cy="388144"/>
            <a:chOff x="590" y="3047"/>
            <a:chExt cx="282" cy="265"/>
          </a:xfrm>
        </p:grpSpPr>
        <p:grpSp>
          <p:nvGrpSpPr>
            <p:cNvPr id="131215" name="Group 184">
              <a:extLst>
                <a:ext uri="{FF2B5EF4-FFF2-40B4-BE49-F238E27FC236}">
                  <a16:creationId xmlns:a16="http://schemas.microsoft.com/office/drawing/2014/main" id="{28397F62-0E44-5946-88CA-61B77B832DC6}"/>
                </a:ext>
              </a:extLst>
            </p:cNvPr>
            <p:cNvGrpSpPr>
              <a:grpSpLocks/>
            </p:cNvGrpSpPr>
            <p:nvPr/>
          </p:nvGrpSpPr>
          <p:grpSpPr bwMode="auto">
            <a:xfrm>
              <a:off x="596" y="3051"/>
              <a:ext cx="276" cy="261"/>
              <a:chOff x="596" y="3051"/>
              <a:chExt cx="276" cy="261"/>
            </a:xfrm>
          </p:grpSpPr>
          <p:sp>
            <p:nvSpPr>
              <p:cNvPr id="131229" name="Freeform 185">
                <a:extLst>
                  <a:ext uri="{FF2B5EF4-FFF2-40B4-BE49-F238E27FC236}">
                    <a16:creationId xmlns:a16="http://schemas.microsoft.com/office/drawing/2014/main" id="{DBE2B0A7-4EF7-3942-B49C-16BE0D1433C0}"/>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0" name="Freeform 186">
                <a:extLst>
                  <a:ext uri="{FF2B5EF4-FFF2-40B4-BE49-F238E27FC236}">
                    <a16:creationId xmlns:a16="http://schemas.microsoft.com/office/drawing/2014/main" id="{A0D386CD-D156-F24D-999C-F658E08E987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1" name="Freeform 187">
                <a:extLst>
                  <a:ext uri="{FF2B5EF4-FFF2-40B4-BE49-F238E27FC236}">
                    <a16:creationId xmlns:a16="http://schemas.microsoft.com/office/drawing/2014/main" id="{B9281D4F-203E-D84D-9FD5-A92DA5975067}"/>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2" name="Freeform 188">
                <a:extLst>
                  <a:ext uri="{FF2B5EF4-FFF2-40B4-BE49-F238E27FC236}">
                    <a16:creationId xmlns:a16="http://schemas.microsoft.com/office/drawing/2014/main" id="{510DC7B8-EBA8-2D41-8D34-85954F896803}"/>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3" name="Rectangle 189">
                <a:extLst>
                  <a:ext uri="{FF2B5EF4-FFF2-40B4-BE49-F238E27FC236}">
                    <a16:creationId xmlns:a16="http://schemas.microsoft.com/office/drawing/2014/main" id="{491801A2-0E18-ED4F-9396-3C423115D786}"/>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4" name="Rectangle 190">
                <a:extLst>
                  <a:ext uri="{FF2B5EF4-FFF2-40B4-BE49-F238E27FC236}">
                    <a16:creationId xmlns:a16="http://schemas.microsoft.com/office/drawing/2014/main" id="{2BB575F3-D87F-A345-8A5C-FC4C062A286A}"/>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5" name="Rectangle 191">
                <a:extLst>
                  <a:ext uri="{FF2B5EF4-FFF2-40B4-BE49-F238E27FC236}">
                    <a16:creationId xmlns:a16="http://schemas.microsoft.com/office/drawing/2014/main" id="{2582FCC9-F716-6E4B-888E-0A177646E900}"/>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36" name="Line 192">
                <a:extLst>
                  <a:ext uri="{FF2B5EF4-FFF2-40B4-BE49-F238E27FC236}">
                    <a16:creationId xmlns:a16="http://schemas.microsoft.com/office/drawing/2014/main" id="{0744CBCF-D5BD-784F-9E13-B9990ADD133C}"/>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37" name="Group 193">
                <a:extLst>
                  <a:ext uri="{FF2B5EF4-FFF2-40B4-BE49-F238E27FC236}">
                    <a16:creationId xmlns:a16="http://schemas.microsoft.com/office/drawing/2014/main" id="{1661C6B2-F405-234C-BFBE-A2F66F7628AA}"/>
                  </a:ext>
                </a:extLst>
              </p:cNvPr>
              <p:cNvGrpSpPr>
                <a:grpSpLocks/>
              </p:cNvGrpSpPr>
              <p:nvPr/>
            </p:nvGrpSpPr>
            <p:grpSpPr bwMode="auto">
              <a:xfrm>
                <a:off x="596" y="3274"/>
                <a:ext cx="276" cy="38"/>
                <a:chOff x="596" y="3274"/>
                <a:chExt cx="276" cy="38"/>
              </a:xfrm>
            </p:grpSpPr>
            <p:sp>
              <p:nvSpPr>
                <p:cNvPr id="131238" name="Freeform 194">
                  <a:extLst>
                    <a:ext uri="{FF2B5EF4-FFF2-40B4-BE49-F238E27FC236}">
                      <a16:creationId xmlns:a16="http://schemas.microsoft.com/office/drawing/2014/main" id="{96F6309A-6BD5-6B49-A4EA-E223D23BF191}"/>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39" name="Freeform 195">
                  <a:extLst>
                    <a:ext uri="{FF2B5EF4-FFF2-40B4-BE49-F238E27FC236}">
                      <a16:creationId xmlns:a16="http://schemas.microsoft.com/office/drawing/2014/main" id="{9D9F39AE-6BDD-CD40-B141-75ED48A3ED50}"/>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40" name="Rectangle 196">
                  <a:extLst>
                    <a:ext uri="{FF2B5EF4-FFF2-40B4-BE49-F238E27FC236}">
                      <a16:creationId xmlns:a16="http://schemas.microsoft.com/office/drawing/2014/main" id="{532FB311-1DBF-F149-B917-219174DECEE6}"/>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216" name="Group 197">
              <a:extLst>
                <a:ext uri="{FF2B5EF4-FFF2-40B4-BE49-F238E27FC236}">
                  <a16:creationId xmlns:a16="http://schemas.microsoft.com/office/drawing/2014/main" id="{E6C41BCD-E0FA-BA46-9AF7-23F691D4EEF3}"/>
                </a:ext>
              </a:extLst>
            </p:cNvPr>
            <p:cNvGrpSpPr>
              <a:grpSpLocks/>
            </p:cNvGrpSpPr>
            <p:nvPr/>
          </p:nvGrpSpPr>
          <p:grpSpPr bwMode="auto">
            <a:xfrm>
              <a:off x="590" y="3047"/>
              <a:ext cx="275" cy="260"/>
              <a:chOff x="590" y="3047"/>
              <a:chExt cx="275" cy="260"/>
            </a:xfrm>
          </p:grpSpPr>
          <p:sp>
            <p:nvSpPr>
              <p:cNvPr id="131217" name="Freeform 198">
                <a:extLst>
                  <a:ext uri="{FF2B5EF4-FFF2-40B4-BE49-F238E27FC236}">
                    <a16:creationId xmlns:a16="http://schemas.microsoft.com/office/drawing/2014/main" id="{74531E98-A6D2-1D4C-8D58-46A44AB5A43F}"/>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8" name="Freeform 199">
                <a:extLst>
                  <a:ext uri="{FF2B5EF4-FFF2-40B4-BE49-F238E27FC236}">
                    <a16:creationId xmlns:a16="http://schemas.microsoft.com/office/drawing/2014/main" id="{3783F337-0CA1-0740-A2F7-E46C39EE4CF9}"/>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9" name="Freeform 200">
                <a:extLst>
                  <a:ext uri="{FF2B5EF4-FFF2-40B4-BE49-F238E27FC236}">
                    <a16:creationId xmlns:a16="http://schemas.microsoft.com/office/drawing/2014/main" id="{C832C8C3-BBA0-6D4C-B7DD-9E3FCC26229B}"/>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0" name="Freeform 201">
                <a:extLst>
                  <a:ext uri="{FF2B5EF4-FFF2-40B4-BE49-F238E27FC236}">
                    <a16:creationId xmlns:a16="http://schemas.microsoft.com/office/drawing/2014/main" id="{99BEA519-478C-0C4E-B97B-22292E0B43D5}"/>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1" name="Rectangle 202">
                <a:extLst>
                  <a:ext uri="{FF2B5EF4-FFF2-40B4-BE49-F238E27FC236}">
                    <a16:creationId xmlns:a16="http://schemas.microsoft.com/office/drawing/2014/main" id="{80B9BB70-5860-814D-8BD2-89C406091784}"/>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2" name="Rectangle 203">
                <a:extLst>
                  <a:ext uri="{FF2B5EF4-FFF2-40B4-BE49-F238E27FC236}">
                    <a16:creationId xmlns:a16="http://schemas.microsoft.com/office/drawing/2014/main" id="{FE491A55-7E38-E645-930D-15F499F6F380}"/>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3" name="Rectangle 204">
                <a:extLst>
                  <a:ext uri="{FF2B5EF4-FFF2-40B4-BE49-F238E27FC236}">
                    <a16:creationId xmlns:a16="http://schemas.microsoft.com/office/drawing/2014/main" id="{02307C4A-DF6F-4242-B895-3E6701E6794A}"/>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24" name="Line 205">
                <a:extLst>
                  <a:ext uri="{FF2B5EF4-FFF2-40B4-BE49-F238E27FC236}">
                    <a16:creationId xmlns:a16="http://schemas.microsoft.com/office/drawing/2014/main" id="{213E434A-C392-B34A-9FBC-3B257D268CA5}"/>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25" name="Group 206">
                <a:extLst>
                  <a:ext uri="{FF2B5EF4-FFF2-40B4-BE49-F238E27FC236}">
                    <a16:creationId xmlns:a16="http://schemas.microsoft.com/office/drawing/2014/main" id="{859D94C5-592F-EB42-8B5A-7066919C82F3}"/>
                  </a:ext>
                </a:extLst>
              </p:cNvPr>
              <p:cNvGrpSpPr>
                <a:grpSpLocks/>
              </p:cNvGrpSpPr>
              <p:nvPr/>
            </p:nvGrpSpPr>
            <p:grpSpPr bwMode="auto">
              <a:xfrm>
                <a:off x="590" y="3269"/>
                <a:ext cx="275" cy="38"/>
                <a:chOff x="590" y="3269"/>
                <a:chExt cx="275" cy="38"/>
              </a:xfrm>
            </p:grpSpPr>
            <p:sp>
              <p:nvSpPr>
                <p:cNvPr id="131226" name="Freeform 207">
                  <a:extLst>
                    <a:ext uri="{FF2B5EF4-FFF2-40B4-BE49-F238E27FC236}">
                      <a16:creationId xmlns:a16="http://schemas.microsoft.com/office/drawing/2014/main" id="{49EDF072-F33D-7146-9AD1-D25E46364D2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7" name="Freeform 208">
                  <a:extLst>
                    <a:ext uri="{FF2B5EF4-FFF2-40B4-BE49-F238E27FC236}">
                      <a16:creationId xmlns:a16="http://schemas.microsoft.com/office/drawing/2014/main" id="{2065630B-4DFD-8448-AD23-B9C339E7CDF4}"/>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28" name="Rectangle 209">
                  <a:extLst>
                    <a:ext uri="{FF2B5EF4-FFF2-40B4-BE49-F238E27FC236}">
                      <a16:creationId xmlns:a16="http://schemas.microsoft.com/office/drawing/2014/main" id="{701B4C9B-9EFF-C445-AB73-8AF0CD48D5AF}"/>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6" name="Group 210">
            <a:extLst>
              <a:ext uri="{FF2B5EF4-FFF2-40B4-BE49-F238E27FC236}">
                <a16:creationId xmlns:a16="http://schemas.microsoft.com/office/drawing/2014/main" id="{7F753FF3-7576-054A-82A8-E9668F43AD62}"/>
              </a:ext>
            </a:extLst>
          </p:cNvPr>
          <p:cNvGrpSpPr>
            <a:grpSpLocks/>
          </p:cNvGrpSpPr>
          <p:nvPr/>
        </p:nvGrpSpPr>
        <p:grpSpPr bwMode="auto">
          <a:xfrm>
            <a:off x="1977629" y="3919538"/>
            <a:ext cx="382190" cy="388144"/>
            <a:chOff x="906" y="3365"/>
            <a:chExt cx="281" cy="265"/>
          </a:xfrm>
        </p:grpSpPr>
        <p:grpSp>
          <p:nvGrpSpPr>
            <p:cNvPr id="131189" name="Group 211">
              <a:extLst>
                <a:ext uri="{FF2B5EF4-FFF2-40B4-BE49-F238E27FC236}">
                  <a16:creationId xmlns:a16="http://schemas.microsoft.com/office/drawing/2014/main" id="{D617B3C9-E317-1C4A-9404-908DCE820FFA}"/>
                </a:ext>
              </a:extLst>
            </p:cNvPr>
            <p:cNvGrpSpPr>
              <a:grpSpLocks/>
            </p:cNvGrpSpPr>
            <p:nvPr/>
          </p:nvGrpSpPr>
          <p:grpSpPr bwMode="auto">
            <a:xfrm>
              <a:off x="912" y="3369"/>
              <a:ext cx="275" cy="261"/>
              <a:chOff x="912" y="3369"/>
              <a:chExt cx="275" cy="261"/>
            </a:xfrm>
          </p:grpSpPr>
          <p:sp>
            <p:nvSpPr>
              <p:cNvPr id="131203" name="Freeform 212">
                <a:extLst>
                  <a:ext uri="{FF2B5EF4-FFF2-40B4-BE49-F238E27FC236}">
                    <a16:creationId xmlns:a16="http://schemas.microsoft.com/office/drawing/2014/main" id="{C6B395F8-5CFC-BD41-9D4D-751D3C891060}"/>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4" name="Freeform 213">
                <a:extLst>
                  <a:ext uri="{FF2B5EF4-FFF2-40B4-BE49-F238E27FC236}">
                    <a16:creationId xmlns:a16="http://schemas.microsoft.com/office/drawing/2014/main" id="{F7FFD0F3-D35E-2347-9E54-B5FCEA776656}"/>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5" name="Freeform 214">
                <a:extLst>
                  <a:ext uri="{FF2B5EF4-FFF2-40B4-BE49-F238E27FC236}">
                    <a16:creationId xmlns:a16="http://schemas.microsoft.com/office/drawing/2014/main" id="{C0723633-58CE-784E-9661-007D4E391F5C}"/>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6" name="Freeform 215">
                <a:extLst>
                  <a:ext uri="{FF2B5EF4-FFF2-40B4-BE49-F238E27FC236}">
                    <a16:creationId xmlns:a16="http://schemas.microsoft.com/office/drawing/2014/main" id="{A605411E-8307-6748-BB53-3B7C9F300891}"/>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7" name="Rectangle 216">
                <a:extLst>
                  <a:ext uri="{FF2B5EF4-FFF2-40B4-BE49-F238E27FC236}">
                    <a16:creationId xmlns:a16="http://schemas.microsoft.com/office/drawing/2014/main" id="{6CF32028-BDFD-5641-8CCC-A54737E618C8}"/>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08" name="Rectangle 217">
                <a:extLst>
                  <a:ext uri="{FF2B5EF4-FFF2-40B4-BE49-F238E27FC236}">
                    <a16:creationId xmlns:a16="http://schemas.microsoft.com/office/drawing/2014/main" id="{5292A27F-54D3-CB47-8E9C-B075C0F32A7C}"/>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09" name="Rectangle 218">
                <a:extLst>
                  <a:ext uri="{FF2B5EF4-FFF2-40B4-BE49-F238E27FC236}">
                    <a16:creationId xmlns:a16="http://schemas.microsoft.com/office/drawing/2014/main" id="{47BFF18F-EFD0-7D42-B3B6-53B6E01BA150}"/>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210" name="Line 219">
                <a:extLst>
                  <a:ext uri="{FF2B5EF4-FFF2-40B4-BE49-F238E27FC236}">
                    <a16:creationId xmlns:a16="http://schemas.microsoft.com/office/drawing/2014/main" id="{5DEA998F-634D-5B49-B7E6-4988079652E9}"/>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211" name="Group 220">
                <a:extLst>
                  <a:ext uri="{FF2B5EF4-FFF2-40B4-BE49-F238E27FC236}">
                    <a16:creationId xmlns:a16="http://schemas.microsoft.com/office/drawing/2014/main" id="{BB4A0B3F-C18E-2041-BE4E-B7E624CBAF86}"/>
                  </a:ext>
                </a:extLst>
              </p:cNvPr>
              <p:cNvGrpSpPr>
                <a:grpSpLocks/>
              </p:cNvGrpSpPr>
              <p:nvPr/>
            </p:nvGrpSpPr>
            <p:grpSpPr bwMode="auto">
              <a:xfrm>
                <a:off x="912" y="3592"/>
                <a:ext cx="275" cy="38"/>
                <a:chOff x="912" y="3592"/>
                <a:chExt cx="275" cy="38"/>
              </a:xfrm>
            </p:grpSpPr>
            <p:sp>
              <p:nvSpPr>
                <p:cNvPr id="131212" name="Freeform 221">
                  <a:extLst>
                    <a:ext uri="{FF2B5EF4-FFF2-40B4-BE49-F238E27FC236}">
                      <a16:creationId xmlns:a16="http://schemas.microsoft.com/office/drawing/2014/main" id="{DE48E9AB-4E18-2F43-AEF8-AD3ADA3DB0DA}"/>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3" name="Freeform 222">
                  <a:extLst>
                    <a:ext uri="{FF2B5EF4-FFF2-40B4-BE49-F238E27FC236}">
                      <a16:creationId xmlns:a16="http://schemas.microsoft.com/office/drawing/2014/main" id="{78C22C0F-ECDA-5F4E-A9D9-5229786979E8}"/>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14" name="Rectangle 223">
                  <a:extLst>
                    <a:ext uri="{FF2B5EF4-FFF2-40B4-BE49-F238E27FC236}">
                      <a16:creationId xmlns:a16="http://schemas.microsoft.com/office/drawing/2014/main" id="{A3C72E6C-5AA2-C040-9800-9CDCEFCE9389}"/>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1190" name="Group 224">
              <a:extLst>
                <a:ext uri="{FF2B5EF4-FFF2-40B4-BE49-F238E27FC236}">
                  <a16:creationId xmlns:a16="http://schemas.microsoft.com/office/drawing/2014/main" id="{026584EB-158D-E849-B88D-DD8DB1F72767}"/>
                </a:ext>
              </a:extLst>
            </p:cNvPr>
            <p:cNvGrpSpPr>
              <a:grpSpLocks/>
            </p:cNvGrpSpPr>
            <p:nvPr/>
          </p:nvGrpSpPr>
          <p:grpSpPr bwMode="auto">
            <a:xfrm>
              <a:off x="906" y="3365"/>
              <a:ext cx="275" cy="261"/>
              <a:chOff x="906" y="3365"/>
              <a:chExt cx="275" cy="261"/>
            </a:xfrm>
          </p:grpSpPr>
          <p:sp>
            <p:nvSpPr>
              <p:cNvPr id="131191" name="Freeform 225">
                <a:extLst>
                  <a:ext uri="{FF2B5EF4-FFF2-40B4-BE49-F238E27FC236}">
                    <a16:creationId xmlns:a16="http://schemas.microsoft.com/office/drawing/2014/main" id="{43FD400F-85EF-9C45-A786-180B0066CD7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2" name="Freeform 226">
                <a:extLst>
                  <a:ext uri="{FF2B5EF4-FFF2-40B4-BE49-F238E27FC236}">
                    <a16:creationId xmlns:a16="http://schemas.microsoft.com/office/drawing/2014/main" id="{D1B0007E-9B7A-664A-B537-3EA3BD401418}"/>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3" name="Freeform 227">
                <a:extLst>
                  <a:ext uri="{FF2B5EF4-FFF2-40B4-BE49-F238E27FC236}">
                    <a16:creationId xmlns:a16="http://schemas.microsoft.com/office/drawing/2014/main" id="{DC92BD9E-963A-8145-97EC-157B6233DFD5}"/>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4" name="Freeform 228">
                <a:extLst>
                  <a:ext uri="{FF2B5EF4-FFF2-40B4-BE49-F238E27FC236}">
                    <a16:creationId xmlns:a16="http://schemas.microsoft.com/office/drawing/2014/main" id="{D31B7BD0-63FA-E346-9E4C-42E1E6159EA3}"/>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95" name="Rectangle 229">
                <a:extLst>
                  <a:ext uri="{FF2B5EF4-FFF2-40B4-BE49-F238E27FC236}">
                    <a16:creationId xmlns:a16="http://schemas.microsoft.com/office/drawing/2014/main" id="{4CF4ED86-CFFA-C343-9EB7-FFE87D3F6B36}"/>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6" name="Rectangle 230">
                <a:extLst>
                  <a:ext uri="{FF2B5EF4-FFF2-40B4-BE49-F238E27FC236}">
                    <a16:creationId xmlns:a16="http://schemas.microsoft.com/office/drawing/2014/main" id="{3F761AF6-B4BB-9C4F-A075-1E01885C7599}"/>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7" name="Rectangle 231">
                <a:extLst>
                  <a:ext uri="{FF2B5EF4-FFF2-40B4-BE49-F238E27FC236}">
                    <a16:creationId xmlns:a16="http://schemas.microsoft.com/office/drawing/2014/main" id="{13A1D599-847D-234C-9B5A-D3930EE68F2E}"/>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98" name="Line 232">
                <a:extLst>
                  <a:ext uri="{FF2B5EF4-FFF2-40B4-BE49-F238E27FC236}">
                    <a16:creationId xmlns:a16="http://schemas.microsoft.com/office/drawing/2014/main" id="{2706EE3D-9F12-234B-9C21-8E52AA9717D5}"/>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1199" name="Group 233">
                <a:extLst>
                  <a:ext uri="{FF2B5EF4-FFF2-40B4-BE49-F238E27FC236}">
                    <a16:creationId xmlns:a16="http://schemas.microsoft.com/office/drawing/2014/main" id="{B9E3B33F-36B8-A545-BB08-DBC781236FDE}"/>
                  </a:ext>
                </a:extLst>
              </p:cNvPr>
              <p:cNvGrpSpPr>
                <a:grpSpLocks/>
              </p:cNvGrpSpPr>
              <p:nvPr/>
            </p:nvGrpSpPr>
            <p:grpSpPr bwMode="auto">
              <a:xfrm>
                <a:off x="906" y="3587"/>
                <a:ext cx="275" cy="39"/>
                <a:chOff x="906" y="3587"/>
                <a:chExt cx="275" cy="39"/>
              </a:xfrm>
            </p:grpSpPr>
            <p:sp>
              <p:nvSpPr>
                <p:cNvPr id="131200" name="Freeform 234">
                  <a:extLst>
                    <a:ext uri="{FF2B5EF4-FFF2-40B4-BE49-F238E27FC236}">
                      <a16:creationId xmlns:a16="http://schemas.microsoft.com/office/drawing/2014/main" id="{4DA7F1E9-6227-324C-BF68-4F5EE1985985}"/>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1" name="Freeform 235">
                  <a:extLst>
                    <a:ext uri="{FF2B5EF4-FFF2-40B4-BE49-F238E27FC236}">
                      <a16:creationId xmlns:a16="http://schemas.microsoft.com/office/drawing/2014/main" id="{0F3A12AC-690E-6141-971E-95F05911BC08}"/>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202" name="Rectangle 236">
                  <a:extLst>
                    <a:ext uri="{FF2B5EF4-FFF2-40B4-BE49-F238E27FC236}">
                      <a16:creationId xmlns:a16="http://schemas.microsoft.com/office/drawing/2014/main" id="{0E822DFC-BA8A-9144-B421-59DE82FCCB95}"/>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1097" name="Group 237">
            <a:extLst>
              <a:ext uri="{FF2B5EF4-FFF2-40B4-BE49-F238E27FC236}">
                <a16:creationId xmlns:a16="http://schemas.microsoft.com/office/drawing/2014/main" id="{15221707-ACD7-144F-B2C8-4B0FBE3ECB56}"/>
              </a:ext>
            </a:extLst>
          </p:cNvPr>
          <p:cNvGrpSpPr>
            <a:grpSpLocks/>
          </p:cNvGrpSpPr>
          <p:nvPr/>
        </p:nvGrpSpPr>
        <p:grpSpPr bwMode="auto">
          <a:xfrm>
            <a:off x="3095625" y="4010025"/>
            <a:ext cx="333375" cy="629841"/>
            <a:chOff x="1660" y="3427"/>
            <a:chExt cx="217" cy="339"/>
          </a:xfrm>
        </p:grpSpPr>
        <p:grpSp>
          <p:nvGrpSpPr>
            <p:cNvPr id="131169" name="Group 238">
              <a:extLst>
                <a:ext uri="{FF2B5EF4-FFF2-40B4-BE49-F238E27FC236}">
                  <a16:creationId xmlns:a16="http://schemas.microsoft.com/office/drawing/2014/main" id="{AAB3BDDE-7C55-8F4B-92CF-EAF6A791A602}"/>
                </a:ext>
              </a:extLst>
            </p:cNvPr>
            <p:cNvGrpSpPr>
              <a:grpSpLocks/>
            </p:cNvGrpSpPr>
            <p:nvPr/>
          </p:nvGrpSpPr>
          <p:grpSpPr bwMode="auto">
            <a:xfrm>
              <a:off x="1665" y="3433"/>
              <a:ext cx="212" cy="333"/>
              <a:chOff x="1665" y="3433"/>
              <a:chExt cx="212" cy="333"/>
            </a:xfrm>
          </p:grpSpPr>
          <p:sp>
            <p:nvSpPr>
              <p:cNvPr id="131180" name="Freeform 239">
                <a:extLst>
                  <a:ext uri="{FF2B5EF4-FFF2-40B4-BE49-F238E27FC236}">
                    <a16:creationId xmlns:a16="http://schemas.microsoft.com/office/drawing/2014/main" id="{D88EB3B8-A0E8-F842-ADA1-E18B8D6DF601}"/>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1" name="Freeform 240">
                <a:extLst>
                  <a:ext uri="{FF2B5EF4-FFF2-40B4-BE49-F238E27FC236}">
                    <a16:creationId xmlns:a16="http://schemas.microsoft.com/office/drawing/2014/main" id="{181FFF2C-D407-9742-87AE-5308743292FA}"/>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2" name="Freeform 241">
                <a:extLst>
                  <a:ext uri="{FF2B5EF4-FFF2-40B4-BE49-F238E27FC236}">
                    <a16:creationId xmlns:a16="http://schemas.microsoft.com/office/drawing/2014/main" id="{4679EC6F-5137-A746-A238-C3E3B488400D}"/>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3" name="Freeform 242">
                <a:extLst>
                  <a:ext uri="{FF2B5EF4-FFF2-40B4-BE49-F238E27FC236}">
                    <a16:creationId xmlns:a16="http://schemas.microsoft.com/office/drawing/2014/main" id="{5507E4BF-7946-0444-9B5F-6573C3870F83}"/>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84" name="Rectangle 243">
                <a:extLst>
                  <a:ext uri="{FF2B5EF4-FFF2-40B4-BE49-F238E27FC236}">
                    <a16:creationId xmlns:a16="http://schemas.microsoft.com/office/drawing/2014/main" id="{4AEDF975-D261-DD40-AE50-2A7290F28D80}"/>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85" name="Rectangle 244">
                <a:extLst>
                  <a:ext uri="{FF2B5EF4-FFF2-40B4-BE49-F238E27FC236}">
                    <a16:creationId xmlns:a16="http://schemas.microsoft.com/office/drawing/2014/main" id="{A4118EA9-81BC-6846-AFBC-676D19401DC6}"/>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86" name="Line 245">
                <a:extLst>
                  <a:ext uri="{FF2B5EF4-FFF2-40B4-BE49-F238E27FC236}">
                    <a16:creationId xmlns:a16="http://schemas.microsoft.com/office/drawing/2014/main" id="{932A999E-AF66-4740-A719-86ABFED4AF11}"/>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87" name="Line 246">
                <a:extLst>
                  <a:ext uri="{FF2B5EF4-FFF2-40B4-BE49-F238E27FC236}">
                    <a16:creationId xmlns:a16="http://schemas.microsoft.com/office/drawing/2014/main" id="{234595BB-D627-9945-90BE-CDF1301CB744}"/>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88" name="Line 247">
                <a:extLst>
                  <a:ext uri="{FF2B5EF4-FFF2-40B4-BE49-F238E27FC236}">
                    <a16:creationId xmlns:a16="http://schemas.microsoft.com/office/drawing/2014/main" id="{4DD37147-A504-B943-81B7-BEB15BCF9EAD}"/>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170" name="Group 248">
              <a:extLst>
                <a:ext uri="{FF2B5EF4-FFF2-40B4-BE49-F238E27FC236}">
                  <a16:creationId xmlns:a16="http://schemas.microsoft.com/office/drawing/2014/main" id="{010F75C6-0E8C-3C4E-84CE-F804C037B70F}"/>
                </a:ext>
              </a:extLst>
            </p:cNvPr>
            <p:cNvGrpSpPr>
              <a:grpSpLocks/>
            </p:cNvGrpSpPr>
            <p:nvPr/>
          </p:nvGrpSpPr>
          <p:grpSpPr bwMode="auto">
            <a:xfrm>
              <a:off x="1660" y="3427"/>
              <a:ext cx="212" cy="333"/>
              <a:chOff x="1660" y="3427"/>
              <a:chExt cx="212" cy="333"/>
            </a:xfrm>
          </p:grpSpPr>
          <p:sp>
            <p:nvSpPr>
              <p:cNvPr id="131171" name="Freeform 249">
                <a:extLst>
                  <a:ext uri="{FF2B5EF4-FFF2-40B4-BE49-F238E27FC236}">
                    <a16:creationId xmlns:a16="http://schemas.microsoft.com/office/drawing/2014/main" id="{575535BE-6D9E-DE42-B7CE-07E760015324}"/>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2" name="Freeform 250">
                <a:extLst>
                  <a:ext uri="{FF2B5EF4-FFF2-40B4-BE49-F238E27FC236}">
                    <a16:creationId xmlns:a16="http://schemas.microsoft.com/office/drawing/2014/main" id="{26053116-2EB5-9448-A988-B3DD5B59FA13}"/>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3" name="Freeform 251">
                <a:extLst>
                  <a:ext uri="{FF2B5EF4-FFF2-40B4-BE49-F238E27FC236}">
                    <a16:creationId xmlns:a16="http://schemas.microsoft.com/office/drawing/2014/main" id="{A9EABC18-78C1-4345-B12F-0DD67D8A41CF}"/>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4" name="Freeform 252">
                <a:extLst>
                  <a:ext uri="{FF2B5EF4-FFF2-40B4-BE49-F238E27FC236}">
                    <a16:creationId xmlns:a16="http://schemas.microsoft.com/office/drawing/2014/main" id="{16E64C53-6850-024C-ADA8-CC081A4A09C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75" name="Rectangle 253">
                <a:extLst>
                  <a:ext uri="{FF2B5EF4-FFF2-40B4-BE49-F238E27FC236}">
                    <a16:creationId xmlns:a16="http://schemas.microsoft.com/office/drawing/2014/main" id="{4E3D16B5-C2A5-B64E-B3B5-37292E47CC05}"/>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76" name="Rectangle 254">
                <a:extLst>
                  <a:ext uri="{FF2B5EF4-FFF2-40B4-BE49-F238E27FC236}">
                    <a16:creationId xmlns:a16="http://schemas.microsoft.com/office/drawing/2014/main" id="{31928909-9F82-9B44-9280-AD6309C4D304}"/>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77" name="Line 255">
                <a:extLst>
                  <a:ext uri="{FF2B5EF4-FFF2-40B4-BE49-F238E27FC236}">
                    <a16:creationId xmlns:a16="http://schemas.microsoft.com/office/drawing/2014/main" id="{FD81955E-BE6E-A148-8B3A-19025D43C947}"/>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78" name="Line 256">
                <a:extLst>
                  <a:ext uri="{FF2B5EF4-FFF2-40B4-BE49-F238E27FC236}">
                    <a16:creationId xmlns:a16="http://schemas.microsoft.com/office/drawing/2014/main" id="{4298E693-09F8-634F-8B3A-40CC6E01F9DB}"/>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79" name="Line 257">
                <a:extLst>
                  <a:ext uri="{FF2B5EF4-FFF2-40B4-BE49-F238E27FC236}">
                    <a16:creationId xmlns:a16="http://schemas.microsoft.com/office/drawing/2014/main" id="{9CB2CD6C-2E08-E249-815C-D409CF75C921}"/>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098" name="Rectangle 258">
            <a:extLst>
              <a:ext uri="{FF2B5EF4-FFF2-40B4-BE49-F238E27FC236}">
                <a16:creationId xmlns:a16="http://schemas.microsoft.com/office/drawing/2014/main" id="{C4D4438A-0A4C-764B-AD12-09369FD567ED}"/>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099" name="Rectangle 259">
            <a:extLst>
              <a:ext uri="{FF2B5EF4-FFF2-40B4-BE49-F238E27FC236}">
                <a16:creationId xmlns:a16="http://schemas.microsoft.com/office/drawing/2014/main" id="{60E97EF1-8E70-A040-90B3-1D1D791374C6}"/>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1100" name="Rectangle 260">
            <a:extLst>
              <a:ext uri="{FF2B5EF4-FFF2-40B4-BE49-F238E27FC236}">
                <a16:creationId xmlns:a16="http://schemas.microsoft.com/office/drawing/2014/main" id="{F935CC89-9350-3144-B238-37BC80338793}"/>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1" name="Rectangle 261">
            <a:extLst>
              <a:ext uri="{FF2B5EF4-FFF2-40B4-BE49-F238E27FC236}">
                <a16:creationId xmlns:a16="http://schemas.microsoft.com/office/drawing/2014/main" id="{3A71815F-8F08-5B47-9C2E-7DFEA9CFE959}"/>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1102" name="Group 262">
            <a:extLst>
              <a:ext uri="{FF2B5EF4-FFF2-40B4-BE49-F238E27FC236}">
                <a16:creationId xmlns:a16="http://schemas.microsoft.com/office/drawing/2014/main" id="{ECCC495D-4455-B84E-BE19-BB7048960D47}"/>
              </a:ext>
            </a:extLst>
          </p:cNvPr>
          <p:cNvGrpSpPr>
            <a:grpSpLocks/>
          </p:cNvGrpSpPr>
          <p:nvPr/>
        </p:nvGrpSpPr>
        <p:grpSpPr bwMode="auto">
          <a:xfrm>
            <a:off x="7196138" y="2409825"/>
            <a:ext cx="294085" cy="496491"/>
            <a:chOff x="4305" y="2335"/>
            <a:chExt cx="216" cy="339"/>
          </a:xfrm>
        </p:grpSpPr>
        <p:grpSp>
          <p:nvGrpSpPr>
            <p:cNvPr id="131149" name="Group 263">
              <a:extLst>
                <a:ext uri="{FF2B5EF4-FFF2-40B4-BE49-F238E27FC236}">
                  <a16:creationId xmlns:a16="http://schemas.microsoft.com/office/drawing/2014/main" id="{836447EA-BE1B-ED4F-A63D-DDB8EAE625BD}"/>
                </a:ext>
              </a:extLst>
            </p:cNvPr>
            <p:cNvGrpSpPr>
              <a:grpSpLocks/>
            </p:cNvGrpSpPr>
            <p:nvPr/>
          </p:nvGrpSpPr>
          <p:grpSpPr bwMode="auto">
            <a:xfrm>
              <a:off x="4310" y="2341"/>
              <a:ext cx="211" cy="333"/>
              <a:chOff x="4310" y="2341"/>
              <a:chExt cx="211" cy="333"/>
            </a:xfrm>
          </p:grpSpPr>
          <p:sp>
            <p:nvSpPr>
              <p:cNvPr id="131160" name="Freeform 264">
                <a:extLst>
                  <a:ext uri="{FF2B5EF4-FFF2-40B4-BE49-F238E27FC236}">
                    <a16:creationId xmlns:a16="http://schemas.microsoft.com/office/drawing/2014/main" id="{6C0C59E4-E538-6B49-A312-9F4B70553700}"/>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1" name="Freeform 265">
                <a:extLst>
                  <a:ext uri="{FF2B5EF4-FFF2-40B4-BE49-F238E27FC236}">
                    <a16:creationId xmlns:a16="http://schemas.microsoft.com/office/drawing/2014/main" id="{1C7CF51B-3799-014F-AB77-045725691E95}"/>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2" name="Freeform 266">
                <a:extLst>
                  <a:ext uri="{FF2B5EF4-FFF2-40B4-BE49-F238E27FC236}">
                    <a16:creationId xmlns:a16="http://schemas.microsoft.com/office/drawing/2014/main" id="{077FD6B8-A30B-524E-994E-7B27D14B50DC}"/>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3" name="Freeform 267">
                <a:extLst>
                  <a:ext uri="{FF2B5EF4-FFF2-40B4-BE49-F238E27FC236}">
                    <a16:creationId xmlns:a16="http://schemas.microsoft.com/office/drawing/2014/main" id="{832BE732-C6F2-F044-9040-6B0E085038B2}"/>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64" name="Rectangle 268">
                <a:extLst>
                  <a:ext uri="{FF2B5EF4-FFF2-40B4-BE49-F238E27FC236}">
                    <a16:creationId xmlns:a16="http://schemas.microsoft.com/office/drawing/2014/main" id="{60D86C33-9616-0742-8008-27435E580566}"/>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65" name="Rectangle 269">
                <a:extLst>
                  <a:ext uri="{FF2B5EF4-FFF2-40B4-BE49-F238E27FC236}">
                    <a16:creationId xmlns:a16="http://schemas.microsoft.com/office/drawing/2014/main" id="{09789968-A00C-2148-B6DF-9D317AADF40D}"/>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66" name="Line 270">
                <a:extLst>
                  <a:ext uri="{FF2B5EF4-FFF2-40B4-BE49-F238E27FC236}">
                    <a16:creationId xmlns:a16="http://schemas.microsoft.com/office/drawing/2014/main" id="{6CE13B5B-71AC-1747-8193-38038849E5F7}"/>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67" name="Line 271">
                <a:extLst>
                  <a:ext uri="{FF2B5EF4-FFF2-40B4-BE49-F238E27FC236}">
                    <a16:creationId xmlns:a16="http://schemas.microsoft.com/office/drawing/2014/main" id="{718AC079-142E-4449-8660-BCC323F8D3C9}"/>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68" name="Line 272">
                <a:extLst>
                  <a:ext uri="{FF2B5EF4-FFF2-40B4-BE49-F238E27FC236}">
                    <a16:creationId xmlns:a16="http://schemas.microsoft.com/office/drawing/2014/main" id="{C82D1E30-D06C-E640-899A-FC290E3B188A}"/>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1150" name="Group 273">
              <a:extLst>
                <a:ext uri="{FF2B5EF4-FFF2-40B4-BE49-F238E27FC236}">
                  <a16:creationId xmlns:a16="http://schemas.microsoft.com/office/drawing/2014/main" id="{275C2DD1-40E6-D046-A270-259106C29C7A}"/>
                </a:ext>
              </a:extLst>
            </p:cNvPr>
            <p:cNvGrpSpPr>
              <a:grpSpLocks/>
            </p:cNvGrpSpPr>
            <p:nvPr/>
          </p:nvGrpSpPr>
          <p:grpSpPr bwMode="auto">
            <a:xfrm>
              <a:off x="4305" y="2335"/>
              <a:ext cx="211" cy="332"/>
              <a:chOff x="4305" y="2335"/>
              <a:chExt cx="211" cy="332"/>
            </a:xfrm>
          </p:grpSpPr>
          <p:sp>
            <p:nvSpPr>
              <p:cNvPr id="131151" name="Freeform 274">
                <a:extLst>
                  <a:ext uri="{FF2B5EF4-FFF2-40B4-BE49-F238E27FC236}">
                    <a16:creationId xmlns:a16="http://schemas.microsoft.com/office/drawing/2014/main" id="{211F21D8-B717-D74A-B633-CE5157E794EB}"/>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2" name="Freeform 275">
                <a:extLst>
                  <a:ext uri="{FF2B5EF4-FFF2-40B4-BE49-F238E27FC236}">
                    <a16:creationId xmlns:a16="http://schemas.microsoft.com/office/drawing/2014/main" id="{A5F9F939-4299-DC4E-B381-7707F946E99D}"/>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3" name="Freeform 276">
                <a:extLst>
                  <a:ext uri="{FF2B5EF4-FFF2-40B4-BE49-F238E27FC236}">
                    <a16:creationId xmlns:a16="http://schemas.microsoft.com/office/drawing/2014/main" id="{5345C2F6-75C7-934D-A7B9-62C341BDA522}"/>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4" name="Freeform 277">
                <a:extLst>
                  <a:ext uri="{FF2B5EF4-FFF2-40B4-BE49-F238E27FC236}">
                    <a16:creationId xmlns:a16="http://schemas.microsoft.com/office/drawing/2014/main" id="{8FCAB3F0-4166-4C47-B990-AECC4615AAFB}"/>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55" name="Rectangle 278">
                <a:extLst>
                  <a:ext uri="{FF2B5EF4-FFF2-40B4-BE49-F238E27FC236}">
                    <a16:creationId xmlns:a16="http://schemas.microsoft.com/office/drawing/2014/main" id="{6481639A-FFED-3E4A-89DC-BDAE5DC8D11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56" name="Rectangle 279">
                <a:extLst>
                  <a:ext uri="{FF2B5EF4-FFF2-40B4-BE49-F238E27FC236}">
                    <a16:creationId xmlns:a16="http://schemas.microsoft.com/office/drawing/2014/main" id="{FDAD953C-9BD4-7D42-B9C8-261CBA913443}"/>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57" name="Line 280">
                <a:extLst>
                  <a:ext uri="{FF2B5EF4-FFF2-40B4-BE49-F238E27FC236}">
                    <a16:creationId xmlns:a16="http://schemas.microsoft.com/office/drawing/2014/main" id="{1D3FD37E-B299-DA4C-9904-862704DED831}"/>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58" name="Line 281">
                <a:extLst>
                  <a:ext uri="{FF2B5EF4-FFF2-40B4-BE49-F238E27FC236}">
                    <a16:creationId xmlns:a16="http://schemas.microsoft.com/office/drawing/2014/main" id="{AD549E5A-FEAE-924A-9889-F876F5DE541C}"/>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59" name="Line 282">
                <a:extLst>
                  <a:ext uri="{FF2B5EF4-FFF2-40B4-BE49-F238E27FC236}">
                    <a16:creationId xmlns:a16="http://schemas.microsoft.com/office/drawing/2014/main" id="{D3869133-5B0F-284E-B758-24F98B8720B5}"/>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1103" name="Rectangle 284">
            <a:extLst>
              <a:ext uri="{FF2B5EF4-FFF2-40B4-BE49-F238E27FC236}">
                <a16:creationId xmlns:a16="http://schemas.microsoft.com/office/drawing/2014/main" id="{5F7399C1-60EC-0C44-A08B-55578950F62D}"/>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1104" name="Rectangle 285">
            <a:extLst>
              <a:ext uri="{FF2B5EF4-FFF2-40B4-BE49-F238E27FC236}">
                <a16:creationId xmlns:a16="http://schemas.microsoft.com/office/drawing/2014/main" id="{F23F6D96-DC13-C443-8EEB-3D73EBB4E5B6}"/>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5" name="Rectangle 286">
            <a:extLst>
              <a:ext uri="{FF2B5EF4-FFF2-40B4-BE49-F238E27FC236}">
                <a16:creationId xmlns:a16="http://schemas.microsoft.com/office/drawing/2014/main" id="{3A67A2F2-6A65-E943-B371-6E871E3D5C9E}"/>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1106" name="Group 287">
            <a:extLst>
              <a:ext uri="{FF2B5EF4-FFF2-40B4-BE49-F238E27FC236}">
                <a16:creationId xmlns:a16="http://schemas.microsoft.com/office/drawing/2014/main" id="{0CF0D12B-1F74-7441-B482-E45BCE0DB62C}"/>
              </a:ext>
            </a:extLst>
          </p:cNvPr>
          <p:cNvGrpSpPr>
            <a:grpSpLocks/>
          </p:cNvGrpSpPr>
          <p:nvPr/>
        </p:nvGrpSpPr>
        <p:grpSpPr bwMode="auto">
          <a:xfrm>
            <a:off x="3290888" y="4374356"/>
            <a:ext cx="391716" cy="195263"/>
            <a:chOff x="1872" y="3676"/>
            <a:chExt cx="227" cy="136"/>
          </a:xfrm>
        </p:grpSpPr>
        <p:sp>
          <p:nvSpPr>
            <p:cNvPr id="131147" name="Line 288">
              <a:extLst>
                <a:ext uri="{FF2B5EF4-FFF2-40B4-BE49-F238E27FC236}">
                  <a16:creationId xmlns:a16="http://schemas.microsoft.com/office/drawing/2014/main" id="{9575F8C3-2B24-8E4B-A024-59A9387A87A0}"/>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48" name="Freeform 289">
              <a:extLst>
                <a:ext uri="{FF2B5EF4-FFF2-40B4-BE49-F238E27FC236}">
                  <a16:creationId xmlns:a16="http://schemas.microsoft.com/office/drawing/2014/main" id="{971F341C-952B-DE4A-B252-4A2D958B5C59}"/>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1107" name="Group 290">
            <a:extLst>
              <a:ext uri="{FF2B5EF4-FFF2-40B4-BE49-F238E27FC236}">
                <a16:creationId xmlns:a16="http://schemas.microsoft.com/office/drawing/2014/main" id="{D6A7CCBC-0471-B848-A675-21DA52729E9C}"/>
              </a:ext>
            </a:extLst>
          </p:cNvPr>
          <p:cNvGrpSpPr>
            <a:grpSpLocks/>
          </p:cNvGrpSpPr>
          <p:nvPr/>
        </p:nvGrpSpPr>
        <p:grpSpPr bwMode="auto">
          <a:xfrm>
            <a:off x="5695950" y="3432572"/>
            <a:ext cx="420291" cy="280988"/>
            <a:chOff x="3202" y="3033"/>
            <a:chExt cx="309" cy="192"/>
          </a:xfrm>
        </p:grpSpPr>
        <p:sp>
          <p:nvSpPr>
            <p:cNvPr id="131122" name="Oval 291">
              <a:extLst>
                <a:ext uri="{FF2B5EF4-FFF2-40B4-BE49-F238E27FC236}">
                  <a16:creationId xmlns:a16="http://schemas.microsoft.com/office/drawing/2014/main" id="{6EB6B9B3-807A-5745-BF30-A0E7D2BC04BB}"/>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3" name="Rectangle 292">
              <a:extLst>
                <a:ext uri="{FF2B5EF4-FFF2-40B4-BE49-F238E27FC236}">
                  <a16:creationId xmlns:a16="http://schemas.microsoft.com/office/drawing/2014/main" id="{D9A2CC36-36A8-5A41-AC29-CF1D421C34FE}"/>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4" name="Rectangle 293">
              <a:extLst>
                <a:ext uri="{FF2B5EF4-FFF2-40B4-BE49-F238E27FC236}">
                  <a16:creationId xmlns:a16="http://schemas.microsoft.com/office/drawing/2014/main" id="{97C9D007-3BCE-3D43-B5D9-4FF874CC2C34}"/>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25" name="Oval 294">
              <a:extLst>
                <a:ext uri="{FF2B5EF4-FFF2-40B4-BE49-F238E27FC236}">
                  <a16:creationId xmlns:a16="http://schemas.microsoft.com/office/drawing/2014/main" id="{99B5E1C5-58E3-0341-813B-66CEABE5670A}"/>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1126" name="Group 295">
              <a:extLst>
                <a:ext uri="{FF2B5EF4-FFF2-40B4-BE49-F238E27FC236}">
                  <a16:creationId xmlns:a16="http://schemas.microsoft.com/office/drawing/2014/main" id="{0C6C5F1D-3003-914F-AF83-522876346959}"/>
                </a:ext>
              </a:extLst>
            </p:cNvPr>
            <p:cNvGrpSpPr>
              <a:grpSpLocks/>
            </p:cNvGrpSpPr>
            <p:nvPr/>
          </p:nvGrpSpPr>
          <p:grpSpPr bwMode="auto">
            <a:xfrm>
              <a:off x="3249" y="3046"/>
              <a:ext cx="214" cy="86"/>
              <a:chOff x="3249" y="3046"/>
              <a:chExt cx="214" cy="86"/>
            </a:xfrm>
          </p:grpSpPr>
          <p:grpSp>
            <p:nvGrpSpPr>
              <p:cNvPr id="131129" name="Group 296">
                <a:extLst>
                  <a:ext uri="{FF2B5EF4-FFF2-40B4-BE49-F238E27FC236}">
                    <a16:creationId xmlns:a16="http://schemas.microsoft.com/office/drawing/2014/main" id="{3CA53CED-07CC-3040-B3B8-88671353737A}"/>
                  </a:ext>
                </a:extLst>
              </p:cNvPr>
              <p:cNvGrpSpPr>
                <a:grpSpLocks/>
              </p:cNvGrpSpPr>
              <p:nvPr/>
            </p:nvGrpSpPr>
            <p:grpSpPr bwMode="auto">
              <a:xfrm>
                <a:off x="3249" y="3046"/>
                <a:ext cx="212" cy="84"/>
                <a:chOff x="3249" y="3046"/>
                <a:chExt cx="212" cy="84"/>
              </a:xfrm>
            </p:grpSpPr>
            <p:sp>
              <p:nvSpPr>
                <p:cNvPr id="131139" name="Freeform 297">
                  <a:extLst>
                    <a:ext uri="{FF2B5EF4-FFF2-40B4-BE49-F238E27FC236}">
                      <a16:creationId xmlns:a16="http://schemas.microsoft.com/office/drawing/2014/main" id="{F87CBAA0-2077-A54C-B8E4-97F15B1F1559}"/>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0" name="Freeform 298">
                  <a:extLst>
                    <a:ext uri="{FF2B5EF4-FFF2-40B4-BE49-F238E27FC236}">
                      <a16:creationId xmlns:a16="http://schemas.microsoft.com/office/drawing/2014/main" id="{3F902D54-72DB-BD4A-894C-3C6E88BBD2E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1" name="Freeform 299">
                  <a:extLst>
                    <a:ext uri="{FF2B5EF4-FFF2-40B4-BE49-F238E27FC236}">
                      <a16:creationId xmlns:a16="http://schemas.microsoft.com/office/drawing/2014/main" id="{0283BA9A-54CE-ED40-9B53-AE37E2D28509}"/>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2" name="Freeform 300">
                  <a:extLst>
                    <a:ext uri="{FF2B5EF4-FFF2-40B4-BE49-F238E27FC236}">
                      <a16:creationId xmlns:a16="http://schemas.microsoft.com/office/drawing/2014/main" id="{A3900C3D-FA63-2845-9CB2-12FBBD0A182C}"/>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3" name="Freeform 301">
                  <a:extLst>
                    <a:ext uri="{FF2B5EF4-FFF2-40B4-BE49-F238E27FC236}">
                      <a16:creationId xmlns:a16="http://schemas.microsoft.com/office/drawing/2014/main" id="{412A24FA-C70F-4E42-BC59-EDCE54FD3DB5}"/>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4" name="Freeform 302">
                  <a:extLst>
                    <a:ext uri="{FF2B5EF4-FFF2-40B4-BE49-F238E27FC236}">
                      <a16:creationId xmlns:a16="http://schemas.microsoft.com/office/drawing/2014/main" id="{27C3DA17-6CDC-E145-A2C5-D4431D8572B4}"/>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5" name="Freeform 303">
                  <a:extLst>
                    <a:ext uri="{FF2B5EF4-FFF2-40B4-BE49-F238E27FC236}">
                      <a16:creationId xmlns:a16="http://schemas.microsoft.com/office/drawing/2014/main" id="{A882020B-E5EF-DE4B-B719-501638C1D65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46" name="Freeform 304">
                  <a:extLst>
                    <a:ext uri="{FF2B5EF4-FFF2-40B4-BE49-F238E27FC236}">
                      <a16:creationId xmlns:a16="http://schemas.microsoft.com/office/drawing/2014/main" id="{95B0344F-1BEA-8443-A601-A3DBA95FE451}"/>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1130" name="Group 305">
                <a:extLst>
                  <a:ext uri="{FF2B5EF4-FFF2-40B4-BE49-F238E27FC236}">
                    <a16:creationId xmlns:a16="http://schemas.microsoft.com/office/drawing/2014/main" id="{67B6F33C-AB16-DF48-999E-9DF3D06AD398}"/>
                  </a:ext>
                </a:extLst>
              </p:cNvPr>
              <p:cNvGrpSpPr>
                <a:grpSpLocks/>
              </p:cNvGrpSpPr>
              <p:nvPr/>
            </p:nvGrpSpPr>
            <p:grpSpPr bwMode="auto">
              <a:xfrm>
                <a:off x="3251" y="3048"/>
                <a:ext cx="212" cy="84"/>
                <a:chOff x="3251" y="3048"/>
                <a:chExt cx="212" cy="84"/>
              </a:xfrm>
            </p:grpSpPr>
            <p:sp>
              <p:nvSpPr>
                <p:cNvPr id="131131" name="Freeform 306">
                  <a:extLst>
                    <a:ext uri="{FF2B5EF4-FFF2-40B4-BE49-F238E27FC236}">
                      <a16:creationId xmlns:a16="http://schemas.microsoft.com/office/drawing/2014/main" id="{EE973502-188B-FE4A-881D-EED70D165107}"/>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2" name="Freeform 307">
                  <a:extLst>
                    <a:ext uri="{FF2B5EF4-FFF2-40B4-BE49-F238E27FC236}">
                      <a16:creationId xmlns:a16="http://schemas.microsoft.com/office/drawing/2014/main" id="{635D5762-1711-DA48-A7B0-0FEBB2E03D5F}"/>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3" name="Freeform 308">
                  <a:extLst>
                    <a:ext uri="{FF2B5EF4-FFF2-40B4-BE49-F238E27FC236}">
                      <a16:creationId xmlns:a16="http://schemas.microsoft.com/office/drawing/2014/main" id="{73F168FE-03F1-B947-8D2E-5D1C75956D09}"/>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4" name="Freeform 309">
                  <a:extLst>
                    <a:ext uri="{FF2B5EF4-FFF2-40B4-BE49-F238E27FC236}">
                      <a16:creationId xmlns:a16="http://schemas.microsoft.com/office/drawing/2014/main" id="{AF11BFF0-6DD7-0945-ACA6-6FBD1CB772EA}"/>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5" name="Freeform 310">
                  <a:extLst>
                    <a:ext uri="{FF2B5EF4-FFF2-40B4-BE49-F238E27FC236}">
                      <a16:creationId xmlns:a16="http://schemas.microsoft.com/office/drawing/2014/main" id="{7B8F82EE-7336-904D-8B69-925E2E793609}"/>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6" name="Freeform 311">
                  <a:extLst>
                    <a:ext uri="{FF2B5EF4-FFF2-40B4-BE49-F238E27FC236}">
                      <a16:creationId xmlns:a16="http://schemas.microsoft.com/office/drawing/2014/main" id="{DC35FD0B-974B-A542-AC79-683840952D8F}"/>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7" name="Freeform 312">
                  <a:extLst>
                    <a:ext uri="{FF2B5EF4-FFF2-40B4-BE49-F238E27FC236}">
                      <a16:creationId xmlns:a16="http://schemas.microsoft.com/office/drawing/2014/main" id="{9897F035-BEC8-6944-87C6-2663E9C21CAF}"/>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1138" name="Freeform 313">
                  <a:extLst>
                    <a:ext uri="{FF2B5EF4-FFF2-40B4-BE49-F238E27FC236}">
                      <a16:creationId xmlns:a16="http://schemas.microsoft.com/office/drawing/2014/main" id="{2FB9F8DA-B818-F548-9E9F-7F8318A215D3}"/>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1127" name="Line 314">
              <a:extLst>
                <a:ext uri="{FF2B5EF4-FFF2-40B4-BE49-F238E27FC236}">
                  <a16:creationId xmlns:a16="http://schemas.microsoft.com/office/drawing/2014/main" id="{B11719C9-5547-C24A-B260-DCF94AC9D57D}"/>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128" name="Line 315">
              <a:extLst>
                <a:ext uri="{FF2B5EF4-FFF2-40B4-BE49-F238E27FC236}">
                  <a16:creationId xmlns:a16="http://schemas.microsoft.com/office/drawing/2014/main" id="{25C19582-E839-6646-AD9A-9D0C999E54EA}"/>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1108" name="Rectangle 316">
            <a:extLst>
              <a:ext uri="{FF2B5EF4-FFF2-40B4-BE49-F238E27FC236}">
                <a16:creationId xmlns:a16="http://schemas.microsoft.com/office/drawing/2014/main" id="{8958ABF4-AF2F-2644-848E-B68EA23E9626}"/>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09" name="Rectangle 317">
            <a:extLst>
              <a:ext uri="{FF2B5EF4-FFF2-40B4-BE49-F238E27FC236}">
                <a16:creationId xmlns:a16="http://schemas.microsoft.com/office/drawing/2014/main" id="{D496BF36-4AC8-9048-9807-F3CF184F541D}"/>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1110" name="Rectangle 318">
            <a:extLst>
              <a:ext uri="{FF2B5EF4-FFF2-40B4-BE49-F238E27FC236}">
                <a16:creationId xmlns:a16="http://schemas.microsoft.com/office/drawing/2014/main" id="{D7714844-B26B-2943-BCC2-4974F2AECAE5}"/>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1" name="Rectangle 319">
            <a:extLst>
              <a:ext uri="{FF2B5EF4-FFF2-40B4-BE49-F238E27FC236}">
                <a16:creationId xmlns:a16="http://schemas.microsoft.com/office/drawing/2014/main" id="{A9B8FAC2-388A-784D-81EF-FA799F3B1EA9}"/>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2" name="Rectangle 321">
            <a:extLst>
              <a:ext uri="{FF2B5EF4-FFF2-40B4-BE49-F238E27FC236}">
                <a16:creationId xmlns:a16="http://schemas.microsoft.com/office/drawing/2014/main" id="{6B6AD154-90CA-D343-8EE4-770A792316B4}"/>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1113" name="Rectangle 323">
            <a:extLst>
              <a:ext uri="{FF2B5EF4-FFF2-40B4-BE49-F238E27FC236}">
                <a16:creationId xmlns:a16="http://schemas.microsoft.com/office/drawing/2014/main" id="{809ADFF8-2B78-2F4A-9EDA-489FDF011E94}"/>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1114" name="Rectangle 324">
            <a:extLst>
              <a:ext uri="{FF2B5EF4-FFF2-40B4-BE49-F238E27FC236}">
                <a16:creationId xmlns:a16="http://schemas.microsoft.com/office/drawing/2014/main" id="{7711D58C-D8E2-7D4D-91DA-236CCCDDCB07}"/>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1115" name="Rectangle 325">
            <a:extLst>
              <a:ext uri="{FF2B5EF4-FFF2-40B4-BE49-F238E27FC236}">
                <a16:creationId xmlns:a16="http://schemas.microsoft.com/office/drawing/2014/main" id="{8FFB32CD-F6C0-894F-9A80-1B05D4458CE8}"/>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562502" name="Freeform 326">
            <a:extLst>
              <a:ext uri="{FF2B5EF4-FFF2-40B4-BE49-F238E27FC236}">
                <a16:creationId xmlns:a16="http://schemas.microsoft.com/office/drawing/2014/main" id="{E2B3619D-B1C5-7E49-ACBF-FAE06FD809B9}"/>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none" w="med" len="med"/>
            <a:tailEnd type="triangle" w="med" len="med"/>
          </a:ln>
          <a:effectLst/>
        </p:spPr>
        <p:txBody>
          <a:bodyPr/>
          <a:lstStyle/>
          <a:p>
            <a:pPr>
              <a:defRPr/>
            </a:pPr>
            <a:endParaRPr lang="zh-CN" altLang="en-US">
              <a:cs typeface="+mn-cs"/>
            </a:endParaRPr>
          </a:p>
        </p:txBody>
      </p:sp>
      <p:sp>
        <p:nvSpPr>
          <p:cNvPr id="562506" name="Freeform 330">
            <a:extLst>
              <a:ext uri="{FF2B5EF4-FFF2-40B4-BE49-F238E27FC236}">
                <a16:creationId xmlns:a16="http://schemas.microsoft.com/office/drawing/2014/main" id="{3D521811-EED9-5A44-82C4-535E5E6A3681}"/>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
        <p:nvSpPr>
          <p:cNvPr id="562507" name="Freeform 331">
            <a:extLst>
              <a:ext uri="{FF2B5EF4-FFF2-40B4-BE49-F238E27FC236}">
                <a16:creationId xmlns:a16="http://schemas.microsoft.com/office/drawing/2014/main" id="{75FF6AD0-BCE7-1E41-B622-27FA78823ADD}"/>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
        <p:nvSpPr>
          <p:cNvPr id="562508" name="Freeform 332">
            <a:extLst>
              <a:ext uri="{FF2B5EF4-FFF2-40B4-BE49-F238E27FC236}">
                <a16:creationId xmlns:a16="http://schemas.microsoft.com/office/drawing/2014/main" id="{729F8B42-238B-2643-A487-93F7E97A68A7}"/>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none" w="med" len="lg"/>
            <a:tailEnd type="triangl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30433525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62508"/>
                                        </p:tgtEl>
                                        <p:attrNameLst>
                                          <p:attrName>style.visibility</p:attrName>
                                        </p:attrNameLst>
                                      </p:cBhvr>
                                      <p:to>
                                        <p:strVal val="visible"/>
                                      </p:to>
                                    </p:set>
                                    <p:animEffect transition="in" filter="wipe(up)">
                                      <p:cBhvr>
                                        <p:cTn id="7" dur="500"/>
                                        <p:tgtEl>
                                          <p:spTgt spid="562508"/>
                                        </p:tgtEl>
                                      </p:cBhvr>
                                    </p:animEffect>
                                  </p:childTnLst>
                                </p:cTn>
                              </p:par>
                            </p:childTnLst>
                          </p:cTn>
                        </p:par>
                        <p:par>
                          <p:cTn id="8" fill="hold" nodeType="afterGroup">
                            <p:stCondLst>
                              <p:cond delay="500"/>
                            </p:stCondLst>
                            <p:childTnLst>
                              <p:par>
                                <p:cTn id="9" presetID="22" presetClass="entr" presetSubtype="1" fill="hold" nodeType="afterEffect">
                                  <p:stCondLst>
                                    <p:cond delay="500"/>
                                  </p:stCondLst>
                                  <p:childTnLst>
                                    <p:set>
                                      <p:cBhvr>
                                        <p:cTn id="10" dur="1" fill="hold">
                                          <p:stCondLst>
                                            <p:cond delay="0"/>
                                          </p:stCondLst>
                                        </p:cTn>
                                        <p:tgtEl>
                                          <p:spTgt spid="562502"/>
                                        </p:tgtEl>
                                        <p:attrNameLst>
                                          <p:attrName>style.visibility</p:attrName>
                                        </p:attrNameLst>
                                      </p:cBhvr>
                                      <p:to>
                                        <p:strVal val="visible"/>
                                      </p:to>
                                    </p:set>
                                    <p:animEffect transition="in" filter="wipe(up)">
                                      <p:cBhvr>
                                        <p:cTn id="11" dur="500"/>
                                        <p:tgtEl>
                                          <p:spTgt spid="562502"/>
                                        </p:tgtEl>
                                      </p:cBhvr>
                                    </p:animEffect>
                                  </p:childTnLst>
                                </p:cTn>
                              </p:par>
                            </p:childTnLst>
                          </p:cTn>
                        </p:par>
                        <p:par>
                          <p:cTn id="12" fill="hold" nodeType="afterGroup">
                            <p:stCondLst>
                              <p:cond delay="1500"/>
                            </p:stCondLst>
                            <p:childTnLst>
                              <p:par>
                                <p:cTn id="13" presetID="22" presetClass="entr" presetSubtype="8" fill="hold" nodeType="afterEffect">
                                  <p:stCondLst>
                                    <p:cond delay="500"/>
                                  </p:stCondLst>
                                  <p:childTnLst>
                                    <p:set>
                                      <p:cBhvr>
                                        <p:cTn id="14" dur="1" fill="hold">
                                          <p:stCondLst>
                                            <p:cond delay="0"/>
                                          </p:stCondLst>
                                        </p:cTn>
                                        <p:tgtEl>
                                          <p:spTgt spid="562506"/>
                                        </p:tgtEl>
                                        <p:attrNameLst>
                                          <p:attrName>style.visibility</p:attrName>
                                        </p:attrNameLst>
                                      </p:cBhvr>
                                      <p:to>
                                        <p:strVal val="visible"/>
                                      </p:to>
                                    </p:set>
                                    <p:animEffect transition="in" filter="wipe(left)">
                                      <p:cBhvr>
                                        <p:cTn id="15" dur="500"/>
                                        <p:tgtEl>
                                          <p:spTgt spid="562506"/>
                                        </p:tgtEl>
                                      </p:cBhvr>
                                    </p:animEffect>
                                  </p:childTnLst>
                                </p:cTn>
                              </p:par>
                            </p:childTnLst>
                          </p:cTn>
                        </p:par>
                        <p:par>
                          <p:cTn id="16" fill="hold" nodeType="afterGroup">
                            <p:stCondLst>
                              <p:cond delay="2500"/>
                            </p:stCondLst>
                            <p:childTnLst>
                              <p:par>
                                <p:cTn id="17" presetID="22" presetClass="entr" presetSubtype="8" fill="hold" nodeType="afterEffect">
                                  <p:stCondLst>
                                    <p:cond delay="500"/>
                                  </p:stCondLst>
                                  <p:childTnLst>
                                    <p:set>
                                      <p:cBhvr>
                                        <p:cTn id="18" dur="1" fill="hold">
                                          <p:stCondLst>
                                            <p:cond delay="0"/>
                                          </p:stCondLst>
                                        </p:cTn>
                                        <p:tgtEl>
                                          <p:spTgt spid="562507"/>
                                        </p:tgtEl>
                                        <p:attrNameLst>
                                          <p:attrName>style.visibility</p:attrName>
                                        </p:attrNameLst>
                                      </p:cBhvr>
                                      <p:to>
                                        <p:strVal val="visible"/>
                                      </p:to>
                                    </p:set>
                                    <p:animEffect transition="in" filter="wipe(left)">
                                      <p:cBhvr>
                                        <p:cTn id="19" dur="500"/>
                                        <p:tgtEl>
                                          <p:spTgt spid="562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EF49384-A5E3-B843-B4B2-19CBD98B4E8A}"/>
              </a:ext>
            </a:extLst>
          </p:cNvPr>
          <p:cNvSpPr>
            <a:spLocks noGrp="1"/>
          </p:cNvSpPr>
          <p:nvPr>
            <p:ph idx="1"/>
          </p:nvPr>
        </p:nvSpPr>
        <p:spPr>
          <a:xfrm>
            <a:off x="133563" y="1104900"/>
            <a:ext cx="8804953" cy="815203"/>
          </a:xfrm>
        </p:spPr>
        <p:txBody>
          <a:bodyPr/>
          <a:lstStyle/>
          <a:p>
            <a:pPr marL="490538" indent="-490538">
              <a:buNone/>
            </a:pPr>
            <a:r>
              <a:rPr lang="en-US" altLang="zh-CN" dirty="0">
                <a:latin typeface="Arial" panose="020B0604020202020204" pitchFamily="34" charset="0"/>
                <a:ea typeface="宋体" panose="02010600030101010101" pitchFamily="2" charset="-122"/>
              </a:rPr>
              <a:t>(2) </a:t>
            </a:r>
            <a:r>
              <a:rPr lang="zh-CN" altLang="en-US" dirty="0">
                <a:latin typeface="Arial" panose="020B0604020202020204" pitchFamily="34" charset="0"/>
                <a:ea typeface="宋体" panose="02010600030101010101" pitchFamily="2" charset="-122"/>
              </a:rPr>
              <a:t>若高速缓存已经存放了所请求的对象，则将此对象放入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响应报文中返回给浏览器。</a:t>
            </a:r>
          </a:p>
        </p:txBody>
      </p:sp>
      <p:sp>
        <p:nvSpPr>
          <p:cNvPr id="133169" name="幻灯片编号占位符 1">
            <a:extLst>
              <a:ext uri="{FF2B5EF4-FFF2-40B4-BE49-F238E27FC236}">
                <a16:creationId xmlns:a16="http://schemas.microsoft.com/office/drawing/2014/main" id="{92AB185B-A342-F54F-ADB8-0D45F6772EF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46DC1A5-06F0-5346-86F1-2A87C871AD0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59</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3121" name="Rectangle 2">
            <a:extLst>
              <a:ext uri="{FF2B5EF4-FFF2-40B4-BE49-F238E27FC236}">
                <a16:creationId xmlns:a16="http://schemas.microsoft.com/office/drawing/2014/main" id="{83BB5B8C-E97E-BC48-8E49-6C36BB57738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3122" name="Group 3">
            <a:extLst>
              <a:ext uri="{FF2B5EF4-FFF2-40B4-BE49-F238E27FC236}">
                <a16:creationId xmlns:a16="http://schemas.microsoft.com/office/drawing/2014/main" id="{4956A545-80AE-0D42-93AB-F4C140A8CD9A}"/>
              </a:ext>
            </a:extLst>
          </p:cNvPr>
          <p:cNvGrpSpPr>
            <a:grpSpLocks/>
          </p:cNvGrpSpPr>
          <p:nvPr/>
        </p:nvGrpSpPr>
        <p:grpSpPr bwMode="auto">
          <a:xfrm>
            <a:off x="1331119" y="2620566"/>
            <a:ext cx="2590800" cy="1927622"/>
            <a:chOff x="912" y="768"/>
            <a:chExt cx="2400" cy="1584"/>
          </a:xfrm>
        </p:grpSpPr>
        <p:sp>
          <p:nvSpPr>
            <p:cNvPr id="133426" name="Oval 4">
              <a:extLst>
                <a:ext uri="{FF2B5EF4-FFF2-40B4-BE49-F238E27FC236}">
                  <a16:creationId xmlns:a16="http://schemas.microsoft.com/office/drawing/2014/main" id="{9B55831F-D2CF-AE46-A0D6-8D420B3728D0}"/>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7" name="Oval 5">
              <a:extLst>
                <a:ext uri="{FF2B5EF4-FFF2-40B4-BE49-F238E27FC236}">
                  <a16:creationId xmlns:a16="http://schemas.microsoft.com/office/drawing/2014/main" id="{48749D05-A658-A849-B60E-4C383D1F37AA}"/>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8" name="Oval 6">
              <a:extLst>
                <a:ext uri="{FF2B5EF4-FFF2-40B4-BE49-F238E27FC236}">
                  <a16:creationId xmlns:a16="http://schemas.microsoft.com/office/drawing/2014/main" id="{E097C5F9-726F-0048-B593-1C5028B44A40}"/>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9" name="Oval 7">
              <a:extLst>
                <a:ext uri="{FF2B5EF4-FFF2-40B4-BE49-F238E27FC236}">
                  <a16:creationId xmlns:a16="http://schemas.microsoft.com/office/drawing/2014/main" id="{851D12AB-E691-DA4B-AA35-0C9B886EA233}"/>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0" name="Oval 8">
              <a:extLst>
                <a:ext uri="{FF2B5EF4-FFF2-40B4-BE49-F238E27FC236}">
                  <a16:creationId xmlns:a16="http://schemas.microsoft.com/office/drawing/2014/main" id="{5CC58D44-7306-A646-AAEA-785574247274}"/>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1" name="Oval 9">
              <a:extLst>
                <a:ext uri="{FF2B5EF4-FFF2-40B4-BE49-F238E27FC236}">
                  <a16:creationId xmlns:a16="http://schemas.microsoft.com/office/drawing/2014/main" id="{AFF3D806-06DA-2F47-A487-0EB6090FBAEC}"/>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2" name="Oval 10">
              <a:extLst>
                <a:ext uri="{FF2B5EF4-FFF2-40B4-BE49-F238E27FC236}">
                  <a16:creationId xmlns:a16="http://schemas.microsoft.com/office/drawing/2014/main" id="{51AFC0D3-BFD1-9A46-8084-2B56350A7E5D}"/>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3" name="Oval 11">
              <a:extLst>
                <a:ext uri="{FF2B5EF4-FFF2-40B4-BE49-F238E27FC236}">
                  <a16:creationId xmlns:a16="http://schemas.microsoft.com/office/drawing/2014/main" id="{C28BC86F-0C2D-C14E-9C9B-B47E2F2923F4}"/>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4" name="Oval 12">
              <a:extLst>
                <a:ext uri="{FF2B5EF4-FFF2-40B4-BE49-F238E27FC236}">
                  <a16:creationId xmlns:a16="http://schemas.microsoft.com/office/drawing/2014/main" id="{B2117CF8-311E-5743-ABDE-6DFF92E3A046}"/>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435" name="Group 13">
              <a:extLst>
                <a:ext uri="{FF2B5EF4-FFF2-40B4-BE49-F238E27FC236}">
                  <a16:creationId xmlns:a16="http://schemas.microsoft.com/office/drawing/2014/main" id="{09E0E907-E77A-8A4F-9E88-E432AF8D59C5}"/>
                </a:ext>
              </a:extLst>
            </p:cNvPr>
            <p:cNvGrpSpPr>
              <a:grpSpLocks/>
            </p:cNvGrpSpPr>
            <p:nvPr/>
          </p:nvGrpSpPr>
          <p:grpSpPr bwMode="auto">
            <a:xfrm>
              <a:off x="912" y="768"/>
              <a:ext cx="2386" cy="1553"/>
              <a:chOff x="912" y="768"/>
              <a:chExt cx="2386" cy="1553"/>
            </a:xfrm>
          </p:grpSpPr>
          <p:sp>
            <p:nvSpPr>
              <p:cNvPr id="133436" name="Oval 14">
                <a:extLst>
                  <a:ext uri="{FF2B5EF4-FFF2-40B4-BE49-F238E27FC236}">
                    <a16:creationId xmlns:a16="http://schemas.microsoft.com/office/drawing/2014/main" id="{5759D504-36B4-8C45-AEAF-3535917E432E}"/>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7" name="Oval 15">
                <a:extLst>
                  <a:ext uri="{FF2B5EF4-FFF2-40B4-BE49-F238E27FC236}">
                    <a16:creationId xmlns:a16="http://schemas.microsoft.com/office/drawing/2014/main" id="{96A4C3B7-2209-B049-881D-C1E3662A5DF6}"/>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8" name="Oval 16">
                <a:extLst>
                  <a:ext uri="{FF2B5EF4-FFF2-40B4-BE49-F238E27FC236}">
                    <a16:creationId xmlns:a16="http://schemas.microsoft.com/office/drawing/2014/main" id="{6AB65F87-9032-D94F-8115-DA14C7351898}"/>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39" name="Oval 17">
                <a:extLst>
                  <a:ext uri="{FF2B5EF4-FFF2-40B4-BE49-F238E27FC236}">
                    <a16:creationId xmlns:a16="http://schemas.microsoft.com/office/drawing/2014/main" id="{FDE0C612-36B0-644C-8B06-65D85AF62C38}"/>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0" name="Oval 18">
                <a:extLst>
                  <a:ext uri="{FF2B5EF4-FFF2-40B4-BE49-F238E27FC236}">
                    <a16:creationId xmlns:a16="http://schemas.microsoft.com/office/drawing/2014/main" id="{4CFBF52F-580B-AC42-8292-E0DF2E7CEDC3}"/>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1" name="Oval 19">
                <a:extLst>
                  <a:ext uri="{FF2B5EF4-FFF2-40B4-BE49-F238E27FC236}">
                    <a16:creationId xmlns:a16="http://schemas.microsoft.com/office/drawing/2014/main" id="{27AEB77C-2E5A-D84A-910F-36DC9BA100DE}"/>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2" name="Oval 20">
                <a:extLst>
                  <a:ext uri="{FF2B5EF4-FFF2-40B4-BE49-F238E27FC236}">
                    <a16:creationId xmlns:a16="http://schemas.microsoft.com/office/drawing/2014/main" id="{CE78EA11-5F62-0B4D-88E4-6F9CF2F69124}"/>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3" name="Oval 21">
                <a:extLst>
                  <a:ext uri="{FF2B5EF4-FFF2-40B4-BE49-F238E27FC236}">
                    <a16:creationId xmlns:a16="http://schemas.microsoft.com/office/drawing/2014/main" id="{7E8C8F02-A119-D54B-9F88-EC38D9F087AA}"/>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44" name="Oval 22">
                <a:extLst>
                  <a:ext uri="{FF2B5EF4-FFF2-40B4-BE49-F238E27FC236}">
                    <a16:creationId xmlns:a16="http://schemas.microsoft.com/office/drawing/2014/main" id="{4A127E55-C12C-8B48-BBBB-B9572C92B283}"/>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3123" name="Object 23">
            <a:extLst>
              <a:ext uri="{FF2B5EF4-FFF2-40B4-BE49-F238E27FC236}">
                <a16:creationId xmlns:a16="http://schemas.microsoft.com/office/drawing/2014/main" id="{538FA12C-72D9-9F43-BC70-A67A7634D396}"/>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19817" name="VISIO" r:id="rId4" imgW="3378200" imgH="1930400" progId="Visio.Drawing.6">
                  <p:embed/>
                </p:oleObj>
              </mc:Choice>
              <mc:Fallback>
                <p:oleObj name="VISIO" r:id="rId4" imgW="3378200" imgH="1930400" progId="Visio.Drawing.6">
                  <p:embed/>
                  <p:pic>
                    <p:nvPicPr>
                      <p:cNvPr id="133123" name="Object 23">
                        <a:extLst>
                          <a:ext uri="{FF2B5EF4-FFF2-40B4-BE49-F238E27FC236}">
                            <a16:creationId xmlns:a16="http://schemas.microsoft.com/office/drawing/2014/main" id="{538FA12C-72D9-9F43-BC70-A67A7634D3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9240" name="Line 24">
            <a:extLst>
              <a:ext uri="{FF2B5EF4-FFF2-40B4-BE49-F238E27FC236}">
                <a16:creationId xmlns:a16="http://schemas.microsoft.com/office/drawing/2014/main" id="{04A20A61-EA54-FD47-82BC-9428BD804EC4}"/>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3125" name="Line 25">
            <a:extLst>
              <a:ext uri="{FF2B5EF4-FFF2-40B4-BE49-F238E27FC236}">
                <a16:creationId xmlns:a16="http://schemas.microsoft.com/office/drawing/2014/main" id="{F85212D6-11FE-C64A-94CB-C660624551D9}"/>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6" name="Line 26">
            <a:extLst>
              <a:ext uri="{FF2B5EF4-FFF2-40B4-BE49-F238E27FC236}">
                <a16:creationId xmlns:a16="http://schemas.microsoft.com/office/drawing/2014/main" id="{8237DC5F-12D3-3C4A-840A-26B0E3086CC0}"/>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7" name="Line 27">
            <a:extLst>
              <a:ext uri="{FF2B5EF4-FFF2-40B4-BE49-F238E27FC236}">
                <a16:creationId xmlns:a16="http://schemas.microsoft.com/office/drawing/2014/main" id="{B2DA4C7B-30D1-2C4B-916B-40180163915D}"/>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8" name="Line 28">
            <a:extLst>
              <a:ext uri="{FF2B5EF4-FFF2-40B4-BE49-F238E27FC236}">
                <a16:creationId xmlns:a16="http://schemas.microsoft.com/office/drawing/2014/main" id="{B078CB32-23F3-EB47-AA57-AAD83D801D1B}"/>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29" name="Group 29">
            <a:extLst>
              <a:ext uri="{FF2B5EF4-FFF2-40B4-BE49-F238E27FC236}">
                <a16:creationId xmlns:a16="http://schemas.microsoft.com/office/drawing/2014/main" id="{64916D2F-81DE-814C-A8F7-BABD2CBE5BF1}"/>
              </a:ext>
            </a:extLst>
          </p:cNvPr>
          <p:cNvGrpSpPr>
            <a:grpSpLocks/>
          </p:cNvGrpSpPr>
          <p:nvPr/>
        </p:nvGrpSpPr>
        <p:grpSpPr bwMode="auto">
          <a:xfrm>
            <a:off x="7442597" y="2988469"/>
            <a:ext cx="295275" cy="496491"/>
            <a:chOff x="4486" y="2730"/>
            <a:chExt cx="217" cy="339"/>
          </a:xfrm>
        </p:grpSpPr>
        <p:grpSp>
          <p:nvGrpSpPr>
            <p:cNvPr id="133406" name="Group 30">
              <a:extLst>
                <a:ext uri="{FF2B5EF4-FFF2-40B4-BE49-F238E27FC236}">
                  <a16:creationId xmlns:a16="http://schemas.microsoft.com/office/drawing/2014/main" id="{714E6DFF-3C38-184F-A235-E5E4CF292325}"/>
                </a:ext>
              </a:extLst>
            </p:cNvPr>
            <p:cNvGrpSpPr>
              <a:grpSpLocks/>
            </p:cNvGrpSpPr>
            <p:nvPr/>
          </p:nvGrpSpPr>
          <p:grpSpPr bwMode="auto">
            <a:xfrm>
              <a:off x="4491" y="2736"/>
              <a:ext cx="212" cy="333"/>
              <a:chOff x="4491" y="2736"/>
              <a:chExt cx="212" cy="333"/>
            </a:xfrm>
          </p:grpSpPr>
          <p:sp>
            <p:nvSpPr>
              <p:cNvPr id="133417" name="Freeform 31">
                <a:extLst>
                  <a:ext uri="{FF2B5EF4-FFF2-40B4-BE49-F238E27FC236}">
                    <a16:creationId xmlns:a16="http://schemas.microsoft.com/office/drawing/2014/main" id="{C558860A-7814-F74B-B398-3451C50E7061}"/>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8" name="Freeform 32">
                <a:extLst>
                  <a:ext uri="{FF2B5EF4-FFF2-40B4-BE49-F238E27FC236}">
                    <a16:creationId xmlns:a16="http://schemas.microsoft.com/office/drawing/2014/main" id="{7D2659DA-2E9A-DA41-A6C4-333CFA8356A1}"/>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9" name="Freeform 33">
                <a:extLst>
                  <a:ext uri="{FF2B5EF4-FFF2-40B4-BE49-F238E27FC236}">
                    <a16:creationId xmlns:a16="http://schemas.microsoft.com/office/drawing/2014/main" id="{9A18E867-FB03-7749-8A32-EB4394AC4A37}"/>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20" name="Freeform 34">
                <a:extLst>
                  <a:ext uri="{FF2B5EF4-FFF2-40B4-BE49-F238E27FC236}">
                    <a16:creationId xmlns:a16="http://schemas.microsoft.com/office/drawing/2014/main" id="{C1A4F9BA-C2FB-FF4F-BC7F-54CCE6539F58}"/>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21" name="Rectangle 35">
                <a:extLst>
                  <a:ext uri="{FF2B5EF4-FFF2-40B4-BE49-F238E27FC236}">
                    <a16:creationId xmlns:a16="http://schemas.microsoft.com/office/drawing/2014/main" id="{E20D2100-B0E4-8F42-946A-1CE947F94E94}"/>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2" name="Rectangle 36">
                <a:extLst>
                  <a:ext uri="{FF2B5EF4-FFF2-40B4-BE49-F238E27FC236}">
                    <a16:creationId xmlns:a16="http://schemas.microsoft.com/office/drawing/2014/main" id="{68EAB85F-F443-8E49-B095-4E79251A008A}"/>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23" name="Line 37">
                <a:extLst>
                  <a:ext uri="{FF2B5EF4-FFF2-40B4-BE49-F238E27FC236}">
                    <a16:creationId xmlns:a16="http://schemas.microsoft.com/office/drawing/2014/main" id="{2A3B7273-8D2A-854E-A1D4-E4FCAD29CC31}"/>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4" name="Line 38">
                <a:extLst>
                  <a:ext uri="{FF2B5EF4-FFF2-40B4-BE49-F238E27FC236}">
                    <a16:creationId xmlns:a16="http://schemas.microsoft.com/office/drawing/2014/main" id="{75FC6E10-466D-214B-8610-CD90D5E063D7}"/>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5" name="Line 39">
                <a:extLst>
                  <a:ext uri="{FF2B5EF4-FFF2-40B4-BE49-F238E27FC236}">
                    <a16:creationId xmlns:a16="http://schemas.microsoft.com/office/drawing/2014/main" id="{C77AD0F9-D1CD-244E-BA37-AF1ED97CDE76}"/>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407" name="Group 40">
              <a:extLst>
                <a:ext uri="{FF2B5EF4-FFF2-40B4-BE49-F238E27FC236}">
                  <a16:creationId xmlns:a16="http://schemas.microsoft.com/office/drawing/2014/main" id="{089330C7-D0C7-974B-A833-FBE6897830EB}"/>
                </a:ext>
              </a:extLst>
            </p:cNvPr>
            <p:cNvGrpSpPr>
              <a:grpSpLocks/>
            </p:cNvGrpSpPr>
            <p:nvPr/>
          </p:nvGrpSpPr>
          <p:grpSpPr bwMode="auto">
            <a:xfrm>
              <a:off x="4486" y="2730"/>
              <a:ext cx="212" cy="333"/>
              <a:chOff x="4486" y="2730"/>
              <a:chExt cx="212" cy="333"/>
            </a:xfrm>
          </p:grpSpPr>
          <p:sp>
            <p:nvSpPr>
              <p:cNvPr id="133408" name="Freeform 41">
                <a:extLst>
                  <a:ext uri="{FF2B5EF4-FFF2-40B4-BE49-F238E27FC236}">
                    <a16:creationId xmlns:a16="http://schemas.microsoft.com/office/drawing/2014/main" id="{07932CAE-0EAD-0341-B18C-5D2A13F5F899}"/>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9" name="Freeform 42">
                <a:extLst>
                  <a:ext uri="{FF2B5EF4-FFF2-40B4-BE49-F238E27FC236}">
                    <a16:creationId xmlns:a16="http://schemas.microsoft.com/office/drawing/2014/main" id="{4140F865-85CB-CD47-BFA5-AB0BA728C47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0" name="Freeform 43">
                <a:extLst>
                  <a:ext uri="{FF2B5EF4-FFF2-40B4-BE49-F238E27FC236}">
                    <a16:creationId xmlns:a16="http://schemas.microsoft.com/office/drawing/2014/main" id="{5206A39F-CF87-9146-AE0B-C3CD1E288A28}"/>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1" name="Freeform 44">
                <a:extLst>
                  <a:ext uri="{FF2B5EF4-FFF2-40B4-BE49-F238E27FC236}">
                    <a16:creationId xmlns:a16="http://schemas.microsoft.com/office/drawing/2014/main" id="{17C45603-CC70-3141-8638-D10BEE8DC59F}"/>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12" name="Rectangle 45">
                <a:extLst>
                  <a:ext uri="{FF2B5EF4-FFF2-40B4-BE49-F238E27FC236}">
                    <a16:creationId xmlns:a16="http://schemas.microsoft.com/office/drawing/2014/main" id="{68675E39-5F45-DF4E-92AD-A7CD7F51C17F}"/>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13" name="Rectangle 46">
                <a:extLst>
                  <a:ext uri="{FF2B5EF4-FFF2-40B4-BE49-F238E27FC236}">
                    <a16:creationId xmlns:a16="http://schemas.microsoft.com/office/drawing/2014/main" id="{A463D971-0AC5-154B-B7D2-BD516842544C}"/>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14" name="Line 47">
                <a:extLst>
                  <a:ext uri="{FF2B5EF4-FFF2-40B4-BE49-F238E27FC236}">
                    <a16:creationId xmlns:a16="http://schemas.microsoft.com/office/drawing/2014/main" id="{86967752-1F1E-4A40-8180-868A0FD658FF}"/>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5" name="Line 48">
                <a:extLst>
                  <a:ext uri="{FF2B5EF4-FFF2-40B4-BE49-F238E27FC236}">
                    <a16:creationId xmlns:a16="http://schemas.microsoft.com/office/drawing/2014/main" id="{719BEED5-4C88-6F45-84C6-2626835577E6}"/>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6" name="Line 49">
                <a:extLst>
                  <a:ext uri="{FF2B5EF4-FFF2-40B4-BE49-F238E27FC236}">
                    <a16:creationId xmlns:a16="http://schemas.microsoft.com/office/drawing/2014/main" id="{CC8B3A3D-ABE8-0948-8929-7A4CB27265FD}"/>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130" name="Group 50">
            <a:extLst>
              <a:ext uri="{FF2B5EF4-FFF2-40B4-BE49-F238E27FC236}">
                <a16:creationId xmlns:a16="http://schemas.microsoft.com/office/drawing/2014/main" id="{2164256C-6B7C-CC48-B5F1-E51A0322C7D7}"/>
              </a:ext>
            </a:extLst>
          </p:cNvPr>
          <p:cNvGrpSpPr>
            <a:grpSpLocks/>
          </p:cNvGrpSpPr>
          <p:nvPr/>
        </p:nvGrpSpPr>
        <p:grpSpPr bwMode="auto">
          <a:xfrm>
            <a:off x="7442597" y="3633788"/>
            <a:ext cx="295275" cy="496491"/>
            <a:chOff x="4486" y="3170"/>
            <a:chExt cx="217" cy="339"/>
          </a:xfrm>
        </p:grpSpPr>
        <p:grpSp>
          <p:nvGrpSpPr>
            <p:cNvPr id="133386" name="Group 51">
              <a:extLst>
                <a:ext uri="{FF2B5EF4-FFF2-40B4-BE49-F238E27FC236}">
                  <a16:creationId xmlns:a16="http://schemas.microsoft.com/office/drawing/2014/main" id="{F1F0DE23-FD55-5C45-BDCB-A85710798750}"/>
                </a:ext>
              </a:extLst>
            </p:cNvPr>
            <p:cNvGrpSpPr>
              <a:grpSpLocks/>
            </p:cNvGrpSpPr>
            <p:nvPr/>
          </p:nvGrpSpPr>
          <p:grpSpPr bwMode="auto">
            <a:xfrm>
              <a:off x="4491" y="3176"/>
              <a:ext cx="212" cy="333"/>
              <a:chOff x="4491" y="3176"/>
              <a:chExt cx="212" cy="333"/>
            </a:xfrm>
          </p:grpSpPr>
          <p:sp>
            <p:nvSpPr>
              <p:cNvPr id="133397" name="Freeform 52">
                <a:extLst>
                  <a:ext uri="{FF2B5EF4-FFF2-40B4-BE49-F238E27FC236}">
                    <a16:creationId xmlns:a16="http://schemas.microsoft.com/office/drawing/2014/main" id="{5ACD32FF-33C6-6D49-93A2-894420DED162}"/>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8" name="Freeform 53">
                <a:extLst>
                  <a:ext uri="{FF2B5EF4-FFF2-40B4-BE49-F238E27FC236}">
                    <a16:creationId xmlns:a16="http://schemas.microsoft.com/office/drawing/2014/main" id="{B9A5A1B9-8720-F94C-A684-8F2912E3848B}"/>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9" name="Freeform 54">
                <a:extLst>
                  <a:ext uri="{FF2B5EF4-FFF2-40B4-BE49-F238E27FC236}">
                    <a16:creationId xmlns:a16="http://schemas.microsoft.com/office/drawing/2014/main" id="{E888F602-B392-5C4A-B828-3C8B77F9C4B0}"/>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0" name="Freeform 55">
                <a:extLst>
                  <a:ext uri="{FF2B5EF4-FFF2-40B4-BE49-F238E27FC236}">
                    <a16:creationId xmlns:a16="http://schemas.microsoft.com/office/drawing/2014/main" id="{7736D945-A621-2344-9281-02283E162F1B}"/>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401" name="Rectangle 56">
                <a:extLst>
                  <a:ext uri="{FF2B5EF4-FFF2-40B4-BE49-F238E27FC236}">
                    <a16:creationId xmlns:a16="http://schemas.microsoft.com/office/drawing/2014/main" id="{FA71E186-A109-F448-896C-48D69251395C}"/>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02" name="Rectangle 57">
                <a:extLst>
                  <a:ext uri="{FF2B5EF4-FFF2-40B4-BE49-F238E27FC236}">
                    <a16:creationId xmlns:a16="http://schemas.microsoft.com/office/drawing/2014/main" id="{8DA47C1F-8294-E149-8AFD-38AB79DB4116}"/>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403" name="Line 58">
                <a:extLst>
                  <a:ext uri="{FF2B5EF4-FFF2-40B4-BE49-F238E27FC236}">
                    <a16:creationId xmlns:a16="http://schemas.microsoft.com/office/drawing/2014/main" id="{F95A4B54-409D-3244-8BE8-C78C522D1C3D}"/>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4" name="Line 59">
                <a:extLst>
                  <a:ext uri="{FF2B5EF4-FFF2-40B4-BE49-F238E27FC236}">
                    <a16:creationId xmlns:a16="http://schemas.microsoft.com/office/drawing/2014/main" id="{B5EDA15E-2EEA-7A49-9275-683A16435068}"/>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5" name="Line 60">
                <a:extLst>
                  <a:ext uri="{FF2B5EF4-FFF2-40B4-BE49-F238E27FC236}">
                    <a16:creationId xmlns:a16="http://schemas.microsoft.com/office/drawing/2014/main" id="{F14D5448-B957-624E-92FE-F5029B2754DD}"/>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87" name="Group 61">
              <a:extLst>
                <a:ext uri="{FF2B5EF4-FFF2-40B4-BE49-F238E27FC236}">
                  <a16:creationId xmlns:a16="http://schemas.microsoft.com/office/drawing/2014/main" id="{26498697-0426-B044-874C-D3527ED66962}"/>
                </a:ext>
              </a:extLst>
            </p:cNvPr>
            <p:cNvGrpSpPr>
              <a:grpSpLocks/>
            </p:cNvGrpSpPr>
            <p:nvPr/>
          </p:nvGrpSpPr>
          <p:grpSpPr bwMode="auto">
            <a:xfrm>
              <a:off x="4486" y="3170"/>
              <a:ext cx="212" cy="332"/>
              <a:chOff x="4486" y="3170"/>
              <a:chExt cx="212" cy="332"/>
            </a:xfrm>
          </p:grpSpPr>
          <p:sp>
            <p:nvSpPr>
              <p:cNvPr id="133388" name="Freeform 62">
                <a:extLst>
                  <a:ext uri="{FF2B5EF4-FFF2-40B4-BE49-F238E27FC236}">
                    <a16:creationId xmlns:a16="http://schemas.microsoft.com/office/drawing/2014/main" id="{F9BB2D4A-C25E-0041-8322-7CB4DF98CE25}"/>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9" name="Freeform 63">
                <a:extLst>
                  <a:ext uri="{FF2B5EF4-FFF2-40B4-BE49-F238E27FC236}">
                    <a16:creationId xmlns:a16="http://schemas.microsoft.com/office/drawing/2014/main" id="{7E84942F-F534-6947-B808-BD633ABB7548}"/>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0" name="Freeform 64">
                <a:extLst>
                  <a:ext uri="{FF2B5EF4-FFF2-40B4-BE49-F238E27FC236}">
                    <a16:creationId xmlns:a16="http://schemas.microsoft.com/office/drawing/2014/main" id="{90CD6E2A-D900-BF4C-A66D-C62B6F2045E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1" name="Freeform 65">
                <a:extLst>
                  <a:ext uri="{FF2B5EF4-FFF2-40B4-BE49-F238E27FC236}">
                    <a16:creationId xmlns:a16="http://schemas.microsoft.com/office/drawing/2014/main" id="{74EE9EFF-9AA2-6F48-81E8-BB40F7F560F5}"/>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92" name="Rectangle 66">
                <a:extLst>
                  <a:ext uri="{FF2B5EF4-FFF2-40B4-BE49-F238E27FC236}">
                    <a16:creationId xmlns:a16="http://schemas.microsoft.com/office/drawing/2014/main" id="{2757B719-CDB4-404A-AB10-FA470BEBB6C5}"/>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93" name="Rectangle 67">
                <a:extLst>
                  <a:ext uri="{FF2B5EF4-FFF2-40B4-BE49-F238E27FC236}">
                    <a16:creationId xmlns:a16="http://schemas.microsoft.com/office/drawing/2014/main" id="{3AC31259-402A-DE46-88D3-D216BD37BEB5}"/>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94" name="Line 68">
                <a:extLst>
                  <a:ext uri="{FF2B5EF4-FFF2-40B4-BE49-F238E27FC236}">
                    <a16:creationId xmlns:a16="http://schemas.microsoft.com/office/drawing/2014/main" id="{D967C76B-B556-FE41-AF9A-19B27E94BD1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5" name="Line 69">
                <a:extLst>
                  <a:ext uri="{FF2B5EF4-FFF2-40B4-BE49-F238E27FC236}">
                    <a16:creationId xmlns:a16="http://schemas.microsoft.com/office/drawing/2014/main" id="{D20F5F40-2A96-004A-888A-343D7BA04A0F}"/>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6" name="Line 70">
                <a:extLst>
                  <a:ext uri="{FF2B5EF4-FFF2-40B4-BE49-F238E27FC236}">
                    <a16:creationId xmlns:a16="http://schemas.microsoft.com/office/drawing/2014/main" id="{5CCD251E-1A4E-9E4D-8536-D1EDB874686A}"/>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131" name="Group 71">
            <a:extLst>
              <a:ext uri="{FF2B5EF4-FFF2-40B4-BE49-F238E27FC236}">
                <a16:creationId xmlns:a16="http://schemas.microsoft.com/office/drawing/2014/main" id="{D7764043-4718-B24B-9CB2-9A257BAE61DE}"/>
              </a:ext>
            </a:extLst>
          </p:cNvPr>
          <p:cNvGrpSpPr>
            <a:grpSpLocks/>
          </p:cNvGrpSpPr>
          <p:nvPr/>
        </p:nvGrpSpPr>
        <p:grpSpPr bwMode="auto">
          <a:xfrm>
            <a:off x="7135416" y="4138613"/>
            <a:ext cx="292894" cy="496491"/>
            <a:chOff x="4260" y="3515"/>
            <a:chExt cx="216" cy="339"/>
          </a:xfrm>
        </p:grpSpPr>
        <p:grpSp>
          <p:nvGrpSpPr>
            <p:cNvPr id="133366" name="Group 72">
              <a:extLst>
                <a:ext uri="{FF2B5EF4-FFF2-40B4-BE49-F238E27FC236}">
                  <a16:creationId xmlns:a16="http://schemas.microsoft.com/office/drawing/2014/main" id="{3CB5B94C-F3F7-C14A-A454-BFDF425DBE4C}"/>
                </a:ext>
              </a:extLst>
            </p:cNvPr>
            <p:cNvGrpSpPr>
              <a:grpSpLocks/>
            </p:cNvGrpSpPr>
            <p:nvPr/>
          </p:nvGrpSpPr>
          <p:grpSpPr bwMode="auto">
            <a:xfrm>
              <a:off x="4265" y="3521"/>
              <a:ext cx="211" cy="333"/>
              <a:chOff x="4265" y="3521"/>
              <a:chExt cx="211" cy="333"/>
            </a:xfrm>
          </p:grpSpPr>
          <p:sp>
            <p:nvSpPr>
              <p:cNvPr id="133377" name="Freeform 73">
                <a:extLst>
                  <a:ext uri="{FF2B5EF4-FFF2-40B4-BE49-F238E27FC236}">
                    <a16:creationId xmlns:a16="http://schemas.microsoft.com/office/drawing/2014/main" id="{033BD682-F28D-C049-9CE5-D430EB82668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8" name="Freeform 74">
                <a:extLst>
                  <a:ext uri="{FF2B5EF4-FFF2-40B4-BE49-F238E27FC236}">
                    <a16:creationId xmlns:a16="http://schemas.microsoft.com/office/drawing/2014/main" id="{1108BF67-08D4-BA47-B9C6-0162FD510142}"/>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9" name="Freeform 75">
                <a:extLst>
                  <a:ext uri="{FF2B5EF4-FFF2-40B4-BE49-F238E27FC236}">
                    <a16:creationId xmlns:a16="http://schemas.microsoft.com/office/drawing/2014/main" id="{DBDDC227-A863-8944-AB18-49CFE7AC113F}"/>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0" name="Freeform 76">
                <a:extLst>
                  <a:ext uri="{FF2B5EF4-FFF2-40B4-BE49-F238E27FC236}">
                    <a16:creationId xmlns:a16="http://schemas.microsoft.com/office/drawing/2014/main" id="{435E2020-4285-384F-B940-E3A8591C36BE}"/>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81" name="Rectangle 77">
                <a:extLst>
                  <a:ext uri="{FF2B5EF4-FFF2-40B4-BE49-F238E27FC236}">
                    <a16:creationId xmlns:a16="http://schemas.microsoft.com/office/drawing/2014/main" id="{47D0707E-6E84-7546-89A6-CC6A6205620D}"/>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82" name="Rectangle 78">
                <a:extLst>
                  <a:ext uri="{FF2B5EF4-FFF2-40B4-BE49-F238E27FC236}">
                    <a16:creationId xmlns:a16="http://schemas.microsoft.com/office/drawing/2014/main" id="{E6186523-A6C7-0F41-960B-63D8FAA2456E}"/>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83" name="Line 79">
                <a:extLst>
                  <a:ext uri="{FF2B5EF4-FFF2-40B4-BE49-F238E27FC236}">
                    <a16:creationId xmlns:a16="http://schemas.microsoft.com/office/drawing/2014/main" id="{4F819425-E10C-A841-835F-095C98D1CF6D}"/>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4" name="Line 80">
                <a:extLst>
                  <a:ext uri="{FF2B5EF4-FFF2-40B4-BE49-F238E27FC236}">
                    <a16:creationId xmlns:a16="http://schemas.microsoft.com/office/drawing/2014/main" id="{E97A16BA-C66B-4446-8CF4-854342672F3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5" name="Line 81">
                <a:extLst>
                  <a:ext uri="{FF2B5EF4-FFF2-40B4-BE49-F238E27FC236}">
                    <a16:creationId xmlns:a16="http://schemas.microsoft.com/office/drawing/2014/main" id="{500157C6-7575-C444-BFF9-AEE54413BAD0}"/>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67" name="Group 82">
              <a:extLst>
                <a:ext uri="{FF2B5EF4-FFF2-40B4-BE49-F238E27FC236}">
                  <a16:creationId xmlns:a16="http://schemas.microsoft.com/office/drawing/2014/main" id="{AFF9B211-C141-AC44-A3F0-218FB47CE277}"/>
                </a:ext>
              </a:extLst>
            </p:cNvPr>
            <p:cNvGrpSpPr>
              <a:grpSpLocks/>
            </p:cNvGrpSpPr>
            <p:nvPr/>
          </p:nvGrpSpPr>
          <p:grpSpPr bwMode="auto">
            <a:xfrm>
              <a:off x="4260" y="3515"/>
              <a:ext cx="211" cy="332"/>
              <a:chOff x="4260" y="3515"/>
              <a:chExt cx="211" cy="332"/>
            </a:xfrm>
          </p:grpSpPr>
          <p:sp>
            <p:nvSpPr>
              <p:cNvPr id="133368" name="Freeform 83">
                <a:extLst>
                  <a:ext uri="{FF2B5EF4-FFF2-40B4-BE49-F238E27FC236}">
                    <a16:creationId xmlns:a16="http://schemas.microsoft.com/office/drawing/2014/main" id="{7445C469-33A0-324D-A2AE-65165AE23372}"/>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9" name="Freeform 84">
                <a:extLst>
                  <a:ext uri="{FF2B5EF4-FFF2-40B4-BE49-F238E27FC236}">
                    <a16:creationId xmlns:a16="http://schemas.microsoft.com/office/drawing/2014/main" id="{270A15E5-E679-BE47-8E64-E442B4C85485}"/>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0" name="Freeform 85">
                <a:extLst>
                  <a:ext uri="{FF2B5EF4-FFF2-40B4-BE49-F238E27FC236}">
                    <a16:creationId xmlns:a16="http://schemas.microsoft.com/office/drawing/2014/main" id="{B4D10070-891C-5640-B5B1-9ADBB339D99E}"/>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1" name="Freeform 86">
                <a:extLst>
                  <a:ext uri="{FF2B5EF4-FFF2-40B4-BE49-F238E27FC236}">
                    <a16:creationId xmlns:a16="http://schemas.microsoft.com/office/drawing/2014/main" id="{1775A50C-B60F-3C45-9D9E-DA7AF9DE8634}"/>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72" name="Rectangle 87">
                <a:extLst>
                  <a:ext uri="{FF2B5EF4-FFF2-40B4-BE49-F238E27FC236}">
                    <a16:creationId xmlns:a16="http://schemas.microsoft.com/office/drawing/2014/main" id="{48FEB217-179A-5640-9BB9-64A186A809E7}"/>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73" name="Rectangle 88">
                <a:extLst>
                  <a:ext uri="{FF2B5EF4-FFF2-40B4-BE49-F238E27FC236}">
                    <a16:creationId xmlns:a16="http://schemas.microsoft.com/office/drawing/2014/main" id="{1B548573-192E-8A44-AEF0-996A6732B3EA}"/>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74" name="Line 89">
                <a:extLst>
                  <a:ext uri="{FF2B5EF4-FFF2-40B4-BE49-F238E27FC236}">
                    <a16:creationId xmlns:a16="http://schemas.microsoft.com/office/drawing/2014/main" id="{1036EB0C-7001-B04F-8013-E7BFDE08A79F}"/>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5" name="Line 90">
                <a:extLst>
                  <a:ext uri="{FF2B5EF4-FFF2-40B4-BE49-F238E27FC236}">
                    <a16:creationId xmlns:a16="http://schemas.microsoft.com/office/drawing/2014/main" id="{5C7F2361-EFFC-3E4F-A2B4-75ACCDAD65BB}"/>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6" name="Line 91">
                <a:extLst>
                  <a:ext uri="{FF2B5EF4-FFF2-40B4-BE49-F238E27FC236}">
                    <a16:creationId xmlns:a16="http://schemas.microsoft.com/office/drawing/2014/main" id="{3A087875-3E02-8E47-8E5F-5DF1F7A89EB9}"/>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32" name="Rectangle 92">
            <a:extLst>
              <a:ext uri="{FF2B5EF4-FFF2-40B4-BE49-F238E27FC236}">
                <a16:creationId xmlns:a16="http://schemas.microsoft.com/office/drawing/2014/main" id="{7BDD924E-D60E-1240-B9DD-DE2C429E2A46}"/>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33" name="Line 93">
            <a:extLst>
              <a:ext uri="{FF2B5EF4-FFF2-40B4-BE49-F238E27FC236}">
                <a16:creationId xmlns:a16="http://schemas.microsoft.com/office/drawing/2014/main" id="{C9DA91B2-E1E7-7C4D-9747-354225B0C8F7}"/>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4" name="Line 94">
            <a:extLst>
              <a:ext uri="{FF2B5EF4-FFF2-40B4-BE49-F238E27FC236}">
                <a16:creationId xmlns:a16="http://schemas.microsoft.com/office/drawing/2014/main" id="{455D1E33-7CDE-B64F-B0A0-01C7466D8EE7}"/>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5" name="Line 95">
            <a:extLst>
              <a:ext uri="{FF2B5EF4-FFF2-40B4-BE49-F238E27FC236}">
                <a16:creationId xmlns:a16="http://schemas.microsoft.com/office/drawing/2014/main" id="{8F9E8C87-B438-974B-A7D8-87177D586611}"/>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6" name="Line 96">
            <a:extLst>
              <a:ext uri="{FF2B5EF4-FFF2-40B4-BE49-F238E27FC236}">
                <a16:creationId xmlns:a16="http://schemas.microsoft.com/office/drawing/2014/main" id="{1558C4CD-241D-BB45-BB93-047BE0F2C751}"/>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7" name="Line 97">
            <a:extLst>
              <a:ext uri="{FF2B5EF4-FFF2-40B4-BE49-F238E27FC236}">
                <a16:creationId xmlns:a16="http://schemas.microsoft.com/office/drawing/2014/main" id="{F5047520-26B5-B84E-BA77-BD72C3BEE23A}"/>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9314" name="Line 98">
            <a:extLst>
              <a:ext uri="{FF2B5EF4-FFF2-40B4-BE49-F238E27FC236}">
                <a16:creationId xmlns:a16="http://schemas.microsoft.com/office/drawing/2014/main" id="{7FDE02C5-E3CE-4641-A93B-62232568C7C9}"/>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3139" name="Line 99">
            <a:extLst>
              <a:ext uri="{FF2B5EF4-FFF2-40B4-BE49-F238E27FC236}">
                <a16:creationId xmlns:a16="http://schemas.microsoft.com/office/drawing/2014/main" id="{7A69BF08-96E8-7F4D-944D-272EF04A0C6B}"/>
              </a:ext>
            </a:extLst>
          </p:cNvPr>
          <p:cNvSpPr>
            <a:spLocks noChangeShapeType="1"/>
          </p:cNvSpPr>
          <p:nvPr/>
        </p:nvSpPr>
        <p:spPr bwMode="auto">
          <a:xfrm>
            <a:off x="2736056" y="3579019"/>
            <a:ext cx="104894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40" name="Group 100">
            <a:extLst>
              <a:ext uri="{FF2B5EF4-FFF2-40B4-BE49-F238E27FC236}">
                <a16:creationId xmlns:a16="http://schemas.microsoft.com/office/drawing/2014/main" id="{0ABB60B2-0846-774E-BE8F-97BDD759F9BB}"/>
              </a:ext>
            </a:extLst>
          </p:cNvPr>
          <p:cNvGrpSpPr>
            <a:grpSpLocks/>
          </p:cNvGrpSpPr>
          <p:nvPr/>
        </p:nvGrpSpPr>
        <p:grpSpPr bwMode="auto">
          <a:xfrm>
            <a:off x="3674269" y="3432572"/>
            <a:ext cx="420291" cy="280988"/>
            <a:chOff x="2154" y="3033"/>
            <a:chExt cx="309" cy="192"/>
          </a:xfrm>
        </p:grpSpPr>
        <p:sp>
          <p:nvSpPr>
            <p:cNvPr id="133341" name="Oval 101">
              <a:extLst>
                <a:ext uri="{FF2B5EF4-FFF2-40B4-BE49-F238E27FC236}">
                  <a16:creationId xmlns:a16="http://schemas.microsoft.com/office/drawing/2014/main" id="{2D2F285D-8995-FB40-96C9-38D29F339579}"/>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2" name="Rectangle 102">
              <a:extLst>
                <a:ext uri="{FF2B5EF4-FFF2-40B4-BE49-F238E27FC236}">
                  <a16:creationId xmlns:a16="http://schemas.microsoft.com/office/drawing/2014/main" id="{A3D3FE03-C460-CA44-8A05-4771DF402977}"/>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3" name="Rectangle 103">
              <a:extLst>
                <a:ext uri="{FF2B5EF4-FFF2-40B4-BE49-F238E27FC236}">
                  <a16:creationId xmlns:a16="http://schemas.microsoft.com/office/drawing/2014/main" id="{2CAB5941-3D63-484B-A25D-F903A58ECACA}"/>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44" name="Oval 104">
              <a:extLst>
                <a:ext uri="{FF2B5EF4-FFF2-40B4-BE49-F238E27FC236}">
                  <a16:creationId xmlns:a16="http://schemas.microsoft.com/office/drawing/2014/main" id="{7EA67713-FBAF-3443-A901-FA64B6CCEEBE}"/>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345" name="Group 105">
              <a:extLst>
                <a:ext uri="{FF2B5EF4-FFF2-40B4-BE49-F238E27FC236}">
                  <a16:creationId xmlns:a16="http://schemas.microsoft.com/office/drawing/2014/main" id="{00F2A3F6-94EA-AA45-B6CF-FC1B78112EBE}"/>
                </a:ext>
              </a:extLst>
            </p:cNvPr>
            <p:cNvGrpSpPr>
              <a:grpSpLocks/>
            </p:cNvGrpSpPr>
            <p:nvPr/>
          </p:nvGrpSpPr>
          <p:grpSpPr bwMode="auto">
            <a:xfrm>
              <a:off x="2201" y="3046"/>
              <a:ext cx="214" cy="86"/>
              <a:chOff x="2201" y="3046"/>
              <a:chExt cx="214" cy="86"/>
            </a:xfrm>
          </p:grpSpPr>
          <p:grpSp>
            <p:nvGrpSpPr>
              <p:cNvPr id="133348" name="Group 106">
                <a:extLst>
                  <a:ext uri="{FF2B5EF4-FFF2-40B4-BE49-F238E27FC236}">
                    <a16:creationId xmlns:a16="http://schemas.microsoft.com/office/drawing/2014/main" id="{8B4A2157-100C-D94E-8A30-463A32C5EDB0}"/>
                  </a:ext>
                </a:extLst>
              </p:cNvPr>
              <p:cNvGrpSpPr>
                <a:grpSpLocks/>
              </p:cNvGrpSpPr>
              <p:nvPr/>
            </p:nvGrpSpPr>
            <p:grpSpPr bwMode="auto">
              <a:xfrm>
                <a:off x="2201" y="3046"/>
                <a:ext cx="212" cy="84"/>
                <a:chOff x="2201" y="3046"/>
                <a:chExt cx="212" cy="84"/>
              </a:xfrm>
            </p:grpSpPr>
            <p:sp>
              <p:nvSpPr>
                <p:cNvPr id="133358" name="Freeform 107">
                  <a:extLst>
                    <a:ext uri="{FF2B5EF4-FFF2-40B4-BE49-F238E27FC236}">
                      <a16:creationId xmlns:a16="http://schemas.microsoft.com/office/drawing/2014/main" id="{93A54696-09EF-A944-B853-3A5CDA81532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9" name="Freeform 108">
                  <a:extLst>
                    <a:ext uri="{FF2B5EF4-FFF2-40B4-BE49-F238E27FC236}">
                      <a16:creationId xmlns:a16="http://schemas.microsoft.com/office/drawing/2014/main" id="{5732985C-FDAE-D449-8B7F-1C67B2FE12A2}"/>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0" name="Freeform 109">
                  <a:extLst>
                    <a:ext uri="{FF2B5EF4-FFF2-40B4-BE49-F238E27FC236}">
                      <a16:creationId xmlns:a16="http://schemas.microsoft.com/office/drawing/2014/main" id="{A3233480-0FC5-B74E-813E-17AD12BB644F}"/>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1" name="Freeform 110">
                  <a:extLst>
                    <a:ext uri="{FF2B5EF4-FFF2-40B4-BE49-F238E27FC236}">
                      <a16:creationId xmlns:a16="http://schemas.microsoft.com/office/drawing/2014/main" id="{DBB25DFA-9A33-5046-A387-8965D297BD1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2" name="Freeform 111">
                  <a:extLst>
                    <a:ext uri="{FF2B5EF4-FFF2-40B4-BE49-F238E27FC236}">
                      <a16:creationId xmlns:a16="http://schemas.microsoft.com/office/drawing/2014/main" id="{17CEAAB9-2217-0F41-BAC5-D6DFF6AF9DCD}"/>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3" name="Freeform 112">
                  <a:extLst>
                    <a:ext uri="{FF2B5EF4-FFF2-40B4-BE49-F238E27FC236}">
                      <a16:creationId xmlns:a16="http://schemas.microsoft.com/office/drawing/2014/main" id="{D4B6651D-F36C-1849-B22B-45101C130B07}"/>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4" name="Freeform 113">
                  <a:extLst>
                    <a:ext uri="{FF2B5EF4-FFF2-40B4-BE49-F238E27FC236}">
                      <a16:creationId xmlns:a16="http://schemas.microsoft.com/office/drawing/2014/main" id="{EE0C2167-195E-0A4C-B7EE-DC4FAC78DF50}"/>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65" name="Freeform 114">
                  <a:extLst>
                    <a:ext uri="{FF2B5EF4-FFF2-40B4-BE49-F238E27FC236}">
                      <a16:creationId xmlns:a16="http://schemas.microsoft.com/office/drawing/2014/main" id="{DBD7ED6B-8067-0243-9CC4-69C12A55EB75}"/>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3349" name="Group 115">
                <a:extLst>
                  <a:ext uri="{FF2B5EF4-FFF2-40B4-BE49-F238E27FC236}">
                    <a16:creationId xmlns:a16="http://schemas.microsoft.com/office/drawing/2014/main" id="{C1FB0D2F-5866-6C4D-BC33-34773E7AE6F3}"/>
                  </a:ext>
                </a:extLst>
              </p:cNvPr>
              <p:cNvGrpSpPr>
                <a:grpSpLocks/>
              </p:cNvGrpSpPr>
              <p:nvPr/>
            </p:nvGrpSpPr>
            <p:grpSpPr bwMode="auto">
              <a:xfrm>
                <a:off x="2203" y="3048"/>
                <a:ext cx="212" cy="84"/>
                <a:chOff x="2203" y="3048"/>
                <a:chExt cx="212" cy="84"/>
              </a:xfrm>
            </p:grpSpPr>
            <p:sp>
              <p:nvSpPr>
                <p:cNvPr id="133350" name="Freeform 116">
                  <a:extLst>
                    <a:ext uri="{FF2B5EF4-FFF2-40B4-BE49-F238E27FC236}">
                      <a16:creationId xmlns:a16="http://schemas.microsoft.com/office/drawing/2014/main" id="{4B7EE1C9-6ED0-294F-ADB5-23C19ACD62B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1" name="Freeform 117">
                  <a:extLst>
                    <a:ext uri="{FF2B5EF4-FFF2-40B4-BE49-F238E27FC236}">
                      <a16:creationId xmlns:a16="http://schemas.microsoft.com/office/drawing/2014/main" id="{37625FE5-08EF-BE4B-A960-2782C3AAC07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2" name="Freeform 118">
                  <a:extLst>
                    <a:ext uri="{FF2B5EF4-FFF2-40B4-BE49-F238E27FC236}">
                      <a16:creationId xmlns:a16="http://schemas.microsoft.com/office/drawing/2014/main" id="{3E5E9BBD-2B03-A949-93B9-182E16B319EE}"/>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3" name="Freeform 119">
                  <a:extLst>
                    <a:ext uri="{FF2B5EF4-FFF2-40B4-BE49-F238E27FC236}">
                      <a16:creationId xmlns:a16="http://schemas.microsoft.com/office/drawing/2014/main" id="{42103209-93F4-5C48-9DB4-9A56645BFF4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4" name="Freeform 120">
                  <a:extLst>
                    <a:ext uri="{FF2B5EF4-FFF2-40B4-BE49-F238E27FC236}">
                      <a16:creationId xmlns:a16="http://schemas.microsoft.com/office/drawing/2014/main" id="{35924830-2C95-324E-8162-916D38FCA948}"/>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5" name="Freeform 121">
                  <a:extLst>
                    <a:ext uri="{FF2B5EF4-FFF2-40B4-BE49-F238E27FC236}">
                      <a16:creationId xmlns:a16="http://schemas.microsoft.com/office/drawing/2014/main" id="{CC48C65F-549D-4F42-807F-4D6AF5C9E6E1}"/>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6" name="Freeform 122">
                  <a:extLst>
                    <a:ext uri="{FF2B5EF4-FFF2-40B4-BE49-F238E27FC236}">
                      <a16:creationId xmlns:a16="http://schemas.microsoft.com/office/drawing/2014/main" id="{B4205926-D3B9-4641-B365-C97955B2F33C}"/>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57" name="Freeform 123">
                  <a:extLst>
                    <a:ext uri="{FF2B5EF4-FFF2-40B4-BE49-F238E27FC236}">
                      <a16:creationId xmlns:a16="http://schemas.microsoft.com/office/drawing/2014/main" id="{0F6D2170-32D5-BF46-AD52-9B138848655E}"/>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3346" name="Line 124">
              <a:extLst>
                <a:ext uri="{FF2B5EF4-FFF2-40B4-BE49-F238E27FC236}">
                  <a16:creationId xmlns:a16="http://schemas.microsoft.com/office/drawing/2014/main" id="{C8D39A8A-48D9-4E46-8190-97FB5865CCD4}"/>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47" name="Line 125">
              <a:extLst>
                <a:ext uri="{FF2B5EF4-FFF2-40B4-BE49-F238E27FC236}">
                  <a16:creationId xmlns:a16="http://schemas.microsoft.com/office/drawing/2014/main" id="{2ACE9AF3-FB17-494B-9A25-E7F2D9C718C5}"/>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141" name="Group 126">
            <a:extLst>
              <a:ext uri="{FF2B5EF4-FFF2-40B4-BE49-F238E27FC236}">
                <a16:creationId xmlns:a16="http://schemas.microsoft.com/office/drawing/2014/main" id="{3E509692-318E-9A4A-A547-527155637AE5}"/>
              </a:ext>
            </a:extLst>
          </p:cNvPr>
          <p:cNvGrpSpPr>
            <a:grpSpLocks/>
          </p:cNvGrpSpPr>
          <p:nvPr/>
        </p:nvGrpSpPr>
        <p:grpSpPr bwMode="auto">
          <a:xfrm>
            <a:off x="1997869" y="2522935"/>
            <a:ext cx="385763" cy="388144"/>
            <a:chOff x="921" y="2412"/>
            <a:chExt cx="284" cy="265"/>
          </a:xfrm>
        </p:grpSpPr>
        <p:grpSp>
          <p:nvGrpSpPr>
            <p:cNvPr id="133315" name="Group 127">
              <a:extLst>
                <a:ext uri="{FF2B5EF4-FFF2-40B4-BE49-F238E27FC236}">
                  <a16:creationId xmlns:a16="http://schemas.microsoft.com/office/drawing/2014/main" id="{F5E3944B-33D8-9245-A6C9-600980877AE1}"/>
                </a:ext>
              </a:extLst>
            </p:cNvPr>
            <p:cNvGrpSpPr>
              <a:grpSpLocks/>
            </p:cNvGrpSpPr>
            <p:nvPr/>
          </p:nvGrpSpPr>
          <p:grpSpPr bwMode="auto">
            <a:xfrm>
              <a:off x="928" y="2417"/>
              <a:ext cx="277" cy="260"/>
              <a:chOff x="928" y="2417"/>
              <a:chExt cx="277" cy="260"/>
            </a:xfrm>
          </p:grpSpPr>
          <p:sp>
            <p:nvSpPr>
              <p:cNvPr id="133329" name="Freeform 128">
                <a:extLst>
                  <a:ext uri="{FF2B5EF4-FFF2-40B4-BE49-F238E27FC236}">
                    <a16:creationId xmlns:a16="http://schemas.microsoft.com/office/drawing/2014/main" id="{85BFFE89-EE3F-4F4E-8A3F-B969D4F0F6E3}"/>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0" name="Freeform 129">
                <a:extLst>
                  <a:ext uri="{FF2B5EF4-FFF2-40B4-BE49-F238E27FC236}">
                    <a16:creationId xmlns:a16="http://schemas.microsoft.com/office/drawing/2014/main" id="{89B7D5A0-7DE8-2C44-9958-EF4B94268C7E}"/>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1" name="Freeform 130">
                <a:extLst>
                  <a:ext uri="{FF2B5EF4-FFF2-40B4-BE49-F238E27FC236}">
                    <a16:creationId xmlns:a16="http://schemas.microsoft.com/office/drawing/2014/main" id="{B45CD1C3-4164-484D-9A99-2908CC11223D}"/>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2" name="Freeform 131">
                <a:extLst>
                  <a:ext uri="{FF2B5EF4-FFF2-40B4-BE49-F238E27FC236}">
                    <a16:creationId xmlns:a16="http://schemas.microsoft.com/office/drawing/2014/main" id="{25148113-8417-6F4D-86BD-F7E82CE229F1}"/>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3" name="Rectangle 132">
                <a:extLst>
                  <a:ext uri="{FF2B5EF4-FFF2-40B4-BE49-F238E27FC236}">
                    <a16:creationId xmlns:a16="http://schemas.microsoft.com/office/drawing/2014/main" id="{5A774D17-0FEB-5B49-842A-A7D15BFE6E5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4" name="Rectangle 133">
                <a:extLst>
                  <a:ext uri="{FF2B5EF4-FFF2-40B4-BE49-F238E27FC236}">
                    <a16:creationId xmlns:a16="http://schemas.microsoft.com/office/drawing/2014/main" id="{3D4794E9-3A06-6144-9A14-3C36F96267F1}"/>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5" name="Rectangle 134">
                <a:extLst>
                  <a:ext uri="{FF2B5EF4-FFF2-40B4-BE49-F238E27FC236}">
                    <a16:creationId xmlns:a16="http://schemas.microsoft.com/office/drawing/2014/main" id="{10254675-8F13-E345-8BF9-BCDEA20CB933}"/>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36" name="Line 135">
                <a:extLst>
                  <a:ext uri="{FF2B5EF4-FFF2-40B4-BE49-F238E27FC236}">
                    <a16:creationId xmlns:a16="http://schemas.microsoft.com/office/drawing/2014/main" id="{F88CC4C2-3B2C-F746-A55C-039063BDAD3B}"/>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37" name="Group 136">
                <a:extLst>
                  <a:ext uri="{FF2B5EF4-FFF2-40B4-BE49-F238E27FC236}">
                    <a16:creationId xmlns:a16="http://schemas.microsoft.com/office/drawing/2014/main" id="{3A259970-AED8-A34E-AB38-B9E74ADBC1B4}"/>
                  </a:ext>
                </a:extLst>
              </p:cNvPr>
              <p:cNvGrpSpPr>
                <a:grpSpLocks/>
              </p:cNvGrpSpPr>
              <p:nvPr/>
            </p:nvGrpSpPr>
            <p:grpSpPr bwMode="auto">
              <a:xfrm>
                <a:off x="928" y="2639"/>
                <a:ext cx="277" cy="38"/>
                <a:chOff x="928" y="2639"/>
                <a:chExt cx="277" cy="38"/>
              </a:xfrm>
            </p:grpSpPr>
            <p:sp>
              <p:nvSpPr>
                <p:cNvPr id="133338" name="Freeform 137">
                  <a:extLst>
                    <a:ext uri="{FF2B5EF4-FFF2-40B4-BE49-F238E27FC236}">
                      <a16:creationId xmlns:a16="http://schemas.microsoft.com/office/drawing/2014/main" id="{1B821EB1-F81E-4D46-9EBE-8545AEF6CE8E}"/>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39" name="Freeform 138">
                  <a:extLst>
                    <a:ext uri="{FF2B5EF4-FFF2-40B4-BE49-F238E27FC236}">
                      <a16:creationId xmlns:a16="http://schemas.microsoft.com/office/drawing/2014/main" id="{3A13A5C4-FFE1-4C47-B9E5-87A58A37AB40}"/>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40" name="Rectangle 139">
                  <a:extLst>
                    <a:ext uri="{FF2B5EF4-FFF2-40B4-BE49-F238E27FC236}">
                      <a16:creationId xmlns:a16="http://schemas.microsoft.com/office/drawing/2014/main" id="{595D7D74-32ED-8546-9DD3-17ED13221A5E}"/>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316" name="Group 140">
              <a:extLst>
                <a:ext uri="{FF2B5EF4-FFF2-40B4-BE49-F238E27FC236}">
                  <a16:creationId xmlns:a16="http://schemas.microsoft.com/office/drawing/2014/main" id="{734E61A9-1A3A-9246-BB2F-4E3CB545C41A}"/>
                </a:ext>
              </a:extLst>
            </p:cNvPr>
            <p:cNvGrpSpPr>
              <a:grpSpLocks/>
            </p:cNvGrpSpPr>
            <p:nvPr/>
          </p:nvGrpSpPr>
          <p:grpSpPr bwMode="auto">
            <a:xfrm>
              <a:off x="921" y="2412"/>
              <a:ext cx="277" cy="261"/>
              <a:chOff x="921" y="2412"/>
              <a:chExt cx="277" cy="261"/>
            </a:xfrm>
          </p:grpSpPr>
          <p:sp>
            <p:nvSpPr>
              <p:cNvPr id="133317" name="Freeform 141">
                <a:extLst>
                  <a:ext uri="{FF2B5EF4-FFF2-40B4-BE49-F238E27FC236}">
                    <a16:creationId xmlns:a16="http://schemas.microsoft.com/office/drawing/2014/main" id="{442A0458-D3D2-8743-8C87-D4F8F90A5497}"/>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8" name="Freeform 142">
                <a:extLst>
                  <a:ext uri="{FF2B5EF4-FFF2-40B4-BE49-F238E27FC236}">
                    <a16:creationId xmlns:a16="http://schemas.microsoft.com/office/drawing/2014/main" id="{28BFD43F-14DA-BA49-83DC-BE792B9D959F}"/>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9" name="Freeform 143">
                <a:extLst>
                  <a:ext uri="{FF2B5EF4-FFF2-40B4-BE49-F238E27FC236}">
                    <a16:creationId xmlns:a16="http://schemas.microsoft.com/office/drawing/2014/main" id="{ABD539E3-A001-4642-93BC-E744622A3220}"/>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0" name="Freeform 144">
                <a:extLst>
                  <a:ext uri="{FF2B5EF4-FFF2-40B4-BE49-F238E27FC236}">
                    <a16:creationId xmlns:a16="http://schemas.microsoft.com/office/drawing/2014/main" id="{0040673E-E6BB-FE43-9F13-659B16FEDB47}"/>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1" name="Rectangle 145">
                <a:extLst>
                  <a:ext uri="{FF2B5EF4-FFF2-40B4-BE49-F238E27FC236}">
                    <a16:creationId xmlns:a16="http://schemas.microsoft.com/office/drawing/2014/main" id="{CF0DC2EC-8918-774F-ABE5-AC53F79B33C9}"/>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2" name="Rectangle 146">
                <a:extLst>
                  <a:ext uri="{FF2B5EF4-FFF2-40B4-BE49-F238E27FC236}">
                    <a16:creationId xmlns:a16="http://schemas.microsoft.com/office/drawing/2014/main" id="{AEBA1575-2F4E-FC40-88CA-B7398EBF17BE}"/>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3" name="Rectangle 147">
                <a:extLst>
                  <a:ext uri="{FF2B5EF4-FFF2-40B4-BE49-F238E27FC236}">
                    <a16:creationId xmlns:a16="http://schemas.microsoft.com/office/drawing/2014/main" id="{5AF10B11-D73F-2143-B446-1A5756D4FABC}"/>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24" name="Line 148">
                <a:extLst>
                  <a:ext uri="{FF2B5EF4-FFF2-40B4-BE49-F238E27FC236}">
                    <a16:creationId xmlns:a16="http://schemas.microsoft.com/office/drawing/2014/main" id="{F3AAE083-D0C6-004D-B18E-1F55AFB410B0}"/>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25" name="Group 149">
                <a:extLst>
                  <a:ext uri="{FF2B5EF4-FFF2-40B4-BE49-F238E27FC236}">
                    <a16:creationId xmlns:a16="http://schemas.microsoft.com/office/drawing/2014/main" id="{A5E7D216-C5A7-EF4A-AFEE-487C28C494BA}"/>
                  </a:ext>
                </a:extLst>
              </p:cNvPr>
              <p:cNvGrpSpPr>
                <a:grpSpLocks/>
              </p:cNvGrpSpPr>
              <p:nvPr/>
            </p:nvGrpSpPr>
            <p:grpSpPr bwMode="auto">
              <a:xfrm>
                <a:off x="921" y="2635"/>
                <a:ext cx="277" cy="38"/>
                <a:chOff x="921" y="2635"/>
                <a:chExt cx="277" cy="38"/>
              </a:xfrm>
            </p:grpSpPr>
            <p:sp>
              <p:nvSpPr>
                <p:cNvPr id="133326" name="Freeform 150">
                  <a:extLst>
                    <a:ext uri="{FF2B5EF4-FFF2-40B4-BE49-F238E27FC236}">
                      <a16:creationId xmlns:a16="http://schemas.microsoft.com/office/drawing/2014/main" id="{CA5EF5AE-F4AA-CD4B-A7B0-82630767269C}"/>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7" name="Freeform 151">
                  <a:extLst>
                    <a:ext uri="{FF2B5EF4-FFF2-40B4-BE49-F238E27FC236}">
                      <a16:creationId xmlns:a16="http://schemas.microsoft.com/office/drawing/2014/main" id="{4ADF3454-FB1A-A347-9968-3A39EF8AC0C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28" name="Rectangle 152">
                  <a:extLst>
                    <a:ext uri="{FF2B5EF4-FFF2-40B4-BE49-F238E27FC236}">
                      <a16:creationId xmlns:a16="http://schemas.microsoft.com/office/drawing/2014/main" id="{931DFA0B-2090-2C4C-A85E-7DB2CEF2ADAF}"/>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2" name="Group 153">
            <a:extLst>
              <a:ext uri="{FF2B5EF4-FFF2-40B4-BE49-F238E27FC236}">
                <a16:creationId xmlns:a16="http://schemas.microsoft.com/office/drawing/2014/main" id="{A5509638-78E6-6E40-80B7-EA54B39308E1}"/>
              </a:ext>
            </a:extLst>
          </p:cNvPr>
          <p:cNvGrpSpPr>
            <a:grpSpLocks/>
          </p:cNvGrpSpPr>
          <p:nvPr/>
        </p:nvGrpSpPr>
        <p:grpSpPr bwMode="auto">
          <a:xfrm>
            <a:off x="2101454" y="3055144"/>
            <a:ext cx="383381" cy="388144"/>
            <a:chOff x="997" y="2775"/>
            <a:chExt cx="282" cy="265"/>
          </a:xfrm>
        </p:grpSpPr>
        <p:grpSp>
          <p:nvGrpSpPr>
            <p:cNvPr id="133289" name="Group 154">
              <a:extLst>
                <a:ext uri="{FF2B5EF4-FFF2-40B4-BE49-F238E27FC236}">
                  <a16:creationId xmlns:a16="http://schemas.microsoft.com/office/drawing/2014/main" id="{585C02F1-8278-1C47-8AA8-574CB07AA026}"/>
                </a:ext>
              </a:extLst>
            </p:cNvPr>
            <p:cNvGrpSpPr>
              <a:grpSpLocks/>
            </p:cNvGrpSpPr>
            <p:nvPr/>
          </p:nvGrpSpPr>
          <p:grpSpPr bwMode="auto">
            <a:xfrm>
              <a:off x="1004" y="2779"/>
              <a:ext cx="275" cy="261"/>
              <a:chOff x="1004" y="2779"/>
              <a:chExt cx="275" cy="261"/>
            </a:xfrm>
          </p:grpSpPr>
          <p:sp>
            <p:nvSpPr>
              <p:cNvPr id="133303" name="Freeform 155">
                <a:extLst>
                  <a:ext uri="{FF2B5EF4-FFF2-40B4-BE49-F238E27FC236}">
                    <a16:creationId xmlns:a16="http://schemas.microsoft.com/office/drawing/2014/main" id="{12D9760E-7169-D94E-A3A2-B2A353A88DA0}"/>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4" name="Freeform 156">
                <a:extLst>
                  <a:ext uri="{FF2B5EF4-FFF2-40B4-BE49-F238E27FC236}">
                    <a16:creationId xmlns:a16="http://schemas.microsoft.com/office/drawing/2014/main" id="{9814C380-30ED-2A4C-87A4-4DD055F96B4A}"/>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5" name="Freeform 157">
                <a:extLst>
                  <a:ext uri="{FF2B5EF4-FFF2-40B4-BE49-F238E27FC236}">
                    <a16:creationId xmlns:a16="http://schemas.microsoft.com/office/drawing/2014/main" id="{36D912A4-6B43-094E-BB76-3CF8772A7411}"/>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6" name="Freeform 158">
                <a:extLst>
                  <a:ext uri="{FF2B5EF4-FFF2-40B4-BE49-F238E27FC236}">
                    <a16:creationId xmlns:a16="http://schemas.microsoft.com/office/drawing/2014/main" id="{11019C0A-9A8E-7B4B-9898-ABF564771F15}"/>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7" name="Rectangle 159">
                <a:extLst>
                  <a:ext uri="{FF2B5EF4-FFF2-40B4-BE49-F238E27FC236}">
                    <a16:creationId xmlns:a16="http://schemas.microsoft.com/office/drawing/2014/main" id="{29AF572E-B049-3A47-BD1D-8F998986ECB7}"/>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08" name="Rectangle 160">
                <a:extLst>
                  <a:ext uri="{FF2B5EF4-FFF2-40B4-BE49-F238E27FC236}">
                    <a16:creationId xmlns:a16="http://schemas.microsoft.com/office/drawing/2014/main" id="{582D6609-7809-C84F-BDED-1DF9F439A13E}"/>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09" name="Rectangle 161">
                <a:extLst>
                  <a:ext uri="{FF2B5EF4-FFF2-40B4-BE49-F238E27FC236}">
                    <a16:creationId xmlns:a16="http://schemas.microsoft.com/office/drawing/2014/main" id="{495483DC-9A77-784F-A11B-335B4A0CE8A5}"/>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310" name="Line 162">
                <a:extLst>
                  <a:ext uri="{FF2B5EF4-FFF2-40B4-BE49-F238E27FC236}">
                    <a16:creationId xmlns:a16="http://schemas.microsoft.com/office/drawing/2014/main" id="{CFFF6A4B-30BC-A949-B70E-8CA7362A25E6}"/>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311" name="Group 163">
                <a:extLst>
                  <a:ext uri="{FF2B5EF4-FFF2-40B4-BE49-F238E27FC236}">
                    <a16:creationId xmlns:a16="http://schemas.microsoft.com/office/drawing/2014/main" id="{741FA9BA-7DDE-5842-8998-11C6C95CA74C}"/>
                  </a:ext>
                </a:extLst>
              </p:cNvPr>
              <p:cNvGrpSpPr>
                <a:grpSpLocks/>
              </p:cNvGrpSpPr>
              <p:nvPr/>
            </p:nvGrpSpPr>
            <p:grpSpPr bwMode="auto">
              <a:xfrm>
                <a:off x="1004" y="3002"/>
                <a:ext cx="275" cy="38"/>
                <a:chOff x="1004" y="3002"/>
                <a:chExt cx="275" cy="38"/>
              </a:xfrm>
            </p:grpSpPr>
            <p:sp>
              <p:nvSpPr>
                <p:cNvPr id="133312" name="Freeform 164">
                  <a:extLst>
                    <a:ext uri="{FF2B5EF4-FFF2-40B4-BE49-F238E27FC236}">
                      <a16:creationId xmlns:a16="http://schemas.microsoft.com/office/drawing/2014/main" id="{E356A0D5-B3D2-E947-8FD2-3AE9EA44B59A}"/>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3" name="Freeform 165">
                  <a:extLst>
                    <a:ext uri="{FF2B5EF4-FFF2-40B4-BE49-F238E27FC236}">
                      <a16:creationId xmlns:a16="http://schemas.microsoft.com/office/drawing/2014/main" id="{CBD15F2F-F209-DC40-9D7B-6F02A54DEAC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14" name="Rectangle 166">
                  <a:extLst>
                    <a:ext uri="{FF2B5EF4-FFF2-40B4-BE49-F238E27FC236}">
                      <a16:creationId xmlns:a16="http://schemas.microsoft.com/office/drawing/2014/main" id="{01BA3981-F294-4D42-9B50-13A7DEC105D8}"/>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90" name="Group 167">
              <a:extLst>
                <a:ext uri="{FF2B5EF4-FFF2-40B4-BE49-F238E27FC236}">
                  <a16:creationId xmlns:a16="http://schemas.microsoft.com/office/drawing/2014/main" id="{F0297C55-5860-904D-8A3C-0C4B455D8B97}"/>
                </a:ext>
              </a:extLst>
            </p:cNvPr>
            <p:cNvGrpSpPr>
              <a:grpSpLocks/>
            </p:cNvGrpSpPr>
            <p:nvPr/>
          </p:nvGrpSpPr>
          <p:grpSpPr bwMode="auto">
            <a:xfrm>
              <a:off x="997" y="2775"/>
              <a:ext cx="275" cy="260"/>
              <a:chOff x="997" y="2775"/>
              <a:chExt cx="275" cy="260"/>
            </a:xfrm>
          </p:grpSpPr>
          <p:sp>
            <p:nvSpPr>
              <p:cNvPr id="133291" name="Freeform 168">
                <a:extLst>
                  <a:ext uri="{FF2B5EF4-FFF2-40B4-BE49-F238E27FC236}">
                    <a16:creationId xmlns:a16="http://schemas.microsoft.com/office/drawing/2014/main" id="{A27C7E98-E0F0-AA4C-BAF0-F0149DD38612}"/>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2" name="Freeform 169">
                <a:extLst>
                  <a:ext uri="{FF2B5EF4-FFF2-40B4-BE49-F238E27FC236}">
                    <a16:creationId xmlns:a16="http://schemas.microsoft.com/office/drawing/2014/main" id="{6FB18003-CBFA-1547-821E-429656A36ABA}"/>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3" name="Freeform 170">
                <a:extLst>
                  <a:ext uri="{FF2B5EF4-FFF2-40B4-BE49-F238E27FC236}">
                    <a16:creationId xmlns:a16="http://schemas.microsoft.com/office/drawing/2014/main" id="{B10C23FB-0021-2544-8539-171DD492FF97}"/>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4" name="Freeform 171">
                <a:extLst>
                  <a:ext uri="{FF2B5EF4-FFF2-40B4-BE49-F238E27FC236}">
                    <a16:creationId xmlns:a16="http://schemas.microsoft.com/office/drawing/2014/main" id="{DD580A28-C9D0-B743-A938-62C0E373CEE8}"/>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95" name="Rectangle 172">
                <a:extLst>
                  <a:ext uri="{FF2B5EF4-FFF2-40B4-BE49-F238E27FC236}">
                    <a16:creationId xmlns:a16="http://schemas.microsoft.com/office/drawing/2014/main" id="{B36C4D67-867C-9048-B423-FC43201F01A2}"/>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6" name="Rectangle 173">
                <a:extLst>
                  <a:ext uri="{FF2B5EF4-FFF2-40B4-BE49-F238E27FC236}">
                    <a16:creationId xmlns:a16="http://schemas.microsoft.com/office/drawing/2014/main" id="{4107CCEF-AAC2-F849-8AAE-F23FA628234F}"/>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7" name="Rectangle 174">
                <a:extLst>
                  <a:ext uri="{FF2B5EF4-FFF2-40B4-BE49-F238E27FC236}">
                    <a16:creationId xmlns:a16="http://schemas.microsoft.com/office/drawing/2014/main" id="{AF9EE33F-D6A7-DA4F-867C-FDF813080400}"/>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98" name="Line 175">
                <a:extLst>
                  <a:ext uri="{FF2B5EF4-FFF2-40B4-BE49-F238E27FC236}">
                    <a16:creationId xmlns:a16="http://schemas.microsoft.com/office/drawing/2014/main" id="{EA607206-FEA3-AA4A-9D73-A8A9240343CB}"/>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99" name="Group 176">
                <a:extLst>
                  <a:ext uri="{FF2B5EF4-FFF2-40B4-BE49-F238E27FC236}">
                    <a16:creationId xmlns:a16="http://schemas.microsoft.com/office/drawing/2014/main" id="{0F7F4DDC-E43B-FD40-81A2-7AAD7A8C872F}"/>
                  </a:ext>
                </a:extLst>
              </p:cNvPr>
              <p:cNvGrpSpPr>
                <a:grpSpLocks/>
              </p:cNvGrpSpPr>
              <p:nvPr/>
            </p:nvGrpSpPr>
            <p:grpSpPr bwMode="auto">
              <a:xfrm>
                <a:off x="997" y="2997"/>
                <a:ext cx="275" cy="38"/>
                <a:chOff x="997" y="2997"/>
                <a:chExt cx="275" cy="38"/>
              </a:xfrm>
            </p:grpSpPr>
            <p:sp>
              <p:nvSpPr>
                <p:cNvPr id="133300" name="Freeform 177">
                  <a:extLst>
                    <a:ext uri="{FF2B5EF4-FFF2-40B4-BE49-F238E27FC236}">
                      <a16:creationId xmlns:a16="http://schemas.microsoft.com/office/drawing/2014/main" id="{8F3E6DCE-2D8C-8F4B-8CF7-4CF623125F81}"/>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1" name="Freeform 178">
                  <a:extLst>
                    <a:ext uri="{FF2B5EF4-FFF2-40B4-BE49-F238E27FC236}">
                      <a16:creationId xmlns:a16="http://schemas.microsoft.com/office/drawing/2014/main" id="{2614E388-9436-6D4A-A8E6-6C56E576B261}"/>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302" name="Rectangle 179">
                  <a:extLst>
                    <a:ext uri="{FF2B5EF4-FFF2-40B4-BE49-F238E27FC236}">
                      <a16:creationId xmlns:a16="http://schemas.microsoft.com/office/drawing/2014/main" id="{8F14E189-BB91-554A-A8CA-B38474584009}"/>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3" name="Group 180">
            <a:extLst>
              <a:ext uri="{FF2B5EF4-FFF2-40B4-BE49-F238E27FC236}">
                <a16:creationId xmlns:a16="http://schemas.microsoft.com/office/drawing/2014/main" id="{91CDE37E-EAE7-6640-8BB9-881767253D83}"/>
              </a:ext>
            </a:extLst>
          </p:cNvPr>
          <p:cNvGrpSpPr>
            <a:grpSpLocks/>
          </p:cNvGrpSpPr>
          <p:nvPr/>
        </p:nvGrpSpPr>
        <p:grpSpPr bwMode="auto">
          <a:xfrm>
            <a:off x="1547813" y="3452813"/>
            <a:ext cx="383381" cy="388144"/>
            <a:chOff x="590" y="3047"/>
            <a:chExt cx="282" cy="265"/>
          </a:xfrm>
        </p:grpSpPr>
        <p:grpSp>
          <p:nvGrpSpPr>
            <p:cNvPr id="133263" name="Group 181">
              <a:extLst>
                <a:ext uri="{FF2B5EF4-FFF2-40B4-BE49-F238E27FC236}">
                  <a16:creationId xmlns:a16="http://schemas.microsoft.com/office/drawing/2014/main" id="{E7BD4646-A671-9940-816F-627AC9FD64AC}"/>
                </a:ext>
              </a:extLst>
            </p:cNvPr>
            <p:cNvGrpSpPr>
              <a:grpSpLocks/>
            </p:cNvGrpSpPr>
            <p:nvPr/>
          </p:nvGrpSpPr>
          <p:grpSpPr bwMode="auto">
            <a:xfrm>
              <a:off x="596" y="3051"/>
              <a:ext cx="276" cy="261"/>
              <a:chOff x="596" y="3051"/>
              <a:chExt cx="276" cy="261"/>
            </a:xfrm>
          </p:grpSpPr>
          <p:sp>
            <p:nvSpPr>
              <p:cNvPr id="133277" name="Freeform 182">
                <a:extLst>
                  <a:ext uri="{FF2B5EF4-FFF2-40B4-BE49-F238E27FC236}">
                    <a16:creationId xmlns:a16="http://schemas.microsoft.com/office/drawing/2014/main" id="{E413BFD5-180C-FE4D-A157-3C441E408834}"/>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8" name="Freeform 183">
                <a:extLst>
                  <a:ext uri="{FF2B5EF4-FFF2-40B4-BE49-F238E27FC236}">
                    <a16:creationId xmlns:a16="http://schemas.microsoft.com/office/drawing/2014/main" id="{A0829F39-6325-6B4E-AD3E-7E639321FDB6}"/>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9" name="Freeform 184">
                <a:extLst>
                  <a:ext uri="{FF2B5EF4-FFF2-40B4-BE49-F238E27FC236}">
                    <a16:creationId xmlns:a16="http://schemas.microsoft.com/office/drawing/2014/main" id="{D93BB91E-E279-8749-B0BA-5AD4CF64522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0" name="Freeform 185">
                <a:extLst>
                  <a:ext uri="{FF2B5EF4-FFF2-40B4-BE49-F238E27FC236}">
                    <a16:creationId xmlns:a16="http://schemas.microsoft.com/office/drawing/2014/main" id="{C1AFBAF7-9965-2B44-B75C-F9B89920919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1" name="Rectangle 186">
                <a:extLst>
                  <a:ext uri="{FF2B5EF4-FFF2-40B4-BE49-F238E27FC236}">
                    <a16:creationId xmlns:a16="http://schemas.microsoft.com/office/drawing/2014/main" id="{A788ABA9-1788-354F-9CED-9FAD6EE0F88A}"/>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2" name="Rectangle 187">
                <a:extLst>
                  <a:ext uri="{FF2B5EF4-FFF2-40B4-BE49-F238E27FC236}">
                    <a16:creationId xmlns:a16="http://schemas.microsoft.com/office/drawing/2014/main" id="{99740454-EF10-004A-ABEB-C77EE315294D}"/>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3" name="Rectangle 188">
                <a:extLst>
                  <a:ext uri="{FF2B5EF4-FFF2-40B4-BE49-F238E27FC236}">
                    <a16:creationId xmlns:a16="http://schemas.microsoft.com/office/drawing/2014/main" id="{E4A8D3A4-D45A-BB43-A87C-22EB2737ACAA}"/>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84" name="Line 189">
                <a:extLst>
                  <a:ext uri="{FF2B5EF4-FFF2-40B4-BE49-F238E27FC236}">
                    <a16:creationId xmlns:a16="http://schemas.microsoft.com/office/drawing/2014/main" id="{602AFFA5-E727-6249-9AE5-DBCB7B0DAB02}"/>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85" name="Group 190">
                <a:extLst>
                  <a:ext uri="{FF2B5EF4-FFF2-40B4-BE49-F238E27FC236}">
                    <a16:creationId xmlns:a16="http://schemas.microsoft.com/office/drawing/2014/main" id="{0CF1DC34-08C8-CF4C-8C30-AADF8C67BF76}"/>
                  </a:ext>
                </a:extLst>
              </p:cNvPr>
              <p:cNvGrpSpPr>
                <a:grpSpLocks/>
              </p:cNvGrpSpPr>
              <p:nvPr/>
            </p:nvGrpSpPr>
            <p:grpSpPr bwMode="auto">
              <a:xfrm>
                <a:off x="596" y="3274"/>
                <a:ext cx="276" cy="38"/>
                <a:chOff x="596" y="3274"/>
                <a:chExt cx="276" cy="38"/>
              </a:xfrm>
            </p:grpSpPr>
            <p:sp>
              <p:nvSpPr>
                <p:cNvPr id="133286" name="Freeform 191">
                  <a:extLst>
                    <a:ext uri="{FF2B5EF4-FFF2-40B4-BE49-F238E27FC236}">
                      <a16:creationId xmlns:a16="http://schemas.microsoft.com/office/drawing/2014/main" id="{1D64E3D5-8F0E-F34A-97F0-DD043B124A82}"/>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7" name="Freeform 192">
                  <a:extLst>
                    <a:ext uri="{FF2B5EF4-FFF2-40B4-BE49-F238E27FC236}">
                      <a16:creationId xmlns:a16="http://schemas.microsoft.com/office/drawing/2014/main" id="{F214BC6C-0931-2544-82E6-9F78388ED42D}"/>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88" name="Rectangle 193">
                  <a:extLst>
                    <a:ext uri="{FF2B5EF4-FFF2-40B4-BE49-F238E27FC236}">
                      <a16:creationId xmlns:a16="http://schemas.microsoft.com/office/drawing/2014/main" id="{F72C012D-4031-994F-BD50-ED237D4F818F}"/>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64" name="Group 194">
              <a:extLst>
                <a:ext uri="{FF2B5EF4-FFF2-40B4-BE49-F238E27FC236}">
                  <a16:creationId xmlns:a16="http://schemas.microsoft.com/office/drawing/2014/main" id="{CC738B10-E541-8A42-8CF6-E7394627F53B}"/>
                </a:ext>
              </a:extLst>
            </p:cNvPr>
            <p:cNvGrpSpPr>
              <a:grpSpLocks/>
            </p:cNvGrpSpPr>
            <p:nvPr/>
          </p:nvGrpSpPr>
          <p:grpSpPr bwMode="auto">
            <a:xfrm>
              <a:off x="590" y="3047"/>
              <a:ext cx="275" cy="260"/>
              <a:chOff x="590" y="3047"/>
              <a:chExt cx="275" cy="260"/>
            </a:xfrm>
          </p:grpSpPr>
          <p:sp>
            <p:nvSpPr>
              <p:cNvPr id="133265" name="Freeform 195">
                <a:extLst>
                  <a:ext uri="{FF2B5EF4-FFF2-40B4-BE49-F238E27FC236}">
                    <a16:creationId xmlns:a16="http://schemas.microsoft.com/office/drawing/2014/main" id="{550DDDD8-26DE-9D4F-9F80-5A9C8BE09747}"/>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6" name="Freeform 196">
                <a:extLst>
                  <a:ext uri="{FF2B5EF4-FFF2-40B4-BE49-F238E27FC236}">
                    <a16:creationId xmlns:a16="http://schemas.microsoft.com/office/drawing/2014/main" id="{62F622E2-3FB6-144D-AD2A-F68ECEC0346A}"/>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7" name="Freeform 197">
                <a:extLst>
                  <a:ext uri="{FF2B5EF4-FFF2-40B4-BE49-F238E27FC236}">
                    <a16:creationId xmlns:a16="http://schemas.microsoft.com/office/drawing/2014/main" id="{21A95796-672B-9346-BDD1-4A8DB9DC9C4E}"/>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8" name="Freeform 198">
                <a:extLst>
                  <a:ext uri="{FF2B5EF4-FFF2-40B4-BE49-F238E27FC236}">
                    <a16:creationId xmlns:a16="http://schemas.microsoft.com/office/drawing/2014/main" id="{E702B3C6-7DCF-8643-AB6E-6F4D4934DC02}"/>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9" name="Rectangle 199">
                <a:extLst>
                  <a:ext uri="{FF2B5EF4-FFF2-40B4-BE49-F238E27FC236}">
                    <a16:creationId xmlns:a16="http://schemas.microsoft.com/office/drawing/2014/main" id="{DBA64C7D-E320-B549-B860-FB0F8CC19279}"/>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0" name="Rectangle 200">
                <a:extLst>
                  <a:ext uri="{FF2B5EF4-FFF2-40B4-BE49-F238E27FC236}">
                    <a16:creationId xmlns:a16="http://schemas.microsoft.com/office/drawing/2014/main" id="{E9E5AC5A-A122-284B-9AC1-454132D04CB6}"/>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1" name="Rectangle 201">
                <a:extLst>
                  <a:ext uri="{FF2B5EF4-FFF2-40B4-BE49-F238E27FC236}">
                    <a16:creationId xmlns:a16="http://schemas.microsoft.com/office/drawing/2014/main" id="{B5C7865B-14C1-CA4C-8988-F45C3D7FABF3}"/>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72" name="Line 202">
                <a:extLst>
                  <a:ext uri="{FF2B5EF4-FFF2-40B4-BE49-F238E27FC236}">
                    <a16:creationId xmlns:a16="http://schemas.microsoft.com/office/drawing/2014/main" id="{A08D29F9-C3AA-BB47-BE93-DC502CF78B65}"/>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73" name="Group 203">
                <a:extLst>
                  <a:ext uri="{FF2B5EF4-FFF2-40B4-BE49-F238E27FC236}">
                    <a16:creationId xmlns:a16="http://schemas.microsoft.com/office/drawing/2014/main" id="{92E89231-1E3F-2144-A367-FEFF93ADCEEA}"/>
                  </a:ext>
                </a:extLst>
              </p:cNvPr>
              <p:cNvGrpSpPr>
                <a:grpSpLocks/>
              </p:cNvGrpSpPr>
              <p:nvPr/>
            </p:nvGrpSpPr>
            <p:grpSpPr bwMode="auto">
              <a:xfrm>
                <a:off x="590" y="3269"/>
                <a:ext cx="275" cy="38"/>
                <a:chOff x="590" y="3269"/>
                <a:chExt cx="275" cy="38"/>
              </a:xfrm>
            </p:grpSpPr>
            <p:sp>
              <p:nvSpPr>
                <p:cNvPr id="133274" name="Freeform 204">
                  <a:extLst>
                    <a:ext uri="{FF2B5EF4-FFF2-40B4-BE49-F238E27FC236}">
                      <a16:creationId xmlns:a16="http://schemas.microsoft.com/office/drawing/2014/main" id="{AB036F93-5B4E-1246-9DB3-761A04AC8C2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5" name="Freeform 205">
                  <a:extLst>
                    <a:ext uri="{FF2B5EF4-FFF2-40B4-BE49-F238E27FC236}">
                      <a16:creationId xmlns:a16="http://schemas.microsoft.com/office/drawing/2014/main" id="{8036756E-B24A-2249-8DC2-4ADE11991AF1}"/>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76" name="Rectangle 206">
                  <a:extLst>
                    <a:ext uri="{FF2B5EF4-FFF2-40B4-BE49-F238E27FC236}">
                      <a16:creationId xmlns:a16="http://schemas.microsoft.com/office/drawing/2014/main" id="{2C668645-6C82-1846-8E2F-810A6E50D7A0}"/>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4" name="Group 207">
            <a:extLst>
              <a:ext uri="{FF2B5EF4-FFF2-40B4-BE49-F238E27FC236}">
                <a16:creationId xmlns:a16="http://schemas.microsoft.com/office/drawing/2014/main" id="{11D02C0A-91A3-AB44-A242-54EAB9428647}"/>
              </a:ext>
            </a:extLst>
          </p:cNvPr>
          <p:cNvGrpSpPr>
            <a:grpSpLocks/>
          </p:cNvGrpSpPr>
          <p:nvPr/>
        </p:nvGrpSpPr>
        <p:grpSpPr bwMode="auto">
          <a:xfrm>
            <a:off x="1977629" y="3919538"/>
            <a:ext cx="382190" cy="388144"/>
            <a:chOff x="906" y="3365"/>
            <a:chExt cx="281" cy="265"/>
          </a:xfrm>
        </p:grpSpPr>
        <p:grpSp>
          <p:nvGrpSpPr>
            <p:cNvPr id="133237" name="Group 208">
              <a:extLst>
                <a:ext uri="{FF2B5EF4-FFF2-40B4-BE49-F238E27FC236}">
                  <a16:creationId xmlns:a16="http://schemas.microsoft.com/office/drawing/2014/main" id="{9554CF20-9B58-8540-90E3-6DC38A62A21A}"/>
                </a:ext>
              </a:extLst>
            </p:cNvPr>
            <p:cNvGrpSpPr>
              <a:grpSpLocks/>
            </p:cNvGrpSpPr>
            <p:nvPr/>
          </p:nvGrpSpPr>
          <p:grpSpPr bwMode="auto">
            <a:xfrm>
              <a:off x="912" y="3369"/>
              <a:ext cx="275" cy="261"/>
              <a:chOff x="912" y="3369"/>
              <a:chExt cx="275" cy="261"/>
            </a:xfrm>
          </p:grpSpPr>
          <p:sp>
            <p:nvSpPr>
              <p:cNvPr id="133251" name="Freeform 209">
                <a:extLst>
                  <a:ext uri="{FF2B5EF4-FFF2-40B4-BE49-F238E27FC236}">
                    <a16:creationId xmlns:a16="http://schemas.microsoft.com/office/drawing/2014/main" id="{683EA662-77A1-984C-9C11-190E0010C43E}"/>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2" name="Freeform 210">
                <a:extLst>
                  <a:ext uri="{FF2B5EF4-FFF2-40B4-BE49-F238E27FC236}">
                    <a16:creationId xmlns:a16="http://schemas.microsoft.com/office/drawing/2014/main" id="{42FD95CE-DA3B-9747-B18A-356B4A3BB997}"/>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3" name="Freeform 211">
                <a:extLst>
                  <a:ext uri="{FF2B5EF4-FFF2-40B4-BE49-F238E27FC236}">
                    <a16:creationId xmlns:a16="http://schemas.microsoft.com/office/drawing/2014/main" id="{846DE780-D30B-144F-84AB-49B3D1C99E6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4" name="Freeform 212">
                <a:extLst>
                  <a:ext uri="{FF2B5EF4-FFF2-40B4-BE49-F238E27FC236}">
                    <a16:creationId xmlns:a16="http://schemas.microsoft.com/office/drawing/2014/main" id="{05CED2CC-283B-564F-94EF-F4917AF0921A}"/>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5" name="Rectangle 213">
                <a:extLst>
                  <a:ext uri="{FF2B5EF4-FFF2-40B4-BE49-F238E27FC236}">
                    <a16:creationId xmlns:a16="http://schemas.microsoft.com/office/drawing/2014/main" id="{0A3E1500-0E34-6B4E-AE20-83A615274BE9}"/>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6" name="Rectangle 214">
                <a:extLst>
                  <a:ext uri="{FF2B5EF4-FFF2-40B4-BE49-F238E27FC236}">
                    <a16:creationId xmlns:a16="http://schemas.microsoft.com/office/drawing/2014/main" id="{6D5069D2-6724-564D-AA72-419E741812AC}"/>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7" name="Rectangle 215">
                <a:extLst>
                  <a:ext uri="{FF2B5EF4-FFF2-40B4-BE49-F238E27FC236}">
                    <a16:creationId xmlns:a16="http://schemas.microsoft.com/office/drawing/2014/main" id="{C3F12AF6-392A-114C-938B-473190C01FA9}"/>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58" name="Line 216">
                <a:extLst>
                  <a:ext uri="{FF2B5EF4-FFF2-40B4-BE49-F238E27FC236}">
                    <a16:creationId xmlns:a16="http://schemas.microsoft.com/office/drawing/2014/main" id="{84755E34-204E-0D44-BC2C-FEDE43D32001}"/>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59" name="Group 217">
                <a:extLst>
                  <a:ext uri="{FF2B5EF4-FFF2-40B4-BE49-F238E27FC236}">
                    <a16:creationId xmlns:a16="http://schemas.microsoft.com/office/drawing/2014/main" id="{5A9D1BAA-24A8-4F4E-BBFF-763DF33B3664}"/>
                  </a:ext>
                </a:extLst>
              </p:cNvPr>
              <p:cNvGrpSpPr>
                <a:grpSpLocks/>
              </p:cNvGrpSpPr>
              <p:nvPr/>
            </p:nvGrpSpPr>
            <p:grpSpPr bwMode="auto">
              <a:xfrm>
                <a:off x="912" y="3592"/>
                <a:ext cx="275" cy="38"/>
                <a:chOff x="912" y="3592"/>
                <a:chExt cx="275" cy="38"/>
              </a:xfrm>
            </p:grpSpPr>
            <p:sp>
              <p:nvSpPr>
                <p:cNvPr id="133260" name="Freeform 218">
                  <a:extLst>
                    <a:ext uri="{FF2B5EF4-FFF2-40B4-BE49-F238E27FC236}">
                      <a16:creationId xmlns:a16="http://schemas.microsoft.com/office/drawing/2014/main" id="{C83E00AD-E0C1-8540-B89C-AFE3B500B5BF}"/>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1" name="Freeform 219">
                  <a:extLst>
                    <a:ext uri="{FF2B5EF4-FFF2-40B4-BE49-F238E27FC236}">
                      <a16:creationId xmlns:a16="http://schemas.microsoft.com/office/drawing/2014/main" id="{9DB2BE65-75F7-D045-B48F-64CB6B8ED8A8}"/>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62" name="Rectangle 220">
                  <a:extLst>
                    <a:ext uri="{FF2B5EF4-FFF2-40B4-BE49-F238E27FC236}">
                      <a16:creationId xmlns:a16="http://schemas.microsoft.com/office/drawing/2014/main" id="{C2D5B37C-F54D-ED48-892F-D694E8E15F3F}"/>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3238" name="Group 221">
              <a:extLst>
                <a:ext uri="{FF2B5EF4-FFF2-40B4-BE49-F238E27FC236}">
                  <a16:creationId xmlns:a16="http://schemas.microsoft.com/office/drawing/2014/main" id="{8831DA81-A43B-4049-8184-15362F0C3CCA}"/>
                </a:ext>
              </a:extLst>
            </p:cNvPr>
            <p:cNvGrpSpPr>
              <a:grpSpLocks/>
            </p:cNvGrpSpPr>
            <p:nvPr/>
          </p:nvGrpSpPr>
          <p:grpSpPr bwMode="auto">
            <a:xfrm>
              <a:off x="906" y="3365"/>
              <a:ext cx="275" cy="261"/>
              <a:chOff x="906" y="3365"/>
              <a:chExt cx="275" cy="261"/>
            </a:xfrm>
          </p:grpSpPr>
          <p:sp>
            <p:nvSpPr>
              <p:cNvPr id="133239" name="Freeform 222">
                <a:extLst>
                  <a:ext uri="{FF2B5EF4-FFF2-40B4-BE49-F238E27FC236}">
                    <a16:creationId xmlns:a16="http://schemas.microsoft.com/office/drawing/2014/main" id="{433D0FA1-1BD8-154F-9A9E-FDAA7D4F2D6F}"/>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0" name="Freeform 223">
                <a:extLst>
                  <a:ext uri="{FF2B5EF4-FFF2-40B4-BE49-F238E27FC236}">
                    <a16:creationId xmlns:a16="http://schemas.microsoft.com/office/drawing/2014/main" id="{C3C03211-4542-5641-950C-ADC8C865397E}"/>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1" name="Freeform 224">
                <a:extLst>
                  <a:ext uri="{FF2B5EF4-FFF2-40B4-BE49-F238E27FC236}">
                    <a16:creationId xmlns:a16="http://schemas.microsoft.com/office/drawing/2014/main" id="{6053994B-62EE-2B41-8083-3BD00B86721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2" name="Freeform 225">
                <a:extLst>
                  <a:ext uri="{FF2B5EF4-FFF2-40B4-BE49-F238E27FC236}">
                    <a16:creationId xmlns:a16="http://schemas.microsoft.com/office/drawing/2014/main" id="{47DC9490-22C2-BC49-B4B6-F8C4CE62F6F7}"/>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3" name="Rectangle 226">
                <a:extLst>
                  <a:ext uri="{FF2B5EF4-FFF2-40B4-BE49-F238E27FC236}">
                    <a16:creationId xmlns:a16="http://schemas.microsoft.com/office/drawing/2014/main" id="{79E19F38-62CD-1E4E-8414-1212C5367248}"/>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4" name="Rectangle 227">
                <a:extLst>
                  <a:ext uri="{FF2B5EF4-FFF2-40B4-BE49-F238E27FC236}">
                    <a16:creationId xmlns:a16="http://schemas.microsoft.com/office/drawing/2014/main" id="{6BE9CF71-728A-774D-B4E2-A392CA2B6B95}"/>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5" name="Rectangle 228">
                <a:extLst>
                  <a:ext uri="{FF2B5EF4-FFF2-40B4-BE49-F238E27FC236}">
                    <a16:creationId xmlns:a16="http://schemas.microsoft.com/office/drawing/2014/main" id="{A5AB1FEB-2181-3347-AED4-82835493318F}"/>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46" name="Line 229">
                <a:extLst>
                  <a:ext uri="{FF2B5EF4-FFF2-40B4-BE49-F238E27FC236}">
                    <a16:creationId xmlns:a16="http://schemas.microsoft.com/office/drawing/2014/main" id="{0FF84DDD-02E5-F943-87D4-863940C8819B}"/>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247" name="Group 230">
                <a:extLst>
                  <a:ext uri="{FF2B5EF4-FFF2-40B4-BE49-F238E27FC236}">
                    <a16:creationId xmlns:a16="http://schemas.microsoft.com/office/drawing/2014/main" id="{40B4C679-70FD-C44A-8554-52C8A2C3E5A3}"/>
                  </a:ext>
                </a:extLst>
              </p:cNvPr>
              <p:cNvGrpSpPr>
                <a:grpSpLocks/>
              </p:cNvGrpSpPr>
              <p:nvPr/>
            </p:nvGrpSpPr>
            <p:grpSpPr bwMode="auto">
              <a:xfrm>
                <a:off x="906" y="3587"/>
                <a:ext cx="275" cy="39"/>
                <a:chOff x="906" y="3587"/>
                <a:chExt cx="275" cy="39"/>
              </a:xfrm>
            </p:grpSpPr>
            <p:sp>
              <p:nvSpPr>
                <p:cNvPr id="133248" name="Freeform 231">
                  <a:extLst>
                    <a:ext uri="{FF2B5EF4-FFF2-40B4-BE49-F238E27FC236}">
                      <a16:creationId xmlns:a16="http://schemas.microsoft.com/office/drawing/2014/main" id="{06F7B8B0-F5D9-5F45-808B-7036A9FC097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49" name="Freeform 232">
                  <a:extLst>
                    <a:ext uri="{FF2B5EF4-FFF2-40B4-BE49-F238E27FC236}">
                      <a16:creationId xmlns:a16="http://schemas.microsoft.com/office/drawing/2014/main" id="{6BE1B516-9141-6344-9D26-8688C1C9FC68}"/>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50" name="Rectangle 233">
                  <a:extLst>
                    <a:ext uri="{FF2B5EF4-FFF2-40B4-BE49-F238E27FC236}">
                      <a16:creationId xmlns:a16="http://schemas.microsoft.com/office/drawing/2014/main" id="{522B2EAC-C2C4-D24F-A968-7E210625E42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3145" name="Group 234">
            <a:extLst>
              <a:ext uri="{FF2B5EF4-FFF2-40B4-BE49-F238E27FC236}">
                <a16:creationId xmlns:a16="http://schemas.microsoft.com/office/drawing/2014/main" id="{01242F1B-5235-654F-AE99-09C35E70F60E}"/>
              </a:ext>
            </a:extLst>
          </p:cNvPr>
          <p:cNvGrpSpPr>
            <a:grpSpLocks/>
          </p:cNvGrpSpPr>
          <p:nvPr/>
        </p:nvGrpSpPr>
        <p:grpSpPr bwMode="auto">
          <a:xfrm>
            <a:off x="3095625" y="4010025"/>
            <a:ext cx="333375" cy="629841"/>
            <a:chOff x="1660" y="3427"/>
            <a:chExt cx="217" cy="339"/>
          </a:xfrm>
        </p:grpSpPr>
        <p:grpSp>
          <p:nvGrpSpPr>
            <p:cNvPr id="133217" name="Group 235">
              <a:extLst>
                <a:ext uri="{FF2B5EF4-FFF2-40B4-BE49-F238E27FC236}">
                  <a16:creationId xmlns:a16="http://schemas.microsoft.com/office/drawing/2014/main" id="{094C2088-4E10-2F4E-B1CC-A7B88CD5516B}"/>
                </a:ext>
              </a:extLst>
            </p:cNvPr>
            <p:cNvGrpSpPr>
              <a:grpSpLocks/>
            </p:cNvGrpSpPr>
            <p:nvPr/>
          </p:nvGrpSpPr>
          <p:grpSpPr bwMode="auto">
            <a:xfrm>
              <a:off x="1665" y="3433"/>
              <a:ext cx="212" cy="333"/>
              <a:chOff x="1665" y="3433"/>
              <a:chExt cx="212" cy="333"/>
            </a:xfrm>
          </p:grpSpPr>
          <p:sp>
            <p:nvSpPr>
              <p:cNvPr id="133228" name="Freeform 236">
                <a:extLst>
                  <a:ext uri="{FF2B5EF4-FFF2-40B4-BE49-F238E27FC236}">
                    <a16:creationId xmlns:a16="http://schemas.microsoft.com/office/drawing/2014/main" id="{A4AFA4DF-E11E-E24D-ABB5-470A5F2E465E}"/>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9" name="Freeform 237">
                <a:extLst>
                  <a:ext uri="{FF2B5EF4-FFF2-40B4-BE49-F238E27FC236}">
                    <a16:creationId xmlns:a16="http://schemas.microsoft.com/office/drawing/2014/main" id="{168B48E9-4CC3-6E45-A846-CDCF5934584F}"/>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0" name="Freeform 238">
                <a:extLst>
                  <a:ext uri="{FF2B5EF4-FFF2-40B4-BE49-F238E27FC236}">
                    <a16:creationId xmlns:a16="http://schemas.microsoft.com/office/drawing/2014/main" id="{5C66E7BA-1943-9E4B-9C72-25A23383E5FB}"/>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1" name="Freeform 239">
                <a:extLst>
                  <a:ext uri="{FF2B5EF4-FFF2-40B4-BE49-F238E27FC236}">
                    <a16:creationId xmlns:a16="http://schemas.microsoft.com/office/drawing/2014/main" id="{1B06D589-3E4D-D74C-BE6B-530324441C99}"/>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32" name="Rectangle 240">
                <a:extLst>
                  <a:ext uri="{FF2B5EF4-FFF2-40B4-BE49-F238E27FC236}">
                    <a16:creationId xmlns:a16="http://schemas.microsoft.com/office/drawing/2014/main" id="{31BC54DD-9BDF-C044-91A7-7117F94A8272}"/>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33" name="Rectangle 241">
                <a:extLst>
                  <a:ext uri="{FF2B5EF4-FFF2-40B4-BE49-F238E27FC236}">
                    <a16:creationId xmlns:a16="http://schemas.microsoft.com/office/drawing/2014/main" id="{6EE73FB3-4A97-A049-AEB0-FD0931CB8262}"/>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34" name="Line 242">
                <a:extLst>
                  <a:ext uri="{FF2B5EF4-FFF2-40B4-BE49-F238E27FC236}">
                    <a16:creationId xmlns:a16="http://schemas.microsoft.com/office/drawing/2014/main" id="{FE10E971-28D5-AD44-AE8E-6D57FDF65F0B}"/>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5" name="Line 243">
                <a:extLst>
                  <a:ext uri="{FF2B5EF4-FFF2-40B4-BE49-F238E27FC236}">
                    <a16:creationId xmlns:a16="http://schemas.microsoft.com/office/drawing/2014/main" id="{6BD37A7E-BE6E-1747-9094-1038ABA6AD28}"/>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6" name="Line 244">
                <a:extLst>
                  <a:ext uri="{FF2B5EF4-FFF2-40B4-BE49-F238E27FC236}">
                    <a16:creationId xmlns:a16="http://schemas.microsoft.com/office/drawing/2014/main" id="{14D8B71D-8E86-C549-9404-F2FFD60F7177}"/>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18" name="Group 245">
              <a:extLst>
                <a:ext uri="{FF2B5EF4-FFF2-40B4-BE49-F238E27FC236}">
                  <a16:creationId xmlns:a16="http://schemas.microsoft.com/office/drawing/2014/main" id="{D6E6DA13-D372-AB42-A81B-34F346C17C9C}"/>
                </a:ext>
              </a:extLst>
            </p:cNvPr>
            <p:cNvGrpSpPr>
              <a:grpSpLocks/>
            </p:cNvGrpSpPr>
            <p:nvPr/>
          </p:nvGrpSpPr>
          <p:grpSpPr bwMode="auto">
            <a:xfrm>
              <a:off x="1660" y="3427"/>
              <a:ext cx="212" cy="333"/>
              <a:chOff x="1660" y="3427"/>
              <a:chExt cx="212" cy="333"/>
            </a:xfrm>
          </p:grpSpPr>
          <p:sp>
            <p:nvSpPr>
              <p:cNvPr id="133219" name="Freeform 246">
                <a:extLst>
                  <a:ext uri="{FF2B5EF4-FFF2-40B4-BE49-F238E27FC236}">
                    <a16:creationId xmlns:a16="http://schemas.microsoft.com/office/drawing/2014/main" id="{5D412CD0-9AA9-A44A-88F1-359422B33FD9}"/>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0" name="Freeform 247">
                <a:extLst>
                  <a:ext uri="{FF2B5EF4-FFF2-40B4-BE49-F238E27FC236}">
                    <a16:creationId xmlns:a16="http://schemas.microsoft.com/office/drawing/2014/main" id="{2A623B98-12F2-B84E-8DF2-27F60F35D344}"/>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1" name="Freeform 248">
                <a:extLst>
                  <a:ext uri="{FF2B5EF4-FFF2-40B4-BE49-F238E27FC236}">
                    <a16:creationId xmlns:a16="http://schemas.microsoft.com/office/drawing/2014/main" id="{9EA63CF8-3554-7142-9474-1A7FDA440D3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2" name="Freeform 249">
                <a:extLst>
                  <a:ext uri="{FF2B5EF4-FFF2-40B4-BE49-F238E27FC236}">
                    <a16:creationId xmlns:a16="http://schemas.microsoft.com/office/drawing/2014/main" id="{38C8FAAF-2EC1-D047-A1A3-7CEABC966772}"/>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23" name="Rectangle 250">
                <a:extLst>
                  <a:ext uri="{FF2B5EF4-FFF2-40B4-BE49-F238E27FC236}">
                    <a16:creationId xmlns:a16="http://schemas.microsoft.com/office/drawing/2014/main" id="{7746A4D9-24FE-3140-AF51-77A5CC6E3EE6}"/>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24" name="Rectangle 251">
                <a:extLst>
                  <a:ext uri="{FF2B5EF4-FFF2-40B4-BE49-F238E27FC236}">
                    <a16:creationId xmlns:a16="http://schemas.microsoft.com/office/drawing/2014/main" id="{892A7656-851C-4B4F-87A9-A9637F92BEB2}"/>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25" name="Line 252">
                <a:extLst>
                  <a:ext uri="{FF2B5EF4-FFF2-40B4-BE49-F238E27FC236}">
                    <a16:creationId xmlns:a16="http://schemas.microsoft.com/office/drawing/2014/main" id="{E56ACA6A-6AFB-6442-BF2B-43BAC7C3B76B}"/>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6" name="Line 253">
                <a:extLst>
                  <a:ext uri="{FF2B5EF4-FFF2-40B4-BE49-F238E27FC236}">
                    <a16:creationId xmlns:a16="http://schemas.microsoft.com/office/drawing/2014/main" id="{A38C8C9D-5D51-0B49-A5A5-EE187F8C771E}"/>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27" name="Line 254">
                <a:extLst>
                  <a:ext uri="{FF2B5EF4-FFF2-40B4-BE49-F238E27FC236}">
                    <a16:creationId xmlns:a16="http://schemas.microsoft.com/office/drawing/2014/main" id="{A6987FF3-4625-7B41-B0EB-E807DE44A666}"/>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46" name="Rectangle 255">
            <a:extLst>
              <a:ext uri="{FF2B5EF4-FFF2-40B4-BE49-F238E27FC236}">
                <a16:creationId xmlns:a16="http://schemas.microsoft.com/office/drawing/2014/main" id="{2E39C206-0C9F-CB47-AD6C-48136BFCC33A}"/>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47" name="Rectangle 256">
            <a:extLst>
              <a:ext uri="{FF2B5EF4-FFF2-40B4-BE49-F238E27FC236}">
                <a16:creationId xmlns:a16="http://schemas.microsoft.com/office/drawing/2014/main" id="{67DB2279-A639-CC42-9E9E-1BD130C67A92}"/>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3148" name="Rectangle 257">
            <a:extLst>
              <a:ext uri="{FF2B5EF4-FFF2-40B4-BE49-F238E27FC236}">
                <a16:creationId xmlns:a16="http://schemas.microsoft.com/office/drawing/2014/main" id="{122E064C-D264-314C-B2F8-6EBDBF363EBA}"/>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49" name="Rectangle 258">
            <a:extLst>
              <a:ext uri="{FF2B5EF4-FFF2-40B4-BE49-F238E27FC236}">
                <a16:creationId xmlns:a16="http://schemas.microsoft.com/office/drawing/2014/main" id="{D613AC1B-9E5B-0040-B776-3DEEC35C7CA4}"/>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3150" name="Group 259">
            <a:extLst>
              <a:ext uri="{FF2B5EF4-FFF2-40B4-BE49-F238E27FC236}">
                <a16:creationId xmlns:a16="http://schemas.microsoft.com/office/drawing/2014/main" id="{82F2A008-4E57-8140-A540-8994F37F829C}"/>
              </a:ext>
            </a:extLst>
          </p:cNvPr>
          <p:cNvGrpSpPr>
            <a:grpSpLocks/>
          </p:cNvGrpSpPr>
          <p:nvPr/>
        </p:nvGrpSpPr>
        <p:grpSpPr bwMode="auto">
          <a:xfrm>
            <a:off x="7196138" y="2409825"/>
            <a:ext cx="294085" cy="496491"/>
            <a:chOff x="4305" y="2335"/>
            <a:chExt cx="216" cy="339"/>
          </a:xfrm>
        </p:grpSpPr>
        <p:grpSp>
          <p:nvGrpSpPr>
            <p:cNvPr id="133197" name="Group 260">
              <a:extLst>
                <a:ext uri="{FF2B5EF4-FFF2-40B4-BE49-F238E27FC236}">
                  <a16:creationId xmlns:a16="http://schemas.microsoft.com/office/drawing/2014/main" id="{05713A00-BE25-C741-9F51-4953B7B9E5B6}"/>
                </a:ext>
              </a:extLst>
            </p:cNvPr>
            <p:cNvGrpSpPr>
              <a:grpSpLocks/>
            </p:cNvGrpSpPr>
            <p:nvPr/>
          </p:nvGrpSpPr>
          <p:grpSpPr bwMode="auto">
            <a:xfrm>
              <a:off x="4310" y="2341"/>
              <a:ext cx="211" cy="333"/>
              <a:chOff x="4310" y="2341"/>
              <a:chExt cx="211" cy="333"/>
            </a:xfrm>
          </p:grpSpPr>
          <p:sp>
            <p:nvSpPr>
              <p:cNvPr id="133208" name="Freeform 261">
                <a:extLst>
                  <a:ext uri="{FF2B5EF4-FFF2-40B4-BE49-F238E27FC236}">
                    <a16:creationId xmlns:a16="http://schemas.microsoft.com/office/drawing/2014/main" id="{C6F71017-E57D-4D45-AB3A-077811905646}"/>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9" name="Freeform 262">
                <a:extLst>
                  <a:ext uri="{FF2B5EF4-FFF2-40B4-BE49-F238E27FC236}">
                    <a16:creationId xmlns:a16="http://schemas.microsoft.com/office/drawing/2014/main" id="{9B3CD205-E8C4-4B4B-B0AB-553FC453ECC4}"/>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0" name="Freeform 263">
                <a:extLst>
                  <a:ext uri="{FF2B5EF4-FFF2-40B4-BE49-F238E27FC236}">
                    <a16:creationId xmlns:a16="http://schemas.microsoft.com/office/drawing/2014/main" id="{D5A4248C-B5E2-144F-9D2F-D23AE0D5AF9F}"/>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1" name="Freeform 264">
                <a:extLst>
                  <a:ext uri="{FF2B5EF4-FFF2-40B4-BE49-F238E27FC236}">
                    <a16:creationId xmlns:a16="http://schemas.microsoft.com/office/drawing/2014/main" id="{F7CB8E30-F567-754D-94A7-F53F9698FB20}"/>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12" name="Rectangle 265">
                <a:extLst>
                  <a:ext uri="{FF2B5EF4-FFF2-40B4-BE49-F238E27FC236}">
                    <a16:creationId xmlns:a16="http://schemas.microsoft.com/office/drawing/2014/main" id="{C2731D6A-1A9E-CC4C-81ED-A6E1A260BE42}"/>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13" name="Rectangle 266">
                <a:extLst>
                  <a:ext uri="{FF2B5EF4-FFF2-40B4-BE49-F238E27FC236}">
                    <a16:creationId xmlns:a16="http://schemas.microsoft.com/office/drawing/2014/main" id="{D3CA8823-22E1-224C-855D-82F1AA87ECCA}"/>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14" name="Line 267">
                <a:extLst>
                  <a:ext uri="{FF2B5EF4-FFF2-40B4-BE49-F238E27FC236}">
                    <a16:creationId xmlns:a16="http://schemas.microsoft.com/office/drawing/2014/main" id="{A4006625-9407-A94B-B7F2-B4D6A74F28D2}"/>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5" name="Line 268">
                <a:extLst>
                  <a:ext uri="{FF2B5EF4-FFF2-40B4-BE49-F238E27FC236}">
                    <a16:creationId xmlns:a16="http://schemas.microsoft.com/office/drawing/2014/main" id="{0C16BF1A-642A-3244-B6F1-B734559C1F00}"/>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16" name="Line 269">
                <a:extLst>
                  <a:ext uri="{FF2B5EF4-FFF2-40B4-BE49-F238E27FC236}">
                    <a16:creationId xmlns:a16="http://schemas.microsoft.com/office/drawing/2014/main" id="{B371D4A0-D3AD-A743-B98C-5CC590DFDD6E}"/>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198" name="Group 270">
              <a:extLst>
                <a:ext uri="{FF2B5EF4-FFF2-40B4-BE49-F238E27FC236}">
                  <a16:creationId xmlns:a16="http://schemas.microsoft.com/office/drawing/2014/main" id="{F0215E9E-1EE3-AF44-8160-C69C5C90583B}"/>
                </a:ext>
              </a:extLst>
            </p:cNvPr>
            <p:cNvGrpSpPr>
              <a:grpSpLocks/>
            </p:cNvGrpSpPr>
            <p:nvPr/>
          </p:nvGrpSpPr>
          <p:grpSpPr bwMode="auto">
            <a:xfrm>
              <a:off x="4305" y="2335"/>
              <a:ext cx="211" cy="332"/>
              <a:chOff x="4305" y="2335"/>
              <a:chExt cx="211" cy="332"/>
            </a:xfrm>
          </p:grpSpPr>
          <p:sp>
            <p:nvSpPr>
              <p:cNvPr id="133199" name="Freeform 271">
                <a:extLst>
                  <a:ext uri="{FF2B5EF4-FFF2-40B4-BE49-F238E27FC236}">
                    <a16:creationId xmlns:a16="http://schemas.microsoft.com/office/drawing/2014/main" id="{60AD7F90-D699-4F4F-BBC3-A53AC789F346}"/>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0" name="Freeform 272">
                <a:extLst>
                  <a:ext uri="{FF2B5EF4-FFF2-40B4-BE49-F238E27FC236}">
                    <a16:creationId xmlns:a16="http://schemas.microsoft.com/office/drawing/2014/main" id="{74FF0313-3A34-5B46-9218-F91FDCBCA915}"/>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1" name="Freeform 273">
                <a:extLst>
                  <a:ext uri="{FF2B5EF4-FFF2-40B4-BE49-F238E27FC236}">
                    <a16:creationId xmlns:a16="http://schemas.microsoft.com/office/drawing/2014/main" id="{5BEC1589-16FE-8B4F-A23F-66E1D4B904C4}"/>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2" name="Freeform 274">
                <a:extLst>
                  <a:ext uri="{FF2B5EF4-FFF2-40B4-BE49-F238E27FC236}">
                    <a16:creationId xmlns:a16="http://schemas.microsoft.com/office/drawing/2014/main" id="{6EBF2CF0-6B46-FC46-B50D-018E57D0DAD5}"/>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203" name="Rectangle 275">
                <a:extLst>
                  <a:ext uri="{FF2B5EF4-FFF2-40B4-BE49-F238E27FC236}">
                    <a16:creationId xmlns:a16="http://schemas.microsoft.com/office/drawing/2014/main" id="{18D478FF-3AAE-6A49-ABA7-2FB39CBB5577}"/>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04" name="Rectangle 276">
                <a:extLst>
                  <a:ext uri="{FF2B5EF4-FFF2-40B4-BE49-F238E27FC236}">
                    <a16:creationId xmlns:a16="http://schemas.microsoft.com/office/drawing/2014/main" id="{7C728F5F-50DA-7347-9FF8-E33D81EDC29A}"/>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205" name="Line 277">
                <a:extLst>
                  <a:ext uri="{FF2B5EF4-FFF2-40B4-BE49-F238E27FC236}">
                    <a16:creationId xmlns:a16="http://schemas.microsoft.com/office/drawing/2014/main" id="{DBA93DB1-546C-2B4C-9BE8-69EC11F94C57}"/>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6" name="Line 278">
                <a:extLst>
                  <a:ext uri="{FF2B5EF4-FFF2-40B4-BE49-F238E27FC236}">
                    <a16:creationId xmlns:a16="http://schemas.microsoft.com/office/drawing/2014/main" id="{1670DBF6-3E75-9946-8D2B-DF186660DA8E}"/>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7" name="Line 279">
                <a:extLst>
                  <a:ext uri="{FF2B5EF4-FFF2-40B4-BE49-F238E27FC236}">
                    <a16:creationId xmlns:a16="http://schemas.microsoft.com/office/drawing/2014/main" id="{63E70F91-B1F7-F448-B380-F0199D8EB237}"/>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151" name="Rectangle 280">
            <a:extLst>
              <a:ext uri="{FF2B5EF4-FFF2-40B4-BE49-F238E27FC236}">
                <a16:creationId xmlns:a16="http://schemas.microsoft.com/office/drawing/2014/main" id="{97007E24-844A-2B42-B516-9CC69DF54743}"/>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3152" name="Rectangle 281">
            <a:extLst>
              <a:ext uri="{FF2B5EF4-FFF2-40B4-BE49-F238E27FC236}">
                <a16:creationId xmlns:a16="http://schemas.microsoft.com/office/drawing/2014/main" id="{82B2BF26-F375-E146-A7A4-0AA634A16457}"/>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3" name="Rectangle 282">
            <a:extLst>
              <a:ext uri="{FF2B5EF4-FFF2-40B4-BE49-F238E27FC236}">
                <a16:creationId xmlns:a16="http://schemas.microsoft.com/office/drawing/2014/main" id="{33561C41-FD49-654E-A8BB-A7C5286DAFF5}"/>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3154" name="Group 283">
            <a:extLst>
              <a:ext uri="{FF2B5EF4-FFF2-40B4-BE49-F238E27FC236}">
                <a16:creationId xmlns:a16="http://schemas.microsoft.com/office/drawing/2014/main" id="{3E409F8D-EC07-354C-8AF4-7CD66657FA1F}"/>
              </a:ext>
            </a:extLst>
          </p:cNvPr>
          <p:cNvGrpSpPr>
            <a:grpSpLocks/>
          </p:cNvGrpSpPr>
          <p:nvPr/>
        </p:nvGrpSpPr>
        <p:grpSpPr bwMode="auto">
          <a:xfrm>
            <a:off x="3290888" y="4374356"/>
            <a:ext cx="391716" cy="195263"/>
            <a:chOff x="1872" y="3676"/>
            <a:chExt cx="227" cy="136"/>
          </a:xfrm>
        </p:grpSpPr>
        <p:sp>
          <p:nvSpPr>
            <p:cNvPr id="133195" name="Line 284">
              <a:extLst>
                <a:ext uri="{FF2B5EF4-FFF2-40B4-BE49-F238E27FC236}">
                  <a16:creationId xmlns:a16="http://schemas.microsoft.com/office/drawing/2014/main" id="{2BAD3537-8B0B-0E42-B6C7-2800A47DB14E}"/>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96" name="Freeform 285">
              <a:extLst>
                <a:ext uri="{FF2B5EF4-FFF2-40B4-BE49-F238E27FC236}">
                  <a16:creationId xmlns:a16="http://schemas.microsoft.com/office/drawing/2014/main" id="{367D9B1E-E39E-B14E-9C25-AEB3923F16DB}"/>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3155" name="Group 286">
            <a:extLst>
              <a:ext uri="{FF2B5EF4-FFF2-40B4-BE49-F238E27FC236}">
                <a16:creationId xmlns:a16="http://schemas.microsoft.com/office/drawing/2014/main" id="{5340C173-AEE9-7E43-BC86-38F61B816EE5}"/>
              </a:ext>
            </a:extLst>
          </p:cNvPr>
          <p:cNvGrpSpPr>
            <a:grpSpLocks/>
          </p:cNvGrpSpPr>
          <p:nvPr/>
        </p:nvGrpSpPr>
        <p:grpSpPr bwMode="auto">
          <a:xfrm>
            <a:off x="5695950" y="3432572"/>
            <a:ext cx="420291" cy="280988"/>
            <a:chOff x="3202" y="3033"/>
            <a:chExt cx="309" cy="192"/>
          </a:xfrm>
        </p:grpSpPr>
        <p:sp>
          <p:nvSpPr>
            <p:cNvPr id="133170" name="Oval 287">
              <a:extLst>
                <a:ext uri="{FF2B5EF4-FFF2-40B4-BE49-F238E27FC236}">
                  <a16:creationId xmlns:a16="http://schemas.microsoft.com/office/drawing/2014/main" id="{D618E298-D006-524F-90EC-D0323120958E}"/>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1" name="Rectangle 288">
              <a:extLst>
                <a:ext uri="{FF2B5EF4-FFF2-40B4-BE49-F238E27FC236}">
                  <a16:creationId xmlns:a16="http://schemas.microsoft.com/office/drawing/2014/main" id="{8B96DF3A-283C-A94B-BAD3-F5D9B465DF64}"/>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2" name="Rectangle 289">
              <a:extLst>
                <a:ext uri="{FF2B5EF4-FFF2-40B4-BE49-F238E27FC236}">
                  <a16:creationId xmlns:a16="http://schemas.microsoft.com/office/drawing/2014/main" id="{7C0F4166-A0A8-4649-AEB7-15A6F4099D00}"/>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73" name="Oval 290">
              <a:extLst>
                <a:ext uri="{FF2B5EF4-FFF2-40B4-BE49-F238E27FC236}">
                  <a16:creationId xmlns:a16="http://schemas.microsoft.com/office/drawing/2014/main" id="{74EDEBC3-6321-9447-B0D4-61A3B3335D7E}"/>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3174" name="Group 291">
              <a:extLst>
                <a:ext uri="{FF2B5EF4-FFF2-40B4-BE49-F238E27FC236}">
                  <a16:creationId xmlns:a16="http://schemas.microsoft.com/office/drawing/2014/main" id="{78DA52DE-D938-C54B-B323-C0A885BFC7C6}"/>
                </a:ext>
              </a:extLst>
            </p:cNvPr>
            <p:cNvGrpSpPr>
              <a:grpSpLocks/>
            </p:cNvGrpSpPr>
            <p:nvPr/>
          </p:nvGrpSpPr>
          <p:grpSpPr bwMode="auto">
            <a:xfrm>
              <a:off x="3249" y="3046"/>
              <a:ext cx="214" cy="86"/>
              <a:chOff x="3249" y="3046"/>
              <a:chExt cx="214" cy="86"/>
            </a:xfrm>
          </p:grpSpPr>
          <p:grpSp>
            <p:nvGrpSpPr>
              <p:cNvPr id="133177" name="Group 292">
                <a:extLst>
                  <a:ext uri="{FF2B5EF4-FFF2-40B4-BE49-F238E27FC236}">
                    <a16:creationId xmlns:a16="http://schemas.microsoft.com/office/drawing/2014/main" id="{B0BDFC13-B633-3848-BD97-2BE8D7CA4170}"/>
                  </a:ext>
                </a:extLst>
              </p:cNvPr>
              <p:cNvGrpSpPr>
                <a:grpSpLocks/>
              </p:cNvGrpSpPr>
              <p:nvPr/>
            </p:nvGrpSpPr>
            <p:grpSpPr bwMode="auto">
              <a:xfrm>
                <a:off x="3249" y="3046"/>
                <a:ext cx="212" cy="84"/>
                <a:chOff x="3249" y="3046"/>
                <a:chExt cx="212" cy="84"/>
              </a:xfrm>
            </p:grpSpPr>
            <p:sp>
              <p:nvSpPr>
                <p:cNvPr id="133187" name="Freeform 293">
                  <a:extLst>
                    <a:ext uri="{FF2B5EF4-FFF2-40B4-BE49-F238E27FC236}">
                      <a16:creationId xmlns:a16="http://schemas.microsoft.com/office/drawing/2014/main" id="{59CD375E-A56D-0B4C-9F86-039F1158904A}"/>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8" name="Freeform 294">
                  <a:extLst>
                    <a:ext uri="{FF2B5EF4-FFF2-40B4-BE49-F238E27FC236}">
                      <a16:creationId xmlns:a16="http://schemas.microsoft.com/office/drawing/2014/main" id="{7DFC2C9C-8C26-BC47-81BE-F1C416D136E9}"/>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9" name="Freeform 295">
                  <a:extLst>
                    <a:ext uri="{FF2B5EF4-FFF2-40B4-BE49-F238E27FC236}">
                      <a16:creationId xmlns:a16="http://schemas.microsoft.com/office/drawing/2014/main" id="{222C1C0E-1E16-BD47-9A82-6314F076CBFB}"/>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0" name="Freeform 296">
                  <a:extLst>
                    <a:ext uri="{FF2B5EF4-FFF2-40B4-BE49-F238E27FC236}">
                      <a16:creationId xmlns:a16="http://schemas.microsoft.com/office/drawing/2014/main" id="{0F28CAB0-6B59-E148-B995-218A08318B77}"/>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1" name="Freeform 297">
                  <a:extLst>
                    <a:ext uri="{FF2B5EF4-FFF2-40B4-BE49-F238E27FC236}">
                      <a16:creationId xmlns:a16="http://schemas.microsoft.com/office/drawing/2014/main" id="{1AF5D04F-C05B-7843-9062-113ECDF527FE}"/>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2" name="Freeform 298">
                  <a:extLst>
                    <a:ext uri="{FF2B5EF4-FFF2-40B4-BE49-F238E27FC236}">
                      <a16:creationId xmlns:a16="http://schemas.microsoft.com/office/drawing/2014/main" id="{E025BC52-D66B-FB41-951A-5E4ECB10F9EB}"/>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3" name="Freeform 299">
                  <a:extLst>
                    <a:ext uri="{FF2B5EF4-FFF2-40B4-BE49-F238E27FC236}">
                      <a16:creationId xmlns:a16="http://schemas.microsoft.com/office/drawing/2014/main" id="{2846151E-116F-114F-BAF4-AB88C155B34A}"/>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94" name="Freeform 300">
                  <a:extLst>
                    <a:ext uri="{FF2B5EF4-FFF2-40B4-BE49-F238E27FC236}">
                      <a16:creationId xmlns:a16="http://schemas.microsoft.com/office/drawing/2014/main" id="{F8C170BA-B30B-4A4E-B7C7-27B5017D17F0}"/>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3178" name="Group 301">
                <a:extLst>
                  <a:ext uri="{FF2B5EF4-FFF2-40B4-BE49-F238E27FC236}">
                    <a16:creationId xmlns:a16="http://schemas.microsoft.com/office/drawing/2014/main" id="{E92875BB-D942-2345-B549-D2AC9706F6A4}"/>
                  </a:ext>
                </a:extLst>
              </p:cNvPr>
              <p:cNvGrpSpPr>
                <a:grpSpLocks/>
              </p:cNvGrpSpPr>
              <p:nvPr/>
            </p:nvGrpSpPr>
            <p:grpSpPr bwMode="auto">
              <a:xfrm>
                <a:off x="3251" y="3048"/>
                <a:ext cx="212" cy="84"/>
                <a:chOff x="3251" y="3048"/>
                <a:chExt cx="212" cy="84"/>
              </a:xfrm>
            </p:grpSpPr>
            <p:sp>
              <p:nvSpPr>
                <p:cNvPr id="133179" name="Freeform 302">
                  <a:extLst>
                    <a:ext uri="{FF2B5EF4-FFF2-40B4-BE49-F238E27FC236}">
                      <a16:creationId xmlns:a16="http://schemas.microsoft.com/office/drawing/2014/main" id="{2587F7F6-2C81-1940-A199-6169F157315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0" name="Freeform 303">
                  <a:extLst>
                    <a:ext uri="{FF2B5EF4-FFF2-40B4-BE49-F238E27FC236}">
                      <a16:creationId xmlns:a16="http://schemas.microsoft.com/office/drawing/2014/main" id="{7D9317A1-8167-5A40-B2E8-44455D9EF1A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1" name="Freeform 304">
                  <a:extLst>
                    <a:ext uri="{FF2B5EF4-FFF2-40B4-BE49-F238E27FC236}">
                      <a16:creationId xmlns:a16="http://schemas.microsoft.com/office/drawing/2014/main" id="{8FDABD57-F441-7B42-8965-EE3E6E0F28AA}"/>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2" name="Freeform 305">
                  <a:extLst>
                    <a:ext uri="{FF2B5EF4-FFF2-40B4-BE49-F238E27FC236}">
                      <a16:creationId xmlns:a16="http://schemas.microsoft.com/office/drawing/2014/main" id="{FBE57657-8AEC-6E44-A72E-2CFE21A30C6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3" name="Freeform 306">
                  <a:extLst>
                    <a:ext uri="{FF2B5EF4-FFF2-40B4-BE49-F238E27FC236}">
                      <a16:creationId xmlns:a16="http://schemas.microsoft.com/office/drawing/2014/main" id="{1BD2B3F2-6BDA-AB48-ACBB-2A08988DA4DD}"/>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4" name="Freeform 307">
                  <a:extLst>
                    <a:ext uri="{FF2B5EF4-FFF2-40B4-BE49-F238E27FC236}">
                      <a16:creationId xmlns:a16="http://schemas.microsoft.com/office/drawing/2014/main" id="{83B1C22B-0AC1-A74A-BAD3-253E77C8215E}"/>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5" name="Freeform 308">
                  <a:extLst>
                    <a:ext uri="{FF2B5EF4-FFF2-40B4-BE49-F238E27FC236}">
                      <a16:creationId xmlns:a16="http://schemas.microsoft.com/office/drawing/2014/main" id="{C5CF099A-F7AD-724D-AD76-C955028966C5}"/>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3186" name="Freeform 309">
                  <a:extLst>
                    <a:ext uri="{FF2B5EF4-FFF2-40B4-BE49-F238E27FC236}">
                      <a16:creationId xmlns:a16="http://schemas.microsoft.com/office/drawing/2014/main" id="{A2C6C022-FD65-3345-8E9F-E7F818B50635}"/>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3175" name="Line 310">
              <a:extLst>
                <a:ext uri="{FF2B5EF4-FFF2-40B4-BE49-F238E27FC236}">
                  <a16:creationId xmlns:a16="http://schemas.microsoft.com/office/drawing/2014/main" id="{FFF5C33E-4B0F-6745-9215-E416ACD9DE04}"/>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76" name="Line 311">
              <a:extLst>
                <a:ext uri="{FF2B5EF4-FFF2-40B4-BE49-F238E27FC236}">
                  <a16:creationId xmlns:a16="http://schemas.microsoft.com/office/drawing/2014/main" id="{2236282C-6FC3-3647-8794-8BC3357F4EDE}"/>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3156" name="Rectangle 312">
            <a:extLst>
              <a:ext uri="{FF2B5EF4-FFF2-40B4-BE49-F238E27FC236}">
                <a16:creationId xmlns:a16="http://schemas.microsoft.com/office/drawing/2014/main" id="{6D3238BF-788D-F94D-97F0-2CC2712DCF37}"/>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7" name="Rectangle 313">
            <a:extLst>
              <a:ext uri="{FF2B5EF4-FFF2-40B4-BE49-F238E27FC236}">
                <a16:creationId xmlns:a16="http://schemas.microsoft.com/office/drawing/2014/main" id="{614AA58D-0059-FF45-9A9E-B73AACE19A4D}"/>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3158" name="Rectangle 314">
            <a:extLst>
              <a:ext uri="{FF2B5EF4-FFF2-40B4-BE49-F238E27FC236}">
                <a16:creationId xmlns:a16="http://schemas.microsoft.com/office/drawing/2014/main" id="{CD7615B9-00F3-CC40-9706-F4AEAB20A1E9}"/>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59" name="Rectangle 315">
            <a:extLst>
              <a:ext uri="{FF2B5EF4-FFF2-40B4-BE49-F238E27FC236}">
                <a16:creationId xmlns:a16="http://schemas.microsoft.com/office/drawing/2014/main" id="{321095A2-015B-8643-BB9D-037BF92044D4}"/>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60" name="Rectangle 316">
            <a:extLst>
              <a:ext uri="{FF2B5EF4-FFF2-40B4-BE49-F238E27FC236}">
                <a16:creationId xmlns:a16="http://schemas.microsoft.com/office/drawing/2014/main" id="{CBE89701-FDFD-A647-846F-8777E6624D95}"/>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3161" name="Rectangle 317">
            <a:extLst>
              <a:ext uri="{FF2B5EF4-FFF2-40B4-BE49-F238E27FC236}">
                <a16:creationId xmlns:a16="http://schemas.microsoft.com/office/drawing/2014/main" id="{BCAA4D7D-263F-2D4A-8C21-7216EF5D567D}"/>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3162" name="Rectangle 318">
            <a:extLst>
              <a:ext uri="{FF2B5EF4-FFF2-40B4-BE49-F238E27FC236}">
                <a16:creationId xmlns:a16="http://schemas.microsoft.com/office/drawing/2014/main" id="{CA6ACE44-CEAB-DE4C-B24F-CFB33E4CF5F4}"/>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3163" name="Rectangle 319">
            <a:extLst>
              <a:ext uri="{FF2B5EF4-FFF2-40B4-BE49-F238E27FC236}">
                <a16:creationId xmlns:a16="http://schemas.microsoft.com/office/drawing/2014/main" id="{778754C6-A5DE-D844-845F-0AAC9D3888C3}"/>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9536" name="Freeform 320">
            <a:extLst>
              <a:ext uri="{FF2B5EF4-FFF2-40B4-BE49-F238E27FC236}">
                <a16:creationId xmlns:a16="http://schemas.microsoft.com/office/drawing/2014/main" id="{A64E00D6-AB8B-324B-AA3B-3A80FD9392AB}"/>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7" name="Freeform 321">
            <a:extLst>
              <a:ext uri="{FF2B5EF4-FFF2-40B4-BE49-F238E27FC236}">
                <a16:creationId xmlns:a16="http://schemas.microsoft.com/office/drawing/2014/main" id="{CACD6546-4FE6-3D44-BC91-73F25F1B3175}"/>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8" name="Freeform 322">
            <a:extLst>
              <a:ext uri="{FF2B5EF4-FFF2-40B4-BE49-F238E27FC236}">
                <a16:creationId xmlns:a16="http://schemas.microsoft.com/office/drawing/2014/main" id="{4CE22BD8-EE9A-DC43-A6E8-70950305D4BA}"/>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9539" name="Freeform 323">
            <a:extLst>
              <a:ext uri="{FF2B5EF4-FFF2-40B4-BE49-F238E27FC236}">
                <a16:creationId xmlns:a16="http://schemas.microsoft.com/office/drawing/2014/main" id="{85F0CFC6-4C0E-0546-AFB7-4887CC1C9F96}"/>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Tree>
    <p:extLst>
      <p:ext uri="{BB962C8B-B14F-4D97-AF65-F5344CB8AC3E}">
        <p14:creationId xmlns:p14="http://schemas.microsoft.com/office/powerpoint/2010/main" val="1910494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49539"/>
                                        </p:tgtEl>
                                        <p:attrNameLst>
                                          <p:attrName>style.visibility</p:attrName>
                                        </p:attrNameLst>
                                      </p:cBhvr>
                                      <p:to>
                                        <p:strVal val="visible"/>
                                      </p:to>
                                    </p:set>
                                    <p:animEffect transition="in" filter="wipe(down)">
                                      <p:cBhvr>
                                        <p:cTn id="7" dur="500"/>
                                        <p:tgtEl>
                                          <p:spTgt spid="649539"/>
                                        </p:tgtEl>
                                      </p:cBhvr>
                                    </p:animEffect>
                                  </p:childTnLst>
                                </p:cTn>
                              </p:par>
                            </p:childTnLst>
                          </p:cTn>
                        </p:par>
                        <p:par>
                          <p:cTn id="8" fill="hold" nodeType="afterGroup">
                            <p:stCondLst>
                              <p:cond delay="500"/>
                            </p:stCondLst>
                            <p:childTnLst>
                              <p:par>
                                <p:cTn id="9" presetID="22" presetClass="entr" presetSubtype="4" fill="hold" nodeType="afterEffect">
                                  <p:stCondLst>
                                    <p:cond delay="500"/>
                                  </p:stCondLst>
                                  <p:childTnLst>
                                    <p:set>
                                      <p:cBhvr>
                                        <p:cTn id="10" dur="1" fill="hold">
                                          <p:stCondLst>
                                            <p:cond delay="0"/>
                                          </p:stCondLst>
                                        </p:cTn>
                                        <p:tgtEl>
                                          <p:spTgt spid="649536"/>
                                        </p:tgtEl>
                                        <p:attrNameLst>
                                          <p:attrName>style.visibility</p:attrName>
                                        </p:attrNameLst>
                                      </p:cBhvr>
                                      <p:to>
                                        <p:strVal val="visible"/>
                                      </p:to>
                                    </p:set>
                                    <p:animEffect transition="in" filter="wipe(down)">
                                      <p:cBhvr>
                                        <p:cTn id="11" dur="500"/>
                                        <p:tgtEl>
                                          <p:spTgt spid="649536"/>
                                        </p:tgtEl>
                                      </p:cBhvr>
                                    </p:animEffect>
                                  </p:childTnLst>
                                </p:cTn>
                              </p:par>
                            </p:childTnLst>
                          </p:cTn>
                        </p:par>
                        <p:par>
                          <p:cTn id="12" fill="hold" nodeType="afterGroup">
                            <p:stCondLst>
                              <p:cond delay="1500"/>
                            </p:stCondLst>
                            <p:childTnLst>
                              <p:par>
                                <p:cTn id="13" presetID="22" presetClass="entr" presetSubtype="2" fill="hold" nodeType="afterEffect">
                                  <p:stCondLst>
                                    <p:cond delay="500"/>
                                  </p:stCondLst>
                                  <p:childTnLst>
                                    <p:set>
                                      <p:cBhvr>
                                        <p:cTn id="14" dur="1" fill="hold">
                                          <p:stCondLst>
                                            <p:cond delay="0"/>
                                          </p:stCondLst>
                                        </p:cTn>
                                        <p:tgtEl>
                                          <p:spTgt spid="649537"/>
                                        </p:tgtEl>
                                        <p:attrNameLst>
                                          <p:attrName>style.visibility</p:attrName>
                                        </p:attrNameLst>
                                      </p:cBhvr>
                                      <p:to>
                                        <p:strVal val="visible"/>
                                      </p:to>
                                    </p:set>
                                    <p:animEffect transition="in" filter="wipe(right)">
                                      <p:cBhvr>
                                        <p:cTn id="15" dur="500"/>
                                        <p:tgtEl>
                                          <p:spTgt spid="649537"/>
                                        </p:tgtEl>
                                      </p:cBhvr>
                                    </p:animEffect>
                                  </p:childTnLst>
                                </p:cTn>
                              </p:par>
                            </p:childTnLst>
                          </p:cTn>
                        </p:par>
                        <p:par>
                          <p:cTn id="16" fill="hold" nodeType="afterGroup">
                            <p:stCondLst>
                              <p:cond delay="2500"/>
                            </p:stCondLst>
                            <p:childTnLst>
                              <p:par>
                                <p:cTn id="17" presetID="22" presetClass="entr" presetSubtype="2" fill="hold" nodeType="afterEffect">
                                  <p:stCondLst>
                                    <p:cond delay="500"/>
                                  </p:stCondLst>
                                  <p:childTnLst>
                                    <p:set>
                                      <p:cBhvr>
                                        <p:cTn id="18" dur="1" fill="hold">
                                          <p:stCondLst>
                                            <p:cond delay="0"/>
                                          </p:stCondLst>
                                        </p:cTn>
                                        <p:tgtEl>
                                          <p:spTgt spid="649538"/>
                                        </p:tgtEl>
                                        <p:attrNameLst>
                                          <p:attrName>style.visibility</p:attrName>
                                        </p:attrNameLst>
                                      </p:cBhvr>
                                      <p:to>
                                        <p:strVal val="visible"/>
                                      </p:to>
                                    </p:set>
                                    <p:animEffect transition="in" filter="wipe(right)">
                                      <p:cBhvr>
                                        <p:cTn id="19" dur="500"/>
                                        <p:tgtEl>
                                          <p:spTgt spid="649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68366BF-866B-6644-A07B-B2CA5808E6E7}"/>
              </a:ext>
            </a:extLst>
          </p:cNvPr>
          <p:cNvSpPr>
            <a:spLocks noGrp="1"/>
          </p:cNvSpPr>
          <p:nvPr>
            <p:ph idx="1"/>
          </p:nvPr>
        </p:nvSpPr>
        <p:spPr/>
        <p:txBody>
          <a:bodyPr/>
          <a:lstStyle/>
          <a:p>
            <a:pPr marL="490538" indent="-490538">
              <a:buNone/>
            </a:pPr>
            <a:r>
              <a:rPr lang="en-US" altLang="zh-CN" dirty="0">
                <a:latin typeface="Arial" panose="020B0604020202020204" pitchFamily="34" charset="0"/>
                <a:ea typeface="宋体" panose="02010600030101010101" pitchFamily="2" charset="-122"/>
              </a:rPr>
              <a:t>(3) </a:t>
            </a:r>
            <a:r>
              <a:rPr lang="zh-CN" altLang="en-US" dirty="0">
                <a:latin typeface="Arial" panose="020B0604020202020204" pitchFamily="34" charset="0"/>
                <a:ea typeface="宋体" panose="02010600030101010101" pitchFamily="2" charset="-122"/>
              </a:rPr>
              <a:t>否则，高速缓存就代表发出请求的用户浏览器，与因特网上的源点服务器建立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连接，并发送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请求报文。</a:t>
            </a:r>
          </a:p>
        </p:txBody>
      </p:sp>
      <p:sp>
        <p:nvSpPr>
          <p:cNvPr id="135214" name="幻灯片编号占位符 1">
            <a:extLst>
              <a:ext uri="{FF2B5EF4-FFF2-40B4-BE49-F238E27FC236}">
                <a16:creationId xmlns:a16="http://schemas.microsoft.com/office/drawing/2014/main" id="{5EBE9AE1-CF4A-0B48-B55E-5B972BCB7D9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3DE2E1-3FCA-044E-AC14-EFC42D56CFD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60</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5169" name="Rectangle 2">
            <a:extLst>
              <a:ext uri="{FF2B5EF4-FFF2-40B4-BE49-F238E27FC236}">
                <a16:creationId xmlns:a16="http://schemas.microsoft.com/office/drawing/2014/main" id="{0B54B101-2F33-F941-B4D1-9FAAE00BF5B2}"/>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5170" name="Group 3">
            <a:extLst>
              <a:ext uri="{FF2B5EF4-FFF2-40B4-BE49-F238E27FC236}">
                <a16:creationId xmlns:a16="http://schemas.microsoft.com/office/drawing/2014/main" id="{7B5164E2-347F-8749-860F-8ACC0AD1B548}"/>
              </a:ext>
            </a:extLst>
          </p:cNvPr>
          <p:cNvGrpSpPr>
            <a:grpSpLocks/>
          </p:cNvGrpSpPr>
          <p:nvPr/>
        </p:nvGrpSpPr>
        <p:grpSpPr bwMode="auto">
          <a:xfrm>
            <a:off x="1331119" y="2620566"/>
            <a:ext cx="2590800" cy="1927622"/>
            <a:chOff x="912" y="768"/>
            <a:chExt cx="2400" cy="1584"/>
          </a:xfrm>
        </p:grpSpPr>
        <p:sp>
          <p:nvSpPr>
            <p:cNvPr id="135471" name="Oval 4">
              <a:extLst>
                <a:ext uri="{FF2B5EF4-FFF2-40B4-BE49-F238E27FC236}">
                  <a16:creationId xmlns:a16="http://schemas.microsoft.com/office/drawing/2014/main" id="{95E3AE5C-DE6B-9243-A21D-2B46B483A6B7}"/>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2" name="Oval 5">
              <a:extLst>
                <a:ext uri="{FF2B5EF4-FFF2-40B4-BE49-F238E27FC236}">
                  <a16:creationId xmlns:a16="http://schemas.microsoft.com/office/drawing/2014/main" id="{1D54FB27-810B-0745-A52F-D84CF027A904}"/>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3" name="Oval 6">
              <a:extLst>
                <a:ext uri="{FF2B5EF4-FFF2-40B4-BE49-F238E27FC236}">
                  <a16:creationId xmlns:a16="http://schemas.microsoft.com/office/drawing/2014/main" id="{4D3FC88B-12F5-044B-9AF1-85319182BF62}"/>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4" name="Oval 7">
              <a:extLst>
                <a:ext uri="{FF2B5EF4-FFF2-40B4-BE49-F238E27FC236}">
                  <a16:creationId xmlns:a16="http://schemas.microsoft.com/office/drawing/2014/main" id="{AF0ED85F-8B28-1C44-A202-449CB3808A35}"/>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5" name="Oval 8">
              <a:extLst>
                <a:ext uri="{FF2B5EF4-FFF2-40B4-BE49-F238E27FC236}">
                  <a16:creationId xmlns:a16="http://schemas.microsoft.com/office/drawing/2014/main" id="{DD73EDE7-42F9-454C-BDEA-28C4781BDABB}"/>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6" name="Oval 9">
              <a:extLst>
                <a:ext uri="{FF2B5EF4-FFF2-40B4-BE49-F238E27FC236}">
                  <a16:creationId xmlns:a16="http://schemas.microsoft.com/office/drawing/2014/main" id="{EA1624FF-0D70-EA4F-B9E4-A62321736BA6}"/>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7" name="Oval 10">
              <a:extLst>
                <a:ext uri="{FF2B5EF4-FFF2-40B4-BE49-F238E27FC236}">
                  <a16:creationId xmlns:a16="http://schemas.microsoft.com/office/drawing/2014/main" id="{2CABABEA-D5F7-3046-96F9-B73113A64494}"/>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8" name="Oval 11">
              <a:extLst>
                <a:ext uri="{FF2B5EF4-FFF2-40B4-BE49-F238E27FC236}">
                  <a16:creationId xmlns:a16="http://schemas.microsoft.com/office/drawing/2014/main" id="{967EF069-D254-C742-B94E-3FBAC09833FB}"/>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79" name="Oval 12">
              <a:extLst>
                <a:ext uri="{FF2B5EF4-FFF2-40B4-BE49-F238E27FC236}">
                  <a16:creationId xmlns:a16="http://schemas.microsoft.com/office/drawing/2014/main" id="{4CEB7BD6-1F68-1B41-89C1-537D64D4F7AB}"/>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480" name="Group 13">
              <a:extLst>
                <a:ext uri="{FF2B5EF4-FFF2-40B4-BE49-F238E27FC236}">
                  <a16:creationId xmlns:a16="http://schemas.microsoft.com/office/drawing/2014/main" id="{53B09173-5ABD-2049-B2DC-B8597424A660}"/>
                </a:ext>
              </a:extLst>
            </p:cNvPr>
            <p:cNvGrpSpPr>
              <a:grpSpLocks/>
            </p:cNvGrpSpPr>
            <p:nvPr/>
          </p:nvGrpSpPr>
          <p:grpSpPr bwMode="auto">
            <a:xfrm>
              <a:off x="912" y="768"/>
              <a:ext cx="2386" cy="1553"/>
              <a:chOff x="912" y="768"/>
              <a:chExt cx="2386" cy="1553"/>
            </a:xfrm>
          </p:grpSpPr>
          <p:sp>
            <p:nvSpPr>
              <p:cNvPr id="135481" name="Oval 14">
                <a:extLst>
                  <a:ext uri="{FF2B5EF4-FFF2-40B4-BE49-F238E27FC236}">
                    <a16:creationId xmlns:a16="http://schemas.microsoft.com/office/drawing/2014/main" id="{90C02E9D-1C8A-FC4C-A110-11D4D4CA2737}"/>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2" name="Oval 15">
                <a:extLst>
                  <a:ext uri="{FF2B5EF4-FFF2-40B4-BE49-F238E27FC236}">
                    <a16:creationId xmlns:a16="http://schemas.microsoft.com/office/drawing/2014/main" id="{50566614-B7AE-FB47-9471-5491F985060E}"/>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3" name="Oval 16">
                <a:extLst>
                  <a:ext uri="{FF2B5EF4-FFF2-40B4-BE49-F238E27FC236}">
                    <a16:creationId xmlns:a16="http://schemas.microsoft.com/office/drawing/2014/main" id="{57071C42-FDAD-E744-810A-9F98A74CBABA}"/>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4" name="Oval 17">
                <a:extLst>
                  <a:ext uri="{FF2B5EF4-FFF2-40B4-BE49-F238E27FC236}">
                    <a16:creationId xmlns:a16="http://schemas.microsoft.com/office/drawing/2014/main" id="{5D827D16-018A-C742-B45F-FCD11D454392}"/>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5" name="Oval 18">
                <a:extLst>
                  <a:ext uri="{FF2B5EF4-FFF2-40B4-BE49-F238E27FC236}">
                    <a16:creationId xmlns:a16="http://schemas.microsoft.com/office/drawing/2014/main" id="{1C7F9870-5B0B-2B45-A64C-2F9966D2F5E7}"/>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6" name="Oval 19">
                <a:extLst>
                  <a:ext uri="{FF2B5EF4-FFF2-40B4-BE49-F238E27FC236}">
                    <a16:creationId xmlns:a16="http://schemas.microsoft.com/office/drawing/2014/main" id="{4E04F650-E8FE-7F40-9085-8BCA0A634DB4}"/>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7" name="Oval 20">
                <a:extLst>
                  <a:ext uri="{FF2B5EF4-FFF2-40B4-BE49-F238E27FC236}">
                    <a16:creationId xmlns:a16="http://schemas.microsoft.com/office/drawing/2014/main" id="{F3D0E49D-ECDA-A14E-901A-2EED0CDCF016}"/>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8" name="Oval 21">
                <a:extLst>
                  <a:ext uri="{FF2B5EF4-FFF2-40B4-BE49-F238E27FC236}">
                    <a16:creationId xmlns:a16="http://schemas.microsoft.com/office/drawing/2014/main" id="{B1AEDB85-1066-DB47-BDC3-CE4E55FAEEB2}"/>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89" name="Oval 22">
                <a:extLst>
                  <a:ext uri="{FF2B5EF4-FFF2-40B4-BE49-F238E27FC236}">
                    <a16:creationId xmlns:a16="http://schemas.microsoft.com/office/drawing/2014/main" id="{066EA178-5FDA-AD41-8095-018B2223CF80}"/>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5171" name="Object 23">
            <a:extLst>
              <a:ext uri="{FF2B5EF4-FFF2-40B4-BE49-F238E27FC236}">
                <a16:creationId xmlns:a16="http://schemas.microsoft.com/office/drawing/2014/main" id="{4CDA2A12-36AA-494A-8F9B-600CF0F081BF}"/>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1865" name="VISIO" r:id="rId4" imgW="3378200" imgH="1930400" progId="Visio.Drawing.6">
                  <p:embed/>
                </p:oleObj>
              </mc:Choice>
              <mc:Fallback>
                <p:oleObj name="VISIO" r:id="rId4" imgW="3378200" imgH="1930400" progId="Visio.Drawing.6">
                  <p:embed/>
                  <p:pic>
                    <p:nvPicPr>
                      <p:cNvPr id="135171" name="Object 23">
                        <a:extLst>
                          <a:ext uri="{FF2B5EF4-FFF2-40B4-BE49-F238E27FC236}">
                            <a16:creationId xmlns:a16="http://schemas.microsoft.com/office/drawing/2014/main" id="{4CDA2A12-36AA-494A-8F9B-600CF0F081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8216" name="Line 24">
            <a:extLst>
              <a:ext uri="{FF2B5EF4-FFF2-40B4-BE49-F238E27FC236}">
                <a16:creationId xmlns:a16="http://schemas.microsoft.com/office/drawing/2014/main" id="{70F3EAE3-3C5B-B247-A898-F7CC28F7BDA5}"/>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5173" name="Line 25">
            <a:extLst>
              <a:ext uri="{FF2B5EF4-FFF2-40B4-BE49-F238E27FC236}">
                <a16:creationId xmlns:a16="http://schemas.microsoft.com/office/drawing/2014/main" id="{6C956BE1-24C7-C64D-9506-86205C54B73A}"/>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4" name="Line 26">
            <a:extLst>
              <a:ext uri="{FF2B5EF4-FFF2-40B4-BE49-F238E27FC236}">
                <a16:creationId xmlns:a16="http://schemas.microsoft.com/office/drawing/2014/main" id="{72F23AF7-E847-F246-912B-E29CA75A8518}"/>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5" name="Line 27">
            <a:extLst>
              <a:ext uri="{FF2B5EF4-FFF2-40B4-BE49-F238E27FC236}">
                <a16:creationId xmlns:a16="http://schemas.microsoft.com/office/drawing/2014/main" id="{4B0C98CB-4D01-5441-A791-803C3E35AAA7}"/>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6" name="Line 28">
            <a:extLst>
              <a:ext uri="{FF2B5EF4-FFF2-40B4-BE49-F238E27FC236}">
                <a16:creationId xmlns:a16="http://schemas.microsoft.com/office/drawing/2014/main" id="{604570DD-4B1A-9F46-84FD-416E863FA815}"/>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177" name="Group 29">
            <a:extLst>
              <a:ext uri="{FF2B5EF4-FFF2-40B4-BE49-F238E27FC236}">
                <a16:creationId xmlns:a16="http://schemas.microsoft.com/office/drawing/2014/main" id="{2D1BA427-EDBE-6F4D-BA25-F3053155AD28}"/>
              </a:ext>
            </a:extLst>
          </p:cNvPr>
          <p:cNvGrpSpPr>
            <a:grpSpLocks/>
          </p:cNvGrpSpPr>
          <p:nvPr/>
        </p:nvGrpSpPr>
        <p:grpSpPr bwMode="auto">
          <a:xfrm>
            <a:off x="7442597" y="2988469"/>
            <a:ext cx="295275" cy="496491"/>
            <a:chOff x="4486" y="2730"/>
            <a:chExt cx="217" cy="339"/>
          </a:xfrm>
        </p:grpSpPr>
        <p:grpSp>
          <p:nvGrpSpPr>
            <p:cNvPr id="135451" name="Group 30">
              <a:extLst>
                <a:ext uri="{FF2B5EF4-FFF2-40B4-BE49-F238E27FC236}">
                  <a16:creationId xmlns:a16="http://schemas.microsoft.com/office/drawing/2014/main" id="{ED6C4843-C984-804D-BE92-C4B8B439EC9F}"/>
                </a:ext>
              </a:extLst>
            </p:cNvPr>
            <p:cNvGrpSpPr>
              <a:grpSpLocks/>
            </p:cNvGrpSpPr>
            <p:nvPr/>
          </p:nvGrpSpPr>
          <p:grpSpPr bwMode="auto">
            <a:xfrm>
              <a:off x="4491" y="2736"/>
              <a:ext cx="212" cy="333"/>
              <a:chOff x="4491" y="2736"/>
              <a:chExt cx="212" cy="333"/>
            </a:xfrm>
          </p:grpSpPr>
          <p:sp>
            <p:nvSpPr>
              <p:cNvPr id="135462" name="Freeform 31">
                <a:extLst>
                  <a:ext uri="{FF2B5EF4-FFF2-40B4-BE49-F238E27FC236}">
                    <a16:creationId xmlns:a16="http://schemas.microsoft.com/office/drawing/2014/main" id="{2F31171E-503A-A94D-8440-B25C2E1DCDB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3" name="Freeform 32">
                <a:extLst>
                  <a:ext uri="{FF2B5EF4-FFF2-40B4-BE49-F238E27FC236}">
                    <a16:creationId xmlns:a16="http://schemas.microsoft.com/office/drawing/2014/main" id="{F17B3EDC-F9A8-1E48-80F5-6E7C4AA674F3}"/>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4" name="Freeform 33">
                <a:extLst>
                  <a:ext uri="{FF2B5EF4-FFF2-40B4-BE49-F238E27FC236}">
                    <a16:creationId xmlns:a16="http://schemas.microsoft.com/office/drawing/2014/main" id="{ED3D58D5-EC9E-A748-91A6-8891681FBAF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5" name="Freeform 34">
                <a:extLst>
                  <a:ext uri="{FF2B5EF4-FFF2-40B4-BE49-F238E27FC236}">
                    <a16:creationId xmlns:a16="http://schemas.microsoft.com/office/drawing/2014/main" id="{D86C533C-2639-4745-91B5-C7ADA16FBA5B}"/>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66" name="Rectangle 35">
                <a:extLst>
                  <a:ext uri="{FF2B5EF4-FFF2-40B4-BE49-F238E27FC236}">
                    <a16:creationId xmlns:a16="http://schemas.microsoft.com/office/drawing/2014/main" id="{DB234C94-530A-A140-B39B-51C1F906FA22}"/>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67" name="Rectangle 36">
                <a:extLst>
                  <a:ext uri="{FF2B5EF4-FFF2-40B4-BE49-F238E27FC236}">
                    <a16:creationId xmlns:a16="http://schemas.microsoft.com/office/drawing/2014/main" id="{B636798E-8C5C-2147-B8D2-1D2A271872B5}"/>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68" name="Line 37">
                <a:extLst>
                  <a:ext uri="{FF2B5EF4-FFF2-40B4-BE49-F238E27FC236}">
                    <a16:creationId xmlns:a16="http://schemas.microsoft.com/office/drawing/2014/main" id="{7F3B0228-8C4D-CE46-9A82-12D243B37B8D}"/>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9" name="Line 38">
                <a:extLst>
                  <a:ext uri="{FF2B5EF4-FFF2-40B4-BE49-F238E27FC236}">
                    <a16:creationId xmlns:a16="http://schemas.microsoft.com/office/drawing/2014/main" id="{9BD04925-3C97-6443-883B-9C305E1B2A0E}"/>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70" name="Line 39">
                <a:extLst>
                  <a:ext uri="{FF2B5EF4-FFF2-40B4-BE49-F238E27FC236}">
                    <a16:creationId xmlns:a16="http://schemas.microsoft.com/office/drawing/2014/main" id="{292D9E64-28EC-0B48-956F-1E1776418004}"/>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52" name="Group 40">
              <a:extLst>
                <a:ext uri="{FF2B5EF4-FFF2-40B4-BE49-F238E27FC236}">
                  <a16:creationId xmlns:a16="http://schemas.microsoft.com/office/drawing/2014/main" id="{FE693724-6FDC-A445-955F-B74ACC9243DC}"/>
                </a:ext>
              </a:extLst>
            </p:cNvPr>
            <p:cNvGrpSpPr>
              <a:grpSpLocks/>
            </p:cNvGrpSpPr>
            <p:nvPr/>
          </p:nvGrpSpPr>
          <p:grpSpPr bwMode="auto">
            <a:xfrm>
              <a:off x="4486" y="2730"/>
              <a:ext cx="212" cy="333"/>
              <a:chOff x="4486" y="2730"/>
              <a:chExt cx="212" cy="333"/>
            </a:xfrm>
          </p:grpSpPr>
          <p:sp>
            <p:nvSpPr>
              <p:cNvPr id="135453" name="Freeform 41">
                <a:extLst>
                  <a:ext uri="{FF2B5EF4-FFF2-40B4-BE49-F238E27FC236}">
                    <a16:creationId xmlns:a16="http://schemas.microsoft.com/office/drawing/2014/main" id="{70668297-0434-E149-BD69-B2BCDE2193A0}"/>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4" name="Freeform 42">
                <a:extLst>
                  <a:ext uri="{FF2B5EF4-FFF2-40B4-BE49-F238E27FC236}">
                    <a16:creationId xmlns:a16="http://schemas.microsoft.com/office/drawing/2014/main" id="{D62AC441-A3B7-194B-858F-06D2FEEEC632}"/>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5" name="Freeform 43">
                <a:extLst>
                  <a:ext uri="{FF2B5EF4-FFF2-40B4-BE49-F238E27FC236}">
                    <a16:creationId xmlns:a16="http://schemas.microsoft.com/office/drawing/2014/main" id="{BD8382A4-D032-5D4C-A0F5-31477520C452}"/>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6" name="Freeform 44">
                <a:extLst>
                  <a:ext uri="{FF2B5EF4-FFF2-40B4-BE49-F238E27FC236}">
                    <a16:creationId xmlns:a16="http://schemas.microsoft.com/office/drawing/2014/main" id="{C681299B-00D1-C741-91E4-E33D43419B19}"/>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57" name="Rectangle 45">
                <a:extLst>
                  <a:ext uri="{FF2B5EF4-FFF2-40B4-BE49-F238E27FC236}">
                    <a16:creationId xmlns:a16="http://schemas.microsoft.com/office/drawing/2014/main" id="{E0696B3E-6A01-3948-B5DF-6923B34C0752}"/>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58" name="Rectangle 46">
                <a:extLst>
                  <a:ext uri="{FF2B5EF4-FFF2-40B4-BE49-F238E27FC236}">
                    <a16:creationId xmlns:a16="http://schemas.microsoft.com/office/drawing/2014/main" id="{06B31302-F0DA-3845-B433-2CE808FD0331}"/>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59" name="Line 47">
                <a:extLst>
                  <a:ext uri="{FF2B5EF4-FFF2-40B4-BE49-F238E27FC236}">
                    <a16:creationId xmlns:a16="http://schemas.microsoft.com/office/drawing/2014/main" id="{0514A7E8-51F3-C045-953E-88A410A5A4E0}"/>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0" name="Line 48">
                <a:extLst>
                  <a:ext uri="{FF2B5EF4-FFF2-40B4-BE49-F238E27FC236}">
                    <a16:creationId xmlns:a16="http://schemas.microsoft.com/office/drawing/2014/main" id="{09E8630E-AC2F-1840-9175-9E926F60F400}"/>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61" name="Line 49">
                <a:extLst>
                  <a:ext uri="{FF2B5EF4-FFF2-40B4-BE49-F238E27FC236}">
                    <a16:creationId xmlns:a16="http://schemas.microsoft.com/office/drawing/2014/main" id="{EB3A39AD-4DB0-9B41-B7B0-BC95137914C0}"/>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5178" name="Group 50">
            <a:extLst>
              <a:ext uri="{FF2B5EF4-FFF2-40B4-BE49-F238E27FC236}">
                <a16:creationId xmlns:a16="http://schemas.microsoft.com/office/drawing/2014/main" id="{03114BA5-7E42-7040-B7A7-511891F79037}"/>
              </a:ext>
            </a:extLst>
          </p:cNvPr>
          <p:cNvGrpSpPr>
            <a:grpSpLocks/>
          </p:cNvGrpSpPr>
          <p:nvPr/>
        </p:nvGrpSpPr>
        <p:grpSpPr bwMode="auto">
          <a:xfrm>
            <a:off x="7442597" y="3633788"/>
            <a:ext cx="295275" cy="496491"/>
            <a:chOff x="4486" y="3170"/>
            <a:chExt cx="217" cy="339"/>
          </a:xfrm>
        </p:grpSpPr>
        <p:grpSp>
          <p:nvGrpSpPr>
            <p:cNvPr id="135431" name="Group 51">
              <a:extLst>
                <a:ext uri="{FF2B5EF4-FFF2-40B4-BE49-F238E27FC236}">
                  <a16:creationId xmlns:a16="http://schemas.microsoft.com/office/drawing/2014/main" id="{EC5C7DF6-2E0C-5B4D-82E0-5CF40D306313}"/>
                </a:ext>
              </a:extLst>
            </p:cNvPr>
            <p:cNvGrpSpPr>
              <a:grpSpLocks/>
            </p:cNvGrpSpPr>
            <p:nvPr/>
          </p:nvGrpSpPr>
          <p:grpSpPr bwMode="auto">
            <a:xfrm>
              <a:off x="4491" y="3176"/>
              <a:ext cx="212" cy="333"/>
              <a:chOff x="4491" y="3176"/>
              <a:chExt cx="212" cy="333"/>
            </a:xfrm>
          </p:grpSpPr>
          <p:sp>
            <p:nvSpPr>
              <p:cNvPr id="135442" name="Freeform 52">
                <a:extLst>
                  <a:ext uri="{FF2B5EF4-FFF2-40B4-BE49-F238E27FC236}">
                    <a16:creationId xmlns:a16="http://schemas.microsoft.com/office/drawing/2014/main" id="{F0713736-07A2-D14B-9DC6-938C619EF9BA}"/>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3" name="Freeform 53">
                <a:extLst>
                  <a:ext uri="{FF2B5EF4-FFF2-40B4-BE49-F238E27FC236}">
                    <a16:creationId xmlns:a16="http://schemas.microsoft.com/office/drawing/2014/main" id="{B3CD84A7-54A8-FC4A-99DA-3CF254A7871F}"/>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4" name="Freeform 54">
                <a:extLst>
                  <a:ext uri="{FF2B5EF4-FFF2-40B4-BE49-F238E27FC236}">
                    <a16:creationId xmlns:a16="http://schemas.microsoft.com/office/drawing/2014/main" id="{9235BE91-DC61-FE48-A5E3-E420ECF17CBA}"/>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5" name="Freeform 55">
                <a:extLst>
                  <a:ext uri="{FF2B5EF4-FFF2-40B4-BE49-F238E27FC236}">
                    <a16:creationId xmlns:a16="http://schemas.microsoft.com/office/drawing/2014/main" id="{C54A7083-1ABB-7E4C-BAE8-EF7DE7C4A547}"/>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46" name="Rectangle 56">
                <a:extLst>
                  <a:ext uri="{FF2B5EF4-FFF2-40B4-BE49-F238E27FC236}">
                    <a16:creationId xmlns:a16="http://schemas.microsoft.com/office/drawing/2014/main" id="{7A5E88E4-47D1-F94F-A4FA-C8F39FBD6033}"/>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47" name="Rectangle 57">
                <a:extLst>
                  <a:ext uri="{FF2B5EF4-FFF2-40B4-BE49-F238E27FC236}">
                    <a16:creationId xmlns:a16="http://schemas.microsoft.com/office/drawing/2014/main" id="{6D956654-2B70-3945-91D0-6DC3F83F38D2}"/>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48" name="Line 58">
                <a:extLst>
                  <a:ext uri="{FF2B5EF4-FFF2-40B4-BE49-F238E27FC236}">
                    <a16:creationId xmlns:a16="http://schemas.microsoft.com/office/drawing/2014/main" id="{06BE0E20-32FA-E84A-A2C5-9EBF48519E31}"/>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9" name="Line 59">
                <a:extLst>
                  <a:ext uri="{FF2B5EF4-FFF2-40B4-BE49-F238E27FC236}">
                    <a16:creationId xmlns:a16="http://schemas.microsoft.com/office/drawing/2014/main" id="{96839C73-011F-AF4F-BBFE-29B3E0F19C46}"/>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50" name="Line 60">
                <a:extLst>
                  <a:ext uri="{FF2B5EF4-FFF2-40B4-BE49-F238E27FC236}">
                    <a16:creationId xmlns:a16="http://schemas.microsoft.com/office/drawing/2014/main" id="{A24DCDB4-1C4A-F347-8047-FCA55300ECE6}"/>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32" name="Group 61">
              <a:extLst>
                <a:ext uri="{FF2B5EF4-FFF2-40B4-BE49-F238E27FC236}">
                  <a16:creationId xmlns:a16="http://schemas.microsoft.com/office/drawing/2014/main" id="{AAB9796B-DD61-0F48-A62F-0828D2CFC4A1}"/>
                </a:ext>
              </a:extLst>
            </p:cNvPr>
            <p:cNvGrpSpPr>
              <a:grpSpLocks/>
            </p:cNvGrpSpPr>
            <p:nvPr/>
          </p:nvGrpSpPr>
          <p:grpSpPr bwMode="auto">
            <a:xfrm>
              <a:off x="4486" y="3170"/>
              <a:ext cx="212" cy="332"/>
              <a:chOff x="4486" y="3170"/>
              <a:chExt cx="212" cy="332"/>
            </a:xfrm>
          </p:grpSpPr>
          <p:sp>
            <p:nvSpPr>
              <p:cNvPr id="135433" name="Freeform 62">
                <a:extLst>
                  <a:ext uri="{FF2B5EF4-FFF2-40B4-BE49-F238E27FC236}">
                    <a16:creationId xmlns:a16="http://schemas.microsoft.com/office/drawing/2014/main" id="{809B3B99-C79C-524B-8C88-63D62B116AA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4" name="Freeform 63">
                <a:extLst>
                  <a:ext uri="{FF2B5EF4-FFF2-40B4-BE49-F238E27FC236}">
                    <a16:creationId xmlns:a16="http://schemas.microsoft.com/office/drawing/2014/main" id="{332A22C1-8E28-EE41-A88C-C933F5EADCDC}"/>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5" name="Freeform 64">
                <a:extLst>
                  <a:ext uri="{FF2B5EF4-FFF2-40B4-BE49-F238E27FC236}">
                    <a16:creationId xmlns:a16="http://schemas.microsoft.com/office/drawing/2014/main" id="{962FA657-F382-7943-B4F3-4CB8BFA70061}"/>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6" name="Freeform 65">
                <a:extLst>
                  <a:ext uri="{FF2B5EF4-FFF2-40B4-BE49-F238E27FC236}">
                    <a16:creationId xmlns:a16="http://schemas.microsoft.com/office/drawing/2014/main" id="{4F78E2C8-9B0B-4944-B798-CAA271436CE2}"/>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37" name="Rectangle 66">
                <a:extLst>
                  <a:ext uri="{FF2B5EF4-FFF2-40B4-BE49-F238E27FC236}">
                    <a16:creationId xmlns:a16="http://schemas.microsoft.com/office/drawing/2014/main" id="{725667B1-C86C-5E48-B209-D0A5F9B1FAC5}"/>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38" name="Rectangle 67">
                <a:extLst>
                  <a:ext uri="{FF2B5EF4-FFF2-40B4-BE49-F238E27FC236}">
                    <a16:creationId xmlns:a16="http://schemas.microsoft.com/office/drawing/2014/main" id="{9FD11DD0-D569-4240-9113-55A7494D4566}"/>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39" name="Line 68">
                <a:extLst>
                  <a:ext uri="{FF2B5EF4-FFF2-40B4-BE49-F238E27FC236}">
                    <a16:creationId xmlns:a16="http://schemas.microsoft.com/office/drawing/2014/main" id="{ACAC3F8C-F315-3D41-AD53-F5ED49C9853E}"/>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0" name="Line 69">
                <a:extLst>
                  <a:ext uri="{FF2B5EF4-FFF2-40B4-BE49-F238E27FC236}">
                    <a16:creationId xmlns:a16="http://schemas.microsoft.com/office/drawing/2014/main" id="{E3200657-D596-8547-8ADD-63964662F297}"/>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41" name="Line 70">
                <a:extLst>
                  <a:ext uri="{FF2B5EF4-FFF2-40B4-BE49-F238E27FC236}">
                    <a16:creationId xmlns:a16="http://schemas.microsoft.com/office/drawing/2014/main" id="{09C5743B-71E1-964F-9A61-3A98A0FDF43B}"/>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5179" name="Group 71">
            <a:extLst>
              <a:ext uri="{FF2B5EF4-FFF2-40B4-BE49-F238E27FC236}">
                <a16:creationId xmlns:a16="http://schemas.microsoft.com/office/drawing/2014/main" id="{6C3007A3-5E3B-AB40-990E-19CD17C4360F}"/>
              </a:ext>
            </a:extLst>
          </p:cNvPr>
          <p:cNvGrpSpPr>
            <a:grpSpLocks/>
          </p:cNvGrpSpPr>
          <p:nvPr/>
        </p:nvGrpSpPr>
        <p:grpSpPr bwMode="auto">
          <a:xfrm>
            <a:off x="7135416" y="4138613"/>
            <a:ext cx="292894" cy="496491"/>
            <a:chOff x="4260" y="3515"/>
            <a:chExt cx="216" cy="339"/>
          </a:xfrm>
        </p:grpSpPr>
        <p:grpSp>
          <p:nvGrpSpPr>
            <p:cNvPr id="135411" name="Group 72">
              <a:extLst>
                <a:ext uri="{FF2B5EF4-FFF2-40B4-BE49-F238E27FC236}">
                  <a16:creationId xmlns:a16="http://schemas.microsoft.com/office/drawing/2014/main" id="{1550C9AC-C338-9449-824B-6053714E95B7}"/>
                </a:ext>
              </a:extLst>
            </p:cNvPr>
            <p:cNvGrpSpPr>
              <a:grpSpLocks/>
            </p:cNvGrpSpPr>
            <p:nvPr/>
          </p:nvGrpSpPr>
          <p:grpSpPr bwMode="auto">
            <a:xfrm>
              <a:off x="4265" y="3521"/>
              <a:ext cx="211" cy="333"/>
              <a:chOff x="4265" y="3521"/>
              <a:chExt cx="211" cy="333"/>
            </a:xfrm>
          </p:grpSpPr>
          <p:sp>
            <p:nvSpPr>
              <p:cNvPr id="135422" name="Freeform 73">
                <a:extLst>
                  <a:ext uri="{FF2B5EF4-FFF2-40B4-BE49-F238E27FC236}">
                    <a16:creationId xmlns:a16="http://schemas.microsoft.com/office/drawing/2014/main" id="{15ED5AD8-3CC1-234E-8D9C-951CE735F4EF}"/>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3" name="Freeform 74">
                <a:extLst>
                  <a:ext uri="{FF2B5EF4-FFF2-40B4-BE49-F238E27FC236}">
                    <a16:creationId xmlns:a16="http://schemas.microsoft.com/office/drawing/2014/main" id="{9006C70B-817B-7C4E-B910-2584EEC4F3D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4" name="Freeform 75">
                <a:extLst>
                  <a:ext uri="{FF2B5EF4-FFF2-40B4-BE49-F238E27FC236}">
                    <a16:creationId xmlns:a16="http://schemas.microsoft.com/office/drawing/2014/main" id="{3FF203E6-41BC-034D-A708-58B2266C2061}"/>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5" name="Freeform 76">
                <a:extLst>
                  <a:ext uri="{FF2B5EF4-FFF2-40B4-BE49-F238E27FC236}">
                    <a16:creationId xmlns:a16="http://schemas.microsoft.com/office/drawing/2014/main" id="{8863B77C-1529-6141-9A8B-FD5E58ED59D8}"/>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26" name="Rectangle 77">
                <a:extLst>
                  <a:ext uri="{FF2B5EF4-FFF2-40B4-BE49-F238E27FC236}">
                    <a16:creationId xmlns:a16="http://schemas.microsoft.com/office/drawing/2014/main" id="{8C9A9CB9-38F9-B84B-BF07-653D868F98B6}"/>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27" name="Rectangle 78">
                <a:extLst>
                  <a:ext uri="{FF2B5EF4-FFF2-40B4-BE49-F238E27FC236}">
                    <a16:creationId xmlns:a16="http://schemas.microsoft.com/office/drawing/2014/main" id="{1F7E5C42-0098-8845-B8E1-F30D6D25E1E5}"/>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28" name="Line 79">
                <a:extLst>
                  <a:ext uri="{FF2B5EF4-FFF2-40B4-BE49-F238E27FC236}">
                    <a16:creationId xmlns:a16="http://schemas.microsoft.com/office/drawing/2014/main" id="{B036A122-8D56-A149-A447-C9F09F993354}"/>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9" name="Line 80">
                <a:extLst>
                  <a:ext uri="{FF2B5EF4-FFF2-40B4-BE49-F238E27FC236}">
                    <a16:creationId xmlns:a16="http://schemas.microsoft.com/office/drawing/2014/main" id="{AC587233-2CE3-7F4D-97E1-17CAB28DDBED}"/>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30" name="Line 81">
                <a:extLst>
                  <a:ext uri="{FF2B5EF4-FFF2-40B4-BE49-F238E27FC236}">
                    <a16:creationId xmlns:a16="http://schemas.microsoft.com/office/drawing/2014/main" id="{23C9C507-64B7-804C-954D-F664ED9153A4}"/>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412" name="Group 82">
              <a:extLst>
                <a:ext uri="{FF2B5EF4-FFF2-40B4-BE49-F238E27FC236}">
                  <a16:creationId xmlns:a16="http://schemas.microsoft.com/office/drawing/2014/main" id="{510D2D25-3DF1-5A49-8C53-C6F485F3FC5A}"/>
                </a:ext>
              </a:extLst>
            </p:cNvPr>
            <p:cNvGrpSpPr>
              <a:grpSpLocks/>
            </p:cNvGrpSpPr>
            <p:nvPr/>
          </p:nvGrpSpPr>
          <p:grpSpPr bwMode="auto">
            <a:xfrm>
              <a:off x="4260" y="3515"/>
              <a:ext cx="211" cy="332"/>
              <a:chOff x="4260" y="3515"/>
              <a:chExt cx="211" cy="332"/>
            </a:xfrm>
          </p:grpSpPr>
          <p:sp>
            <p:nvSpPr>
              <p:cNvPr id="135413" name="Freeform 83">
                <a:extLst>
                  <a:ext uri="{FF2B5EF4-FFF2-40B4-BE49-F238E27FC236}">
                    <a16:creationId xmlns:a16="http://schemas.microsoft.com/office/drawing/2014/main" id="{5DF8475D-8DD4-404C-B7C6-0263FD80D960}"/>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4" name="Freeform 84">
                <a:extLst>
                  <a:ext uri="{FF2B5EF4-FFF2-40B4-BE49-F238E27FC236}">
                    <a16:creationId xmlns:a16="http://schemas.microsoft.com/office/drawing/2014/main" id="{BC8619F2-03C1-3040-9F81-9AFA2931FA69}"/>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5" name="Freeform 85">
                <a:extLst>
                  <a:ext uri="{FF2B5EF4-FFF2-40B4-BE49-F238E27FC236}">
                    <a16:creationId xmlns:a16="http://schemas.microsoft.com/office/drawing/2014/main" id="{9CB5D2D4-9CF8-314A-B26F-B516927920AD}"/>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6" name="Freeform 86">
                <a:extLst>
                  <a:ext uri="{FF2B5EF4-FFF2-40B4-BE49-F238E27FC236}">
                    <a16:creationId xmlns:a16="http://schemas.microsoft.com/office/drawing/2014/main" id="{24E39106-9CF4-CA47-8E5F-37458F5F3598}"/>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7" name="Rectangle 87">
                <a:extLst>
                  <a:ext uri="{FF2B5EF4-FFF2-40B4-BE49-F238E27FC236}">
                    <a16:creationId xmlns:a16="http://schemas.microsoft.com/office/drawing/2014/main" id="{CAE737A6-2B30-6549-9A76-A2820B19147D}"/>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18" name="Rectangle 88">
                <a:extLst>
                  <a:ext uri="{FF2B5EF4-FFF2-40B4-BE49-F238E27FC236}">
                    <a16:creationId xmlns:a16="http://schemas.microsoft.com/office/drawing/2014/main" id="{BEAED051-B7B8-CE47-A8AC-F88BBE64B089}"/>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419" name="Line 89">
                <a:extLst>
                  <a:ext uri="{FF2B5EF4-FFF2-40B4-BE49-F238E27FC236}">
                    <a16:creationId xmlns:a16="http://schemas.microsoft.com/office/drawing/2014/main" id="{B126FC49-4304-4843-B47D-1A7C8D9ECFD0}"/>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0" name="Line 90">
                <a:extLst>
                  <a:ext uri="{FF2B5EF4-FFF2-40B4-BE49-F238E27FC236}">
                    <a16:creationId xmlns:a16="http://schemas.microsoft.com/office/drawing/2014/main" id="{4306E5C8-F714-884A-8C1D-A81BD2A63B04}"/>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421" name="Line 91">
                <a:extLst>
                  <a:ext uri="{FF2B5EF4-FFF2-40B4-BE49-F238E27FC236}">
                    <a16:creationId xmlns:a16="http://schemas.microsoft.com/office/drawing/2014/main" id="{4937F1AB-3B70-504C-9CDA-4FECE8B59DD3}"/>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80" name="Rectangle 92">
            <a:extLst>
              <a:ext uri="{FF2B5EF4-FFF2-40B4-BE49-F238E27FC236}">
                <a16:creationId xmlns:a16="http://schemas.microsoft.com/office/drawing/2014/main" id="{8C9FF0E1-BEBB-C543-9F7E-5DB364709B40}"/>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81" name="Line 93">
            <a:extLst>
              <a:ext uri="{FF2B5EF4-FFF2-40B4-BE49-F238E27FC236}">
                <a16:creationId xmlns:a16="http://schemas.microsoft.com/office/drawing/2014/main" id="{A727A7BB-7E7C-F544-B5C5-89FE5212BD72}"/>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2" name="Line 94">
            <a:extLst>
              <a:ext uri="{FF2B5EF4-FFF2-40B4-BE49-F238E27FC236}">
                <a16:creationId xmlns:a16="http://schemas.microsoft.com/office/drawing/2014/main" id="{28E6EA4C-D391-6645-B441-AEBF96950FDB}"/>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3" name="Line 95">
            <a:extLst>
              <a:ext uri="{FF2B5EF4-FFF2-40B4-BE49-F238E27FC236}">
                <a16:creationId xmlns:a16="http://schemas.microsoft.com/office/drawing/2014/main" id="{1DDF633D-47DD-7D4E-96FC-4ED5640D6F49}"/>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4" name="Line 96">
            <a:extLst>
              <a:ext uri="{FF2B5EF4-FFF2-40B4-BE49-F238E27FC236}">
                <a16:creationId xmlns:a16="http://schemas.microsoft.com/office/drawing/2014/main" id="{501C986F-F684-F346-A579-B460EA8B74D8}"/>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85" name="Line 97">
            <a:extLst>
              <a:ext uri="{FF2B5EF4-FFF2-40B4-BE49-F238E27FC236}">
                <a16:creationId xmlns:a16="http://schemas.microsoft.com/office/drawing/2014/main" id="{6747DA02-C44D-644D-9F84-97E84F6EBF3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8290" name="Line 98">
            <a:extLst>
              <a:ext uri="{FF2B5EF4-FFF2-40B4-BE49-F238E27FC236}">
                <a16:creationId xmlns:a16="http://schemas.microsoft.com/office/drawing/2014/main" id="{A9435BEB-7F27-5F42-9307-6606F60CE255}"/>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5187" name="Line 99">
            <a:extLst>
              <a:ext uri="{FF2B5EF4-FFF2-40B4-BE49-F238E27FC236}">
                <a16:creationId xmlns:a16="http://schemas.microsoft.com/office/drawing/2014/main" id="{DC458043-BC9F-F84B-A265-223836D38591}"/>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188" name="Group 100">
            <a:extLst>
              <a:ext uri="{FF2B5EF4-FFF2-40B4-BE49-F238E27FC236}">
                <a16:creationId xmlns:a16="http://schemas.microsoft.com/office/drawing/2014/main" id="{165ECC65-CAAD-8B4E-A247-FF9E06E76FDB}"/>
              </a:ext>
            </a:extLst>
          </p:cNvPr>
          <p:cNvGrpSpPr>
            <a:grpSpLocks/>
          </p:cNvGrpSpPr>
          <p:nvPr/>
        </p:nvGrpSpPr>
        <p:grpSpPr bwMode="auto">
          <a:xfrm>
            <a:off x="3674269" y="3432572"/>
            <a:ext cx="420291" cy="280988"/>
            <a:chOff x="2154" y="3033"/>
            <a:chExt cx="309" cy="192"/>
          </a:xfrm>
        </p:grpSpPr>
        <p:sp>
          <p:nvSpPr>
            <p:cNvPr id="135386" name="Oval 101">
              <a:extLst>
                <a:ext uri="{FF2B5EF4-FFF2-40B4-BE49-F238E27FC236}">
                  <a16:creationId xmlns:a16="http://schemas.microsoft.com/office/drawing/2014/main" id="{ADDCE57D-E9C5-254C-A826-18AA15C20C17}"/>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7" name="Rectangle 102">
              <a:extLst>
                <a:ext uri="{FF2B5EF4-FFF2-40B4-BE49-F238E27FC236}">
                  <a16:creationId xmlns:a16="http://schemas.microsoft.com/office/drawing/2014/main" id="{33DE0686-71CC-3A49-A441-E139C2A3F383}"/>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8" name="Rectangle 103">
              <a:extLst>
                <a:ext uri="{FF2B5EF4-FFF2-40B4-BE49-F238E27FC236}">
                  <a16:creationId xmlns:a16="http://schemas.microsoft.com/office/drawing/2014/main" id="{69131E58-D1A7-7B4B-A9BC-5B2AF0A6D8E5}"/>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9" name="Oval 104">
              <a:extLst>
                <a:ext uri="{FF2B5EF4-FFF2-40B4-BE49-F238E27FC236}">
                  <a16:creationId xmlns:a16="http://schemas.microsoft.com/office/drawing/2014/main" id="{1E79DEDE-E758-0840-9072-14DEDF9B7B4A}"/>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390" name="Group 105">
              <a:extLst>
                <a:ext uri="{FF2B5EF4-FFF2-40B4-BE49-F238E27FC236}">
                  <a16:creationId xmlns:a16="http://schemas.microsoft.com/office/drawing/2014/main" id="{89A993E0-F657-FE42-A979-7E4E807EC3A4}"/>
                </a:ext>
              </a:extLst>
            </p:cNvPr>
            <p:cNvGrpSpPr>
              <a:grpSpLocks/>
            </p:cNvGrpSpPr>
            <p:nvPr/>
          </p:nvGrpSpPr>
          <p:grpSpPr bwMode="auto">
            <a:xfrm>
              <a:off x="2201" y="3046"/>
              <a:ext cx="214" cy="86"/>
              <a:chOff x="2201" y="3046"/>
              <a:chExt cx="214" cy="86"/>
            </a:xfrm>
          </p:grpSpPr>
          <p:grpSp>
            <p:nvGrpSpPr>
              <p:cNvPr id="135393" name="Group 106">
                <a:extLst>
                  <a:ext uri="{FF2B5EF4-FFF2-40B4-BE49-F238E27FC236}">
                    <a16:creationId xmlns:a16="http://schemas.microsoft.com/office/drawing/2014/main" id="{96C0FAB5-B494-B34C-91B8-7E4E7993A42F}"/>
                  </a:ext>
                </a:extLst>
              </p:cNvPr>
              <p:cNvGrpSpPr>
                <a:grpSpLocks/>
              </p:cNvGrpSpPr>
              <p:nvPr/>
            </p:nvGrpSpPr>
            <p:grpSpPr bwMode="auto">
              <a:xfrm>
                <a:off x="2201" y="3046"/>
                <a:ext cx="212" cy="84"/>
                <a:chOff x="2201" y="3046"/>
                <a:chExt cx="212" cy="84"/>
              </a:xfrm>
            </p:grpSpPr>
            <p:sp>
              <p:nvSpPr>
                <p:cNvPr id="135403" name="Freeform 107">
                  <a:extLst>
                    <a:ext uri="{FF2B5EF4-FFF2-40B4-BE49-F238E27FC236}">
                      <a16:creationId xmlns:a16="http://schemas.microsoft.com/office/drawing/2014/main" id="{290B1F05-D46F-4944-8AA9-02199B54A669}"/>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4" name="Freeform 108">
                  <a:extLst>
                    <a:ext uri="{FF2B5EF4-FFF2-40B4-BE49-F238E27FC236}">
                      <a16:creationId xmlns:a16="http://schemas.microsoft.com/office/drawing/2014/main" id="{AD71AFDC-C95A-6946-8CB9-CD049872C94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5" name="Freeform 109">
                  <a:extLst>
                    <a:ext uri="{FF2B5EF4-FFF2-40B4-BE49-F238E27FC236}">
                      <a16:creationId xmlns:a16="http://schemas.microsoft.com/office/drawing/2014/main" id="{E731F471-F0FD-1A4D-B307-00015C7B8148}"/>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6" name="Freeform 110">
                  <a:extLst>
                    <a:ext uri="{FF2B5EF4-FFF2-40B4-BE49-F238E27FC236}">
                      <a16:creationId xmlns:a16="http://schemas.microsoft.com/office/drawing/2014/main" id="{3411EC34-0888-8849-AA2D-7EC16303AAD9}"/>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7" name="Freeform 111">
                  <a:extLst>
                    <a:ext uri="{FF2B5EF4-FFF2-40B4-BE49-F238E27FC236}">
                      <a16:creationId xmlns:a16="http://schemas.microsoft.com/office/drawing/2014/main" id="{598FC672-FD76-A14A-8610-700210D7E11E}"/>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8" name="Freeform 112">
                  <a:extLst>
                    <a:ext uri="{FF2B5EF4-FFF2-40B4-BE49-F238E27FC236}">
                      <a16:creationId xmlns:a16="http://schemas.microsoft.com/office/drawing/2014/main" id="{F47821DF-7801-3941-9EA2-F8624C2CF2D6}"/>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9" name="Freeform 113">
                  <a:extLst>
                    <a:ext uri="{FF2B5EF4-FFF2-40B4-BE49-F238E27FC236}">
                      <a16:creationId xmlns:a16="http://schemas.microsoft.com/office/drawing/2014/main" id="{23582087-5622-3446-BD4E-F0088EB52D54}"/>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10" name="Freeform 114">
                  <a:extLst>
                    <a:ext uri="{FF2B5EF4-FFF2-40B4-BE49-F238E27FC236}">
                      <a16:creationId xmlns:a16="http://schemas.microsoft.com/office/drawing/2014/main" id="{3AF6136F-4A8E-CA41-907C-04CCF79CC0A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5394" name="Group 115">
                <a:extLst>
                  <a:ext uri="{FF2B5EF4-FFF2-40B4-BE49-F238E27FC236}">
                    <a16:creationId xmlns:a16="http://schemas.microsoft.com/office/drawing/2014/main" id="{71756F7E-952C-6545-99BD-32F3E16AC3A8}"/>
                  </a:ext>
                </a:extLst>
              </p:cNvPr>
              <p:cNvGrpSpPr>
                <a:grpSpLocks/>
              </p:cNvGrpSpPr>
              <p:nvPr/>
            </p:nvGrpSpPr>
            <p:grpSpPr bwMode="auto">
              <a:xfrm>
                <a:off x="2203" y="3048"/>
                <a:ext cx="212" cy="84"/>
                <a:chOff x="2203" y="3048"/>
                <a:chExt cx="212" cy="84"/>
              </a:xfrm>
            </p:grpSpPr>
            <p:sp>
              <p:nvSpPr>
                <p:cNvPr id="135395" name="Freeform 116">
                  <a:extLst>
                    <a:ext uri="{FF2B5EF4-FFF2-40B4-BE49-F238E27FC236}">
                      <a16:creationId xmlns:a16="http://schemas.microsoft.com/office/drawing/2014/main" id="{094D9E1A-4472-194A-BAF6-0277F4F527C3}"/>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6" name="Freeform 117">
                  <a:extLst>
                    <a:ext uri="{FF2B5EF4-FFF2-40B4-BE49-F238E27FC236}">
                      <a16:creationId xmlns:a16="http://schemas.microsoft.com/office/drawing/2014/main" id="{1A2EA2EC-CF24-C046-A250-4865F2D7E179}"/>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7" name="Freeform 118">
                  <a:extLst>
                    <a:ext uri="{FF2B5EF4-FFF2-40B4-BE49-F238E27FC236}">
                      <a16:creationId xmlns:a16="http://schemas.microsoft.com/office/drawing/2014/main" id="{B10BC93E-F184-0A4F-A057-FEFD84DB4D77}"/>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8" name="Freeform 119">
                  <a:extLst>
                    <a:ext uri="{FF2B5EF4-FFF2-40B4-BE49-F238E27FC236}">
                      <a16:creationId xmlns:a16="http://schemas.microsoft.com/office/drawing/2014/main" id="{3A70EC79-F4CA-C544-939A-B303FBC9270A}"/>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99" name="Freeform 120">
                  <a:extLst>
                    <a:ext uri="{FF2B5EF4-FFF2-40B4-BE49-F238E27FC236}">
                      <a16:creationId xmlns:a16="http://schemas.microsoft.com/office/drawing/2014/main" id="{03385509-8F9F-3146-8E9B-4D8D27043D02}"/>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0" name="Freeform 121">
                  <a:extLst>
                    <a:ext uri="{FF2B5EF4-FFF2-40B4-BE49-F238E27FC236}">
                      <a16:creationId xmlns:a16="http://schemas.microsoft.com/office/drawing/2014/main" id="{B40CAECB-340C-4146-8E41-EC34DAE014F7}"/>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1" name="Freeform 122">
                  <a:extLst>
                    <a:ext uri="{FF2B5EF4-FFF2-40B4-BE49-F238E27FC236}">
                      <a16:creationId xmlns:a16="http://schemas.microsoft.com/office/drawing/2014/main" id="{72CEDC6B-4AB4-194D-936C-C46D2560A081}"/>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402" name="Freeform 123">
                  <a:extLst>
                    <a:ext uri="{FF2B5EF4-FFF2-40B4-BE49-F238E27FC236}">
                      <a16:creationId xmlns:a16="http://schemas.microsoft.com/office/drawing/2014/main" id="{1580395F-4888-E94B-898A-85AC882968C2}"/>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5391" name="Line 124">
              <a:extLst>
                <a:ext uri="{FF2B5EF4-FFF2-40B4-BE49-F238E27FC236}">
                  <a16:creationId xmlns:a16="http://schemas.microsoft.com/office/drawing/2014/main" id="{D2885F67-6AA5-6E47-A767-8682C420DE6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392" name="Line 125">
              <a:extLst>
                <a:ext uri="{FF2B5EF4-FFF2-40B4-BE49-F238E27FC236}">
                  <a16:creationId xmlns:a16="http://schemas.microsoft.com/office/drawing/2014/main" id="{136AB110-41A0-994B-BC8F-33BC292D61D4}"/>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189" name="Group 126">
            <a:extLst>
              <a:ext uri="{FF2B5EF4-FFF2-40B4-BE49-F238E27FC236}">
                <a16:creationId xmlns:a16="http://schemas.microsoft.com/office/drawing/2014/main" id="{AB5468B0-27B6-4D42-ACF1-8F1D7A959CFC}"/>
              </a:ext>
            </a:extLst>
          </p:cNvPr>
          <p:cNvGrpSpPr>
            <a:grpSpLocks/>
          </p:cNvGrpSpPr>
          <p:nvPr/>
        </p:nvGrpSpPr>
        <p:grpSpPr bwMode="auto">
          <a:xfrm>
            <a:off x="1997869" y="2522935"/>
            <a:ext cx="385763" cy="388144"/>
            <a:chOff x="921" y="2412"/>
            <a:chExt cx="284" cy="265"/>
          </a:xfrm>
        </p:grpSpPr>
        <p:grpSp>
          <p:nvGrpSpPr>
            <p:cNvPr id="135360" name="Group 127">
              <a:extLst>
                <a:ext uri="{FF2B5EF4-FFF2-40B4-BE49-F238E27FC236}">
                  <a16:creationId xmlns:a16="http://schemas.microsoft.com/office/drawing/2014/main" id="{5B27E53D-59B6-F94C-8838-B33F6F5F94F3}"/>
                </a:ext>
              </a:extLst>
            </p:cNvPr>
            <p:cNvGrpSpPr>
              <a:grpSpLocks/>
            </p:cNvGrpSpPr>
            <p:nvPr/>
          </p:nvGrpSpPr>
          <p:grpSpPr bwMode="auto">
            <a:xfrm>
              <a:off x="928" y="2417"/>
              <a:ext cx="277" cy="260"/>
              <a:chOff x="928" y="2417"/>
              <a:chExt cx="277" cy="260"/>
            </a:xfrm>
          </p:grpSpPr>
          <p:sp>
            <p:nvSpPr>
              <p:cNvPr id="135374" name="Freeform 128">
                <a:extLst>
                  <a:ext uri="{FF2B5EF4-FFF2-40B4-BE49-F238E27FC236}">
                    <a16:creationId xmlns:a16="http://schemas.microsoft.com/office/drawing/2014/main" id="{62E18121-24B2-9B41-9437-763494714AE8}"/>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5" name="Freeform 129">
                <a:extLst>
                  <a:ext uri="{FF2B5EF4-FFF2-40B4-BE49-F238E27FC236}">
                    <a16:creationId xmlns:a16="http://schemas.microsoft.com/office/drawing/2014/main" id="{999DE569-7A31-9A44-9F8A-6F59ED34C6A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6" name="Freeform 130">
                <a:extLst>
                  <a:ext uri="{FF2B5EF4-FFF2-40B4-BE49-F238E27FC236}">
                    <a16:creationId xmlns:a16="http://schemas.microsoft.com/office/drawing/2014/main" id="{A694EE4F-61D0-504E-BDBA-C07DD69EC889}"/>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7" name="Freeform 131">
                <a:extLst>
                  <a:ext uri="{FF2B5EF4-FFF2-40B4-BE49-F238E27FC236}">
                    <a16:creationId xmlns:a16="http://schemas.microsoft.com/office/drawing/2014/main" id="{51E48AEB-E94E-754A-BEB6-6029AADD7108}"/>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8" name="Rectangle 132">
                <a:extLst>
                  <a:ext uri="{FF2B5EF4-FFF2-40B4-BE49-F238E27FC236}">
                    <a16:creationId xmlns:a16="http://schemas.microsoft.com/office/drawing/2014/main" id="{9B4D5EAE-DC4C-D14C-9DBF-D22278D172F1}"/>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79" name="Rectangle 133">
                <a:extLst>
                  <a:ext uri="{FF2B5EF4-FFF2-40B4-BE49-F238E27FC236}">
                    <a16:creationId xmlns:a16="http://schemas.microsoft.com/office/drawing/2014/main" id="{6CF2E0FE-F5E3-8749-9A0E-B8E14FD418A4}"/>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0" name="Rectangle 134">
                <a:extLst>
                  <a:ext uri="{FF2B5EF4-FFF2-40B4-BE49-F238E27FC236}">
                    <a16:creationId xmlns:a16="http://schemas.microsoft.com/office/drawing/2014/main" id="{64071835-92ED-C046-AFD3-430C1CDD7790}"/>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81" name="Line 135">
                <a:extLst>
                  <a:ext uri="{FF2B5EF4-FFF2-40B4-BE49-F238E27FC236}">
                    <a16:creationId xmlns:a16="http://schemas.microsoft.com/office/drawing/2014/main" id="{E7C3A7E5-F323-6F4B-B679-B26401EF2103}"/>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82" name="Group 136">
                <a:extLst>
                  <a:ext uri="{FF2B5EF4-FFF2-40B4-BE49-F238E27FC236}">
                    <a16:creationId xmlns:a16="http://schemas.microsoft.com/office/drawing/2014/main" id="{DF294F35-ED96-F047-8A04-2838683700E4}"/>
                  </a:ext>
                </a:extLst>
              </p:cNvPr>
              <p:cNvGrpSpPr>
                <a:grpSpLocks/>
              </p:cNvGrpSpPr>
              <p:nvPr/>
            </p:nvGrpSpPr>
            <p:grpSpPr bwMode="auto">
              <a:xfrm>
                <a:off x="928" y="2639"/>
                <a:ext cx="277" cy="38"/>
                <a:chOff x="928" y="2639"/>
                <a:chExt cx="277" cy="38"/>
              </a:xfrm>
            </p:grpSpPr>
            <p:sp>
              <p:nvSpPr>
                <p:cNvPr id="135383" name="Freeform 137">
                  <a:extLst>
                    <a:ext uri="{FF2B5EF4-FFF2-40B4-BE49-F238E27FC236}">
                      <a16:creationId xmlns:a16="http://schemas.microsoft.com/office/drawing/2014/main" id="{D8860118-D80F-F24B-AF32-046D28A7E2E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84" name="Freeform 138">
                  <a:extLst>
                    <a:ext uri="{FF2B5EF4-FFF2-40B4-BE49-F238E27FC236}">
                      <a16:creationId xmlns:a16="http://schemas.microsoft.com/office/drawing/2014/main" id="{DE6FE05B-A2D8-9D43-B7AF-6E7A2852948D}"/>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85" name="Rectangle 139">
                  <a:extLst>
                    <a:ext uri="{FF2B5EF4-FFF2-40B4-BE49-F238E27FC236}">
                      <a16:creationId xmlns:a16="http://schemas.microsoft.com/office/drawing/2014/main" id="{C995BCAD-A975-4045-8A1A-67315686C2D7}"/>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61" name="Group 140">
              <a:extLst>
                <a:ext uri="{FF2B5EF4-FFF2-40B4-BE49-F238E27FC236}">
                  <a16:creationId xmlns:a16="http://schemas.microsoft.com/office/drawing/2014/main" id="{96F1901E-6588-4E4C-AF89-64FB10352E34}"/>
                </a:ext>
              </a:extLst>
            </p:cNvPr>
            <p:cNvGrpSpPr>
              <a:grpSpLocks/>
            </p:cNvGrpSpPr>
            <p:nvPr/>
          </p:nvGrpSpPr>
          <p:grpSpPr bwMode="auto">
            <a:xfrm>
              <a:off x="921" y="2412"/>
              <a:ext cx="277" cy="261"/>
              <a:chOff x="921" y="2412"/>
              <a:chExt cx="277" cy="261"/>
            </a:xfrm>
          </p:grpSpPr>
          <p:sp>
            <p:nvSpPr>
              <p:cNvPr id="135362" name="Freeform 141">
                <a:extLst>
                  <a:ext uri="{FF2B5EF4-FFF2-40B4-BE49-F238E27FC236}">
                    <a16:creationId xmlns:a16="http://schemas.microsoft.com/office/drawing/2014/main" id="{84DA0674-BFB4-014C-800E-BA340250FAE3}"/>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3" name="Freeform 142">
                <a:extLst>
                  <a:ext uri="{FF2B5EF4-FFF2-40B4-BE49-F238E27FC236}">
                    <a16:creationId xmlns:a16="http://schemas.microsoft.com/office/drawing/2014/main" id="{BE8146AE-3D58-E64C-9D18-3CFA1FE169A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4" name="Freeform 143">
                <a:extLst>
                  <a:ext uri="{FF2B5EF4-FFF2-40B4-BE49-F238E27FC236}">
                    <a16:creationId xmlns:a16="http://schemas.microsoft.com/office/drawing/2014/main" id="{11AC6117-265B-BE49-BCDD-2927E6A29EBB}"/>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5" name="Freeform 144">
                <a:extLst>
                  <a:ext uri="{FF2B5EF4-FFF2-40B4-BE49-F238E27FC236}">
                    <a16:creationId xmlns:a16="http://schemas.microsoft.com/office/drawing/2014/main" id="{07A52951-A0D9-134F-8E12-CBEE5544F2C4}"/>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66" name="Rectangle 145">
                <a:extLst>
                  <a:ext uri="{FF2B5EF4-FFF2-40B4-BE49-F238E27FC236}">
                    <a16:creationId xmlns:a16="http://schemas.microsoft.com/office/drawing/2014/main" id="{4A490EA6-27E3-9748-9F12-C377E84298D1}"/>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7" name="Rectangle 146">
                <a:extLst>
                  <a:ext uri="{FF2B5EF4-FFF2-40B4-BE49-F238E27FC236}">
                    <a16:creationId xmlns:a16="http://schemas.microsoft.com/office/drawing/2014/main" id="{07B1C7A7-19DA-CF49-8DB9-7A9DACCE1C86}"/>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8" name="Rectangle 147">
                <a:extLst>
                  <a:ext uri="{FF2B5EF4-FFF2-40B4-BE49-F238E27FC236}">
                    <a16:creationId xmlns:a16="http://schemas.microsoft.com/office/drawing/2014/main" id="{85301722-EF1B-9446-8533-F6730376509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69" name="Line 148">
                <a:extLst>
                  <a:ext uri="{FF2B5EF4-FFF2-40B4-BE49-F238E27FC236}">
                    <a16:creationId xmlns:a16="http://schemas.microsoft.com/office/drawing/2014/main" id="{65AD8C48-EF95-A14D-A98C-9CDB5FCC4717}"/>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70" name="Group 149">
                <a:extLst>
                  <a:ext uri="{FF2B5EF4-FFF2-40B4-BE49-F238E27FC236}">
                    <a16:creationId xmlns:a16="http://schemas.microsoft.com/office/drawing/2014/main" id="{189BED99-B305-264B-8398-12C718DC8651}"/>
                  </a:ext>
                </a:extLst>
              </p:cNvPr>
              <p:cNvGrpSpPr>
                <a:grpSpLocks/>
              </p:cNvGrpSpPr>
              <p:nvPr/>
            </p:nvGrpSpPr>
            <p:grpSpPr bwMode="auto">
              <a:xfrm>
                <a:off x="921" y="2635"/>
                <a:ext cx="277" cy="38"/>
                <a:chOff x="921" y="2635"/>
                <a:chExt cx="277" cy="38"/>
              </a:xfrm>
            </p:grpSpPr>
            <p:sp>
              <p:nvSpPr>
                <p:cNvPr id="135371" name="Freeform 150">
                  <a:extLst>
                    <a:ext uri="{FF2B5EF4-FFF2-40B4-BE49-F238E27FC236}">
                      <a16:creationId xmlns:a16="http://schemas.microsoft.com/office/drawing/2014/main" id="{CCB21F23-1462-3D4C-BAE8-FF43531A051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2" name="Freeform 151">
                  <a:extLst>
                    <a:ext uri="{FF2B5EF4-FFF2-40B4-BE49-F238E27FC236}">
                      <a16:creationId xmlns:a16="http://schemas.microsoft.com/office/drawing/2014/main" id="{B04E9307-1788-1141-9364-D2AD16D26401}"/>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73" name="Rectangle 152">
                  <a:extLst>
                    <a:ext uri="{FF2B5EF4-FFF2-40B4-BE49-F238E27FC236}">
                      <a16:creationId xmlns:a16="http://schemas.microsoft.com/office/drawing/2014/main" id="{A98DBC50-E063-984C-8C48-7EA0B3BD6A19}"/>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0" name="Group 153">
            <a:extLst>
              <a:ext uri="{FF2B5EF4-FFF2-40B4-BE49-F238E27FC236}">
                <a16:creationId xmlns:a16="http://schemas.microsoft.com/office/drawing/2014/main" id="{6ACF010C-B879-8C4C-9D64-8819C179E36E}"/>
              </a:ext>
            </a:extLst>
          </p:cNvPr>
          <p:cNvGrpSpPr>
            <a:grpSpLocks/>
          </p:cNvGrpSpPr>
          <p:nvPr/>
        </p:nvGrpSpPr>
        <p:grpSpPr bwMode="auto">
          <a:xfrm>
            <a:off x="2101454" y="3055144"/>
            <a:ext cx="383381" cy="388144"/>
            <a:chOff x="997" y="2775"/>
            <a:chExt cx="282" cy="265"/>
          </a:xfrm>
        </p:grpSpPr>
        <p:grpSp>
          <p:nvGrpSpPr>
            <p:cNvPr id="135334" name="Group 154">
              <a:extLst>
                <a:ext uri="{FF2B5EF4-FFF2-40B4-BE49-F238E27FC236}">
                  <a16:creationId xmlns:a16="http://schemas.microsoft.com/office/drawing/2014/main" id="{AA6C0E92-A67A-EE4A-866F-95935CF70655}"/>
                </a:ext>
              </a:extLst>
            </p:cNvPr>
            <p:cNvGrpSpPr>
              <a:grpSpLocks/>
            </p:cNvGrpSpPr>
            <p:nvPr/>
          </p:nvGrpSpPr>
          <p:grpSpPr bwMode="auto">
            <a:xfrm>
              <a:off x="1004" y="2779"/>
              <a:ext cx="275" cy="261"/>
              <a:chOff x="1004" y="2779"/>
              <a:chExt cx="275" cy="261"/>
            </a:xfrm>
          </p:grpSpPr>
          <p:sp>
            <p:nvSpPr>
              <p:cNvPr id="135348" name="Freeform 155">
                <a:extLst>
                  <a:ext uri="{FF2B5EF4-FFF2-40B4-BE49-F238E27FC236}">
                    <a16:creationId xmlns:a16="http://schemas.microsoft.com/office/drawing/2014/main" id="{BB38612D-CF76-5741-921D-40C3CEEA1BA4}"/>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9" name="Freeform 156">
                <a:extLst>
                  <a:ext uri="{FF2B5EF4-FFF2-40B4-BE49-F238E27FC236}">
                    <a16:creationId xmlns:a16="http://schemas.microsoft.com/office/drawing/2014/main" id="{FB7B822B-90A1-4E47-AA3E-A34B70C3D7C5}"/>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0" name="Freeform 157">
                <a:extLst>
                  <a:ext uri="{FF2B5EF4-FFF2-40B4-BE49-F238E27FC236}">
                    <a16:creationId xmlns:a16="http://schemas.microsoft.com/office/drawing/2014/main" id="{075C3748-C170-7443-B078-D5EA51DA8974}"/>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1" name="Freeform 158">
                <a:extLst>
                  <a:ext uri="{FF2B5EF4-FFF2-40B4-BE49-F238E27FC236}">
                    <a16:creationId xmlns:a16="http://schemas.microsoft.com/office/drawing/2014/main" id="{44E95B72-E608-7244-9F48-5C7FBAE10D57}"/>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2" name="Rectangle 159">
                <a:extLst>
                  <a:ext uri="{FF2B5EF4-FFF2-40B4-BE49-F238E27FC236}">
                    <a16:creationId xmlns:a16="http://schemas.microsoft.com/office/drawing/2014/main" id="{22E81F28-96D4-644B-8C27-7C3774329759}"/>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3" name="Rectangle 160">
                <a:extLst>
                  <a:ext uri="{FF2B5EF4-FFF2-40B4-BE49-F238E27FC236}">
                    <a16:creationId xmlns:a16="http://schemas.microsoft.com/office/drawing/2014/main" id="{33B30216-9E3B-B54E-87D2-E63B379A716F}"/>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4" name="Rectangle 161">
                <a:extLst>
                  <a:ext uri="{FF2B5EF4-FFF2-40B4-BE49-F238E27FC236}">
                    <a16:creationId xmlns:a16="http://schemas.microsoft.com/office/drawing/2014/main" id="{906ADACB-A63B-ED4D-AFB7-4FE2DE47889E}"/>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55" name="Line 162">
                <a:extLst>
                  <a:ext uri="{FF2B5EF4-FFF2-40B4-BE49-F238E27FC236}">
                    <a16:creationId xmlns:a16="http://schemas.microsoft.com/office/drawing/2014/main" id="{8B754590-8799-2149-ABBD-1163872A047D}"/>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56" name="Group 163">
                <a:extLst>
                  <a:ext uri="{FF2B5EF4-FFF2-40B4-BE49-F238E27FC236}">
                    <a16:creationId xmlns:a16="http://schemas.microsoft.com/office/drawing/2014/main" id="{05475D3C-64F9-5543-B583-4202EC146661}"/>
                  </a:ext>
                </a:extLst>
              </p:cNvPr>
              <p:cNvGrpSpPr>
                <a:grpSpLocks/>
              </p:cNvGrpSpPr>
              <p:nvPr/>
            </p:nvGrpSpPr>
            <p:grpSpPr bwMode="auto">
              <a:xfrm>
                <a:off x="1004" y="3002"/>
                <a:ext cx="275" cy="38"/>
                <a:chOff x="1004" y="3002"/>
                <a:chExt cx="275" cy="38"/>
              </a:xfrm>
            </p:grpSpPr>
            <p:sp>
              <p:nvSpPr>
                <p:cNvPr id="135357" name="Freeform 164">
                  <a:extLst>
                    <a:ext uri="{FF2B5EF4-FFF2-40B4-BE49-F238E27FC236}">
                      <a16:creationId xmlns:a16="http://schemas.microsoft.com/office/drawing/2014/main" id="{303C0588-19BA-FD49-9D80-0EE35C6D5D29}"/>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8" name="Freeform 165">
                  <a:extLst>
                    <a:ext uri="{FF2B5EF4-FFF2-40B4-BE49-F238E27FC236}">
                      <a16:creationId xmlns:a16="http://schemas.microsoft.com/office/drawing/2014/main" id="{61C6E325-92D0-044F-8DAC-B8FA9F5DFBCB}"/>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59" name="Rectangle 166">
                  <a:extLst>
                    <a:ext uri="{FF2B5EF4-FFF2-40B4-BE49-F238E27FC236}">
                      <a16:creationId xmlns:a16="http://schemas.microsoft.com/office/drawing/2014/main" id="{32B53825-C81F-F04E-A148-EC36CA10138F}"/>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35" name="Group 167">
              <a:extLst>
                <a:ext uri="{FF2B5EF4-FFF2-40B4-BE49-F238E27FC236}">
                  <a16:creationId xmlns:a16="http://schemas.microsoft.com/office/drawing/2014/main" id="{6582490D-4CC7-194A-8B2F-7273A01FE897}"/>
                </a:ext>
              </a:extLst>
            </p:cNvPr>
            <p:cNvGrpSpPr>
              <a:grpSpLocks/>
            </p:cNvGrpSpPr>
            <p:nvPr/>
          </p:nvGrpSpPr>
          <p:grpSpPr bwMode="auto">
            <a:xfrm>
              <a:off x="997" y="2775"/>
              <a:ext cx="275" cy="260"/>
              <a:chOff x="997" y="2775"/>
              <a:chExt cx="275" cy="260"/>
            </a:xfrm>
          </p:grpSpPr>
          <p:sp>
            <p:nvSpPr>
              <p:cNvPr id="135336" name="Freeform 168">
                <a:extLst>
                  <a:ext uri="{FF2B5EF4-FFF2-40B4-BE49-F238E27FC236}">
                    <a16:creationId xmlns:a16="http://schemas.microsoft.com/office/drawing/2014/main" id="{5DB4DC41-D172-C046-B025-DDB632939403}"/>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7" name="Freeform 169">
                <a:extLst>
                  <a:ext uri="{FF2B5EF4-FFF2-40B4-BE49-F238E27FC236}">
                    <a16:creationId xmlns:a16="http://schemas.microsoft.com/office/drawing/2014/main" id="{96753847-48C4-5440-B2E8-FC3679024956}"/>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8" name="Freeform 170">
                <a:extLst>
                  <a:ext uri="{FF2B5EF4-FFF2-40B4-BE49-F238E27FC236}">
                    <a16:creationId xmlns:a16="http://schemas.microsoft.com/office/drawing/2014/main" id="{96F60F40-8341-164A-BB0B-B867F7B725B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9" name="Freeform 171">
                <a:extLst>
                  <a:ext uri="{FF2B5EF4-FFF2-40B4-BE49-F238E27FC236}">
                    <a16:creationId xmlns:a16="http://schemas.microsoft.com/office/drawing/2014/main" id="{399E52DF-EB3C-2D48-BE11-E270F42FAC5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0" name="Rectangle 172">
                <a:extLst>
                  <a:ext uri="{FF2B5EF4-FFF2-40B4-BE49-F238E27FC236}">
                    <a16:creationId xmlns:a16="http://schemas.microsoft.com/office/drawing/2014/main" id="{FF35014A-4140-514C-842C-73B3FE792A9E}"/>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1" name="Rectangle 173">
                <a:extLst>
                  <a:ext uri="{FF2B5EF4-FFF2-40B4-BE49-F238E27FC236}">
                    <a16:creationId xmlns:a16="http://schemas.microsoft.com/office/drawing/2014/main" id="{6942D15D-5568-D84F-8846-A8D222669A1C}"/>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2" name="Rectangle 174">
                <a:extLst>
                  <a:ext uri="{FF2B5EF4-FFF2-40B4-BE49-F238E27FC236}">
                    <a16:creationId xmlns:a16="http://schemas.microsoft.com/office/drawing/2014/main" id="{F493CE52-A3D6-5E44-BCC4-FE909E432698}"/>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43" name="Line 175">
                <a:extLst>
                  <a:ext uri="{FF2B5EF4-FFF2-40B4-BE49-F238E27FC236}">
                    <a16:creationId xmlns:a16="http://schemas.microsoft.com/office/drawing/2014/main" id="{121674A3-CDBC-554B-BC38-52FD6C388522}"/>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44" name="Group 176">
                <a:extLst>
                  <a:ext uri="{FF2B5EF4-FFF2-40B4-BE49-F238E27FC236}">
                    <a16:creationId xmlns:a16="http://schemas.microsoft.com/office/drawing/2014/main" id="{A3D401FD-A638-8546-89B3-1E7B4E4EC666}"/>
                  </a:ext>
                </a:extLst>
              </p:cNvPr>
              <p:cNvGrpSpPr>
                <a:grpSpLocks/>
              </p:cNvGrpSpPr>
              <p:nvPr/>
            </p:nvGrpSpPr>
            <p:grpSpPr bwMode="auto">
              <a:xfrm>
                <a:off x="997" y="2997"/>
                <a:ext cx="275" cy="38"/>
                <a:chOff x="997" y="2997"/>
                <a:chExt cx="275" cy="38"/>
              </a:xfrm>
            </p:grpSpPr>
            <p:sp>
              <p:nvSpPr>
                <p:cNvPr id="135345" name="Freeform 177">
                  <a:extLst>
                    <a:ext uri="{FF2B5EF4-FFF2-40B4-BE49-F238E27FC236}">
                      <a16:creationId xmlns:a16="http://schemas.microsoft.com/office/drawing/2014/main" id="{053FA7E9-B4E9-1A40-97BA-A2CF1C72A33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6" name="Freeform 178">
                  <a:extLst>
                    <a:ext uri="{FF2B5EF4-FFF2-40B4-BE49-F238E27FC236}">
                      <a16:creationId xmlns:a16="http://schemas.microsoft.com/office/drawing/2014/main" id="{D5E4E39C-D483-9349-B47F-F0EC874D8DFB}"/>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47" name="Rectangle 179">
                  <a:extLst>
                    <a:ext uri="{FF2B5EF4-FFF2-40B4-BE49-F238E27FC236}">
                      <a16:creationId xmlns:a16="http://schemas.microsoft.com/office/drawing/2014/main" id="{44CC2570-B4AC-E240-B0A6-1DD82E4A9A0E}"/>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1" name="Group 180">
            <a:extLst>
              <a:ext uri="{FF2B5EF4-FFF2-40B4-BE49-F238E27FC236}">
                <a16:creationId xmlns:a16="http://schemas.microsoft.com/office/drawing/2014/main" id="{19B076F5-830E-B948-BD24-C42B2C28B241}"/>
              </a:ext>
            </a:extLst>
          </p:cNvPr>
          <p:cNvGrpSpPr>
            <a:grpSpLocks/>
          </p:cNvGrpSpPr>
          <p:nvPr/>
        </p:nvGrpSpPr>
        <p:grpSpPr bwMode="auto">
          <a:xfrm>
            <a:off x="1547813" y="3452813"/>
            <a:ext cx="383381" cy="388144"/>
            <a:chOff x="590" y="3047"/>
            <a:chExt cx="282" cy="265"/>
          </a:xfrm>
        </p:grpSpPr>
        <p:grpSp>
          <p:nvGrpSpPr>
            <p:cNvPr id="135308" name="Group 181">
              <a:extLst>
                <a:ext uri="{FF2B5EF4-FFF2-40B4-BE49-F238E27FC236}">
                  <a16:creationId xmlns:a16="http://schemas.microsoft.com/office/drawing/2014/main" id="{7074C407-D1C6-3C4D-8E45-D07CA9DC6D05}"/>
                </a:ext>
              </a:extLst>
            </p:cNvPr>
            <p:cNvGrpSpPr>
              <a:grpSpLocks/>
            </p:cNvGrpSpPr>
            <p:nvPr/>
          </p:nvGrpSpPr>
          <p:grpSpPr bwMode="auto">
            <a:xfrm>
              <a:off x="596" y="3051"/>
              <a:ext cx="276" cy="261"/>
              <a:chOff x="596" y="3051"/>
              <a:chExt cx="276" cy="261"/>
            </a:xfrm>
          </p:grpSpPr>
          <p:sp>
            <p:nvSpPr>
              <p:cNvPr id="135322" name="Freeform 182">
                <a:extLst>
                  <a:ext uri="{FF2B5EF4-FFF2-40B4-BE49-F238E27FC236}">
                    <a16:creationId xmlns:a16="http://schemas.microsoft.com/office/drawing/2014/main" id="{F1311EA8-9C49-5345-9A94-8598CD38A428}"/>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3" name="Freeform 183">
                <a:extLst>
                  <a:ext uri="{FF2B5EF4-FFF2-40B4-BE49-F238E27FC236}">
                    <a16:creationId xmlns:a16="http://schemas.microsoft.com/office/drawing/2014/main" id="{474EDBC9-8D4B-6444-896B-08DA8CA6172C}"/>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4" name="Freeform 184">
                <a:extLst>
                  <a:ext uri="{FF2B5EF4-FFF2-40B4-BE49-F238E27FC236}">
                    <a16:creationId xmlns:a16="http://schemas.microsoft.com/office/drawing/2014/main" id="{5BE3BFE6-12B5-5B4B-9346-A00A09ADEE1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5" name="Freeform 185">
                <a:extLst>
                  <a:ext uri="{FF2B5EF4-FFF2-40B4-BE49-F238E27FC236}">
                    <a16:creationId xmlns:a16="http://schemas.microsoft.com/office/drawing/2014/main" id="{5FFC0CF0-83A7-7C4D-8A93-B9AECD63DEF1}"/>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6" name="Rectangle 186">
                <a:extLst>
                  <a:ext uri="{FF2B5EF4-FFF2-40B4-BE49-F238E27FC236}">
                    <a16:creationId xmlns:a16="http://schemas.microsoft.com/office/drawing/2014/main" id="{884A0F05-2FA3-4146-972D-264F62564C2A}"/>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7" name="Rectangle 187">
                <a:extLst>
                  <a:ext uri="{FF2B5EF4-FFF2-40B4-BE49-F238E27FC236}">
                    <a16:creationId xmlns:a16="http://schemas.microsoft.com/office/drawing/2014/main" id="{BA7E2B84-7323-3949-AFA6-D2836F51735F}"/>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8" name="Rectangle 188">
                <a:extLst>
                  <a:ext uri="{FF2B5EF4-FFF2-40B4-BE49-F238E27FC236}">
                    <a16:creationId xmlns:a16="http://schemas.microsoft.com/office/drawing/2014/main" id="{5CF94590-6C15-4B4D-BA28-E5F07D90EC84}"/>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29" name="Line 189">
                <a:extLst>
                  <a:ext uri="{FF2B5EF4-FFF2-40B4-BE49-F238E27FC236}">
                    <a16:creationId xmlns:a16="http://schemas.microsoft.com/office/drawing/2014/main" id="{8E9C16AA-FB13-0945-B9AE-FAD5F18456F5}"/>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30" name="Group 190">
                <a:extLst>
                  <a:ext uri="{FF2B5EF4-FFF2-40B4-BE49-F238E27FC236}">
                    <a16:creationId xmlns:a16="http://schemas.microsoft.com/office/drawing/2014/main" id="{7FE2C2B3-D378-1A4A-AAF9-CE61A00BF293}"/>
                  </a:ext>
                </a:extLst>
              </p:cNvPr>
              <p:cNvGrpSpPr>
                <a:grpSpLocks/>
              </p:cNvGrpSpPr>
              <p:nvPr/>
            </p:nvGrpSpPr>
            <p:grpSpPr bwMode="auto">
              <a:xfrm>
                <a:off x="596" y="3274"/>
                <a:ext cx="276" cy="38"/>
                <a:chOff x="596" y="3274"/>
                <a:chExt cx="276" cy="38"/>
              </a:xfrm>
            </p:grpSpPr>
            <p:sp>
              <p:nvSpPr>
                <p:cNvPr id="135331" name="Freeform 191">
                  <a:extLst>
                    <a:ext uri="{FF2B5EF4-FFF2-40B4-BE49-F238E27FC236}">
                      <a16:creationId xmlns:a16="http://schemas.microsoft.com/office/drawing/2014/main" id="{2F39E73B-A2AA-A74A-B35F-0BCC482F56C6}"/>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2" name="Freeform 192">
                  <a:extLst>
                    <a:ext uri="{FF2B5EF4-FFF2-40B4-BE49-F238E27FC236}">
                      <a16:creationId xmlns:a16="http://schemas.microsoft.com/office/drawing/2014/main" id="{1F0D3153-FF27-6544-BB1E-733BCEB33189}"/>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33" name="Rectangle 193">
                  <a:extLst>
                    <a:ext uri="{FF2B5EF4-FFF2-40B4-BE49-F238E27FC236}">
                      <a16:creationId xmlns:a16="http://schemas.microsoft.com/office/drawing/2014/main" id="{30D2D33D-7349-A24C-BE43-DD9660929250}"/>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309" name="Group 194">
              <a:extLst>
                <a:ext uri="{FF2B5EF4-FFF2-40B4-BE49-F238E27FC236}">
                  <a16:creationId xmlns:a16="http://schemas.microsoft.com/office/drawing/2014/main" id="{8A50B3FF-A746-2747-AC87-88202798BEBC}"/>
                </a:ext>
              </a:extLst>
            </p:cNvPr>
            <p:cNvGrpSpPr>
              <a:grpSpLocks/>
            </p:cNvGrpSpPr>
            <p:nvPr/>
          </p:nvGrpSpPr>
          <p:grpSpPr bwMode="auto">
            <a:xfrm>
              <a:off x="590" y="3047"/>
              <a:ext cx="275" cy="260"/>
              <a:chOff x="590" y="3047"/>
              <a:chExt cx="275" cy="260"/>
            </a:xfrm>
          </p:grpSpPr>
          <p:sp>
            <p:nvSpPr>
              <p:cNvPr id="135310" name="Freeform 195">
                <a:extLst>
                  <a:ext uri="{FF2B5EF4-FFF2-40B4-BE49-F238E27FC236}">
                    <a16:creationId xmlns:a16="http://schemas.microsoft.com/office/drawing/2014/main" id="{6BA25D91-ABE7-714A-A0B6-3A80103E6F62}"/>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1" name="Freeform 196">
                <a:extLst>
                  <a:ext uri="{FF2B5EF4-FFF2-40B4-BE49-F238E27FC236}">
                    <a16:creationId xmlns:a16="http://schemas.microsoft.com/office/drawing/2014/main" id="{036B1687-772C-C74A-A887-A3F8A88CF3D5}"/>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2" name="Freeform 197">
                <a:extLst>
                  <a:ext uri="{FF2B5EF4-FFF2-40B4-BE49-F238E27FC236}">
                    <a16:creationId xmlns:a16="http://schemas.microsoft.com/office/drawing/2014/main" id="{791B8041-DAD0-B34B-8428-FEBF3CD13636}"/>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3" name="Freeform 198">
                <a:extLst>
                  <a:ext uri="{FF2B5EF4-FFF2-40B4-BE49-F238E27FC236}">
                    <a16:creationId xmlns:a16="http://schemas.microsoft.com/office/drawing/2014/main" id="{09FB0370-4D0D-7149-955E-DCFE02D12676}"/>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14" name="Rectangle 199">
                <a:extLst>
                  <a:ext uri="{FF2B5EF4-FFF2-40B4-BE49-F238E27FC236}">
                    <a16:creationId xmlns:a16="http://schemas.microsoft.com/office/drawing/2014/main" id="{124ECF95-AE8C-B44D-86BA-27926D1534AC}"/>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5" name="Rectangle 200">
                <a:extLst>
                  <a:ext uri="{FF2B5EF4-FFF2-40B4-BE49-F238E27FC236}">
                    <a16:creationId xmlns:a16="http://schemas.microsoft.com/office/drawing/2014/main" id="{A9C5F8D9-DDAB-B64D-B576-3152A41E4CB5}"/>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6" name="Rectangle 201">
                <a:extLst>
                  <a:ext uri="{FF2B5EF4-FFF2-40B4-BE49-F238E27FC236}">
                    <a16:creationId xmlns:a16="http://schemas.microsoft.com/office/drawing/2014/main" id="{33B88A58-ECB5-E444-BD87-62143DC7DCA7}"/>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17" name="Line 202">
                <a:extLst>
                  <a:ext uri="{FF2B5EF4-FFF2-40B4-BE49-F238E27FC236}">
                    <a16:creationId xmlns:a16="http://schemas.microsoft.com/office/drawing/2014/main" id="{26B26CD2-DBE8-1C46-9B35-DF9474BD429A}"/>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18" name="Group 203">
                <a:extLst>
                  <a:ext uri="{FF2B5EF4-FFF2-40B4-BE49-F238E27FC236}">
                    <a16:creationId xmlns:a16="http://schemas.microsoft.com/office/drawing/2014/main" id="{60E692AC-C03F-2448-BA51-BB3DC1044B47}"/>
                  </a:ext>
                </a:extLst>
              </p:cNvPr>
              <p:cNvGrpSpPr>
                <a:grpSpLocks/>
              </p:cNvGrpSpPr>
              <p:nvPr/>
            </p:nvGrpSpPr>
            <p:grpSpPr bwMode="auto">
              <a:xfrm>
                <a:off x="590" y="3269"/>
                <a:ext cx="275" cy="38"/>
                <a:chOff x="590" y="3269"/>
                <a:chExt cx="275" cy="38"/>
              </a:xfrm>
            </p:grpSpPr>
            <p:sp>
              <p:nvSpPr>
                <p:cNvPr id="135319" name="Freeform 204">
                  <a:extLst>
                    <a:ext uri="{FF2B5EF4-FFF2-40B4-BE49-F238E27FC236}">
                      <a16:creationId xmlns:a16="http://schemas.microsoft.com/office/drawing/2014/main" id="{C7FA58F6-5F84-544A-B0AD-393092DCC8E4}"/>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0" name="Freeform 205">
                  <a:extLst>
                    <a:ext uri="{FF2B5EF4-FFF2-40B4-BE49-F238E27FC236}">
                      <a16:creationId xmlns:a16="http://schemas.microsoft.com/office/drawing/2014/main" id="{7C8C1F5F-9450-0D43-8AC0-901064D7605E}"/>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21" name="Rectangle 206">
                  <a:extLst>
                    <a:ext uri="{FF2B5EF4-FFF2-40B4-BE49-F238E27FC236}">
                      <a16:creationId xmlns:a16="http://schemas.microsoft.com/office/drawing/2014/main" id="{74E2911D-A669-F740-A4C8-736736AD4FAB}"/>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2" name="Group 207">
            <a:extLst>
              <a:ext uri="{FF2B5EF4-FFF2-40B4-BE49-F238E27FC236}">
                <a16:creationId xmlns:a16="http://schemas.microsoft.com/office/drawing/2014/main" id="{59F2F753-05EF-AA49-BF75-BA110097CD84}"/>
              </a:ext>
            </a:extLst>
          </p:cNvPr>
          <p:cNvGrpSpPr>
            <a:grpSpLocks/>
          </p:cNvGrpSpPr>
          <p:nvPr/>
        </p:nvGrpSpPr>
        <p:grpSpPr bwMode="auto">
          <a:xfrm>
            <a:off x="1977629" y="3919538"/>
            <a:ext cx="382190" cy="388144"/>
            <a:chOff x="906" y="3365"/>
            <a:chExt cx="281" cy="265"/>
          </a:xfrm>
        </p:grpSpPr>
        <p:grpSp>
          <p:nvGrpSpPr>
            <p:cNvPr id="135282" name="Group 208">
              <a:extLst>
                <a:ext uri="{FF2B5EF4-FFF2-40B4-BE49-F238E27FC236}">
                  <a16:creationId xmlns:a16="http://schemas.microsoft.com/office/drawing/2014/main" id="{5E8F1E6A-9657-524B-895E-9527D53350C0}"/>
                </a:ext>
              </a:extLst>
            </p:cNvPr>
            <p:cNvGrpSpPr>
              <a:grpSpLocks/>
            </p:cNvGrpSpPr>
            <p:nvPr/>
          </p:nvGrpSpPr>
          <p:grpSpPr bwMode="auto">
            <a:xfrm>
              <a:off x="912" y="3369"/>
              <a:ext cx="275" cy="261"/>
              <a:chOff x="912" y="3369"/>
              <a:chExt cx="275" cy="261"/>
            </a:xfrm>
          </p:grpSpPr>
          <p:sp>
            <p:nvSpPr>
              <p:cNvPr id="135296" name="Freeform 209">
                <a:extLst>
                  <a:ext uri="{FF2B5EF4-FFF2-40B4-BE49-F238E27FC236}">
                    <a16:creationId xmlns:a16="http://schemas.microsoft.com/office/drawing/2014/main" id="{5C213B49-1AC9-CC4C-BB47-9E94571449F3}"/>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7" name="Freeform 210">
                <a:extLst>
                  <a:ext uri="{FF2B5EF4-FFF2-40B4-BE49-F238E27FC236}">
                    <a16:creationId xmlns:a16="http://schemas.microsoft.com/office/drawing/2014/main" id="{1AE1AE6F-9A54-2341-978D-966C1B36A94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8" name="Freeform 211">
                <a:extLst>
                  <a:ext uri="{FF2B5EF4-FFF2-40B4-BE49-F238E27FC236}">
                    <a16:creationId xmlns:a16="http://schemas.microsoft.com/office/drawing/2014/main" id="{723078E5-1084-D948-A11F-6CEDAF615D06}"/>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9" name="Freeform 212">
                <a:extLst>
                  <a:ext uri="{FF2B5EF4-FFF2-40B4-BE49-F238E27FC236}">
                    <a16:creationId xmlns:a16="http://schemas.microsoft.com/office/drawing/2014/main" id="{3558B1D9-E5F5-1C4A-B495-1D93DFBDD3F2}"/>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0" name="Rectangle 213">
                <a:extLst>
                  <a:ext uri="{FF2B5EF4-FFF2-40B4-BE49-F238E27FC236}">
                    <a16:creationId xmlns:a16="http://schemas.microsoft.com/office/drawing/2014/main" id="{CDF41B9F-7C10-634F-B1B5-B311EF8AC4C5}"/>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1" name="Rectangle 214">
                <a:extLst>
                  <a:ext uri="{FF2B5EF4-FFF2-40B4-BE49-F238E27FC236}">
                    <a16:creationId xmlns:a16="http://schemas.microsoft.com/office/drawing/2014/main" id="{FF41E7CE-E31E-9743-AA88-903C1490DFA5}"/>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2" name="Rectangle 215">
                <a:extLst>
                  <a:ext uri="{FF2B5EF4-FFF2-40B4-BE49-F238E27FC236}">
                    <a16:creationId xmlns:a16="http://schemas.microsoft.com/office/drawing/2014/main" id="{4AF22A0D-AA68-5740-92E0-2F325ED01D5E}"/>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303" name="Line 216">
                <a:extLst>
                  <a:ext uri="{FF2B5EF4-FFF2-40B4-BE49-F238E27FC236}">
                    <a16:creationId xmlns:a16="http://schemas.microsoft.com/office/drawing/2014/main" id="{CEE73B0E-6893-EE46-B9A8-403B4E556578}"/>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304" name="Group 217">
                <a:extLst>
                  <a:ext uri="{FF2B5EF4-FFF2-40B4-BE49-F238E27FC236}">
                    <a16:creationId xmlns:a16="http://schemas.microsoft.com/office/drawing/2014/main" id="{9817D701-9E03-FF48-8B09-B9C49BDBB2DE}"/>
                  </a:ext>
                </a:extLst>
              </p:cNvPr>
              <p:cNvGrpSpPr>
                <a:grpSpLocks/>
              </p:cNvGrpSpPr>
              <p:nvPr/>
            </p:nvGrpSpPr>
            <p:grpSpPr bwMode="auto">
              <a:xfrm>
                <a:off x="912" y="3592"/>
                <a:ext cx="275" cy="38"/>
                <a:chOff x="912" y="3592"/>
                <a:chExt cx="275" cy="38"/>
              </a:xfrm>
            </p:grpSpPr>
            <p:sp>
              <p:nvSpPr>
                <p:cNvPr id="135305" name="Freeform 218">
                  <a:extLst>
                    <a:ext uri="{FF2B5EF4-FFF2-40B4-BE49-F238E27FC236}">
                      <a16:creationId xmlns:a16="http://schemas.microsoft.com/office/drawing/2014/main" id="{906BB1C9-BAC4-8F45-84AE-91A680723E87}"/>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6" name="Freeform 219">
                  <a:extLst>
                    <a:ext uri="{FF2B5EF4-FFF2-40B4-BE49-F238E27FC236}">
                      <a16:creationId xmlns:a16="http://schemas.microsoft.com/office/drawing/2014/main" id="{5A6870CE-292C-D844-942F-8AD1D036F55B}"/>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307" name="Rectangle 220">
                  <a:extLst>
                    <a:ext uri="{FF2B5EF4-FFF2-40B4-BE49-F238E27FC236}">
                      <a16:creationId xmlns:a16="http://schemas.microsoft.com/office/drawing/2014/main" id="{F3C99E82-D871-B44C-9C2F-EF1A856D6BE5}"/>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5283" name="Group 221">
              <a:extLst>
                <a:ext uri="{FF2B5EF4-FFF2-40B4-BE49-F238E27FC236}">
                  <a16:creationId xmlns:a16="http://schemas.microsoft.com/office/drawing/2014/main" id="{D2638F31-4268-C947-A250-268E8907E081}"/>
                </a:ext>
              </a:extLst>
            </p:cNvPr>
            <p:cNvGrpSpPr>
              <a:grpSpLocks/>
            </p:cNvGrpSpPr>
            <p:nvPr/>
          </p:nvGrpSpPr>
          <p:grpSpPr bwMode="auto">
            <a:xfrm>
              <a:off x="906" y="3365"/>
              <a:ext cx="275" cy="261"/>
              <a:chOff x="906" y="3365"/>
              <a:chExt cx="275" cy="261"/>
            </a:xfrm>
          </p:grpSpPr>
          <p:sp>
            <p:nvSpPr>
              <p:cNvPr id="135284" name="Freeform 222">
                <a:extLst>
                  <a:ext uri="{FF2B5EF4-FFF2-40B4-BE49-F238E27FC236}">
                    <a16:creationId xmlns:a16="http://schemas.microsoft.com/office/drawing/2014/main" id="{1D49D9AE-4D47-0D46-83F5-BD72104926B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5" name="Freeform 223">
                <a:extLst>
                  <a:ext uri="{FF2B5EF4-FFF2-40B4-BE49-F238E27FC236}">
                    <a16:creationId xmlns:a16="http://schemas.microsoft.com/office/drawing/2014/main" id="{7B6CFEE3-8D32-354D-A5C1-13FC59906988}"/>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6" name="Freeform 224">
                <a:extLst>
                  <a:ext uri="{FF2B5EF4-FFF2-40B4-BE49-F238E27FC236}">
                    <a16:creationId xmlns:a16="http://schemas.microsoft.com/office/drawing/2014/main" id="{E90EB01F-22F2-F04A-AC71-DB55D9091102}"/>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7" name="Freeform 225">
                <a:extLst>
                  <a:ext uri="{FF2B5EF4-FFF2-40B4-BE49-F238E27FC236}">
                    <a16:creationId xmlns:a16="http://schemas.microsoft.com/office/drawing/2014/main" id="{1CA3410B-0DF7-A946-941A-B278EBF236E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88" name="Rectangle 226">
                <a:extLst>
                  <a:ext uri="{FF2B5EF4-FFF2-40B4-BE49-F238E27FC236}">
                    <a16:creationId xmlns:a16="http://schemas.microsoft.com/office/drawing/2014/main" id="{FA8201CB-6B77-0B4C-AA01-B9B5D2D0DB6A}"/>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89" name="Rectangle 227">
                <a:extLst>
                  <a:ext uri="{FF2B5EF4-FFF2-40B4-BE49-F238E27FC236}">
                    <a16:creationId xmlns:a16="http://schemas.microsoft.com/office/drawing/2014/main" id="{EA5202E0-D8DA-EA45-A4DF-214DFBEEAB78}"/>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90" name="Rectangle 228">
                <a:extLst>
                  <a:ext uri="{FF2B5EF4-FFF2-40B4-BE49-F238E27FC236}">
                    <a16:creationId xmlns:a16="http://schemas.microsoft.com/office/drawing/2014/main" id="{DA6E0441-4246-3B4F-A7A6-32D3DF859EE1}"/>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91" name="Line 229">
                <a:extLst>
                  <a:ext uri="{FF2B5EF4-FFF2-40B4-BE49-F238E27FC236}">
                    <a16:creationId xmlns:a16="http://schemas.microsoft.com/office/drawing/2014/main" id="{405D8630-CA99-0E47-9296-5B31A241B0BC}"/>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5292" name="Group 230">
                <a:extLst>
                  <a:ext uri="{FF2B5EF4-FFF2-40B4-BE49-F238E27FC236}">
                    <a16:creationId xmlns:a16="http://schemas.microsoft.com/office/drawing/2014/main" id="{E2E8AB24-0FCE-CA46-AA0C-19D3C095FBAD}"/>
                  </a:ext>
                </a:extLst>
              </p:cNvPr>
              <p:cNvGrpSpPr>
                <a:grpSpLocks/>
              </p:cNvGrpSpPr>
              <p:nvPr/>
            </p:nvGrpSpPr>
            <p:grpSpPr bwMode="auto">
              <a:xfrm>
                <a:off x="906" y="3587"/>
                <a:ext cx="275" cy="39"/>
                <a:chOff x="906" y="3587"/>
                <a:chExt cx="275" cy="39"/>
              </a:xfrm>
            </p:grpSpPr>
            <p:sp>
              <p:nvSpPr>
                <p:cNvPr id="135293" name="Freeform 231">
                  <a:extLst>
                    <a:ext uri="{FF2B5EF4-FFF2-40B4-BE49-F238E27FC236}">
                      <a16:creationId xmlns:a16="http://schemas.microsoft.com/office/drawing/2014/main" id="{9F302DA7-3413-D449-87B0-57A43C9A744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4" name="Freeform 232">
                  <a:extLst>
                    <a:ext uri="{FF2B5EF4-FFF2-40B4-BE49-F238E27FC236}">
                      <a16:creationId xmlns:a16="http://schemas.microsoft.com/office/drawing/2014/main" id="{14823E3C-233F-5444-AFF8-29DF092D7D21}"/>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95" name="Rectangle 233">
                  <a:extLst>
                    <a:ext uri="{FF2B5EF4-FFF2-40B4-BE49-F238E27FC236}">
                      <a16:creationId xmlns:a16="http://schemas.microsoft.com/office/drawing/2014/main" id="{CB9F4A88-BCAC-F14F-924F-13C050F8AA46}"/>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5193" name="Group 234">
            <a:extLst>
              <a:ext uri="{FF2B5EF4-FFF2-40B4-BE49-F238E27FC236}">
                <a16:creationId xmlns:a16="http://schemas.microsoft.com/office/drawing/2014/main" id="{42A0EE08-A44A-1340-AE5E-08B638D6C2B0}"/>
              </a:ext>
            </a:extLst>
          </p:cNvPr>
          <p:cNvGrpSpPr>
            <a:grpSpLocks/>
          </p:cNvGrpSpPr>
          <p:nvPr/>
        </p:nvGrpSpPr>
        <p:grpSpPr bwMode="auto">
          <a:xfrm>
            <a:off x="3095625" y="4010025"/>
            <a:ext cx="333375" cy="629841"/>
            <a:chOff x="1660" y="3427"/>
            <a:chExt cx="217" cy="339"/>
          </a:xfrm>
        </p:grpSpPr>
        <p:grpSp>
          <p:nvGrpSpPr>
            <p:cNvPr id="135262" name="Group 235">
              <a:extLst>
                <a:ext uri="{FF2B5EF4-FFF2-40B4-BE49-F238E27FC236}">
                  <a16:creationId xmlns:a16="http://schemas.microsoft.com/office/drawing/2014/main" id="{FBE703E4-1BEB-0F4B-AF59-690B7B17CAB9}"/>
                </a:ext>
              </a:extLst>
            </p:cNvPr>
            <p:cNvGrpSpPr>
              <a:grpSpLocks/>
            </p:cNvGrpSpPr>
            <p:nvPr/>
          </p:nvGrpSpPr>
          <p:grpSpPr bwMode="auto">
            <a:xfrm>
              <a:off x="1665" y="3433"/>
              <a:ext cx="212" cy="333"/>
              <a:chOff x="1665" y="3433"/>
              <a:chExt cx="212" cy="333"/>
            </a:xfrm>
          </p:grpSpPr>
          <p:sp>
            <p:nvSpPr>
              <p:cNvPr id="135273" name="Freeform 236">
                <a:extLst>
                  <a:ext uri="{FF2B5EF4-FFF2-40B4-BE49-F238E27FC236}">
                    <a16:creationId xmlns:a16="http://schemas.microsoft.com/office/drawing/2014/main" id="{8A17CB28-6DED-8340-B722-FB4A74E065C0}"/>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4" name="Freeform 237">
                <a:extLst>
                  <a:ext uri="{FF2B5EF4-FFF2-40B4-BE49-F238E27FC236}">
                    <a16:creationId xmlns:a16="http://schemas.microsoft.com/office/drawing/2014/main" id="{32DEBF08-7371-0848-9EEB-E6BEFA405905}"/>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5" name="Freeform 238">
                <a:extLst>
                  <a:ext uri="{FF2B5EF4-FFF2-40B4-BE49-F238E27FC236}">
                    <a16:creationId xmlns:a16="http://schemas.microsoft.com/office/drawing/2014/main" id="{A084EFEF-EE0C-7B47-9B7C-51E8B760FFCF}"/>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6" name="Freeform 239">
                <a:extLst>
                  <a:ext uri="{FF2B5EF4-FFF2-40B4-BE49-F238E27FC236}">
                    <a16:creationId xmlns:a16="http://schemas.microsoft.com/office/drawing/2014/main" id="{5F56B5AB-A472-8A43-A712-9FB2358DBDA0}"/>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77" name="Rectangle 240">
                <a:extLst>
                  <a:ext uri="{FF2B5EF4-FFF2-40B4-BE49-F238E27FC236}">
                    <a16:creationId xmlns:a16="http://schemas.microsoft.com/office/drawing/2014/main" id="{69CC6495-D294-8A4A-9A77-D35AC1129D40}"/>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8" name="Rectangle 241">
                <a:extLst>
                  <a:ext uri="{FF2B5EF4-FFF2-40B4-BE49-F238E27FC236}">
                    <a16:creationId xmlns:a16="http://schemas.microsoft.com/office/drawing/2014/main" id="{B7E963C5-79C1-E64C-8FD5-05A857FA6B09}"/>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9" name="Line 242">
                <a:extLst>
                  <a:ext uri="{FF2B5EF4-FFF2-40B4-BE49-F238E27FC236}">
                    <a16:creationId xmlns:a16="http://schemas.microsoft.com/office/drawing/2014/main" id="{20370A3D-D88C-424E-9477-B72E341F8E7D}"/>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80" name="Line 243">
                <a:extLst>
                  <a:ext uri="{FF2B5EF4-FFF2-40B4-BE49-F238E27FC236}">
                    <a16:creationId xmlns:a16="http://schemas.microsoft.com/office/drawing/2014/main" id="{9DC1F8FD-30D0-564F-BE14-D4DBA936D105}"/>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81" name="Line 244">
                <a:extLst>
                  <a:ext uri="{FF2B5EF4-FFF2-40B4-BE49-F238E27FC236}">
                    <a16:creationId xmlns:a16="http://schemas.microsoft.com/office/drawing/2014/main" id="{09E89534-3A76-CB41-8622-09075FC5DC84}"/>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263" name="Group 245">
              <a:extLst>
                <a:ext uri="{FF2B5EF4-FFF2-40B4-BE49-F238E27FC236}">
                  <a16:creationId xmlns:a16="http://schemas.microsoft.com/office/drawing/2014/main" id="{C53BF7BF-888F-AF4B-B259-2C7F35C6FAB5}"/>
                </a:ext>
              </a:extLst>
            </p:cNvPr>
            <p:cNvGrpSpPr>
              <a:grpSpLocks/>
            </p:cNvGrpSpPr>
            <p:nvPr/>
          </p:nvGrpSpPr>
          <p:grpSpPr bwMode="auto">
            <a:xfrm>
              <a:off x="1660" y="3427"/>
              <a:ext cx="212" cy="333"/>
              <a:chOff x="1660" y="3427"/>
              <a:chExt cx="212" cy="333"/>
            </a:xfrm>
          </p:grpSpPr>
          <p:sp>
            <p:nvSpPr>
              <p:cNvPr id="135264" name="Freeform 246">
                <a:extLst>
                  <a:ext uri="{FF2B5EF4-FFF2-40B4-BE49-F238E27FC236}">
                    <a16:creationId xmlns:a16="http://schemas.microsoft.com/office/drawing/2014/main" id="{0857CEE1-D879-D34B-A520-18820305019F}"/>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5" name="Freeform 247">
                <a:extLst>
                  <a:ext uri="{FF2B5EF4-FFF2-40B4-BE49-F238E27FC236}">
                    <a16:creationId xmlns:a16="http://schemas.microsoft.com/office/drawing/2014/main" id="{73ACAED1-36D8-6347-95DB-993F9E7E97D6}"/>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6" name="Freeform 248">
                <a:extLst>
                  <a:ext uri="{FF2B5EF4-FFF2-40B4-BE49-F238E27FC236}">
                    <a16:creationId xmlns:a16="http://schemas.microsoft.com/office/drawing/2014/main" id="{BAB25BF4-C1E3-054C-B63B-2AA44AF1B37E}"/>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7" name="Freeform 249">
                <a:extLst>
                  <a:ext uri="{FF2B5EF4-FFF2-40B4-BE49-F238E27FC236}">
                    <a16:creationId xmlns:a16="http://schemas.microsoft.com/office/drawing/2014/main" id="{6C9D9BB2-607E-D44C-9F1E-CDF3C0C028AA}"/>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68" name="Rectangle 250">
                <a:extLst>
                  <a:ext uri="{FF2B5EF4-FFF2-40B4-BE49-F238E27FC236}">
                    <a16:creationId xmlns:a16="http://schemas.microsoft.com/office/drawing/2014/main" id="{CD7B6463-2071-F446-958F-47AE6C383152}"/>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69" name="Rectangle 251">
                <a:extLst>
                  <a:ext uri="{FF2B5EF4-FFF2-40B4-BE49-F238E27FC236}">
                    <a16:creationId xmlns:a16="http://schemas.microsoft.com/office/drawing/2014/main" id="{ABFBD4EF-1A8D-B24B-9EDF-4B994F467EB2}"/>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70" name="Line 252">
                <a:extLst>
                  <a:ext uri="{FF2B5EF4-FFF2-40B4-BE49-F238E27FC236}">
                    <a16:creationId xmlns:a16="http://schemas.microsoft.com/office/drawing/2014/main" id="{6AE58E3C-A07F-C44B-89E9-BBDCF7B4C6D1}"/>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71" name="Line 253">
                <a:extLst>
                  <a:ext uri="{FF2B5EF4-FFF2-40B4-BE49-F238E27FC236}">
                    <a16:creationId xmlns:a16="http://schemas.microsoft.com/office/drawing/2014/main" id="{56618136-ABF5-4548-A19F-30A7FA843D91}"/>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72" name="Line 254">
                <a:extLst>
                  <a:ext uri="{FF2B5EF4-FFF2-40B4-BE49-F238E27FC236}">
                    <a16:creationId xmlns:a16="http://schemas.microsoft.com/office/drawing/2014/main" id="{61E7EE38-9A49-9A44-A202-2FEAE1B1D38F}"/>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94" name="Rectangle 255">
            <a:extLst>
              <a:ext uri="{FF2B5EF4-FFF2-40B4-BE49-F238E27FC236}">
                <a16:creationId xmlns:a16="http://schemas.microsoft.com/office/drawing/2014/main" id="{096B4931-9FE2-B14A-AB39-EA18A0A56B11}"/>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95" name="Rectangle 256">
            <a:extLst>
              <a:ext uri="{FF2B5EF4-FFF2-40B4-BE49-F238E27FC236}">
                <a16:creationId xmlns:a16="http://schemas.microsoft.com/office/drawing/2014/main" id="{D2886C03-2262-5549-A6E0-466A68D5B596}"/>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5196" name="Rectangle 257">
            <a:extLst>
              <a:ext uri="{FF2B5EF4-FFF2-40B4-BE49-F238E27FC236}">
                <a16:creationId xmlns:a16="http://schemas.microsoft.com/office/drawing/2014/main" id="{A2AC4FAB-640D-F541-BB45-2B6564F35E6C}"/>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197" name="Rectangle 258">
            <a:extLst>
              <a:ext uri="{FF2B5EF4-FFF2-40B4-BE49-F238E27FC236}">
                <a16:creationId xmlns:a16="http://schemas.microsoft.com/office/drawing/2014/main" id="{B96FE9D9-CE75-8845-B515-48EE65873849}"/>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5198" name="Group 259">
            <a:extLst>
              <a:ext uri="{FF2B5EF4-FFF2-40B4-BE49-F238E27FC236}">
                <a16:creationId xmlns:a16="http://schemas.microsoft.com/office/drawing/2014/main" id="{4F45755D-4255-CD48-B71C-DF7BD083FB44}"/>
              </a:ext>
            </a:extLst>
          </p:cNvPr>
          <p:cNvGrpSpPr>
            <a:grpSpLocks/>
          </p:cNvGrpSpPr>
          <p:nvPr/>
        </p:nvGrpSpPr>
        <p:grpSpPr bwMode="auto">
          <a:xfrm>
            <a:off x="7196138" y="2409825"/>
            <a:ext cx="294085" cy="496491"/>
            <a:chOff x="4305" y="2335"/>
            <a:chExt cx="216" cy="339"/>
          </a:xfrm>
        </p:grpSpPr>
        <p:grpSp>
          <p:nvGrpSpPr>
            <p:cNvPr id="135242" name="Group 260">
              <a:extLst>
                <a:ext uri="{FF2B5EF4-FFF2-40B4-BE49-F238E27FC236}">
                  <a16:creationId xmlns:a16="http://schemas.microsoft.com/office/drawing/2014/main" id="{F61AE941-3542-0D49-8884-CFABA8A2E28F}"/>
                </a:ext>
              </a:extLst>
            </p:cNvPr>
            <p:cNvGrpSpPr>
              <a:grpSpLocks/>
            </p:cNvGrpSpPr>
            <p:nvPr/>
          </p:nvGrpSpPr>
          <p:grpSpPr bwMode="auto">
            <a:xfrm>
              <a:off x="4310" y="2341"/>
              <a:ext cx="211" cy="333"/>
              <a:chOff x="4310" y="2341"/>
              <a:chExt cx="211" cy="333"/>
            </a:xfrm>
          </p:grpSpPr>
          <p:sp>
            <p:nvSpPr>
              <p:cNvPr id="135253" name="Freeform 261">
                <a:extLst>
                  <a:ext uri="{FF2B5EF4-FFF2-40B4-BE49-F238E27FC236}">
                    <a16:creationId xmlns:a16="http://schemas.microsoft.com/office/drawing/2014/main" id="{C3F4CAF7-0047-1843-B7B5-A74AB143B9F0}"/>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4" name="Freeform 262">
                <a:extLst>
                  <a:ext uri="{FF2B5EF4-FFF2-40B4-BE49-F238E27FC236}">
                    <a16:creationId xmlns:a16="http://schemas.microsoft.com/office/drawing/2014/main" id="{5343E8F5-4C96-E74F-9A3C-2F2269780D4F}"/>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5" name="Freeform 263">
                <a:extLst>
                  <a:ext uri="{FF2B5EF4-FFF2-40B4-BE49-F238E27FC236}">
                    <a16:creationId xmlns:a16="http://schemas.microsoft.com/office/drawing/2014/main" id="{C1AEF6F6-F781-264F-925B-34EA9E9D5D72}"/>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6" name="Freeform 264">
                <a:extLst>
                  <a:ext uri="{FF2B5EF4-FFF2-40B4-BE49-F238E27FC236}">
                    <a16:creationId xmlns:a16="http://schemas.microsoft.com/office/drawing/2014/main" id="{B1F6C195-74F1-604A-AD5C-072A21FE9BE1}"/>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57" name="Rectangle 265">
                <a:extLst>
                  <a:ext uri="{FF2B5EF4-FFF2-40B4-BE49-F238E27FC236}">
                    <a16:creationId xmlns:a16="http://schemas.microsoft.com/office/drawing/2014/main" id="{761286F0-0BAB-5A43-B045-E5CB0D03FF1E}"/>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8" name="Rectangle 266">
                <a:extLst>
                  <a:ext uri="{FF2B5EF4-FFF2-40B4-BE49-F238E27FC236}">
                    <a16:creationId xmlns:a16="http://schemas.microsoft.com/office/drawing/2014/main" id="{99C1D15A-31C7-F346-89E7-5C7B4B169534}"/>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9" name="Line 267">
                <a:extLst>
                  <a:ext uri="{FF2B5EF4-FFF2-40B4-BE49-F238E27FC236}">
                    <a16:creationId xmlns:a16="http://schemas.microsoft.com/office/drawing/2014/main" id="{A58DAA39-BCD0-1045-A82C-4DA3B12A2081}"/>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60" name="Line 268">
                <a:extLst>
                  <a:ext uri="{FF2B5EF4-FFF2-40B4-BE49-F238E27FC236}">
                    <a16:creationId xmlns:a16="http://schemas.microsoft.com/office/drawing/2014/main" id="{9863FDF2-4E46-4F4F-A183-63080E35217B}"/>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61" name="Line 269">
                <a:extLst>
                  <a:ext uri="{FF2B5EF4-FFF2-40B4-BE49-F238E27FC236}">
                    <a16:creationId xmlns:a16="http://schemas.microsoft.com/office/drawing/2014/main" id="{6E9AC8C0-12F4-0043-8558-BD79776A1463}"/>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5243" name="Group 270">
              <a:extLst>
                <a:ext uri="{FF2B5EF4-FFF2-40B4-BE49-F238E27FC236}">
                  <a16:creationId xmlns:a16="http://schemas.microsoft.com/office/drawing/2014/main" id="{5B8E770D-87AB-474E-8E4D-483FEB0E39A9}"/>
                </a:ext>
              </a:extLst>
            </p:cNvPr>
            <p:cNvGrpSpPr>
              <a:grpSpLocks/>
            </p:cNvGrpSpPr>
            <p:nvPr/>
          </p:nvGrpSpPr>
          <p:grpSpPr bwMode="auto">
            <a:xfrm>
              <a:off x="4305" y="2335"/>
              <a:ext cx="211" cy="332"/>
              <a:chOff x="4305" y="2335"/>
              <a:chExt cx="211" cy="332"/>
            </a:xfrm>
          </p:grpSpPr>
          <p:sp>
            <p:nvSpPr>
              <p:cNvPr id="135244" name="Freeform 271">
                <a:extLst>
                  <a:ext uri="{FF2B5EF4-FFF2-40B4-BE49-F238E27FC236}">
                    <a16:creationId xmlns:a16="http://schemas.microsoft.com/office/drawing/2014/main" id="{4C2A9168-169A-324B-B157-1CD71F226000}"/>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5" name="Freeform 272">
                <a:extLst>
                  <a:ext uri="{FF2B5EF4-FFF2-40B4-BE49-F238E27FC236}">
                    <a16:creationId xmlns:a16="http://schemas.microsoft.com/office/drawing/2014/main" id="{609A593F-E8DF-8240-8B8C-368B87DACF22}"/>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6" name="Freeform 273">
                <a:extLst>
                  <a:ext uri="{FF2B5EF4-FFF2-40B4-BE49-F238E27FC236}">
                    <a16:creationId xmlns:a16="http://schemas.microsoft.com/office/drawing/2014/main" id="{DDEAD00F-39D0-B44D-AAE5-9FBDCC3DEB36}"/>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7" name="Freeform 274">
                <a:extLst>
                  <a:ext uri="{FF2B5EF4-FFF2-40B4-BE49-F238E27FC236}">
                    <a16:creationId xmlns:a16="http://schemas.microsoft.com/office/drawing/2014/main" id="{84E98260-F014-6842-BF97-27D67629ED35}"/>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48" name="Rectangle 275">
                <a:extLst>
                  <a:ext uri="{FF2B5EF4-FFF2-40B4-BE49-F238E27FC236}">
                    <a16:creationId xmlns:a16="http://schemas.microsoft.com/office/drawing/2014/main" id="{09208E81-53D5-E642-8FD1-419995239AC2}"/>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49" name="Rectangle 276">
                <a:extLst>
                  <a:ext uri="{FF2B5EF4-FFF2-40B4-BE49-F238E27FC236}">
                    <a16:creationId xmlns:a16="http://schemas.microsoft.com/office/drawing/2014/main" id="{9051BE08-8FD3-2C42-BC20-C115B308ABE2}"/>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50" name="Line 277">
                <a:extLst>
                  <a:ext uri="{FF2B5EF4-FFF2-40B4-BE49-F238E27FC236}">
                    <a16:creationId xmlns:a16="http://schemas.microsoft.com/office/drawing/2014/main" id="{CF68F823-B4A5-6145-B97D-382294134969}"/>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51" name="Line 278">
                <a:extLst>
                  <a:ext uri="{FF2B5EF4-FFF2-40B4-BE49-F238E27FC236}">
                    <a16:creationId xmlns:a16="http://schemas.microsoft.com/office/drawing/2014/main" id="{38E0391D-25C1-5B43-89F3-74C52BC3D539}"/>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52" name="Line 279">
                <a:extLst>
                  <a:ext uri="{FF2B5EF4-FFF2-40B4-BE49-F238E27FC236}">
                    <a16:creationId xmlns:a16="http://schemas.microsoft.com/office/drawing/2014/main" id="{26131E1E-450F-CD4F-8FC3-40B4258B8383}"/>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5199" name="Rectangle 280">
            <a:extLst>
              <a:ext uri="{FF2B5EF4-FFF2-40B4-BE49-F238E27FC236}">
                <a16:creationId xmlns:a16="http://schemas.microsoft.com/office/drawing/2014/main" id="{CB087753-9F98-BF4B-8813-C8A35BBD673A}"/>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5200" name="Rectangle 281">
            <a:extLst>
              <a:ext uri="{FF2B5EF4-FFF2-40B4-BE49-F238E27FC236}">
                <a16:creationId xmlns:a16="http://schemas.microsoft.com/office/drawing/2014/main" id="{4CEF27EB-84E0-834D-BBD1-A917DD9F8EF1}"/>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1" name="Rectangle 282">
            <a:extLst>
              <a:ext uri="{FF2B5EF4-FFF2-40B4-BE49-F238E27FC236}">
                <a16:creationId xmlns:a16="http://schemas.microsoft.com/office/drawing/2014/main" id="{06A3E19A-91A3-0F41-A620-478C1702A133}"/>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5202" name="Group 283">
            <a:extLst>
              <a:ext uri="{FF2B5EF4-FFF2-40B4-BE49-F238E27FC236}">
                <a16:creationId xmlns:a16="http://schemas.microsoft.com/office/drawing/2014/main" id="{9432FFEA-C05C-614D-A0D3-92BB7CB3035D}"/>
              </a:ext>
            </a:extLst>
          </p:cNvPr>
          <p:cNvGrpSpPr>
            <a:grpSpLocks/>
          </p:cNvGrpSpPr>
          <p:nvPr/>
        </p:nvGrpSpPr>
        <p:grpSpPr bwMode="auto">
          <a:xfrm>
            <a:off x="3290888" y="4374356"/>
            <a:ext cx="391716" cy="195263"/>
            <a:chOff x="1872" y="3676"/>
            <a:chExt cx="227" cy="136"/>
          </a:xfrm>
        </p:grpSpPr>
        <p:sp>
          <p:nvSpPr>
            <p:cNvPr id="135240" name="Line 284">
              <a:extLst>
                <a:ext uri="{FF2B5EF4-FFF2-40B4-BE49-F238E27FC236}">
                  <a16:creationId xmlns:a16="http://schemas.microsoft.com/office/drawing/2014/main" id="{23753613-FE5F-4D4B-887E-9E2545ECAFA7}"/>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41" name="Freeform 285">
              <a:extLst>
                <a:ext uri="{FF2B5EF4-FFF2-40B4-BE49-F238E27FC236}">
                  <a16:creationId xmlns:a16="http://schemas.microsoft.com/office/drawing/2014/main" id="{B3ECBAA0-41D1-0148-B0EF-34B73080EF26}"/>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5203" name="Group 286">
            <a:extLst>
              <a:ext uri="{FF2B5EF4-FFF2-40B4-BE49-F238E27FC236}">
                <a16:creationId xmlns:a16="http://schemas.microsoft.com/office/drawing/2014/main" id="{AEE7F16D-69FC-574E-9204-15E1565CF17F}"/>
              </a:ext>
            </a:extLst>
          </p:cNvPr>
          <p:cNvGrpSpPr>
            <a:grpSpLocks/>
          </p:cNvGrpSpPr>
          <p:nvPr/>
        </p:nvGrpSpPr>
        <p:grpSpPr bwMode="auto">
          <a:xfrm>
            <a:off x="5695950" y="3432572"/>
            <a:ext cx="420291" cy="280988"/>
            <a:chOff x="3202" y="3033"/>
            <a:chExt cx="309" cy="192"/>
          </a:xfrm>
        </p:grpSpPr>
        <p:sp>
          <p:nvSpPr>
            <p:cNvPr id="135215" name="Oval 287">
              <a:extLst>
                <a:ext uri="{FF2B5EF4-FFF2-40B4-BE49-F238E27FC236}">
                  <a16:creationId xmlns:a16="http://schemas.microsoft.com/office/drawing/2014/main" id="{F0D87289-E06D-6740-B0F4-1D095BA0BFD8}"/>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6" name="Rectangle 288">
              <a:extLst>
                <a:ext uri="{FF2B5EF4-FFF2-40B4-BE49-F238E27FC236}">
                  <a16:creationId xmlns:a16="http://schemas.microsoft.com/office/drawing/2014/main" id="{DCD4D595-EE89-334F-8BC8-BC7145FB2663}"/>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7" name="Rectangle 289">
              <a:extLst>
                <a:ext uri="{FF2B5EF4-FFF2-40B4-BE49-F238E27FC236}">
                  <a16:creationId xmlns:a16="http://schemas.microsoft.com/office/drawing/2014/main" id="{9E87CD3D-44B3-8F43-B520-B1C6C5ECF591}"/>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18" name="Oval 290">
              <a:extLst>
                <a:ext uri="{FF2B5EF4-FFF2-40B4-BE49-F238E27FC236}">
                  <a16:creationId xmlns:a16="http://schemas.microsoft.com/office/drawing/2014/main" id="{6F513699-6D7F-DC4D-B3E6-FC7917AF575D}"/>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5219" name="Group 291">
              <a:extLst>
                <a:ext uri="{FF2B5EF4-FFF2-40B4-BE49-F238E27FC236}">
                  <a16:creationId xmlns:a16="http://schemas.microsoft.com/office/drawing/2014/main" id="{D4F2FCEF-77A2-B641-BC6E-9826BAA1E9F3}"/>
                </a:ext>
              </a:extLst>
            </p:cNvPr>
            <p:cNvGrpSpPr>
              <a:grpSpLocks/>
            </p:cNvGrpSpPr>
            <p:nvPr/>
          </p:nvGrpSpPr>
          <p:grpSpPr bwMode="auto">
            <a:xfrm>
              <a:off x="3249" y="3046"/>
              <a:ext cx="214" cy="86"/>
              <a:chOff x="3249" y="3046"/>
              <a:chExt cx="214" cy="86"/>
            </a:xfrm>
          </p:grpSpPr>
          <p:grpSp>
            <p:nvGrpSpPr>
              <p:cNvPr id="135222" name="Group 292">
                <a:extLst>
                  <a:ext uri="{FF2B5EF4-FFF2-40B4-BE49-F238E27FC236}">
                    <a16:creationId xmlns:a16="http://schemas.microsoft.com/office/drawing/2014/main" id="{614027DA-1B9A-1646-BE1C-CBF06BB8FC33}"/>
                  </a:ext>
                </a:extLst>
              </p:cNvPr>
              <p:cNvGrpSpPr>
                <a:grpSpLocks/>
              </p:cNvGrpSpPr>
              <p:nvPr/>
            </p:nvGrpSpPr>
            <p:grpSpPr bwMode="auto">
              <a:xfrm>
                <a:off x="3249" y="3046"/>
                <a:ext cx="212" cy="84"/>
                <a:chOff x="3249" y="3046"/>
                <a:chExt cx="212" cy="84"/>
              </a:xfrm>
            </p:grpSpPr>
            <p:sp>
              <p:nvSpPr>
                <p:cNvPr id="135232" name="Freeform 293">
                  <a:extLst>
                    <a:ext uri="{FF2B5EF4-FFF2-40B4-BE49-F238E27FC236}">
                      <a16:creationId xmlns:a16="http://schemas.microsoft.com/office/drawing/2014/main" id="{B1A41186-9CCD-334C-9195-4EAD9B0E6FAC}"/>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3" name="Freeform 294">
                  <a:extLst>
                    <a:ext uri="{FF2B5EF4-FFF2-40B4-BE49-F238E27FC236}">
                      <a16:creationId xmlns:a16="http://schemas.microsoft.com/office/drawing/2014/main" id="{2978F649-AA81-434F-A607-963B030104E7}"/>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4" name="Freeform 295">
                  <a:extLst>
                    <a:ext uri="{FF2B5EF4-FFF2-40B4-BE49-F238E27FC236}">
                      <a16:creationId xmlns:a16="http://schemas.microsoft.com/office/drawing/2014/main" id="{B130190D-B4B2-2541-914D-A50964F5F929}"/>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5" name="Freeform 296">
                  <a:extLst>
                    <a:ext uri="{FF2B5EF4-FFF2-40B4-BE49-F238E27FC236}">
                      <a16:creationId xmlns:a16="http://schemas.microsoft.com/office/drawing/2014/main" id="{966EC1AF-5888-9746-97A0-648953CE266F}"/>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6" name="Freeform 297">
                  <a:extLst>
                    <a:ext uri="{FF2B5EF4-FFF2-40B4-BE49-F238E27FC236}">
                      <a16:creationId xmlns:a16="http://schemas.microsoft.com/office/drawing/2014/main" id="{7D60341F-CAE8-1D47-992E-37CA514994E6}"/>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7" name="Freeform 298">
                  <a:extLst>
                    <a:ext uri="{FF2B5EF4-FFF2-40B4-BE49-F238E27FC236}">
                      <a16:creationId xmlns:a16="http://schemas.microsoft.com/office/drawing/2014/main" id="{08B7B400-F520-E440-9D6E-67D6D670BD30}"/>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8" name="Freeform 299">
                  <a:extLst>
                    <a:ext uri="{FF2B5EF4-FFF2-40B4-BE49-F238E27FC236}">
                      <a16:creationId xmlns:a16="http://schemas.microsoft.com/office/drawing/2014/main" id="{B40CB692-7329-1C42-8BA0-3572596B28F9}"/>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9" name="Freeform 300">
                  <a:extLst>
                    <a:ext uri="{FF2B5EF4-FFF2-40B4-BE49-F238E27FC236}">
                      <a16:creationId xmlns:a16="http://schemas.microsoft.com/office/drawing/2014/main" id="{D6B0FF6F-A8DA-A141-A9EA-A77C0D6C98CA}"/>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5223" name="Group 301">
                <a:extLst>
                  <a:ext uri="{FF2B5EF4-FFF2-40B4-BE49-F238E27FC236}">
                    <a16:creationId xmlns:a16="http://schemas.microsoft.com/office/drawing/2014/main" id="{E0904995-953D-4641-BFFC-AA320151D00C}"/>
                  </a:ext>
                </a:extLst>
              </p:cNvPr>
              <p:cNvGrpSpPr>
                <a:grpSpLocks/>
              </p:cNvGrpSpPr>
              <p:nvPr/>
            </p:nvGrpSpPr>
            <p:grpSpPr bwMode="auto">
              <a:xfrm>
                <a:off x="3251" y="3048"/>
                <a:ext cx="212" cy="84"/>
                <a:chOff x="3251" y="3048"/>
                <a:chExt cx="212" cy="84"/>
              </a:xfrm>
            </p:grpSpPr>
            <p:sp>
              <p:nvSpPr>
                <p:cNvPr id="135224" name="Freeform 302">
                  <a:extLst>
                    <a:ext uri="{FF2B5EF4-FFF2-40B4-BE49-F238E27FC236}">
                      <a16:creationId xmlns:a16="http://schemas.microsoft.com/office/drawing/2014/main" id="{AD4A02C8-2133-8241-8729-496A3B58D698}"/>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5" name="Freeform 303">
                  <a:extLst>
                    <a:ext uri="{FF2B5EF4-FFF2-40B4-BE49-F238E27FC236}">
                      <a16:creationId xmlns:a16="http://schemas.microsoft.com/office/drawing/2014/main" id="{9354F8CC-4AB6-834C-8A88-A0E5E1829D1E}"/>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6" name="Freeform 304">
                  <a:extLst>
                    <a:ext uri="{FF2B5EF4-FFF2-40B4-BE49-F238E27FC236}">
                      <a16:creationId xmlns:a16="http://schemas.microsoft.com/office/drawing/2014/main" id="{AB215DE8-E680-634D-980B-6128B746045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7" name="Freeform 305">
                  <a:extLst>
                    <a:ext uri="{FF2B5EF4-FFF2-40B4-BE49-F238E27FC236}">
                      <a16:creationId xmlns:a16="http://schemas.microsoft.com/office/drawing/2014/main" id="{67EB00F5-9B11-EE49-A675-BE11B008CB65}"/>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8" name="Freeform 306">
                  <a:extLst>
                    <a:ext uri="{FF2B5EF4-FFF2-40B4-BE49-F238E27FC236}">
                      <a16:creationId xmlns:a16="http://schemas.microsoft.com/office/drawing/2014/main" id="{44A541B5-58A7-F641-A7DE-49CF9878EDC3}"/>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29" name="Freeform 307">
                  <a:extLst>
                    <a:ext uri="{FF2B5EF4-FFF2-40B4-BE49-F238E27FC236}">
                      <a16:creationId xmlns:a16="http://schemas.microsoft.com/office/drawing/2014/main" id="{CB9BF6A8-E7AE-4743-AA88-8344D44F17D0}"/>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0" name="Freeform 308">
                  <a:extLst>
                    <a:ext uri="{FF2B5EF4-FFF2-40B4-BE49-F238E27FC236}">
                      <a16:creationId xmlns:a16="http://schemas.microsoft.com/office/drawing/2014/main" id="{2C78FD60-18CB-AF4D-929B-D89E95703028}"/>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5231" name="Freeform 309">
                  <a:extLst>
                    <a:ext uri="{FF2B5EF4-FFF2-40B4-BE49-F238E27FC236}">
                      <a16:creationId xmlns:a16="http://schemas.microsoft.com/office/drawing/2014/main" id="{2B5B8122-7C1A-7144-9CEE-FEE55A599E3B}"/>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5220" name="Line 310">
              <a:extLst>
                <a:ext uri="{FF2B5EF4-FFF2-40B4-BE49-F238E27FC236}">
                  <a16:creationId xmlns:a16="http://schemas.microsoft.com/office/drawing/2014/main" id="{B3D45227-A488-3141-BE57-44B2CD6C9B63}"/>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221" name="Line 311">
              <a:extLst>
                <a:ext uri="{FF2B5EF4-FFF2-40B4-BE49-F238E27FC236}">
                  <a16:creationId xmlns:a16="http://schemas.microsoft.com/office/drawing/2014/main" id="{D1E08A64-4F3F-CC47-938D-7C2EECA5EB5E}"/>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5204" name="Rectangle 312">
            <a:extLst>
              <a:ext uri="{FF2B5EF4-FFF2-40B4-BE49-F238E27FC236}">
                <a16:creationId xmlns:a16="http://schemas.microsoft.com/office/drawing/2014/main" id="{7FC16846-5F4C-1349-BEFF-6DB8203D9D87}"/>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5" name="Rectangle 313">
            <a:extLst>
              <a:ext uri="{FF2B5EF4-FFF2-40B4-BE49-F238E27FC236}">
                <a16:creationId xmlns:a16="http://schemas.microsoft.com/office/drawing/2014/main" id="{26D23AFC-E886-7845-9DEF-1076AD8B5DB7}"/>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5206" name="Rectangle 314">
            <a:extLst>
              <a:ext uri="{FF2B5EF4-FFF2-40B4-BE49-F238E27FC236}">
                <a16:creationId xmlns:a16="http://schemas.microsoft.com/office/drawing/2014/main" id="{DF3950BF-2948-9A4F-8460-B40F4BA5E3AF}"/>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7" name="Rectangle 315">
            <a:extLst>
              <a:ext uri="{FF2B5EF4-FFF2-40B4-BE49-F238E27FC236}">
                <a16:creationId xmlns:a16="http://schemas.microsoft.com/office/drawing/2014/main" id="{A76E8FDC-051A-4246-9D0E-066F9ACE0C9D}"/>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8" name="Rectangle 316">
            <a:extLst>
              <a:ext uri="{FF2B5EF4-FFF2-40B4-BE49-F238E27FC236}">
                <a16:creationId xmlns:a16="http://schemas.microsoft.com/office/drawing/2014/main" id="{82315D7A-9A8D-6E41-9E17-F35A76FDD0A7}"/>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5209" name="Rectangle 317">
            <a:extLst>
              <a:ext uri="{FF2B5EF4-FFF2-40B4-BE49-F238E27FC236}">
                <a16:creationId xmlns:a16="http://schemas.microsoft.com/office/drawing/2014/main" id="{B9EB057A-B23C-F249-B725-436B16E04B27}"/>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5210" name="Rectangle 318">
            <a:extLst>
              <a:ext uri="{FF2B5EF4-FFF2-40B4-BE49-F238E27FC236}">
                <a16:creationId xmlns:a16="http://schemas.microsoft.com/office/drawing/2014/main" id="{E466AEB6-A1D4-F84E-A6CA-5D276186AAFC}"/>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5211" name="Rectangle 319">
            <a:extLst>
              <a:ext uri="{FF2B5EF4-FFF2-40B4-BE49-F238E27FC236}">
                <a16:creationId xmlns:a16="http://schemas.microsoft.com/office/drawing/2014/main" id="{CA0F7DA4-F7FA-A049-8C6B-EF57DDE99A63}"/>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8517" name="Freeform 325">
            <a:extLst>
              <a:ext uri="{FF2B5EF4-FFF2-40B4-BE49-F238E27FC236}">
                <a16:creationId xmlns:a16="http://schemas.microsoft.com/office/drawing/2014/main" id="{16B130C7-F5B2-2F49-BF4A-390C726CD973}"/>
              </a:ext>
            </a:extLst>
          </p:cNvPr>
          <p:cNvSpPr>
            <a:spLocks/>
          </p:cNvSpPr>
          <p:nvPr/>
        </p:nvSpPr>
        <p:spPr bwMode="auto">
          <a:xfrm>
            <a:off x="3330178" y="2733676"/>
            <a:ext cx="3995738" cy="1403747"/>
          </a:xfrm>
          <a:custGeom>
            <a:avLst/>
            <a:gdLst>
              <a:gd name="T0" fmla="*/ 0 w 3356"/>
              <a:gd name="T1" fmla="*/ 1871663 h 1179"/>
              <a:gd name="T2" fmla="*/ 611188 w 3356"/>
              <a:gd name="T3" fmla="*/ 1376363 h 1179"/>
              <a:gd name="T4" fmla="*/ 1162050 w 3356"/>
              <a:gd name="T5" fmla="*/ 1203325 h 1179"/>
              <a:gd name="T6" fmla="*/ 2324100 w 3356"/>
              <a:gd name="T7" fmla="*/ 1189038 h 1179"/>
              <a:gd name="T8" fmla="*/ 3005138 w 3356"/>
              <a:gd name="T9" fmla="*/ 1173163 h 1179"/>
              <a:gd name="T10" fmla="*/ 3527425 w 3356"/>
              <a:gd name="T11" fmla="*/ 1079500 h 1179"/>
              <a:gd name="T12" fmla="*/ 4176713 w 3356"/>
              <a:gd name="T13" fmla="*/ 792163 h 1179"/>
              <a:gd name="T14" fmla="*/ 4751388 w 3356"/>
              <a:gd name="T15" fmla="*/ 431800 h 1179"/>
              <a:gd name="T16" fmla="*/ 5327650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none" w="med" len="med"/>
            <a:tailEnd type="triangl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367820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517"/>
                                        </p:tgtEl>
                                        <p:attrNameLst>
                                          <p:attrName>style.visibility</p:attrName>
                                        </p:attrNameLst>
                                      </p:cBhvr>
                                      <p:to>
                                        <p:strVal val="visible"/>
                                      </p:to>
                                    </p:set>
                                    <p:animEffect transition="in" filter="wipe(left)">
                                      <p:cBhvr>
                                        <p:cTn id="7" dur="500"/>
                                        <p:tgtEl>
                                          <p:spTgt spid="6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5647326-DE50-074D-A6E0-9AC0CCDAB415}"/>
              </a:ext>
            </a:extLst>
          </p:cNvPr>
          <p:cNvSpPr>
            <a:spLocks noGrp="1"/>
          </p:cNvSpPr>
          <p:nvPr>
            <p:ph idx="1"/>
          </p:nvPr>
        </p:nvSpPr>
        <p:spPr>
          <a:xfrm>
            <a:off x="133563" y="1104900"/>
            <a:ext cx="8804953" cy="847725"/>
          </a:xfrm>
        </p:spPr>
        <p:txBody>
          <a:bodyPr/>
          <a:lstStyle/>
          <a:p>
            <a:pPr marL="490538" indent="-490538">
              <a:buNone/>
            </a:pPr>
            <a:r>
              <a:rPr lang="en-US" altLang="zh-CN" dirty="0">
                <a:latin typeface="Arial" panose="020B0604020202020204" pitchFamily="34" charset="0"/>
                <a:ea typeface="宋体" panose="02010600030101010101" pitchFamily="2" charset="-122"/>
              </a:rPr>
              <a:t>(4) </a:t>
            </a:r>
            <a:r>
              <a:rPr lang="zh-CN" altLang="en-US" dirty="0">
                <a:latin typeface="Arial" panose="020B0604020202020204" pitchFamily="34" charset="0"/>
                <a:ea typeface="宋体" panose="02010600030101010101" pitchFamily="2" charset="-122"/>
              </a:rPr>
              <a:t>源点服务器将所请求的对象放在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响应报文中返回给校园网的高速缓存。</a:t>
            </a:r>
          </a:p>
        </p:txBody>
      </p:sp>
      <p:sp>
        <p:nvSpPr>
          <p:cNvPr id="137262" name="幻灯片编号占位符 1">
            <a:extLst>
              <a:ext uri="{FF2B5EF4-FFF2-40B4-BE49-F238E27FC236}">
                <a16:creationId xmlns:a16="http://schemas.microsoft.com/office/drawing/2014/main" id="{3B7C88B4-A1FA-9546-B7BF-80E00FCDDA6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BA3151-144E-6446-BAE7-5245F3E7B9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61</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7217" name="Rectangle 2">
            <a:extLst>
              <a:ext uri="{FF2B5EF4-FFF2-40B4-BE49-F238E27FC236}">
                <a16:creationId xmlns:a16="http://schemas.microsoft.com/office/drawing/2014/main" id="{27FB7686-F3BD-EB44-A995-8C2692B504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7218" name="Group 3">
            <a:extLst>
              <a:ext uri="{FF2B5EF4-FFF2-40B4-BE49-F238E27FC236}">
                <a16:creationId xmlns:a16="http://schemas.microsoft.com/office/drawing/2014/main" id="{14E94BA9-6DDF-4B46-832B-FB0FDD0300A4}"/>
              </a:ext>
            </a:extLst>
          </p:cNvPr>
          <p:cNvGrpSpPr>
            <a:grpSpLocks/>
          </p:cNvGrpSpPr>
          <p:nvPr/>
        </p:nvGrpSpPr>
        <p:grpSpPr bwMode="auto">
          <a:xfrm>
            <a:off x="1331119" y="2620566"/>
            <a:ext cx="2590800" cy="1927622"/>
            <a:chOff x="912" y="768"/>
            <a:chExt cx="2400" cy="1584"/>
          </a:xfrm>
        </p:grpSpPr>
        <p:sp>
          <p:nvSpPr>
            <p:cNvPr id="137519" name="Oval 4">
              <a:extLst>
                <a:ext uri="{FF2B5EF4-FFF2-40B4-BE49-F238E27FC236}">
                  <a16:creationId xmlns:a16="http://schemas.microsoft.com/office/drawing/2014/main" id="{AF870FF7-8252-5949-894B-7B2A278330C8}"/>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0" name="Oval 5">
              <a:extLst>
                <a:ext uri="{FF2B5EF4-FFF2-40B4-BE49-F238E27FC236}">
                  <a16:creationId xmlns:a16="http://schemas.microsoft.com/office/drawing/2014/main" id="{7DA79A3E-6D99-CC4F-8DEF-99E574777FC4}"/>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1" name="Oval 6">
              <a:extLst>
                <a:ext uri="{FF2B5EF4-FFF2-40B4-BE49-F238E27FC236}">
                  <a16:creationId xmlns:a16="http://schemas.microsoft.com/office/drawing/2014/main" id="{BC57815C-B62D-624C-8EE1-8FDA97A027E9}"/>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2" name="Oval 7">
              <a:extLst>
                <a:ext uri="{FF2B5EF4-FFF2-40B4-BE49-F238E27FC236}">
                  <a16:creationId xmlns:a16="http://schemas.microsoft.com/office/drawing/2014/main" id="{A38D6BA3-9754-6244-A45D-BF63F2E663AD}"/>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3" name="Oval 8">
              <a:extLst>
                <a:ext uri="{FF2B5EF4-FFF2-40B4-BE49-F238E27FC236}">
                  <a16:creationId xmlns:a16="http://schemas.microsoft.com/office/drawing/2014/main" id="{4257AADB-C4E3-374F-A61C-4E72700FEC48}"/>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4" name="Oval 9">
              <a:extLst>
                <a:ext uri="{FF2B5EF4-FFF2-40B4-BE49-F238E27FC236}">
                  <a16:creationId xmlns:a16="http://schemas.microsoft.com/office/drawing/2014/main" id="{F3B4DEAE-2F88-5C48-BD48-86C35FDE3DBE}"/>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5" name="Oval 10">
              <a:extLst>
                <a:ext uri="{FF2B5EF4-FFF2-40B4-BE49-F238E27FC236}">
                  <a16:creationId xmlns:a16="http://schemas.microsoft.com/office/drawing/2014/main" id="{5F7D8BB9-7FAF-4744-A79F-F9B89EAB93AE}"/>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6" name="Oval 11">
              <a:extLst>
                <a:ext uri="{FF2B5EF4-FFF2-40B4-BE49-F238E27FC236}">
                  <a16:creationId xmlns:a16="http://schemas.microsoft.com/office/drawing/2014/main" id="{81249924-3BB4-2E40-AED1-AE83328E802E}"/>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27" name="Oval 12">
              <a:extLst>
                <a:ext uri="{FF2B5EF4-FFF2-40B4-BE49-F238E27FC236}">
                  <a16:creationId xmlns:a16="http://schemas.microsoft.com/office/drawing/2014/main" id="{C0D1EEF6-C68D-DA4D-909F-EBC0872CC69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528" name="Group 13">
              <a:extLst>
                <a:ext uri="{FF2B5EF4-FFF2-40B4-BE49-F238E27FC236}">
                  <a16:creationId xmlns:a16="http://schemas.microsoft.com/office/drawing/2014/main" id="{2F11F5CC-2C2B-9248-AE35-696D517C1DEA}"/>
                </a:ext>
              </a:extLst>
            </p:cNvPr>
            <p:cNvGrpSpPr>
              <a:grpSpLocks/>
            </p:cNvGrpSpPr>
            <p:nvPr/>
          </p:nvGrpSpPr>
          <p:grpSpPr bwMode="auto">
            <a:xfrm>
              <a:off x="912" y="768"/>
              <a:ext cx="2386" cy="1553"/>
              <a:chOff x="912" y="768"/>
              <a:chExt cx="2386" cy="1553"/>
            </a:xfrm>
          </p:grpSpPr>
          <p:sp>
            <p:nvSpPr>
              <p:cNvPr id="137529" name="Oval 14">
                <a:extLst>
                  <a:ext uri="{FF2B5EF4-FFF2-40B4-BE49-F238E27FC236}">
                    <a16:creationId xmlns:a16="http://schemas.microsoft.com/office/drawing/2014/main" id="{8A9ED53B-6644-CF4F-9B22-904F38BFA59A}"/>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0" name="Oval 15">
                <a:extLst>
                  <a:ext uri="{FF2B5EF4-FFF2-40B4-BE49-F238E27FC236}">
                    <a16:creationId xmlns:a16="http://schemas.microsoft.com/office/drawing/2014/main" id="{F6AFAA9B-1E2A-E546-A20F-0CD294B20394}"/>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1" name="Oval 16">
                <a:extLst>
                  <a:ext uri="{FF2B5EF4-FFF2-40B4-BE49-F238E27FC236}">
                    <a16:creationId xmlns:a16="http://schemas.microsoft.com/office/drawing/2014/main" id="{02765747-7B7C-6947-8558-F4E0882A2383}"/>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2" name="Oval 17">
                <a:extLst>
                  <a:ext uri="{FF2B5EF4-FFF2-40B4-BE49-F238E27FC236}">
                    <a16:creationId xmlns:a16="http://schemas.microsoft.com/office/drawing/2014/main" id="{4BDF794C-D117-2E43-B113-1D0BECA3B225}"/>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3" name="Oval 18">
                <a:extLst>
                  <a:ext uri="{FF2B5EF4-FFF2-40B4-BE49-F238E27FC236}">
                    <a16:creationId xmlns:a16="http://schemas.microsoft.com/office/drawing/2014/main" id="{825A92CC-8867-E248-93C5-6CAECE45AA6D}"/>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4" name="Oval 19">
                <a:extLst>
                  <a:ext uri="{FF2B5EF4-FFF2-40B4-BE49-F238E27FC236}">
                    <a16:creationId xmlns:a16="http://schemas.microsoft.com/office/drawing/2014/main" id="{812EC0FB-4C44-F44C-8CCA-244EF641D1E6}"/>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5" name="Oval 20">
                <a:extLst>
                  <a:ext uri="{FF2B5EF4-FFF2-40B4-BE49-F238E27FC236}">
                    <a16:creationId xmlns:a16="http://schemas.microsoft.com/office/drawing/2014/main" id="{D81E3F8F-5988-C944-80E6-3BD2A20BA91F}"/>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6" name="Oval 21">
                <a:extLst>
                  <a:ext uri="{FF2B5EF4-FFF2-40B4-BE49-F238E27FC236}">
                    <a16:creationId xmlns:a16="http://schemas.microsoft.com/office/drawing/2014/main" id="{884436F8-38C3-AC40-A51A-40A35A23ABE5}"/>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37" name="Oval 22">
                <a:extLst>
                  <a:ext uri="{FF2B5EF4-FFF2-40B4-BE49-F238E27FC236}">
                    <a16:creationId xmlns:a16="http://schemas.microsoft.com/office/drawing/2014/main" id="{CAC8F9DF-BD08-0F46-85CD-9B3764F76D81}"/>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7219" name="Object 23">
            <a:extLst>
              <a:ext uri="{FF2B5EF4-FFF2-40B4-BE49-F238E27FC236}">
                <a16:creationId xmlns:a16="http://schemas.microsoft.com/office/drawing/2014/main" id="{2450B34B-588F-9A4D-AB0F-107C794A6007}"/>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3913" name="VISIO" r:id="rId4" imgW="3378200" imgH="1930400" progId="Visio.Drawing.6">
                  <p:embed/>
                </p:oleObj>
              </mc:Choice>
              <mc:Fallback>
                <p:oleObj name="VISIO" r:id="rId4" imgW="3378200" imgH="1930400" progId="Visio.Drawing.6">
                  <p:embed/>
                  <p:pic>
                    <p:nvPicPr>
                      <p:cNvPr id="137219" name="Object 23">
                        <a:extLst>
                          <a:ext uri="{FF2B5EF4-FFF2-40B4-BE49-F238E27FC236}">
                            <a16:creationId xmlns:a16="http://schemas.microsoft.com/office/drawing/2014/main" id="{2450B34B-588F-9A4D-AB0F-107C794A60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50264" name="Line 24">
            <a:extLst>
              <a:ext uri="{FF2B5EF4-FFF2-40B4-BE49-F238E27FC236}">
                <a16:creationId xmlns:a16="http://schemas.microsoft.com/office/drawing/2014/main" id="{A5B2DFB3-7693-F644-85D6-C23A64A4C30C}"/>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7221" name="Line 25">
            <a:extLst>
              <a:ext uri="{FF2B5EF4-FFF2-40B4-BE49-F238E27FC236}">
                <a16:creationId xmlns:a16="http://schemas.microsoft.com/office/drawing/2014/main" id="{891D170D-347A-F940-B636-8D11E999497D}"/>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2" name="Line 26">
            <a:extLst>
              <a:ext uri="{FF2B5EF4-FFF2-40B4-BE49-F238E27FC236}">
                <a16:creationId xmlns:a16="http://schemas.microsoft.com/office/drawing/2014/main" id="{9EA59D29-F212-7D4B-BF98-EC1C10B59262}"/>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3" name="Line 27">
            <a:extLst>
              <a:ext uri="{FF2B5EF4-FFF2-40B4-BE49-F238E27FC236}">
                <a16:creationId xmlns:a16="http://schemas.microsoft.com/office/drawing/2014/main" id="{891B8F43-E3BB-3441-9029-2606E1487C60}"/>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4" name="Line 28">
            <a:extLst>
              <a:ext uri="{FF2B5EF4-FFF2-40B4-BE49-F238E27FC236}">
                <a16:creationId xmlns:a16="http://schemas.microsoft.com/office/drawing/2014/main" id="{D9246B92-2EE8-6D45-90A4-FF32433F30F7}"/>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225" name="Group 29">
            <a:extLst>
              <a:ext uri="{FF2B5EF4-FFF2-40B4-BE49-F238E27FC236}">
                <a16:creationId xmlns:a16="http://schemas.microsoft.com/office/drawing/2014/main" id="{66A4F98B-2750-6B43-B705-1A85376EE7BB}"/>
              </a:ext>
            </a:extLst>
          </p:cNvPr>
          <p:cNvGrpSpPr>
            <a:grpSpLocks/>
          </p:cNvGrpSpPr>
          <p:nvPr/>
        </p:nvGrpSpPr>
        <p:grpSpPr bwMode="auto">
          <a:xfrm>
            <a:off x="7442597" y="2988469"/>
            <a:ext cx="295275" cy="496491"/>
            <a:chOff x="4486" y="2730"/>
            <a:chExt cx="217" cy="339"/>
          </a:xfrm>
        </p:grpSpPr>
        <p:grpSp>
          <p:nvGrpSpPr>
            <p:cNvPr id="137499" name="Group 30">
              <a:extLst>
                <a:ext uri="{FF2B5EF4-FFF2-40B4-BE49-F238E27FC236}">
                  <a16:creationId xmlns:a16="http://schemas.microsoft.com/office/drawing/2014/main" id="{A4099DAC-0372-8F41-B814-9FC490027278}"/>
                </a:ext>
              </a:extLst>
            </p:cNvPr>
            <p:cNvGrpSpPr>
              <a:grpSpLocks/>
            </p:cNvGrpSpPr>
            <p:nvPr/>
          </p:nvGrpSpPr>
          <p:grpSpPr bwMode="auto">
            <a:xfrm>
              <a:off x="4491" y="2736"/>
              <a:ext cx="212" cy="333"/>
              <a:chOff x="4491" y="2736"/>
              <a:chExt cx="212" cy="333"/>
            </a:xfrm>
          </p:grpSpPr>
          <p:sp>
            <p:nvSpPr>
              <p:cNvPr id="137510" name="Freeform 31">
                <a:extLst>
                  <a:ext uri="{FF2B5EF4-FFF2-40B4-BE49-F238E27FC236}">
                    <a16:creationId xmlns:a16="http://schemas.microsoft.com/office/drawing/2014/main" id="{7C8CA27A-1B0C-4D4C-83F6-40D7F45EE48D}"/>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1" name="Freeform 32">
                <a:extLst>
                  <a:ext uri="{FF2B5EF4-FFF2-40B4-BE49-F238E27FC236}">
                    <a16:creationId xmlns:a16="http://schemas.microsoft.com/office/drawing/2014/main" id="{03B40F5F-1E10-4D4A-BFF4-7BFA3D60FF65}"/>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2" name="Freeform 33">
                <a:extLst>
                  <a:ext uri="{FF2B5EF4-FFF2-40B4-BE49-F238E27FC236}">
                    <a16:creationId xmlns:a16="http://schemas.microsoft.com/office/drawing/2014/main" id="{9E8FE0BE-EFFB-844C-8619-C0813351BA7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3" name="Freeform 34">
                <a:extLst>
                  <a:ext uri="{FF2B5EF4-FFF2-40B4-BE49-F238E27FC236}">
                    <a16:creationId xmlns:a16="http://schemas.microsoft.com/office/drawing/2014/main" id="{F0B9F936-C29C-9545-8A4C-6431E1B658E6}"/>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14" name="Rectangle 35">
                <a:extLst>
                  <a:ext uri="{FF2B5EF4-FFF2-40B4-BE49-F238E27FC236}">
                    <a16:creationId xmlns:a16="http://schemas.microsoft.com/office/drawing/2014/main" id="{883C07D7-ADFB-894C-8F0B-0C2325505A93}"/>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15" name="Rectangle 36">
                <a:extLst>
                  <a:ext uri="{FF2B5EF4-FFF2-40B4-BE49-F238E27FC236}">
                    <a16:creationId xmlns:a16="http://schemas.microsoft.com/office/drawing/2014/main" id="{B7E2B5B1-0F1F-5D46-8CCF-04FE8F4805D3}"/>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16" name="Line 37">
                <a:extLst>
                  <a:ext uri="{FF2B5EF4-FFF2-40B4-BE49-F238E27FC236}">
                    <a16:creationId xmlns:a16="http://schemas.microsoft.com/office/drawing/2014/main" id="{B48891BB-DEC6-6041-9A1F-F40931047789}"/>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17" name="Line 38">
                <a:extLst>
                  <a:ext uri="{FF2B5EF4-FFF2-40B4-BE49-F238E27FC236}">
                    <a16:creationId xmlns:a16="http://schemas.microsoft.com/office/drawing/2014/main" id="{4EB2A86A-98AA-B046-8171-37F2D82646E1}"/>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18" name="Line 39">
                <a:extLst>
                  <a:ext uri="{FF2B5EF4-FFF2-40B4-BE49-F238E27FC236}">
                    <a16:creationId xmlns:a16="http://schemas.microsoft.com/office/drawing/2014/main" id="{ACF75623-A3B9-564D-AE3D-3F48DD1CAAD4}"/>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500" name="Group 40">
              <a:extLst>
                <a:ext uri="{FF2B5EF4-FFF2-40B4-BE49-F238E27FC236}">
                  <a16:creationId xmlns:a16="http://schemas.microsoft.com/office/drawing/2014/main" id="{AC6BCED5-EBB3-CA4D-8047-B99AE5E682AD}"/>
                </a:ext>
              </a:extLst>
            </p:cNvPr>
            <p:cNvGrpSpPr>
              <a:grpSpLocks/>
            </p:cNvGrpSpPr>
            <p:nvPr/>
          </p:nvGrpSpPr>
          <p:grpSpPr bwMode="auto">
            <a:xfrm>
              <a:off x="4486" y="2730"/>
              <a:ext cx="212" cy="333"/>
              <a:chOff x="4486" y="2730"/>
              <a:chExt cx="212" cy="333"/>
            </a:xfrm>
          </p:grpSpPr>
          <p:sp>
            <p:nvSpPr>
              <p:cNvPr id="137501" name="Freeform 41">
                <a:extLst>
                  <a:ext uri="{FF2B5EF4-FFF2-40B4-BE49-F238E27FC236}">
                    <a16:creationId xmlns:a16="http://schemas.microsoft.com/office/drawing/2014/main" id="{2CF6E480-8B74-404F-9C5E-58B80D09F4D0}"/>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2" name="Freeform 42">
                <a:extLst>
                  <a:ext uri="{FF2B5EF4-FFF2-40B4-BE49-F238E27FC236}">
                    <a16:creationId xmlns:a16="http://schemas.microsoft.com/office/drawing/2014/main" id="{8EE64849-52C1-2A4B-9BE2-76E6E6A200B5}"/>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3" name="Freeform 43">
                <a:extLst>
                  <a:ext uri="{FF2B5EF4-FFF2-40B4-BE49-F238E27FC236}">
                    <a16:creationId xmlns:a16="http://schemas.microsoft.com/office/drawing/2014/main" id="{F943EA8A-2504-3B4D-9084-C8E3DC06491B}"/>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4" name="Freeform 44">
                <a:extLst>
                  <a:ext uri="{FF2B5EF4-FFF2-40B4-BE49-F238E27FC236}">
                    <a16:creationId xmlns:a16="http://schemas.microsoft.com/office/drawing/2014/main" id="{FCE1136A-D8DC-8B42-AF12-16157BE79805}"/>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505" name="Rectangle 45">
                <a:extLst>
                  <a:ext uri="{FF2B5EF4-FFF2-40B4-BE49-F238E27FC236}">
                    <a16:creationId xmlns:a16="http://schemas.microsoft.com/office/drawing/2014/main" id="{9A5790DC-61F5-E648-AB34-F97C2EC7B447}"/>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06" name="Rectangle 46">
                <a:extLst>
                  <a:ext uri="{FF2B5EF4-FFF2-40B4-BE49-F238E27FC236}">
                    <a16:creationId xmlns:a16="http://schemas.microsoft.com/office/drawing/2014/main" id="{7F87EDBB-5BCA-564E-9D24-0B0E67070210}"/>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507" name="Line 47">
                <a:extLst>
                  <a:ext uri="{FF2B5EF4-FFF2-40B4-BE49-F238E27FC236}">
                    <a16:creationId xmlns:a16="http://schemas.microsoft.com/office/drawing/2014/main" id="{0CFA6C8C-5A9B-7D42-9030-6F2CAB9E5BEC}"/>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08" name="Line 48">
                <a:extLst>
                  <a:ext uri="{FF2B5EF4-FFF2-40B4-BE49-F238E27FC236}">
                    <a16:creationId xmlns:a16="http://schemas.microsoft.com/office/drawing/2014/main" id="{9326686E-9572-C145-80CF-9477CBFDA048}"/>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509" name="Line 49">
                <a:extLst>
                  <a:ext uri="{FF2B5EF4-FFF2-40B4-BE49-F238E27FC236}">
                    <a16:creationId xmlns:a16="http://schemas.microsoft.com/office/drawing/2014/main" id="{E3D8122D-291C-3442-84A6-FBC6B201AA32}"/>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7226" name="Group 50">
            <a:extLst>
              <a:ext uri="{FF2B5EF4-FFF2-40B4-BE49-F238E27FC236}">
                <a16:creationId xmlns:a16="http://schemas.microsoft.com/office/drawing/2014/main" id="{06F7F604-4A73-474F-AF1B-F00871027D3F}"/>
              </a:ext>
            </a:extLst>
          </p:cNvPr>
          <p:cNvGrpSpPr>
            <a:grpSpLocks/>
          </p:cNvGrpSpPr>
          <p:nvPr/>
        </p:nvGrpSpPr>
        <p:grpSpPr bwMode="auto">
          <a:xfrm>
            <a:off x="7442597" y="3633788"/>
            <a:ext cx="295275" cy="496491"/>
            <a:chOff x="4486" y="3170"/>
            <a:chExt cx="217" cy="339"/>
          </a:xfrm>
        </p:grpSpPr>
        <p:grpSp>
          <p:nvGrpSpPr>
            <p:cNvPr id="137479" name="Group 51">
              <a:extLst>
                <a:ext uri="{FF2B5EF4-FFF2-40B4-BE49-F238E27FC236}">
                  <a16:creationId xmlns:a16="http://schemas.microsoft.com/office/drawing/2014/main" id="{BE8D19C5-BDC8-4644-967D-77AF46F37021}"/>
                </a:ext>
              </a:extLst>
            </p:cNvPr>
            <p:cNvGrpSpPr>
              <a:grpSpLocks/>
            </p:cNvGrpSpPr>
            <p:nvPr/>
          </p:nvGrpSpPr>
          <p:grpSpPr bwMode="auto">
            <a:xfrm>
              <a:off x="4491" y="3176"/>
              <a:ext cx="212" cy="333"/>
              <a:chOff x="4491" y="3176"/>
              <a:chExt cx="212" cy="333"/>
            </a:xfrm>
          </p:grpSpPr>
          <p:sp>
            <p:nvSpPr>
              <p:cNvPr id="137490" name="Freeform 52">
                <a:extLst>
                  <a:ext uri="{FF2B5EF4-FFF2-40B4-BE49-F238E27FC236}">
                    <a16:creationId xmlns:a16="http://schemas.microsoft.com/office/drawing/2014/main" id="{C56A7B2D-F56F-7D42-A811-3D9E1C153C6E}"/>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1" name="Freeform 53">
                <a:extLst>
                  <a:ext uri="{FF2B5EF4-FFF2-40B4-BE49-F238E27FC236}">
                    <a16:creationId xmlns:a16="http://schemas.microsoft.com/office/drawing/2014/main" id="{1A85C49E-3883-1642-8FD1-BD8D3C8F6AE5}"/>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2" name="Freeform 54">
                <a:extLst>
                  <a:ext uri="{FF2B5EF4-FFF2-40B4-BE49-F238E27FC236}">
                    <a16:creationId xmlns:a16="http://schemas.microsoft.com/office/drawing/2014/main" id="{8459E7EE-49A4-0945-A890-405C966AF81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3" name="Freeform 55">
                <a:extLst>
                  <a:ext uri="{FF2B5EF4-FFF2-40B4-BE49-F238E27FC236}">
                    <a16:creationId xmlns:a16="http://schemas.microsoft.com/office/drawing/2014/main" id="{971A9589-45A5-3F43-82BA-90B1306F9AB4}"/>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94" name="Rectangle 56">
                <a:extLst>
                  <a:ext uri="{FF2B5EF4-FFF2-40B4-BE49-F238E27FC236}">
                    <a16:creationId xmlns:a16="http://schemas.microsoft.com/office/drawing/2014/main" id="{FD39FA89-ADFF-8947-8703-38459EC016B4}"/>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95" name="Rectangle 57">
                <a:extLst>
                  <a:ext uri="{FF2B5EF4-FFF2-40B4-BE49-F238E27FC236}">
                    <a16:creationId xmlns:a16="http://schemas.microsoft.com/office/drawing/2014/main" id="{60862481-C51D-8F47-9E69-EC810A871013}"/>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96" name="Line 58">
                <a:extLst>
                  <a:ext uri="{FF2B5EF4-FFF2-40B4-BE49-F238E27FC236}">
                    <a16:creationId xmlns:a16="http://schemas.microsoft.com/office/drawing/2014/main" id="{D01C5F05-D4FE-AF4F-A747-B63BF9C1A5E9}"/>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97" name="Line 59">
                <a:extLst>
                  <a:ext uri="{FF2B5EF4-FFF2-40B4-BE49-F238E27FC236}">
                    <a16:creationId xmlns:a16="http://schemas.microsoft.com/office/drawing/2014/main" id="{603163C8-6E64-0F4E-A50D-CCA25C16CCC1}"/>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98" name="Line 60">
                <a:extLst>
                  <a:ext uri="{FF2B5EF4-FFF2-40B4-BE49-F238E27FC236}">
                    <a16:creationId xmlns:a16="http://schemas.microsoft.com/office/drawing/2014/main" id="{984A6659-D394-E845-B75A-1B1E44DFD6BB}"/>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480" name="Group 61">
              <a:extLst>
                <a:ext uri="{FF2B5EF4-FFF2-40B4-BE49-F238E27FC236}">
                  <a16:creationId xmlns:a16="http://schemas.microsoft.com/office/drawing/2014/main" id="{FA91B843-47E8-8B44-AA65-5ED33C622601}"/>
                </a:ext>
              </a:extLst>
            </p:cNvPr>
            <p:cNvGrpSpPr>
              <a:grpSpLocks/>
            </p:cNvGrpSpPr>
            <p:nvPr/>
          </p:nvGrpSpPr>
          <p:grpSpPr bwMode="auto">
            <a:xfrm>
              <a:off x="4486" y="3170"/>
              <a:ext cx="212" cy="332"/>
              <a:chOff x="4486" y="3170"/>
              <a:chExt cx="212" cy="332"/>
            </a:xfrm>
          </p:grpSpPr>
          <p:sp>
            <p:nvSpPr>
              <p:cNvPr id="137481" name="Freeform 62">
                <a:extLst>
                  <a:ext uri="{FF2B5EF4-FFF2-40B4-BE49-F238E27FC236}">
                    <a16:creationId xmlns:a16="http://schemas.microsoft.com/office/drawing/2014/main" id="{896EDCE6-0B4E-084D-87A8-ACE3470E48DA}"/>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2" name="Freeform 63">
                <a:extLst>
                  <a:ext uri="{FF2B5EF4-FFF2-40B4-BE49-F238E27FC236}">
                    <a16:creationId xmlns:a16="http://schemas.microsoft.com/office/drawing/2014/main" id="{A1BEAF50-0C72-8448-A863-9121C1EC9E63}"/>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3" name="Freeform 64">
                <a:extLst>
                  <a:ext uri="{FF2B5EF4-FFF2-40B4-BE49-F238E27FC236}">
                    <a16:creationId xmlns:a16="http://schemas.microsoft.com/office/drawing/2014/main" id="{6B34B7A8-8713-074A-A46F-239804DA894E}"/>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4" name="Freeform 65">
                <a:extLst>
                  <a:ext uri="{FF2B5EF4-FFF2-40B4-BE49-F238E27FC236}">
                    <a16:creationId xmlns:a16="http://schemas.microsoft.com/office/drawing/2014/main" id="{12090E0E-B684-484A-B32B-BE2EC802C12F}"/>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85" name="Rectangle 66">
                <a:extLst>
                  <a:ext uri="{FF2B5EF4-FFF2-40B4-BE49-F238E27FC236}">
                    <a16:creationId xmlns:a16="http://schemas.microsoft.com/office/drawing/2014/main" id="{A4DEA0F6-6BDE-924E-88C8-C04D15232014}"/>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86" name="Rectangle 67">
                <a:extLst>
                  <a:ext uri="{FF2B5EF4-FFF2-40B4-BE49-F238E27FC236}">
                    <a16:creationId xmlns:a16="http://schemas.microsoft.com/office/drawing/2014/main" id="{01C4EDA8-41CC-454A-8382-2EAF898E96AD}"/>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87" name="Line 68">
                <a:extLst>
                  <a:ext uri="{FF2B5EF4-FFF2-40B4-BE49-F238E27FC236}">
                    <a16:creationId xmlns:a16="http://schemas.microsoft.com/office/drawing/2014/main" id="{6D1BED3D-8C3B-2141-A4E2-50FB0F46AD6D}"/>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88" name="Line 69">
                <a:extLst>
                  <a:ext uri="{FF2B5EF4-FFF2-40B4-BE49-F238E27FC236}">
                    <a16:creationId xmlns:a16="http://schemas.microsoft.com/office/drawing/2014/main" id="{02C855C1-64F7-ED45-895A-0B2B1101B66D}"/>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89" name="Line 70">
                <a:extLst>
                  <a:ext uri="{FF2B5EF4-FFF2-40B4-BE49-F238E27FC236}">
                    <a16:creationId xmlns:a16="http://schemas.microsoft.com/office/drawing/2014/main" id="{C7ED3F3F-4692-FA4D-8BD6-00AC7DBBF2F2}"/>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7227" name="Group 71">
            <a:extLst>
              <a:ext uri="{FF2B5EF4-FFF2-40B4-BE49-F238E27FC236}">
                <a16:creationId xmlns:a16="http://schemas.microsoft.com/office/drawing/2014/main" id="{B33B0C25-58E8-9F4E-9BA6-ED3B72B15206}"/>
              </a:ext>
            </a:extLst>
          </p:cNvPr>
          <p:cNvGrpSpPr>
            <a:grpSpLocks/>
          </p:cNvGrpSpPr>
          <p:nvPr/>
        </p:nvGrpSpPr>
        <p:grpSpPr bwMode="auto">
          <a:xfrm>
            <a:off x="7135416" y="4138613"/>
            <a:ext cx="292894" cy="496491"/>
            <a:chOff x="4260" y="3515"/>
            <a:chExt cx="216" cy="339"/>
          </a:xfrm>
        </p:grpSpPr>
        <p:grpSp>
          <p:nvGrpSpPr>
            <p:cNvPr id="137459" name="Group 72">
              <a:extLst>
                <a:ext uri="{FF2B5EF4-FFF2-40B4-BE49-F238E27FC236}">
                  <a16:creationId xmlns:a16="http://schemas.microsoft.com/office/drawing/2014/main" id="{498C03B1-F943-9D4D-9416-2948E1D68928}"/>
                </a:ext>
              </a:extLst>
            </p:cNvPr>
            <p:cNvGrpSpPr>
              <a:grpSpLocks/>
            </p:cNvGrpSpPr>
            <p:nvPr/>
          </p:nvGrpSpPr>
          <p:grpSpPr bwMode="auto">
            <a:xfrm>
              <a:off x="4265" y="3521"/>
              <a:ext cx="211" cy="333"/>
              <a:chOff x="4265" y="3521"/>
              <a:chExt cx="211" cy="333"/>
            </a:xfrm>
          </p:grpSpPr>
          <p:sp>
            <p:nvSpPr>
              <p:cNvPr id="137470" name="Freeform 73">
                <a:extLst>
                  <a:ext uri="{FF2B5EF4-FFF2-40B4-BE49-F238E27FC236}">
                    <a16:creationId xmlns:a16="http://schemas.microsoft.com/office/drawing/2014/main" id="{A53699DA-3567-AB4B-A388-A953E5BBC1A9}"/>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1" name="Freeform 74">
                <a:extLst>
                  <a:ext uri="{FF2B5EF4-FFF2-40B4-BE49-F238E27FC236}">
                    <a16:creationId xmlns:a16="http://schemas.microsoft.com/office/drawing/2014/main" id="{6F29C951-EC4C-214C-AF80-A8A9B57D0727}"/>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2" name="Freeform 75">
                <a:extLst>
                  <a:ext uri="{FF2B5EF4-FFF2-40B4-BE49-F238E27FC236}">
                    <a16:creationId xmlns:a16="http://schemas.microsoft.com/office/drawing/2014/main" id="{64536B5E-CCC0-A245-9EA9-A76682925945}"/>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3" name="Freeform 76">
                <a:extLst>
                  <a:ext uri="{FF2B5EF4-FFF2-40B4-BE49-F238E27FC236}">
                    <a16:creationId xmlns:a16="http://schemas.microsoft.com/office/drawing/2014/main" id="{955A1207-0309-4B40-94EC-E0105F1466AD}"/>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74" name="Rectangle 77">
                <a:extLst>
                  <a:ext uri="{FF2B5EF4-FFF2-40B4-BE49-F238E27FC236}">
                    <a16:creationId xmlns:a16="http://schemas.microsoft.com/office/drawing/2014/main" id="{8E3A3882-DE30-7E41-9935-025FCBE951FB}"/>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75" name="Rectangle 78">
                <a:extLst>
                  <a:ext uri="{FF2B5EF4-FFF2-40B4-BE49-F238E27FC236}">
                    <a16:creationId xmlns:a16="http://schemas.microsoft.com/office/drawing/2014/main" id="{D5C90CA8-975A-CF42-BE9C-B0A6E9C09277}"/>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76" name="Line 79">
                <a:extLst>
                  <a:ext uri="{FF2B5EF4-FFF2-40B4-BE49-F238E27FC236}">
                    <a16:creationId xmlns:a16="http://schemas.microsoft.com/office/drawing/2014/main" id="{BC27514C-E558-2845-B7C6-708713FC3A6E}"/>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77" name="Line 80">
                <a:extLst>
                  <a:ext uri="{FF2B5EF4-FFF2-40B4-BE49-F238E27FC236}">
                    <a16:creationId xmlns:a16="http://schemas.microsoft.com/office/drawing/2014/main" id="{079AD9E7-0B36-394A-9B96-5E49CE622559}"/>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78" name="Line 81">
                <a:extLst>
                  <a:ext uri="{FF2B5EF4-FFF2-40B4-BE49-F238E27FC236}">
                    <a16:creationId xmlns:a16="http://schemas.microsoft.com/office/drawing/2014/main" id="{F00DB5F9-EE37-094E-AD04-80086CAA6028}"/>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460" name="Group 82">
              <a:extLst>
                <a:ext uri="{FF2B5EF4-FFF2-40B4-BE49-F238E27FC236}">
                  <a16:creationId xmlns:a16="http://schemas.microsoft.com/office/drawing/2014/main" id="{F1F5F81D-74C1-E944-922C-6D2D5197F21A}"/>
                </a:ext>
              </a:extLst>
            </p:cNvPr>
            <p:cNvGrpSpPr>
              <a:grpSpLocks/>
            </p:cNvGrpSpPr>
            <p:nvPr/>
          </p:nvGrpSpPr>
          <p:grpSpPr bwMode="auto">
            <a:xfrm>
              <a:off x="4260" y="3515"/>
              <a:ext cx="211" cy="332"/>
              <a:chOff x="4260" y="3515"/>
              <a:chExt cx="211" cy="332"/>
            </a:xfrm>
          </p:grpSpPr>
          <p:sp>
            <p:nvSpPr>
              <p:cNvPr id="137461" name="Freeform 83">
                <a:extLst>
                  <a:ext uri="{FF2B5EF4-FFF2-40B4-BE49-F238E27FC236}">
                    <a16:creationId xmlns:a16="http://schemas.microsoft.com/office/drawing/2014/main" id="{90F9BCBF-248D-FD44-AAA6-BB16E2437CF7}"/>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2" name="Freeform 84">
                <a:extLst>
                  <a:ext uri="{FF2B5EF4-FFF2-40B4-BE49-F238E27FC236}">
                    <a16:creationId xmlns:a16="http://schemas.microsoft.com/office/drawing/2014/main" id="{57F2BDEB-8C6E-794A-8958-D6F2F5A06247}"/>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3" name="Freeform 85">
                <a:extLst>
                  <a:ext uri="{FF2B5EF4-FFF2-40B4-BE49-F238E27FC236}">
                    <a16:creationId xmlns:a16="http://schemas.microsoft.com/office/drawing/2014/main" id="{23CDD441-C4C7-FB47-8683-8AD65CD03A90}"/>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4" name="Freeform 86">
                <a:extLst>
                  <a:ext uri="{FF2B5EF4-FFF2-40B4-BE49-F238E27FC236}">
                    <a16:creationId xmlns:a16="http://schemas.microsoft.com/office/drawing/2014/main" id="{D1314182-FAF3-8E44-87A5-2C639FCD0D67}"/>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65" name="Rectangle 87">
                <a:extLst>
                  <a:ext uri="{FF2B5EF4-FFF2-40B4-BE49-F238E27FC236}">
                    <a16:creationId xmlns:a16="http://schemas.microsoft.com/office/drawing/2014/main" id="{1645A4E4-0C13-524B-B9B5-5C1B67B802F8}"/>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66" name="Rectangle 88">
                <a:extLst>
                  <a:ext uri="{FF2B5EF4-FFF2-40B4-BE49-F238E27FC236}">
                    <a16:creationId xmlns:a16="http://schemas.microsoft.com/office/drawing/2014/main" id="{B299C1E8-A780-564F-91FA-A159027620AC}"/>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67" name="Line 89">
                <a:extLst>
                  <a:ext uri="{FF2B5EF4-FFF2-40B4-BE49-F238E27FC236}">
                    <a16:creationId xmlns:a16="http://schemas.microsoft.com/office/drawing/2014/main" id="{90651E43-9DE4-5C43-A519-AEB4BF28F595}"/>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68" name="Line 90">
                <a:extLst>
                  <a:ext uri="{FF2B5EF4-FFF2-40B4-BE49-F238E27FC236}">
                    <a16:creationId xmlns:a16="http://schemas.microsoft.com/office/drawing/2014/main" id="{7444B4A9-F61E-6F44-8993-B1A1CCDBC195}"/>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69" name="Line 91">
                <a:extLst>
                  <a:ext uri="{FF2B5EF4-FFF2-40B4-BE49-F238E27FC236}">
                    <a16:creationId xmlns:a16="http://schemas.microsoft.com/office/drawing/2014/main" id="{EACF7788-DFC3-2D4F-93FC-78A9FCECE21A}"/>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28" name="Rectangle 92">
            <a:extLst>
              <a:ext uri="{FF2B5EF4-FFF2-40B4-BE49-F238E27FC236}">
                <a16:creationId xmlns:a16="http://schemas.microsoft.com/office/drawing/2014/main" id="{F0FA3330-B029-AB4F-9C81-058416C8FEF9}"/>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29" name="Line 93">
            <a:extLst>
              <a:ext uri="{FF2B5EF4-FFF2-40B4-BE49-F238E27FC236}">
                <a16:creationId xmlns:a16="http://schemas.microsoft.com/office/drawing/2014/main" id="{58C6FC3B-AB5A-254A-BFCD-1D0B5AAFE511}"/>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0" name="Line 94">
            <a:extLst>
              <a:ext uri="{FF2B5EF4-FFF2-40B4-BE49-F238E27FC236}">
                <a16:creationId xmlns:a16="http://schemas.microsoft.com/office/drawing/2014/main" id="{E8D35332-027E-5F41-9AD9-568D7AE4CE17}"/>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1" name="Line 95">
            <a:extLst>
              <a:ext uri="{FF2B5EF4-FFF2-40B4-BE49-F238E27FC236}">
                <a16:creationId xmlns:a16="http://schemas.microsoft.com/office/drawing/2014/main" id="{A1179CC4-2B05-5C43-924B-1F8A4AABC306}"/>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2" name="Line 96">
            <a:extLst>
              <a:ext uri="{FF2B5EF4-FFF2-40B4-BE49-F238E27FC236}">
                <a16:creationId xmlns:a16="http://schemas.microsoft.com/office/drawing/2014/main" id="{E8B70E39-6A14-C943-9BA0-C8AAE4AB33F7}"/>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33" name="Line 97">
            <a:extLst>
              <a:ext uri="{FF2B5EF4-FFF2-40B4-BE49-F238E27FC236}">
                <a16:creationId xmlns:a16="http://schemas.microsoft.com/office/drawing/2014/main" id="{28509B38-66B6-7F43-8AFA-A32E3F211C71}"/>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0338" name="Line 98">
            <a:extLst>
              <a:ext uri="{FF2B5EF4-FFF2-40B4-BE49-F238E27FC236}">
                <a16:creationId xmlns:a16="http://schemas.microsoft.com/office/drawing/2014/main" id="{27B11B07-E16F-9E43-9722-F42759C222B3}"/>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7235" name="Line 99">
            <a:extLst>
              <a:ext uri="{FF2B5EF4-FFF2-40B4-BE49-F238E27FC236}">
                <a16:creationId xmlns:a16="http://schemas.microsoft.com/office/drawing/2014/main" id="{224E4D79-E3BB-1149-B578-554AAA9F9F8B}"/>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236" name="Group 100">
            <a:extLst>
              <a:ext uri="{FF2B5EF4-FFF2-40B4-BE49-F238E27FC236}">
                <a16:creationId xmlns:a16="http://schemas.microsoft.com/office/drawing/2014/main" id="{0DD422BC-428E-594F-A4D7-F4CDCE8D18E7}"/>
              </a:ext>
            </a:extLst>
          </p:cNvPr>
          <p:cNvGrpSpPr>
            <a:grpSpLocks/>
          </p:cNvGrpSpPr>
          <p:nvPr/>
        </p:nvGrpSpPr>
        <p:grpSpPr bwMode="auto">
          <a:xfrm>
            <a:off x="3674269" y="3432572"/>
            <a:ext cx="420291" cy="280988"/>
            <a:chOff x="2154" y="3033"/>
            <a:chExt cx="309" cy="192"/>
          </a:xfrm>
        </p:grpSpPr>
        <p:sp>
          <p:nvSpPr>
            <p:cNvPr id="137434" name="Oval 101">
              <a:extLst>
                <a:ext uri="{FF2B5EF4-FFF2-40B4-BE49-F238E27FC236}">
                  <a16:creationId xmlns:a16="http://schemas.microsoft.com/office/drawing/2014/main" id="{015DAADC-0EB7-624E-829A-CB27C90B64AA}"/>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5" name="Rectangle 102">
              <a:extLst>
                <a:ext uri="{FF2B5EF4-FFF2-40B4-BE49-F238E27FC236}">
                  <a16:creationId xmlns:a16="http://schemas.microsoft.com/office/drawing/2014/main" id="{90BF438F-6B25-CD4A-B2E1-EFC24636FF17}"/>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6" name="Rectangle 103">
              <a:extLst>
                <a:ext uri="{FF2B5EF4-FFF2-40B4-BE49-F238E27FC236}">
                  <a16:creationId xmlns:a16="http://schemas.microsoft.com/office/drawing/2014/main" id="{601B6CFB-6B44-594C-9D63-06C3280A212B}"/>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37" name="Oval 104">
              <a:extLst>
                <a:ext uri="{FF2B5EF4-FFF2-40B4-BE49-F238E27FC236}">
                  <a16:creationId xmlns:a16="http://schemas.microsoft.com/office/drawing/2014/main" id="{F8927A07-2914-3349-9F97-FC33ED24763F}"/>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438" name="Group 105">
              <a:extLst>
                <a:ext uri="{FF2B5EF4-FFF2-40B4-BE49-F238E27FC236}">
                  <a16:creationId xmlns:a16="http://schemas.microsoft.com/office/drawing/2014/main" id="{01BBFB05-0430-DD4B-9781-7BB941558407}"/>
                </a:ext>
              </a:extLst>
            </p:cNvPr>
            <p:cNvGrpSpPr>
              <a:grpSpLocks/>
            </p:cNvGrpSpPr>
            <p:nvPr/>
          </p:nvGrpSpPr>
          <p:grpSpPr bwMode="auto">
            <a:xfrm>
              <a:off x="2201" y="3046"/>
              <a:ext cx="214" cy="86"/>
              <a:chOff x="2201" y="3046"/>
              <a:chExt cx="214" cy="86"/>
            </a:xfrm>
          </p:grpSpPr>
          <p:grpSp>
            <p:nvGrpSpPr>
              <p:cNvPr id="137441" name="Group 106">
                <a:extLst>
                  <a:ext uri="{FF2B5EF4-FFF2-40B4-BE49-F238E27FC236}">
                    <a16:creationId xmlns:a16="http://schemas.microsoft.com/office/drawing/2014/main" id="{15004861-0C31-A34C-8CBA-B6D82E9062DF}"/>
                  </a:ext>
                </a:extLst>
              </p:cNvPr>
              <p:cNvGrpSpPr>
                <a:grpSpLocks/>
              </p:cNvGrpSpPr>
              <p:nvPr/>
            </p:nvGrpSpPr>
            <p:grpSpPr bwMode="auto">
              <a:xfrm>
                <a:off x="2201" y="3046"/>
                <a:ext cx="212" cy="84"/>
                <a:chOff x="2201" y="3046"/>
                <a:chExt cx="212" cy="84"/>
              </a:xfrm>
            </p:grpSpPr>
            <p:sp>
              <p:nvSpPr>
                <p:cNvPr id="137451" name="Freeform 107">
                  <a:extLst>
                    <a:ext uri="{FF2B5EF4-FFF2-40B4-BE49-F238E27FC236}">
                      <a16:creationId xmlns:a16="http://schemas.microsoft.com/office/drawing/2014/main" id="{C3FF2BD1-BB31-2649-9E20-F3796F7BF528}"/>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2" name="Freeform 108">
                  <a:extLst>
                    <a:ext uri="{FF2B5EF4-FFF2-40B4-BE49-F238E27FC236}">
                      <a16:creationId xmlns:a16="http://schemas.microsoft.com/office/drawing/2014/main" id="{48D710F4-C2F7-C748-B363-2F892D138335}"/>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3" name="Freeform 109">
                  <a:extLst>
                    <a:ext uri="{FF2B5EF4-FFF2-40B4-BE49-F238E27FC236}">
                      <a16:creationId xmlns:a16="http://schemas.microsoft.com/office/drawing/2014/main" id="{422EB93E-4643-F34E-8241-DDB92E32FA6B}"/>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4" name="Freeform 110">
                  <a:extLst>
                    <a:ext uri="{FF2B5EF4-FFF2-40B4-BE49-F238E27FC236}">
                      <a16:creationId xmlns:a16="http://schemas.microsoft.com/office/drawing/2014/main" id="{ECD02193-3406-4045-8716-D5C6DC1D95C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5" name="Freeform 111">
                  <a:extLst>
                    <a:ext uri="{FF2B5EF4-FFF2-40B4-BE49-F238E27FC236}">
                      <a16:creationId xmlns:a16="http://schemas.microsoft.com/office/drawing/2014/main" id="{3DE97C43-A04F-A44C-9A5E-503C652D57E4}"/>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6" name="Freeform 112">
                  <a:extLst>
                    <a:ext uri="{FF2B5EF4-FFF2-40B4-BE49-F238E27FC236}">
                      <a16:creationId xmlns:a16="http://schemas.microsoft.com/office/drawing/2014/main" id="{969189EB-8196-4943-B77F-13D0F7C81822}"/>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7" name="Freeform 113">
                  <a:extLst>
                    <a:ext uri="{FF2B5EF4-FFF2-40B4-BE49-F238E27FC236}">
                      <a16:creationId xmlns:a16="http://schemas.microsoft.com/office/drawing/2014/main" id="{97F28FAA-53AD-C544-9D36-81186A406B4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8" name="Freeform 114">
                  <a:extLst>
                    <a:ext uri="{FF2B5EF4-FFF2-40B4-BE49-F238E27FC236}">
                      <a16:creationId xmlns:a16="http://schemas.microsoft.com/office/drawing/2014/main" id="{F14EC1F0-620D-7E45-A759-867E7401A42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7442" name="Group 115">
                <a:extLst>
                  <a:ext uri="{FF2B5EF4-FFF2-40B4-BE49-F238E27FC236}">
                    <a16:creationId xmlns:a16="http://schemas.microsoft.com/office/drawing/2014/main" id="{6B7D2CA7-BB3E-FB4A-BCE6-7FF161A43D12}"/>
                  </a:ext>
                </a:extLst>
              </p:cNvPr>
              <p:cNvGrpSpPr>
                <a:grpSpLocks/>
              </p:cNvGrpSpPr>
              <p:nvPr/>
            </p:nvGrpSpPr>
            <p:grpSpPr bwMode="auto">
              <a:xfrm>
                <a:off x="2203" y="3048"/>
                <a:ext cx="212" cy="84"/>
                <a:chOff x="2203" y="3048"/>
                <a:chExt cx="212" cy="84"/>
              </a:xfrm>
            </p:grpSpPr>
            <p:sp>
              <p:nvSpPr>
                <p:cNvPr id="137443" name="Freeform 116">
                  <a:extLst>
                    <a:ext uri="{FF2B5EF4-FFF2-40B4-BE49-F238E27FC236}">
                      <a16:creationId xmlns:a16="http://schemas.microsoft.com/office/drawing/2014/main" id="{FA96DD10-9C9A-254F-94AA-1E9D03E1FA60}"/>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4" name="Freeform 117">
                  <a:extLst>
                    <a:ext uri="{FF2B5EF4-FFF2-40B4-BE49-F238E27FC236}">
                      <a16:creationId xmlns:a16="http://schemas.microsoft.com/office/drawing/2014/main" id="{CFC28A67-93D2-1240-9EB0-5560D8EEAEBF}"/>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5" name="Freeform 118">
                  <a:extLst>
                    <a:ext uri="{FF2B5EF4-FFF2-40B4-BE49-F238E27FC236}">
                      <a16:creationId xmlns:a16="http://schemas.microsoft.com/office/drawing/2014/main" id="{E7BF9EDD-049F-C44B-B4CD-69D152CB9A34}"/>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6" name="Freeform 119">
                  <a:extLst>
                    <a:ext uri="{FF2B5EF4-FFF2-40B4-BE49-F238E27FC236}">
                      <a16:creationId xmlns:a16="http://schemas.microsoft.com/office/drawing/2014/main" id="{6F94AC43-DFF9-7B4F-AF0B-A19A5D390653}"/>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7" name="Freeform 120">
                  <a:extLst>
                    <a:ext uri="{FF2B5EF4-FFF2-40B4-BE49-F238E27FC236}">
                      <a16:creationId xmlns:a16="http://schemas.microsoft.com/office/drawing/2014/main" id="{9CCD1025-47E1-6142-923F-8514929ACEFB}"/>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8" name="Freeform 121">
                  <a:extLst>
                    <a:ext uri="{FF2B5EF4-FFF2-40B4-BE49-F238E27FC236}">
                      <a16:creationId xmlns:a16="http://schemas.microsoft.com/office/drawing/2014/main" id="{843872C7-55A4-544D-BFD7-F50DB77ADD52}"/>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49" name="Freeform 122">
                  <a:extLst>
                    <a:ext uri="{FF2B5EF4-FFF2-40B4-BE49-F238E27FC236}">
                      <a16:creationId xmlns:a16="http://schemas.microsoft.com/office/drawing/2014/main" id="{E0C24EE9-3AEA-734A-A8B5-0C3B19007198}"/>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50" name="Freeform 123">
                  <a:extLst>
                    <a:ext uri="{FF2B5EF4-FFF2-40B4-BE49-F238E27FC236}">
                      <a16:creationId xmlns:a16="http://schemas.microsoft.com/office/drawing/2014/main" id="{3931B87E-CD20-1D46-90A7-CDC964209BBA}"/>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7439" name="Line 124">
              <a:extLst>
                <a:ext uri="{FF2B5EF4-FFF2-40B4-BE49-F238E27FC236}">
                  <a16:creationId xmlns:a16="http://schemas.microsoft.com/office/drawing/2014/main" id="{489A8B0B-5A98-534D-B5F2-D780F8E1B74E}"/>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440" name="Line 125">
              <a:extLst>
                <a:ext uri="{FF2B5EF4-FFF2-40B4-BE49-F238E27FC236}">
                  <a16:creationId xmlns:a16="http://schemas.microsoft.com/office/drawing/2014/main" id="{EA8C3ECF-B279-7C4F-ACC2-E914DC23607C}"/>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237" name="Group 126">
            <a:extLst>
              <a:ext uri="{FF2B5EF4-FFF2-40B4-BE49-F238E27FC236}">
                <a16:creationId xmlns:a16="http://schemas.microsoft.com/office/drawing/2014/main" id="{6998A0DD-4F26-2F40-A1B9-28346D39A330}"/>
              </a:ext>
            </a:extLst>
          </p:cNvPr>
          <p:cNvGrpSpPr>
            <a:grpSpLocks/>
          </p:cNvGrpSpPr>
          <p:nvPr/>
        </p:nvGrpSpPr>
        <p:grpSpPr bwMode="auto">
          <a:xfrm>
            <a:off x="1997869" y="2522935"/>
            <a:ext cx="385763" cy="388144"/>
            <a:chOff x="921" y="2412"/>
            <a:chExt cx="284" cy="265"/>
          </a:xfrm>
        </p:grpSpPr>
        <p:grpSp>
          <p:nvGrpSpPr>
            <p:cNvPr id="137408" name="Group 127">
              <a:extLst>
                <a:ext uri="{FF2B5EF4-FFF2-40B4-BE49-F238E27FC236}">
                  <a16:creationId xmlns:a16="http://schemas.microsoft.com/office/drawing/2014/main" id="{E70B3065-F992-3144-9403-D02E3677B48A}"/>
                </a:ext>
              </a:extLst>
            </p:cNvPr>
            <p:cNvGrpSpPr>
              <a:grpSpLocks/>
            </p:cNvGrpSpPr>
            <p:nvPr/>
          </p:nvGrpSpPr>
          <p:grpSpPr bwMode="auto">
            <a:xfrm>
              <a:off x="928" y="2417"/>
              <a:ext cx="277" cy="260"/>
              <a:chOff x="928" y="2417"/>
              <a:chExt cx="277" cy="260"/>
            </a:xfrm>
          </p:grpSpPr>
          <p:sp>
            <p:nvSpPr>
              <p:cNvPr id="137422" name="Freeform 128">
                <a:extLst>
                  <a:ext uri="{FF2B5EF4-FFF2-40B4-BE49-F238E27FC236}">
                    <a16:creationId xmlns:a16="http://schemas.microsoft.com/office/drawing/2014/main" id="{CBB2E112-7E06-7040-9940-3A02ECA819AA}"/>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3" name="Freeform 129">
                <a:extLst>
                  <a:ext uri="{FF2B5EF4-FFF2-40B4-BE49-F238E27FC236}">
                    <a16:creationId xmlns:a16="http://schemas.microsoft.com/office/drawing/2014/main" id="{E613648A-1439-BC4E-B538-DB868332E711}"/>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4" name="Freeform 130">
                <a:extLst>
                  <a:ext uri="{FF2B5EF4-FFF2-40B4-BE49-F238E27FC236}">
                    <a16:creationId xmlns:a16="http://schemas.microsoft.com/office/drawing/2014/main" id="{0375784E-9660-BA44-AC18-F6343CF49C73}"/>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5" name="Freeform 131">
                <a:extLst>
                  <a:ext uri="{FF2B5EF4-FFF2-40B4-BE49-F238E27FC236}">
                    <a16:creationId xmlns:a16="http://schemas.microsoft.com/office/drawing/2014/main" id="{F77F85C4-1EF7-C043-8761-165E0E2D64CD}"/>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6" name="Rectangle 132">
                <a:extLst>
                  <a:ext uri="{FF2B5EF4-FFF2-40B4-BE49-F238E27FC236}">
                    <a16:creationId xmlns:a16="http://schemas.microsoft.com/office/drawing/2014/main" id="{7FCB59AF-32D8-EC46-AFA1-BAA9A6206F86}"/>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7" name="Rectangle 133">
                <a:extLst>
                  <a:ext uri="{FF2B5EF4-FFF2-40B4-BE49-F238E27FC236}">
                    <a16:creationId xmlns:a16="http://schemas.microsoft.com/office/drawing/2014/main" id="{9646987C-75C1-A849-9F29-9FC1A27B2F4D}"/>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8" name="Rectangle 134">
                <a:extLst>
                  <a:ext uri="{FF2B5EF4-FFF2-40B4-BE49-F238E27FC236}">
                    <a16:creationId xmlns:a16="http://schemas.microsoft.com/office/drawing/2014/main" id="{7577A6B7-C33B-264E-B922-C31FA29F9AB6}"/>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29" name="Line 135">
                <a:extLst>
                  <a:ext uri="{FF2B5EF4-FFF2-40B4-BE49-F238E27FC236}">
                    <a16:creationId xmlns:a16="http://schemas.microsoft.com/office/drawing/2014/main" id="{760CD1B9-D2AF-9949-929A-2C4C0D39CAE2}"/>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30" name="Group 136">
                <a:extLst>
                  <a:ext uri="{FF2B5EF4-FFF2-40B4-BE49-F238E27FC236}">
                    <a16:creationId xmlns:a16="http://schemas.microsoft.com/office/drawing/2014/main" id="{134C2F18-EC60-BE41-BDBF-F93CA44A3FF5}"/>
                  </a:ext>
                </a:extLst>
              </p:cNvPr>
              <p:cNvGrpSpPr>
                <a:grpSpLocks/>
              </p:cNvGrpSpPr>
              <p:nvPr/>
            </p:nvGrpSpPr>
            <p:grpSpPr bwMode="auto">
              <a:xfrm>
                <a:off x="928" y="2639"/>
                <a:ext cx="277" cy="38"/>
                <a:chOff x="928" y="2639"/>
                <a:chExt cx="277" cy="38"/>
              </a:xfrm>
            </p:grpSpPr>
            <p:sp>
              <p:nvSpPr>
                <p:cNvPr id="137431" name="Freeform 137">
                  <a:extLst>
                    <a:ext uri="{FF2B5EF4-FFF2-40B4-BE49-F238E27FC236}">
                      <a16:creationId xmlns:a16="http://schemas.microsoft.com/office/drawing/2014/main" id="{7B5C736E-39DA-104C-99E0-3848D8A56AFB}"/>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32" name="Freeform 138">
                  <a:extLst>
                    <a:ext uri="{FF2B5EF4-FFF2-40B4-BE49-F238E27FC236}">
                      <a16:creationId xmlns:a16="http://schemas.microsoft.com/office/drawing/2014/main" id="{3E8948CE-18AB-3E4D-A18D-AFE08C268623}"/>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33" name="Rectangle 139">
                  <a:extLst>
                    <a:ext uri="{FF2B5EF4-FFF2-40B4-BE49-F238E27FC236}">
                      <a16:creationId xmlns:a16="http://schemas.microsoft.com/office/drawing/2014/main" id="{4F2B0CB3-3506-5C47-A3D1-832E177122B6}"/>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409" name="Group 140">
              <a:extLst>
                <a:ext uri="{FF2B5EF4-FFF2-40B4-BE49-F238E27FC236}">
                  <a16:creationId xmlns:a16="http://schemas.microsoft.com/office/drawing/2014/main" id="{5C5A10D0-E022-EA44-86A6-5B3E62A070DE}"/>
                </a:ext>
              </a:extLst>
            </p:cNvPr>
            <p:cNvGrpSpPr>
              <a:grpSpLocks/>
            </p:cNvGrpSpPr>
            <p:nvPr/>
          </p:nvGrpSpPr>
          <p:grpSpPr bwMode="auto">
            <a:xfrm>
              <a:off x="921" y="2412"/>
              <a:ext cx="277" cy="261"/>
              <a:chOff x="921" y="2412"/>
              <a:chExt cx="277" cy="261"/>
            </a:xfrm>
          </p:grpSpPr>
          <p:sp>
            <p:nvSpPr>
              <p:cNvPr id="137410" name="Freeform 141">
                <a:extLst>
                  <a:ext uri="{FF2B5EF4-FFF2-40B4-BE49-F238E27FC236}">
                    <a16:creationId xmlns:a16="http://schemas.microsoft.com/office/drawing/2014/main" id="{E8E8693F-2479-AF42-BBBC-D6A459F09EC9}"/>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1" name="Freeform 142">
                <a:extLst>
                  <a:ext uri="{FF2B5EF4-FFF2-40B4-BE49-F238E27FC236}">
                    <a16:creationId xmlns:a16="http://schemas.microsoft.com/office/drawing/2014/main" id="{FC4F348F-EC99-0C4E-8880-00930457CA56}"/>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2" name="Freeform 143">
                <a:extLst>
                  <a:ext uri="{FF2B5EF4-FFF2-40B4-BE49-F238E27FC236}">
                    <a16:creationId xmlns:a16="http://schemas.microsoft.com/office/drawing/2014/main" id="{11DCD77F-986D-1841-8A28-47E46926AF41}"/>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3" name="Freeform 144">
                <a:extLst>
                  <a:ext uri="{FF2B5EF4-FFF2-40B4-BE49-F238E27FC236}">
                    <a16:creationId xmlns:a16="http://schemas.microsoft.com/office/drawing/2014/main" id="{63E15549-B43D-104D-8503-6450FF17E59E}"/>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14" name="Rectangle 145">
                <a:extLst>
                  <a:ext uri="{FF2B5EF4-FFF2-40B4-BE49-F238E27FC236}">
                    <a16:creationId xmlns:a16="http://schemas.microsoft.com/office/drawing/2014/main" id="{D108EE19-8C90-5041-8BD7-835F7FDB073F}"/>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5" name="Rectangle 146">
                <a:extLst>
                  <a:ext uri="{FF2B5EF4-FFF2-40B4-BE49-F238E27FC236}">
                    <a16:creationId xmlns:a16="http://schemas.microsoft.com/office/drawing/2014/main" id="{0EFD89C5-CBFC-7B47-A648-AB2A2507F8F1}"/>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6" name="Rectangle 147">
                <a:extLst>
                  <a:ext uri="{FF2B5EF4-FFF2-40B4-BE49-F238E27FC236}">
                    <a16:creationId xmlns:a16="http://schemas.microsoft.com/office/drawing/2014/main" id="{9E5754E9-AA90-B341-AC4A-56AE63A4DE0E}"/>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17" name="Line 148">
                <a:extLst>
                  <a:ext uri="{FF2B5EF4-FFF2-40B4-BE49-F238E27FC236}">
                    <a16:creationId xmlns:a16="http://schemas.microsoft.com/office/drawing/2014/main" id="{9A101911-1F14-E540-BA8B-F177856243E5}"/>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18" name="Group 149">
                <a:extLst>
                  <a:ext uri="{FF2B5EF4-FFF2-40B4-BE49-F238E27FC236}">
                    <a16:creationId xmlns:a16="http://schemas.microsoft.com/office/drawing/2014/main" id="{5C862199-37B3-4A4F-BE31-12C7BAF2B880}"/>
                  </a:ext>
                </a:extLst>
              </p:cNvPr>
              <p:cNvGrpSpPr>
                <a:grpSpLocks/>
              </p:cNvGrpSpPr>
              <p:nvPr/>
            </p:nvGrpSpPr>
            <p:grpSpPr bwMode="auto">
              <a:xfrm>
                <a:off x="921" y="2635"/>
                <a:ext cx="277" cy="38"/>
                <a:chOff x="921" y="2635"/>
                <a:chExt cx="277" cy="38"/>
              </a:xfrm>
            </p:grpSpPr>
            <p:sp>
              <p:nvSpPr>
                <p:cNvPr id="137419" name="Freeform 150">
                  <a:extLst>
                    <a:ext uri="{FF2B5EF4-FFF2-40B4-BE49-F238E27FC236}">
                      <a16:creationId xmlns:a16="http://schemas.microsoft.com/office/drawing/2014/main" id="{58BC1560-7887-D045-A621-448179FD9F2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0" name="Freeform 151">
                  <a:extLst>
                    <a:ext uri="{FF2B5EF4-FFF2-40B4-BE49-F238E27FC236}">
                      <a16:creationId xmlns:a16="http://schemas.microsoft.com/office/drawing/2014/main" id="{2368E705-9AE4-6E46-A96D-53BFA4BFF37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21" name="Rectangle 152">
                  <a:extLst>
                    <a:ext uri="{FF2B5EF4-FFF2-40B4-BE49-F238E27FC236}">
                      <a16:creationId xmlns:a16="http://schemas.microsoft.com/office/drawing/2014/main" id="{BD5F82E8-33EE-B746-8545-FAE2CE855FCB}"/>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38" name="Group 153">
            <a:extLst>
              <a:ext uri="{FF2B5EF4-FFF2-40B4-BE49-F238E27FC236}">
                <a16:creationId xmlns:a16="http://schemas.microsoft.com/office/drawing/2014/main" id="{38640A80-6A5D-2B45-B163-C34AF654642A}"/>
              </a:ext>
            </a:extLst>
          </p:cNvPr>
          <p:cNvGrpSpPr>
            <a:grpSpLocks/>
          </p:cNvGrpSpPr>
          <p:nvPr/>
        </p:nvGrpSpPr>
        <p:grpSpPr bwMode="auto">
          <a:xfrm>
            <a:off x="2101454" y="3055144"/>
            <a:ext cx="383381" cy="388144"/>
            <a:chOff x="997" y="2775"/>
            <a:chExt cx="282" cy="265"/>
          </a:xfrm>
        </p:grpSpPr>
        <p:grpSp>
          <p:nvGrpSpPr>
            <p:cNvPr id="137382" name="Group 154">
              <a:extLst>
                <a:ext uri="{FF2B5EF4-FFF2-40B4-BE49-F238E27FC236}">
                  <a16:creationId xmlns:a16="http://schemas.microsoft.com/office/drawing/2014/main" id="{0AE40B87-72F9-8E4F-A999-DB2451937B83}"/>
                </a:ext>
              </a:extLst>
            </p:cNvPr>
            <p:cNvGrpSpPr>
              <a:grpSpLocks/>
            </p:cNvGrpSpPr>
            <p:nvPr/>
          </p:nvGrpSpPr>
          <p:grpSpPr bwMode="auto">
            <a:xfrm>
              <a:off x="1004" y="2779"/>
              <a:ext cx="275" cy="261"/>
              <a:chOff x="1004" y="2779"/>
              <a:chExt cx="275" cy="261"/>
            </a:xfrm>
          </p:grpSpPr>
          <p:sp>
            <p:nvSpPr>
              <p:cNvPr id="137396" name="Freeform 155">
                <a:extLst>
                  <a:ext uri="{FF2B5EF4-FFF2-40B4-BE49-F238E27FC236}">
                    <a16:creationId xmlns:a16="http://schemas.microsoft.com/office/drawing/2014/main" id="{4D419A27-A1FC-2541-B3EC-35813E8CC08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7" name="Freeform 156">
                <a:extLst>
                  <a:ext uri="{FF2B5EF4-FFF2-40B4-BE49-F238E27FC236}">
                    <a16:creationId xmlns:a16="http://schemas.microsoft.com/office/drawing/2014/main" id="{0BCF52F9-1437-0840-948C-725E897097C8}"/>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8" name="Freeform 157">
                <a:extLst>
                  <a:ext uri="{FF2B5EF4-FFF2-40B4-BE49-F238E27FC236}">
                    <a16:creationId xmlns:a16="http://schemas.microsoft.com/office/drawing/2014/main" id="{9BE36E96-6A88-D047-960C-A5E8B8EF990B}"/>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9" name="Freeform 158">
                <a:extLst>
                  <a:ext uri="{FF2B5EF4-FFF2-40B4-BE49-F238E27FC236}">
                    <a16:creationId xmlns:a16="http://schemas.microsoft.com/office/drawing/2014/main" id="{E296D74A-2CE7-4E4F-82BE-026C7C6F7DD1}"/>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0" name="Rectangle 159">
                <a:extLst>
                  <a:ext uri="{FF2B5EF4-FFF2-40B4-BE49-F238E27FC236}">
                    <a16:creationId xmlns:a16="http://schemas.microsoft.com/office/drawing/2014/main" id="{59C50563-067E-1341-A3CD-D52BC0AAB6D9}"/>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1" name="Rectangle 160">
                <a:extLst>
                  <a:ext uri="{FF2B5EF4-FFF2-40B4-BE49-F238E27FC236}">
                    <a16:creationId xmlns:a16="http://schemas.microsoft.com/office/drawing/2014/main" id="{4EC17ACE-DDA4-394B-B24D-CAF2032D2655}"/>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2" name="Rectangle 161">
                <a:extLst>
                  <a:ext uri="{FF2B5EF4-FFF2-40B4-BE49-F238E27FC236}">
                    <a16:creationId xmlns:a16="http://schemas.microsoft.com/office/drawing/2014/main" id="{DCAE70C7-00FD-3147-95BC-CB7681288AE3}"/>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403" name="Line 162">
                <a:extLst>
                  <a:ext uri="{FF2B5EF4-FFF2-40B4-BE49-F238E27FC236}">
                    <a16:creationId xmlns:a16="http://schemas.microsoft.com/office/drawing/2014/main" id="{05922FBE-ABEC-C245-AE2E-F3A1B2F84DA7}"/>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404" name="Group 163">
                <a:extLst>
                  <a:ext uri="{FF2B5EF4-FFF2-40B4-BE49-F238E27FC236}">
                    <a16:creationId xmlns:a16="http://schemas.microsoft.com/office/drawing/2014/main" id="{33506D9A-6EF1-D643-9A98-A53F2A568383}"/>
                  </a:ext>
                </a:extLst>
              </p:cNvPr>
              <p:cNvGrpSpPr>
                <a:grpSpLocks/>
              </p:cNvGrpSpPr>
              <p:nvPr/>
            </p:nvGrpSpPr>
            <p:grpSpPr bwMode="auto">
              <a:xfrm>
                <a:off x="1004" y="3002"/>
                <a:ext cx="275" cy="38"/>
                <a:chOff x="1004" y="3002"/>
                <a:chExt cx="275" cy="38"/>
              </a:xfrm>
            </p:grpSpPr>
            <p:sp>
              <p:nvSpPr>
                <p:cNvPr id="137405" name="Freeform 164">
                  <a:extLst>
                    <a:ext uri="{FF2B5EF4-FFF2-40B4-BE49-F238E27FC236}">
                      <a16:creationId xmlns:a16="http://schemas.microsoft.com/office/drawing/2014/main" id="{CBBE031C-2D3E-0F43-99B5-F00B58412235}"/>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6" name="Freeform 165">
                  <a:extLst>
                    <a:ext uri="{FF2B5EF4-FFF2-40B4-BE49-F238E27FC236}">
                      <a16:creationId xmlns:a16="http://schemas.microsoft.com/office/drawing/2014/main" id="{3EAD5407-AEE2-224A-914B-642D34347797}"/>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407" name="Rectangle 166">
                  <a:extLst>
                    <a:ext uri="{FF2B5EF4-FFF2-40B4-BE49-F238E27FC236}">
                      <a16:creationId xmlns:a16="http://schemas.microsoft.com/office/drawing/2014/main" id="{D20404A5-2AD1-DD43-8B97-DF70B0B9FE8E}"/>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83" name="Group 167">
              <a:extLst>
                <a:ext uri="{FF2B5EF4-FFF2-40B4-BE49-F238E27FC236}">
                  <a16:creationId xmlns:a16="http://schemas.microsoft.com/office/drawing/2014/main" id="{F90D22C8-7C73-5D4E-98F6-292B8D8C54C0}"/>
                </a:ext>
              </a:extLst>
            </p:cNvPr>
            <p:cNvGrpSpPr>
              <a:grpSpLocks/>
            </p:cNvGrpSpPr>
            <p:nvPr/>
          </p:nvGrpSpPr>
          <p:grpSpPr bwMode="auto">
            <a:xfrm>
              <a:off x="997" y="2775"/>
              <a:ext cx="275" cy="260"/>
              <a:chOff x="997" y="2775"/>
              <a:chExt cx="275" cy="260"/>
            </a:xfrm>
          </p:grpSpPr>
          <p:sp>
            <p:nvSpPr>
              <p:cNvPr id="137384" name="Freeform 168">
                <a:extLst>
                  <a:ext uri="{FF2B5EF4-FFF2-40B4-BE49-F238E27FC236}">
                    <a16:creationId xmlns:a16="http://schemas.microsoft.com/office/drawing/2014/main" id="{3366623F-9F04-8E42-8F65-2486D4A36CAD}"/>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5" name="Freeform 169">
                <a:extLst>
                  <a:ext uri="{FF2B5EF4-FFF2-40B4-BE49-F238E27FC236}">
                    <a16:creationId xmlns:a16="http://schemas.microsoft.com/office/drawing/2014/main" id="{60D5C4DB-1A40-0347-A567-751C9BF09926}"/>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6" name="Freeform 170">
                <a:extLst>
                  <a:ext uri="{FF2B5EF4-FFF2-40B4-BE49-F238E27FC236}">
                    <a16:creationId xmlns:a16="http://schemas.microsoft.com/office/drawing/2014/main" id="{427AD617-481A-5946-9F34-C48C658F94BF}"/>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7" name="Freeform 171">
                <a:extLst>
                  <a:ext uri="{FF2B5EF4-FFF2-40B4-BE49-F238E27FC236}">
                    <a16:creationId xmlns:a16="http://schemas.microsoft.com/office/drawing/2014/main" id="{477C860E-0D75-AA47-ADFA-55BD16517F9B}"/>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8" name="Rectangle 172">
                <a:extLst>
                  <a:ext uri="{FF2B5EF4-FFF2-40B4-BE49-F238E27FC236}">
                    <a16:creationId xmlns:a16="http://schemas.microsoft.com/office/drawing/2014/main" id="{46C44717-91D5-6543-B826-9DC18F713894}"/>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89" name="Rectangle 173">
                <a:extLst>
                  <a:ext uri="{FF2B5EF4-FFF2-40B4-BE49-F238E27FC236}">
                    <a16:creationId xmlns:a16="http://schemas.microsoft.com/office/drawing/2014/main" id="{0D6CA90B-1C78-774D-A07D-4B60FC2E1A39}"/>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90" name="Rectangle 174">
                <a:extLst>
                  <a:ext uri="{FF2B5EF4-FFF2-40B4-BE49-F238E27FC236}">
                    <a16:creationId xmlns:a16="http://schemas.microsoft.com/office/drawing/2014/main" id="{26148974-82E8-9E49-8093-BC33C31F1DC9}"/>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91" name="Line 175">
                <a:extLst>
                  <a:ext uri="{FF2B5EF4-FFF2-40B4-BE49-F238E27FC236}">
                    <a16:creationId xmlns:a16="http://schemas.microsoft.com/office/drawing/2014/main" id="{1EAB89CE-0A05-274E-8491-004726AFD231}"/>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92" name="Group 176">
                <a:extLst>
                  <a:ext uri="{FF2B5EF4-FFF2-40B4-BE49-F238E27FC236}">
                    <a16:creationId xmlns:a16="http://schemas.microsoft.com/office/drawing/2014/main" id="{4B29DD61-115F-6746-A804-4BE43542D3A6}"/>
                  </a:ext>
                </a:extLst>
              </p:cNvPr>
              <p:cNvGrpSpPr>
                <a:grpSpLocks/>
              </p:cNvGrpSpPr>
              <p:nvPr/>
            </p:nvGrpSpPr>
            <p:grpSpPr bwMode="auto">
              <a:xfrm>
                <a:off x="997" y="2997"/>
                <a:ext cx="275" cy="38"/>
                <a:chOff x="997" y="2997"/>
                <a:chExt cx="275" cy="38"/>
              </a:xfrm>
            </p:grpSpPr>
            <p:sp>
              <p:nvSpPr>
                <p:cNvPr id="137393" name="Freeform 177">
                  <a:extLst>
                    <a:ext uri="{FF2B5EF4-FFF2-40B4-BE49-F238E27FC236}">
                      <a16:creationId xmlns:a16="http://schemas.microsoft.com/office/drawing/2014/main" id="{DD1254F7-B100-174A-9D0B-DFD23B907AF7}"/>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4" name="Freeform 178">
                  <a:extLst>
                    <a:ext uri="{FF2B5EF4-FFF2-40B4-BE49-F238E27FC236}">
                      <a16:creationId xmlns:a16="http://schemas.microsoft.com/office/drawing/2014/main" id="{98038E2F-2EFB-484C-B7A1-F65C1157E4A2}"/>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95" name="Rectangle 179">
                  <a:extLst>
                    <a:ext uri="{FF2B5EF4-FFF2-40B4-BE49-F238E27FC236}">
                      <a16:creationId xmlns:a16="http://schemas.microsoft.com/office/drawing/2014/main" id="{873CE8A8-6CE6-2B4A-A5F0-6F0B3B5A94D0}"/>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39" name="Group 180">
            <a:extLst>
              <a:ext uri="{FF2B5EF4-FFF2-40B4-BE49-F238E27FC236}">
                <a16:creationId xmlns:a16="http://schemas.microsoft.com/office/drawing/2014/main" id="{73BD213A-9F23-6744-95BB-43E94C4305F2}"/>
              </a:ext>
            </a:extLst>
          </p:cNvPr>
          <p:cNvGrpSpPr>
            <a:grpSpLocks/>
          </p:cNvGrpSpPr>
          <p:nvPr/>
        </p:nvGrpSpPr>
        <p:grpSpPr bwMode="auto">
          <a:xfrm>
            <a:off x="1547813" y="3452813"/>
            <a:ext cx="383381" cy="388144"/>
            <a:chOff x="590" y="3047"/>
            <a:chExt cx="282" cy="265"/>
          </a:xfrm>
        </p:grpSpPr>
        <p:grpSp>
          <p:nvGrpSpPr>
            <p:cNvPr id="137356" name="Group 181">
              <a:extLst>
                <a:ext uri="{FF2B5EF4-FFF2-40B4-BE49-F238E27FC236}">
                  <a16:creationId xmlns:a16="http://schemas.microsoft.com/office/drawing/2014/main" id="{F465FA03-CE0F-9D4A-A6DE-6B8C59E18CCF}"/>
                </a:ext>
              </a:extLst>
            </p:cNvPr>
            <p:cNvGrpSpPr>
              <a:grpSpLocks/>
            </p:cNvGrpSpPr>
            <p:nvPr/>
          </p:nvGrpSpPr>
          <p:grpSpPr bwMode="auto">
            <a:xfrm>
              <a:off x="596" y="3051"/>
              <a:ext cx="276" cy="261"/>
              <a:chOff x="596" y="3051"/>
              <a:chExt cx="276" cy="261"/>
            </a:xfrm>
          </p:grpSpPr>
          <p:sp>
            <p:nvSpPr>
              <p:cNvPr id="137370" name="Freeform 182">
                <a:extLst>
                  <a:ext uri="{FF2B5EF4-FFF2-40B4-BE49-F238E27FC236}">
                    <a16:creationId xmlns:a16="http://schemas.microsoft.com/office/drawing/2014/main" id="{0372B4EB-000A-AD4E-B186-38986FC7885A}"/>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1" name="Freeform 183">
                <a:extLst>
                  <a:ext uri="{FF2B5EF4-FFF2-40B4-BE49-F238E27FC236}">
                    <a16:creationId xmlns:a16="http://schemas.microsoft.com/office/drawing/2014/main" id="{7B32227A-5DB3-1947-ACEB-0C88287B26E3}"/>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2" name="Freeform 184">
                <a:extLst>
                  <a:ext uri="{FF2B5EF4-FFF2-40B4-BE49-F238E27FC236}">
                    <a16:creationId xmlns:a16="http://schemas.microsoft.com/office/drawing/2014/main" id="{7F16D5BE-B88F-954A-95B3-61DEFF5FE540}"/>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3" name="Freeform 185">
                <a:extLst>
                  <a:ext uri="{FF2B5EF4-FFF2-40B4-BE49-F238E27FC236}">
                    <a16:creationId xmlns:a16="http://schemas.microsoft.com/office/drawing/2014/main" id="{88924837-AE58-914F-9F97-8D5FA3E120B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74" name="Rectangle 186">
                <a:extLst>
                  <a:ext uri="{FF2B5EF4-FFF2-40B4-BE49-F238E27FC236}">
                    <a16:creationId xmlns:a16="http://schemas.microsoft.com/office/drawing/2014/main" id="{47AF2E28-577B-2E43-A5AB-4DCEC801A99C}"/>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5" name="Rectangle 187">
                <a:extLst>
                  <a:ext uri="{FF2B5EF4-FFF2-40B4-BE49-F238E27FC236}">
                    <a16:creationId xmlns:a16="http://schemas.microsoft.com/office/drawing/2014/main" id="{CF639BCB-0BBB-B749-939B-A08A7CAA0308}"/>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6" name="Rectangle 188">
                <a:extLst>
                  <a:ext uri="{FF2B5EF4-FFF2-40B4-BE49-F238E27FC236}">
                    <a16:creationId xmlns:a16="http://schemas.microsoft.com/office/drawing/2014/main" id="{B8E06AD7-E849-024C-94B6-CB68D0E12565}"/>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77" name="Line 189">
                <a:extLst>
                  <a:ext uri="{FF2B5EF4-FFF2-40B4-BE49-F238E27FC236}">
                    <a16:creationId xmlns:a16="http://schemas.microsoft.com/office/drawing/2014/main" id="{50878D48-2867-4948-A995-9ED45A298932}"/>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78" name="Group 190">
                <a:extLst>
                  <a:ext uri="{FF2B5EF4-FFF2-40B4-BE49-F238E27FC236}">
                    <a16:creationId xmlns:a16="http://schemas.microsoft.com/office/drawing/2014/main" id="{E75E963F-B8A1-FB41-AD66-6D11BD80DF5A}"/>
                  </a:ext>
                </a:extLst>
              </p:cNvPr>
              <p:cNvGrpSpPr>
                <a:grpSpLocks/>
              </p:cNvGrpSpPr>
              <p:nvPr/>
            </p:nvGrpSpPr>
            <p:grpSpPr bwMode="auto">
              <a:xfrm>
                <a:off x="596" y="3274"/>
                <a:ext cx="276" cy="38"/>
                <a:chOff x="596" y="3274"/>
                <a:chExt cx="276" cy="38"/>
              </a:xfrm>
            </p:grpSpPr>
            <p:sp>
              <p:nvSpPr>
                <p:cNvPr id="137379" name="Freeform 191">
                  <a:extLst>
                    <a:ext uri="{FF2B5EF4-FFF2-40B4-BE49-F238E27FC236}">
                      <a16:creationId xmlns:a16="http://schemas.microsoft.com/office/drawing/2014/main" id="{2624AFBD-DF4F-3C40-A908-1366CAC96343}"/>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0" name="Freeform 192">
                  <a:extLst>
                    <a:ext uri="{FF2B5EF4-FFF2-40B4-BE49-F238E27FC236}">
                      <a16:creationId xmlns:a16="http://schemas.microsoft.com/office/drawing/2014/main" id="{3843F83B-1776-9443-96D6-F8D0737A874F}"/>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81" name="Rectangle 193">
                  <a:extLst>
                    <a:ext uri="{FF2B5EF4-FFF2-40B4-BE49-F238E27FC236}">
                      <a16:creationId xmlns:a16="http://schemas.microsoft.com/office/drawing/2014/main" id="{8BE51A3F-6CCA-ED43-965A-130EB6D7E62A}"/>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57" name="Group 194">
              <a:extLst>
                <a:ext uri="{FF2B5EF4-FFF2-40B4-BE49-F238E27FC236}">
                  <a16:creationId xmlns:a16="http://schemas.microsoft.com/office/drawing/2014/main" id="{73D4052E-C31C-CF46-9C7D-7855DCBD4AE0}"/>
                </a:ext>
              </a:extLst>
            </p:cNvPr>
            <p:cNvGrpSpPr>
              <a:grpSpLocks/>
            </p:cNvGrpSpPr>
            <p:nvPr/>
          </p:nvGrpSpPr>
          <p:grpSpPr bwMode="auto">
            <a:xfrm>
              <a:off x="590" y="3047"/>
              <a:ext cx="275" cy="260"/>
              <a:chOff x="590" y="3047"/>
              <a:chExt cx="275" cy="260"/>
            </a:xfrm>
          </p:grpSpPr>
          <p:sp>
            <p:nvSpPr>
              <p:cNvPr id="137358" name="Freeform 195">
                <a:extLst>
                  <a:ext uri="{FF2B5EF4-FFF2-40B4-BE49-F238E27FC236}">
                    <a16:creationId xmlns:a16="http://schemas.microsoft.com/office/drawing/2014/main" id="{E2213D45-B56A-A04D-9166-188CBBA26DFB}"/>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9" name="Freeform 196">
                <a:extLst>
                  <a:ext uri="{FF2B5EF4-FFF2-40B4-BE49-F238E27FC236}">
                    <a16:creationId xmlns:a16="http://schemas.microsoft.com/office/drawing/2014/main" id="{837CC2C8-9F55-8940-A85A-FA92F261731B}"/>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0" name="Freeform 197">
                <a:extLst>
                  <a:ext uri="{FF2B5EF4-FFF2-40B4-BE49-F238E27FC236}">
                    <a16:creationId xmlns:a16="http://schemas.microsoft.com/office/drawing/2014/main" id="{67F0B5BB-CE0A-9848-BCAB-5F2D5D22FC03}"/>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1" name="Freeform 198">
                <a:extLst>
                  <a:ext uri="{FF2B5EF4-FFF2-40B4-BE49-F238E27FC236}">
                    <a16:creationId xmlns:a16="http://schemas.microsoft.com/office/drawing/2014/main" id="{52E9A06F-3FA9-534C-BAAC-B0BE25A6D87C}"/>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2" name="Rectangle 199">
                <a:extLst>
                  <a:ext uri="{FF2B5EF4-FFF2-40B4-BE49-F238E27FC236}">
                    <a16:creationId xmlns:a16="http://schemas.microsoft.com/office/drawing/2014/main" id="{FACE313F-EAEC-B848-84F7-425C6D33E7C4}"/>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3" name="Rectangle 200">
                <a:extLst>
                  <a:ext uri="{FF2B5EF4-FFF2-40B4-BE49-F238E27FC236}">
                    <a16:creationId xmlns:a16="http://schemas.microsoft.com/office/drawing/2014/main" id="{3438488A-FB79-0D4C-BC29-B4D1DB6B97E0}"/>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4" name="Rectangle 201">
                <a:extLst>
                  <a:ext uri="{FF2B5EF4-FFF2-40B4-BE49-F238E27FC236}">
                    <a16:creationId xmlns:a16="http://schemas.microsoft.com/office/drawing/2014/main" id="{14C2C662-2E2E-8D4A-AA56-2906B0D05102}"/>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65" name="Line 202">
                <a:extLst>
                  <a:ext uri="{FF2B5EF4-FFF2-40B4-BE49-F238E27FC236}">
                    <a16:creationId xmlns:a16="http://schemas.microsoft.com/office/drawing/2014/main" id="{1081CCCC-0B18-FE46-AA4E-605680548C26}"/>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66" name="Group 203">
                <a:extLst>
                  <a:ext uri="{FF2B5EF4-FFF2-40B4-BE49-F238E27FC236}">
                    <a16:creationId xmlns:a16="http://schemas.microsoft.com/office/drawing/2014/main" id="{02596EF7-9EA4-4A4F-BD11-F137458D4AC4}"/>
                  </a:ext>
                </a:extLst>
              </p:cNvPr>
              <p:cNvGrpSpPr>
                <a:grpSpLocks/>
              </p:cNvGrpSpPr>
              <p:nvPr/>
            </p:nvGrpSpPr>
            <p:grpSpPr bwMode="auto">
              <a:xfrm>
                <a:off x="590" y="3269"/>
                <a:ext cx="275" cy="38"/>
                <a:chOff x="590" y="3269"/>
                <a:chExt cx="275" cy="38"/>
              </a:xfrm>
            </p:grpSpPr>
            <p:sp>
              <p:nvSpPr>
                <p:cNvPr id="137367" name="Freeform 204">
                  <a:extLst>
                    <a:ext uri="{FF2B5EF4-FFF2-40B4-BE49-F238E27FC236}">
                      <a16:creationId xmlns:a16="http://schemas.microsoft.com/office/drawing/2014/main" id="{91C473EA-790E-CB46-AB2A-00D049005DA7}"/>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8" name="Freeform 205">
                  <a:extLst>
                    <a:ext uri="{FF2B5EF4-FFF2-40B4-BE49-F238E27FC236}">
                      <a16:creationId xmlns:a16="http://schemas.microsoft.com/office/drawing/2014/main" id="{0D18ADA6-9D9B-B84B-8631-ED838CB19A59}"/>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69" name="Rectangle 206">
                  <a:extLst>
                    <a:ext uri="{FF2B5EF4-FFF2-40B4-BE49-F238E27FC236}">
                      <a16:creationId xmlns:a16="http://schemas.microsoft.com/office/drawing/2014/main" id="{0B80EBA9-AE5F-0748-9F5C-2511430F2C1E}"/>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40" name="Group 207">
            <a:extLst>
              <a:ext uri="{FF2B5EF4-FFF2-40B4-BE49-F238E27FC236}">
                <a16:creationId xmlns:a16="http://schemas.microsoft.com/office/drawing/2014/main" id="{48E623AE-273B-3F46-9D35-7B9FCE590549}"/>
              </a:ext>
            </a:extLst>
          </p:cNvPr>
          <p:cNvGrpSpPr>
            <a:grpSpLocks/>
          </p:cNvGrpSpPr>
          <p:nvPr/>
        </p:nvGrpSpPr>
        <p:grpSpPr bwMode="auto">
          <a:xfrm>
            <a:off x="1977629" y="3919538"/>
            <a:ext cx="382190" cy="388144"/>
            <a:chOff x="906" y="3365"/>
            <a:chExt cx="281" cy="265"/>
          </a:xfrm>
        </p:grpSpPr>
        <p:grpSp>
          <p:nvGrpSpPr>
            <p:cNvPr id="137330" name="Group 208">
              <a:extLst>
                <a:ext uri="{FF2B5EF4-FFF2-40B4-BE49-F238E27FC236}">
                  <a16:creationId xmlns:a16="http://schemas.microsoft.com/office/drawing/2014/main" id="{03225E4F-35DB-2D47-A644-FFD0E042A923}"/>
                </a:ext>
              </a:extLst>
            </p:cNvPr>
            <p:cNvGrpSpPr>
              <a:grpSpLocks/>
            </p:cNvGrpSpPr>
            <p:nvPr/>
          </p:nvGrpSpPr>
          <p:grpSpPr bwMode="auto">
            <a:xfrm>
              <a:off x="912" y="3369"/>
              <a:ext cx="275" cy="261"/>
              <a:chOff x="912" y="3369"/>
              <a:chExt cx="275" cy="261"/>
            </a:xfrm>
          </p:grpSpPr>
          <p:sp>
            <p:nvSpPr>
              <p:cNvPr id="137344" name="Freeform 209">
                <a:extLst>
                  <a:ext uri="{FF2B5EF4-FFF2-40B4-BE49-F238E27FC236}">
                    <a16:creationId xmlns:a16="http://schemas.microsoft.com/office/drawing/2014/main" id="{BB050EF9-462D-764A-A39E-9B15ED9198C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5" name="Freeform 210">
                <a:extLst>
                  <a:ext uri="{FF2B5EF4-FFF2-40B4-BE49-F238E27FC236}">
                    <a16:creationId xmlns:a16="http://schemas.microsoft.com/office/drawing/2014/main" id="{2A0FDABD-FADD-094F-9BC8-6019923317D4}"/>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6" name="Freeform 211">
                <a:extLst>
                  <a:ext uri="{FF2B5EF4-FFF2-40B4-BE49-F238E27FC236}">
                    <a16:creationId xmlns:a16="http://schemas.microsoft.com/office/drawing/2014/main" id="{1A85DD0F-97F0-E04B-837A-23B810B6700E}"/>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7" name="Freeform 212">
                <a:extLst>
                  <a:ext uri="{FF2B5EF4-FFF2-40B4-BE49-F238E27FC236}">
                    <a16:creationId xmlns:a16="http://schemas.microsoft.com/office/drawing/2014/main" id="{F582A55A-B7C8-D64D-B040-C2B211E2A7D4}"/>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8" name="Rectangle 213">
                <a:extLst>
                  <a:ext uri="{FF2B5EF4-FFF2-40B4-BE49-F238E27FC236}">
                    <a16:creationId xmlns:a16="http://schemas.microsoft.com/office/drawing/2014/main" id="{5C16E2BB-19D9-4A4B-9876-A02870D70A00}"/>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49" name="Rectangle 214">
                <a:extLst>
                  <a:ext uri="{FF2B5EF4-FFF2-40B4-BE49-F238E27FC236}">
                    <a16:creationId xmlns:a16="http://schemas.microsoft.com/office/drawing/2014/main" id="{B7005D49-867E-3B4B-ABAF-48D49F3DDF27}"/>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50" name="Rectangle 215">
                <a:extLst>
                  <a:ext uri="{FF2B5EF4-FFF2-40B4-BE49-F238E27FC236}">
                    <a16:creationId xmlns:a16="http://schemas.microsoft.com/office/drawing/2014/main" id="{19CCEFE0-FCC8-754C-BCC9-A712D75A107B}"/>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51" name="Line 216">
                <a:extLst>
                  <a:ext uri="{FF2B5EF4-FFF2-40B4-BE49-F238E27FC236}">
                    <a16:creationId xmlns:a16="http://schemas.microsoft.com/office/drawing/2014/main" id="{8E69A34B-6EF3-CA4C-AC6C-DB595DE3C846}"/>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52" name="Group 217">
                <a:extLst>
                  <a:ext uri="{FF2B5EF4-FFF2-40B4-BE49-F238E27FC236}">
                    <a16:creationId xmlns:a16="http://schemas.microsoft.com/office/drawing/2014/main" id="{836A9A3B-4801-5143-A1B7-808A0F7A0F7E}"/>
                  </a:ext>
                </a:extLst>
              </p:cNvPr>
              <p:cNvGrpSpPr>
                <a:grpSpLocks/>
              </p:cNvGrpSpPr>
              <p:nvPr/>
            </p:nvGrpSpPr>
            <p:grpSpPr bwMode="auto">
              <a:xfrm>
                <a:off x="912" y="3592"/>
                <a:ext cx="275" cy="38"/>
                <a:chOff x="912" y="3592"/>
                <a:chExt cx="275" cy="38"/>
              </a:xfrm>
            </p:grpSpPr>
            <p:sp>
              <p:nvSpPr>
                <p:cNvPr id="137353" name="Freeform 218">
                  <a:extLst>
                    <a:ext uri="{FF2B5EF4-FFF2-40B4-BE49-F238E27FC236}">
                      <a16:creationId xmlns:a16="http://schemas.microsoft.com/office/drawing/2014/main" id="{DE5B16CF-C671-3C47-A9D5-17C64BCE6834}"/>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4" name="Freeform 219">
                  <a:extLst>
                    <a:ext uri="{FF2B5EF4-FFF2-40B4-BE49-F238E27FC236}">
                      <a16:creationId xmlns:a16="http://schemas.microsoft.com/office/drawing/2014/main" id="{75C393D0-4B16-3446-8BA3-B857E959C955}"/>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55" name="Rectangle 220">
                  <a:extLst>
                    <a:ext uri="{FF2B5EF4-FFF2-40B4-BE49-F238E27FC236}">
                      <a16:creationId xmlns:a16="http://schemas.microsoft.com/office/drawing/2014/main" id="{585CDE0B-DDB5-6341-B5C8-E1CCDD55F59C}"/>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7331" name="Group 221">
              <a:extLst>
                <a:ext uri="{FF2B5EF4-FFF2-40B4-BE49-F238E27FC236}">
                  <a16:creationId xmlns:a16="http://schemas.microsoft.com/office/drawing/2014/main" id="{1222A28B-D41A-BF4A-A219-39B817C3D3DF}"/>
                </a:ext>
              </a:extLst>
            </p:cNvPr>
            <p:cNvGrpSpPr>
              <a:grpSpLocks/>
            </p:cNvGrpSpPr>
            <p:nvPr/>
          </p:nvGrpSpPr>
          <p:grpSpPr bwMode="auto">
            <a:xfrm>
              <a:off x="906" y="3365"/>
              <a:ext cx="275" cy="261"/>
              <a:chOff x="906" y="3365"/>
              <a:chExt cx="275" cy="261"/>
            </a:xfrm>
          </p:grpSpPr>
          <p:sp>
            <p:nvSpPr>
              <p:cNvPr id="137332" name="Freeform 222">
                <a:extLst>
                  <a:ext uri="{FF2B5EF4-FFF2-40B4-BE49-F238E27FC236}">
                    <a16:creationId xmlns:a16="http://schemas.microsoft.com/office/drawing/2014/main" id="{59944AF4-BE94-E443-B809-8539CF67DA50}"/>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3" name="Freeform 223">
                <a:extLst>
                  <a:ext uri="{FF2B5EF4-FFF2-40B4-BE49-F238E27FC236}">
                    <a16:creationId xmlns:a16="http://schemas.microsoft.com/office/drawing/2014/main" id="{D4D53A71-9F42-054B-B67D-4626E602F980}"/>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4" name="Freeform 224">
                <a:extLst>
                  <a:ext uri="{FF2B5EF4-FFF2-40B4-BE49-F238E27FC236}">
                    <a16:creationId xmlns:a16="http://schemas.microsoft.com/office/drawing/2014/main" id="{2AA4C79E-C114-2542-8189-912BEBF1BA61}"/>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5" name="Freeform 225">
                <a:extLst>
                  <a:ext uri="{FF2B5EF4-FFF2-40B4-BE49-F238E27FC236}">
                    <a16:creationId xmlns:a16="http://schemas.microsoft.com/office/drawing/2014/main" id="{192965F4-A5DA-E144-8534-764963CDF2C6}"/>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36" name="Rectangle 226">
                <a:extLst>
                  <a:ext uri="{FF2B5EF4-FFF2-40B4-BE49-F238E27FC236}">
                    <a16:creationId xmlns:a16="http://schemas.microsoft.com/office/drawing/2014/main" id="{A0B4B477-742B-7140-B295-6D728B14E4A7}"/>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7" name="Rectangle 227">
                <a:extLst>
                  <a:ext uri="{FF2B5EF4-FFF2-40B4-BE49-F238E27FC236}">
                    <a16:creationId xmlns:a16="http://schemas.microsoft.com/office/drawing/2014/main" id="{15847EA8-D5F6-4A45-89E0-59376C659EC5}"/>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8" name="Rectangle 228">
                <a:extLst>
                  <a:ext uri="{FF2B5EF4-FFF2-40B4-BE49-F238E27FC236}">
                    <a16:creationId xmlns:a16="http://schemas.microsoft.com/office/drawing/2014/main" id="{F38962D0-FED1-2D49-BF7A-0DD9D7BA5F1E}"/>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39" name="Line 229">
                <a:extLst>
                  <a:ext uri="{FF2B5EF4-FFF2-40B4-BE49-F238E27FC236}">
                    <a16:creationId xmlns:a16="http://schemas.microsoft.com/office/drawing/2014/main" id="{DB084934-3082-6B40-AE7B-B6D62646EE62}"/>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7340" name="Group 230">
                <a:extLst>
                  <a:ext uri="{FF2B5EF4-FFF2-40B4-BE49-F238E27FC236}">
                    <a16:creationId xmlns:a16="http://schemas.microsoft.com/office/drawing/2014/main" id="{043A2530-9DE4-DF45-96EC-54A6E49E657F}"/>
                  </a:ext>
                </a:extLst>
              </p:cNvPr>
              <p:cNvGrpSpPr>
                <a:grpSpLocks/>
              </p:cNvGrpSpPr>
              <p:nvPr/>
            </p:nvGrpSpPr>
            <p:grpSpPr bwMode="auto">
              <a:xfrm>
                <a:off x="906" y="3587"/>
                <a:ext cx="275" cy="39"/>
                <a:chOff x="906" y="3587"/>
                <a:chExt cx="275" cy="39"/>
              </a:xfrm>
            </p:grpSpPr>
            <p:sp>
              <p:nvSpPr>
                <p:cNvPr id="137341" name="Freeform 231">
                  <a:extLst>
                    <a:ext uri="{FF2B5EF4-FFF2-40B4-BE49-F238E27FC236}">
                      <a16:creationId xmlns:a16="http://schemas.microsoft.com/office/drawing/2014/main" id="{05CF4DAC-82CA-E148-8455-07F8C132224D}"/>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2" name="Freeform 232">
                  <a:extLst>
                    <a:ext uri="{FF2B5EF4-FFF2-40B4-BE49-F238E27FC236}">
                      <a16:creationId xmlns:a16="http://schemas.microsoft.com/office/drawing/2014/main" id="{C4754E5A-8496-ED4D-8AE1-BE622BFB9B34}"/>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43" name="Rectangle 233">
                  <a:extLst>
                    <a:ext uri="{FF2B5EF4-FFF2-40B4-BE49-F238E27FC236}">
                      <a16:creationId xmlns:a16="http://schemas.microsoft.com/office/drawing/2014/main" id="{CA340630-9F8B-0140-817B-815C0767253F}"/>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7241" name="Group 234">
            <a:extLst>
              <a:ext uri="{FF2B5EF4-FFF2-40B4-BE49-F238E27FC236}">
                <a16:creationId xmlns:a16="http://schemas.microsoft.com/office/drawing/2014/main" id="{E5EE2D3F-6D1A-4F40-BA5E-7A4BA504D236}"/>
              </a:ext>
            </a:extLst>
          </p:cNvPr>
          <p:cNvGrpSpPr>
            <a:grpSpLocks/>
          </p:cNvGrpSpPr>
          <p:nvPr/>
        </p:nvGrpSpPr>
        <p:grpSpPr bwMode="auto">
          <a:xfrm>
            <a:off x="3095625" y="4010025"/>
            <a:ext cx="333375" cy="629841"/>
            <a:chOff x="1660" y="3427"/>
            <a:chExt cx="217" cy="339"/>
          </a:xfrm>
        </p:grpSpPr>
        <p:grpSp>
          <p:nvGrpSpPr>
            <p:cNvPr id="137310" name="Group 235">
              <a:extLst>
                <a:ext uri="{FF2B5EF4-FFF2-40B4-BE49-F238E27FC236}">
                  <a16:creationId xmlns:a16="http://schemas.microsoft.com/office/drawing/2014/main" id="{E812FE9B-D31A-1044-9000-159A0CE2EF51}"/>
                </a:ext>
              </a:extLst>
            </p:cNvPr>
            <p:cNvGrpSpPr>
              <a:grpSpLocks/>
            </p:cNvGrpSpPr>
            <p:nvPr/>
          </p:nvGrpSpPr>
          <p:grpSpPr bwMode="auto">
            <a:xfrm>
              <a:off x="1665" y="3433"/>
              <a:ext cx="212" cy="333"/>
              <a:chOff x="1665" y="3433"/>
              <a:chExt cx="212" cy="333"/>
            </a:xfrm>
          </p:grpSpPr>
          <p:sp>
            <p:nvSpPr>
              <p:cNvPr id="137321" name="Freeform 236">
                <a:extLst>
                  <a:ext uri="{FF2B5EF4-FFF2-40B4-BE49-F238E27FC236}">
                    <a16:creationId xmlns:a16="http://schemas.microsoft.com/office/drawing/2014/main" id="{0ED7F44B-0F5D-F34A-9188-DD315E0F8F07}"/>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2" name="Freeform 237">
                <a:extLst>
                  <a:ext uri="{FF2B5EF4-FFF2-40B4-BE49-F238E27FC236}">
                    <a16:creationId xmlns:a16="http://schemas.microsoft.com/office/drawing/2014/main" id="{CFE16678-FFF7-4440-80BF-AF9A493B3095}"/>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3" name="Freeform 238">
                <a:extLst>
                  <a:ext uri="{FF2B5EF4-FFF2-40B4-BE49-F238E27FC236}">
                    <a16:creationId xmlns:a16="http://schemas.microsoft.com/office/drawing/2014/main" id="{D42CAEF7-2BEF-8643-A247-336B0DD08B42}"/>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4" name="Freeform 239">
                <a:extLst>
                  <a:ext uri="{FF2B5EF4-FFF2-40B4-BE49-F238E27FC236}">
                    <a16:creationId xmlns:a16="http://schemas.microsoft.com/office/drawing/2014/main" id="{3E247709-60A9-2E4F-9595-EEAA68DFDD3E}"/>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25" name="Rectangle 240">
                <a:extLst>
                  <a:ext uri="{FF2B5EF4-FFF2-40B4-BE49-F238E27FC236}">
                    <a16:creationId xmlns:a16="http://schemas.microsoft.com/office/drawing/2014/main" id="{9D5E5D8E-8A7D-1D4B-A693-2B55BFE92A52}"/>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26" name="Rectangle 241">
                <a:extLst>
                  <a:ext uri="{FF2B5EF4-FFF2-40B4-BE49-F238E27FC236}">
                    <a16:creationId xmlns:a16="http://schemas.microsoft.com/office/drawing/2014/main" id="{D673944A-E8AD-CB4D-A305-2A71C58EF33C}"/>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27" name="Line 242">
                <a:extLst>
                  <a:ext uri="{FF2B5EF4-FFF2-40B4-BE49-F238E27FC236}">
                    <a16:creationId xmlns:a16="http://schemas.microsoft.com/office/drawing/2014/main" id="{874D2DA6-14C5-E645-89C9-8E6A85DA2D5C}"/>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8" name="Line 243">
                <a:extLst>
                  <a:ext uri="{FF2B5EF4-FFF2-40B4-BE49-F238E27FC236}">
                    <a16:creationId xmlns:a16="http://schemas.microsoft.com/office/drawing/2014/main" id="{EAF471C3-7590-F040-8A0C-F72A7BE5819D}"/>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9" name="Line 244">
                <a:extLst>
                  <a:ext uri="{FF2B5EF4-FFF2-40B4-BE49-F238E27FC236}">
                    <a16:creationId xmlns:a16="http://schemas.microsoft.com/office/drawing/2014/main" id="{DF2DA51F-E612-0C43-B774-FA35A3167095}"/>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311" name="Group 245">
              <a:extLst>
                <a:ext uri="{FF2B5EF4-FFF2-40B4-BE49-F238E27FC236}">
                  <a16:creationId xmlns:a16="http://schemas.microsoft.com/office/drawing/2014/main" id="{D77D64E7-359B-DC41-A3F5-8CCDACA4A501}"/>
                </a:ext>
              </a:extLst>
            </p:cNvPr>
            <p:cNvGrpSpPr>
              <a:grpSpLocks/>
            </p:cNvGrpSpPr>
            <p:nvPr/>
          </p:nvGrpSpPr>
          <p:grpSpPr bwMode="auto">
            <a:xfrm>
              <a:off x="1660" y="3427"/>
              <a:ext cx="212" cy="333"/>
              <a:chOff x="1660" y="3427"/>
              <a:chExt cx="212" cy="333"/>
            </a:xfrm>
          </p:grpSpPr>
          <p:sp>
            <p:nvSpPr>
              <p:cNvPr id="137312" name="Freeform 246">
                <a:extLst>
                  <a:ext uri="{FF2B5EF4-FFF2-40B4-BE49-F238E27FC236}">
                    <a16:creationId xmlns:a16="http://schemas.microsoft.com/office/drawing/2014/main" id="{1C9E284F-6AD2-DD40-A70D-4F0A26D2426E}"/>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3" name="Freeform 247">
                <a:extLst>
                  <a:ext uri="{FF2B5EF4-FFF2-40B4-BE49-F238E27FC236}">
                    <a16:creationId xmlns:a16="http://schemas.microsoft.com/office/drawing/2014/main" id="{E51B7100-8F6B-F949-B214-D18D0BEA57E0}"/>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4" name="Freeform 248">
                <a:extLst>
                  <a:ext uri="{FF2B5EF4-FFF2-40B4-BE49-F238E27FC236}">
                    <a16:creationId xmlns:a16="http://schemas.microsoft.com/office/drawing/2014/main" id="{3D4FF2C3-93DB-DA4E-91FD-19528795ACF3}"/>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5" name="Freeform 249">
                <a:extLst>
                  <a:ext uri="{FF2B5EF4-FFF2-40B4-BE49-F238E27FC236}">
                    <a16:creationId xmlns:a16="http://schemas.microsoft.com/office/drawing/2014/main" id="{7C80C89A-DD61-8142-9383-5B634C2A833C}"/>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16" name="Rectangle 250">
                <a:extLst>
                  <a:ext uri="{FF2B5EF4-FFF2-40B4-BE49-F238E27FC236}">
                    <a16:creationId xmlns:a16="http://schemas.microsoft.com/office/drawing/2014/main" id="{B216596F-939B-5B48-9147-BB65980116D0}"/>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17" name="Rectangle 251">
                <a:extLst>
                  <a:ext uri="{FF2B5EF4-FFF2-40B4-BE49-F238E27FC236}">
                    <a16:creationId xmlns:a16="http://schemas.microsoft.com/office/drawing/2014/main" id="{1BB2259E-8BE5-CB4D-944E-4DF8447CF2ED}"/>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18" name="Line 252">
                <a:extLst>
                  <a:ext uri="{FF2B5EF4-FFF2-40B4-BE49-F238E27FC236}">
                    <a16:creationId xmlns:a16="http://schemas.microsoft.com/office/drawing/2014/main" id="{D355A11C-0B1A-8347-A04E-5AE25818B0DD}"/>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19" name="Line 253">
                <a:extLst>
                  <a:ext uri="{FF2B5EF4-FFF2-40B4-BE49-F238E27FC236}">
                    <a16:creationId xmlns:a16="http://schemas.microsoft.com/office/drawing/2014/main" id="{3A9B0DB4-3505-4B4C-8C88-A49809588BED}"/>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20" name="Line 254">
                <a:extLst>
                  <a:ext uri="{FF2B5EF4-FFF2-40B4-BE49-F238E27FC236}">
                    <a16:creationId xmlns:a16="http://schemas.microsoft.com/office/drawing/2014/main" id="{039ED8A5-4E22-3348-8FD2-A4FDB638F7FC}"/>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42" name="Rectangle 255">
            <a:extLst>
              <a:ext uri="{FF2B5EF4-FFF2-40B4-BE49-F238E27FC236}">
                <a16:creationId xmlns:a16="http://schemas.microsoft.com/office/drawing/2014/main" id="{E90E2959-9D07-0F4F-B8E9-D51D720F5D70}"/>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3" name="Rectangle 256">
            <a:extLst>
              <a:ext uri="{FF2B5EF4-FFF2-40B4-BE49-F238E27FC236}">
                <a16:creationId xmlns:a16="http://schemas.microsoft.com/office/drawing/2014/main" id="{984E8823-B731-5844-91D9-C07BFD0B09CD}"/>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7244" name="Rectangle 257">
            <a:extLst>
              <a:ext uri="{FF2B5EF4-FFF2-40B4-BE49-F238E27FC236}">
                <a16:creationId xmlns:a16="http://schemas.microsoft.com/office/drawing/2014/main" id="{9FED86D6-E003-E44F-9A29-51929BE3B996}"/>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5" name="Rectangle 258">
            <a:extLst>
              <a:ext uri="{FF2B5EF4-FFF2-40B4-BE49-F238E27FC236}">
                <a16:creationId xmlns:a16="http://schemas.microsoft.com/office/drawing/2014/main" id="{23197946-2402-6E4F-92D3-AB759F11267C}"/>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（代理服务器）</a:t>
            </a:r>
          </a:p>
        </p:txBody>
      </p:sp>
      <p:grpSp>
        <p:nvGrpSpPr>
          <p:cNvPr id="137246" name="Group 259">
            <a:extLst>
              <a:ext uri="{FF2B5EF4-FFF2-40B4-BE49-F238E27FC236}">
                <a16:creationId xmlns:a16="http://schemas.microsoft.com/office/drawing/2014/main" id="{2EC151FF-66C2-7642-80B3-01D7B2AA947A}"/>
              </a:ext>
            </a:extLst>
          </p:cNvPr>
          <p:cNvGrpSpPr>
            <a:grpSpLocks/>
          </p:cNvGrpSpPr>
          <p:nvPr/>
        </p:nvGrpSpPr>
        <p:grpSpPr bwMode="auto">
          <a:xfrm>
            <a:off x="7196138" y="2409825"/>
            <a:ext cx="294085" cy="496491"/>
            <a:chOff x="4305" y="2335"/>
            <a:chExt cx="216" cy="339"/>
          </a:xfrm>
        </p:grpSpPr>
        <p:grpSp>
          <p:nvGrpSpPr>
            <p:cNvPr id="137290" name="Group 260">
              <a:extLst>
                <a:ext uri="{FF2B5EF4-FFF2-40B4-BE49-F238E27FC236}">
                  <a16:creationId xmlns:a16="http://schemas.microsoft.com/office/drawing/2014/main" id="{A4CEFF29-15F3-D04A-B284-3927C0FC490E}"/>
                </a:ext>
              </a:extLst>
            </p:cNvPr>
            <p:cNvGrpSpPr>
              <a:grpSpLocks/>
            </p:cNvGrpSpPr>
            <p:nvPr/>
          </p:nvGrpSpPr>
          <p:grpSpPr bwMode="auto">
            <a:xfrm>
              <a:off x="4310" y="2341"/>
              <a:ext cx="211" cy="333"/>
              <a:chOff x="4310" y="2341"/>
              <a:chExt cx="211" cy="333"/>
            </a:xfrm>
          </p:grpSpPr>
          <p:sp>
            <p:nvSpPr>
              <p:cNvPr id="137301" name="Freeform 261">
                <a:extLst>
                  <a:ext uri="{FF2B5EF4-FFF2-40B4-BE49-F238E27FC236}">
                    <a16:creationId xmlns:a16="http://schemas.microsoft.com/office/drawing/2014/main" id="{03A5C5DA-2716-934A-B986-90D5B5F956C3}"/>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2" name="Freeform 262">
                <a:extLst>
                  <a:ext uri="{FF2B5EF4-FFF2-40B4-BE49-F238E27FC236}">
                    <a16:creationId xmlns:a16="http://schemas.microsoft.com/office/drawing/2014/main" id="{8CFB655C-581E-084E-8E7C-55D236086312}"/>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3" name="Freeform 263">
                <a:extLst>
                  <a:ext uri="{FF2B5EF4-FFF2-40B4-BE49-F238E27FC236}">
                    <a16:creationId xmlns:a16="http://schemas.microsoft.com/office/drawing/2014/main" id="{78A31379-ED66-7D4B-91A6-0EB042A4CC7B}"/>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4" name="Freeform 264">
                <a:extLst>
                  <a:ext uri="{FF2B5EF4-FFF2-40B4-BE49-F238E27FC236}">
                    <a16:creationId xmlns:a16="http://schemas.microsoft.com/office/drawing/2014/main" id="{3EE71BF0-43B6-8244-B397-79FEF1F3833E}"/>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305" name="Rectangle 265">
                <a:extLst>
                  <a:ext uri="{FF2B5EF4-FFF2-40B4-BE49-F238E27FC236}">
                    <a16:creationId xmlns:a16="http://schemas.microsoft.com/office/drawing/2014/main" id="{5605A512-212F-0E4E-8750-02F736BBC596}"/>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06" name="Rectangle 266">
                <a:extLst>
                  <a:ext uri="{FF2B5EF4-FFF2-40B4-BE49-F238E27FC236}">
                    <a16:creationId xmlns:a16="http://schemas.microsoft.com/office/drawing/2014/main" id="{1A78C4BE-AD73-9246-9BB7-B9CAAA4A8E25}"/>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307" name="Line 267">
                <a:extLst>
                  <a:ext uri="{FF2B5EF4-FFF2-40B4-BE49-F238E27FC236}">
                    <a16:creationId xmlns:a16="http://schemas.microsoft.com/office/drawing/2014/main" id="{64634711-4897-9D4A-9EDB-31CA66839AAB}"/>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8" name="Line 268">
                <a:extLst>
                  <a:ext uri="{FF2B5EF4-FFF2-40B4-BE49-F238E27FC236}">
                    <a16:creationId xmlns:a16="http://schemas.microsoft.com/office/drawing/2014/main" id="{10A98B45-21B5-BB49-8D78-C61019AD322F}"/>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9" name="Line 269">
                <a:extLst>
                  <a:ext uri="{FF2B5EF4-FFF2-40B4-BE49-F238E27FC236}">
                    <a16:creationId xmlns:a16="http://schemas.microsoft.com/office/drawing/2014/main" id="{FAECBF7A-B17D-DC4C-B276-6AD7A215811A}"/>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7291" name="Group 270">
              <a:extLst>
                <a:ext uri="{FF2B5EF4-FFF2-40B4-BE49-F238E27FC236}">
                  <a16:creationId xmlns:a16="http://schemas.microsoft.com/office/drawing/2014/main" id="{D0D7A4B5-51CF-9846-9D3C-20132C908841}"/>
                </a:ext>
              </a:extLst>
            </p:cNvPr>
            <p:cNvGrpSpPr>
              <a:grpSpLocks/>
            </p:cNvGrpSpPr>
            <p:nvPr/>
          </p:nvGrpSpPr>
          <p:grpSpPr bwMode="auto">
            <a:xfrm>
              <a:off x="4305" y="2335"/>
              <a:ext cx="211" cy="332"/>
              <a:chOff x="4305" y="2335"/>
              <a:chExt cx="211" cy="332"/>
            </a:xfrm>
          </p:grpSpPr>
          <p:sp>
            <p:nvSpPr>
              <p:cNvPr id="137292" name="Freeform 271">
                <a:extLst>
                  <a:ext uri="{FF2B5EF4-FFF2-40B4-BE49-F238E27FC236}">
                    <a16:creationId xmlns:a16="http://schemas.microsoft.com/office/drawing/2014/main" id="{296FE3F5-ABA4-E049-B017-BC2A20A1C52D}"/>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3" name="Freeform 272">
                <a:extLst>
                  <a:ext uri="{FF2B5EF4-FFF2-40B4-BE49-F238E27FC236}">
                    <a16:creationId xmlns:a16="http://schemas.microsoft.com/office/drawing/2014/main" id="{343AEC12-6752-4145-836C-6E6A5E6644A1}"/>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4" name="Freeform 273">
                <a:extLst>
                  <a:ext uri="{FF2B5EF4-FFF2-40B4-BE49-F238E27FC236}">
                    <a16:creationId xmlns:a16="http://schemas.microsoft.com/office/drawing/2014/main" id="{6E55A949-CB69-7F44-BE05-E09BD2D57276}"/>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5" name="Freeform 274">
                <a:extLst>
                  <a:ext uri="{FF2B5EF4-FFF2-40B4-BE49-F238E27FC236}">
                    <a16:creationId xmlns:a16="http://schemas.microsoft.com/office/drawing/2014/main" id="{0CDDAA9C-A60D-8344-912C-2387D1643924}"/>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96" name="Rectangle 275">
                <a:extLst>
                  <a:ext uri="{FF2B5EF4-FFF2-40B4-BE49-F238E27FC236}">
                    <a16:creationId xmlns:a16="http://schemas.microsoft.com/office/drawing/2014/main" id="{1E31D868-4CDC-E64F-B875-7EB51262FEE6}"/>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97" name="Rectangle 276">
                <a:extLst>
                  <a:ext uri="{FF2B5EF4-FFF2-40B4-BE49-F238E27FC236}">
                    <a16:creationId xmlns:a16="http://schemas.microsoft.com/office/drawing/2014/main" id="{6D8D5129-0112-4342-909E-C278BB962D27}"/>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98" name="Line 277">
                <a:extLst>
                  <a:ext uri="{FF2B5EF4-FFF2-40B4-BE49-F238E27FC236}">
                    <a16:creationId xmlns:a16="http://schemas.microsoft.com/office/drawing/2014/main" id="{FC800F7A-BE24-0B4B-94D3-6999D37C16C6}"/>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99" name="Line 278">
                <a:extLst>
                  <a:ext uri="{FF2B5EF4-FFF2-40B4-BE49-F238E27FC236}">
                    <a16:creationId xmlns:a16="http://schemas.microsoft.com/office/drawing/2014/main" id="{FBBCFC2C-C344-D244-9FC2-980158E2C077}"/>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300" name="Line 279">
                <a:extLst>
                  <a:ext uri="{FF2B5EF4-FFF2-40B4-BE49-F238E27FC236}">
                    <a16:creationId xmlns:a16="http://schemas.microsoft.com/office/drawing/2014/main" id="{E052EDCF-E261-7C4E-8BA4-CAFDC5627723}"/>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7247" name="Rectangle 280">
            <a:extLst>
              <a:ext uri="{FF2B5EF4-FFF2-40B4-BE49-F238E27FC236}">
                <a16:creationId xmlns:a16="http://schemas.microsoft.com/office/drawing/2014/main" id="{2774392E-BBBF-044D-8A3B-0E41CBEF25B8}"/>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7248" name="Rectangle 281">
            <a:extLst>
              <a:ext uri="{FF2B5EF4-FFF2-40B4-BE49-F238E27FC236}">
                <a16:creationId xmlns:a16="http://schemas.microsoft.com/office/drawing/2014/main" id="{DE20945C-B1BC-7549-AFF1-E146D6CF002A}"/>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49" name="Rectangle 282">
            <a:extLst>
              <a:ext uri="{FF2B5EF4-FFF2-40B4-BE49-F238E27FC236}">
                <a16:creationId xmlns:a16="http://schemas.microsoft.com/office/drawing/2014/main" id="{62743C3A-78B2-3C40-9A4B-A4963DAB5102}"/>
              </a:ext>
            </a:extLst>
          </p:cNvPr>
          <p:cNvSpPr>
            <a:spLocks noChangeArrowheads="1"/>
          </p:cNvSpPr>
          <p:nvPr/>
        </p:nvSpPr>
        <p:spPr bwMode="auto">
          <a:xfrm>
            <a:off x="4680348"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7250" name="Group 283">
            <a:extLst>
              <a:ext uri="{FF2B5EF4-FFF2-40B4-BE49-F238E27FC236}">
                <a16:creationId xmlns:a16="http://schemas.microsoft.com/office/drawing/2014/main" id="{36A7BC59-DC10-8240-89C4-029EC1A06508}"/>
              </a:ext>
            </a:extLst>
          </p:cNvPr>
          <p:cNvGrpSpPr>
            <a:grpSpLocks/>
          </p:cNvGrpSpPr>
          <p:nvPr/>
        </p:nvGrpSpPr>
        <p:grpSpPr bwMode="auto">
          <a:xfrm>
            <a:off x="3290888" y="4374356"/>
            <a:ext cx="391716" cy="195263"/>
            <a:chOff x="1872" y="3676"/>
            <a:chExt cx="227" cy="136"/>
          </a:xfrm>
        </p:grpSpPr>
        <p:sp>
          <p:nvSpPr>
            <p:cNvPr id="137288" name="Line 284">
              <a:extLst>
                <a:ext uri="{FF2B5EF4-FFF2-40B4-BE49-F238E27FC236}">
                  <a16:creationId xmlns:a16="http://schemas.microsoft.com/office/drawing/2014/main" id="{BEEC055E-05C1-5544-8F1D-7A480FFC5711}"/>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89" name="Freeform 285">
              <a:extLst>
                <a:ext uri="{FF2B5EF4-FFF2-40B4-BE49-F238E27FC236}">
                  <a16:creationId xmlns:a16="http://schemas.microsoft.com/office/drawing/2014/main" id="{4A3C212E-56FC-1142-B9F5-F0C5162E877F}"/>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7251" name="Group 286">
            <a:extLst>
              <a:ext uri="{FF2B5EF4-FFF2-40B4-BE49-F238E27FC236}">
                <a16:creationId xmlns:a16="http://schemas.microsoft.com/office/drawing/2014/main" id="{DF8CA0CB-8FB2-D345-8AFD-3A1C5208CBBE}"/>
              </a:ext>
            </a:extLst>
          </p:cNvPr>
          <p:cNvGrpSpPr>
            <a:grpSpLocks/>
          </p:cNvGrpSpPr>
          <p:nvPr/>
        </p:nvGrpSpPr>
        <p:grpSpPr bwMode="auto">
          <a:xfrm>
            <a:off x="5695950" y="3432572"/>
            <a:ext cx="420291" cy="280988"/>
            <a:chOff x="3202" y="3033"/>
            <a:chExt cx="309" cy="192"/>
          </a:xfrm>
        </p:grpSpPr>
        <p:sp>
          <p:nvSpPr>
            <p:cNvPr id="137263" name="Oval 287">
              <a:extLst>
                <a:ext uri="{FF2B5EF4-FFF2-40B4-BE49-F238E27FC236}">
                  <a16:creationId xmlns:a16="http://schemas.microsoft.com/office/drawing/2014/main" id="{21DCC0CF-0879-F244-8F7B-D843445763A2}"/>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4" name="Rectangle 288">
              <a:extLst>
                <a:ext uri="{FF2B5EF4-FFF2-40B4-BE49-F238E27FC236}">
                  <a16:creationId xmlns:a16="http://schemas.microsoft.com/office/drawing/2014/main" id="{992F490E-6B1D-C140-B913-F1711B1A7726}"/>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5" name="Rectangle 289">
              <a:extLst>
                <a:ext uri="{FF2B5EF4-FFF2-40B4-BE49-F238E27FC236}">
                  <a16:creationId xmlns:a16="http://schemas.microsoft.com/office/drawing/2014/main" id="{174BBD6E-ECAC-FF44-BDEB-065936538DDD}"/>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66" name="Oval 290">
              <a:extLst>
                <a:ext uri="{FF2B5EF4-FFF2-40B4-BE49-F238E27FC236}">
                  <a16:creationId xmlns:a16="http://schemas.microsoft.com/office/drawing/2014/main" id="{084BDA51-18B1-D745-90CF-71CE488B3D2B}"/>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7267" name="Group 291">
              <a:extLst>
                <a:ext uri="{FF2B5EF4-FFF2-40B4-BE49-F238E27FC236}">
                  <a16:creationId xmlns:a16="http://schemas.microsoft.com/office/drawing/2014/main" id="{DD322685-32D9-F44D-8023-D82FD3172E29}"/>
                </a:ext>
              </a:extLst>
            </p:cNvPr>
            <p:cNvGrpSpPr>
              <a:grpSpLocks/>
            </p:cNvGrpSpPr>
            <p:nvPr/>
          </p:nvGrpSpPr>
          <p:grpSpPr bwMode="auto">
            <a:xfrm>
              <a:off x="3249" y="3046"/>
              <a:ext cx="214" cy="86"/>
              <a:chOff x="3249" y="3046"/>
              <a:chExt cx="214" cy="86"/>
            </a:xfrm>
          </p:grpSpPr>
          <p:grpSp>
            <p:nvGrpSpPr>
              <p:cNvPr id="137270" name="Group 292">
                <a:extLst>
                  <a:ext uri="{FF2B5EF4-FFF2-40B4-BE49-F238E27FC236}">
                    <a16:creationId xmlns:a16="http://schemas.microsoft.com/office/drawing/2014/main" id="{F5A6DFC2-15AE-3D4E-AFEB-21520FCC59EA}"/>
                  </a:ext>
                </a:extLst>
              </p:cNvPr>
              <p:cNvGrpSpPr>
                <a:grpSpLocks/>
              </p:cNvGrpSpPr>
              <p:nvPr/>
            </p:nvGrpSpPr>
            <p:grpSpPr bwMode="auto">
              <a:xfrm>
                <a:off x="3249" y="3046"/>
                <a:ext cx="212" cy="84"/>
                <a:chOff x="3249" y="3046"/>
                <a:chExt cx="212" cy="84"/>
              </a:xfrm>
            </p:grpSpPr>
            <p:sp>
              <p:nvSpPr>
                <p:cNvPr id="137280" name="Freeform 293">
                  <a:extLst>
                    <a:ext uri="{FF2B5EF4-FFF2-40B4-BE49-F238E27FC236}">
                      <a16:creationId xmlns:a16="http://schemas.microsoft.com/office/drawing/2014/main" id="{BB7F87F9-5128-FB44-8115-993A6634C663}"/>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1" name="Freeform 294">
                  <a:extLst>
                    <a:ext uri="{FF2B5EF4-FFF2-40B4-BE49-F238E27FC236}">
                      <a16:creationId xmlns:a16="http://schemas.microsoft.com/office/drawing/2014/main" id="{EC22004E-24BE-894E-A151-87D01D837A06}"/>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2" name="Freeform 295">
                  <a:extLst>
                    <a:ext uri="{FF2B5EF4-FFF2-40B4-BE49-F238E27FC236}">
                      <a16:creationId xmlns:a16="http://schemas.microsoft.com/office/drawing/2014/main" id="{2E8C3091-037C-3740-8F13-672E89BD5B23}"/>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3" name="Freeform 296">
                  <a:extLst>
                    <a:ext uri="{FF2B5EF4-FFF2-40B4-BE49-F238E27FC236}">
                      <a16:creationId xmlns:a16="http://schemas.microsoft.com/office/drawing/2014/main" id="{D0989C30-5F80-414A-91E7-EF0CA8760512}"/>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4" name="Freeform 297">
                  <a:extLst>
                    <a:ext uri="{FF2B5EF4-FFF2-40B4-BE49-F238E27FC236}">
                      <a16:creationId xmlns:a16="http://schemas.microsoft.com/office/drawing/2014/main" id="{3E206ACC-481E-AA45-B174-C054508718C1}"/>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5" name="Freeform 298">
                  <a:extLst>
                    <a:ext uri="{FF2B5EF4-FFF2-40B4-BE49-F238E27FC236}">
                      <a16:creationId xmlns:a16="http://schemas.microsoft.com/office/drawing/2014/main" id="{DAC32611-7F70-7C42-B512-1A6BFEF4C2FE}"/>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6" name="Freeform 299">
                  <a:extLst>
                    <a:ext uri="{FF2B5EF4-FFF2-40B4-BE49-F238E27FC236}">
                      <a16:creationId xmlns:a16="http://schemas.microsoft.com/office/drawing/2014/main" id="{C48788E8-C01D-4649-A6E6-107BD271580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87" name="Freeform 300">
                  <a:extLst>
                    <a:ext uri="{FF2B5EF4-FFF2-40B4-BE49-F238E27FC236}">
                      <a16:creationId xmlns:a16="http://schemas.microsoft.com/office/drawing/2014/main" id="{347A85EC-8349-CA43-923C-1C424303F7E6}"/>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7271" name="Group 301">
                <a:extLst>
                  <a:ext uri="{FF2B5EF4-FFF2-40B4-BE49-F238E27FC236}">
                    <a16:creationId xmlns:a16="http://schemas.microsoft.com/office/drawing/2014/main" id="{28E9160C-0CAA-D84F-9A6E-7BA46D75249B}"/>
                  </a:ext>
                </a:extLst>
              </p:cNvPr>
              <p:cNvGrpSpPr>
                <a:grpSpLocks/>
              </p:cNvGrpSpPr>
              <p:nvPr/>
            </p:nvGrpSpPr>
            <p:grpSpPr bwMode="auto">
              <a:xfrm>
                <a:off x="3251" y="3048"/>
                <a:ext cx="212" cy="84"/>
                <a:chOff x="3251" y="3048"/>
                <a:chExt cx="212" cy="84"/>
              </a:xfrm>
            </p:grpSpPr>
            <p:sp>
              <p:nvSpPr>
                <p:cNvPr id="137272" name="Freeform 302">
                  <a:extLst>
                    <a:ext uri="{FF2B5EF4-FFF2-40B4-BE49-F238E27FC236}">
                      <a16:creationId xmlns:a16="http://schemas.microsoft.com/office/drawing/2014/main" id="{8EFED8B0-3BC0-954F-8E4B-3EA610483C89}"/>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3" name="Freeform 303">
                  <a:extLst>
                    <a:ext uri="{FF2B5EF4-FFF2-40B4-BE49-F238E27FC236}">
                      <a16:creationId xmlns:a16="http://schemas.microsoft.com/office/drawing/2014/main" id="{4DB1E01D-8FAF-5B4D-BA63-F2D99EB4A8C2}"/>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4" name="Freeform 304">
                  <a:extLst>
                    <a:ext uri="{FF2B5EF4-FFF2-40B4-BE49-F238E27FC236}">
                      <a16:creationId xmlns:a16="http://schemas.microsoft.com/office/drawing/2014/main" id="{2DD060A1-198D-1F43-9E23-3831BD2BE314}"/>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5" name="Freeform 305">
                  <a:extLst>
                    <a:ext uri="{FF2B5EF4-FFF2-40B4-BE49-F238E27FC236}">
                      <a16:creationId xmlns:a16="http://schemas.microsoft.com/office/drawing/2014/main" id="{CDA8F3F3-B76F-D043-B1AF-09D5D62F286B}"/>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6" name="Freeform 306">
                  <a:extLst>
                    <a:ext uri="{FF2B5EF4-FFF2-40B4-BE49-F238E27FC236}">
                      <a16:creationId xmlns:a16="http://schemas.microsoft.com/office/drawing/2014/main" id="{BF46C436-E663-5D4C-9373-4D9ECD414642}"/>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7" name="Freeform 307">
                  <a:extLst>
                    <a:ext uri="{FF2B5EF4-FFF2-40B4-BE49-F238E27FC236}">
                      <a16:creationId xmlns:a16="http://schemas.microsoft.com/office/drawing/2014/main" id="{C2E9349A-1078-9F4A-A2D9-39AEACC503E7}"/>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8" name="Freeform 308">
                  <a:extLst>
                    <a:ext uri="{FF2B5EF4-FFF2-40B4-BE49-F238E27FC236}">
                      <a16:creationId xmlns:a16="http://schemas.microsoft.com/office/drawing/2014/main" id="{25D1F018-4B56-914D-A0E0-5AABC48EBAF7}"/>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7279" name="Freeform 309">
                  <a:extLst>
                    <a:ext uri="{FF2B5EF4-FFF2-40B4-BE49-F238E27FC236}">
                      <a16:creationId xmlns:a16="http://schemas.microsoft.com/office/drawing/2014/main" id="{B97C7EF8-0F90-D546-AF0D-A637A7A61114}"/>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7268" name="Line 310">
              <a:extLst>
                <a:ext uri="{FF2B5EF4-FFF2-40B4-BE49-F238E27FC236}">
                  <a16:creationId xmlns:a16="http://schemas.microsoft.com/office/drawing/2014/main" id="{E4A4F392-DE8F-004B-813C-73653A5CAF55}"/>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69" name="Line 311">
              <a:extLst>
                <a:ext uri="{FF2B5EF4-FFF2-40B4-BE49-F238E27FC236}">
                  <a16:creationId xmlns:a16="http://schemas.microsoft.com/office/drawing/2014/main" id="{3114BB32-AF69-284B-963A-BA68CD3A308D}"/>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7252" name="Rectangle 312">
            <a:extLst>
              <a:ext uri="{FF2B5EF4-FFF2-40B4-BE49-F238E27FC236}">
                <a16:creationId xmlns:a16="http://schemas.microsoft.com/office/drawing/2014/main" id="{7F622A1D-D370-F549-A75B-D60B409A2BCC}"/>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3" name="Rectangle 313">
            <a:extLst>
              <a:ext uri="{FF2B5EF4-FFF2-40B4-BE49-F238E27FC236}">
                <a16:creationId xmlns:a16="http://schemas.microsoft.com/office/drawing/2014/main" id="{F15B8CAC-3E59-614E-8E8B-4B0570FD341E}"/>
              </a:ext>
            </a:extLst>
          </p:cNvPr>
          <p:cNvSpPr>
            <a:spLocks noChangeArrowheads="1"/>
          </p:cNvSpPr>
          <p:nvPr/>
        </p:nvSpPr>
        <p:spPr bwMode="auto">
          <a:xfrm>
            <a:off x="6354366" y="3436144"/>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7254" name="Rectangle 314">
            <a:extLst>
              <a:ext uri="{FF2B5EF4-FFF2-40B4-BE49-F238E27FC236}">
                <a16:creationId xmlns:a16="http://schemas.microsoft.com/office/drawing/2014/main" id="{13D39209-4218-1244-B11E-1B13A1913F7B}"/>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5" name="Rectangle 315">
            <a:extLst>
              <a:ext uri="{FF2B5EF4-FFF2-40B4-BE49-F238E27FC236}">
                <a16:creationId xmlns:a16="http://schemas.microsoft.com/office/drawing/2014/main" id="{305A4ED1-E48E-D647-9B04-1A41010A3C02}"/>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6" name="Rectangle 316">
            <a:extLst>
              <a:ext uri="{FF2B5EF4-FFF2-40B4-BE49-F238E27FC236}">
                <a16:creationId xmlns:a16="http://schemas.microsoft.com/office/drawing/2014/main" id="{6B88B76F-8397-A14E-85CC-2ECCA703C884}"/>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7257" name="Rectangle 317">
            <a:extLst>
              <a:ext uri="{FF2B5EF4-FFF2-40B4-BE49-F238E27FC236}">
                <a16:creationId xmlns:a16="http://schemas.microsoft.com/office/drawing/2014/main" id="{236CCCB1-F4E1-8F4A-8F75-7CEE2AB82D1C}"/>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7258" name="Rectangle 318">
            <a:extLst>
              <a:ext uri="{FF2B5EF4-FFF2-40B4-BE49-F238E27FC236}">
                <a16:creationId xmlns:a16="http://schemas.microsoft.com/office/drawing/2014/main" id="{C3C29654-544F-144A-815F-6F97F4F00B5D}"/>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7259" name="Rectangle 319">
            <a:extLst>
              <a:ext uri="{FF2B5EF4-FFF2-40B4-BE49-F238E27FC236}">
                <a16:creationId xmlns:a16="http://schemas.microsoft.com/office/drawing/2014/main" id="{31F72588-9804-C845-9984-C8AA39D2B389}"/>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50561" name="Freeform 321">
            <a:extLst>
              <a:ext uri="{FF2B5EF4-FFF2-40B4-BE49-F238E27FC236}">
                <a16:creationId xmlns:a16="http://schemas.microsoft.com/office/drawing/2014/main" id="{5BF69BEC-6862-F540-9CE8-5B926B473E8A}"/>
              </a:ext>
            </a:extLst>
          </p:cNvPr>
          <p:cNvSpPr>
            <a:spLocks/>
          </p:cNvSpPr>
          <p:nvPr/>
        </p:nvSpPr>
        <p:spPr bwMode="auto">
          <a:xfrm>
            <a:off x="3330178" y="2733676"/>
            <a:ext cx="3995738" cy="1403747"/>
          </a:xfrm>
          <a:custGeom>
            <a:avLst/>
            <a:gdLst>
              <a:gd name="T0" fmla="*/ 0 w 3356"/>
              <a:gd name="T1" fmla="*/ 1871663 h 1179"/>
              <a:gd name="T2" fmla="*/ 611188 w 3356"/>
              <a:gd name="T3" fmla="*/ 1376363 h 1179"/>
              <a:gd name="T4" fmla="*/ 1162050 w 3356"/>
              <a:gd name="T5" fmla="*/ 1203325 h 1179"/>
              <a:gd name="T6" fmla="*/ 2324100 w 3356"/>
              <a:gd name="T7" fmla="*/ 1189038 h 1179"/>
              <a:gd name="T8" fmla="*/ 3005138 w 3356"/>
              <a:gd name="T9" fmla="*/ 1173163 h 1179"/>
              <a:gd name="T10" fmla="*/ 3527425 w 3356"/>
              <a:gd name="T11" fmla="*/ 1079500 h 1179"/>
              <a:gd name="T12" fmla="*/ 4176713 w 3356"/>
              <a:gd name="T13" fmla="*/ 792163 h 1179"/>
              <a:gd name="T14" fmla="*/ 4751388 w 3356"/>
              <a:gd name="T15" fmla="*/ 431800 h 1179"/>
              <a:gd name="T16" fmla="*/ 5327650 w 3356"/>
              <a:gd name="T17" fmla="*/ 0 h 1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56" h="1179">
                <a:moveTo>
                  <a:pt x="0" y="1179"/>
                </a:moveTo>
                <a:cubicBezTo>
                  <a:pt x="64" y="1127"/>
                  <a:pt x="263" y="937"/>
                  <a:pt x="385" y="867"/>
                </a:cubicBezTo>
                <a:cubicBezTo>
                  <a:pt x="507" y="797"/>
                  <a:pt x="552" y="778"/>
                  <a:pt x="732" y="758"/>
                </a:cubicBezTo>
                <a:cubicBezTo>
                  <a:pt x="912" y="738"/>
                  <a:pt x="1271" y="752"/>
                  <a:pt x="1464" y="749"/>
                </a:cubicBezTo>
                <a:cubicBezTo>
                  <a:pt x="1657" y="746"/>
                  <a:pt x="1767" y="750"/>
                  <a:pt x="1893" y="739"/>
                </a:cubicBezTo>
                <a:cubicBezTo>
                  <a:pt x="2019" y="728"/>
                  <a:pt x="2099" y="720"/>
                  <a:pt x="2222" y="680"/>
                </a:cubicBezTo>
                <a:cubicBezTo>
                  <a:pt x="2345" y="640"/>
                  <a:pt x="2503" y="567"/>
                  <a:pt x="2631" y="499"/>
                </a:cubicBezTo>
                <a:cubicBezTo>
                  <a:pt x="2759" y="431"/>
                  <a:pt x="2872" y="355"/>
                  <a:pt x="2993" y="272"/>
                </a:cubicBezTo>
                <a:cubicBezTo>
                  <a:pt x="3114" y="189"/>
                  <a:pt x="3295" y="53"/>
                  <a:pt x="3356" y="0"/>
                </a:cubicBezTo>
              </a:path>
            </a:pathLst>
          </a:custGeom>
          <a:noFill/>
          <a:ln w="76200" cmpd="sng">
            <a:solidFill>
              <a:schemeClr val="hlink"/>
            </a:solidFill>
            <a:round/>
            <a:headEnd type="triangle" w="med" len="med"/>
            <a:tailEnd type="none" w="med" len="med"/>
          </a:ln>
          <a:effectLst/>
        </p:spPr>
        <p:txBody>
          <a:bodyPr/>
          <a:lstStyle/>
          <a:p>
            <a:pPr>
              <a:defRPr/>
            </a:pPr>
            <a:endParaRPr lang="zh-CN" altLang="en-US">
              <a:cs typeface="+mn-cs"/>
            </a:endParaRPr>
          </a:p>
        </p:txBody>
      </p:sp>
    </p:spTree>
    <p:extLst>
      <p:ext uri="{BB962C8B-B14F-4D97-AF65-F5344CB8AC3E}">
        <p14:creationId xmlns:p14="http://schemas.microsoft.com/office/powerpoint/2010/main" val="2192859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650561"/>
                                        </p:tgtEl>
                                        <p:attrNameLst>
                                          <p:attrName>style.visibility</p:attrName>
                                        </p:attrNameLst>
                                      </p:cBhvr>
                                      <p:to>
                                        <p:strVal val="visible"/>
                                      </p:to>
                                    </p:set>
                                    <p:animEffect transition="in" filter="wipe(right)">
                                      <p:cBhvr>
                                        <p:cTn id="7" dur="500"/>
                                        <p:tgtEl>
                                          <p:spTgt spid="650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1AC57A7-C066-1040-B561-A0DD7F837703}"/>
              </a:ext>
            </a:extLst>
          </p:cNvPr>
          <p:cNvSpPr>
            <a:spLocks noGrp="1"/>
          </p:cNvSpPr>
          <p:nvPr>
            <p:ph idx="1"/>
          </p:nvPr>
        </p:nvSpPr>
        <p:spPr>
          <a:xfrm>
            <a:off x="133563" y="1104900"/>
            <a:ext cx="8804953" cy="1165456"/>
          </a:xfrm>
        </p:spPr>
        <p:txBody>
          <a:bodyPr/>
          <a:lstStyle/>
          <a:p>
            <a:pPr marL="409575" indent="-409575">
              <a:buNone/>
            </a:pPr>
            <a:r>
              <a:rPr lang="en-US" altLang="zh-CN" dirty="0">
                <a:latin typeface="Arial" panose="020B0604020202020204" pitchFamily="34" charset="0"/>
                <a:ea typeface="宋体" panose="02010600030101010101" pitchFamily="2" charset="-122"/>
              </a:rPr>
              <a:t>(5) </a:t>
            </a:r>
            <a:r>
              <a:rPr lang="zh-CN" altLang="en-US" dirty="0">
                <a:latin typeface="Arial" panose="020B0604020202020204" pitchFamily="34" charset="0"/>
                <a:ea typeface="宋体" panose="02010600030101010101" pitchFamily="2" charset="-122"/>
              </a:rPr>
              <a:t>高速缓存收到此对象后，先复制在其本地存储器中（为今后使用），然后再将该对象放在 </a:t>
            </a:r>
            <a:r>
              <a:rPr lang="en-US" altLang="zh-CN" dirty="0">
                <a:latin typeface="Arial" panose="020B0604020202020204" pitchFamily="34" charset="0"/>
                <a:ea typeface="宋体" panose="02010600030101010101" pitchFamily="2" charset="-122"/>
              </a:rPr>
              <a:t>HTTP </a:t>
            </a:r>
            <a:r>
              <a:rPr lang="zh-CN" altLang="en-US" dirty="0">
                <a:latin typeface="Arial" panose="020B0604020202020204" pitchFamily="34" charset="0"/>
                <a:ea typeface="宋体" panose="02010600030101010101" pitchFamily="2" charset="-122"/>
              </a:rPr>
              <a:t>响应报文中，通过已建立的 </a:t>
            </a:r>
            <a:r>
              <a:rPr lang="en-US" altLang="zh-CN" dirty="0">
                <a:latin typeface="Arial" panose="020B0604020202020204" pitchFamily="34" charset="0"/>
                <a:ea typeface="宋体" panose="02010600030101010101" pitchFamily="2" charset="-122"/>
              </a:rPr>
              <a:t>TCP </a:t>
            </a:r>
            <a:r>
              <a:rPr lang="zh-CN" altLang="en-US" dirty="0">
                <a:latin typeface="Arial" panose="020B0604020202020204" pitchFamily="34" charset="0"/>
                <a:ea typeface="宋体" panose="02010600030101010101" pitchFamily="2" charset="-122"/>
              </a:rPr>
              <a:t>连接，返回给请求该对象的浏览器。</a:t>
            </a:r>
          </a:p>
        </p:txBody>
      </p:sp>
      <p:sp>
        <p:nvSpPr>
          <p:cNvPr id="139313" name="幻灯片编号占位符 1">
            <a:extLst>
              <a:ext uri="{FF2B5EF4-FFF2-40B4-BE49-F238E27FC236}">
                <a16:creationId xmlns:a16="http://schemas.microsoft.com/office/drawing/2014/main" id="{82741E7A-40B7-4442-AF8B-53488A6F320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AEE244-EA0A-E449-AFEA-9BC3E3B617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62</a:t>
            </a:fld>
            <a:endParaRPr lang="en-US" altLang="zh-CN" sz="1050">
              <a:solidFill>
                <a:schemeClr val="tx1"/>
              </a:solidFill>
              <a:latin typeface="Tahoma" panose="020B0604030504040204" pitchFamily="34" charset="0"/>
              <a:ea typeface="宋体" panose="02010600030101010101" pitchFamily="2" charset="-122"/>
            </a:endParaRPr>
          </a:p>
        </p:txBody>
      </p:sp>
      <p:sp>
        <p:nvSpPr>
          <p:cNvPr id="139265" name="Rectangle 2">
            <a:extLst>
              <a:ext uri="{FF2B5EF4-FFF2-40B4-BE49-F238E27FC236}">
                <a16:creationId xmlns:a16="http://schemas.microsoft.com/office/drawing/2014/main" id="{5BA129C8-84F1-9B42-8C2E-2E11315A280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使用高速缓存的情况</a:t>
            </a:r>
          </a:p>
        </p:txBody>
      </p:sp>
      <p:grpSp>
        <p:nvGrpSpPr>
          <p:cNvPr id="139266" name="Group 3">
            <a:extLst>
              <a:ext uri="{FF2B5EF4-FFF2-40B4-BE49-F238E27FC236}">
                <a16:creationId xmlns:a16="http://schemas.microsoft.com/office/drawing/2014/main" id="{9F116564-4C85-4848-93CD-80BEC050DADF}"/>
              </a:ext>
            </a:extLst>
          </p:cNvPr>
          <p:cNvGrpSpPr>
            <a:grpSpLocks/>
          </p:cNvGrpSpPr>
          <p:nvPr/>
        </p:nvGrpSpPr>
        <p:grpSpPr bwMode="auto">
          <a:xfrm>
            <a:off x="1331119" y="2620566"/>
            <a:ext cx="2590800" cy="1927622"/>
            <a:chOff x="912" y="768"/>
            <a:chExt cx="2400" cy="1584"/>
          </a:xfrm>
        </p:grpSpPr>
        <p:sp>
          <p:nvSpPr>
            <p:cNvPr id="139570" name="Oval 4">
              <a:extLst>
                <a:ext uri="{FF2B5EF4-FFF2-40B4-BE49-F238E27FC236}">
                  <a16:creationId xmlns:a16="http://schemas.microsoft.com/office/drawing/2014/main" id="{A9D7CF3A-3F2D-C549-B899-607BEBA1EEF2}"/>
                </a:ext>
              </a:extLst>
            </p:cNvPr>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1" name="Oval 5">
              <a:extLst>
                <a:ext uri="{FF2B5EF4-FFF2-40B4-BE49-F238E27FC236}">
                  <a16:creationId xmlns:a16="http://schemas.microsoft.com/office/drawing/2014/main" id="{79691380-13E7-A54B-93BF-38A08DB76801}"/>
                </a:ext>
              </a:extLst>
            </p:cNvPr>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2" name="Oval 6">
              <a:extLst>
                <a:ext uri="{FF2B5EF4-FFF2-40B4-BE49-F238E27FC236}">
                  <a16:creationId xmlns:a16="http://schemas.microsoft.com/office/drawing/2014/main" id="{EB212B60-3D67-9747-92E7-1F75A22133F4}"/>
                </a:ext>
              </a:extLst>
            </p:cNvPr>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3" name="Oval 7">
              <a:extLst>
                <a:ext uri="{FF2B5EF4-FFF2-40B4-BE49-F238E27FC236}">
                  <a16:creationId xmlns:a16="http://schemas.microsoft.com/office/drawing/2014/main" id="{D2BE88A1-6A56-F34F-9A54-818E01E7ABAA}"/>
                </a:ext>
              </a:extLst>
            </p:cNvPr>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4" name="Oval 8">
              <a:extLst>
                <a:ext uri="{FF2B5EF4-FFF2-40B4-BE49-F238E27FC236}">
                  <a16:creationId xmlns:a16="http://schemas.microsoft.com/office/drawing/2014/main" id="{63CCD981-D6D3-9A41-85B1-E3729E621A77}"/>
                </a:ext>
              </a:extLst>
            </p:cNvPr>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5" name="Oval 9">
              <a:extLst>
                <a:ext uri="{FF2B5EF4-FFF2-40B4-BE49-F238E27FC236}">
                  <a16:creationId xmlns:a16="http://schemas.microsoft.com/office/drawing/2014/main" id="{88217916-5B4A-F449-8A69-B817AFE97909}"/>
                </a:ext>
              </a:extLst>
            </p:cNvPr>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6" name="Oval 10">
              <a:extLst>
                <a:ext uri="{FF2B5EF4-FFF2-40B4-BE49-F238E27FC236}">
                  <a16:creationId xmlns:a16="http://schemas.microsoft.com/office/drawing/2014/main" id="{EF5CD5C6-6AD2-654B-942E-6A25C01105A3}"/>
                </a:ext>
              </a:extLst>
            </p:cNvPr>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7" name="Oval 11">
              <a:extLst>
                <a:ext uri="{FF2B5EF4-FFF2-40B4-BE49-F238E27FC236}">
                  <a16:creationId xmlns:a16="http://schemas.microsoft.com/office/drawing/2014/main" id="{CAB3F38B-C6FA-5A4F-9746-A3F983D676FD}"/>
                </a:ext>
              </a:extLst>
            </p:cNvPr>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78" name="Oval 12">
              <a:extLst>
                <a:ext uri="{FF2B5EF4-FFF2-40B4-BE49-F238E27FC236}">
                  <a16:creationId xmlns:a16="http://schemas.microsoft.com/office/drawing/2014/main" id="{D6D77573-050D-1045-99D7-60DF8D3358AE}"/>
                </a:ext>
              </a:extLst>
            </p:cNvPr>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579" name="Group 13">
              <a:extLst>
                <a:ext uri="{FF2B5EF4-FFF2-40B4-BE49-F238E27FC236}">
                  <a16:creationId xmlns:a16="http://schemas.microsoft.com/office/drawing/2014/main" id="{81ED7CF1-DA32-DB40-9F7F-5B33958CB418}"/>
                </a:ext>
              </a:extLst>
            </p:cNvPr>
            <p:cNvGrpSpPr>
              <a:grpSpLocks/>
            </p:cNvGrpSpPr>
            <p:nvPr/>
          </p:nvGrpSpPr>
          <p:grpSpPr bwMode="auto">
            <a:xfrm>
              <a:off x="912" y="768"/>
              <a:ext cx="2386" cy="1553"/>
              <a:chOff x="912" y="768"/>
              <a:chExt cx="2386" cy="1553"/>
            </a:xfrm>
          </p:grpSpPr>
          <p:sp>
            <p:nvSpPr>
              <p:cNvPr id="139580" name="Oval 14">
                <a:extLst>
                  <a:ext uri="{FF2B5EF4-FFF2-40B4-BE49-F238E27FC236}">
                    <a16:creationId xmlns:a16="http://schemas.microsoft.com/office/drawing/2014/main" id="{AD3D1632-D42D-1549-9DF5-5A66CB0827EC}"/>
                  </a:ext>
                </a:extLst>
              </p:cNvPr>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1" name="Oval 15">
                <a:extLst>
                  <a:ext uri="{FF2B5EF4-FFF2-40B4-BE49-F238E27FC236}">
                    <a16:creationId xmlns:a16="http://schemas.microsoft.com/office/drawing/2014/main" id="{DD68497F-08DD-FD46-97DF-388BC6BF6D64}"/>
                  </a:ext>
                </a:extLst>
              </p:cNvPr>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2" name="Oval 16">
                <a:extLst>
                  <a:ext uri="{FF2B5EF4-FFF2-40B4-BE49-F238E27FC236}">
                    <a16:creationId xmlns:a16="http://schemas.microsoft.com/office/drawing/2014/main" id="{A23F6B1F-6B6D-A940-ACCC-BA3AB69C63D0}"/>
                  </a:ext>
                </a:extLst>
              </p:cNvPr>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3" name="Oval 17">
                <a:extLst>
                  <a:ext uri="{FF2B5EF4-FFF2-40B4-BE49-F238E27FC236}">
                    <a16:creationId xmlns:a16="http://schemas.microsoft.com/office/drawing/2014/main" id="{0C20F170-8B5B-6F4C-B656-F3229F64F6C3}"/>
                  </a:ext>
                </a:extLst>
              </p:cNvPr>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4" name="Oval 18">
                <a:extLst>
                  <a:ext uri="{FF2B5EF4-FFF2-40B4-BE49-F238E27FC236}">
                    <a16:creationId xmlns:a16="http://schemas.microsoft.com/office/drawing/2014/main" id="{0EE8285D-0D62-2F4E-96E2-85DF4DF901A7}"/>
                  </a:ext>
                </a:extLst>
              </p:cNvPr>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5" name="Oval 19">
                <a:extLst>
                  <a:ext uri="{FF2B5EF4-FFF2-40B4-BE49-F238E27FC236}">
                    <a16:creationId xmlns:a16="http://schemas.microsoft.com/office/drawing/2014/main" id="{AB45036E-1495-E44B-9CB5-8AEBD939EEA7}"/>
                  </a:ext>
                </a:extLst>
              </p:cNvPr>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6" name="Oval 20">
                <a:extLst>
                  <a:ext uri="{FF2B5EF4-FFF2-40B4-BE49-F238E27FC236}">
                    <a16:creationId xmlns:a16="http://schemas.microsoft.com/office/drawing/2014/main" id="{ABBD130C-93E9-F643-8B35-35711CFDD047}"/>
                  </a:ext>
                </a:extLst>
              </p:cNvPr>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7" name="Oval 21">
                <a:extLst>
                  <a:ext uri="{FF2B5EF4-FFF2-40B4-BE49-F238E27FC236}">
                    <a16:creationId xmlns:a16="http://schemas.microsoft.com/office/drawing/2014/main" id="{AED2E818-DFF9-4942-9115-AECE27CBE953}"/>
                  </a:ext>
                </a:extLst>
              </p:cNvPr>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88" name="Oval 22">
                <a:extLst>
                  <a:ext uri="{FF2B5EF4-FFF2-40B4-BE49-F238E27FC236}">
                    <a16:creationId xmlns:a16="http://schemas.microsoft.com/office/drawing/2014/main" id="{3A771F48-0EB4-2247-9E9B-EF3054BB0C82}"/>
                  </a:ext>
                </a:extLst>
              </p:cNvPr>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aphicFrame>
        <p:nvGraphicFramePr>
          <p:cNvPr id="139267" name="Object 23">
            <a:extLst>
              <a:ext uri="{FF2B5EF4-FFF2-40B4-BE49-F238E27FC236}">
                <a16:creationId xmlns:a16="http://schemas.microsoft.com/office/drawing/2014/main" id="{63666CE5-AD34-5145-8CE0-CB965609563F}"/>
              </a:ext>
            </a:extLst>
          </p:cNvPr>
          <p:cNvGraphicFramePr>
            <a:graphicFrameLocks noChangeAspect="1"/>
          </p:cNvGraphicFramePr>
          <p:nvPr/>
        </p:nvGraphicFramePr>
        <p:xfrm>
          <a:off x="6049566" y="3163491"/>
          <a:ext cx="1327547" cy="862013"/>
        </p:xfrm>
        <a:graphic>
          <a:graphicData uri="http://schemas.openxmlformats.org/presentationml/2006/ole">
            <mc:AlternateContent xmlns:mc="http://schemas.openxmlformats.org/markup-compatibility/2006">
              <mc:Choice xmlns:v="urn:schemas-microsoft-com:vml" Requires="v">
                <p:oleObj spid="_x0000_s125961" name="VISIO" r:id="rId4" imgW="3378200" imgH="1930400" progId="Visio.Drawing.6">
                  <p:embed/>
                </p:oleObj>
              </mc:Choice>
              <mc:Fallback>
                <p:oleObj name="VISIO" r:id="rId4" imgW="3378200" imgH="1930400" progId="Visio.Drawing.6">
                  <p:embed/>
                  <p:pic>
                    <p:nvPicPr>
                      <p:cNvPr id="139267" name="Object 23">
                        <a:extLst>
                          <a:ext uri="{FF2B5EF4-FFF2-40B4-BE49-F238E27FC236}">
                            <a16:creationId xmlns:a16="http://schemas.microsoft.com/office/drawing/2014/main" id="{63666CE5-AD34-5145-8CE0-CB96560956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9566" y="3163491"/>
                        <a:ext cx="1327547" cy="862013"/>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7192" name="Line 24">
            <a:extLst>
              <a:ext uri="{FF2B5EF4-FFF2-40B4-BE49-F238E27FC236}">
                <a16:creationId xmlns:a16="http://schemas.microsoft.com/office/drawing/2014/main" id="{C98F068A-6DAA-A047-89BD-7E25B662D109}"/>
              </a:ext>
            </a:extLst>
          </p:cNvPr>
          <p:cNvSpPr>
            <a:spLocks noChangeShapeType="1"/>
          </p:cNvSpPr>
          <p:nvPr/>
        </p:nvSpPr>
        <p:spPr bwMode="auto">
          <a:xfrm>
            <a:off x="3944541" y="3584972"/>
            <a:ext cx="1893094"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9269" name="Line 25">
            <a:extLst>
              <a:ext uri="{FF2B5EF4-FFF2-40B4-BE49-F238E27FC236}">
                <a16:creationId xmlns:a16="http://schemas.microsoft.com/office/drawing/2014/main" id="{9BB1F387-0239-7942-B340-6B233FB0FCA3}"/>
              </a:ext>
            </a:extLst>
          </p:cNvPr>
          <p:cNvSpPr>
            <a:spLocks noChangeShapeType="1"/>
          </p:cNvSpPr>
          <p:nvPr/>
        </p:nvSpPr>
        <p:spPr bwMode="auto">
          <a:xfrm>
            <a:off x="6871098" y="3967163"/>
            <a:ext cx="486965" cy="40719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0" name="Line 26">
            <a:extLst>
              <a:ext uri="{FF2B5EF4-FFF2-40B4-BE49-F238E27FC236}">
                <a16:creationId xmlns:a16="http://schemas.microsoft.com/office/drawing/2014/main" id="{4DF19F38-BB4F-7848-AE9E-0C3032068495}"/>
              </a:ext>
            </a:extLst>
          </p:cNvPr>
          <p:cNvSpPr>
            <a:spLocks noChangeShapeType="1"/>
          </p:cNvSpPr>
          <p:nvPr/>
        </p:nvSpPr>
        <p:spPr bwMode="auto">
          <a:xfrm>
            <a:off x="7152085" y="3757613"/>
            <a:ext cx="390525" cy="8691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1" name="Line 27">
            <a:extLst>
              <a:ext uri="{FF2B5EF4-FFF2-40B4-BE49-F238E27FC236}">
                <a16:creationId xmlns:a16="http://schemas.microsoft.com/office/drawing/2014/main" id="{AACBCC90-95AA-9448-B757-A95CB52E9B0A}"/>
              </a:ext>
            </a:extLst>
          </p:cNvPr>
          <p:cNvSpPr>
            <a:spLocks noChangeShapeType="1"/>
          </p:cNvSpPr>
          <p:nvPr/>
        </p:nvSpPr>
        <p:spPr bwMode="auto">
          <a:xfrm flipV="1">
            <a:off x="7173516" y="3246835"/>
            <a:ext cx="369094" cy="1154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2" name="Line 28">
            <a:extLst>
              <a:ext uri="{FF2B5EF4-FFF2-40B4-BE49-F238E27FC236}">
                <a16:creationId xmlns:a16="http://schemas.microsoft.com/office/drawing/2014/main" id="{04F8F1B9-B2C5-D04B-BEF2-FE008DE59BEE}"/>
              </a:ext>
            </a:extLst>
          </p:cNvPr>
          <p:cNvSpPr>
            <a:spLocks noChangeShapeType="1"/>
          </p:cNvSpPr>
          <p:nvPr/>
        </p:nvSpPr>
        <p:spPr bwMode="auto">
          <a:xfrm flipV="1">
            <a:off x="6848475" y="2782491"/>
            <a:ext cx="509588" cy="44648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273" name="Group 29">
            <a:extLst>
              <a:ext uri="{FF2B5EF4-FFF2-40B4-BE49-F238E27FC236}">
                <a16:creationId xmlns:a16="http://schemas.microsoft.com/office/drawing/2014/main" id="{B1B61BEC-8595-1141-A0E8-BE8F44688D31}"/>
              </a:ext>
            </a:extLst>
          </p:cNvPr>
          <p:cNvGrpSpPr>
            <a:grpSpLocks/>
          </p:cNvGrpSpPr>
          <p:nvPr/>
        </p:nvGrpSpPr>
        <p:grpSpPr bwMode="auto">
          <a:xfrm>
            <a:off x="7442597" y="2988469"/>
            <a:ext cx="295275" cy="496491"/>
            <a:chOff x="4486" y="2730"/>
            <a:chExt cx="217" cy="339"/>
          </a:xfrm>
        </p:grpSpPr>
        <p:grpSp>
          <p:nvGrpSpPr>
            <p:cNvPr id="139550" name="Group 30">
              <a:extLst>
                <a:ext uri="{FF2B5EF4-FFF2-40B4-BE49-F238E27FC236}">
                  <a16:creationId xmlns:a16="http://schemas.microsoft.com/office/drawing/2014/main" id="{9F9B2428-A3C0-0144-80E5-D4DFB5D50079}"/>
                </a:ext>
              </a:extLst>
            </p:cNvPr>
            <p:cNvGrpSpPr>
              <a:grpSpLocks/>
            </p:cNvGrpSpPr>
            <p:nvPr/>
          </p:nvGrpSpPr>
          <p:grpSpPr bwMode="auto">
            <a:xfrm>
              <a:off x="4491" y="2736"/>
              <a:ext cx="212" cy="333"/>
              <a:chOff x="4491" y="2736"/>
              <a:chExt cx="212" cy="333"/>
            </a:xfrm>
          </p:grpSpPr>
          <p:sp>
            <p:nvSpPr>
              <p:cNvPr id="139561" name="Freeform 31">
                <a:extLst>
                  <a:ext uri="{FF2B5EF4-FFF2-40B4-BE49-F238E27FC236}">
                    <a16:creationId xmlns:a16="http://schemas.microsoft.com/office/drawing/2014/main" id="{D6B5DCB1-A6E5-794A-9AE0-C6796D86E8BF}"/>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2" name="Freeform 32">
                <a:extLst>
                  <a:ext uri="{FF2B5EF4-FFF2-40B4-BE49-F238E27FC236}">
                    <a16:creationId xmlns:a16="http://schemas.microsoft.com/office/drawing/2014/main" id="{9DE068D0-43B6-8C41-859E-41EF4E59263A}"/>
                  </a:ext>
                </a:extLst>
              </p:cNvPr>
              <p:cNvSpPr>
                <a:spLocks/>
              </p:cNvSpPr>
              <p:nvPr/>
            </p:nvSpPr>
            <p:spPr bwMode="auto">
              <a:xfrm>
                <a:off x="4557" y="2736"/>
                <a:ext cx="146" cy="333"/>
              </a:xfrm>
              <a:custGeom>
                <a:avLst/>
                <a:gdLst>
                  <a:gd name="T0" fmla="*/ 50 w 146"/>
                  <a:gd name="T1" fmla="*/ 333 h 333"/>
                  <a:gd name="T2" fmla="*/ 0 w 146"/>
                  <a:gd name="T3" fmla="*/ 51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1"/>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3" name="Freeform 33">
                <a:extLst>
                  <a:ext uri="{FF2B5EF4-FFF2-40B4-BE49-F238E27FC236}">
                    <a16:creationId xmlns:a16="http://schemas.microsoft.com/office/drawing/2014/main" id="{281670C3-A7B9-9741-91F0-89C33B544BC7}"/>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4" name="Freeform 34">
                <a:extLst>
                  <a:ext uri="{FF2B5EF4-FFF2-40B4-BE49-F238E27FC236}">
                    <a16:creationId xmlns:a16="http://schemas.microsoft.com/office/drawing/2014/main" id="{DB231D08-119B-AE43-923F-F32B07B4ECEA}"/>
                  </a:ext>
                </a:extLst>
              </p:cNvPr>
              <p:cNvSpPr>
                <a:spLocks/>
              </p:cNvSpPr>
              <p:nvPr/>
            </p:nvSpPr>
            <p:spPr bwMode="auto">
              <a:xfrm>
                <a:off x="4491" y="273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65" name="Rectangle 35">
                <a:extLst>
                  <a:ext uri="{FF2B5EF4-FFF2-40B4-BE49-F238E27FC236}">
                    <a16:creationId xmlns:a16="http://schemas.microsoft.com/office/drawing/2014/main" id="{BAFB7543-8264-B348-A626-81FFC7314167}"/>
                  </a:ext>
                </a:extLst>
              </p:cNvPr>
              <p:cNvSpPr>
                <a:spLocks noChangeArrowheads="1"/>
              </p:cNvSpPr>
              <p:nvPr/>
            </p:nvSpPr>
            <p:spPr bwMode="auto">
              <a:xfrm>
                <a:off x="4491" y="279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66" name="Rectangle 36">
                <a:extLst>
                  <a:ext uri="{FF2B5EF4-FFF2-40B4-BE49-F238E27FC236}">
                    <a16:creationId xmlns:a16="http://schemas.microsoft.com/office/drawing/2014/main" id="{59E28C3B-A160-DD4C-A7D7-828A2C0F6EC1}"/>
                  </a:ext>
                </a:extLst>
              </p:cNvPr>
              <p:cNvSpPr>
                <a:spLocks noChangeArrowheads="1"/>
              </p:cNvSpPr>
              <p:nvPr/>
            </p:nvSpPr>
            <p:spPr bwMode="auto">
              <a:xfrm>
                <a:off x="4496" y="2812"/>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67" name="Line 37">
                <a:extLst>
                  <a:ext uri="{FF2B5EF4-FFF2-40B4-BE49-F238E27FC236}">
                    <a16:creationId xmlns:a16="http://schemas.microsoft.com/office/drawing/2014/main" id="{3EDE423B-9FCB-0A40-B1CE-8BD390F4C0F6}"/>
                  </a:ext>
                </a:extLst>
              </p:cNvPr>
              <p:cNvSpPr>
                <a:spLocks noChangeShapeType="1"/>
              </p:cNvSpPr>
              <p:nvPr/>
            </p:nvSpPr>
            <p:spPr bwMode="auto">
              <a:xfrm>
                <a:off x="4501" y="2837"/>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8" name="Line 38">
                <a:extLst>
                  <a:ext uri="{FF2B5EF4-FFF2-40B4-BE49-F238E27FC236}">
                    <a16:creationId xmlns:a16="http://schemas.microsoft.com/office/drawing/2014/main" id="{DBABA8EA-63D9-5947-8D4C-81B56C2D5B4D}"/>
                  </a:ext>
                </a:extLst>
              </p:cNvPr>
              <p:cNvSpPr>
                <a:spLocks noChangeShapeType="1"/>
              </p:cNvSpPr>
              <p:nvPr/>
            </p:nvSpPr>
            <p:spPr bwMode="auto">
              <a:xfrm flipH="1">
                <a:off x="4491" y="3013"/>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9" name="Line 39">
                <a:extLst>
                  <a:ext uri="{FF2B5EF4-FFF2-40B4-BE49-F238E27FC236}">
                    <a16:creationId xmlns:a16="http://schemas.microsoft.com/office/drawing/2014/main" id="{0580FE78-D632-F041-AB06-9D0CB96FAD6F}"/>
                  </a:ext>
                </a:extLst>
              </p:cNvPr>
              <p:cNvSpPr>
                <a:spLocks noChangeShapeType="1"/>
              </p:cNvSpPr>
              <p:nvPr/>
            </p:nvSpPr>
            <p:spPr bwMode="auto">
              <a:xfrm flipH="1">
                <a:off x="4491" y="2900"/>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51" name="Group 40">
              <a:extLst>
                <a:ext uri="{FF2B5EF4-FFF2-40B4-BE49-F238E27FC236}">
                  <a16:creationId xmlns:a16="http://schemas.microsoft.com/office/drawing/2014/main" id="{19E60BBF-F9CD-6343-9EEA-38C68C11418E}"/>
                </a:ext>
              </a:extLst>
            </p:cNvPr>
            <p:cNvGrpSpPr>
              <a:grpSpLocks/>
            </p:cNvGrpSpPr>
            <p:nvPr/>
          </p:nvGrpSpPr>
          <p:grpSpPr bwMode="auto">
            <a:xfrm>
              <a:off x="4486" y="2730"/>
              <a:ext cx="212" cy="333"/>
              <a:chOff x="4486" y="2730"/>
              <a:chExt cx="212" cy="333"/>
            </a:xfrm>
          </p:grpSpPr>
          <p:sp>
            <p:nvSpPr>
              <p:cNvPr id="139552" name="Freeform 41">
                <a:extLst>
                  <a:ext uri="{FF2B5EF4-FFF2-40B4-BE49-F238E27FC236}">
                    <a16:creationId xmlns:a16="http://schemas.microsoft.com/office/drawing/2014/main" id="{5C801FCD-D286-B14D-A226-08A4CC038496}"/>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3" name="Freeform 42">
                <a:extLst>
                  <a:ext uri="{FF2B5EF4-FFF2-40B4-BE49-F238E27FC236}">
                    <a16:creationId xmlns:a16="http://schemas.microsoft.com/office/drawing/2014/main" id="{F8C6CA1B-D6CC-ED49-8D85-82A4918FE8B2}"/>
                  </a:ext>
                </a:extLst>
              </p:cNvPr>
              <p:cNvSpPr>
                <a:spLocks/>
              </p:cNvSpPr>
              <p:nvPr/>
            </p:nvSpPr>
            <p:spPr bwMode="auto">
              <a:xfrm>
                <a:off x="4552" y="2730"/>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4" name="Freeform 43">
                <a:extLst>
                  <a:ext uri="{FF2B5EF4-FFF2-40B4-BE49-F238E27FC236}">
                    <a16:creationId xmlns:a16="http://schemas.microsoft.com/office/drawing/2014/main" id="{82DE32A9-B151-7349-A8E0-04E498D963B8}"/>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5" name="Freeform 44">
                <a:extLst>
                  <a:ext uri="{FF2B5EF4-FFF2-40B4-BE49-F238E27FC236}">
                    <a16:creationId xmlns:a16="http://schemas.microsoft.com/office/drawing/2014/main" id="{9EC84FB5-7AFC-1643-A9BB-A85D17ED6082}"/>
                  </a:ext>
                </a:extLst>
              </p:cNvPr>
              <p:cNvSpPr>
                <a:spLocks/>
              </p:cNvSpPr>
              <p:nvPr/>
            </p:nvSpPr>
            <p:spPr bwMode="auto">
              <a:xfrm>
                <a:off x="4486" y="2730"/>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56" name="Rectangle 45">
                <a:extLst>
                  <a:ext uri="{FF2B5EF4-FFF2-40B4-BE49-F238E27FC236}">
                    <a16:creationId xmlns:a16="http://schemas.microsoft.com/office/drawing/2014/main" id="{A9B8DEE4-131B-F047-BBE0-A8854F7495CD}"/>
                  </a:ext>
                </a:extLst>
              </p:cNvPr>
              <p:cNvSpPr>
                <a:spLocks noChangeArrowheads="1"/>
              </p:cNvSpPr>
              <p:nvPr/>
            </p:nvSpPr>
            <p:spPr bwMode="auto">
              <a:xfrm>
                <a:off x="4486" y="2793"/>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57" name="Rectangle 46">
                <a:extLst>
                  <a:ext uri="{FF2B5EF4-FFF2-40B4-BE49-F238E27FC236}">
                    <a16:creationId xmlns:a16="http://schemas.microsoft.com/office/drawing/2014/main" id="{D5C4D5E2-EFE7-0D45-B65B-6A9723798EF5}"/>
                  </a:ext>
                </a:extLst>
              </p:cNvPr>
              <p:cNvSpPr>
                <a:spLocks noChangeArrowheads="1"/>
              </p:cNvSpPr>
              <p:nvPr/>
            </p:nvSpPr>
            <p:spPr bwMode="auto">
              <a:xfrm>
                <a:off x="4491" y="2806"/>
                <a:ext cx="66" cy="43"/>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58" name="Line 47">
                <a:extLst>
                  <a:ext uri="{FF2B5EF4-FFF2-40B4-BE49-F238E27FC236}">
                    <a16:creationId xmlns:a16="http://schemas.microsoft.com/office/drawing/2014/main" id="{97A80981-1EB4-EF40-AC0B-8166124587D9}"/>
                  </a:ext>
                </a:extLst>
              </p:cNvPr>
              <p:cNvSpPr>
                <a:spLocks noChangeShapeType="1"/>
              </p:cNvSpPr>
              <p:nvPr/>
            </p:nvSpPr>
            <p:spPr bwMode="auto">
              <a:xfrm>
                <a:off x="4501" y="282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59" name="Line 48">
                <a:extLst>
                  <a:ext uri="{FF2B5EF4-FFF2-40B4-BE49-F238E27FC236}">
                    <a16:creationId xmlns:a16="http://schemas.microsoft.com/office/drawing/2014/main" id="{00DF6B15-251B-234A-8195-6A8E0FCD8368}"/>
                  </a:ext>
                </a:extLst>
              </p:cNvPr>
              <p:cNvSpPr>
                <a:spLocks noChangeShapeType="1"/>
              </p:cNvSpPr>
              <p:nvPr/>
            </p:nvSpPr>
            <p:spPr bwMode="auto">
              <a:xfrm flipH="1">
                <a:off x="4491" y="300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60" name="Line 49">
                <a:extLst>
                  <a:ext uri="{FF2B5EF4-FFF2-40B4-BE49-F238E27FC236}">
                    <a16:creationId xmlns:a16="http://schemas.microsoft.com/office/drawing/2014/main" id="{314956BD-2B00-2F42-A2C5-287A196483E6}"/>
                  </a:ext>
                </a:extLst>
              </p:cNvPr>
              <p:cNvSpPr>
                <a:spLocks noChangeShapeType="1"/>
              </p:cNvSpPr>
              <p:nvPr/>
            </p:nvSpPr>
            <p:spPr bwMode="auto">
              <a:xfrm flipH="1">
                <a:off x="4491" y="289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9274" name="Group 50">
            <a:extLst>
              <a:ext uri="{FF2B5EF4-FFF2-40B4-BE49-F238E27FC236}">
                <a16:creationId xmlns:a16="http://schemas.microsoft.com/office/drawing/2014/main" id="{A879C61F-89AC-D04F-B0AA-B8B8DE9DE01C}"/>
              </a:ext>
            </a:extLst>
          </p:cNvPr>
          <p:cNvGrpSpPr>
            <a:grpSpLocks/>
          </p:cNvGrpSpPr>
          <p:nvPr/>
        </p:nvGrpSpPr>
        <p:grpSpPr bwMode="auto">
          <a:xfrm>
            <a:off x="7442597" y="3633788"/>
            <a:ext cx="295275" cy="496491"/>
            <a:chOff x="4486" y="3170"/>
            <a:chExt cx="217" cy="339"/>
          </a:xfrm>
        </p:grpSpPr>
        <p:grpSp>
          <p:nvGrpSpPr>
            <p:cNvPr id="139530" name="Group 51">
              <a:extLst>
                <a:ext uri="{FF2B5EF4-FFF2-40B4-BE49-F238E27FC236}">
                  <a16:creationId xmlns:a16="http://schemas.microsoft.com/office/drawing/2014/main" id="{C718D333-36B4-1541-971D-8983A2E04B95}"/>
                </a:ext>
              </a:extLst>
            </p:cNvPr>
            <p:cNvGrpSpPr>
              <a:grpSpLocks/>
            </p:cNvGrpSpPr>
            <p:nvPr/>
          </p:nvGrpSpPr>
          <p:grpSpPr bwMode="auto">
            <a:xfrm>
              <a:off x="4491" y="3176"/>
              <a:ext cx="212" cy="333"/>
              <a:chOff x="4491" y="3176"/>
              <a:chExt cx="212" cy="333"/>
            </a:xfrm>
          </p:grpSpPr>
          <p:sp>
            <p:nvSpPr>
              <p:cNvPr id="139541" name="Freeform 52">
                <a:extLst>
                  <a:ext uri="{FF2B5EF4-FFF2-40B4-BE49-F238E27FC236}">
                    <a16:creationId xmlns:a16="http://schemas.microsoft.com/office/drawing/2014/main" id="{DCAC8080-8ED8-CB47-A4FB-2B8E3D8CCE64}"/>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2" name="Freeform 53">
                <a:extLst>
                  <a:ext uri="{FF2B5EF4-FFF2-40B4-BE49-F238E27FC236}">
                    <a16:creationId xmlns:a16="http://schemas.microsoft.com/office/drawing/2014/main" id="{39391B3A-1BF7-3F42-9C6A-9A514E850F06}"/>
                  </a:ext>
                </a:extLst>
              </p:cNvPr>
              <p:cNvSpPr>
                <a:spLocks/>
              </p:cNvSpPr>
              <p:nvPr/>
            </p:nvSpPr>
            <p:spPr bwMode="auto">
              <a:xfrm>
                <a:off x="4557" y="3176"/>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3" name="Freeform 54">
                <a:extLst>
                  <a:ext uri="{FF2B5EF4-FFF2-40B4-BE49-F238E27FC236}">
                    <a16:creationId xmlns:a16="http://schemas.microsoft.com/office/drawing/2014/main" id="{E35A896F-F764-3347-84A4-BCD956697FB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4" name="Freeform 55">
                <a:extLst>
                  <a:ext uri="{FF2B5EF4-FFF2-40B4-BE49-F238E27FC236}">
                    <a16:creationId xmlns:a16="http://schemas.microsoft.com/office/drawing/2014/main" id="{95F55E43-D7B4-AC47-9721-439C6EA887B8}"/>
                  </a:ext>
                </a:extLst>
              </p:cNvPr>
              <p:cNvSpPr>
                <a:spLocks/>
              </p:cNvSpPr>
              <p:nvPr/>
            </p:nvSpPr>
            <p:spPr bwMode="auto">
              <a:xfrm>
                <a:off x="4491" y="3176"/>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45" name="Rectangle 56">
                <a:extLst>
                  <a:ext uri="{FF2B5EF4-FFF2-40B4-BE49-F238E27FC236}">
                    <a16:creationId xmlns:a16="http://schemas.microsoft.com/office/drawing/2014/main" id="{40416B50-C3E2-6F4B-ABC6-5CCA723CA83C}"/>
                  </a:ext>
                </a:extLst>
              </p:cNvPr>
              <p:cNvSpPr>
                <a:spLocks noChangeArrowheads="1"/>
              </p:cNvSpPr>
              <p:nvPr/>
            </p:nvSpPr>
            <p:spPr bwMode="auto">
              <a:xfrm>
                <a:off x="4491" y="3239"/>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46" name="Rectangle 57">
                <a:extLst>
                  <a:ext uri="{FF2B5EF4-FFF2-40B4-BE49-F238E27FC236}">
                    <a16:creationId xmlns:a16="http://schemas.microsoft.com/office/drawing/2014/main" id="{E6A4BE7D-0F91-E148-B010-28F8802DE4F5}"/>
                  </a:ext>
                </a:extLst>
              </p:cNvPr>
              <p:cNvSpPr>
                <a:spLocks noChangeArrowheads="1"/>
              </p:cNvSpPr>
              <p:nvPr/>
            </p:nvSpPr>
            <p:spPr bwMode="auto">
              <a:xfrm>
                <a:off x="4496" y="3251"/>
                <a:ext cx="66"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47" name="Line 58">
                <a:extLst>
                  <a:ext uri="{FF2B5EF4-FFF2-40B4-BE49-F238E27FC236}">
                    <a16:creationId xmlns:a16="http://schemas.microsoft.com/office/drawing/2014/main" id="{F2731F34-22C7-7840-A7EE-26D4CCC27C77}"/>
                  </a:ext>
                </a:extLst>
              </p:cNvPr>
              <p:cNvSpPr>
                <a:spLocks noChangeShapeType="1"/>
              </p:cNvSpPr>
              <p:nvPr/>
            </p:nvSpPr>
            <p:spPr bwMode="auto">
              <a:xfrm>
                <a:off x="4501" y="3276"/>
                <a:ext cx="51"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8" name="Line 59">
                <a:extLst>
                  <a:ext uri="{FF2B5EF4-FFF2-40B4-BE49-F238E27FC236}">
                    <a16:creationId xmlns:a16="http://schemas.microsoft.com/office/drawing/2014/main" id="{3B99DD3B-1F7C-5C4D-A65C-723F98ADECB3}"/>
                  </a:ext>
                </a:extLst>
              </p:cNvPr>
              <p:cNvSpPr>
                <a:spLocks noChangeShapeType="1"/>
              </p:cNvSpPr>
              <p:nvPr/>
            </p:nvSpPr>
            <p:spPr bwMode="auto">
              <a:xfrm flipH="1">
                <a:off x="4491" y="3452"/>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9" name="Line 60">
                <a:extLst>
                  <a:ext uri="{FF2B5EF4-FFF2-40B4-BE49-F238E27FC236}">
                    <a16:creationId xmlns:a16="http://schemas.microsoft.com/office/drawing/2014/main" id="{229D0E67-EE3E-5942-A885-4DC51BAB865C}"/>
                  </a:ext>
                </a:extLst>
              </p:cNvPr>
              <p:cNvSpPr>
                <a:spLocks noChangeShapeType="1"/>
              </p:cNvSpPr>
              <p:nvPr/>
            </p:nvSpPr>
            <p:spPr bwMode="auto">
              <a:xfrm flipH="1">
                <a:off x="4491" y="333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31" name="Group 61">
              <a:extLst>
                <a:ext uri="{FF2B5EF4-FFF2-40B4-BE49-F238E27FC236}">
                  <a16:creationId xmlns:a16="http://schemas.microsoft.com/office/drawing/2014/main" id="{F602C89A-021D-2747-A715-BAA155C1813B}"/>
                </a:ext>
              </a:extLst>
            </p:cNvPr>
            <p:cNvGrpSpPr>
              <a:grpSpLocks/>
            </p:cNvGrpSpPr>
            <p:nvPr/>
          </p:nvGrpSpPr>
          <p:grpSpPr bwMode="auto">
            <a:xfrm>
              <a:off x="4486" y="3170"/>
              <a:ext cx="212" cy="332"/>
              <a:chOff x="4486" y="3170"/>
              <a:chExt cx="212" cy="332"/>
            </a:xfrm>
          </p:grpSpPr>
          <p:sp>
            <p:nvSpPr>
              <p:cNvPr id="139532" name="Freeform 62">
                <a:extLst>
                  <a:ext uri="{FF2B5EF4-FFF2-40B4-BE49-F238E27FC236}">
                    <a16:creationId xmlns:a16="http://schemas.microsoft.com/office/drawing/2014/main" id="{759213F6-2243-A440-9E18-CFB2C68F4A1B}"/>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3" name="Freeform 63">
                <a:extLst>
                  <a:ext uri="{FF2B5EF4-FFF2-40B4-BE49-F238E27FC236}">
                    <a16:creationId xmlns:a16="http://schemas.microsoft.com/office/drawing/2014/main" id="{0897A663-BB6A-2249-B96C-750CAE3D1129}"/>
                  </a:ext>
                </a:extLst>
              </p:cNvPr>
              <p:cNvSpPr>
                <a:spLocks/>
              </p:cNvSpPr>
              <p:nvPr/>
            </p:nvSpPr>
            <p:spPr bwMode="auto">
              <a:xfrm>
                <a:off x="4552" y="3170"/>
                <a:ext cx="146" cy="332"/>
              </a:xfrm>
              <a:custGeom>
                <a:avLst/>
                <a:gdLst>
                  <a:gd name="T0" fmla="*/ 50 w 146"/>
                  <a:gd name="T1" fmla="*/ 332 h 332"/>
                  <a:gd name="T2" fmla="*/ 0 w 146"/>
                  <a:gd name="T3" fmla="*/ 50 h 332"/>
                  <a:gd name="T4" fmla="*/ 146 w 146"/>
                  <a:gd name="T5" fmla="*/ 0 h 332"/>
                  <a:gd name="T6" fmla="*/ 146 w 146"/>
                  <a:gd name="T7" fmla="*/ 269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69"/>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4" name="Freeform 64">
                <a:extLst>
                  <a:ext uri="{FF2B5EF4-FFF2-40B4-BE49-F238E27FC236}">
                    <a16:creationId xmlns:a16="http://schemas.microsoft.com/office/drawing/2014/main" id="{10971128-A5CB-634E-9CAA-1088D6B64479}"/>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5" name="Freeform 65">
                <a:extLst>
                  <a:ext uri="{FF2B5EF4-FFF2-40B4-BE49-F238E27FC236}">
                    <a16:creationId xmlns:a16="http://schemas.microsoft.com/office/drawing/2014/main" id="{69AE74E3-89D7-E94F-9387-FD3C8E108954}"/>
                  </a:ext>
                </a:extLst>
              </p:cNvPr>
              <p:cNvSpPr>
                <a:spLocks/>
              </p:cNvSpPr>
              <p:nvPr/>
            </p:nvSpPr>
            <p:spPr bwMode="auto">
              <a:xfrm>
                <a:off x="4486" y="3170"/>
                <a:ext cx="212" cy="62"/>
              </a:xfrm>
              <a:custGeom>
                <a:avLst/>
                <a:gdLst>
                  <a:gd name="T0" fmla="*/ 0 w 212"/>
                  <a:gd name="T1" fmla="*/ 62 h 62"/>
                  <a:gd name="T2" fmla="*/ 91 w 212"/>
                  <a:gd name="T3" fmla="*/ 0 h 62"/>
                  <a:gd name="T4" fmla="*/ 212 w 212"/>
                  <a:gd name="T5" fmla="*/ 0 h 62"/>
                  <a:gd name="T6" fmla="*/ 116 w 212"/>
                  <a:gd name="T7" fmla="*/ 62 h 62"/>
                  <a:gd name="T8" fmla="*/ 0 w 212"/>
                  <a:gd name="T9" fmla="*/ 62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2">
                    <a:moveTo>
                      <a:pt x="0" y="62"/>
                    </a:moveTo>
                    <a:lnTo>
                      <a:pt x="91" y="0"/>
                    </a:lnTo>
                    <a:lnTo>
                      <a:pt x="212" y="0"/>
                    </a:lnTo>
                    <a:lnTo>
                      <a:pt x="116" y="62"/>
                    </a:lnTo>
                    <a:lnTo>
                      <a:pt x="0" y="62"/>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36" name="Rectangle 66">
                <a:extLst>
                  <a:ext uri="{FF2B5EF4-FFF2-40B4-BE49-F238E27FC236}">
                    <a16:creationId xmlns:a16="http://schemas.microsoft.com/office/drawing/2014/main" id="{BA903637-83DD-C142-B53A-A6976509BF5B}"/>
                  </a:ext>
                </a:extLst>
              </p:cNvPr>
              <p:cNvSpPr>
                <a:spLocks noChangeArrowheads="1"/>
              </p:cNvSpPr>
              <p:nvPr/>
            </p:nvSpPr>
            <p:spPr bwMode="auto">
              <a:xfrm>
                <a:off x="4486" y="3232"/>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37" name="Rectangle 67">
                <a:extLst>
                  <a:ext uri="{FF2B5EF4-FFF2-40B4-BE49-F238E27FC236}">
                    <a16:creationId xmlns:a16="http://schemas.microsoft.com/office/drawing/2014/main" id="{54AC9126-FE9E-4149-AFC0-DBE807680315}"/>
                  </a:ext>
                </a:extLst>
              </p:cNvPr>
              <p:cNvSpPr>
                <a:spLocks noChangeArrowheads="1"/>
              </p:cNvSpPr>
              <p:nvPr/>
            </p:nvSpPr>
            <p:spPr bwMode="auto">
              <a:xfrm>
                <a:off x="4491" y="3245"/>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38" name="Line 68">
                <a:extLst>
                  <a:ext uri="{FF2B5EF4-FFF2-40B4-BE49-F238E27FC236}">
                    <a16:creationId xmlns:a16="http://schemas.microsoft.com/office/drawing/2014/main" id="{49188747-9F9A-934B-B312-C1236A849F5F}"/>
                  </a:ext>
                </a:extLst>
              </p:cNvPr>
              <p:cNvSpPr>
                <a:spLocks noChangeShapeType="1"/>
              </p:cNvSpPr>
              <p:nvPr/>
            </p:nvSpPr>
            <p:spPr bwMode="auto">
              <a:xfrm>
                <a:off x="4501" y="3264"/>
                <a:ext cx="41"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39" name="Line 69">
                <a:extLst>
                  <a:ext uri="{FF2B5EF4-FFF2-40B4-BE49-F238E27FC236}">
                    <a16:creationId xmlns:a16="http://schemas.microsoft.com/office/drawing/2014/main" id="{5561823C-7F36-3D48-9A59-302D1F38F9B7}"/>
                  </a:ext>
                </a:extLst>
              </p:cNvPr>
              <p:cNvSpPr>
                <a:spLocks noChangeShapeType="1"/>
              </p:cNvSpPr>
              <p:nvPr/>
            </p:nvSpPr>
            <p:spPr bwMode="auto">
              <a:xfrm flipH="1">
                <a:off x="4491" y="3446"/>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40" name="Line 70">
                <a:extLst>
                  <a:ext uri="{FF2B5EF4-FFF2-40B4-BE49-F238E27FC236}">
                    <a16:creationId xmlns:a16="http://schemas.microsoft.com/office/drawing/2014/main" id="{D9F5B0B4-860D-FA44-B876-7B814853D55A}"/>
                  </a:ext>
                </a:extLst>
              </p:cNvPr>
              <p:cNvSpPr>
                <a:spLocks noChangeShapeType="1"/>
              </p:cNvSpPr>
              <p:nvPr/>
            </p:nvSpPr>
            <p:spPr bwMode="auto">
              <a:xfrm flipH="1">
                <a:off x="4491" y="333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9275" name="Group 71">
            <a:extLst>
              <a:ext uri="{FF2B5EF4-FFF2-40B4-BE49-F238E27FC236}">
                <a16:creationId xmlns:a16="http://schemas.microsoft.com/office/drawing/2014/main" id="{C04E4EFD-5A2D-F142-9142-D9FECCDCE6A4}"/>
              </a:ext>
            </a:extLst>
          </p:cNvPr>
          <p:cNvGrpSpPr>
            <a:grpSpLocks/>
          </p:cNvGrpSpPr>
          <p:nvPr/>
        </p:nvGrpSpPr>
        <p:grpSpPr bwMode="auto">
          <a:xfrm>
            <a:off x="7135416" y="4138613"/>
            <a:ext cx="292894" cy="496491"/>
            <a:chOff x="4260" y="3515"/>
            <a:chExt cx="216" cy="339"/>
          </a:xfrm>
        </p:grpSpPr>
        <p:grpSp>
          <p:nvGrpSpPr>
            <p:cNvPr id="139510" name="Group 72">
              <a:extLst>
                <a:ext uri="{FF2B5EF4-FFF2-40B4-BE49-F238E27FC236}">
                  <a16:creationId xmlns:a16="http://schemas.microsoft.com/office/drawing/2014/main" id="{26CD09BD-4910-924C-B8A0-7175C5333520}"/>
                </a:ext>
              </a:extLst>
            </p:cNvPr>
            <p:cNvGrpSpPr>
              <a:grpSpLocks/>
            </p:cNvGrpSpPr>
            <p:nvPr/>
          </p:nvGrpSpPr>
          <p:grpSpPr bwMode="auto">
            <a:xfrm>
              <a:off x="4265" y="3521"/>
              <a:ext cx="211" cy="333"/>
              <a:chOff x="4265" y="3521"/>
              <a:chExt cx="211" cy="333"/>
            </a:xfrm>
          </p:grpSpPr>
          <p:sp>
            <p:nvSpPr>
              <p:cNvPr id="139521" name="Freeform 73">
                <a:extLst>
                  <a:ext uri="{FF2B5EF4-FFF2-40B4-BE49-F238E27FC236}">
                    <a16:creationId xmlns:a16="http://schemas.microsoft.com/office/drawing/2014/main" id="{8E7B8CA1-7BBF-4F43-98E2-045C40AA815A}"/>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2" name="Freeform 74">
                <a:extLst>
                  <a:ext uri="{FF2B5EF4-FFF2-40B4-BE49-F238E27FC236}">
                    <a16:creationId xmlns:a16="http://schemas.microsoft.com/office/drawing/2014/main" id="{67EC80FE-EBCC-E34B-9B63-3F18C53DACF5}"/>
                  </a:ext>
                </a:extLst>
              </p:cNvPr>
              <p:cNvSpPr>
                <a:spLocks/>
              </p:cNvSpPr>
              <p:nvPr/>
            </p:nvSpPr>
            <p:spPr bwMode="auto">
              <a:xfrm>
                <a:off x="4330" y="3521"/>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3" name="Freeform 75">
                <a:extLst>
                  <a:ext uri="{FF2B5EF4-FFF2-40B4-BE49-F238E27FC236}">
                    <a16:creationId xmlns:a16="http://schemas.microsoft.com/office/drawing/2014/main" id="{046827DF-EE9A-6340-8A34-8935D03AD605}"/>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4" name="Freeform 76">
                <a:extLst>
                  <a:ext uri="{FF2B5EF4-FFF2-40B4-BE49-F238E27FC236}">
                    <a16:creationId xmlns:a16="http://schemas.microsoft.com/office/drawing/2014/main" id="{64D7F611-6E79-874B-9272-AEE277CA656E}"/>
                  </a:ext>
                </a:extLst>
              </p:cNvPr>
              <p:cNvSpPr>
                <a:spLocks/>
              </p:cNvSpPr>
              <p:nvPr/>
            </p:nvSpPr>
            <p:spPr bwMode="auto">
              <a:xfrm>
                <a:off x="4265" y="3521"/>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25" name="Rectangle 77">
                <a:extLst>
                  <a:ext uri="{FF2B5EF4-FFF2-40B4-BE49-F238E27FC236}">
                    <a16:creationId xmlns:a16="http://schemas.microsoft.com/office/drawing/2014/main" id="{48AE3780-AA32-A343-98B9-C979BF9EC2FF}"/>
                  </a:ext>
                </a:extLst>
              </p:cNvPr>
              <p:cNvSpPr>
                <a:spLocks noChangeArrowheads="1"/>
              </p:cNvSpPr>
              <p:nvPr/>
            </p:nvSpPr>
            <p:spPr bwMode="auto">
              <a:xfrm>
                <a:off x="4265" y="3584"/>
                <a:ext cx="115"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26" name="Rectangle 78">
                <a:extLst>
                  <a:ext uri="{FF2B5EF4-FFF2-40B4-BE49-F238E27FC236}">
                    <a16:creationId xmlns:a16="http://schemas.microsoft.com/office/drawing/2014/main" id="{83103712-CCA9-9D46-B779-B71E585BC095}"/>
                  </a:ext>
                </a:extLst>
              </p:cNvPr>
              <p:cNvSpPr>
                <a:spLocks noChangeArrowheads="1"/>
              </p:cNvSpPr>
              <p:nvPr/>
            </p:nvSpPr>
            <p:spPr bwMode="auto">
              <a:xfrm>
                <a:off x="4270" y="359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27" name="Line 79">
                <a:extLst>
                  <a:ext uri="{FF2B5EF4-FFF2-40B4-BE49-F238E27FC236}">
                    <a16:creationId xmlns:a16="http://schemas.microsoft.com/office/drawing/2014/main" id="{BEBFE1DF-C115-0345-A31E-7F21C71C9591}"/>
                  </a:ext>
                </a:extLst>
              </p:cNvPr>
              <p:cNvSpPr>
                <a:spLocks noChangeShapeType="1"/>
              </p:cNvSpPr>
              <p:nvPr/>
            </p:nvSpPr>
            <p:spPr bwMode="auto">
              <a:xfrm>
                <a:off x="4275" y="3622"/>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8" name="Line 80">
                <a:extLst>
                  <a:ext uri="{FF2B5EF4-FFF2-40B4-BE49-F238E27FC236}">
                    <a16:creationId xmlns:a16="http://schemas.microsoft.com/office/drawing/2014/main" id="{AD1C02A5-E524-2447-97B8-A573EF4E5460}"/>
                  </a:ext>
                </a:extLst>
              </p:cNvPr>
              <p:cNvSpPr>
                <a:spLocks noChangeShapeType="1"/>
              </p:cNvSpPr>
              <p:nvPr/>
            </p:nvSpPr>
            <p:spPr bwMode="auto">
              <a:xfrm flipH="1">
                <a:off x="4265" y="3797"/>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9" name="Line 81">
                <a:extLst>
                  <a:ext uri="{FF2B5EF4-FFF2-40B4-BE49-F238E27FC236}">
                    <a16:creationId xmlns:a16="http://schemas.microsoft.com/office/drawing/2014/main" id="{D89117DF-8F0A-894F-97DA-0A5D44396EF0}"/>
                  </a:ext>
                </a:extLst>
              </p:cNvPr>
              <p:cNvSpPr>
                <a:spLocks noChangeShapeType="1"/>
              </p:cNvSpPr>
              <p:nvPr/>
            </p:nvSpPr>
            <p:spPr bwMode="auto">
              <a:xfrm flipH="1">
                <a:off x="4265" y="3684"/>
                <a:ext cx="11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511" name="Group 82">
              <a:extLst>
                <a:ext uri="{FF2B5EF4-FFF2-40B4-BE49-F238E27FC236}">
                  <a16:creationId xmlns:a16="http://schemas.microsoft.com/office/drawing/2014/main" id="{69F989C6-B701-3745-9874-DE7611E01FA7}"/>
                </a:ext>
              </a:extLst>
            </p:cNvPr>
            <p:cNvGrpSpPr>
              <a:grpSpLocks/>
            </p:cNvGrpSpPr>
            <p:nvPr/>
          </p:nvGrpSpPr>
          <p:grpSpPr bwMode="auto">
            <a:xfrm>
              <a:off x="4260" y="3515"/>
              <a:ext cx="211" cy="332"/>
              <a:chOff x="4260" y="3515"/>
              <a:chExt cx="211" cy="332"/>
            </a:xfrm>
          </p:grpSpPr>
          <p:sp>
            <p:nvSpPr>
              <p:cNvPr id="139512" name="Freeform 83">
                <a:extLst>
                  <a:ext uri="{FF2B5EF4-FFF2-40B4-BE49-F238E27FC236}">
                    <a16:creationId xmlns:a16="http://schemas.microsoft.com/office/drawing/2014/main" id="{271CF19C-45ED-7747-831E-992261D4F10F}"/>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3" name="Freeform 84">
                <a:extLst>
                  <a:ext uri="{FF2B5EF4-FFF2-40B4-BE49-F238E27FC236}">
                    <a16:creationId xmlns:a16="http://schemas.microsoft.com/office/drawing/2014/main" id="{CB89E916-6E5C-344F-8A4D-595F2ED68741}"/>
                  </a:ext>
                </a:extLst>
              </p:cNvPr>
              <p:cNvSpPr>
                <a:spLocks/>
              </p:cNvSpPr>
              <p:nvPr/>
            </p:nvSpPr>
            <p:spPr bwMode="auto">
              <a:xfrm>
                <a:off x="4325" y="3515"/>
                <a:ext cx="146" cy="332"/>
              </a:xfrm>
              <a:custGeom>
                <a:avLst/>
                <a:gdLst>
                  <a:gd name="T0" fmla="*/ 50 w 146"/>
                  <a:gd name="T1" fmla="*/ 332 h 332"/>
                  <a:gd name="T2" fmla="*/ 0 w 146"/>
                  <a:gd name="T3" fmla="*/ 50 h 332"/>
                  <a:gd name="T4" fmla="*/ 146 w 146"/>
                  <a:gd name="T5" fmla="*/ 0 h 332"/>
                  <a:gd name="T6" fmla="*/ 146 w 146"/>
                  <a:gd name="T7" fmla="*/ 270 h 332"/>
                  <a:gd name="T8" fmla="*/ 50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0" y="332"/>
                    </a:moveTo>
                    <a:lnTo>
                      <a:pt x="0" y="50"/>
                    </a:lnTo>
                    <a:lnTo>
                      <a:pt x="146" y="0"/>
                    </a:lnTo>
                    <a:lnTo>
                      <a:pt x="146" y="270"/>
                    </a:lnTo>
                    <a:lnTo>
                      <a:pt x="50"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4" name="Freeform 85">
                <a:extLst>
                  <a:ext uri="{FF2B5EF4-FFF2-40B4-BE49-F238E27FC236}">
                    <a16:creationId xmlns:a16="http://schemas.microsoft.com/office/drawing/2014/main" id="{4E3F6298-A862-0E46-8C55-1F54A7D50C1D}"/>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5" name="Freeform 86">
                <a:extLst>
                  <a:ext uri="{FF2B5EF4-FFF2-40B4-BE49-F238E27FC236}">
                    <a16:creationId xmlns:a16="http://schemas.microsoft.com/office/drawing/2014/main" id="{796C058C-DEEE-B946-943A-646FB70682DC}"/>
                  </a:ext>
                </a:extLst>
              </p:cNvPr>
              <p:cNvSpPr>
                <a:spLocks/>
              </p:cNvSpPr>
              <p:nvPr/>
            </p:nvSpPr>
            <p:spPr bwMode="auto">
              <a:xfrm>
                <a:off x="4260" y="3515"/>
                <a:ext cx="211" cy="63"/>
              </a:xfrm>
              <a:custGeom>
                <a:avLst/>
                <a:gdLst>
                  <a:gd name="T0" fmla="*/ 0 w 211"/>
                  <a:gd name="T1" fmla="*/ 63 h 63"/>
                  <a:gd name="T2" fmla="*/ 90 w 211"/>
                  <a:gd name="T3" fmla="*/ 0 h 63"/>
                  <a:gd name="T4" fmla="*/ 211 w 211"/>
                  <a:gd name="T5" fmla="*/ 0 h 63"/>
                  <a:gd name="T6" fmla="*/ 115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0" y="0"/>
                    </a:lnTo>
                    <a:lnTo>
                      <a:pt x="211" y="0"/>
                    </a:lnTo>
                    <a:lnTo>
                      <a:pt x="115"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16" name="Rectangle 87">
                <a:extLst>
                  <a:ext uri="{FF2B5EF4-FFF2-40B4-BE49-F238E27FC236}">
                    <a16:creationId xmlns:a16="http://schemas.microsoft.com/office/drawing/2014/main" id="{0A205AFA-10B3-6A40-809C-4A916E592732}"/>
                  </a:ext>
                </a:extLst>
              </p:cNvPr>
              <p:cNvSpPr>
                <a:spLocks noChangeArrowheads="1"/>
              </p:cNvSpPr>
              <p:nvPr/>
            </p:nvSpPr>
            <p:spPr bwMode="auto">
              <a:xfrm>
                <a:off x="4260" y="3578"/>
                <a:ext cx="115"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17" name="Rectangle 88">
                <a:extLst>
                  <a:ext uri="{FF2B5EF4-FFF2-40B4-BE49-F238E27FC236}">
                    <a16:creationId xmlns:a16="http://schemas.microsoft.com/office/drawing/2014/main" id="{654BA05F-0CF2-B943-A6A0-2E074A4F3808}"/>
                  </a:ext>
                </a:extLst>
              </p:cNvPr>
              <p:cNvSpPr>
                <a:spLocks noChangeArrowheads="1"/>
              </p:cNvSpPr>
              <p:nvPr/>
            </p:nvSpPr>
            <p:spPr bwMode="auto">
              <a:xfrm>
                <a:off x="4265" y="359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518" name="Line 89">
                <a:extLst>
                  <a:ext uri="{FF2B5EF4-FFF2-40B4-BE49-F238E27FC236}">
                    <a16:creationId xmlns:a16="http://schemas.microsoft.com/office/drawing/2014/main" id="{366FD789-EF69-044B-9B04-6487BF3A5B2E}"/>
                  </a:ext>
                </a:extLst>
              </p:cNvPr>
              <p:cNvSpPr>
                <a:spLocks noChangeShapeType="1"/>
              </p:cNvSpPr>
              <p:nvPr/>
            </p:nvSpPr>
            <p:spPr bwMode="auto">
              <a:xfrm>
                <a:off x="4275" y="360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19" name="Line 90">
                <a:extLst>
                  <a:ext uri="{FF2B5EF4-FFF2-40B4-BE49-F238E27FC236}">
                    <a16:creationId xmlns:a16="http://schemas.microsoft.com/office/drawing/2014/main" id="{413DCC18-0FA3-B043-8E5D-B36D39B5585F}"/>
                  </a:ext>
                </a:extLst>
              </p:cNvPr>
              <p:cNvSpPr>
                <a:spLocks noChangeShapeType="1"/>
              </p:cNvSpPr>
              <p:nvPr/>
            </p:nvSpPr>
            <p:spPr bwMode="auto">
              <a:xfrm flipH="1">
                <a:off x="4265" y="3791"/>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520" name="Line 91">
                <a:extLst>
                  <a:ext uri="{FF2B5EF4-FFF2-40B4-BE49-F238E27FC236}">
                    <a16:creationId xmlns:a16="http://schemas.microsoft.com/office/drawing/2014/main" id="{9F81336F-76E6-434B-BD93-404A6F398DD5}"/>
                  </a:ext>
                </a:extLst>
              </p:cNvPr>
              <p:cNvSpPr>
                <a:spLocks noChangeShapeType="1"/>
              </p:cNvSpPr>
              <p:nvPr/>
            </p:nvSpPr>
            <p:spPr bwMode="auto">
              <a:xfrm flipH="1">
                <a:off x="4265" y="3678"/>
                <a:ext cx="105"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76" name="Rectangle 92">
            <a:extLst>
              <a:ext uri="{FF2B5EF4-FFF2-40B4-BE49-F238E27FC236}">
                <a16:creationId xmlns:a16="http://schemas.microsoft.com/office/drawing/2014/main" id="{27F4D683-14CF-F743-B2A7-30FDCDED4F36}"/>
              </a:ext>
            </a:extLst>
          </p:cNvPr>
          <p:cNvSpPr>
            <a:spLocks noChangeArrowheads="1"/>
          </p:cNvSpPr>
          <p:nvPr/>
        </p:nvSpPr>
        <p:spPr bwMode="auto">
          <a:xfrm>
            <a:off x="2725341" y="2583656"/>
            <a:ext cx="22622" cy="1949054"/>
          </a:xfrm>
          <a:prstGeom prst="rect">
            <a:avLst/>
          </a:prstGeom>
          <a:solidFill>
            <a:srgbClr val="000000"/>
          </a:solidFill>
          <a:ln w="28575">
            <a:solidFill>
              <a:srgbClr val="333399"/>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77" name="Line 93">
            <a:extLst>
              <a:ext uri="{FF2B5EF4-FFF2-40B4-BE49-F238E27FC236}">
                <a16:creationId xmlns:a16="http://schemas.microsoft.com/office/drawing/2014/main" id="{A5C25056-70B0-CF43-A1CF-32AF37DD92CE}"/>
              </a:ext>
            </a:extLst>
          </p:cNvPr>
          <p:cNvSpPr>
            <a:spLocks noChangeShapeType="1"/>
          </p:cNvSpPr>
          <p:nvPr/>
        </p:nvSpPr>
        <p:spPr bwMode="auto">
          <a:xfrm>
            <a:off x="2120504" y="2869407"/>
            <a:ext cx="615553"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8" name="Line 94">
            <a:extLst>
              <a:ext uri="{FF2B5EF4-FFF2-40B4-BE49-F238E27FC236}">
                <a16:creationId xmlns:a16="http://schemas.microsoft.com/office/drawing/2014/main" id="{684B9B5E-ACC0-794F-9A37-388CD397FCE8}"/>
              </a:ext>
            </a:extLst>
          </p:cNvPr>
          <p:cNvSpPr>
            <a:spLocks noChangeShapeType="1"/>
          </p:cNvSpPr>
          <p:nvPr/>
        </p:nvSpPr>
        <p:spPr bwMode="auto">
          <a:xfrm>
            <a:off x="2305051" y="3401617"/>
            <a:ext cx="431006" cy="119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79" name="Line 95">
            <a:extLst>
              <a:ext uri="{FF2B5EF4-FFF2-40B4-BE49-F238E27FC236}">
                <a16:creationId xmlns:a16="http://schemas.microsoft.com/office/drawing/2014/main" id="{8AAF258E-C807-B24E-84D7-680CF247936C}"/>
              </a:ext>
            </a:extLst>
          </p:cNvPr>
          <p:cNvSpPr>
            <a:spLocks noChangeShapeType="1"/>
          </p:cNvSpPr>
          <p:nvPr/>
        </p:nvSpPr>
        <p:spPr bwMode="auto">
          <a:xfrm>
            <a:off x="1810942" y="3777854"/>
            <a:ext cx="925115"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0" name="Line 96">
            <a:extLst>
              <a:ext uri="{FF2B5EF4-FFF2-40B4-BE49-F238E27FC236}">
                <a16:creationId xmlns:a16="http://schemas.microsoft.com/office/drawing/2014/main" id="{3DF619EE-3ABD-7F46-A3D1-08D38AEF6D00}"/>
              </a:ext>
            </a:extLst>
          </p:cNvPr>
          <p:cNvSpPr>
            <a:spLocks noChangeShapeType="1"/>
          </p:cNvSpPr>
          <p:nvPr/>
        </p:nvSpPr>
        <p:spPr bwMode="auto">
          <a:xfrm>
            <a:off x="2181226" y="4241007"/>
            <a:ext cx="554831"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81" name="Line 97">
            <a:extLst>
              <a:ext uri="{FF2B5EF4-FFF2-40B4-BE49-F238E27FC236}">
                <a16:creationId xmlns:a16="http://schemas.microsoft.com/office/drawing/2014/main" id="{953B9007-A1B6-F347-98AB-E6E5FCD74DF2}"/>
              </a:ext>
            </a:extLst>
          </p:cNvPr>
          <p:cNvSpPr>
            <a:spLocks noChangeShapeType="1"/>
          </p:cNvSpPr>
          <p:nvPr/>
        </p:nvSpPr>
        <p:spPr bwMode="auto">
          <a:xfrm>
            <a:off x="2736057" y="4374357"/>
            <a:ext cx="308372" cy="238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7266" name="Line 98">
            <a:extLst>
              <a:ext uri="{FF2B5EF4-FFF2-40B4-BE49-F238E27FC236}">
                <a16:creationId xmlns:a16="http://schemas.microsoft.com/office/drawing/2014/main" id="{185C8057-5E7E-9646-817C-88C0D9E4CCE9}"/>
              </a:ext>
            </a:extLst>
          </p:cNvPr>
          <p:cNvSpPr>
            <a:spLocks noChangeShapeType="1"/>
          </p:cNvSpPr>
          <p:nvPr/>
        </p:nvSpPr>
        <p:spPr bwMode="auto">
          <a:xfrm flipV="1">
            <a:off x="3330179" y="3651647"/>
            <a:ext cx="539353" cy="485775"/>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39283" name="Line 99">
            <a:extLst>
              <a:ext uri="{FF2B5EF4-FFF2-40B4-BE49-F238E27FC236}">
                <a16:creationId xmlns:a16="http://schemas.microsoft.com/office/drawing/2014/main" id="{0AF12E43-01B0-4A4B-A14E-685714496DA2}"/>
              </a:ext>
            </a:extLst>
          </p:cNvPr>
          <p:cNvSpPr>
            <a:spLocks noChangeShapeType="1"/>
          </p:cNvSpPr>
          <p:nvPr/>
        </p:nvSpPr>
        <p:spPr bwMode="auto">
          <a:xfrm>
            <a:off x="2736056" y="3579019"/>
            <a:ext cx="1048941" cy="1191"/>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284" name="Group 100">
            <a:extLst>
              <a:ext uri="{FF2B5EF4-FFF2-40B4-BE49-F238E27FC236}">
                <a16:creationId xmlns:a16="http://schemas.microsoft.com/office/drawing/2014/main" id="{9145F89F-D7AB-2B4A-A670-E9CAF4042D6E}"/>
              </a:ext>
            </a:extLst>
          </p:cNvPr>
          <p:cNvGrpSpPr>
            <a:grpSpLocks/>
          </p:cNvGrpSpPr>
          <p:nvPr/>
        </p:nvGrpSpPr>
        <p:grpSpPr bwMode="auto">
          <a:xfrm>
            <a:off x="3674269" y="3432572"/>
            <a:ext cx="420291" cy="280988"/>
            <a:chOff x="2154" y="3033"/>
            <a:chExt cx="309" cy="192"/>
          </a:xfrm>
        </p:grpSpPr>
        <p:sp>
          <p:nvSpPr>
            <p:cNvPr id="139485" name="Oval 101">
              <a:extLst>
                <a:ext uri="{FF2B5EF4-FFF2-40B4-BE49-F238E27FC236}">
                  <a16:creationId xmlns:a16="http://schemas.microsoft.com/office/drawing/2014/main" id="{47851FBF-5252-7943-87F7-325DCA8D2B2D}"/>
                </a:ext>
              </a:extLst>
            </p:cNvPr>
            <p:cNvSpPr>
              <a:spLocks noChangeArrowheads="1"/>
            </p:cNvSpPr>
            <p:nvPr/>
          </p:nvSpPr>
          <p:spPr bwMode="auto">
            <a:xfrm>
              <a:off x="2155"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6" name="Rectangle 102">
              <a:extLst>
                <a:ext uri="{FF2B5EF4-FFF2-40B4-BE49-F238E27FC236}">
                  <a16:creationId xmlns:a16="http://schemas.microsoft.com/office/drawing/2014/main" id="{5FAB9598-E7D9-3944-A1EB-436A1AC1DB42}"/>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7" name="Rectangle 103">
              <a:extLst>
                <a:ext uri="{FF2B5EF4-FFF2-40B4-BE49-F238E27FC236}">
                  <a16:creationId xmlns:a16="http://schemas.microsoft.com/office/drawing/2014/main" id="{B7749FD6-F768-6848-B443-F338D5127D0D}"/>
                </a:ext>
              </a:extLst>
            </p:cNvPr>
            <p:cNvSpPr>
              <a:spLocks noChangeArrowheads="1"/>
            </p:cNvSpPr>
            <p:nvPr/>
          </p:nvSpPr>
          <p:spPr bwMode="auto">
            <a:xfrm>
              <a:off x="2154"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8" name="Oval 104">
              <a:extLst>
                <a:ext uri="{FF2B5EF4-FFF2-40B4-BE49-F238E27FC236}">
                  <a16:creationId xmlns:a16="http://schemas.microsoft.com/office/drawing/2014/main" id="{4307ABF8-0FD0-374F-BBC9-45C88F77B07B}"/>
                </a:ext>
              </a:extLst>
            </p:cNvPr>
            <p:cNvSpPr>
              <a:spLocks noChangeArrowheads="1"/>
            </p:cNvSpPr>
            <p:nvPr/>
          </p:nvSpPr>
          <p:spPr bwMode="auto">
            <a:xfrm>
              <a:off x="2155"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489" name="Group 105">
              <a:extLst>
                <a:ext uri="{FF2B5EF4-FFF2-40B4-BE49-F238E27FC236}">
                  <a16:creationId xmlns:a16="http://schemas.microsoft.com/office/drawing/2014/main" id="{09F30F11-983E-CB47-97A0-646A90FF9921}"/>
                </a:ext>
              </a:extLst>
            </p:cNvPr>
            <p:cNvGrpSpPr>
              <a:grpSpLocks/>
            </p:cNvGrpSpPr>
            <p:nvPr/>
          </p:nvGrpSpPr>
          <p:grpSpPr bwMode="auto">
            <a:xfrm>
              <a:off x="2201" y="3046"/>
              <a:ext cx="214" cy="86"/>
              <a:chOff x="2201" y="3046"/>
              <a:chExt cx="214" cy="86"/>
            </a:xfrm>
          </p:grpSpPr>
          <p:grpSp>
            <p:nvGrpSpPr>
              <p:cNvPr id="139492" name="Group 106">
                <a:extLst>
                  <a:ext uri="{FF2B5EF4-FFF2-40B4-BE49-F238E27FC236}">
                    <a16:creationId xmlns:a16="http://schemas.microsoft.com/office/drawing/2014/main" id="{BAE73230-1D23-B848-AFFA-5131677164AA}"/>
                  </a:ext>
                </a:extLst>
              </p:cNvPr>
              <p:cNvGrpSpPr>
                <a:grpSpLocks/>
              </p:cNvGrpSpPr>
              <p:nvPr/>
            </p:nvGrpSpPr>
            <p:grpSpPr bwMode="auto">
              <a:xfrm>
                <a:off x="2201" y="3046"/>
                <a:ext cx="212" cy="84"/>
                <a:chOff x="2201" y="3046"/>
                <a:chExt cx="212" cy="84"/>
              </a:xfrm>
            </p:grpSpPr>
            <p:sp>
              <p:nvSpPr>
                <p:cNvPr id="139502" name="Freeform 107">
                  <a:extLst>
                    <a:ext uri="{FF2B5EF4-FFF2-40B4-BE49-F238E27FC236}">
                      <a16:creationId xmlns:a16="http://schemas.microsoft.com/office/drawing/2014/main" id="{FDFC22CF-5F43-E44D-80AF-E6BCE0DFFA9F}"/>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3" name="Freeform 108">
                  <a:extLst>
                    <a:ext uri="{FF2B5EF4-FFF2-40B4-BE49-F238E27FC236}">
                      <a16:creationId xmlns:a16="http://schemas.microsoft.com/office/drawing/2014/main" id="{98245A22-A752-7247-B280-096F6654C161}"/>
                    </a:ext>
                  </a:extLst>
                </p:cNvPr>
                <p:cNvSpPr>
                  <a:spLocks/>
                </p:cNvSpPr>
                <p:nvPr/>
              </p:nvSpPr>
              <p:spPr bwMode="auto">
                <a:xfrm>
                  <a:off x="2312"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0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0"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4" name="Freeform 109">
                  <a:extLst>
                    <a:ext uri="{FF2B5EF4-FFF2-40B4-BE49-F238E27FC236}">
                      <a16:creationId xmlns:a16="http://schemas.microsoft.com/office/drawing/2014/main" id="{CD409010-20F0-FC4D-8DB2-8E4CC0CE5ABE}"/>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5" name="Freeform 110">
                  <a:extLst>
                    <a:ext uri="{FF2B5EF4-FFF2-40B4-BE49-F238E27FC236}">
                      <a16:creationId xmlns:a16="http://schemas.microsoft.com/office/drawing/2014/main" id="{50974523-C85E-6047-A168-0494A66CDA50}"/>
                    </a:ext>
                  </a:extLst>
                </p:cNvPr>
                <p:cNvSpPr>
                  <a:spLocks/>
                </p:cNvSpPr>
                <p:nvPr/>
              </p:nvSpPr>
              <p:spPr bwMode="auto">
                <a:xfrm>
                  <a:off x="2201" y="3090"/>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6" name="Freeform 111">
                  <a:extLst>
                    <a:ext uri="{FF2B5EF4-FFF2-40B4-BE49-F238E27FC236}">
                      <a16:creationId xmlns:a16="http://schemas.microsoft.com/office/drawing/2014/main" id="{AD215D12-9C26-2B47-8716-E1028C1EA6F4}"/>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7" name="Freeform 112">
                  <a:extLst>
                    <a:ext uri="{FF2B5EF4-FFF2-40B4-BE49-F238E27FC236}">
                      <a16:creationId xmlns:a16="http://schemas.microsoft.com/office/drawing/2014/main" id="{03A34A81-FA1B-8845-8E43-12D29CA00012}"/>
                    </a:ext>
                  </a:extLst>
                </p:cNvPr>
                <p:cNvSpPr>
                  <a:spLocks/>
                </p:cNvSpPr>
                <p:nvPr/>
              </p:nvSpPr>
              <p:spPr bwMode="auto">
                <a:xfrm>
                  <a:off x="2206" y="3046"/>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8" name="Freeform 113">
                  <a:extLst>
                    <a:ext uri="{FF2B5EF4-FFF2-40B4-BE49-F238E27FC236}">
                      <a16:creationId xmlns:a16="http://schemas.microsoft.com/office/drawing/2014/main" id="{99203AAE-2B6F-2849-986C-E47E5228352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9" name="Freeform 114">
                  <a:extLst>
                    <a:ext uri="{FF2B5EF4-FFF2-40B4-BE49-F238E27FC236}">
                      <a16:creationId xmlns:a16="http://schemas.microsoft.com/office/drawing/2014/main" id="{819FF808-2466-134A-A399-DB6B15680EA7}"/>
                    </a:ext>
                  </a:extLst>
                </p:cNvPr>
                <p:cNvSpPr>
                  <a:spLocks/>
                </p:cNvSpPr>
                <p:nvPr/>
              </p:nvSpPr>
              <p:spPr bwMode="auto">
                <a:xfrm>
                  <a:off x="2308" y="3094"/>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1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1" y="6"/>
                      </a:lnTo>
                      <a:lnTo>
                        <a:pt x="10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9493" name="Group 115">
                <a:extLst>
                  <a:ext uri="{FF2B5EF4-FFF2-40B4-BE49-F238E27FC236}">
                    <a16:creationId xmlns:a16="http://schemas.microsoft.com/office/drawing/2014/main" id="{DDE6B2BA-7092-1847-B887-A5345DACE26B}"/>
                  </a:ext>
                </a:extLst>
              </p:cNvPr>
              <p:cNvGrpSpPr>
                <a:grpSpLocks/>
              </p:cNvGrpSpPr>
              <p:nvPr/>
            </p:nvGrpSpPr>
            <p:grpSpPr bwMode="auto">
              <a:xfrm>
                <a:off x="2203" y="3048"/>
                <a:ext cx="212" cy="84"/>
                <a:chOff x="2203" y="3048"/>
                <a:chExt cx="212" cy="84"/>
              </a:xfrm>
            </p:grpSpPr>
            <p:sp>
              <p:nvSpPr>
                <p:cNvPr id="139494" name="Freeform 116">
                  <a:extLst>
                    <a:ext uri="{FF2B5EF4-FFF2-40B4-BE49-F238E27FC236}">
                      <a16:creationId xmlns:a16="http://schemas.microsoft.com/office/drawing/2014/main" id="{FFC03FF0-F6C4-9742-9761-E4891AF5F74B}"/>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5" name="Freeform 117">
                  <a:extLst>
                    <a:ext uri="{FF2B5EF4-FFF2-40B4-BE49-F238E27FC236}">
                      <a16:creationId xmlns:a16="http://schemas.microsoft.com/office/drawing/2014/main" id="{49442B72-9DF6-D641-AFB9-BC384DDB0031}"/>
                    </a:ext>
                  </a:extLst>
                </p:cNvPr>
                <p:cNvSpPr>
                  <a:spLocks/>
                </p:cNvSpPr>
                <p:nvPr/>
              </p:nvSpPr>
              <p:spPr bwMode="auto">
                <a:xfrm>
                  <a:off x="2313" y="3050"/>
                  <a:ext cx="102" cy="36"/>
                </a:xfrm>
                <a:custGeom>
                  <a:avLst/>
                  <a:gdLst>
                    <a:gd name="T0" fmla="*/ 0 w 102"/>
                    <a:gd name="T1" fmla="*/ 28 h 36"/>
                    <a:gd name="T2" fmla="*/ 23 w 102"/>
                    <a:gd name="T3" fmla="*/ 36 h 36"/>
                    <a:gd name="T4" fmla="*/ 77 w 102"/>
                    <a:gd name="T5" fmla="*/ 12 h 36"/>
                    <a:gd name="T6" fmla="*/ 102 w 102"/>
                    <a:gd name="T7" fmla="*/ 20 h 36"/>
                    <a:gd name="T8" fmla="*/ 89 w 102"/>
                    <a:gd name="T9" fmla="*/ 0 h 36"/>
                    <a:gd name="T10" fmla="*/ 25 w 102"/>
                    <a:gd name="T11" fmla="*/ 0 h 36"/>
                    <a:gd name="T12" fmla="*/ 51 w 102"/>
                    <a:gd name="T13" fmla="*/ 6 h 36"/>
                    <a:gd name="T14" fmla="*/ 0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28"/>
                      </a:moveTo>
                      <a:lnTo>
                        <a:pt x="23" y="36"/>
                      </a:lnTo>
                      <a:lnTo>
                        <a:pt x="77" y="12"/>
                      </a:lnTo>
                      <a:lnTo>
                        <a:pt x="102" y="20"/>
                      </a:lnTo>
                      <a:lnTo>
                        <a:pt x="89" y="0"/>
                      </a:lnTo>
                      <a:lnTo>
                        <a:pt x="25"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6" name="Freeform 118">
                  <a:extLst>
                    <a:ext uri="{FF2B5EF4-FFF2-40B4-BE49-F238E27FC236}">
                      <a16:creationId xmlns:a16="http://schemas.microsoft.com/office/drawing/2014/main" id="{809A6DBA-57BB-F44E-BBA3-C828A638BEDC}"/>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7" name="Freeform 119">
                  <a:extLst>
                    <a:ext uri="{FF2B5EF4-FFF2-40B4-BE49-F238E27FC236}">
                      <a16:creationId xmlns:a16="http://schemas.microsoft.com/office/drawing/2014/main" id="{3651A570-2795-2140-AC5B-41A11F517989}"/>
                    </a:ext>
                  </a:extLst>
                </p:cNvPr>
                <p:cNvSpPr>
                  <a:spLocks/>
                </p:cNvSpPr>
                <p:nvPr/>
              </p:nvSpPr>
              <p:spPr bwMode="auto">
                <a:xfrm>
                  <a:off x="2203"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0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0"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8" name="Freeform 120">
                  <a:extLst>
                    <a:ext uri="{FF2B5EF4-FFF2-40B4-BE49-F238E27FC236}">
                      <a16:creationId xmlns:a16="http://schemas.microsoft.com/office/drawing/2014/main" id="{72E30DE0-50BF-294D-8267-779F103034B0}"/>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99" name="Freeform 121">
                  <a:extLst>
                    <a:ext uri="{FF2B5EF4-FFF2-40B4-BE49-F238E27FC236}">
                      <a16:creationId xmlns:a16="http://schemas.microsoft.com/office/drawing/2014/main" id="{8ED35B41-6EDD-D941-8E28-B5676FF2B46F}"/>
                    </a:ext>
                  </a:extLst>
                </p:cNvPr>
                <p:cNvSpPr>
                  <a:spLocks/>
                </p:cNvSpPr>
                <p:nvPr/>
              </p:nvSpPr>
              <p:spPr bwMode="auto">
                <a:xfrm>
                  <a:off x="2208" y="3048"/>
                  <a:ext cx="102" cy="36"/>
                </a:xfrm>
                <a:custGeom>
                  <a:avLst/>
                  <a:gdLst>
                    <a:gd name="T0" fmla="*/ 0 w 102"/>
                    <a:gd name="T1" fmla="*/ 8 h 36"/>
                    <a:gd name="T2" fmla="*/ 23 w 102"/>
                    <a:gd name="T3" fmla="*/ 0 h 36"/>
                    <a:gd name="T4" fmla="*/ 77 w 102"/>
                    <a:gd name="T5" fmla="*/ 22 h 36"/>
                    <a:gd name="T6" fmla="*/ 102 w 102"/>
                    <a:gd name="T7" fmla="*/ 16 h 36"/>
                    <a:gd name="T8" fmla="*/ 89 w 102"/>
                    <a:gd name="T9" fmla="*/ 36 h 36"/>
                    <a:gd name="T10" fmla="*/ 25 w 102"/>
                    <a:gd name="T11" fmla="*/ 36 h 36"/>
                    <a:gd name="T12" fmla="*/ 51 w 102"/>
                    <a:gd name="T13" fmla="*/ 30 h 36"/>
                    <a:gd name="T14" fmla="*/ 0 w 102"/>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0" y="8"/>
                      </a:moveTo>
                      <a:lnTo>
                        <a:pt x="23" y="0"/>
                      </a:lnTo>
                      <a:lnTo>
                        <a:pt x="77" y="22"/>
                      </a:lnTo>
                      <a:lnTo>
                        <a:pt x="102" y="16"/>
                      </a:lnTo>
                      <a:lnTo>
                        <a:pt x="89" y="36"/>
                      </a:lnTo>
                      <a:lnTo>
                        <a:pt x="25" y="36"/>
                      </a:lnTo>
                      <a:lnTo>
                        <a:pt x="51"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0" name="Freeform 122">
                  <a:extLst>
                    <a:ext uri="{FF2B5EF4-FFF2-40B4-BE49-F238E27FC236}">
                      <a16:creationId xmlns:a16="http://schemas.microsoft.com/office/drawing/2014/main" id="{0622C900-8AC9-B945-93E0-32E815AC0904}"/>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501" name="Freeform 123">
                  <a:extLst>
                    <a:ext uri="{FF2B5EF4-FFF2-40B4-BE49-F238E27FC236}">
                      <a16:creationId xmlns:a16="http://schemas.microsoft.com/office/drawing/2014/main" id="{29B90ACC-4FF5-404E-82C6-CF1FC6141A16}"/>
                    </a:ext>
                  </a:extLst>
                </p:cNvPr>
                <p:cNvSpPr>
                  <a:spLocks/>
                </p:cNvSpPr>
                <p:nvPr/>
              </p:nvSpPr>
              <p:spPr bwMode="auto">
                <a:xfrm>
                  <a:off x="2310" y="3096"/>
                  <a:ext cx="101" cy="36"/>
                </a:xfrm>
                <a:custGeom>
                  <a:avLst/>
                  <a:gdLst>
                    <a:gd name="T0" fmla="*/ 101 w 101"/>
                    <a:gd name="T1" fmla="*/ 28 h 36"/>
                    <a:gd name="T2" fmla="*/ 79 w 101"/>
                    <a:gd name="T3" fmla="*/ 36 h 36"/>
                    <a:gd name="T4" fmla="*/ 26 w 101"/>
                    <a:gd name="T5" fmla="*/ 12 h 36"/>
                    <a:gd name="T6" fmla="*/ 0 w 101"/>
                    <a:gd name="T7" fmla="*/ 20 h 36"/>
                    <a:gd name="T8" fmla="*/ 13 w 101"/>
                    <a:gd name="T9" fmla="*/ 0 h 36"/>
                    <a:gd name="T10" fmla="*/ 79 w 101"/>
                    <a:gd name="T11" fmla="*/ 0 h 36"/>
                    <a:gd name="T12" fmla="*/ 50 w 101"/>
                    <a:gd name="T13" fmla="*/ 6 h 36"/>
                    <a:gd name="T14" fmla="*/ 101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101" y="28"/>
                      </a:moveTo>
                      <a:lnTo>
                        <a:pt x="79" y="36"/>
                      </a:lnTo>
                      <a:lnTo>
                        <a:pt x="26" y="12"/>
                      </a:lnTo>
                      <a:lnTo>
                        <a:pt x="0" y="20"/>
                      </a:lnTo>
                      <a:lnTo>
                        <a:pt x="13" y="0"/>
                      </a:lnTo>
                      <a:lnTo>
                        <a:pt x="79" y="0"/>
                      </a:lnTo>
                      <a:lnTo>
                        <a:pt x="50" y="6"/>
                      </a:lnTo>
                      <a:lnTo>
                        <a:pt x="101"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9490" name="Line 124">
              <a:extLst>
                <a:ext uri="{FF2B5EF4-FFF2-40B4-BE49-F238E27FC236}">
                  <a16:creationId xmlns:a16="http://schemas.microsoft.com/office/drawing/2014/main" id="{3C4C6E66-F18F-A440-8031-BF3F6AF3B733}"/>
                </a:ext>
              </a:extLst>
            </p:cNvPr>
            <p:cNvSpPr>
              <a:spLocks noChangeShapeType="1"/>
            </p:cNvSpPr>
            <p:nvPr/>
          </p:nvSpPr>
          <p:spPr bwMode="auto">
            <a:xfrm>
              <a:off x="2154"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491" name="Line 125">
              <a:extLst>
                <a:ext uri="{FF2B5EF4-FFF2-40B4-BE49-F238E27FC236}">
                  <a16:creationId xmlns:a16="http://schemas.microsoft.com/office/drawing/2014/main" id="{F55613FC-9249-574E-9196-DE5FDB8F3827}"/>
                </a:ext>
              </a:extLst>
            </p:cNvPr>
            <p:cNvSpPr>
              <a:spLocks noChangeShapeType="1"/>
            </p:cNvSpPr>
            <p:nvPr/>
          </p:nvSpPr>
          <p:spPr bwMode="auto">
            <a:xfrm>
              <a:off x="246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285" name="Group 126">
            <a:extLst>
              <a:ext uri="{FF2B5EF4-FFF2-40B4-BE49-F238E27FC236}">
                <a16:creationId xmlns:a16="http://schemas.microsoft.com/office/drawing/2014/main" id="{A281705E-965A-0748-8576-9EC715BFF58B}"/>
              </a:ext>
            </a:extLst>
          </p:cNvPr>
          <p:cNvGrpSpPr>
            <a:grpSpLocks/>
          </p:cNvGrpSpPr>
          <p:nvPr/>
        </p:nvGrpSpPr>
        <p:grpSpPr bwMode="auto">
          <a:xfrm>
            <a:off x="1997869" y="2522935"/>
            <a:ext cx="385763" cy="388144"/>
            <a:chOff x="921" y="2412"/>
            <a:chExt cx="284" cy="265"/>
          </a:xfrm>
        </p:grpSpPr>
        <p:grpSp>
          <p:nvGrpSpPr>
            <p:cNvPr id="139459" name="Group 127">
              <a:extLst>
                <a:ext uri="{FF2B5EF4-FFF2-40B4-BE49-F238E27FC236}">
                  <a16:creationId xmlns:a16="http://schemas.microsoft.com/office/drawing/2014/main" id="{B6913742-9D3D-4D45-8A04-A98C752D7FA6}"/>
                </a:ext>
              </a:extLst>
            </p:cNvPr>
            <p:cNvGrpSpPr>
              <a:grpSpLocks/>
            </p:cNvGrpSpPr>
            <p:nvPr/>
          </p:nvGrpSpPr>
          <p:grpSpPr bwMode="auto">
            <a:xfrm>
              <a:off x="928" y="2417"/>
              <a:ext cx="277" cy="260"/>
              <a:chOff x="928" y="2417"/>
              <a:chExt cx="277" cy="260"/>
            </a:xfrm>
          </p:grpSpPr>
          <p:sp>
            <p:nvSpPr>
              <p:cNvPr id="139473" name="Freeform 128">
                <a:extLst>
                  <a:ext uri="{FF2B5EF4-FFF2-40B4-BE49-F238E27FC236}">
                    <a16:creationId xmlns:a16="http://schemas.microsoft.com/office/drawing/2014/main" id="{E108825F-CFE3-9349-AC0C-1C566C6CC02D}"/>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4" name="Freeform 129">
                <a:extLst>
                  <a:ext uri="{FF2B5EF4-FFF2-40B4-BE49-F238E27FC236}">
                    <a16:creationId xmlns:a16="http://schemas.microsoft.com/office/drawing/2014/main" id="{ADA4C552-41D6-C945-9024-B38B4B3CEEB2}"/>
                  </a:ext>
                </a:extLst>
              </p:cNvPr>
              <p:cNvSpPr>
                <a:spLocks/>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5" name="Freeform 130">
                <a:extLst>
                  <a:ext uri="{FF2B5EF4-FFF2-40B4-BE49-F238E27FC236}">
                    <a16:creationId xmlns:a16="http://schemas.microsoft.com/office/drawing/2014/main" id="{2D6576B2-3672-5147-9147-C1146F9DC690}"/>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6" name="Freeform 131">
                <a:extLst>
                  <a:ext uri="{FF2B5EF4-FFF2-40B4-BE49-F238E27FC236}">
                    <a16:creationId xmlns:a16="http://schemas.microsoft.com/office/drawing/2014/main" id="{A9507377-B594-344C-99C8-5FE1336A5C1A}"/>
                  </a:ext>
                </a:extLst>
              </p:cNvPr>
              <p:cNvSpPr>
                <a:spLocks/>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7" name="Rectangle 132">
                <a:extLst>
                  <a:ext uri="{FF2B5EF4-FFF2-40B4-BE49-F238E27FC236}">
                    <a16:creationId xmlns:a16="http://schemas.microsoft.com/office/drawing/2014/main" id="{15824890-5706-2B42-B9EF-43030B0796DF}"/>
                  </a:ext>
                </a:extLst>
              </p:cNvPr>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78" name="Rectangle 133">
                <a:extLst>
                  <a:ext uri="{FF2B5EF4-FFF2-40B4-BE49-F238E27FC236}">
                    <a16:creationId xmlns:a16="http://schemas.microsoft.com/office/drawing/2014/main" id="{280C0F46-0F77-D749-9BA6-19BC54D8316A}"/>
                  </a:ext>
                </a:extLst>
              </p:cNvPr>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79" name="Rectangle 134">
                <a:extLst>
                  <a:ext uri="{FF2B5EF4-FFF2-40B4-BE49-F238E27FC236}">
                    <a16:creationId xmlns:a16="http://schemas.microsoft.com/office/drawing/2014/main" id="{094E3093-0450-2843-A2FD-07960CAC92BD}"/>
                  </a:ext>
                </a:extLst>
              </p:cNvPr>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80" name="Line 135">
                <a:extLst>
                  <a:ext uri="{FF2B5EF4-FFF2-40B4-BE49-F238E27FC236}">
                    <a16:creationId xmlns:a16="http://schemas.microsoft.com/office/drawing/2014/main" id="{034778E8-4ED6-474B-A219-72B309EA387F}"/>
                  </a:ext>
                </a:extLst>
              </p:cNvPr>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81" name="Group 136">
                <a:extLst>
                  <a:ext uri="{FF2B5EF4-FFF2-40B4-BE49-F238E27FC236}">
                    <a16:creationId xmlns:a16="http://schemas.microsoft.com/office/drawing/2014/main" id="{F122B53B-AE44-6845-BBDD-76F138220C1E}"/>
                  </a:ext>
                </a:extLst>
              </p:cNvPr>
              <p:cNvGrpSpPr>
                <a:grpSpLocks/>
              </p:cNvGrpSpPr>
              <p:nvPr/>
            </p:nvGrpSpPr>
            <p:grpSpPr bwMode="auto">
              <a:xfrm>
                <a:off x="928" y="2639"/>
                <a:ext cx="277" cy="38"/>
                <a:chOff x="928" y="2639"/>
                <a:chExt cx="277" cy="38"/>
              </a:xfrm>
            </p:grpSpPr>
            <p:sp>
              <p:nvSpPr>
                <p:cNvPr id="139482" name="Freeform 137">
                  <a:extLst>
                    <a:ext uri="{FF2B5EF4-FFF2-40B4-BE49-F238E27FC236}">
                      <a16:creationId xmlns:a16="http://schemas.microsoft.com/office/drawing/2014/main" id="{0C2E58DD-7D59-FE43-AFCB-4F6E1092050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83" name="Freeform 138">
                  <a:extLst>
                    <a:ext uri="{FF2B5EF4-FFF2-40B4-BE49-F238E27FC236}">
                      <a16:creationId xmlns:a16="http://schemas.microsoft.com/office/drawing/2014/main" id="{A0505AB7-96E1-4A48-AF2C-0BEDA6E0840A}"/>
                    </a:ext>
                  </a:extLst>
                </p:cNvPr>
                <p:cNvSpPr>
                  <a:spLocks/>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84" name="Rectangle 139">
                  <a:extLst>
                    <a:ext uri="{FF2B5EF4-FFF2-40B4-BE49-F238E27FC236}">
                      <a16:creationId xmlns:a16="http://schemas.microsoft.com/office/drawing/2014/main" id="{9C93EEA1-EC6B-AF42-B78E-62D825704419}"/>
                    </a:ext>
                  </a:extLst>
                </p:cNvPr>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60" name="Group 140">
              <a:extLst>
                <a:ext uri="{FF2B5EF4-FFF2-40B4-BE49-F238E27FC236}">
                  <a16:creationId xmlns:a16="http://schemas.microsoft.com/office/drawing/2014/main" id="{070172F1-B9ED-954C-8041-8CCD90277FC7}"/>
                </a:ext>
              </a:extLst>
            </p:cNvPr>
            <p:cNvGrpSpPr>
              <a:grpSpLocks/>
            </p:cNvGrpSpPr>
            <p:nvPr/>
          </p:nvGrpSpPr>
          <p:grpSpPr bwMode="auto">
            <a:xfrm>
              <a:off x="921" y="2412"/>
              <a:ext cx="277" cy="261"/>
              <a:chOff x="921" y="2412"/>
              <a:chExt cx="277" cy="261"/>
            </a:xfrm>
          </p:grpSpPr>
          <p:sp>
            <p:nvSpPr>
              <p:cNvPr id="139461" name="Freeform 141">
                <a:extLst>
                  <a:ext uri="{FF2B5EF4-FFF2-40B4-BE49-F238E27FC236}">
                    <a16:creationId xmlns:a16="http://schemas.microsoft.com/office/drawing/2014/main" id="{AF4C1AE9-C43E-A547-9CDC-C011E595997B}"/>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2" name="Freeform 142">
                <a:extLst>
                  <a:ext uri="{FF2B5EF4-FFF2-40B4-BE49-F238E27FC236}">
                    <a16:creationId xmlns:a16="http://schemas.microsoft.com/office/drawing/2014/main" id="{633C527D-4E86-AB45-BF14-264C40E5F4FC}"/>
                  </a:ext>
                </a:extLst>
              </p:cNvPr>
              <p:cNvSpPr>
                <a:spLocks/>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3" name="Freeform 143">
                <a:extLst>
                  <a:ext uri="{FF2B5EF4-FFF2-40B4-BE49-F238E27FC236}">
                    <a16:creationId xmlns:a16="http://schemas.microsoft.com/office/drawing/2014/main" id="{8B76FCB4-71ED-3F43-B77F-17A62B99A1FA}"/>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4" name="Freeform 144">
                <a:extLst>
                  <a:ext uri="{FF2B5EF4-FFF2-40B4-BE49-F238E27FC236}">
                    <a16:creationId xmlns:a16="http://schemas.microsoft.com/office/drawing/2014/main" id="{4ADA9494-82C0-0D42-AE07-3F8A5B8A0BAC}"/>
                  </a:ext>
                </a:extLst>
              </p:cNvPr>
              <p:cNvSpPr>
                <a:spLocks/>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65" name="Rectangle 145">
                <a:extLst>
                  <a:ext uri="{FF2B5EF4-FFF2-40B4-BE49-F238E27FC236}">
                    <a16:creationId xmlns:a16="http://schemas.microsoft.com/office/drawing/2014/main" id="{7888C51C-3668-1245-9600-83121C4D8D80}"/>
                  </a:ext>
                </a:extLst>
              </p:cNvPr>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6" name="Rectangle 146">
                <a:extLst>
                  <a:ext uri="{FF2B5EF4-FFF2-40B4-BE49-F238E27FC236}">
                    <a16:creationId xmlns:a16="http://schemas.microsoft.com/office/drawing/2014/main" id="{04464938-BD89-DB42-B627-39634ED3E395}"/>
                  </a:ext>
                </a:extLst>
              </p:cNvPr>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7" name="Rectangle 147">
                <a:extLst>
                  <a:ext uri="{FF2B5EF4-FFF2-40B4-BE49-F238E27FC236}">
                    <a16:creationId xmlns:a16="http://schemas.microsoft.com/office/drawing/2014/main" id="{D5DDB700-8F9A-684A-BA74-5CDCF530C967}"/>
                  </a:ext>
                </a:extLst>
              </p:cNvPr>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68" name="Line 148">
                <a:extLst>
                  <a:ext uri="{FF2B5EF4-FFF2-40B4-BE49-F238E27FC236}">
                    <a16:creationId xmlns:a16="http://schemas.microsoft.com/office/drawing/2014/main" id="{1FAE51F7-B4BC-174F-B5F4-F3F806EE42DE}"/>
                  </a:ext>
                </a:extLst>
              </p:cNvPr>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69" name="Group 149">
                <a:extLst>
                  <a:ext uri="{FF2B5EF4-FFF2-40B4-BE49-F238E27FC236}">
                    <a16:creationId xmlns:a16="http://schemas.microsoft.com/office/drawing/2014/main" id="{78F90CB1-CF50-C744-8A56-74832570D009}"/>
                  </a:ext>
                </a:extLst>
              </p:cNvPr>
              <p:cNvGrpSpPr>
                <a:grpSpLocks/>
              </p:cNvGrpSpPr>
              <p:nvPr/>
            </p:nvGrpSpPr>
            <p:grpSpPr bwMode="auto">
              <a:xfrm>
                <a:off x="921" y="2635"/>
                <a:ext cx="277" cy="38"/>
                <a:chOff x="921" y="2635"/>
                <a:chExt cx="277" cy="38"/>
              </a:xfrm>
            </p:grpSpPr>
            <p:sp>
              <p:nvSpPr>
                <p:cNvPr id="139470" name="Freeform 150">
                  <a:extLst>
                    <a:ext uri="{FF2B5EF4-FFF2-40B4-BE49-F238E27FC236}">
                      <a16:creationId xmlns:a16="http://schemas.microsoft.com/office/drawing/2014/main" id="{1DDB1048-13B7-424A-ADFA-2C2105717E6A}"/>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1" name="Freeform 151">
                  <a:extLst>
                    <a:ext uri="{FF2B5EF4-FFF2-40B4-BE49-F238E27FC236}">
                      <a16:creationId xmlns:a16="http://schemas.microsoft.com/office/drawing/2014/main" id="{630C5782-BF06-FC42-B533-32087F56DAE8}"/>
                    </a:ext>
                  </a:extLst>
                </p:cNvPr>
                <p:cNvSpPr>
                  <a:spLocks/>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72" name="Rectangle 152">
                  <a:extLst>
                    <a:ext uri="{FF2B5EF4-FFF2-40B4-BE49-F238E27FC236}">
                      <a16:creationId xmlns:a16="http://schemas.microsoft.com/office/drawing/2014/main" id="{E1600AE2-7B9B-CF47-A65B-9BA0A35F90D6}"/>
                    </a:ext>
                  </a:extLst>
                </p:cNvPr>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6" name="Group 153">
            <a:extLst>
              <a:ext uri="{FF2B5EF4-FFF2-40B4-BE49-F238E27FC236}">
                <a16:creationId xmlns:a16="http://schemas.microsoft.com/office/drawing/2014/main" id="{6CA54920-805F-744C-8862-EB5A824CE4C8}"/>
              </a:ext>
            </a:extLst>
          </p:cNvPr>
          <p:cNvGrpSpPr>
            <a:grpSpLocks/>
          </p:cNvGrpSpPr>
          <p:nvPr/>
        </p:nvGrpSpPr>
        <p:grpSpPr bwMode="auto">
          <a:xfrm>
            <a:off x="2101454" y="3055144"/>
            <a:ext cx="383381" cy="388144"/>
            <a:chOff x="997" y="2775"/>
            <a:chExt cx="282" cy="265"/>
          </a:xfrm>
        </p:grpSpPr>
        <p:grpSp>
          <p:nvGrpSpPr>
            <p:cNvPr id="139433" name="Group 154">
              <a:extLst>
                <a:ext uri="{FF2B5EF4-FFF2-40B4-BE49-F238E27FC236}">
                  <a16:creationId xmlns:a16="http://schemas.microsoft.com/office/drawing/2014/main" id="{57D3B3A2-61EC-3346-8E66-59D73971C5EC}"/>
                </a:ext>
              </a:extLst>
            </p:cNvPr>
            <p:cNvGrpSpPr>
              <a:grpSpLocks/>
            </p:cNvGrpSpPr>
            <p:nvPr/>
          </p:nvGrpSpPr>
          <p:grpSpPr bwMode="auto">
            <a:xfrm>
              <a:off x="1004" y="2779"/>
              <a:ext cx="275" cy="261"/>
              <a:chOff x="1004" y="2779"/>
              <a:chExt cx="275" cy="261"/>
            </a:xfrm>
          </p:grpSpPr>
          <p:sp>
            <p:nvSpPr>
              <p:cNvPr id="139447" name="Freeform 155">
                <a:extLst>
                  <a:ext uri="{FF2B5EF4-FFF2-40B4-BE49-F238E27FC236}">
                    <a16:creationId xmlns:a16="http://schemas.microsoft.com/office/drawing/2014/main" id="{5222EEF5-0985-3940-81F9-5D778E50759F}"/>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8" name="Freeform 156">
                <a:extLst>
                  <a:ext uri="{FF2B5EF4-FFF2-40B4-BE49-F238E27FC236}">
                    <a16:creationId xmlns:a16="http://schemas.microsoft.com/office/drawing/2014/main" id="{D01F518C-6635-3F48-93D8-8A90FA670A6E}"/>
                  </a:ext>
                </a:extLst>
              </p:cNvPr>
              <p:cNvSpPr>
                <a:spLocks/>
              </p:cNvSpPr>
              <p:nvPr/>
            </p:nvSpPr>
            <p:spPr bwMode="auto">
              <a:xfrm>
                <a:off x="1011" y="2914"/>
                <a:ext cx="260" cy="26"/>
              </a:xfrm>
              <a:custGeom>
                <a:avLst/>
                <a:gdLst>
                  <a:gd name="T0" fmla="*/ 0 w 260"/>
                  <a:gd name="T1" fmla="*/ 26 h 26"/>
                  <a:gd name="T2" fmla="*/ 30 w 260"/>
                  <a:gd name="T3" fmla="*/ 0 h 26"/>
                  <a:gd name="T4" fmla="*/ 229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0" y="0"/>
                    </a:lnTo>
                    <a:lnTo>
                      <a:pt x="229"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9" name="Freeform 157">
                <a:extLst>
                  <a:ext uri="{FF2B5EF4-FFF2-40B4-BE49-F238E27FC236}">
                    <a16:creationId xmlns:a16="http://schemas.microsoft.com/office/drawing/2014/main" id="{62F0959F-F80F-FF42-B126-876F646ED949}"/>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0" name="Freeform 158">
                <a:extLst>
                  <a:ext uri="{FF2B5EF4-FFF2-40B4-BE49-F238E27FC236}">
                    <a16:creationId xmlns:a16="http://schemas.microsoft.com/office/drawing/2014/main" id="{293012D2-3529-804C-B6D4-1141AD9CF044}"/>
                  </a:ext>
                </a:extLst>
              </p:cNvPr>
              <p:cNvSpPr>
                <a:spLocks/>
              </p:cNvSpPr>
              <p:nvPr/>
            </p:nvSpPr>
            <p:spPr bwMode="auto">
              <a:xfrm>
                <a:off x="1050" y="2779"/>
                <a:ext cx="183" cy="18"/>
              </a:xfrm>
              <a:custGeom>
                <a:avLst/>
                <a:gdLst>
                  <a:gd name="T0" fmla="*/ 0 w 183"/>
                  <a:gd name="T1" fmla="*/ 18 h 18"/>
                  <a:gd name="T2" fmla="*/ 22 w 183"/>
                  <a:gd name="T3" fmla="*/ 0 h 18"/>
                  <a:gd name="T4" fmla="*/ 161 w 183"/>
                  <a:gd name="T5" fmla="*/ 0 h 18"/>
                  <a:gd name="T6" fmla="*/ 183 w 183"/>
                  <a:gd name="T7" fmla="*/ 18 h 18"/>
                  <a:gd name="T8" fmla="*/ 0 w 183"/>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8">
                    <a:moveTo>
                      <a:pt x="0" y="18"/>
                    </a:moveTo>
                    <a:lnTo>
                      <a:pt x="22" y="0"/>
                    </a:lnTo>
                    <a:lnTo>
                      <a:pt x="161" y="0"/>
                    </a:lnTo>
                    <a:lnTo>
                      <a:pt x="183"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1" name="Rectangle 159">
                <a:extLst>
                  <a:ext uri="{FF2B5EF4-FFF2-40B4-BE49-F238E27FC236}">
                    <a16:creationId xmlns:a16="http://schemas.microsoft.com/office/drawing/2014/main" id="{688B5AF2-9471-714C-87AD-1F8989EB28FF}"/>
                  </a:ext>
                </a:extLst>
              </p:cNvPr>
              <p:cNvSpPr>
                <a:spLocks noChangeArrowheads="1"/>
              </p:cNvSpPr>
              <p:nvPr/>
            </p:nvSpPr>
            <p:spPr bwMode="auto">
              <a:xfrm>
                <a:off x="1050" y="2797"/>
                <a:ext cx="183"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2" name="Rectangle 160">
                <a:extLst>
                  <a:ext uri="{FF2B5EF4-FFF2-40B4-BE49-F238E27FC236}">
                    <a16:creationId xmlns:a16="http://schemas.microsoft.com/office/drawing/2014/main" id="{03ECD056-B3BA-244B-836B-B9326FD02B03}"/>
                  </a:ext>
                </a:extLst>
              </p:cNvPr>
              <p:cNvSpPr>
                <a:spLocks noChangeArrowheads="1"/>
              </p:cNvSpPr>
              <p:nvPr/>
            </p:nvSpPr>
            <p:spPr bwMode="auto">
              <a:xfrm>
                <a:off x="1013" y="293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3" name="Rectangle 161">
                <a:extLst>
                  <a:ext uri="{FF2B5EF4-FFF2-40B4-BE49-F238E27FC236}">
                    <a16:creationId xmlns:a16="http://schemas.microsoft.com/office/drawing/2014/main" id="{11DEC44B-3CCA-A64F-BAA0-385D7993BA5F}"/>
                  </a:ext>
                </a:extLst>
              </p:cNvPr>
              <p:cNvSpPr>
                <a:spLocks noChangeArrowheads="1"/>
              </p:cNvSpPr>
              <p:nvPr/>
            </p:nvSpPr>
            <p:spPr bwMode="auto">
              <a:xfrm>
                <a:off x="1067" y="2813"/>
                <a:ext cx="149"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54" name="Line 162">
                <a:extLst>
                  <a:ext uri="{FF2B5EF4-FFF2-40B4-BE49-F238E27FC236}">
                    <a16:creationId xmlns:a16="http://schemas.microsoft.com/office/drawing/2014/main" id="{B92E57B4-FB1A-9740-BA02-463272A22718}"/>
                  </a:ext>
                </a:extLst>
              </p:cNvPr>
              <p:cNvSpPr>
                <a:spLocks noChangeShapeType="1"/>
              </p:cNvSpPr>
              <p:nvPr/>
            </p:nvSpPr>
            <p:spPr bwMode="auto">
              <a:xfrm flipH="1">
                <a:off x="1189" y="2961"/>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55" name="Group 163">
                <a:extLst>
                  <a:ext uri="{FF2B5EF4-FFF2-40B4-BE49-F238E27FC236}">
                    <a16:creationId xmlns:a16="http://schemas.microsoft.com/office/drawing/2014/main" id="{FAA1B7D1-4F8A-F740-9DA9-70E2372FD47E}"/>
                  </a:ext>
                </a:extLst>
              </p:cNvPr>
              <p:cNvGrpSpPr>
                <a:grpSpLocks/>
              </p:cNvGrpSpPr>
              <p:nvPr/>
            </p:nvGrpSpPr>
            <p:grpSpPr bwMode="auto">
              <a:xfrm>
                <a:off x="1004" y="3002"/>
                <a:ext cx="275" cy="38"/>
                <a:chOff x="1004" y="3002"/>
                <a:chExt cx="275" cy="38"/>
              </a:xfrm>
            </p:grpSpPr>
            <p:sp>
              <p:nvSpPr>
                <p:cNvPr id="139456" name="Freeform 164">
                  <a:extLst>
                    <a:ext uri="{FF2B5EF4-FFF2-40B4-BE49-F238E27FC236}">
                      <a16:creationId xmlns:a16="http://schemas.microsoft.com/office/drawing/2014/main" id="{B81C1FB4-97AC-0C4B-A8EA-1512964131FF}"/>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7" name="Freeform 165">
                  <a:extLst>
                    <a:ext uri="{FF2B5EF4-FFF2-40B4-BE49-F238E27FC236}">
                      <a16:creationId xmlns:a16="http://schemas.microsoft.com/office/drawing/2014/main" id="{F06BDD1F-45C3-6044-83AF-B0DF24CB3BA1}"/>
                    </a:ext>
                  </a:extLst>
                </p:cNvPr>
                <p:cNvSpPr>
                  <a:spLocks/>
                </p:cNvSpPr>
                <p:nvPr/>
              </p:nvSpPr>
              <p:spPr bwMode="auto">
                <a:xfrm>
                  <a:off x="1004" y="3002"/>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58" name="Rectangle 166">
                  <a:extLst>
                    <a:ext uri="{FF2B5EF4-FFF2-40B4-BE49-F238E27FC236}">
                      <a16:creationId xmlns:a16="http://schemas.microsoft.com/office/drawing/2014/main" id="{41FA10A8-801A-194A-8303-962676CFD7E1}"/>
                    </a:ext>
                  </a:extLst>
                </p:cNvPr>
                <p:cNvSpPr>
                  <a:spLocks noChangeArrowheads="1"/>
                </p:cNvSpPr>
                <p:nvPr/>
              </p:nvSpPr>
              <p:spPr bwMode="auto">
                <a:xfrm>
                  <a:off x="1006" y="3029"/>
                  <a:ext cx="27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34" name="Group 167">
              <a:extLst>
                <a:ext uri="{FF2B5EF4-FFF2-40B4-BE49-F238E27FC236}">
                  <a16:creationId xmlns:a16="http://schemas.microsoft.com/office/drawing/2014/main" id="{949B376B-AC1B-2C47-9F11-F954691F987A}"/>
                </a:ext>
              </a:extLst>
            </p:cNvPr>
            <p:cNvGrpSpPr>
              <a:grpSpLocks/>
            </p:cNvGrpSpPr>
            <p:nvPr/>
          </p:nvGrpSpPr>
          <p:grpSpPr bwMode="auto">
            <a:xfrm>
              <a:off x="997" y="2775"/>
              <a:ext cx="275" cy="260"/>
              <a:chOff x="997" y="2775"/>
              <a:chExt cx="275" cy="260"/>
            </a:xfrm>
          </p:grpSpPr>
          <p:sp>
            <p:nvSpPr>
              <p:cNvPr id="139435" name="Freeform 168">
                <a:extLst>
                  <a:ext uri="{FF2B5EF4-FFF2-40B4-BE49-F238E27FC236}">
                    <a16:creationId xmlns:a16="http://schemas.microsoft.com/office/drawing/2014/main" id="{2B5A9B1C-38D5-3D42-9FAD-EAF2329C8D2C}"/>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6" name="Freeform 169">
                <a:extLst>
                  <a:ext uri="{FF2B5EF4-FFF2-40B4-BE49-F238E27FC236}">
                    <a16:creationId xmlns:a16="http://schemas.microsoft.com/office/drawing/2014/main" id="{4FB93C41-B518-054B-915C-D574B1DA1CBE}"/>
                  </a:ext>
                </a:extLst>
              </p:cNvPr>
              <p:cNvSpPr>
                <a:spLocks/>
              </p:cNvSpPr>
              <p:nvPr/>
            </p:nvSpPr>
            <p:spPr bwMode="auto">
              <a:xfrm>
                <a:off x="1004" y="2910"/>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7" name="Freeform 170">
                <a:extLst>
                  <a:ext uri="{FF2B5EF4-FFF2-40B4-BE49-F238E27FC236}">
                    <a16:creationId xmlns:a16="http://schemas.microsoft.com/office/drawing/2014/main" id="{99CAD215-7BF4-4144-BC22-CDE900D82569}"/>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8" name="Freeform 171">
                <a:extLst>
                  <a:ext uri="{FF2B5EF4-FFF2-40B4-BE49-F238E27FC236}">
                    <a16:creationId xmlns:a16="http://schemas.microsoft.com/office/drawing/2014/main" id="{554758A4-8306-DA4B-BD73-98D4A148289D}"/>
                  </a:ext>
                </a:extLst>
              </p:cNvPr>
              <p:cNvSpPr>
                <a:spLocks/>
              </p:cNvSpPr>
              <p:nvPr/>
            </p:nvSpPr>
            <p:spPr bwMode="auto">
              <a:xfrm>
                <a:off x="1043" y="2775"/>
                <a:ext cx="184" cy="17"/>
              </a:xfrm>
              <a:custGeom>
                <a:avLst/>
                <a:gdLst>
                  <a:gd name="T0" fmla="*/ 0 w 184"/>
                  <a:gd name="T1" fmla="*/ 17 h 17"/>
                  <a:gd name="T2" fmla="*/ 22 w 184"/>
                  <a:gd name="T3" fmla="*/ 0 h 17"/>
                  <a:gd name="T4" fmla="*/ 161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1"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9" name="Rectangle 172">
                <a:extLst>
                  <a:ext uri="{FF2B5EF4-FFF2-40B4-BE49-F238E27FC236}">
                    <a16:creationId xmlns:a16="http://schemas.microsoft.com/office/drawing/2014/main" id="{48E747CD-8F56-BB4C-BE76-73490B9EE853}"/>
                  </a:ext>
                </a:extLst>
              </p:cNvPr>
              <p:cNvSpPr>
                <a:spLocks noChangeArrowheads="1"/>
              </p:cNvSpPr>
              <p:nvPr/>
            </p:nvSpPr>
            <p:spPr bwMode="auto">
              <a:xfrm>
                <a:off x="1043" y="279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0" name="Rectangle 173">
                <a:extLst>
                  <a:ext uri="{FF2B5EF4-FFF2-40B4-BE49-F238E27FC236}">
                    <a16:creationId xmlns:a16="http://schemas.microsoft.com/office/drawing/2014/main" id="{0D16337B-4B41-3145-B17D-82BD1CCA56AE}"/>
                  </a:ext>
                </a:extLst>
              </p:cNvPr>
              <p:cNvSpPr>
                <a:spLocks noChangeArrowheads="1"/>
              </p:cNvSpPr>
              <p:nvPr/>
            </p:nvSpPr>
            <p:spPr bwMode="auto">
              <a:xfrm>
                <a:off x="1006" y="2934"/>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1" name="Rectangle 174">
                <a:extLst>
                  <a:ext uri="{FF2B5EF4-FFF2-40B4-BE49-F238E27FC236}">
                    <a16:creationId xmlns:a16="http://schemas.microsoft.com/office/drawing/2014/main" id="{51021800-1B3F-9640-A90B-AC009D116891}"/>
                  </a:ext>
                </a:extLst>
              </p:cNvPr>
              <p:cNvSpPr>
                <a:spLocks noChangeArrowheads="1"/>
              </p:cNvSpPr>
              <p:nvPr/>
            </p:nvSpPr>
            <p:spPr bwMode="auto">
              <a:xfrm>
                <a:off x="1060" y="280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42" name="Line 175">
                <a:extLst>
                  <a:ext uri="{FF2B5EF4-FFF2-40B4-BE49-F238E27FC236}">
                    <a16:creationId xmlns:a16="http://schemas.microsoft.com/office/drawing/2014/main" id="{D28CD077-B030-434F-B6F4-5A2878E79408}"/>
                  </a:ext>
                </a:extLst>
              </p:cNvPr>
              <p:cNvSpPr>
                <a:spLocks noChangeShapeType="1"/>
              </p:cNvSpPr>
              <p:nvPr/>
            </p:nvSpPr>
            <p:spPr bwMode="auto">
              <a:xfrm flipH="1">
                <a:off x="1182" y="2956"/>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43" name="Group 176">
                <a:extLst>
                  <a:ext uri="{FF2B5EF4-FFF2-40B4-BE49-F238E27FC236}">
                    <a16:creationId xmlns:a16="http://schemas.microsoft.com/office/drawing/2014/main" id="{E1D9892F-DEAF-8747-9362-7E45E4BE367C}"/>
                  </a:ext>
                </a:extLst>
              </p:cNvPr>
              <p:cNvGrpSpPr>
                <a:grpSpLocks/>
              </p:cNvGrpSpPr>
              <p:nvPr/>
            </p:nvGrpSpPr>
            <p:grpSpPr bwMode="auto">
              <a:xfrm>
                <a:off x="997" y="2997"/>
                <a:ext cx="275" cy="38"/>
                <a:chOff x="997" y="2997"/>
                <a:chExt cx="275" cy="38"/>
              </a:xfrm>
            </p:grpSpPr>
            <p:sp>
              <p:nvSpPr>
                <p:cNvPr id="139444" name="Freeform 177">
                  <a:extLst>
                    <a:ext uri="{FF2B5EF4-FFF2-40B4-BE49-F238E27FC236}">
                      <a16:creationId xmlns:a16="http://schemas.microsoft.com/office/drawing/2014/main" id="{5A72B3B7-E23C-B947-83CB-5DF7DD8AF1CA}"/>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5" name="Freeform 178">
                  <a:extLst>
                    <a:ext uri="{FF2B5EF4-FFF2-40B4-BE49-F238E27FC236}">
                      <a16:creationId xmlns:a16="http://schemas.microsoft.com/office/drawing/2014/main" id="{EF6744BB-2950-4E48-87AC-7EBD0606C3A4}"/>
                    </a:ext>
                  </a:extLst>
                </p:cNvPr>
                <p:cNvSpPr>
                  <a:spLocks/>
                </p:cNvSpPr>
                <p:nvPr/>
              </p:nvSpPr>
              <p:spPr bwMode="auto">
                <a:xfrm>
                  <a:off x="997" y="2997"/>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46" name="Rectangle 179">
                  <a:extLst>
                    <a:ext uri="{FF2B5EF4-FFF2-40B4-BE49-F238E27FC236}">
                      <a16:creationId xmlns:a16="http://schemas.microsoft.com/office/drawing/2014/main" id="{C3C208DF-08D1-5043-A257-96696F2D0E38}"/>
                    </a:ext>
                  </a:extLst>
                </p:cNvPr>
                <p:cNvSpPr>
                  <a:spLocks noChangeArrowheads="1"/>
                </p:cNvSpPr>
                <p:nvPr/>
              </p:nvSpPr>
              <p:spPr bwMode="auto">
                <a:xfrm>
                  <a:off x="999" y="3024"/>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7" name="Group 180">
            <a:extLst>
              <a:ext uri="{FF2B5EF4-FFF2-40B4-BE49-F238E27FC236}">
                <a16:creationId xmlns:a16="http://schemas.microsoft.com/office/drawing/2014/main" id="{FB9B1DB3-8663-074A-8ABD-0E881E1D2057}"/>
              </a:ext>
            </a:extLst>
          </p:cNvPr>
          <p:cNvGrpSpPr>
            <a:grpSpLocks/>
          </p:cNvGrpSpPr>
          <p:nvPr/>
        </p:nvGrpSpPr>
        <p:grpSpPr bwMode="auto">
          <a:xfrm>
            <a:off x="1547813" y="3452813"/>
            <a:ext cx="383381" cy="388144"/>
            <a:chOff x="590" y="3047"/>
            <a:chExt cx="282" cy="265"/>
          </a:xfrm>
        </p:grpSpPr>
        <p:grpSp>
          <p:nvGrpSpPr>
            <p:cNvPr id="139407" name="Group 181">
              <a:extLst>
                <a:ext uri="{FF2B5EF4-FFF2-40B4-BE49-F238E27FC236}">
                  <a16:creationId xmlns:a16="http://schemas.microsoft.com/office/drawing/2014/main" id="{BE9C9271-48C0-B344-A72F-F13F8D274271}"/>
                </a:ext>
              </a:extLst>
            </p:cNvPr>
            <p:cNvGrpSpPr>
              <a:grpSpLocks/>
            </p:cNvGrpSpPr>
            <p:nvPr/>
          </p:nvGrpSpPr>
          <p:grpSpPr bwMode="auto">
            <a:xfrm>
              <a:off x="596" y="3051"/>
              <a:ext cx="276" cy="261"/>
              <a:chOff x="596" y="3051"/>
              <a:chExt cx="276" cy="261"/>
            </a:xfrm>
          </p:grpSpPr>
          <p:sp>
            <p:nvSpPr>
              <p:cNvPr id="139421" name="Freeform 182">
                <a:extLst>
                  <a:ext uri="{FF2B5EF4-FFF2-40B4-BE49-F238E27FC236}">
                    <a16:creationId xmlns:a16="http://schemas.microsoft.com/office/drawing/2014/main" id="{F35284DD-EEAF-A44E-B894-EF557E7BDCBE}"/>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2" name="Freeform 183">
                <a:extLst>
                  <a:ext uri="{FF2B5EF4-FFF2-40B4-BE49-F238E27FC236}">
                    <a16:creationId xmlns:a16="http://schemas.microsoft.com/office/drawing/2014/main" id="{FF98384E-DB29-5640-B294-1C09B8AACF78}"/>
                  </a:ext>
                </a:extLst>
              </p:cNvPr>
              <p:cNvSpPr>
                <a:spLocks/>
              </p:cNvSpPr>
              <p:nvPr/>
            </p:nvSpPr>
            <p:spPr bwMode="auto">
              <a:xfrm>
                <a:off x="603" y="3186"/>
                <a:ext cx="260" cy="26"/>
              </a:xfrm>
              <a:custGeom>
                <a:avLst/>
                <a:gdLst>
                  <a:gd name="T0" fmla="*/ 0 w 260"/>
                  <a:gd name="T1" fmla="*/ 26 h 26"/>
                  <a:gd name="T2" fmla="*/ 31 w 260"/>
                  <a:gd name="T3" fmla="*/ 0 h 26"/>
                  <a:gd name="T4" fmla="*/ 230 w 260"/>
                  <a:gd name="T5" fmla="*/ 0 h 26"/>
                  <a:gd name="T6" fmla="*/ 260 w 260"/>
                  <a:gd name="T7" fmla="*/ 26 h 26"/>
                  <a:gd name="T8" fmla="*/ 0 w 260"/>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6">
                    <a:moveTo>
                      <a:pt x="0" y="26"/>
                    </a:moveTo>
                    <a:lnTo>
                      <a:pt x="31" y="0"/>
                    </a:lnTo>
                    <a:lnTo>
                      <a:pt x="230" y="0"/>
                    </a:lnTo>
                    <a:lnTo>
                      <a:pt x="260" y="26"/>
                    </a:lnTo>
                    <a:lnTo>
                      <a:pt x="0"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3" name="Freeform 184">
                <a:extLst>
                  <a:ext uri="{FF2B5EF4-FFF2-40B4-BE49-F238E27FC236}">
                    <a16:creationId xmlns:a16="http://schemas.microsoft.com/office/drawing/2014/main" id="{9641971D-D0A3-7C49-9AD3-8A20C05C79E7}"/>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4" name="Freeform 185">
                <a:extLst>
                  <a:ext uri="{FF2B5EF4-FFF2-40B4-BE49-F238E27FC236}">
                    <a16:creationId xmlns:a16="http://schemas.microsoft.com/office/drawing/2014/main" id="{9D9BCAFB-8D2D-BC4E-9A0B-0F644DFBD5F9}"/>
                  </a:ext>
                </a:extLst>
              </p:cNvPr>
              <p:cNvSpPr>
                <a:spLocks/>
              </p:cNvSpPr>
              <p:nvPr/>
            </p:nvSpPr>
            <p:spPr bwMode="auto">
              <a:xfrm>
                <a:off x="642" y="3051"/>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5" name="Rectangle 186">
                <a:extLst>
                  <a:ext uri="{FF2B5EF4-FFF2-40B4-BE49-F238E27FC236}">
                    <a16:creationId xmlns:a16="http://schemas.microsoft.com/office/drawing/2014/main" id="{1DD5B91F-D2CD-7047-BB6F-AE7332A52662}"/>
                  </a:ext>
                </a:extLst>
              </p:cNvPr>
              <p:cNvSpPr>
                <a:spLocks noChangeArrowheads="1"/>
              </p:cNvSpPr>
              <p:nvPr/>
            </p:nvSpPr>
            <p:spPr bwMode="auto">
              <a:xfrm>
                <a:off x="642" y="3069"/>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6" name="Rectangle 187">
                <a:extLst>
                  <a:ext uri="{FF2B5EF4-FFF2-40B4-BE49-F238E27FC236}">
                    <a16:creationId xmlns:a16="http://schemas.microsoft.com/office/drawing/2014/main" id="{C852403D-079B-7848-BF1A-95B403D70A02}"/>
                  </a:ext>
                </a:extLst>
              </p:cNvPr>
              <p:cNvSpPr>
                <a:spLocks noChangeArrowheads="1"/>
              </p:cNvSpPr>
              <p:nvPr/>
            </p:nvSpPr>
            <p:spPr bwMode="auto">
              <a:xfrm>
                <a:off x="605" y="3210"/>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7" name="Rectangle 188">
                <a:extLst>
                  <a:ext uri="{FF2B5EF4-FFF2-40B4-BE49-F238E27FC236}">
                    <a16:creationId xmlns:a16="http://schemas.microsoft.com/office/drawing/2014/main" id="{4FC43E1C-1910-5048-BFB6-7CE79C50E86F}"/>
                  </a:ext>
                </a:extLst>
              </p:cNvPr>
              <p:cNvSpPr>
                <a:spLocks noChangeArrowheads="1"/>
              </p:cNvSpPr>
              <p:nvPr/>
            </p:nvSpPr>
            <p:spPr bwMode="auto">
              <a:xfrm>
                <a:off x="659" y="3085"/>
                <a:ext cx="150" cy="1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28" name="Line 189">
                <a:extLst>
                  <a:ext uri="{FF2B5EF4-FFF2-40B4-BE49-F238E27FC236}">
                    <a16:creationId xmlns:a16="http://schemas.microsoft.com/office/drawing/2014/main" id="{BD5D794D-D7C0-5040-8582-9F5C4CFA19AC}"/>
                  </a:ext>
                </a:extLst>
              </p:cNvPr>
              <p:cNvSpPr>
                <a:spLocks noChangeShapeType="1"/>
              </p:cNvSpPr>
              <p:nvPr/>
            </p:nvSpPr>
            <p:spPr bwMode="auto">
              <a:xfrm flipH="1">
                <a:off x="782" y="323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29" name="Group 190">
                <a:extLst>
                  <a:ext uri="{FF2B5EF4-FFF2-40B4-BE49-F238E27FC236}">
                    <a16:creationId xmlns:a16="http://schemas.microsoft.com/office/drawing/2014/main" id="{ED87345C-781B-8840-A281-D08B2F114CD5}"/>
                  </a:ext>
                </a:extLst>
              </p:cNvPr>
              <p:cNvGrpSpPr>
                <a:grpSpLocks/>
              </p:cNvGrpSpPr>
              <p:nvPr/>
            </p:nvGrpSpPr>
            <p:grpSpPr bwMode="auto">
              <a:xfrm>
                <a:off x="596" y="3274"/>
                <a:ext cx="276" cy="38"/>
                <a:chOff x="596" y="3274"/>
                <a:chExt cx="276" cy="38"/>
              </a:xfrm>
            </p:grpSpPr>
            <p:sp>
              <p:nvSpPr>
                <p:cNvPr id="139430" name="Freeform 191">
                  <a:extLst>
                    <a:ext uri="{FF2B5EF4-FFF2-40B4-BE49-F238E27FC236}">
                      <a16:creationId xmlns:a16="http://schemas.microsoft.com/office/drawing/2014/main" id="{5B314B14-2A97-B54E-8EF7-B0D35B137B80}"/>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1" name="Freeform 192">
                  <a:extLst>
                    <a:ext uri="{FF2B5EF4-FFF2-40B4-BE49-F238E27FC236}">
                      <a16:creationId xmlns:a16="http://schemas.microsoft.com/office/drawing/2014/main" id="{7C72086D-BF49-D848-862E-173A21F51663}"/>
                    </a:ext>
                  </a:extLst>
                </p:cNvPr>
                <p:cNvSpPr>
                  <a:spLocks/>
                </p:cNvSpPr>
                <p:nvPr/>
              </p:nvSpPr>
              <p:spPr bwMode="auto">
                <a:xfrm>
                  <a:off x="596" y="3274"/>
                  <a:ext cx="276" cy="29"/>
                </a:xfrm>
                <a:custGeom>
                  <a:avLst/>
                  <a:gdLst>
                    <a:gd name="T0" fmla="*/ 0 w 276"/>
                    <a:gd name="T1" fmla="*/ 29 h 29"/>
                    <a:gd name="T2" fmla="*/ 33 w 276"/>
                    <a:gd name="T3" fmla="*/ 0 h 29"/>
                    <a:gd name="T4" fmla="*/ 243 w 276"/>
                    <a:gd name="T5" fmla="*/ 0 h 29"/>
                    <a:gd name="T6" fmla="*/ 276 w 276"/>
                    <a:gd name="T7" fmla="*/ 29 h 29"/>
                    <a:gd name="T8" fmla="*/ 0 w 276"/>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6" h="29">
                      <a:moveTo>
                        <a:pt x="0" y="29"/>
                      </a:moveTo>
                      <a:lnTo>
                        <a:pt x="33" y="0"/>
                      </a:lnTo>
                      <a:lnTo>
                        <a:pt x="243" y="0"/>
                      </a:lnTo>
                      <a:lnTo>
                        <a:pt x="276"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32" name="Rectangle 193">
                  <a:extLst>
                    <a:ext uri="{FF2B5EF4-FFF2-40B4-BE49-F238E27FC236}">
                      <a16:creationId xmlns:a16="http://schemas.microsoft.com/office/drawing/2014/main" id="{A43DAFCF-1ED6-2342-BE2B-454407EC7AE3}"/>
                    </a:ext>
                  </a:extLst>
                </p:cNvPr>
                <p:cNvSpPr>
                  <a:spLocks noChangeArrowheads="1"/>
                </p:cNvSpPr>
                <p:nvPr/>
              </p:nvSpPr>
              <p:spPr bwMode="auto">
                <a:xfrm>
                  <a:off x="598" y="3301"/>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408" name="Group 194">
              <a:extLst>
                <a:ext uri="{FF2B5EF4-FFF2-40B4-BE49-F238E27FC236}">
                  <a16:creationId xmlns:a16="http://schemas.microsoft.com/office/drawing/2014/main" id="{CA2F4522-BE4B-C84A-A77A-DA8F2CFA0E10}"/>
                </a:ext>
              </a:extLst>
            </p:cNvPr>
            <p:cNvGrpSpPr>
              <a:grpSpLocks/>
            </p:cNvGrpSpPr>
            <p:nvPr/>
          </p:nvGrpSpPr>
          <p:grpSpPr bwMode="auto">
            <a:xfrm>
              <a:off x="590" y="3047"/>
              <a:ext cx="275" cy="260"/>
              <a:chOff x="590" y="3047"/>
              <a:chExt cx="275" cy="260"/>
            </a:xfrm>
          </p:grpSpPr>
          <p:sp>
            <p:nvSpPr>
              <p:cNvPr id="139409" name="Freeform 195">
                <a:extLst>
                  <a:ext uri="{FF2B5EF4-FFF2-40B4-BE49-F238E27FC236}">
                    <a16:creationId xmlns:a16="http://schemas.microsoft.com/office/drawing/2014/main" id="{25CD4D89-DB3F-6141-AAC2-C46A9F15DC9E}"/>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0" name="Freeform 196">
                <a:extLst>
                  <a:ext uri="{FF2B5EF4-FFF2-40B4-BE49-F238E27FC236}">
                    <a16:creationId xmlns:a16="http://schemas.microsoft.com/office/drawing/2014/main" id="{C6021E39-842D-C042-B1F0-871814915F51}"/>
                  </a:ext>
                </a:extLst>
              </p:cNvPr>
              <p:cNvSpPr>
                <a:spLocks/>
              </p:cNvSpPr>
              <p:nvPr/>
            </p:nvSpPr>
            <p:spPr bwMode="auto">
              <a:xfrm>
                <a:off x="596" y="3182"/>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1" name="Freeform 197">
                <a:extLst>
                  <a:ext uri="{FF2B5EF4-FFF2-40B4-BE49-F238E27FC236}">
                    <a16:creationId xmlns:a16="http://schemas.microsoft.com/office/drawing/2014/main" id="{776ABB1C-FC16-6C4B-B054-1181000BF9EE}"/>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2" name="Freeform 198">
                <a:extLst>
                  <a:ext uri="{FF2B5EF4-FFF2-40B4-BE49-F238E27FC236}">
                    <a16:creationId xmlns:a16="http://schemas.microsoft.com/office/drawing/2014/main" id="{041F4A66-F0DD-614F-8144-41613392F8C9}"/>
                  </a:ext>
                </a:extLst>
              </p:cNvPr>
              <p:cNvSpPr>
                <a:spLocks/>
              </p:cNvSpPr>
              <p:nvPr/>
            </p:nvSpPr>
            <p:spPr bwMode="auto">
              <a:xfrm>
                <a:off x="636" y="3047"/>
                <a:ext cx="183" cy="17"/>
              </a:xfrm>
              <a:custGeom>
                <a:avLst/>
                <a:gdLst>
                  <a:gd name="T0" fmla="*/ 0 w 183"/>
                  <a:gd name="T1" fmla="*/ 17 h 17"/>
                  <a:gd name="T2" fmla="*/ 22 w 183"/>
                  <a:gd name="T3" fmla="*/ 0 h 17"/>
                  <a:gd name="T4" fmla="*/ 161 w 183"/>
                  <a:gd name="T5" fmla="*/ 0 h 17"/>
                  <a:gd name="T6" fmla="*/ 183 w 183"/>
                  <a:gd name="T7" fmla="*/ 17 h 17"/>
                  <a:gd name="T8" fmla="*/ 0 w 183"/>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3" h="17">
                    <a:moveTo>
                      <a:pt x="0" y="17"/>
                    </a:moveTo>
                    <a:lnTo>
                      <a:pt x="22" y="0"/>
                    </a:lnTo>
                    <a:lnTo>
                      <a:pt x="161" y="0"/>
                    </a:lnTo>
                    <a:lnTo>
                      <a:pt x="183"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3" name="Rectangle 199">
                <a:extLst>
                  <a:ext uri="{FF2B5EF4-FFF2-40B4-BE49-F238E27FC236}">
                    <a16:creationId xmlns:a16="http://schemas.microsoft.com/office/drawing/2014/main" id="{04D7F29A-A390-3145-BE43-A10743443C33}"/>
                  </a:ext>
                </a:extLst>
              </p:cNvPr>
              <p:cNvSpPr>
                <a:spLocks noChangeArrowheads="1"/>
              </p:cNvSpPr>
              <p:nvPr/>
            </p:nvSpPr>
            <p:spPr bwMode="auto">
              <a:xfrm>
                <a:off x="636" y="3064"/>
                <a:ext cx="183"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4" name="Rectangle 200">
                <a:extLst>
                  <a:ext uri="{FF2B5EF4-FFF2-40B4-BE49-F238E27FC236}">
                    <a16:creationId xmlns:a16="http://schemas.microsoft.com/office/drawing/2014/main" id="{AA07C36B-36F6-E44E-83B6-29F793ACD71A}"/>
                  </a:ext>
                </a:extLst>
              </p:cNvPr>
              <p:cNvSpPr>
                <a:spLocks noChangeArrowheads="1"/>
              </p:cNvSpPr>
              <p:nvPr/>
            </p:nvSpPr>
            <p:spPr bwMode="auto">
              <a:xfrm>
                <a:off x="598" y="3206"/>
                <a:ext cx="258" cy="5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5" name="Rectangle 201">
                <a:extLst>
                  <a:ext uri="{FF2B5EF4-FFF2-40B4-BE49-F238E27FC236}">
                    <a16:creationId xmlns:a16="http://schemas.microsoft.com/office/drawing/2014/main" id="{BC6ED66D-AAD8-6848-A960-71CECEC401EE}"/>
                  </a:ext>
                </a:extLst>
              </p:cNvPr>
              <p:cNvSpPr>
                <a:spLocks noChangeArrowheads="1"/>
              </p:cNvSpPr>
              <p:nvPr/>
            </p:nvSpPr>
            <p:spPr bwMode="auto">
              <a:xfrm>
                <a:off x="653" y="3080"/>
                <a:ext cx="149"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16" name="Line 202">
                <a:extLst>
                  <a:ext uri="{FF2B5EF4-FFF2-40B4-BE49-F238E27FC236}">
                    <a16:creationId xmlns:a16="http://schemas.microsoft.com/office/drawing/2014/main" id="{AB4A74D6-7798-6848-809F-D4362D926BB8}"/>
                  </a:ext>
                </a:extLst>
              </p:cNvPr>
              <p:cNvSpPr>
                <a:spLocks noChangeShapeType="1"/>
              </p:cNvSpPr>
              <p:nvPr/>
            </p:nvSpPr>
            <p:spPr bwMode="auto">
              <a:xfrm flipH="1">
                <a:off x="775" y="322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17" name="Group 203">
                <a:extLst>
                  <a:ext uri="{FF2B5EF4-FFF2-40B4-BE49-F238E27FC236}">
                    <a16:creationId xmlns:a16="http://schemas.microsoft.com/office/drawing/2014/main" id="{59E288A0-109E-D047-B6E3-895512AD32FF}"/>
                  </a:ext>
                </a:extLst>
              </p:cNvPr>
              <p:cNvGrpSpPr>
                <a:grpSpLocks/>
              </p:cNvGrpSpPr>
              <p:nvPr/>
            </p:nvGrpSpPr>
            <p:grpSpPr bwMode="auto">
              <a:xfrm>
                <a:off x="590" y="3269"/>
                <a:ext cx="275" cy="38"/>
                <a:chOff x="590" y="3269"/>
                <a:chExt cx="275" cy="38"/>
              </a:xfrm>
            </p:grpSpPr>
            <p:sp>
              <p:nvSpPr>
                <p:cNvPr id="139418" name="Freeform 204">
                  <a:extLst>
                    <a:ext uri="{FF2B5EF4-FFF2-40B4-BE49-F238E27FC236}">
                      <a16:creationId xmlns:a16="http://schemas.microsoft.com/office/drawing/2014/main" id="{128FD24C-1004-0F46-A446-6E82D3AC215F}"/>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19" name="Freeform 205">
                  <a:extLst>
                    <a:ext uri="{FF2B5EF4-FFF2-40B4-BE49-F238E27FC236}">
                      <a16:creationId xmlns:a16="http://schemas.microsoft.com/office/drawing/2014/main" id="{4B70382D-674C-4F4F-8FB0-1406FDC1F5F1}"/>
                    </a:ext>
                  </a:extLst>
                </p:cNvPr>
                <p:cNvSpPr>
                  <a:spLocks/>
                </p:cNvSpPr>
                <p:nvPr/>
              </p:nvSpPr>
              <p:spPr bwMode="auto">
                <a:xfrm>
                  <a:off x="590" y="3269"/>
                  <a:ext cx="275" cy="29"/>
                </a:xfrm>
                <a:custGeom>
                  <a:avLst/>
                  <a:gdLst>
                    <a:gd name="T0" fmla="*/ 0 w 275"/>
                    <a:gd name="T1" fmla="*/ 29 h 29"/>
                    <a:gd name="T2" fmla="*/ 32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3"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20" name="Rectangle 206">
                  <a:extLst>
                    <a:ext uri="{FF2B5EF4-FFF2-40B4-BE49-F238E27FC236}">
                      <a16:creationId xmlns:a16="http://schemas.microsoft.com/office/drawing/2014/main" id="{9A4363E6-F89B-7846-B9B6-3BC706BC6F6A}"/>
                    </a:ext>
                  </a:extLst>
                </p:cNvPr>
                <p:cNvSpPr>
                  <a:spLocks noChangeArrowheads="1"/>
                </p:cNvSpPr>
                <p:nvPr/>
              </p:nvSpPr>
              <p:spPr bwMode="auto">
                <a:xfrm>
                  <a:off x="591" y="3296"/>
                  <a:ext cx="272"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8" name="Group 207">
            <a:extLst>
              <a:ext uri="{FF2B5EF4-FFF2-40B4-BE49-F238E27FC236}">
                <a16:creationId xmlns:a16="http://schemas.microsoft.com/office/drawing/2014/main" id="{1C664868-8C64-5D4F-9E77-163D6318C093}"/>
              </a:ext>
            </a:extLst>
          </p:cNvPr>
          <p:cNvGrpSpPr>
            <a:grpSpLocks/>
          </p:cNvGrpSpPr>
          <p:nvPr/>
        </p:nvGrpSpPr>
        <p:grpSpPr bwMode="auto">
          <a:xfrm>
            <a:off x="1977629" y="3919538"/>
            <a:ext cx="382190" cy="388144"/>
            <a:chOff x="906" y="3365"/>
            <a:chExt cx="281" cy="265"/>
          </a:xfrm>
        </p:grpSpPr>
        <p:grpSp>
          <p:nvGrpSpPr>
            <p:cNvPr id="139381" name="Group 208">
              <a:extLst>
                <a:ext uri="{FF2B5EF4-FFF2-40B4-BE49-F238E27FC236}">
                  <a16:creationId xmlns:a16="http://schemas.microsoft.com/office/drawing/2014/main" id="{136E5F32-D246-E64A-B93C-CCD15849EDE1}"/>
                </a:ext>
              </a:extLst>
            </p:cNvPr>
            <p:cNvGrpSpPr>
              <a:grpSpLocks/>
            </p:cNvGrpSpPr>
            <p:nvPr/>
          </p:nvGrpSpPr>
          <p:grpSpPr bwMode="auto">
            <a:xfrm>
              <a:off x="912" y="3369"/>
              <a:ext cx="275" cy="261"/>
              <a:chOff x="912" y="3369"/>
              <a:chExt cx="275" cy="261"/>
            </a:xfrm>
          </p:grpSpPr>
          <p:sp>
            <p:nvSpPr>
              <p:cNvPr id="139395" name="Freeform 209">
                <a:extLst>
                  <a:ext uri="{FF2B5EF4-FFF2-40B4-BE49-F238E27FC236}">
                    <a16:creationId xmlns:a16="http://schemas.microsoft.com/office/drawing/2014/main" id="{B0F510FD-A3CF-7346-8029-269BD1984628}"/>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6" name="Freeform 210">
                <a:extLst>
                  <a:ext uri="{FF2B5EF4-FFF2-40B4-BE49-F238E27FC236}">
                    <a16:creationId xmlns:a16="http://schemas.microsoft.com/office/drawing/2014/main" id="{2BAFD619-F698-384A-9A48-4AC101FB3775}"/>
                  </a:ext>
                </a:extLst>
              </p:cNvPr>
              <p:cNvSpPr>
                <a:spLocks/>
              </p:cNvSpPr>
              <p:nvPr/>
            </p:nvSpPr>
            <p:spPr bwMode="auto">
              <a:xfrm>
                <a:off x="919" y="3505"/>
                <a:ext cx="260" cy="25"/>
              </a:xfrm>
              <a:custGeom>
                <a:avLst/>
                <a:gdLst>
                  <a:gd name="T0" fmla="*/ 0 w 260"/>
                  <a:gd name="T1" fmla="*/ 25 h 25"/>
                  <a:gd name="T2" fmla="*/ 31 w 260"/>
                  <a:gd name="T3" fmla="*/ 0 h 25"/>
                  <a:gd name="T4" fmla="*/ 229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29" y="0"/>
                    </a:lnTo>
                    <a:lnTo>
                      <a:pt x="260"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7" name="Freeform 211">
                <a:extLst>
                  <a:ext uri="{FF2B5EF4-FFF2-40B4-BE49-F238E27FC236}">
                    <a16:creationId xmlns:a16="http://schemas.microsoft.com/office/drawing/2014/main" id="{469C5F20-1868-A340-AB07-97E491721B70}"/>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8" name="Freeform 212">
                <a:extLst>
                  <a:ext uri="{FF2B5EF4-FFF2-40B4-BE49-F238E27FC236}">
                    <a16:creationId xmlns:a16="http://schemas.microsoft.com/office/drawing/2014/main" id="{4C62147D-01B1-6641-8E07-B4354D6FC625}"/>
                  </a:ext>
                </a:extLst>
              </p:cNvPr>
              <p:cNvSpPr>
                <a:spLocks/>
              </p:cNvSpPr>
              <p:nvPr/>
            </p:nvSpPr>
            <p:spPr bwMode="auto">
              <a:xfrm>
                <a:off x="958" y="3369"/>
                <a:ext cx="184" cy="18"/>
              </a:xfrm>
              <a:custGeom>
                <a:avLst/>
                <a:gdLst>
                  <a:gd name="T0" fmla="*/ 0 w 184"/>
                  <a:gd name="T1" fmla="*/ 18 h 18"/>
                  <a:gd name="T2" fmla="*/ 22 w 184"/>
                  <a:gd name="T3" fmla="*/ 0 h 18"/>
                  <a:gd name="T4" fmla="*/ 162 w 184"/>
                  <a:gd name="T5" fmla="*/ 0 h 18"/>
                  <a:gd name="T6" fmla="*/ 184 w 184"/>
                  <a:gd name="T7" fmla="*/ 18 h 18"/>
                  <a:gd name="T8" fmla="*/ 0 w 184"/>
                  <a:gd name="T9" fmla="*/ 18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8">
                    <a:moveTo>
                      <a:pt x="0" y="18"/>
                    </a:moveTo>
                    <a:lnTo>
                      <a:pt x="22" y="0"/>
                    </a:lnTo>
                    <a:lnTo>
                      <a:pt x="162" y="0"/>
                    </a:lnTo>
                    <a:lnTo>
                      <a:pt x="184" y="18"/>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9" name="Rectangle 213">
                <a:extLst>
                  <a:ext uri="{FF2B5EF4-FFF2-40B4-BE49-F238E27FC236}">
                    <a16:creationId xmlns:a16="http://schemas.microsoft.com/office/drawing/2014/main" id="{B0054B78-7F3F-094A-BB6A-113E02128BB6}"/>
                  </a:ext>
                </a:extLst>
              </p:cNvPr>
              <p:cNvSpPr>
                <a:spLocks noChangeArrowheads="1"/>
              </p:cNvSpPr>
              <p:nvPr/>
            </p:nvSpPr>
            <p:spPr bwMode="auto">
              <a:xfrm>
                <a:off x="958" y="3387"/>
                <a:ext cx="184"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0" name="Rectangle 214">
                <a:extLst>
                  <a:ext uri="{FF2B5EF4-FFF2-40B4-BE49-F238E27FC236}">
                    <a16:creationId xmlns:a16="http://schemas.microsoft.com/office/drawing/2014/main" id="{9E2E39F7-6A90-3A4A-97BA-BF9BFB76C962}"/>
                  </a:ext>
                </a:extLst>
              </p:cNvPr>
              <p:cNvSpPr>
                <a:spLocks noChangeArrowheads="1"/>
              </p:cNvSpPr>
              <p:nvPr/>
            </p:nvSpPr>
            <p:spPr bwMode="auto">
              <a:xfrm>
                <a:off x="921" y="3528"/>
                <a:ext cx="258"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1" name="Rectangle 215">
                <a:extLst>
                  <a:ext uri="{FF2B5EF4-FFF2-40B4-BE49-F238E27FC236}">
                    <a16:creationId xmlns:a16="http://schemas.microsoft.com/office/drawing/2014/main" id="{F7B6ACA2-615D-AE41-A3F9-3CE4C53C0050}"/>
                  </a:ext>
                </a:extLst>
              </p:cNvPr>
              <p:cNvSpPr>
                <a:spLocks noChangeArrowheads="1"/>
              </p:cNvSpPr>
              <p:nvPr/>
            </p:nvSpPr>
            <p:spPr bwMode="auto">
              <a:xfrm>
                <a:off x="975" y="3403"/>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402" name="Line 216">
                <a:extLst>
                  <a:ext uri="{FF2B5EF4-FFF2-40B4-BE49-F238E27FC236}">
                    <a16:creationId xmlns:a16="http://schemas.microsoft.com/office/drawing/2014/main" id="{BD63BDA7-22E3-E045-9DA8-402FF356D1A4}"/>
                  </a:ext>
                </a:extLst>
              </p:cNvPr>
              <p:cNvSpPr>
                <a:spLocks noChangeShapeType="1"/>
              </p:cNvSpPr>
              <p:nvPr/>
            </p:nvSpPr>
            <p:spPr bwMode="auto">
              <a:xfrm flipH="1">
                <a:off x="1097" y="3551"/>
                <a:ext cx="6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403" name="Group 217">
                <a:extLst>
                  <a:ext uri="{FF2B5EF4-FFF2-40B4-BE49-F238E27FC236}">
                    <a16:creationId xmlns:a16="http://schemas.microsoft.com/office/drawing/2014/main" id="{71E7C361-9C6C-8E41-ABBC-13D429E6E1A9}"/>
                  </a:ext>
                </a:extLst>
              </p:cNvPr>
              <p:cNvGrpSpPr>
                <a:grpSpLocks/>
              </p:cNvGrpSpPr>
              <p:nvPr/>
            </p:nvGrpSpPr>
            <p:grpSpPr bwMode="auto">
              <a:xfrm>
                <a:off x="912" y="3592"/>
                <a:ext cx="275" cy="38"/>
                <a:chOff x="912" y="3592"/>
                <a:chExt cx="275" cy="38"/>
              </a:xfrm>
            </p:grpSpPr>
            <p:sp>
              <p:nvSpPr>
                <p:cNvPr id="139404" name="Freeform 218">
                  <a:extLst>
                    <a:ext uri="{FF2B5EF4-FFF2-40B4-BE49-F238E27FC236}">
                      <a16:creationId xmlns:a16="http://schemas.microsoft.com/office/drawing/2014/main" id="{A713C623-9776-414F-8BAE-391965B92F85}"/>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05" name="Freeform 219">
                  <a:extLst>
                    <a:ext uri="{FF2B5EF4-FFF2-40B4-BE49-F238E27FC236}">
                      <a16:creationId xmlns:a16="http://schemas.microsoft.com/office/drawing/2014/main" id="{D880CC84-728E-BD4E-BBB5-1227E544D4AA}"/>
                    </a:ext>
                  </a:extLst>
                </p:cNvPr>
                <p:cNvSpPr>
                  <a:spLocks/>
                </p:cNvSpPr>
                <p:nvPr/>
              </p:nvSpPr>
              <p:spPr bwMode="auto">
                <a:xfrm>
                  <a:off x="912" y="3592"/>
                  <a:ext cx="275" cy="29"/>
                </a:xfrm>
                <a:custGeom>
                  <a:avLst/>
                  <a:gdLst>
                    <a:gd name="T0" fmla="*/ 0 w 275"/>
                    <a:gd name="T1" fmla="*/ 29 h 29"/>
                    <a:gd name="T2" fmla="*/ 33 w 275"/>
                    <a:gd name="T3" fmla="*/ 0 h 29"/>
                    <a:gd name="T4" fmla="*/ 243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3" y="0"/>
                      </a:lnTo>
                      <a:lnTo>
                        <a:pt x="243" y="0"/>
                      </a:lnTo>
                      <a:lnTo>
                        <a:pt x="275"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406" name="Rectangle 220">
                  <a:extLst>
                    <a:ext uri="{FF2B5EF4-FFF2-40B4-BE49-F238E27FC236}">
                      <a16:creationId xmlns:a16="http://schemas.microsoft.com/office/drawing/2014/main" id="{94B40B34-8AD6-BD41-850F-773081768ED4}"/>
                    </a:ext>
                  </a:extLst>
                </p:cNvPr>
                <p:cNvSpPr>
                  <a:spLocks noChangeArrowheads="1"/>
                </p:cNvSpPr>
                <p:nvPr/>
              </p:nvSpPr>
              <p:spPr bwMode="auto">
                <a:xfrm>
                  <a:off x="914" y="3619"/>
                  <a:ext cx="27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nvGrpSpPr>
            <p:cNvPr id="139382" name="Group 221">
              <a:extLst>
                <a:ext uri="{FF2B5EF4-FFF2-40B4-BE49-F238E27FC236}">
                  <a16:creationId xmlns:a16="http://schemas.microsoft.com/office/drawing/2014/main" id="{68AD9474-FFDB-ED44-89C5-3BEE6C0E8A02}"/>
                </a:ext>
              </a:extLst>
            </p:cNvPr>
            <p:cNvGrpSpPr>
              <a:grpSpLocks/>
            </p:cNvGrpSpPr>
            <p:nvPr/>
          </p:nvGrpSpPr>
          <p:grpSpPr bwMode="auto">
            <a:xfrm>
              <a:off x="906" y="3365"/>
              <a:ext cx="275" cy="261"/>
              <a:chOff x="906" y="3365"/>
              <a:chExt cx="275" cy="261"/>
            </a:xfrm>
          </p:grpSpPr>
          <p:sp>
            <p:nvSpPr>
              <p:cNvPr id="139383" name="Freeform 222">
                <a:extLst>
                  <a:ext uri="{FF2B5EF4-FFF2-40B4-BE49-F238E27FC236}">
                    <a16:creationId xmlns:a16="http://schemas.microsoft.com/office/drawing/2014/main" id="{A71413CE-7E77-7048-B9ED-BA46881ACB87}"/>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4" name="Freeform 223">
                <a:extLst>
                  <a:ext uri="{FF2B5EF4-FFF2-40B4-BE49-F238E27FC236}">
                    <a16:creationId xmlns:a16="http://schemas.microsoft.com/office/drawing/2014/main" id="{46D29FB0-C1AB-9B4F-BDEE-331071ED99FC}"/>
                  </a:ext>
                </a:extLst>
              </p:cNvPr>
              <p:cNvSpPr>
                <a:spLocks/>
              </p:cNvSpPr>
              <p:nvPr/>
            </p:nvSpPr>
            <p:spPr bwMode="auto">
              <a:xfrm>
                <a:off x="912" y="3500"/>
                <a:ext cx="260" cy="25"/>
              </a:xfrm>
              <a:custGeom>
                <a:avLst/>
                <a:gdLst>
                  <a:gd name="T0" fmla="*/ 0 w 260"/>
                  <a:gd name="T1" fmla="*/ 25 h 25"/>
                  <a:gd name="T2" fmla="*/ 31 w 260"/>
                  <a:gd name="T3" fmla="*/ 0 h 25"/>
                  <a:gd name="T4" fmla="*/ 230 w 260"/>
                  <a:gd name="T5" fmla="*/ 0 h 25"/>
                  <a:gd name="T6" fmla="*/ 260 w 260"/>
                  <a:gd name="T7" fmla="*/ 25 h 25"/>
                  <a:gd name="T8" fmla="*/ 0 w 260"/>
                  <a:gd name="T9" fmla="*/ 25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 h="25">
                    <a:moveTo>
                      <a:pt x="0" y="25"/>
                    </a:moveTo>
                    <a:lnTo>
                      <a:pt x="31" y="0"/>
                    </a:lnTo>
                    <a:lnTo>
                      <a:pt x="230" y="0"/>
                    </a:lnTo>
                    <a:lnTo>
                      <a:pt x="260" y="25"/>
                    </a:lnTo>
                    <a:lnTo>
                      <a:pt x="0" y="2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5" name="Freeform 224">
                <a:extLst>
                  <a:ext uri="{FF2B5EF4-FFF2-40B4-BE49-F238E27FC236}">
                    <a16:creationId xmlns:a16="http://schemas.microsoft.com/office/drawing/2014/main" id="{ECFE9C09-7642-EB42-A859-0CF1DF4458F8}"/>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6" name="Freeform 225">
                <a:extLst>
                  <a:ext uri="{FF2B5EF4-FFF2-40B4-BE49-F238E27FC236}">
                    <a16:creationId xmlns:a16="http://schemas.microsoft.com/office/drawing/2014/main" id="{BE31E1C4-AF7A-BB47-BAF0-5B4012FD92E2}"/>
                  </a:ext>
                </a:extLst>
              </p:cNvPr>
              <p:cNvSpPr>
                <a:spLocks/>
              </p:cNvSpPr>
              <p:nvPr/>
            </p:nvSpPr>
            <p:spPr bwMode="auto">
              <a:xfrm>
                <a:off x="951" y="3365"/>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87" name="Rectangle 226">
                <a:extLst>
                  <a:ext uri="{FF2B5EF4-FFF2-40B4-BE49-F238E27FC236}">
                    <a16:creationId xmlns:a16="http://schemas.microsoft.com/office/drawing/2014/main" id="{5B003D1C-DD21-4744-89A7-5885D0F63224}"/>
                  </a:ext>
                </a:extLst>
              </p:cNvPr>
              <p:cNvSpPr>
                <a:spLocks noChangeArrowheads="1"/>
              </p:cNvSpPr>
              <p:nvPr/>
            </p:nvSpPr>
            <p:spPr bwMode="auto">
              <a:xfrm>
                <a:off x="951" y="3382"/>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88" name="Rectangle 227">
                <a:extLst>
                  <a:ext uri="{FF2B5EF4-FFF2-40B4-BE49-F238E27FC236}">
                    <a16:creationId xmlns:a16="http://schemas.microsoft.com/office/drawing/2014/main" id="{33A15B44-D550-7845-AF13-40462A8A9894}"/>
                  </a:ext>
                </a:extLst>
              </p:cNvPr>
              <p:cNvSpPr>
                <a:spLocks noChangeArrowheads="1"/>
              </p:cNvSpPr>
              <p:nvPr/>
            </p:nvSpPr>
            <p:spPr bwMode="auto">
              <a:xfrm>
                <a:off x="914" y="3524"/>
                <a:ext cx="258"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89" name="Rectangle 228">
                <a:extLst>
                  <a:ext uri="{FF2B5EF4-FFF2-40B4-BE49-F238E27FC236}">
                    <a16:creationId xmlns:a16="http://schemas.microsoft.com/office/drawing/2014/main" id="{33D831DA-18D8-914D-A43F-ACB6DBF1B20A}"/>
                  </a:ext>
                </a:extLst>
              </p:cNvPr>
              <p:cNvSpPr>
                <a:spLocks noChangeArrowheads="1"/>
              </p:cNvSpPr>
              <p:nvPr/>
            </p:nvSpPr>
            <p:spPr bwMode="auto">
              <a:xfrm>
                <a:off x="968" y="3398"/>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90" name="Line 229">
                <a:extLst>
                  <a:ext uri="{FF2B5EF4-FFF2-40B4-BE49-F238E27FC236}">
                    <a16:creationId xmlns:a16="http://schemas.microsoft.com/office/drawing/2014/main" id="{2CBDBFF2-C884-2941-95F8-FC49DDBEEC8E}"/>
                  </a:ext>
                </a:extLst>
              </p:cNvPr>
              <p:cNvSpPr>
                <a:spLocks noChangeShapeType="1"/>
              </p:cNvSpPr>
              <p:nvPr/>
            </p:nvSpPr>
            <p:spPr bwMode="auto">
              <a:xfrm flipH="1">
                <a:off x="1091" y="3546"/>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9391" name="Group 230">
                <a:extLst>
                  <a:ext uri="{FF2B5EF4-FFF2-40B4-BE49-F238E27FC236}">
                    <a16:creationId xmlns:a16="http://schemas.microsoft.com/office/drawing/2014/main" id="{D24D21CC-4FCC-ED48-AF3C-C3077D38E6EF}"/>
                  </a:ext>
                </a:extLst>
              </p:cNvPr>
              <p:cNvGrpSpPr>
                <a:grpSpLocks/>
              </p:cNvGrpSpPr>
              <p:nvPr/>
            </p:nvGrpSpPr>
            <p:grpSpPr bwMode="auto">
              <a:xfrm>
                <a:off x="906" y="3587"/>
                <a:ext cx="275" cy="39"/>
                <a:chOff x="906" y="3587"/>
                <a:chExt cx="275" cy="39"/>
              </a:xfrm>
            </p:grpSpPr>
            <p:sp>
              <p:nvSpPr>
                <p:cNvPr id="139392" name="Freeform 231">
                  <a:extLst>
                    <a:ext uri="{FF2B5EF4-FFF2-40B4-BE49-F238E27FC236}">
                      <a16:creationId xmlns:a16="http://schemas.microsoft.com/office/drawing/2014/main" id="{20DC32BF-5D23-DD4D-AE84-C7476497F25E}"/>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3" name="Freeform 232">
                  <a:extLst>
                    <a:ext uri="{FF2B5EF4-FFF2-40B4-BE49-F238E27FC236}">
                      <a16:creationId xmlns:a16="http://schemas.microsoft.com/office/drawing/2014/main" id="{14816D5B-C58D-5744-8706-43435764D5C6}"/>
                    </a:ext>
                  </a:extLst>
                </p:cNvPr>
                <p:cNvSpPr>
                  <a:spLocks/>
                </p:cNvSpPr>
                <p:nvPr/>
              </p:nvSpPr>
              <p:spPr bwMode="auto">
                <a:xfrm>
                  <a:off x="906" y="3587"/>
                  <a:ext cx="275" cy="29"/>
                </a:xfrm>
                <a:custGeom>
                  <a:avLst/>
                  <a:gdLst>
                    <a:gd name="T0" fmla="*/ 0 w 275"/>
                    <a:gd name="T1" fmla="*/ 29 h 29"/>
                    <a:gd name="T2" fmla="*/ 32 w 275"/>
                    <a:gd name="T3" fmla="*/ 0 h 29"/>
                    <a:gd name="T4" fmla="*/ 242 w 275"/>
                    <a:gd name="T5" fmla="*/ 0 h 29"/>
                    <a:gd name="T6" fmla="*/ 275 w 275"/>
                    <a:gd name="T7" fmla="*/ 29 h 29"/>
                    <a:gd name="T8" fmla="*/ 0 w 275"/>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29">
                      <a:moveTo>
                        <a:pt x="0" y="29"/>
                      </a:moveTo>
                      <a:lnTo>
                        <a:pt x="32" y="0"/>
                      </a:lnTo>
                      <a:lnTo>
                        <a:pt x="242" y="0"/>
                      </a:lnTo>
                      <a:lnTo>
                        <a:pt x="275" y="29"/>
                      </a:lnTo>
                      <a:lnTo>
                        <a:pt x="0" y="2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94" name="Rectangle 233">
                  <a:extLst>
                    <a:ext uri="{FF2B5EF4-FFF2-40B4-BE49-F238E27FC236}">
                      <a16:creationId xmlns:a16="http://schemas.microsoft.com/office/drawing/2014/main" id="{12F4C922-D28A-3E41-8AB6-55CAA12C8697}"/>
                    </a:ext>
                  </a:extLst>
                </p:cNvPr>
                <p:cNvSpPr>
                  <a:spLocks noChangeArrowheads="1"/>
                </p:cNvSpPr>
                <p:nvPr/>
              </p:nvSpPr>
              <p:spPr bwMode="auto">
                <a:xfrm>
                  <a:off x="907" y="3614"/>
                  <a:ext cx="272" cy="12"/>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grpSp>
      </p:grpSp>
      <p:grpSp>
        <p:nvGrpSpPr>
          <p:cNvPr id="139289" name="Group 234">
            <a:extLst>
              <a:ext uri="{FF2B5EF4-FFF2-40B4-BE49-F238E27FC236}">
                <a16:creationId xmlns:a16="http://schemas.microsoft.com/office/drawing/2014/main" id="{B3EF621B-1AD9-CE4F-97EE-F7498AE912E1}"/>
              </a:ext>
            </a:extLst>
          </p:cNvPr>
          <p:cNvGrpSpPr>
            <a:grpSpLocks/>
          </p:cNvGrpSpPr>
          <p:nvPr/>
        </p:nvGrpSpPr>
        <p:grpSpPr bwMode="auto">
          <a:xfrm>
            <a:off x="3095625" y="4010025"/>
            <a:ext cx="333375" cy="629841"/>
            <a:chOff x="1660" y="3427"/>
            <a:chExt cx="217" cy="339"/>
          </a:xfrm>
        </p:grpSpPr>
        <p:grpSp>
          <p:nvGrpSpPr>
            <p:cNvPr id="139361" name="Group 235">
              <a:extLst>
                <a:ext uri="{FF2B5EF4-FFF2-40B4-BE49-F238E27FC236}">
                  <a16:creationId xmlns:a16="http://schemas.microsoft.com/office/drawing/2014/main" id="{6FF30072-8B5D-2C40-BD5A-F11102CF5FA7}"/>
                </a:ext>
              </a:extLst>
            </p:cNvPr>
            <p:cNvGrpSpPr>
              <a:grpSpLocks/>
            </p:cNvGrpSpPr>
            <p:nvPr/>
          </p:nvGrpSpPr>
          <p:grpSpPr bwMode="auto">
            <a:xfrm>
              <a:off x="1665" y="3433"/>
              <a:ext cx="212" cy="333"/>
              <a:chOff x="1665" y="3433"/>
              <a:chExt cx="212" cy="333"/>
            </a:xfrm>
          </p:grpSpPr>
          <p:sp>
            <p:nvSpPr>
              <p:cNvPr id="139372" name="Freeform 236">
                <a:extLst>
                  <a:ext uri="{FF2B5EF4-FFF2-40B4-BE49-F238E27FC236}">
                    <a16:creationId xmlns:a16="http://schemas.microsoft.com/office/drawing/2014/main" id="{FC906F9A-69FD-5944-88FE-D7C72A6600DA}"/>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3" name="Freeform 237">
                <a:extLst>
                  <a:ext uri="{FF2B5EF4-FFF2-40B4-BE49-F238E27FC236}">
                    <a16:creationId xmlns:a16="http://schemas.microsoft.com/office/drawing/2014/main" id="{BC63CBFA-F509-0747-AD49-A36BD76EEB41}"/>
                  </a:ext>
                </a:extLst>
              </p:cNvPr>
              <p:cNvSpPr>
                <a:spLocks/>
              </p:cNvSpPr>
              <p:nvPr/>
            </p:nvSpPr>
            <p:spPr bwMode="auto">
              <a:xfrm>
                <a:off x="1731" y="3433"/>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4" name="Freeform 238">
                <a:extLst>
                  <a:ext uri="{FF2B5EF4-FFF2-40B4-BE49-F238E27FC236}">
                    <a16:creationId xmlns:a16="http://schemas.microsoft.com/office/drawing/2014/main" id="{92205F20-B830-1143-807B-8325386C91BC}"/>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5" name="Freeform 239">
                <a:extLst>
                  <a:ext uri="{FF2B5EF4-FFF2-40B4-BE49-F238E27FC236}">
                    <a16:creationId xmlns:a16="http://schemas.microsoft.com/office/drawing/2014/main" id="{9F9B1C1B-2A87-604C-9187-E3C359C1174E}"/>
                  </a:ext>
                </a:extLst>
              </p:cNvPr>
              <p:cNvSpPr>
                <a:spLocks/>
              </p:cNvSpPr>
              <p:nvPr/>
            </p:nvSpPr>
            <p:spPr bwMode="auto">
              <a:xfrm>
                <a:off x="1665" y="3433"/>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76" name="Rectangle 240">
                <a:extLst>
                  <a:ext uri="{FF2B5EF4-FFF2-40B4-BE49-F238E27FC236}">
                    <a16:creationId xmlns:a16="http://schemas.microsoft.com/office/drawing/2014/main" id="{B2303C2E-FC23-6549-A877-E8C7B4C6B8FB}"/>
                  </a:ext>
                </a:extLst>
              </p:cNvPr>
              <p:cNvSpPr>
                <a:spLocks noChangeArrowheads="1"/>
              </p:cNvSpPr>
              <p:nvPr/>
            </p:nvSpPr>
            <p:spPr bwMode="auto">
              <a:xfrm>
                <a:off x="1665" y="3496"/>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77" name="Rectangle 241">
                <a:extLst>
                  <a:ext uri="{FF2B5EF4-FFF2-40B4-BE49-F238E27FC236}">
                    <a16:creationId xmlns:a16="http://schemas.microsoft.com/office/drawing/2014/main" id="{9F04F0A9-30BA-B94F-9042-575C1A62F0EE}"/>
                  </a:ext>
                </a:extLst>
              </p:cNvPr>
              <p:cNvSpPr>
                <a:spLocks noChangeArrowheads="1"/>
              </p:cNvSpPr>
              <p:nvPr/>
            </p:nvSpPr>
            <p:spPr bwMode="auto">
              <a:xfrm>
                <a:off x="1671" y="3509"/>
                <a:ext cx="65"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78" name="Line 242">
                <a:extLst>
                  <a:ext uri="{FF2B5EF4-FFF2-40B4-BE49-F238E27FC236}">
                    <a16:creationId xmlns:a16="http://schemas.microsoft.com/office/drawing/2014/main" id="{08D58DEB-E697-5A41-BD34-726754404909}"/>
                  </a:ext>
                </a:extLst>
              </p:cNvPr>
              <p:cNvSpPr>
                <a:spLocks noChangeShapeType="1"/>
              </p:cNvSpPr>
              <p:nvPr/>
            </p:nvSpPr>
            <p:spPr bwMode="auto">
              <a:xfrm>
                <a:off x="1676" y="3534"/>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9" name="Line 243">
                <a:extLst>
                  <a:ext uri="{FF2B5EF4-FFF2-40B4-BE49-F238E27FC236}">
                    <a16:creationId xmlns:a16="http://schemas.microsoft.com/office/drawing/2014/main" id="{97B7F50A-6638-CE40-92BF-E074231A2416}"/>
                  </a:ext>
                </a:extLst>
              </p:cNvPr>
              <p:cNvSpPr>
                <a:spLocks noChangeShapeType="1"/>
              </p:cNvSpPr>
              <p:nvPr/>
            </p:nvSpPr>
            <p:spPr bwMode="auto">
              <a:xfrm flipH="1">
                <a:off x="1665" y="3709"/>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80" name="Line 244">
                <a:extLst>
                  <a:ext uri="{FF2B5EF4-FFF2-40B4-BE49-F238E27FC236}">
                    <a16:creationId xmlns:a16="http://schemas.microsoft.com/office/drawing/2014/main" id="{D7777DA9-F181-1541-A0D4-E817A23E2AC6}"/>
                  </a:ext>
                </a:extLst>
              </p:cNvPr>
              <p:cNvSpPr>
                <a:spLocks noChangeShapeType="1"/>
              </p:cNvSpPr>
              <p:nvPr/>
            </p:nvSpPr>
            <p:spPr bwMode="auto">
              <a:xfrm flipH="1">
                <a:off x="1665" y="3596"/>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362" name="Group 245">
              <a:extLst>
                <a:ext uri="{FF2B5EF4-FFF2-40B4-BE49-F238E27FC236}">
                  <a16:creationId xmlns:a16="http://schemas.microsoft.com/office/drawing/2014/main" id="{E7545AD6-E04A-BF46-9448-0D9E3DA47D84}"/>
                </a:ext>
              </a:extLst>
            </p:cNvPr>
            <p:cNvGrpSpPr>
              <a:grpSpLocks/>
            </p:cNvGrpSpPr>
            <p:nvPr/>
          </p:nvGrpSpPr>
          <p:grpSpPr bwMode="auto">
            <a:xfrm>
              <a:off x="1660" y="3427"/>
              <a:ext cx="212" cy="333"/>
              <a:chOff x="1660" y="3427"/>
              <a:chExt cx="212" cy="333"/>
            </a:xfrm>
          </p:grpSpPr>
          <p:sp>
            <p:nvSpPr>
              <p:cNvPr id="139363" name="Freeform 246">
                <a:extLst>
                  <a:ext uri="{FF2B5EF4-FFF2-40B4-BE49-F238E27FC236}">
                    <a16:creationId xmlns:a16="http://schemas.microsoft.com/office/drawing/2014/main" id="{0E09AC02-3EE5-B94C-B0C2-A608FA45A922}"/>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4" name="Freeform 247">
                <a:extLst>
                  <a:ext uri="{FF2B5EF4-FFF2-40B4-BE49-F238E27FC236}">
                    <a16:creationId xmlns:a16="http://schemas.microsoft.com/office/drawing/2014/main" id="{75105498-41BE-BA4E-92DE-20EA85E38272}"/>
                  </a:ext>
                </a:extLst>
              </p:cNvPr>
              <p:cNvSpPr>
                <a:spLocks/>
              </p:cNvSpPr>
              <p:nvPr/>
            </p:nvSpPr>
            <p:spPr bwMode="auto">
              <a:xfrm>
                <a:off x="1726" y="3427"/>
                <a:ext cx="146" cy="333"/>
              </a:xfrm>
              <a:custGeom>
                <a:avLst/>
                <a:gdLst>
                  <a:gd name="T0" fmla="*/ 50 w 146"/>
                  <a:gd name="T1" fmla="*/ 333 h 333"/>
                  <a:gd name="T2" fmla="*/ 0 w 146"/>
                  <a:gd name="T3" fmla="*/ 50 h 333"/>
                  <a:gd name="T4" fmla="*/ 146 w 146"/>
                  <a:gd name="T5" fmla="*/ 0 h 333"/>
                  <a:gd name="T6" fmla="*/ 146 w 146"/>
                  <a:gd name="T7" fmla="*/ 270 h 333"/>
                  <a:gd name="T8" fmla="*/ 50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0" y="333"/>
                    </a:moveTo>
                    <a:lnTo>
                      <a:pt x="0" y="50"/>
                    </a:lnTo>
                    <a:lnTo>
                      <a:pt x="146" y="0"/>
                    </a:lnTo>
                    <a:lnTo>
                      <a:pt x="146" y="270"/>
                    </a:lnTo>
                    <a:lnTo>
                      <a:pt x="50" y="333"/>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5" name="Freeform 248">
                <a:extLst>
                  <a:ext uri="{FF2B5EF4-FFF2-40B4-BE49-F238E27FC236}">
                    <a16:creationId xmlns:a16="http://schemas.microsoft.com/office/drawing/2014/main" id="{7BE07358-C765-7C4B-BE85-E52F0AE7F355}"/>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6" name="Freeform 249">
                <a:extLst>
                  <a:ext uri="{FF2B5EF4-FFF2-40B4-BE49-F238E27FC236}">
                    <a16:creationId xmlns:a16="http://schemas.microsoft.com/office/drawing/2014/main" id="{E40A56D4-60EF-E948-8C17-40FF4F865AA1}"/>
                  </a:ext>
                </a:extLst>
              </p:cNvPr>
              <p:cNvSpPr>
                <a:spLocks/>
              </p:cNvSpPr>
              <p:nvPr/>
            </p:nvSpPr>
            <p:spPr bwMode="auto">
              <a:xfrm>
                <a:off x="1660" y="3427"/>
                <a:ext cx="212" cy="63"/>
              </a:xfrm>
              <a:custGeom>
                <a:avLst/>
                <a:gdLst>
                  <a:gd name="T0" fmla="*/ 0 w 212"/>
                  <a:gd name="T1" fmla="*/ 63 h 63"/>
                  <a:gd name="T2" fmla="*/ 91 w 212"/>
                  <a:gd name="T3" fmla="*/ 0 h 63"/>
                  <a:gd name="T4" fmla="*/ 212 w 212"/>
                  <a:gd name="T5" fmla="*/ 0 h 63"/>
                  <a:gd name="T6" fmla="*/ 116 w 212"/>
                  <a:gd name="T7" fmla="*/ 63 h 63"/>
                  <a:gd name="T8" fmla="*/ 0 w 212"/>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 h="63">
                    <a:moveTo>
                      <a:pt x="0" y="63"/>
                    </a:moveTo>
                    <a:lnTo>
                      <a:pt x="91" y="0"/>
                    </a:lnTo>
                    <a:lnTo>
                      <a:pt x="212"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67" name="Rectangle 250">
                <a:extLst>
                  <a:ext uri="{FF2B5EF4-FFF2-40B4-BE49-F238E27FC236}">
                    <a16:creationId xmlns:a16="http://schemas.microsoft.com/office/drawing/2014/main" id="{59C41BFF-541F-EE43-AB05-EAEF04F034D5}"/>
                  </a:ext>
                </a:extLst>
              </p:cNvPr>
              <p:cNvSpPr>
                <a:spLocks noChangeArrowheads="1"/>
              </p:cNvSpPr>
              <p:nvPr/>
            </p:nvSpPr>
            <p:spPr bwMode="auto">
              <a:xfrm>
                <a:off x="1660" y="3490"/>
                <a:ext cx="116" cy="270"/>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68" name="Rectangle 251">
                <a:extLst>
                  <a:ext uri="{FF2B5EF4-FFF2-40B4-BE49-F238E27FC236}">
                    <a16:creationId xmlns:a16="http://schemas.microsoft.com/office/drawing/2014/main" id="{071BF791-A75E-0E4B-BFF6-B4FEAD8BA220}"/>
                  </a:ext>
                </a:extLst>
              </p:cNvPr>
              <p:cNvSpPr>
                <a:spLocks noChangeArrowheads="1"/>
              </p:cNvSpPr>
              <p:nvPr/>
            </p:nvSpPr>
            <p:spPr bwMode="auto">
              <a:xfrm>
                <a:off x="1665" y="3502"/>
                <a:ext cx="66"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69" name="Line 252">
                <a:extLst>
                  <a:ext uri="{FF2B5EF4-FFF2-40B4-BE49-F238E27FC236}">
                    <a16:creationId xmlns:a16="http://schemas.microsoft.com/office/drawing/2014/main" id="{47A10BE0-4BE3-E24C-A49D-BA79C2BB9073}"/>
                  </a:ext>
                </a:extLst>
              </p:cNvPr>
              <p:cNvSpPr>
                <a:spLocks noChangeShapeType="1"/>
              </p:cNvSpPr>
              <p:nvPr/>
            </p:nvSpPr>
            <p:spPr bwMode="auto">
              <a:xfrm>
                <a:off x="1676" y="3521"/>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0" name="Line 253">
                <a:extLst>
                  <a:ext uri="{FF2B5EF4-FFF2-40B4-BE49-F238E27FC236}">
                    <a16:creationId xmlns:a16="http://schemas.microsoft.com/office/drawing/2014/main" id="{4443F8B9-EB4A-9D43-9B0A-1EDDDFED9FDF}"/>
                  </a:ext>
                </a:extLst>
              </p:cNvPr>
              <p:cNvSpPr>
                <a:spLocks noChangeShapeType="1"/>
              </p:cNvSpPr>
              <p:nvPr/>
            </p:nvSpPr>
            <p:spPr bwMode="auto">
              <a:xfrm flipH="1">
                <a:off x="1665" y="3703"/>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71" name="Line 254">
                <a:extLst>
                  <a:ext uri="{FF2B5EF4-FFF2-40B4-BE49-F238E27FC236}">
                    <a16:creationId xmlns:a16="http://schemas.microsoft.com/office/drawing/2014/main" id="{2E21831E-FD8A-B240-B4B9-9648AC2BAA7A}"/>
                  </a:ext>
                </a:extLst>
              </p:cNvPr>
              <p:cNvSpPr>
                <a:spLocks noChangeShapeType="1"/>
              </p:cNvSpPr>
              <p:nvPr/>
            </p:nvSpPr>
            <p:spPr bwMode="auto">
              <a:xfrm flipH="1">
                <a:off x="1665" y="3590"/>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90" name="Rectangle 255">
            <a:extLst>
              <a:ext uri="{FF2B5EF4-FFF2-40B4-BE49-F238E27FC236}">
                <a16:creationId xmlns:a16="http://schemas.microsoft.com/office/drawing/2014/main" id="{C8C645A4-F28C-0B44-9F97-7E80172D761A}"/>
              </a:ext>
            </a:extLst>
          </p:cNvPr>
          <p:cNvSpPr>
            <a:spLocks noChangeArrowheads="1"/>
          </p:cNvSpPr>
          <p:nvPr/>
        </p:nvSpPr>
        <p:spPr bwMode="auto">
          <a:xfrm>
            <a:off x="2920603" y="2849166"/>
            <a:ext cx="642938"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1" name="Rectangle 256">
            <a:extLst>
              <a:ext uri="{FF2B5EF4-FFF2-40B4-BE49-F238E27FC236}">
                <a16:creationId xmlns:a16="http://schemas.microsoft.com/office/drawing/2014/main" id="{30CCDC1A-ABFB-9748-9E76-55EB35AA16E4}"/>
              </a:ext>
            </a:extLst>
          </p:cNvPr>
          <p:cNvSpPr>
            <a:spLocks noChangeArrowheads="1"/>
          </p:cNvSpPr>
          <p:nvPr/>
        </p:nvSpPr>
        <p:spPr bwMode="auto">
          <a:xfrm>
            <a:off x="2995613" y="295394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a:t>
            </a:r>
          </a:p>
        </p:txBody>
      </p:sp>
      <p:sp>
        <p:nvSpPr>
          <p:cNvPr id="139292" name="Rectangle 257">
            <a:extLst>
              <a:ext uri="{FF2B5EF4-FFF2-40B4-BE49-F238E27FC236}">
                <a16:creationId xmlns:a16="http://schemas.microsoft.com/office/drawing/2014/main" id="{86FE6AB9-4412-4744-8F2C-5F485A2D09AD}"/>
              </a:ext>
            </a:extLst>
          </p:cNvPr>
          <p:cNvSpPr>
            <a:spLocks noChangeArrowheads="1"/>
          </p:cNvSpPr>
          <p:nvPr/>
        </p:nvSpPr>
        <p:spPr bwMode="auto">
          <a:xfrm>
            <a:off x="3537348" y="4374357"/>
            <a:ext cx="806053" cy="46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3" name="Rectangle 258">
            <a:extLst>
              <a:ext uri="{FF2B5EF4-FFF2-40B4-BE49-F238E27FC236}">
                <a16:creationId xmlns:a16="http://schemas.microsoft.com/office/drawing/2014/main" id="{924B161C-1756-4441-888B-A79C49F03E80}"/>
              </a:ext>
            </a:extLst>
          </p:cNvPr>
          <p:cNvSpPr>
            <a:spLocks noChangeArrowheads="1"/>
          </p:cNvSpPr>
          <p:nvPr/>
        </p:nvSpPr>
        <p:spPr bwMode="auto">
          <a:xfrm>
            <a:off x="3781128" y="4462463"/>
            <a:ext cx="15388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校园网的高速缓存</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（代理服务器）</a:t>
            </a:r>
          </a:p>
        </p:txBody>
      </p:sp>
      <p:grpSp>
        <p:nvGrpSpPr>
          <p:cNvPr id="139294" name="Group 259">
            <a:extLst>
              <a:ext uri="{FF2B5EF4-FFF2-40B4-BE49-F238E27FC236}">
                <a16:creationId xmlns:a16="http://schemas.microsoft.com/office/drawing/2014/main" id="{E79A56E9-06DA-7047-ACE0-DC713A474BBC}"/>
              </a:ext>
            </a:extLst>
          </p:cNvPr>
          <p:cNvGrpSpPr>
            <a:grpSpLocks/>
          </p:cNvGrpSpPr>
          <p:nvPr/>
        </p:nvGrpSpPr>
        <p:grpSpPr bwMode="auto">
          <a:xfrm>
            <a:off x="7196138" y="2409825"/>
            <a:ext cx="294085" cy="496491"/>
            <a:chOff x="4305" y="2335"/>
            <a:chExt cx="216" cy="339"/>
          </a:xfrm>
        </p:grpSpPr>
        <p:grpSp>
          <p:nvGrpSpPr>
            <p:cNvPr id="139341" name="Group 260">
              <a:extLst>
                <a:ext uri="{FF2B5EF4-FFF2-40B4-BE49-F238E27FC236}">
                  <a16:creationId xmlns:a16="http://schemas.microsoft.com/office/drawing/2014/main" id="{A4E2A88C-883E-3343-8171-C220B93AEADA}"/>
                </a:ext>
              </a:extLst>
            </p:cNvPr>
            <p:cNvGrpSpPr>
              <a:grpSpLocks/>
            </p:cNvGrpSpPr>
            <p:nvPr/>
          </p:nvGrpSpPr>
          <p:grpSpPr bwMode="auto">
            <a:xfrm>
              <a:off x="4310" y="2341"/>
              <a:ext cx="211" cy="333"/>
              <a:chOff x="4310" y="2341"/>
              <a:chExt cx="211" cy="333"/>
            </a:xfrm>
          </p:grpSpPr>
          <p:sp>
            <p:nvSpPr>
              <p:cNvPr id="139352" name="Freeform 261">
                <a:extLst>
                  <a:ext uri="{FF2B5EF4-FFF2-40B4-BE49-F238E27FC236}">
                    <a16:creationId xmlns:a16="http://schemas.microsoft.com/office/drawing/2014/main" id="{E15D45BA-F864-AF46-8E33-9022FD3E74A2}"/>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3" name="Freeform 262">
                <a:extLst>
                  <a:ext uri="{FF2B5EF4-FFF2-40B4-BE49-F238E27FC236}">
                    <a16:creationId xmlns:a16="http://schemas.microsoft.com/office/drawing/2014/main" id="{8A106553-FD35-6549-B417-E2E4D6675938}"/>
                  </a:ext>
                </a:extLst>
              </p:cNvPr>
              <p:cNvSpPr>
                <a:spLocks/>
              </p:cNvSpPr>
              <p:nvPr/>
            </p:nvSpPr>
            <p:spPr bwMode="auto">
              <a:xfrm>
                <a:off x="4375" y="2341"/>
                <a:ext cx="146" cy="333"/>
              </a:xfrm>
              <a:custGeom>
                <a:avLst/>
                <a:gdLst>
                  <a:gd name="T0" fmla="*/ 51 w 146"/>
                  <a:gd name="T1" fmla="*/ 333 h 333"/>
                  <a:gd name="T2" fmla="*/ 0 w 146"/>
                  <a:gd name="T3" fmla="*/ 50 h 333"/>
                  <a:gd name="T4" fmla="*/ 146 w 146"/>
                  <a:gd name="T5" fmla="*/ 0 h 333"/>
                  <a:gd name="T6" fmla="*/ 146 w 146"/>
                  <a:gd name="T7" fmla="*/ 270 h 333"/>
                  <a:gd name="T8" fmla="*/ 51 w 146"/>
                  <a:gd name="T9" fmla="*/ 333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3">
                    <a:moveTo>
                      <a:pt x="51" y="333"/>
                    </a:moveTo>
                    <a:lnTo>
                      <a:pt x="0" y="50"/>
                    </a:lnTo>
                    <a:lnTo>
                      <a:pt x="146" y="0"/>
                    </a:lnTo>
                    <a:lnTo>
                      <a:pt x="146" y="270"/>
                    </a:lnTo>
                    <a:lnTo>
                      <a:pt x="51" y="3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4" name="Freeform 263">
                <a:extLst>
                  <a:ext uri="{FF2B5EF4-FFF2-40B4-BE49-F238E27FC236}">
                    <a16:creationId xmlns:a16="http://schemas.microsoft.com/office/drawing/2014/main" id="{C8D72A51-2821-574E-839A-364850435875}"/>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5" name="Freeform 264">
                <a:extLst>
                  <a:ext uri="{FF2B5EF4-FFF2-40B4-BE49-F238E27FC236}">
                    <a16:creationId xmlns:a16="http://schemas.microsoft.com/office/drawing/2014/main" id="{89F7214F-A79D-6844-A27D-202910DDF0B8}"/>
                  </a:ext>
                </a:extLst>
              </p:cNvPr>
              <p:cNvSpPr>
                <a:spLocks/>
              </p:cNvSpPr>
              <p:nvPr/>
            </p:nvSpPr>
            <p:spPr bwMode="auto">
              <a:xfrm>
                <a:off x="4310" y="2341"/>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56" name="Rectangle 265">
                <a:extLst>
                  <a:ext uri="{FF2B5EF4-FFF2-40B4-BE49-F238E27FC236}">
                    <a16:creationId xmlns:a16="http://schemas.microsoft.com/office/drawing/2014/main" id="{0C7A4672-51D6-564A-B6D2-FBF884746B75}"/>
                  </a:ext>
                </a:extLst>
              </p:cNvPr>
              <p:cNvSpPr>
                <a:spLocks noChangeArrowheads="1"/>
              </p:cNvSpPr>
              <p:nvPr/>
            </p:nvSpPr>
            <p:spPr bwMode="auto">
              <a:xfrm>
                <a:off x="4310" y="2404"/>
                <a:ext cx="116" cy="27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57" name="Rectangle 266">
                <a:extLst>
                  <a:ext uri="{FF2B5EF4-FFF2-40B4-BE49-F238E27FC236}">
                    <a16:creationId xmlns:a16="http://schemas.microsoft.com/office/drawing/2014/main" id="{6F89738B-1148-014B-A4C0-201647C9F39C}"/>
                  </a:ext>
                </a:extLst>
              </p:cNvPr>
              <p:cNvSpPr>
                <a:spLocks noChangeArrowheads="1"/>
              </p:cNvSpPr>
              <p:nvPr/>
            </p:nvSpPr>
            <p:spPr bwMode="auto">
              <a:xfrm>
                <a:off x="4315" y="2416"/>
                <a:ext cx="65"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58" name="Line 267">
                <a:extLst>
                  <a:ext uri="{FF2B5EF4-FFF2-40B4-BE49-F238E27FC236}">
                    <a16:creationId xmlns:a16="http://schemas.microsoft.com/office/drawing/2014/main" id="{9EE9DB20-2267-C140-9BA3-9D70E55A0CCA}"/>
                  </a:ext>
                </a:extLst>
              </p:cNvPr>
              <p:cNvSpPr>
                <a:spLocks noChangeShapeType="1"/>
              </p:cNvSpPr>
              <p:nvPr/>
            </p:nvSpPr>
            <p:spPr bwMode="auto">
              <a:xfrm>
                <a:off x="4320" y="2441"/>
                <a:ext cx="50"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9" name="Line 268">
                <a:extLst>
                  <a:ext uri="{FF2B5EF4-FFF2-40B4-BE49-F238E27FC236}">
                    <a16:creationId xmlns:a16="http://schemas.microsoft.com/office/drawing/2014/main" id="{4C53DDD6-26F9-6B41-A396-DA4092462901}"/>
                  </a:ext>
                </a:extLst>
              </p:cNvPr>
              <p:cNvSpPr>
                <a:spLocks noChangeShapeType="1"/>
              </p:cNvSpPr>
              <p:nvPr/>
            </p:nvSpPr>
            <p:spPr bwMode="auto">
              <a:xfrm flipH="1">
                <a:off x="4310" y="2617"/>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60" name="Line 269">
                <a:extLst>
                  <a:ext uri="{FF2B5EF4-FFF2-40B4-BE49-F238E27FC236}">
                    <a16:creationId xmlns:a16="http://schemas.microsoft.com/office/drawing/2014/main" id="{D4FED0FB-D3E0-DF49-A81E-DE88A5622892}"/>
                  </a:ext>
                </a:extLst>
              </p:cNvPr>
              <p:cNvSpPr>
                <a:spLocks noChangeShapeType="1"/>
              </p:cNvSpPr>
              <p:nvPr/>
            </p:nvSpPr>
            <p:spPr bwMode="auto">
              <a:xfrm flipH="1">
                <a:off x="4310" y="2504"/>
                <a:ext cx="11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9342" name="Group 270">
              <a:extLst>
                <a:ext uri="{FF2B5EF4-FFF2-40B4-BE49-F238E27FC236}">
                  <a16:creationId xmlns:a16="http://schemas.microsoft.com/office/drawing/2014/main" id="{852B80C1-969C-4648-97E7-5EF6C8894258}"/>
                </a:ext>
              </a:extLst>
            </p:cNvPr>
            <p:cNvGrpSpPr>
              <a:grpSpLocks/>
            </p:cNvGrpSpPr>
            <p:nvPr/>
          </p:nvGrpSpPr>
          <p:grpSpPr bwMode="auto">
            <a:xfrm>
              <a:off x="4305" y="2335"/>
              <a:ext cx="211" cy="332"/>
              <a:chOff x="4305" y="2335"/>
              <a:chExt cx="211" cy="332"/>
            </a:xfrm>
          </p:grpSpPr>
          <p:sp>
            <p:nvSpPr>
              <p:cNvPr id="139343" name="Freeform 271">
                <a:extLst>
                  <a:ext uri="{FF2B5EF4-FFF2-40B4-BE49-F238E27FC236}">
                    <a16:creationId xmlns:a16="http://schemas.microsoft.com/office/drawing/2014/main" id="{8FEA0211-A171-6649-8DFA-53CF4C8BCC9A}"/>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4" name="Freeform 272">
                <a:extLst>
                  <a:ext uri="{FF2B5EF4-FFF2-40B4-BE49-F238E27FC236}">
                    <a16:creationId xmlns:a16="http://schemas.microsoft.com/office/drawing/2014/main" id="{503B59FB-8CE4-2644-906A-72265F67F561}"/>
                  </a:ext>
                </a:extLst>
              </p:cNvPr>
              <p:cNvSpPr>
                <a:spLocks/>
              </p:cNvSpPr>
              <p:nvPr/>
            </p:nvSpPr>
            <p:spPr bwMode="auto">
              <a:xfrm>
                <a:off x="4370" y="2335"/>
                <a:ext cx="146" cy="332"/>
              </a:xfrm>
              <a:custGeom>
                <a:avLst/>
                <a:gdLst>
                  <a:gd name="T0" fmla="*/ 51 w 146"/>
                  <a:gd name="T1" fmla="*/ 332 h 332"/>
                  <a:gd name="T2" fmla="*/ 0 w 146"/>
                  <a:gd name="T3" fmla="*/ 50 h 332"/>
                  <a:gd name="T4" fmla="*/ 146 w 146"/>
                  <a:gd name="T5" fmla="*/ 0 h 332"/>
                  <a:gd name="T6" fmla="*/ 146 w 146"/>
                  <a:gd name="T7" fmla="*/ 270 h 332"/>
                  <a:gd name="T8" fmla="*/ 51 w 146"/>
                  <a:gd name="T9" fmla="*/ 332 h 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332">
                    <a:moveTo>
                      <a:pt x="51" y="332"/>
                    </a:moveTo>
                    <a:lnTo>
                      <a:pt x="0" y="50"/>
                    </a:lnTo>
                    <a:lnTo>
                      <a:pt x="146" y="0"/>
                    </a:lnTo>
                    <a:lnTo>
                      <a:pt x="146" y="270"/>
                    </a:lnTo>
                    <a:lnTo>
                      <a:pt x="51" y="332"/>
                    </a:lnTo>
                    <a:close/>
                  </a:path>
                </a:pathLst>
              </a:custGeom>
              <a:solidFill>
                <a:srgbClr val="A5A5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5" name="Freeform 273">
                <a:extLst>
                  <a:ext uri="{FF2B5EF4-FFF2-40B4-BE49-F238E27FC236}">
                    <a16:creationId xmlns:a16="http://schemas.microsoft.com/office/drawing/2014/main" id="{0D362381-2ABC-4A4C-9DA2-DB4B83D09C92}"/>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6" name="Freeform 274">
                <a:extLst>
                  <a:ext uri="{FF2B5EF4-FFF2-40B4-BE49-F238E27FC236}">
                    <a16:creationId xmlns:a16="http://schemas.microsoft.com/office/drawing/2014/main" id="{9697F97F-6F14-3343-B476-A2FCD7A854EB}"/>
                  </a:ext>
                </a:extLst>
              </p:cNvPr>
              <p:cNvSpPr>
                <a:spLocks/>
              </p:cNvSpPr>
              <p:nvPr/>
            </p:nvSpPr>
            <p:spPr bwMode="auto">
              <a:xfrm>
                <a:off x="4305" y="2335"/>
                <a:ext cx="211" cy="63"/>
              </a:xfrm>
              <a:custGeom>
                <a:avLst/>
                <a:gdLst>
                  <a:gd name="T0" fmla="*/ 0 w 211"/>
                  <a:gd name="T1" fmla="*/ 63 h 63"/>
                  <a:gd name="T2" fmla="*/ 91 w 211"/>
                  <a:gd name="T3" fmla="*/ 0 h 63"/>
                  <a:gd name="T4" fmla="*/ 211 w 211"/>
                  <a:gd name="T5" fmla="*/ 0 h 63"/>
                  <a:gd name="T6" fmla="*/ 116 w 211"/>
                  <a:gd name="T7" fmla="*/ 63 h 63"/>
                  <a:gd name="T8" fmla="*/ 0 w 211"/>
                  <a:gd name="T9" fmla="*/ 63 h 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 h="63">
                    <a:moveTo>
                      <a:pt x="0" y="63"/>
                    </a:moveTo>
                    <a:lnTo>
                      <a:pt x="91" y="0"/>
                    </a:lnTo>
                    <a:lnTo>
                      <a:pt x="211" y="0"/>
                    </a:lnTo>
                    <a:lnTo>
                      <a:pt x="116" y="63"/>
                    </a:lnTo>
                    <a:lnTo>
                      <a:pt x="0" y="6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47" name="Rectangle 275">
                <a:extLst>
                  <a:ext uri="{FF2B5EF4-FFF2-40B4-BE49-F238E27FC236}">
                    <a16:creationId xmlns:a16="http://schemas.microsoft.com/office/drawing/2014/main" id="{A31905E5-8E0F-B54F-B385-FE6351B26998}"/>
                  </a:ext>
                </a:extLst>
              </p:cNvPr>
              <p:cNvSpPr>
                <a:spLocks noChangeArrowheads="1"/>
              </p:cNvSpPr>
              <p:nvPr/>
            </p:nvSpPr>
            <p:spPr bwMode="auto">
              <a:xfrm>
                <a:off x="4305" y="2398"/>
                <a:ext cx="116" cy="26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48" name="Rectangle 276">
                <a:extLst>
                  <a:ext uri="{FF2B5EF4-FFF2-40B4-BE49-F238E27FC236}">
                    <a16:creationId xmlns:a16="http://schemas.microsoft.com/office/drawing/2014/main" id="{F74ED0A6-A50F-224E-91FE-FB0B697D5D24}"/>
                  </a:ext>
                </a:extLst>
              </p:cNvPr>
              <p:cNvSpPr>
                <a:spLocks noChangeArrowheads="1"/>
              </p:cNvSpPr>
              <p:nvPr/>
            </p:nvSpPr>
            <p:spPr bwMode="auto">
              <a:xfrm>
                <a:off x="4310" y="2410"/>
                <a:ext cx="65" cy="44"/>
              </a:xfrm>
              <a:prstGeom prst="rect">
                <a:avLst/>
              </a:prstGeom>
              <a:solidFill>
                <a:srgbClr val="7A7A5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49" name="Line 277">
                <a:extLst>
                  <a:ext uri="{FF2B5EF4-FFF2-40B4-BE49-F238E27FC236}">
                    <a16:creationId xmlns:a16="http://schemas.microsoft.com/office/drawing/2014/main" id="{07B9C17F-0423-B64C-A6A6-D9E8D0C9261A}"/>
                  </a:ext>
                </a:extLst>
              </p:cNvPr>
              <p:cNvSpPr>
                <a:spLocks noChangeShapeType="1"/>
              </p:cNvSpPr>
              <p:nvPr/>
            </p:nvSpPr>
            <p:spPr bwMode="auto">
              <a:xfrm>
                <a:off x="4320" y="2429"/>
                <a:ext cx="40"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0" name="Line 278">
                <a:extLst>
                  <a:ext uri="{FF2B5EF4-FFF2-40B4-BE49-F238E27FC236}">
                    <a16:creationId xmlns:a16="http://schemas.microsoft.com/office/drawing/2014/main" id="{17F7931C-4DB8-754F-B134-7437C258F10B}"/>
                  </a:ext>
                </a:extLst>
              </p:cNvPr>
              <p:cNvSpPr>
                <a:spLocks noChangeShapeType="1"/>
              </p:cNvSpPr>
              <p:nvPr/>
            </p:nvSpPr>
            <p:spPr bwMode="auto">
              <a:xfrm flipH="1">
                <a:off x="4310" y="2611"/>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51" name="Line 279">
                <a:extLst>
                  <a:ext uri="{FF2B5EF4-FFF2-40B4-BE49-F238E27FC236}">
                    <a16:creationId xmlns:a16="http://schemas.microsoft.com/office/drawing/2014/main" id="{44587452-8C44-824B-9B0A-01A97C05A8BB}"/>
                  </a:ext>
                </a:extLst>
              </p:cNvPr>
              <p:cNvSpPr>
                <a:spLocks noChangeShapeType="1"/>
              </p:cNvSpPr>
              <p:nvPr/>
            </p:nvSpPr>
            <p:spPr bwMode="auto">
              <a:xfrm flipH="1">
                <a:off x="4310" y="2498"/>
                <a:ext cx="106" cy="1"/>
              </a:xfrm>
              <a:prstGeom prst="line">
                <a:avLst/>
              </a:prstGeom>
              <a:noFill/>
              <a:ln w="7938">
                <a:solidFill>
                  <a:srgbClr val="31312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9295" name="Rectangle 280">
            <a:extLst>
              <a:ext uri="{FF2B5EF4-FFF2-40B4-BE49-F238E27FC236}">
                <a16:creationId xmlns:a16="http://schemas.microsoft.com/office/drawing/2014/main" id="{94B1A6D7-B016-D140-AF68-005238166E89}"/>
              </a:ext>
            </a:extLst>
          </p:cNvPr>
          <p:cNvSpPr>
            <a:spLocks noChangeArrowheads="1"/>
          </p:cNvSpPr>
          <p:nvPr/>
        </p:nvSpPr>
        <p:spPr bwMode="auto">
          <a:xfrm>
            <a:off x="6229350" y="2530079"/>
            <a:ext cx="9618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源点服务器</a:t>
            </a:r>
          </a:p>
        </p:txBody>
      </p:sp>
      <p:sp>
        <p:nvSpPr>
          <p:cNvPr id="139296" name="Rectangle 281">
            <a:extLst>
              <a:ext uri="{FF2B5EF4-FFF2-40B4-BE49-F238E27FC236}">
                <a16:creationId xmlns:a16="http://schemas.microsoft.com/office/drawing/2014/main" id="{A6CC5990-2BBD-5F4D-AEB0-85B544829A90}"/>
              </a:ext>
            </a:extLst>
          </p:cNvPr>
          <p:cNvSpPr>
            <a:spLocks noChangeArrowheads="1"/>
          </p:cNvSpPr>
          <p:nvPr/>
        </p:nvSpPr>
        <p:spPr bwMode="auto">
          <a:xfrm>
            <a:off x="4276726" y="3286125"/>
            <a:ext cx="613172"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297" name="Rectangle 282">
            <a:extLst>
              <a:ext uri="{FF2B5EF4-FFF2-40B4-BE49-F238E27FC236}">
                <a16:creationId xmlns:a16="http://schemas.microsoft.com/office/drawing/2014/main" id="{3AA7D042-EA7B-B847-AF55-A7727D0A3FB4}"/>
              </a:ext>
            </a:extLst>
          </p:cNvPr>
          <p:cNvSpPr>
            <a:spLocks noChangeArrowheads="1"/>
          </p:cNvSpPr>
          <p:nvPr/>
        </p:nvSpPr>
        <p:spPr bwMode="auto">
          <a:xfrm>
            <a:off x="4625579" y="3336131"/>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2 Mb/s</a:t>
            </a:r>
          </a:p>
        </p:txBody>
      </p:sp>
      <p:grpSp>
        <p:nvGrpSpPr>
          <p:cNvPr id="139298" name="Group 283">
            <a:extLst>
              <a:ext uri="{FF2B5EF4-FFF2-40B4-BE49-F238E27FC236}">
                <a16:creationId xmlns:a16="http://schemas.microsoft.com/office/drawing/2014/main" id="{4301A2AE-E49B-1B42-80E2-61AD797895A1}"/>
              </a:ext>
            </a:extLst>
          </p:cNvPr>
          <p:cNvGrpSpPr>
            <a:grpSpLocks/>
          </p:cNvGrpSpPr>
          <p:nvPr/>
        </p:nvGrpSpPr>
        <p:grpSpPr bwMode="auto">
          <a:xfrm>
            <a:off x="3290888" y="4374356"/>
            <a:ext cx="391716" cy="195263"/>
            <a:chOff x="1872" y="3676"/>
            <a:chExt cx="227" cy="136"/>
          </a:xfrm>
        </p:grpSpPr>
        <p:sp>
          <p:nvSpPr>
            <p:cNvPr id="139339" name="Line 284">
              <a:extLst>
                <a:ext uri="{FF2B5EF4-FFF2-40B4-BE49-F238E27FC236}">
                  <a16:creationId xmlns:a16="http://schemas.microsoft.com/office/drawing/2014/main" id="{5D2E54A8-8B2A-E64B-8541-5881997B2C50}"/>
                </a:ext>
              </a:extLst>
            </p:cNvPr>
            <p:cNvSpPr>
              <a:spLocks noChangeShapeType="1"/>
            </p:cNvSpPr>
            <p:nvPr/>
          </p:nvSpPr>
          <p:spPr bwMode="auto">
            <a:xfrm>
              <a:off x="1919" y="3702"/>
              <a:ext cx="180" cy="11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40" name="Freeform 285">
              <a:extLst>
                <a:ext uri="{FF2B5EF4-FFF2-40B4-BE49-F238E27FC236}">
                  <a16:creationId xmlns:a16="http://schemas.microsoft.com/office/drawing/2014/main" id="{17F98B2F-D038-A248-85B7-64DBC10A6637}"/>
                </a:ext>
              </a:extLst>
            </p:cNvPr>
            <p:cNvSpPr>
              <a:spLocks/>
            </p:cNvSpPr>
            <p:nvPr/>
          </p:nvSpPr>
          <p:spPr bwMode="auto">
            <a:xfrm>
              <a:off x="1872" y="3676"/>
              <a:ext cx="62" cy="47"/>
            </a:xfrm>
            <a:custGeom>
              <a:avLst/>
              <a:gdLst>
                <a:gd name="T0" fmla="*/ 62 w 62"/>
                <a:gd name="T1" fmla="*/ 15 h 47"/>
                <a:gd name="T2" fmla="*/ 0 w 62"/>
                <a:gd name="T3" fmla="*/ 0 h 47"/>
                <a:gd name="T4" fmla="*/ 42 w 62"/>
                <a:gd name="T5" fmla="*/ 47 h 47"/>
                <a:gd name="T6" fmla="*/ 62 w 62"/>
                <a:gd name="T7" fmla="*/ 15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 h="47">
                  <a:moveTo>
                    <a:pt x="62" y="15"/>
                  </a:moveTo>
                  <a:lnTo>
                    <a:pt x="0" y="0"/>
                  </a:lnTo>
                  <a:lnTo>
                    <a:pt x="42" y="47"/>
                  </a:lnTo>
                  <a:lnTo>
                    <a:pt x="62" y="15"/>
                  </a:lnTo>
                  <a:close/>
                </a:path>
              </a:pathLst>
            </a:custGeom>
            <a:solidFill>
              <a:srgbClr val="000000"/>
            </a:solidFill>
            <a:ln w="28575" cmpd="sng">
              <a:solidFill>
                <a:srgbClr val="333399"/>
              </a:solidFill>
              <a:round/>
              <a:headEnd/>
              <a:tailEnd/>
            </a:ln>
          </p:spPr>
          <p:txBody>
            <a:bodyPr/>
            <a:lstStyle/>
            <a:p>
              <a:endParaRPr lang="zh-CN" altLang="en-US"/>
            </a:p>
          </p:txBody>
        </p:sp>
      </p:grpSp>
      <p:grpSp>
        <p:nvGrpSpPr>
          <p:cNvPr id="139299" name="Group 286">
            <a:extLst>
              <a:ext uri="{FF2B5EF4-FFF2-40B4-BE49-F238E27FC236}">
                <a16:creationId xmlns:a16="http://schemas.microsoft.com/office/drawing/2014/main" id="{D59DDB51-6414-FE48-B81B-C929FB9852EB}"/>
              </a:ext>
            </a:extLst>
          </p:cNvPr>
          <p:cNvGrpSpPr>
            <a:grpSpLocks/>
          </p:cNvGrpSpPr>
          <p:nvPr/>
        </p:nvGrpSpPr>
        <p:grpSpPr bwMode="auto">
          <a:xfrm>
            <a:off x="5695950" y="3432572"/>
            <a:ext cx="420291" cy="280988"/>
            <a:chOff x="3202" y="3033"/>
            <a:chExt cx="309" cy="192"/>
          </a:xfrm>
        </p:grpSpPr>
        <p:sp>
          <p:nvSpPr>
            <p:cNvPr id="139314" name="Oval 287">
              <a:extLst>
                <a:ext uri="{FF2B5EF4-FFF2-40B4-BE49-F238E27FC236}">
                  <a16:creationId xmlns:a16="http://schemas.microsoft.com/office/drawing/2014/main" id="{0AD42E6F-D322-F74D-96BA-7D83D07A5F4E}"/>
                </a:ext>
              </a:extLst>
            </p:cNvPr>
            <p:cNvSpPr>
              <a:spLocks noChangeArrowheads="1"/>
            </p:cNvSpPr>
            <p:nvPr/>
          </p:nvSpPr>
          <p:spPr bwMode="auto">
            <a:xfrm>
              <a:off x="3203" y="3113"/>
              <a:ext cx="308" cy="112"/>
            </a:xfrm>
            <a:prstGeom prst="ellipse">
              <a:avLst/>
            </a:prstGeom>
            <a:solidFill>
              <a:srgbClr val="0078AA"/>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5" name="Rectangle 288">
              <a:extLst>
                <a:ext uri="{FF2B5EF4-FFF2-40B4-BE49-F238E27FC236}">
                  <a16:creationId xmlns:a16="http://schemas.microsoft.com/office/drawing/2014/main" id="{0917E686-E68B-084B-91E8-8B0E7F1D27E6}"/>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6" name="Rectangle 289">
              <a:extLst>
                <a:ext uri="{FF2B5EF4-FFF2-40B4-BE49-F238E27FC236}">
                  <a16:creationId xmlns:a16="http://schemas.microsoft.com/office/drawing/2014/main" id="{F42D66AC-AF6C-AA42-93F3-37A00154829B}"/>
                </a:ext>
              </a:extLst>
            </p:cNvPr>
            <p:cNvSpPr>
              <a:spLocks noChangeArrowheads="1"/>
            </p:cNvSpPr>
            <p:nvPr/>
          </p:nvSpPr>
          <p:spPr bwMode="auto">
            <a:xfrm>
              <a:off x="3202" y="3090"/>
              <a:ext cx="308" cy="80"/>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17" name="Oval 290">
              <a:extLst>
                <a:ext uri="{FF2B5EF4-FFF2-40B4-BE49-F238E27FC236}">
                  <a16:creationId xmlns:a16="http://schemas.microsoft.com/office/drawing/2014/main" id="{4D982B4C-2E27-1F44-A16F-7B8C5F495C65}"/>
                </a:ext>
              </a:extLst>
            </p:cNvPr>
            <p:cNvSpPr>
              <a:spLocks noChangeArrowheads="1"/>
            </p:cNvSpPr>
            <p:nvPr/>
          </p:nvSpPr>
          <p:spPr bwMode="auto">
            <a:xfrm>
              <a:off x="3203" y="3033"/>
              <a:ext cx="308" cy="112"/>
            </a:xfrm>
            <a:prstGeom prst="ellipse">
              <a:avLst/>
            </a:prstGeom>
            <a:solidFill>
              <a:srgbClr val="00B4FF"/>
            </a:solidFill>
            <a:ln w="3175">
              <a:solidFill>
                <a:srgbClr val="AAE6FF"/>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139318" name="Group 291">
              <a:extLst>
                <a:ext uri="{FF2B5EF4-FFF2-40B4-BE49-F238E27FC236}">
                  <a16:creationId xmlns:a16="http://schemas.microsoft.com/office/drawing/2014/main" id="{53491731-1046-DF4E-B295-AD3D09C9EF67}"/>
                </a:ext>
              </a:extLst>
            </p:cNvPr>
            <p:cNvGrpSpPr>
              <a:grpSpLocks/>
            </p:cNvGrpSpPr>
            <p:nvPr/>
          </p:nvGrpSpPr>
          <p:grpSpPr bwMode="auto">
            <a:xfrm>
              <a:off x="3249" y="3046"/>
              <a:ext cx="214" cy="86"/>
              <a:chOff x="3249" y="3046"/>
              <a:chExt cx="214" cy="86"/>
            </a:xfrm>
          </p:grpSpPr>
          <p:grpSp>
            <p:nvGrpSpPr>
              <p:cNvPr id="139321" name="Group 292">
                <a:extLst>
                  <a:ext uri="{FF2B5EF4-FFF2-40B4-BE49-F238E27FC236}">
                    <a16:creationId xmlns:a16="http://schemas.microsoft.com/office/drawing/2014/main" id="{6E9CAB62-404C-7145-9745-5BDF292F1611}"/>
                  </a:ext>
                </a:extLst>
              </p:cNvPr>
              <p:cNvGrpSpPr>
                <a:grpSpLocks/>
              </p:cNvGrpSpPr>
              <p:nvPr/>
            </p:nvGrpSpPr>
            <p:grpSpPr bwMode="auto">
              <a:xfrm>
                <a:off x="3249" y="3046"/>
                <a:ext cx="212" cy="84"/>
                <a:chOff x="3249" y="3046"/>
                <a:chExt cx="212" cy="84"/>
              </a:xfrm>
            </p:grpSpPr>
            <p:sp>
              <p:nvSpPr>
                <p:cNvPr id="139331" name="Freeform 293">
                  <a:extLst>
                    <a:ext uri="{FF2B5EF4-FFF2-40B4-BE49-F238E27FC236}">
                      <a16:creationId xmlns:a16="http://schemas.microsoft.com/office/drawing/2014/main" id="{758DE451-3757-5842-878D-87B479ADE37E}"/>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2" name="Freeform 294">
                  <a:extLst>
                    <a:ext uri="{FF2B5EF4-FFF2-40B4-BE49-F238E27FC236}">
                      <a16:creationId xmlns:a16="http://schemas.microsoft.com/office/drawing/2014/main" id="{6F854C63-7FAA-8248-98F6-05D10BE387AC}"/>
                    </a:ext>
                  </a:extLst>
                </p:cNvPr>
                <p:cNvSpPr>
                  <a:spLocks/>
                </p:cNvSpPr>
                <p:nvPr/>
              </p:nvSpPr>
              <p:spPr bwMode="auto">
                <a:xfrm>
                  <a:off x="3360" y="3048"/>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3" name="Freeform 295">
                  <a:extLst>
                    <a:ext uri="{FF2B5EF4-FFF2-40B4-BE49-F238E27FC236}">
                      <a16:creationId xmlns:a16="http://schemas.microsoft.com/office/drawing/2014/main" id="{E7082508-7EC0-0C4C-9D35-63F1577B218C}"/>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4" name="Freeform 296">
                  <a:extLst>
                    <a:ext uri="{FF2B5EF4-FFF2-40B4-BE49-F238E27FC236}">
                      <a16:creationId xmlns:a16="http://schemas.microsoft.com/office/drawing/2014/main" id="{04C3A069-D3A5-F64E-926F-605FC366D6CB}"/>
                    </a:ext>
                  </a:extLst>
                </p:cNvPr>
                <p:cNvSpPr>
                  <a:spLocks/>
                </p:cNvSpPr>
                <p:nvPr/>
              </p:nvSpPr>
              <p:spPr bwMode="auto">
                <a:xfrm>
                  <a:off x="3249" y="3090"/>
                  <a:ext cx="102" cy="38"/>
                </a:xfrm>
                <a:custGeom>
                  <a:avLst/>
                  <a:gdLst>
                    <a:gd name="T0" fmla="*/ 102 w 102"/>
                    <a:gd name="T1" fmla="*/ 8 h 38"/>
                    <a:gd name="T2" fmla="*/ 79 w 102"/>
                    <a:gd name="T3" fmla="*/ 0 h 38"/>
                    <a:gd name="T4" fmla="*/ 26 w 102"/>
                    <a:gd name="T5" fmla="*/ 24 h 38"/>
                    <a:gd name="T6" fmla="*/ 0 w 102"/>
                    <a:gd name="T7" fmla="*/ 16 h 38"/>
                    <a:gd name="T8" fmla="*/ 13 w 102"/>
                    <a:gd name="T9" fmla="*/ 38 h 38"/>
                    <a:gd name="T10" fmla="*/ 79 w 102"/>
                    <a:gd name="T11" fmla="*/ 38 h 38"/>
                    <a:gd name="T12" fmla="*/ 51 w 102"/>
                    <a:gd name="T13" fmla="*/ 30 h 38"/>
                    <a:gd name="T14" fmla="*/ 102 w 102"/>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8">
                      <a:moveTo>
                        <a:pt x="102" y="8"/>
                      </a:moveTo>
                      <a:lnTo>
                        <a:pt x="79" y="0"/>
                      </a:lnTo>
                      <a:lnTo>
                        <a:pt x="26" y="24"/>
                      </a:lnTo>
                      <a:lnTo>
                        <a:pt x="0" y="16"/>
                      </a:lnTo>
                      <a:lnTo>
                        <a:pt x="13" y="38"/>
                      </a:lnTo>
                      <a:lnTo>
                        <a:pt x="79" y="38"/>
                      </a:lnTo>
                      <a:lnTo>
                        <a:pt x="51" y="30"/>
                      </a:lnTo>
                      <a:lnTo>
                        <a:pt x="10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5" name="Freeform 297">
                  <a:extLst>
                    <a:ext uri="{FF2B5EF4-FFF2-40B4-BE49-F238E27FC236}">
                      <a16:creationId xmlns:a16="http://schemas.microsoft.com/office/drawing/2014/main" id="{920CABA5-8598-2A4B-9FB5-BD67234BE5E8}"/>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6" name="Freeform 298">
                  <a:extLst>
                    <a:ext uri="{FF2B5EF4-FFF2-40B4-BE49-F238E27FC236}">
                      <a16:creationId xmlns:a16="http://schemas.microsoft.com/office/drawing/2014/main" id="{3469EE70-7814-9B42-A6BB-FF874B841744}"/>
                    </a:ext>
                  </a:extLst>
                </p:cNvPr>
                <p:cNvSpPr>
                  <a:spLocks/>
                </p:cNvSpPr>
                <p:nvPr/>
              </p:nvSpPr>
              <p:spPr bwMode="auto">
                <a:xfrm>
                  <a:off x="3255" y="3046"/>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7" name="Freeform 299">
                  <a:extLst>
                    <a:ext uri="{FF2B5EF4-FFF2-40B4-BE49-F238E27FC236}">
                      <a16:creationId xmlns:a16="http://schemas.microsoft.com/office/drawing/2014/main" id="{E746D28E-CBF5-D24A-AA8C-E59A6FDDE85E}"/>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8" name="Freeform 300">
                  <a:extLst>
                    <a:ext uri="{FF2B5EF4-FFF2-40B4-BE49-F238E27FC236}">
                      <a16:creationId xmlns:a16="http://schemas.microsoft.com/office/drawing/2014/main" id="{07339085-2B42-5441-99F0-773A9292B692}"/>
                    </a:ext>
                  </a:extLst>
                </p:cNvPr>
                <p:cNvSpPr>
                  <a:spLocks/>
                </p:cNvSpPr>
                <p:nvPr/>
              </p:nvSpPr>
              <p:spPr bwMode="auto">
                <a:xfrm>
                  <a:off x="3356" y="3094"/>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9322" name="Group 301">
                <a:extLst>
                  <a:ext uri="{FF2B5EF4-FFF2-40B4-BE49-F238E27FC236}">
                    <a16:creationId xmlns:a16="http://schemas.microsoft.com/office/drawing/2014/main" id="{372E3F7D-9C51-8A4A-AF56-CCFDEBD6ED46}"/>
                  </a:ext>
                </a:extLst>
              </p:cNvPr>
              <p:cNvGrpSpPr>
                <a:grpSpLocks/>
              </p:cNvGrpSpPr>
              <p:nvPr/>
            </p:nvGrpSpPr>
            <p:grpSpPr bwMode="auto">
              <a:xfrm>
                <a:off x="3251" y="3048"/>
                <a:ext cx="212" cy="84"/>
                <a:chOff x="3251" y="3048"/>
                <a:chExt cx="212" cy="84"/>
              </a:xfrm>
            </p:grpSpPr>
            <p:sp>
              <p:nvSpPr>
                <p:cNvPr id="139323" name="Freeform 302">
                  <a:extLst>
                    <a:ext uri="{FF2B5EF4-FFF2-40B4-BE49-F238E27FC236}">
                      <a16:creationId xmlns:a16="http://schemas.microsoft.com/office/drawing/2014/main" id="{2B1BAE69-7088-C845-8351-0570363F5B0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4" name="Freeform 303">
                  <a:extLst>
                    <a:ext uri="{FF2B5EF4-FFF2-40B4-BE49-F238E27FC236}">
                      <a16:creationId xmlns:a16="http://schemas.microsoft.com/office/drawing/2014/main" id="{0B030F0E-88A4-9748-89B0-BE2B52381F53}"/>
                    </a:ext>
                  </a:extLst>
                </p:cNvPr>
                <p:cNvSpPr>
                  <a:spLocks/>
                </p:cNvSpPr>
                <p:nvPr/>
              </p:nvSpPr>
              <p:spPr bwMode="auto">
                <a:xfrm>
                  <a:off x="3362" y="3050"/>
                  <a:ext cx="101" cy="36"/>
                </a:xfrm>
                <a:custGeom>
                  <a:avLst/>
                  <a:gdLst>
                    <a:gd name="T0" fmla="*/ 0 w 101"/>
                    <a:gd name="T1" fmla="*/ 28 h 36"/>
                    <a:gd name="T2" fmla="*/ 22 w 101"/>
                    <a:gd name="T3" fmla="*/ 36 h 36"/>
                    <a:gd name="T4" fmla="*/ 77 w 101"/>
                    <a:gd name="T5" fmla="*/ 12 h 36"/>
                    <a:gd name="T6" fmla="*/ 101 w 101"/>
                    <a:gd name="T7" fmla="*/ 20 h 36"/>
                    <a:gd name="T8" fmla="*/ 88 w 101"/>
                    <a:gd name="T9" fmla="*/ 0 h 36"/>
                    <a:gd name="T10" fmla="*/ 24 w 101"/>
                    <a:gd name="T11" fmla="*/ 0 h 36"/>
                    <a:gd name="T12" fmla="*/ 51 w 101"/>
                    <a:gd name="T13" fmla="*/ 6 h 36"/>
                    <a:gd name="T14" fmla="*/ 0 w 101"/>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28"/>
                      </a:moveTo>
                      <a:lnTo>
                        <a:pt x="22" y="36"/>
                      </a:lnTo>
                      <a:lnTo>
                        <a:pt x="77" y="12"/>
                      </a:lnTo>
                      <a:lnTo>
                        <a:pt x="101" y="20"/>
                      </a:lnTo>
                      <a:lnTo>
                        <a:pt x="88" y="0"/>
                      </a:lnTo>
                      <a:lnTo>
                        <a:pt x="24" y="0"/>
                      </a:lnTo>
                      <a:lnTo>
                        <a:pt x="51" y="6"/>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5" name="Freeform 304">
                  <a:extLst>
                    <a:ext uri="{FF2B5EF4-FFF2-40B4-BE49-F238E27FC236}">
                      <a16:creationId xmlns:a16="http://schemas.microsoft.com/office/drawing/2014/main" id="{E61AADDB-A129-7F42-A349-EC5BE263F140}"/>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6" name="Freeform 305">
                  <a:extLst>
                    <a:ext uri="{FF2B5EF4-FFF2-40B4-BE49-F238E27FC236}">
                      <a16:creationId xmlns:a16="http://schemas.microsoft.com/office/drawing/2014/main" id="{E370BA6E-557A-5E48-88D6-C95128B8FEF8}"/>
                    </a:ext>
                  </a:extLst>
                </p:cNvPr>
                <p:cNvSpPr>
                  <a:spLocks/>
                </p:cNvSpPr>
                <p:nvPr/>
              </p:nvSpPr>
              <p:spPr bwMode="auto">
                <a:xfrm>
                  <a:off x="3251" y="3092"/>
                  <a:ext cx="101" cy="38"/>
                </a:xfrm>
                <a:custGeom>
                  <a:avLst/>
                  <a:gdLst>
                    <a:gd name="T0" fmla="*/ 101 w 101"/>
                    <a:gd name="T1" fmla="*/ 8 h 38"/>
                    <a:gd name="T2" fmla="*/ 79 w 101"/>
                    <a:gd name="T3" fmla="*/ 0 h 38"/>
                    <a:gd name="T4" fmla="*/ 26 w 101"/>
                    <a:gd name="T5" fmla="*/ 24 h 38"/>
                    <a:gd name="T6" fmla="*/ 0 w 101"/>
                    <a:gd name="T7" fmla="*/ 16 h 38"/>
                    <a:gd name="T8" fmla="*/ 13 w 101"/>
                    <a:gd name="T9" fmla="*/ 38 h 38"/>
                    <a:gd name="T10" fmla="*/ 79 w 101"/>
                    <a:gd name="T11" fmla="*/ 38 h 38"/>
                    <a:gd name="T12" fmla="*/ 51 w 101"/>
                    <a:gd name="T13" fmla="*/ 30 h 38"/>
                    <a:gd name="T14" fmla="*/ 101 w 101"/>
                    <a:gd name="T15" fmla="*/ 8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8">
                      <a:moveTo>
                        <a:pt x="101" y="8"/>
                      </a:moveTo>
                      <a:lnTo>
                        <a:pt x="79" y="0"/>
                      </a:lnTo>
                      <a:lnTo>
                        <a:pt x="26" y="24"/>
                      </a:lnTo>
                      <a:lnTo>
                        <a:pt x="0" y="16"/>
                      </a:lnTo>
                      <a:lnTo>
                        <a:pt x="13" y="38"/>
                      </a:lnTo>
                      <a:lnTo>
                        <a:pt x="79" y="38"/>
                      </a:lnTo>
                      <a:lnTo>
                        <a:pt x="51" y="30"/>
                      </a:lnTo>
                      <a:lnTo>
                        <a:pt x="101"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7" name="Freeform 306">
                  <a:extLst>
                    <a:ext uri="{FF2B5EF4-FFF2-40B4-BE49-F238E27FC236}">
                      <a16:creationId xmlns:a16="http://schemas.microsoft.com/office/drawing/2014/main" id="{9B6A81B2-1C52-6545-9E6D-841882575D4E}"/>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8" name="Freeform 307">
                  <a:extLst>
                    <a:ext uri="{FF2B5EF4-FFF2-40B4-BE49-F238E27FC236}">
                      <a16:creationId xmlns:a16="http://schemas.microsoft.com/office/drawing/2014/main" id="{443049BC-67A8-EA48-BE41-AAF4BF8EFCAB}"/>
                    </a:ext>
                  </a:extLst>
                </p:cNvPr>
                <p:cNvSpPr>
                  <a:spLocks/>
                </p:cNvSpPr>
                <p:nvPr/>
              </p:nvSpPr>
              <p:spPr bwMode="auto">
                <a:xfrm>
                  <a:off x="3257" y="3048"/>
                  <a:ext cx="101" cy="36"/>
                </a:xfrm>
                <a:custGeom>
                  <a:avLst/>
                  <a:gdLst>
                    <a:gd name="T0" fmla="*/ 0 w 101"/>
                    <a:gd name="T1" fmla="*/ 8 h 36"/>
                    <a:gd name="T2" fmla="*/ 22 w 101"/>
                    <a:gd name="T3" fmla="*/ 0 h 36"/>
                    <a:gd name="T4" fmla="*/ 77 w 101"/>
                    <a:gd name="T5" fmla="*/ 22 h 36"/>
                    <a:gd name="T6" fmla="*/ 101 w 101"/>
                    <a:gd name="T7" fmla="*/ 16 h 36"/>
                    <a:gd name="T8" fmla="*/ 88 w 101"/>
                    <a:gd name="T9" fmla="*/ 36 h 36"/>
                    <a:gd name="T10" fmla="*/ 24 w 101"/>
                    <a:gd name="T11" fmla="*/ 36 h 36"/>
                    <a:gd name="T12" fmla="*/ 50 w 101"/>
                    <a:gd name="T13" fmla="*/ 30 h 36"/>
                    <a:gd name="T14" fmla="*/ 0 w 101"/>
                    <a:gd name="T15" fmla="*/ 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 h="36">
                      <a:moveTo>
                        <a:pt x="0" y="8"/>
                      </a:moveTo>
                      <a:lnTo>
                        <a:pt x="22" y="0"/>
                      </a:lnTo>
                      <a:lnTo>
                        <a:pt x="77" y="22"/>
                      </a:lnTo>
                      <a:lnTo>
                        <a:pt x="101" y="16"/>
                      </a:lnTo>
                      <a:lnTo>
                        <a:pt x="88" y="36"/>
                      </a:lnTo>
                      <a:lnTo>
                        <a:pt x="24" y="36"/>
                      </a:lnTo>
                      <a:lnTo>
                        <a:pt x="50" y="30"/>
                      </a:lnTo>
                      <a:lnTo>
                        <a:pt x="0"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29" name="Freeform 308">
                  <a:extLst>
                    <a:ext uri="{FF2B5EF4-FFF2-40B4-BE49-F238E27FC236}">
                      <a16:creationId xmlns:a16="http://schemas.microsoft.com/office/drawing/2014/main" id="{FF5CAFD5-3EDC-C24C-AD04-E387D8ED61F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9330" name="Freeform 309">
                  <a:extLst>
                    <a:ext uri="{FF2B5EF4-FFF2-40B4-BE49-F238E27FC236}">
                      <a16:creationId xmlns:a16="http://schemas.microsoft.com/office/drawing/2014/main" id="{596040C2-68F7-C849-B6FC-2E9A95A016B9}"/>
                    </a:ext>
                  </a:extLst>
                </p:cNvPr>
                <p:cNvSpPr>
                  <a:spLocks/>
                </p:cNvSpPr>
                <p:nvPr/>
              </p:nvSpPr>
              <p:spPr bwMode="auto">
                <a:xfrm>
                  <a:off x="3358" y="3096"/>
                  <a:ext cx="102" cy="36"/>
                </a:xfrm>
                <a:custGeom>
                  <a:avLst/>
                  <a:gdLst>
                    <a:gd name="T0" fmla="*/ 102 w 102"/>
                    <a:gd name="T1" fmla="*/ 28 h 36"/>
                    <a:gd name="T2" fmla="*/ 79 w 102"/>
                    <a:gd name="T3" fmla="*/ 36 h 36"/>
                    <a:gd name="T4" fmla="*/ 26 w 102"/>
                    <a:gd name="T5" fmla="*/ 12 h 36"/>
                    <a:gd name="T6" fmla="*/ 0 w 102"/>
                    <a:gd name="T7" fmla="*/ 20 h 36"/>
                    <a:gd name="T8" fmla="*/ 13 w 102"/>
                    <a:gd name="T9" fmla="*/ 0 h 36"/>
                    <a:gd name="T10" fmla="*/ 79 w 102"/>
                    <a:gd name="T11" fmla="*/ 0 h 36"/>
                    <a:gd name="T12" fmla="*/ 51 w 102"/>
                    <a:gd name="T13" fmla="*/ 6 h 36"/>
                    <a:gd name="T14" fmla="*/ 102 w 102"/>
                    <a:gd name="T15" fmla="*/ 28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 h="36">
                      <a:moveTo>
                        <a:pt x="102" y="28"/>
                      </a:moveTo>
                      <a:lnTo>
                        <a:pt x="79" y="36"/>
                      </a:lnTo>
                      <a:lnTo>
                        <a:pt x="26" y="12"/>
                      </a:lnTo>
                      <a:lnTo>
                        <a:pt x="0" y="20"/>
                      </a:lnTo>
                      <a:lnTo>
                        <a:pt x="13" y="0"/>
                      </a:lnTo>
                      <a:lnTo>
                        <a:pt x="79" y="0"/>
                      </a:lnTo>
                      <a:lnTo>
                        <a:pt x="51" y="6"/>
                      </a:lnTo>
                      <a:lnTo>
                        <a:pt x="102"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39319" name="Line 310">
              <a:extLst>
                <a:ext uri="{FF2B5EF4-FFF2-40B4-BE49-F238E27FC236}">
                  <a16:creationId xmlns:a16="http://schemas.microsoft.com/office/drawing/2014/main" id="{7C664A46-C7AD-FD46-A3B9-6ED1C905A9ED}"/>
                </a:ext>
              </a:extLst>
            </p:cNvPr>
            <p:cNvSpPr>
              <a:spLocks noChangeShapeType="1"/>
            </p:cNvSpPr>
            <p:nvPr/>
          </p:nvSpPr>
          <p:spPr bwMode="auto">
            <a:xfrm>
              <a:off x="3202"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20" name="Line 311">
              <a:extLst>
                <a:ext uri="{FF2B5EF4-FFF2-40B4-BE49-F238E27FC236}">
                  <a16:creationId xmlns:a16="http://schemas.microsoft.com/office/drawing/2014/main" id="{6A2C8809-1BDC-284E-917B-55D5962F6B5C}"/>
                </a:ext>
              </a:extLst>
            </p:cNvPr>
            <p:cNvSpPr>
              <a:spLocks noChangeShapeType="1"/>
            </p:cNvSpPr>
            <p:nvPr/>
          </p:nvSpPr>
          <p:spPr bwMode="auto">
            <a:xfrm>
              <a:off x="3510" y="3088"/>
              <a:ext cx="1" cy="80"/>
            </a:xfrm>
            <a:prstGeom prst="line">
              <a:avLst/>
            </a:prstGeom>
            <a:noFill/>
            <a:ln w="3175">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9300" name="Rectangle 312">
            <a:extLst>
              <a:ext uri="{FF2B5EF4-FFF2-40B4-BE49-F238E27FC236}">
                <a16:creationId xmlns:a16="http://schemas.microsoft.com/office/drawing/2014/main" id="{04FDE846-5B3B-6E4D-BA45-C3F431DA528E}"/>
              </a:ext>
            </a:extLst>
          </p:cNvPr>
          <p:cNvSpPr>
            <a:spLocks noChangeArrowheads="1"/>
          </p:cNvSpPr>
          <p:nvPr/>
        </p:nvSpPr>
        <p:spPr bwMode="auto">
          <a:xfrm>
            <a:off x="6124576" y="3114675"/>
            <a:ext cx="641747" cy="292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1" name="Rectangle 313">
            <a:extLst>
              <a:ext uri="{FF2B5EF4-FFF2-40B4-BE49-F238E27FC236}">
                <a16:creationId xmlns:a16="http://schemas.microsoft.com/office/drawing/2014/main" id="{62565076-3D5C-114D-B665-CFB05E563222}"/>
              </a:ext>
            </a:extLst>
          </p:cNvPr>
          <p:cNvSpPr>
            <a:spLocks noChangeArrowheads="1"/>
          </p:cNvSpPr>
          <p:nvPr/>
        </p:nvSpPr>
        <p:spPr bwMode="auto">
          <a:xfrm>
            <a:off x="6376988" y="3477816"/>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139302" name="Rectangle 314">
            <a:extLst>
              <a:ext uri="{FF2B5EF4-FFF2-40B4-BE49-F238E27FC236}">
                <a16:creationId xmlns:a16="http://schemas.microsoft.com/office/drawing/2014/main" id="{688A672A-4359-EC4A-9CE1-D5C2E6BA1248}"/>
              </a:ext>
            </a:extLst>
          </p:cNvPr>
          <p:cNvSpPr>
            <a:spLocks noChangeArrowheads="1"/>
          </p:cNvSpPr>
          <p:nvPr/>
        </p:nvSpPr>
        <p:spPr bwMode="auto">
          <a:xfrm>
            <a:off x="3907632" y="3180160"/>
            <a:ext cx="288131" cy="2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3" name="Rectangle 315">
            <a:extLst>
              <a:ext uri="{FF2B5EF4-FFF2-40B4-BE49-F238E27FC236}">
                <a16:creationId xmlns:a16="http://schemas.microsoft.com/office/drawing/2014/main" id="{8FCF54A9-6E28-9544-A21D-305E20B45D53}"/>
              </a:ext>
            </a:extLst>
          </p:cNvPr>
          <p:cNvSpPr>
            <a:spLocks noChangeArrowheads="1"/>
          </p:cNvSpPr>
          <p:nvPr/>
        </p:nvSpPr>
        <p:spPr bwMode="auto">
          <a:xfrm>
            <a:off x="3290888" y="3711179"/>
            <a:ext cx="31313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4" name="Rectangle 317">
            <a:extLst>
              <a:ext uri="{FF2B5EF4-FFF2-40B4-BE49-F238E27FC236}">
                <a16:creationId xmlns:a16="http://schemas.microsoft.com/office/drawing/2014/main" id="{4BE5B08A-D250-9045-BE45-41F27D1CABB8}"/>
              </a:ext>
            </a:extLst>
          </p:cNvPr>
          <p:cNvSpPr>
            <a:spLocks noChangeArrowheads="1"/>
          </p:cNvSpPr>
          <p:nvPr/>
        </p:nvSpPr>
        <p:spPr bwMode="auto">
          <a:xfrm>
            <a:off x="2424113" y="3445669"/>
            <a:ext cx="314325"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139305" name="Rectangle 319">
            <a:extLst>
              <a:ext uri="{FF2B5EF4-FFF2-40B4-BE49-F238E27FC236}">
                <a16:creationId xmlns:a16="http://schemas.microsoft.com/office/drawing/2014/main" id="{5C45E5CA-5B1E-B24A-B5B8-2B81FFCAC320}"/>
              </a:ext>
            </a:extLst>
          </p:cNvPr>
          <p:cNvSpPr>
            <a:spLocks noChangeArrowheads="1"/>
          </p:cNvSpPr>
          <p:nvPr/>
        </p:nvSpPr>
        <p:spPr bwMode="auto">
          <a:xfrm>
            <a:off x="1463279" y="319087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p:txBody>
      </p:sp>
      <p:sp>
        <p:nvSpPr>
          <p:cNvPr id="139306" name="Rectangle 320">
            <a:extLst>
              <a:ext uri="{FF2B5EF4-FFF2-40B4-BE49-F238E27FC236}">
                <a16:creationId xmlns:a16="http://schemas.microsoft.com/office/drawing/2014/main" id="{61659B99-8FD7-3B4F-96CE-48BFB5CB8E0C}"/>
              </a:ext>
            </a:extLst>
          </p:cNvPr>
          <p:cNvSpPr>
            <a:spLocks noChangeArrowheads="1"/>
          </p:cNvSpPr>
          <p:nvPr/>
        </p:nvSpPr>
        <p:spPr bwMode="auto">
          <a:xfrm>
            <a:off x="3942160" y="320159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1</a:t>
            </a:r>
          </a:p>
        </p:txBody>
      </p:sp>
      <p:sp>
        <p:nvSpPr>
          <p:cNvPr id="139307" name="Rectangle 321">
            <a:extLst>
              <a:ext uri="{FF2B5EF4-FFF2-40B4-BE49-F238E27FC236}">
                <a16:creationId xmlns:a16="http://schemas.microsoft.com/office/drawing/2014/main" id="{1A48D51E-0BDA-9343-87F7-695BDC5EFCB1}"/>
              </a:ext>
            </a:extLst>
          </p:cNvPr>
          <p:cNvSpPr>
            <a:spLocks noChangeArrowheads="1"/>
          </p:cNvSpPr>
          <p:nvPr/>
        </p:nvSpPr>
        <p:spPr bwMode="auto">
          <a:xfrm>
            <a:off x="5564981" y="3220641"/>
            <a:ext cx="20999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R</a:t>
            </a:r>
            <a:r>
              <a:rPr kumimoji="1" lang="en-US" altLang="zh-CN" sz="1500" baseline="-25000">
                <a:latin typeface="Arial" panose="020B0604020202020204" pitchFamily="34" charset="0"/>
                <a:ea typeface="宋体" panose="02010600030101010101" pitchFamily="2" charset="-122"/>
              </a:rPr>
              <a:t>2</a:t>
            </a:r>
          </a:p>
        </p:txBody>
      </p:sp>
      <p:sp>
        <p:nvSpPr>
          <p:cNvPr id="647490" name="Freeform 322">
            <a:extLst>
              <a:ext uri="{FF2B5EF4-FFF2-40B4-BE49-F238E27FC236}">
                <a16:creationId xmlns:a16="http://schemas.microsoft.com/office/drawing/2014/main" id="{C75BE9F1-2AF3-D34F-80AC-4F32F97FA883}"/>
              </a:ext>
            </a:extLst>
          </p:cNvPr>
          <p:cNvSpPr>
            <a:spLocks/>
          </p:cNvSpPr>
          <p:nvPr/>
        </p:nvSpPr>
        <p:spPr bwMode="auto">
          <a:xfrm>
            <a:off x="2414588" y="3418285"/>
            <a:ext cx="685800" cy="767953"/>
          </a:xfrm>
          <a:custGeom>
            <a:avLst/>
            <a:gdLst>
              <a:gd name="T0" fmla="*/ 0 w 504"/>
              <a:gd name="T1" fmla="*/ 0 h 524"/>
              <a:gd name="T2" fmla="*/ 914400 w 504"/>
              <a:gd name="T3" fmla="*/ 1023937 h 524"/>
              <a:gd name="T4" fmla="*/ 0 60000 65536"/>
              <a:gd name="T5" fmla="*/ 0 60000 65536"/>
            </a:gdLst>
            <a:ahLst/>
            <a:cxnLst>
              <a:cxn ang="T4">
                <a:pos x="T0" y="T1"/>
              </a:cxn>
              <a:cxn ang="T5">
                <a:pos x="T2" y="T3"/>
              </a:cxn>
            </a:cxnLst>
            <a:rect l="0" t="0" r="r" b="b"/>
            <a:pathLst>
              <a:path w="504" h="524">
                <a:moveTo>
                  <a:pt x="0" y="0"/>
                </a:moveTo>
                <a:cubicBezTo>
                  <a:pt x="84" y="87"/>
                  <a:pt x="399" y="415"/>
                  <a:pt x="504" y="524"/>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4" name="Freeform 326">
            <a:extLst>
              <a:ext uri="{FF2B5EF4-FFF2-40B4-BE49-F238E27FC236}">
                <a16:creationId xmlns:a16="http://schemas.microsoft.com/office/drawing/2014/main" id="{89F1E6A2-52D6-9848-9516-B84DF35CB60E}"/>
              </a:ext>
            </a:extLst>
          </p:cNvPr>
          <p:cNvSpPr>
            <a:spLocks/>
          </p:cNvSpPr>
          <p:nvPr/>
        </p:nvSpPr>
        <p:spPr bwMode="auto">
          <a:xfrm>
            <a:off x="1885950" y="3684985"/>
            <a:ext cx="1247775" cy="653653"/>
          </a:xfrm>
          <a:custGeom>
            <a:avLst/>
            <a:gdLst>
              <a:gd name="T0" fmla="*/ 0 w 917"/>
              <a:gd name="T1" fmla="*/ 0 h 446"/>
              <a:gd name="T2" fmla="*/ 1663700 w 917"/>
              <a:gd name="T3" fmla="*/ 871537 h 446"/>
              <a:gd name="T4" fmla="*/ 0 60000 65536"/>
              <a:gd name="T5" fmla="*/ 0 60000 65536"/>
            </a:gdLst>
            <a:ahLst/>
            <a:cxnLst>
              <a:cxn ang="T4">
                <a:pos x="T0" y="T1"/>
              </a:cxn>
              <a:cxn ang="T5">
                <a:pos x="T2" y="T3"/>
              </a:cxn>
            </a:cxnLst>
            <a:rect l="0" t="0" r="r" b="b"/>
            <a:pathLst>
              <a:path w="917" h="446">
                <a:moveTo>
                  <a:pt x="0" y="0"/>
                </a:moveTo>
                <a:cubicBezTo>
                  <a:pt x="153" y="74"/>
                  <a:pt x="726" y="353"/>
                  <a:pt x="917" y="446"/>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5" name="Freeform 327">
            <a:extLst>
              <a:ext uri="{FF2B5EF4-FFF2-40B4-BE49-F238E27FC236}">
                <a16:creationId xmlns:a16="http://schemas.microsoft.com/office/drawing/2014/main" id="{7B5AE4EF-0BB9-454A-887E-552B8A815D31}"/>
              </a:ext>
            </a:extLst>
          </p:cNvPr>
          <p:cNvSpPr>
            <a:spLocks/>
          </p:cNvSpPr>
          <p:nvPr/>
        </p:nvSpPr>
        <p:spPr bwMode="auto">
          <a:xfrm>
            <a:off x="2308622" y="4174332"/>
            <a:ext cx="800100" cy="275035"/>
          </a:xfrm>
          <a:custGeom>
            <a:avLst/>
            <a:gdLst>
              <a:gd name="T0" fmla="*/ 0 w 588"/>
              <a:gd name="T1" fmla="*/ 0 h 188"/>
              <a:gd name="T2" fmla="*/ 1066800 w 588"/>
              <a:gd name="T3" fmla="*/ 366713 h 188"/>
              <a:gd name="T4" fmla="*/ 0 60000 65536"/>
              <a:gd name="T5" fmla="*/ 0 60000 65536"/>
            </a:gdLst>
            <a:ahLst/>
            <a:cxnLst>
              <a:cxn ang="T4">
                <a:pos x="T0" y="T1"/>
              </a:cxn>
              <a:cxn ang="T5">
                <a:pos x="T2" y="T3"/>
              </a:cxn>
            </a:cxnLst>
            <a:rect l="0" t="0" r="r" b="b"/>
            <a:pathLst>
              <a:path w="588" h="188">
                <a:moveTo>
                  <a:pt x="0" y="0"/>
                </a:moveTo>
                <a:cubicBezTo>
                  <a:pt x="98" y="31"/>
                  <a:pt x="466" y="149"/>
                  <a:pt x="588" y="188"/>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
        <p:nvSpPr>
          <p:cNvPr id="647496" name="Freeform 328">
            <a:extLst>
              <a:ext uri="{FF2B5EF4-FFF2-40B4-BE49-F238E27FC236}">
                <a16:creationId xmlns:a16="http://schemas.microsoft.com/office/drawing/2014/main" id="{4286337C-71EC-3048-90E3-626FF59EB2CD}"/>
              </a:ext>
            </a:extLst>
          </p:cNvPr>
          <p:cNvSpPr>
            <a:spLocks/>
          </p:cNvSpPr>
          <p:nvPr/>
        </p:nvSpPr>
        <p:spPr bwMode="auto">
          <a:xfrm>
            <a:off x="2316956" y="2753916"/>
            <a:ext cx="844154" cy="1332309"/>
          </a:xfrm>
          <a:custGeom>
            <a:avLst/>
            <a:gdLst>
              <a:gd name="T0" fmla="*/ 0 w 620"/>
              <a:gd name="T1" fmla="*/ 0 h 909"/>
              <a:gd name="T2" fmla="*/ 1125538 w 620"/>
              <a:gd name="T3" fmla="*/ 1776412 h 909"/>
              <a:gd name="T4" fmla="*/ 0 60000 65536"/>
              <a:gd name="T5" fmla="*/ 0 60000 65536"/>
            </a:gdLst>
            <a:ahLst/>
            <a:cxnLst>
              <a:cxn ang="T4">
                <a:pos x="T0" y="T1"/>
              </a:cxn>
              <a:cxn ang="T5">
                <a:pos x="T2" y="T3"/>
              </a:cxn>
            </a:cxnLst>
            <a:rect l="0" t="0" r="r" b="b"/>
            <a:pathLst>
              <a:path w="620" h="909">
                <a:moveTo>
                  <a:pt x="0" y="0"/>
                </a:moveTo>
                <a:cubicBezTo>
                  <a:pt x="103" y="151"/>
                  <a:pt x="491" y="720"/>
                  <a:pt x="620" y="909"/>
                </a:cubicBezTo>
              </a:path>
            </a:pathLst>
          </a:custGeom>
          <a:noFill/>
          <a:ln w="38100" cmpd="sng">
            <a:solidFill>
              <a:schemeClr val="hlink"/>
            </a:solidFill>
            <a:round/>
            <a:headEnd type="triangle" w="med" len="med"/>
            <a:tailEnd type="none" w="med" len="lg"/>
          </a:ln>
          <a:effectLst/>
        </p:spPr>
        <p:txBody>
          <a:bodyPr/>
          <a:lstStyle/>
          <a:p>
            <a:pPr>
              <a:defRPr/>
            </a:pPr>
            <a:endParaRPr lang="zh-CN" altLang="en-US">
              <a:cs typeface="+mn-cs"/>
            </a:endParaRPr>
          </a:p>
        </p:txBody>
      </p:sp>
    </p:spTree>
    <p:extLst>
      <p:ext uri="{BB962C8B-B14F-4D97-AF65-F5344CB8AC3E}">
        <p14:creationId xmlns:p14="http://schemas.microsoft.com/office/powerpoint/2010/main" val="1256346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47496"/>
                                        </p:tgtEl>
                                        <p:attrNameLst>
                                          <p:attrName>style.visibility</p:attrName>
                                        </p:attrNameLst>
                                      </p:cBhvr>
                                      <p:to>
                                        <p:strVal val="visible"/>
                                      </p:to>
                                    </p:set>
                                    <p:animEffect transition="in" filter="wipe(down)">
                                      <p:cBhvr>
                                        <p:cTn id="7" dur="500"/>
                                        <p:tgtEl>
                                          <p:spTgt spid="647496"/>
                                        </p:tgtEl>
                                      </p:cBhvr>
                                    </p:animEffect>
                                  </p:childTnLst>
                                </p:cTn>
                              </p:par>
                            </p:childTnLst>
                          </p:cTn>
                        </p:par>
                        <p:par>
                          <p:cTn id="8" fill="hold" nodeType="afterGroup">
                            <p:stCondLst>
                              <p:cond delay="500"/>
                            </p:stCondLst>
                            <p:childTnLst>
                              <p:par>
                                <p:cTn id="9" presetID="22" presetClass="entr" presetSubtype="4" fill="hold" nodeType="afterEffect">
                                  <p:stCondLst>
                                    <p:cond delay="500"/>
                                  </p:stCondLst>
                                  <p:childTnLst>
                                    <p:set>
                                      <p:cBhvr>
                                        <p:cTn id="10" dur="1" fill="hold">
                                          <p:stCondLst>
                                            <p:cond delay="0"/>
                                          </p:stCondLst>
                                        </p:cTn>
                                        <p:tgtEl>
                                          <p:spTgt spid="647490"/>
                                        </p:tgtEl>
                                        <p:attrNameLst>
                                          <p:attrName>style.visibility</p:attrName>
                                        </p:attrNameLst>
                                      </p:cBhvr>
                                      <p:to>
                                        <p:strVal val="visible"/>
                                      </p:to>
                                    </p:set>
                                    <p:animEffect transition="in" filter="wipe(down)">
                                      <p:cBhvr>
                                        <p:cTn id="11" dur="500"/>
                                        <p:tgtEl>
                                          <p:spTgt spid="647490"/>
                                        </p:tgtEl>
                                      </p:cBhvr>
                                    </p:animEffect>
                                  </p:childTnLst>
                                </p:cTn>
                              </p:par>
                            </p:childTnLst>
                          </p:cTn>
                        </p:par>
                        <p:par>
                          <p:cTn id="12" fill="hold" nodeType="afterGroup">
                            <p:stCondLst>
                              <p:cond delay="1500"/>
                            </p:stCondLst>
                            <p:childTnLst>
                              <p:par>
                                <p:cTn id="13" presetID="22" presetClass="entr" presetSubtype="2" fill="hold" nodeType="afterEffect">
                                  <p:stCondLst>
                                    <p:cond delay="500"/>
                                  </p:stCondLst>
                                  <p:childTnLst>
                                    <p:set>
                                      <p:cBhvr>
                                        <p:cTn id="14" dur="1" fill="hold">
                                          <p:stCondLst>
                                            <p:cond delay="0"/>
                                          </p:stCondLst>
                                        </p:cTn>
                                        <p:tgtEl>
                                          <p:spTgt spid="647494"/>
                                        </p:tgtEl>
                                        <p:attrNameLst>
                                          <p:attrName>style.visibility</p:attrName>
                                        </p:attrNameLst>
                                      </p:cBhvr>
                                      <p:to>
                                        <p:strVal val="visible"/>
                                      </p:to>
                                    </p:set>
                                    <p:animEffect transition="in" filter="wipe(right)">
                                      <p:cBhvr>
                                        <p:cTn id="15" dur="500"/>
                                        <p:tgtEl>
                                          <p:spTgt spid="647494"/>
                                        </p:tgtEl>
                                      </p:cBhvr>
                                    </p:animEffect>
                                  </p:childTnLst>
                                </p:cTn>
                              </p:par>
                            </p:childTnLst>
                          </p:cTn>
                        </p:par>
                        <p:par>
                          <p:cTn id="16" fill="hold" nodeType="afterGroup">
                            <p:stCondLst>
                              <p:cond delay="2500"/>
                            </p:stCondLst>
                            <p:childTnLst>
                              <p:par>
                                <p:cTn id="17" presetID="22" presetClass="entr" presetSubtype="2" fill="hold" nodeType="afterEffect">
                                  <p:stCondLst>
                                    <p:cond delay="500"/>
                                  </p:stCondLst>
                                  <p:childTnLst>
                                    <p:set>
                                      <p:cBhvr>
                                        <p:cTn id="18" dur="1" fill="hold">
                                          <p:stCondLst>
                                            <p:cond delay="0"/>
                                          </p:stCondLst>
                                        </p:cTn>
                                        <p:tgtEl>
                                          <p:spTgt spid="647495"/>
                                        </p:tgtEl>
                                        <p:attrNameLst>
                                          <p:attrName>style.visibility</p:attrName>
                                        </p:attrNameLst>
                                      </p:cBhvr>
                                      <p:to>
                                        <p:strVal val="visible"/>
                                      </p:to>
                                    </p:set>
                                    <p:animEffect transition="in" filter="wipe(right)">
                                      <p:cBhvr>
                                        <p:cTn id="19" dur="500"/>
                                        <p:tgtEl>
                                          <p:spTgt spid="647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36">
            <a:extLst>
              <a:ext uri="{FF2B5EF4-FFF2-40B4-BE49-F238E27FC236}">
                <a16:creationId xmlns:a16="http://schemas.microsoft.com/office/drawing/2014/main" id="{519E88C3-D067-7549-911F-4B0A26F7E28A}"/>
              </a:ext>
            </a:extLst>
          </p:cNvPr>
          <p:cNvSpPr>
            <a:spLocks noGrp="1" noChangeArrowheads="1"/>
          </p:cNvSpPr>
          <p:nvPr>
            <p:ph type="title"/>
          </p:nvPr>
        </p:nvSpPr>
        <p:spPr>
          <a:xfrm>
            <a:off x="207818" y="160735"/>
            <a:ext cx="6523976" cy="736997"/>
          </a:xfrm>
        </p:spPr>
        <p:txBody>
          <a:bodyPr/>
          <a:lstStyle/>
          <a:p>
            <a:pPr eaLnBrk="1" hangingPunct="1"/>
            <a:r>
              <a:rPr lang="en-US" altLang="zh-CN" dirty="0">
                <a:latin typeface="Times New Roman" panose="02020603050405020304" pitchFamily="18" charset="0"/>
                <a:ea typeface="宋体" panose="02010600030101010101" pitchFamily="2" charset="-122"/>
              </a:rPr>
              <a:t>3.  HTTP </a:t>
            </a:r>
            <a:r>
              <a:rPr lang="zh-CN" altLang="en-US" dirty="0">
                <a:latin typeface="Times New Roman" panose="02020603050405020304" pitchFamily="18" charset="0"/>
                <a:ea typeface="宋体" panose="02010600030101010101" pitchFamily="2" charset="-122"/>
              </a:rPr>
              <a:t>的报文</a:t>
            </a:r>
          </a:p>
        </p:txBody>
      </p:sp>
      <p:sp>
        <p:nvSpPr>
          <p:cNvPr id="141314" name="Rectangle 37">
            <a:extLst>
              <a:ext uri="{FF2B5EF4-FFF2-40B4-BE49-F238E27FC236}">
                <a16:creationId xmlns:a16="http://schemas.microsoft.com/office/drawing/2014/main" id="{CC0C0DC7-D030-F842-B655-2AE46E159509}"/>
              </a:ext>
            </a:extLst>
          </p:cNvPr>
          <p:cNvSpPr>
            <a:spLocks noGrp="1" noChangeArrowheads="1"/>
          </p:cNvSpPr>
          <p:nvPr>
            <p:ph type="body" idx="1"/>
          </p:nvPr>
        </p:nvSpPr>
        <p:spPr>
          <a:xfrm>
            <a:off x="207818" y="1059656"/>
            <a:ext cx="8686800" cy="3509963"/>
          </a:xfrm>
        </p:spPr>
        <p:txBody>
          <a:bodyPr/>
          <a:lstStyle/>
          <a:p>
            <a:pPr eaLnBrk="1" hangingPunct="1">
              <a:buFont typeface="Wingdings" pitchFamily="2" charset="2"/>
              <a:buNone/>
            </a:pPr>
            <a:r>
              <a:rPr lang="en-US" altLang="zh-CN" dirty="0">
                <a:ea typeface="宋体" panose="02010600030101010101" pitchFamily="2" charset="-122"/>
              </a:rPr>
              <a:t>HTTP </a:t>
            </a:r>
            <a:r>
              <a:rPr lang="zh-CN" altLang="en-US" dirty="0">
                <a:ea typeface="宋体" panose="02010600030101010101" pitchFamily="2" charset="-122"/>
              </a:rPr>
              <a:t>有两类报文：</a:t>
            </a:r>
          </a:p>
          <a:p>
            <a:pPr eaLnBrk="1" hangingPunct="1"/>
            <a:r>
              <a:rPr lang="zh-CN" altLang="en-US" dirty="0">
                <a:solidFill>
                  <a:srgbClr val="FF0000"/>
                </a:solidFill>
                <a:ea typeface="宋体" panose="02010600030101010101" pitchFamily="2" charset="-122"/>
              </a:rPr>
              <a:t>请求报文</a:t>
            </a:r>
            <a:r>
              <a:rPr lang="en-US" altLang="zh-CN" dirty="0">
                <a:ea typeface="宋体" panose="02010600030101010101" pitchFamily="2" charset="-122"/>
              </a:rPr>
              <a:t>——</a:t>
            </a:r>
            <a:r>
              <a:rPr lang="zh-CN" altLang="en-US" dirty="0">
                <a:ea typeface="宋体" panose="02010600030101010101" pitchFamily="2" charset="-122"/>
              </a:rPr>
              <a:t>从客户向服务器发送请求报文。</a:t>
            </a:r>
          </a:p>
          <a:p>
            <a:pPr eaLnBrk="1" hangingPunct="1"/>
            <a:r>
              <a:rPr lang="zh-CN" altLang="en-US" dirty="0">
                <a:solidFill>
                  <a:srgbClr val="FF0000"/>
                </a:solidFill>
                <a:ea typeface="宋体" panose="02010600030101010101" pitchFamily="2" charset="-122"/>
              </a:rPr>
              <a:t>响应报文</a:t>
            </a:r>
            <a:r>
              <a:rPr lang="en-US" altLang="zh-CN" dirty="0">
                <a:ea typeface="宋体" panose="02010600030101010101" pitchFamily="2" charset="-122"/>
              </a:rPr>
              <a:t>——</a:t>
            </a:r>
            <a:r>
              <a:rPr lang="zh-CN" altLang="en-US" dirty="0">
                <a:ea typeface="宋体" panose="02010600030101010101" pitchFamily="2" charset="-122"/>
              </a:rPr>
              <a:t>从服务器到客户的回答。</a:t>
            </a:r>
          </a:p>
          <a:p>
            <a:pPr eaLnBrk="1" hangingPunct="1"/>
            <a:r>
              <a:rPr lang="zh-CN" altLang="en-US" dirty="0">
                <a:ea typeface="宋体" panose="02010600030101010101" pitchFamily="2" charset="-122"/>
              </a:rPr>
              <a:t>由于 </a:t>
            </a:r>
            <a:r>
              <a:rPr lang="en-US" altLang="zh-CN" dirty="0">
                <a:ea typeface="宋体" panose="02010600030101010101" pitchFamily="2" charset="-122"/>
              </a:rPr>
              <a:t>HTTP </a:t>
            </a:r>
            <a:r>
              <a:rPr lang="zh-CN" altLang="en-US" dirty="0">
                <a:ea typeface="宋体" panose="02010600030101010101" pitchFamily="2" charset="-122"/>
              </a:rPr>
              <a:t>是面向正文的</a:t>
            </a:r>
            <a:r>
              <a:rPr lang="en-US" altLang="zh-CN" dirty="0">
                <a:ea typeface="宋体" panose="02010600030101010101" pitchFamily="2" charset="-122"/>
              </a:rPr>
              <a:t>(text-oriented)</a:t>
            </a:r>
            <a:r>
              <a:rPr lang="zh-CN" altLang="en-US" dirty="0">
                <a:ea typeface="宋体" panose="02010600030101010101" pitchFamily="2" charset="-122"/>
              </a:rPr>
              <a:t>，因此在报文中的每一个字段都是一些 </a:t>
            </a:r>
            <a:r>
              <a:rPr lang="en-US" altLang="zh-CN" dirty="0">
                <a:ea typeface="宋体" panose="02010600030101010101" pitchFamily="2" charset="-122"/>
              </a:rPr>
              <a:t>ASCII </a:t>
            </a:r>
            <a:r>
              <a:rPr lang="zh-CN" altLang="en-US" dirty="0">
                <a:ea typeface="宋体" panose="02010600030101010101" pitchFamily="2" charset="-122"/>
              </a:rPr>
              <a:t>码串，因而每个字段的长度都是不确定的。</a:t>
            </a:r>
          </a:p>
        </p:txBody>
      </p:sp>
      <p:sp>
        <p:nvSpPr>
          <p:cNvPr id="141315" name="幻灯片编号占位符 1">
            <a:extLst>
              <a:ext uri="{FF2B5EF4-FFF2-40B4-BE49-F238E27FC236}">
                <a16:creationId xmlns:a16="http://schemas.microsoft.com/office/drawing/2014/main" id="{68F049CB-376D-4349-864A-45B8AE75F84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EB25D71-F477-494C-9251-965BD5A3403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88474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DB77E0D5-FA43-054B-A37B-CB568537D2C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请求报文的一些方法 </a:t>
            </a:r>
          </a:p>
        </p:txBody>
      </p:sp>
      <p:sp>
        <p:nvSpPr>
          <p:cNvPr id="147458" name="Rectangle 3">
            <a:extLst>
              <a:ext uri="{FF2B5EF4-FFF2-40B4-BE49-F238E27FC236}">
                <a16:creationId xmlns:a16="http://schemas.microsoft.com/office/drawing/2014/main" id="{22021B11-E298-A642-9D9A-5EB817DC0ED7}"/>
              </a:ext>
            </a:extLst>
          </p:cNvPr>
          <p:cNvSpPr>
            <a:spLocks noGrp="1" noChangeArrowheads="1"/>
          </p:cNvSpPr>
          <p:nvPr>
            <p:ph type="body" idx="1"/>
          </p:nvPr>
        </p:nvSpPr>
        <p:spPr>
          <a:xfrm>
            <a:off x="1547813" y="1491854"/>
            <a:ext cx="6318647" cy="3456384"/>
          </a:xfrm>
        </p:spPr>
        <p:txBody>
          <a:bodyPr/>
          <a:lstStyle/>
          <a:p>
            <a:pPr eaLnBrk="1" hangingPunct="1">
              <a:lnSpc>
                <a:spcPct val="90000"/>
              </a:lnSpc>
              <a:spcAft>
                <a:spcPct val="30000"/>
              </a:spcAft>
              <a:buNone/>
              <a:tabLst>
                <a:tab pos="1610916" algn="l"/>
              </a:tabLst>
            </a:pPr>
            <a:r>
              <a:rPr lang="zh-CN" altLang="en-US" sz="2100">
                <a:ea typeface="宋体" panose="02010600030101010101" pitchFamily="2" charset="-122"/>
              </a:rPr>
              <a:t>方法（操作）                   意义</a:t>
            </a:r>
          </a:p>
          <a:p>
            <a:pPr eaLnBrk="1" hangingPunct="1">
              <a:lnSpc>
                <a:spcPct val="90000"/>
              </a:lnSpc>
              <a:buNone/>
              <a:tabLst>
                <a:tab pos="1610916" algn="l"/>
              </a:tabLst>
            </a:pPr>
            <a:r>
              <a:rPr lang="en-US" altLang="zh-CN" sz="2100">
                <a:ea typeface="宋体" panose="02010600030101010101" pitchFamily="2" charset="-122"/>
              </a:rPr>
              <a:t>OPTION       	</a:t>
            </a:r>
            <a:r>
              <a:rPr lang="zh-CN" altLang="en-US" sz="2100">
                <a:ea typeface="宋体" panose="02010600030101010101" pitchFamily="2" charset="-122"/>
              </a:rPr>
              <a:t>请求一些选项的信息</a:t>
            </a:r>
          </a:p>
          <a:p>
            <a:pPr eaLnBrk="1" hangingPunct="1">
              <a:lnSpc>
                <a:spcPct val="90000"/>
              </a:lnSpc>
              <a:buNone/>
              <a:tabLst>
                <a:tab pos="1610916" algn="l"/>
              </a:tabLst>
            </a:pPr>
            <a:r>
              <a:rPr lang="en-US" altLang="zh-CN" sz="2100">
                <a:ea typeface="宋体" panose="02010600030101010101" pitchFamily="2" charset="-122"/>
              </a:rPr>
              <a:t>GET              	</a:t>
            </a:r>
            <a:r>
              <a:rPr lang="zh-CN" altLang="en-US" sz="2100">
                <a:ea typeface="宋体" panose="02010600030101010101" pitchFamily="2" charset="-122"/>
              </a:rPr>
              <a:t>请求读取由 </a:t>
            </a:r>
            <a:r>
              <a:rPr lang="en-US" altLang="zh-CN" sz="2100">
                <a:ea typeface="宋体" panose="02010600030101010101" pitchFamily="2" charset="-122"/>
              </a:rPr>
              <a:t>URL</a:t>
            </a:r>
            <a:r>
              <a:rPr lang="zh-CN" altLang="en-US" sz="2100">
                <a:ea typeface="宋体" panose="02010600030101010101" pitchFamily="2" charset="-122"/>
              </a:rPr>
              <a:t>所标志的信息</a:t>
            </a:r>
          </a:p>
          <a:p>
            <a:pPr eaLnBrk="1" hangingPunct="1">
              <a:lnSpc>
                <a:spcPct val="90000"/>
              </a:lnSpc>
              <a:buNone/>
              <a:tabLst>
                <a:tab pos="1610916" algn="l"/>
              </a:tabLst>
            </a:pPr>
            <a:r>
              <a:rPr lang="en-US" altLang="zh-CN" sz="2100">
                <a:ea typeface="宋体" panose="02010600030101010101" pitchFamily="2" charset="-122"/>
              </a:rPr>
              <a:t>HEAD            </a:t>
            </a:r>
            <a:r>
              <a:rPr lang="zh-CN" altLang="en-US" sz="2100">
                <a:ea typeface="宋体" panose="02010600030101010101" pitchFamily="2" charset="-122"/>
              </a:rPr>
              <a:t> 请求读取由 </a:t>
            </a:r>
            <a:r>
              <a:rPr lang="en-US" altLang="zh-CN" sz="2100">
                <a:ea typeface="宋体" panose="02010600030101010101" pitchFamily="2" charset="-122"/>
              </a:rPr>
              <a:t>URL</a:t>
            </a:r>
            <a:r>
              <a:rPr lang="zh-CN" altLang="en-US" sz="2100">
                <a:ea typeface="宋体" panose="02010600030101010101" pitchFamily="2" charset="-122"/>
              </a:rPr>
              <a:t>所标志的信息的首部</a:t>
            </a:r>
          </a:p>
          <a:p>
            <a:pPr eaLnBrk="1" hangingPunct="1">
              <a:lnSpc>
                <a:spcPct val="90000"/>
              </a:lnSpc>
              <a:buNone/>
              <a:tabLst>
                <a:tab pos="1610916" algn="l"/>
              </a:tabLst>
            </a:pPr>
            <a:r>
              <a:rPr lang="en-US" altLang="zh-CN" sz="2100">
                <a:ea typeface="宋体" panose="02010600030101010101" pitchFamily="2" charset="-122"/>
              </a:rPr>
              <a:t>POST     	</a:t>
            </a:r>
            <a:r>
              <a:rPr lang="zh-CN" altLang="en-US" sz="2100">
                <a:ea typeface="宋体" panose="02010600030101010101" pitchFamily="2" charset="-122"/>
              </a:rPr>
              <a:t>给服务器添加信息（例如，注释）</a:t>
            </a:r>
          </a:p>
          <a:p>
            <a:pPr eaLnBrk="1" hangingPunct="1">
              <a:lnSpc>
                <a:spcPct val="90000"/>
              </a:lnSpc>
              <a:buNone/>
              <a:tabLst>
                <a:tab pos="1610916" algn="l"/>
              </a:tabLst>
            </a:pPr>
            <a:r>
              <a:rPr lang="en-US" altLang="zh-CN" sz="2100">
                <a:ea typeface="宋体" panose="02010600030101010101" pitchFamily="2" charset="-122"/>
              </a:rPr>
              <a:t>PUT        	</a:t>
            </a:r>
            <a:r>
              <a:rPr lang="zh-CN" altLang="en-US" sz="2100">
                <a:ea typeface="宋体" panose="02010600030101010101" pitchFamily="2" charset="-122"/>
              </a:rPr>
              <a:t>在指明的 </a:t>
            </a:r>
            <a:r>
              <a:rPr lang="en-US" altLang="zh-CN" sz="2100">
                <a:ea typeface="宋体" panose="02010600030101010101" pitchFamily="2" charset="-122"/>
              </a:rPr>
              <a:t>URL</a:t>
            </a:r>
            <a:r>
              <a:rPr lang="zh-CN" altLang="en-US" sz="2100">
                <a:ea typeface="宋体" panose="02010600030101010101" pitchFamily="2" charset="-122"/>
              </a:rPr>
              <a:t>下存储一个文档</a:t>
            </a:r>
          </a:p>
          <a:p>
            <a:pPr eaLnBrk="1" hangingPunct="1">
              <a:lnSpc>
                <a:spcPct val="90000"/>
              </a:lnSpc>
              <a:buNone/>
              <a:tabLst>
                <a:tab pos="1610916" algn="l"/>
              </a:tabLst>
            </a:pPr>
            <a:r>
              <a:rPr lang="en-US" altLang="zh-CN" sz="2100">
                <a:ea typeface="宋体" panose="02010600030101010101" pitchFamily="2" charset="-122"/>
              </a:rPr>
              <a:t>DELETE  	</a:t>
            </a:r>
            <a:r>
              <a:rPr lang="zh-CN" altLang="en-US" sz="2100">
                <a:ea typeface="宋体" panose="02010600030101010101" pitchFamily="2" charset="-122"/>
              </a:rPr>
              <a:t>删除指明的 </a:t>
            </a:r>
            <a:r>
              <a:rPr lang="en-US" altLang="zh-CN" sz="2100">
                <a:ea typeface="宋体" panose="02010600030101010101" pitchFamily="2" charset="-122"/>
              </a:rPr>
              <a:t>URL</a:t>
            </a:r>
            <a:r>
              <a:rPr lang="zh-CN" altLang="en-US" sz="2100">
                <a:ea typeface="宋体" panose="02010600030101010101" pitchFamily="2" charset="-122"/>
              </a:rPr>
              <a:t>所标志的资源</a:t>
            </a:r>
          </a:p>
          <a:p>
            <a:pPr eaLnBrk="1" hangingPunct="1">
              <a:lnSpc>
                <a:spcPct val="90000"/>
              </a:lnSpc>
              <a:buNone/>
              <a:tabLst>
                <a:tab pos="1610916" algn="l"/>
              </a:tabLst>
            </a:pPr>
            <a:r>
              <a:rPr lang="en-US" altLang="zh-CN" sz="2100">
                <a:ea typeface="宋体" panose="02010600030101010101" pitchFamily="2" charset="-122"/>
              </a:rPr>
              <a:t>TRACE       	</a:t>
            </a:r>
            <a:r>
              <a:rPr lang="zh-CN" altLang="en-US" sz="2100">
                <a:ea typeface="宋体" panose="02010600030101010101" pitchFamily="2" charset="-122"/>
              </a:rPr>
              <a:t>用来进行环回测试的请求报文</a:t>
            </a:r>
          </a:p>
          <a:p>
            <a:pPr eaLnBrk="1" hangingPunct="1">
              <a:lnSpc>
                <a:spcPct val="90000"/>
              </a:lnSpc>
              <a:buNone/>
              <a:tabLst>
                <a:tab pos="1610916" algn="l"/>
              </a:tabLst>
            </a:pPr>
            <a:r>
              <a:rPr lang="en-US" altLang="zh-CN" sz="2100">
                <a:ea typeface="宋体" panose="02010600030101010101" pitchFamily="2" charset="-122"/>
              </a:rPr>
              <a:t>CONNECT	</a:t>
            </a:r>
            <a:r>
              <a:rPr lang="zh-CN" altLang="en-US" sz="2100">
                <a:ea typeface="宋体" panose="02010600030101010101" pitchFamily="2" charset="-122"/>
              </a:rPr>
              <a:t>用于代理服务器</a:t>
            </a:r>
          </a:p>
        </p:txBody>
      </p:sp>
      <p:sp>
        <p:nvSpPr>
          <p:cNvPr id="654340" name="Line 4">
            <a:extLst>
              <a:ext uri="{FF2B5EF4-FFF2-40B4-BE49-F238E27FC236}">
                <a16:creationId xmlns:a16="http://schemas.microsoft.com/office/drawing/2014/main" id="{5F2DC25D-E7B8-FB4F-8216-AFABEF81C84D}"/>
              </a:ext>
            </a:extLst>
          </p:cNvPr>
          <p:cNvSpPr>
            <a:spLocks noChangeShapeType="1"/>
          </p:cNvSpPr>
          <p:nvPr/>
        </p:nvSpPr>
        <p:spPr bwMode="auto">
          <a:xfrm>
            <a:off x="1385888" y="1869281"/>
            <a:ext cx="6372225" cy="0"/>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654341" name="Line 5">
            <a:extLst>
              <a:ext uri="{FF2B5EF4-FFF2-40B4-BE49-F238E27FC236}">
                <a16:creationId xmlns:a16="http://schemas.microsoft.com/office/drawing/2014/main" id="{3096B420-DDA0-AC43-8C83-21981B3DA516}"/>
              </a:ext>
            </a:extLst>
          </p:cNvPr>
          <p:cNvSpPr>
            <a:spLocks noChangeShapeType="1"/>
          </p:cNvSpPr>
          <p:nvPr/>
        </p:nvSpPr>
        <p:spPr bwMode="auto">
          <a:xfrm rot="5400000">
            <a:off x="1281974" y="3286673"/>
            <a:ext cx="3691596" cy="0"/>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47461" name="幻灯片编号占位符 1">
            <a:extLst>
              <a:ext uri="{FF2B5EF4-FFF2-40B4-BE49-F238E27FC236}">
                <a16:creationId xmlns:a16="http://schemas.microsoft.com/office/drawing/2014/main" id="{69213FB3-FDFD-6448-8404-E9A037DFEE3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18F6A7-6CEE-F640-B030-B539C0E8D77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47890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166993E8-6F22-AB48-94A7-84C49BCA8DC4}"/>
              </a:ext>
            </a:extLst>
          </p:cNvPr>
          <p:cNvSpPr>
            <a:spLocks noGrp="1" noChangeArrowheads="1"/>
          </p:cNvSpPr>
          <p:nvPr>
            <p:ph type="title"/>
          </p:nvPr>
        </p:nvSpPr>
        <p:spPr>
          <a:xfrm>
            <a:off x="152401" y="303610"/>
            <a:ext cx="7402116" cy="629840"/>
          </a:xfrm>
        </p:spPr>
        <p:txBody>
          <a:bodyPr/>
          <a:lstStyle/>
          <a:p>
            <a:pPr eaLnBrk="1" hangingPunct="1"/>
            <a:r>
              <a:rPr lang="zh-CN" altLang="en-US" sz="3000" dirty="0">
                <a:ea typeface="宋体" panose="02010600030101010101" pitchFamily="2" charset="-122"/>
              </a:rPr>
              <a:t>状态码都是三位数字 </a:t>
            </a:r>
          </a:p>
        </p:txBody>
      </p:sp>
      <p:sp>
        <p:nvSpPr>
          <p:cNvPr id="155650" name="Rectangle 111">
            <a:extLst>
              <a:ext uri="{FF2B5EF4-FFF2-40B4-BE49-F238E27FC236}">
                <a16:creationId xmlns:a16="http://schemas.microsoft.com/office/drawing/2014/main" id="{6A22C17C-9178-6F48-8CDF-CFFE4927D124}"/>
              </a:ext>
            </a:extLst>
          </p:cNvPr>
          <p:cNvSpPr>
            <a:spLocks noGrp="1" noChangeArrowheads="1"/>
          </p:cNvSpPr>
          <p:nvPr>
            <p:ph type="body" idx="1"/>
          </p:nvPr>
        </p:nvSpPr>
        <p:spPr>
          <a:xfrm>
            <a:off x="152400" y="1168004"/>
            <a:ext cx="8783781" cy="3456384"/>
          </a:xfrm>
        </p:spPr>
        <p:txBody>
          <a:bodyPr/>
          <a:lstStyle/>
          <a:p>
            <a:pPr eaLnBrk="1" hangingPunct="1">
              <a:lnSpc>
                <a:spcPct val="90000"/>
              </a:lnSpc>
            </a:pPr>
            <a:r>
              <a:rPr lang="en-US" altLang="zh-CN">
                <a:solidFill>
                  <a:srgbClr val="FF0000"/>
                </a:solidFill>
                <a:ea typeface="宋体" panose="02010600030101010101" pitchFamily="2" charset="-122"/>
              </a:rPr>
              <a:t>1xx </a:t>
            </a:r>
            <a:r>
              <a:rPr lang="zh-CN" altLang="en-US">
                <a:ea typeface="宋体" panose="02010600030101010101" pitchFamily="2" charset="-122"/>
              </a:rPr>
              <a:t>表示通知信息的，如请求收到了或正在进行处理。</a:t>
            </a:r>
          </a:p>
          <a:p>
            <a:pPr eaLnBrk="1" hangingPunct="1">
              <a:lnSpc>
                <a:spcPct val="90000"/>
              </a:lnSpc>
            </a:pPr>
            <a:r>
              <a:rPr lang="en-US" altLang="zh-CN">
                <a:solidFill>
                  <a:srgbClr val="FF0000"/>
                </a:solidFill>
                <a:ea typeface="宋体" panose="02010600030101010101" pitchFamily="2" charset="-122"/>
              </a:rPr>
              <a:t>2xx </a:t>
            </a:r>
            <a:r>
              <a:rPr lang="zh-CN" altLang="en-US">
                <a:ea typeface="宋体" panose="02010600030101010101" pitchFamily="2" charset="-122"/>
              </a:rPr>
              <a:t>表示成功，如接受或知道了。</a:t>
            </a:r>
          </a:p>
          <a:p>
            <a:pPr eaLnBrk="1" hangingPunct="1">
              <a:lnSpc>
                <a:spcPct val="90000"/>
              </a:lnSpc>
            </a:pPr>
            <a:r>
              <a:rPr lang="en-US" altLang="zh-CN">
                <a:solidFill>
                  <a:srgbClr val="FF0000"/>
                </a:solidFill>
                <a:ea typeface="宋体" panose="02010600030101010101" pitchFamily="2" charset="-122"/>
              </a:rPr>
              <a:t>3xx </a:t>
            </a:r>
            <a:r>
              <a:rPr lang="zh-CN" altLang="en-US">
                <a:ea typeface="宋体" panose="02010600030101010101" pitchFamily="2" charset="-122"/>
              </a:rPr>
              <a:t>表示重定向，表示要完成请求还必须采取进一步的行动。</a:t>
            </a:r>
          </a:p>
          <a:p>
            <a:pPr eaLnBrk="1" hangingPunct="1">
              <a:lnSpc>
                <a:spcPct val="90000"/>
              </a:lnSpc>
            </a:pPr>
            <a:r>
              <a:rPr lang="en-US" altLang="zh-CN">
                <a:solidFill>
                  <a:srgbClr val="FF0000"/>
                </a:solidFill>
                <a:ea typeface="宋体" panose="02010600030101010101" pitchFamily="2" charset="-122"/>
              </a:rPr>
              <a:t>4xx</a:t>
            </a:r>
            <a:r>
              <a:rPr lang="en-US" altLang="zh-CN">
                <a:ea typeface="宋体" panose="02010600030101010101" pitchFamily="2" charset="-122"/>
              </a:rPr>
              <a:t> </a:t>
            </a:r>
            <a:r>
              <a:rPr lang="zh-CN" altLang="en-US">
                <a:ea typeface="宋体" panose="02010600030101010101" pitchFamily="2" charset="-122"/>
              </a:rPr>
              <a:t>表示客户的差错，如请求中有错误的语法或不能完成。</a:t>
            </a:r>
          </a:p>
          <a:p>
            <a:pPr eaLnBrk="1" hangingPunct="1">
              <a:lnSpc>
                <a:spcPct val="90000"/>
              </a:lnSpc>
            </a:pPr>
            <a:r>
              <a:rPr lang="en-US" altLang="zh-CN">
                <a:solidFill>
                  <a:srgbClr val="FF0000"/>
                </a:solidFill>
                <a:ea typeface="宋体" panose="02010600030101010101" pitchFamily="2" charset="-122"/>
              </a:rPr>
              <a:t>5xx</a:t>
            </a:r>
            <a:r>
              <a:rPr lang="en-US" altLang="zh-CN">
                <a:ea typeface="宋体" panose="02010600030101010101" pitchFamily="2" charset="-122"/>
              </a:rPr>
              <a:t> </a:t>
            </a:r>
            <a:r>
              <a:rPr lang="zh-CN" altLang="en-US">
                <a:ea typeface="宋体" panose="02010600030101010101" pitchFamily="2" charset="-122"/>
              </a:rPr>
              <a:t>表示服务器的差错，如服务器失效无法完成请求。</a:t>
            </a:r>
          </a:p>
        </p:txBody>
      </p:sp>
      <p:sp>
        <p:nvSpPr>
          <p:cNvPr id="155651" name="幻灯片编号占位符 1">
            <a:extLst>
              <a:ext uri="{FF2B5EF4-FFF2-40B4-BE49-F238E27FC236}">
                <a16:creationId xmlns:a16="http://schemas.microsoft.com/office/drawing/2014/main" id="{244F6969-1523-694C-8F81-9730A84E550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6E062D4-DAA1-5344-93C4-A6AF6F5CE3B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263979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1E263593-D711-9F40-9CB8-198BD9844FE2}"/>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在服务器上存放用户的信息</a:t>
            </a:r>
          </a:p>
        </p:txBody>
      </p:sp>
      <p:sp>
        <p:nvSpPr>
          <p:cNvPr id="157698" name="Rectangle 3">
            <a:extLst>
              <a:ext uri="{FF2B5EF4-FFF2-40B4-BE49-F238E27FC236}">
                <a16:creationId xmlns:a16="http://schemas.microsoft.com/office/drawing/2014/main" id="{288308A7-E670-884C-ADCE-FD42063D6865}"/>
              </a:ext>
            </a:extLst>
          </p:cNvPr>
          <p:cNvSpPr>
            <a:spLocks noGrp="1" noChangeArrowheads="1"/>
          </p:cNvSpPr>
          <p:nvPr>
            <p:ph type="body" idx="1"/>
          </p:nvPr>
        </p:nvSpPr>
        <p:spPr>
          <a:xfrm>
            <a:off x="133562" y="1059657"/>
            <a:ext cx="8804953" cy="3402806"/>
          </a:xfrm>
        </p:spPr>
        <p:txBody>
          <a:bodyPr/>
          <a:lstStyle/>
          <a:p>
            <a:pPr eaLnBrk="1" hangingPunct="1"/>
            <a:r>
              <a:rPr lang="zh-CN" altLang="en-US" dirty="0">
                <a:latin typeface="Times New Roman" panose="02020603050405020304" pitchFamily="18" charset="0"/>
                <a:ea typeface="宋体" panose="02010600030101010101" pitchFamily="2" charset="-122"/>
              </a:rPr>
              <a:t>万维网站点使用 </a:t>
            </a:r>
            <a:r>
              <a:rPr lang="en-US" altLang="zh-CN" dirty="0">
                <a:solidFill>
                  <a:srgbClr val="FF0000"/>
                </a:solidFill>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来跟踪用户。</a:t>
            </a:r>
          </a:p>
          <a:p>
            <a:pPr eaLnBrk="1" hangingPunct="1"/>
            <a:r>
              <a:rPr lang="en-US" altLang="zh-CN" dirty="0">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表示在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服务器和客户之间传递的状态信息。</a:t>
            </a:r>
          </a:p>
          <a:p>
            <a:pPr eaLnBrk="1" hangingPunct="1"/>
            <a:r>
              <a:rPr lang="zh-CN" altLang="en-US" dirty="0">
                <a:latin typeface="Times New Roman" panose="02020603050405020304" pitchFamily="18" charset="0"/>
                <a:ea typeface="宋体" panose="02010600030101010101" pitchFamily="2" charset="-122"/>
              </a:rPr>
              <a:t>使用 </a:t>
            </a:r>
            <a:r>
              <a:rPr lang="en-US" altLang="zh-CN" dirty="0">
                <a:latin typeface="Times New Roman" panose="02020603050405020304" pitchFamily="18" charset="0"/>
                <a:ea typeface="宋体" panose="02010600030101010101" pitchFamily="2" charset="-122"/>
              </a:rPr>
              <a:t>Cookie </a:t>
            </a:r>
            <a:r>
              <a:rPr lang="zh-CN" altLang="en-US" dirty="0">
                <a:latin typeface="Times New Roman" panose="02020603050405020304" pitchFamily="18" charset="0"/>
                <a:ea typeface="宋体" panose="02010600030101010101" pitchFamily="2" charset="-122"/>
              </a:rPr>
              <a:t>的网站服务器为用户产生一个唯一的识别码。利用此识别码，网站就能够跟踪该用户在该网站的活动。  </a:t>
            </a:r>
          </a:p>
        </p:txBody>
      </p:sp>
      <p:sp>
        <p:nvSpPr>
          <p:cNvPr id="157699" name="幻灯片编号占位符 1">
            <a:extLst>
              <a:ext uri="{FF2B5EF4-FFF2-40B4-BE49-F238E27FC236}">
                <a16:creationId xmlns:a16="http://schemas.microsoft.com/office/drawing/2014/main" id="{A8C0E2BF-4C2A-0C43-A033-DFE077FBF27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B2DC51-BBFB-3948-88A5-D731C17E22C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29033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207B3633-EF3F-CC4A-A236-3F78F8AF739D}"/>
              </a:ext>
            </a:extLst>
          </p:cNvPr>
          <p:cNvSpPr>
            <a:spLocks noGrp="1" noChangeArrowheads="1"/>
          </p:cNvSpPr>
          <p:nvPr>
            <p:ph type="title"/>
          </p:nvPr>
        </p:nvSpPr>
        <p:spPr>
          <a:xfrm>
            <a:off x="180110" y="250032"/>
            <a:ext cx="7589910" cy="736997"/>
          </a:xfrm>
        </p:spPr>
        <p:txBody>
          <a:bodyPr/>
          <a:lstStyle/>
          <a:p>
            <a:pPr eaLnBrk="1" hangingPunct="1"/>
            <a:r>
              <a:rPr lang="en-US" altLang="zh-CN" dirty="0">
                <a:latin typeface="Times New Roman" panose="02020603050405020304" pitchFamily="18" charset="0"/>
                <a:ea typeface="宋体" panose="02010600030101010101" pitchFamily="2" charset="-122"/>
              </a:rPr>
              <a:t>6.4.4  </a:t>
            </a:r>
            <a:r>
              <a:rPr lang="zh-CN" altLang="en-US" dirty="0">
                <a:latin typeface="Times New Roman" panose="02020603050405020304" pitchFamily="18" charset="0"/>
                <a:ea typeface="宋体" panose="02010600030101010101" pitchFamily="2" charset="-122"/>
              </a:rPr>
              <a:t>万维网的文档</a:t>
            </a:r>
            <a:endParaRPr lang="en-US" altLang="zh-CN" sz="3000" dirty="0">
              <a:ea typeface="宋体" panose="02010600030101010101" pitchFamily="2" charset="-122"/>
            </a:endParaRPr>
          </a:p>
        </p:txBody>
      </p:sp>
      <p:sp>
        <p:nvSpPr>
          <p:cNvPr id="657411" name="Rectangle 3">
            <a:extLst>
              <a:ext uri="{FF2B5EF4-FFF2-40B4-BE49-F238E27FC236}">
                <a16:creationId xmlns:a16="http://schemas.microsoft.com/office/drawing/2014/main" id="{EC870551-A92D-C24A-A344-430409AE7ED9}"/>
              </a:ext>
            </a:extLst>
          </p:cNvPr>
          <p:cNvSpPr>
            <a:spLocks noGrp="1" noChangeArrowheads="1"/>
          </p:cNvSpPr>
          <p:nvPr>
            <p:ph type="body" idx="1"/>
          </p:nvPr>
        </p:nvSpPr>
        <p:spPr>
          <a:xfrm>
            <a:off x="180110" y="1731818"/>
            <a:ext cx="8742217" cy="3411682"/>
          </a:xfrm>
        </p:spPr>
        <p:txBody>
          <a:bodyPr/>
          <a:lstStyle/>
          <a:p>
            <a:pPr eaLnBrk="1" hangingPunct="1"/>
            <a:r>
              <a:rPr lang="zh-CN" altLang="en-US" dirty="0">
                <a:latin typeface="Times New Roman" panose="02020603050405020304" pitchFamily="18" charset="0"/>
                <a:ea typeface="宋体" panose="02010600030101010101" pitchFamily="2" charset="-122"/>
              </a:rPr>
              <a:t>超文本标记语言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中的 </a:t>
            </a:r>
            <a:r>
              <a:rPr lang="en-US" altLang="zh-CN" dirty="0">
                <a:latin typeface="Times New Roman" panose="02020603050405020304" pitchFamily="18" charset="0"/>
                <a:ea typeface="宋体" panose="02010600030101010101" pitchFamily="2" charset="-122"/>
              </a:rPr>
              <a:t>Markup </a:t>
            </a:r>
            <a:r>
              <a:rPr lang="zh-CN" altLang="en-US" dirty="0">
                <a:latin typeface="Times New Roman" panose="02020603050405020304" pitchFamily="18" charset="0"/>
                <a:ea typeface="宋体" panose="02010600030101010101" pitchFamily="2" charset="-122"/>
              </a:rPr>
              <a:t>的意思就是“设置标记”。</a:t>
            </a:r>
          </a:p>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定义了许多用于排版的命令（即标签）。</a:t>
            </a:r>
          </a:p>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把各种标签嵌入到万维网的页面中。这样就构成了所谓的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文档是一种可以用任何文本编辑器创建的 </a:t>
            </a:r>
            <a:r>
              <a:rPr lang="en-US" altLang="zh-CN" dirty="0">
                <a:latin typeface="Times New Roman" panose="02020603050405020304" pitchFamily="18" charset="0"/>
                <a:ea typeface="宋体" panose="02010600030101010101" pitchFamily="2" charset="-122"/>
              </a:rPr>
              <a:t>ASCII </a:t>
            </a:r>
            <a:r>
              <a:rPr lang="zh-CN" altLang="en-US" dirty="0">
                <a:latin typeface="Times New Roman" panose="02020603050405020304" pitchFamily="18" charset="0"/>
                <a:ea typeface="宋体" panose="02010600030101010101" pitchFamily="2" charset="-122"/>
              </a:rPr>
              <a:t>码文件。   </a:t>
            </a:r>
          </a:p>
        </p:txBody>
      </p:sp>
      <p:sp>
        <p:nvSpPr>
          <p:cNvPr id="158723" name="幻灯片编号占位符 1">
            <a:extLst>
              <a:ext uri="{FF2B5EF4-FFF2-40B4-BE49-F238E27FC236}">
                <a16:creationId xmlns:a16="http://schemas.microsoft.com/office/drawing/2014/main" id="{9257B6E2-34B9-7241-9718-F6A5027160D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B2BA241-4C56-144B-8607-ED57CCCAF31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67</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31498F1B-49AB-F345-BD85-DA0DCC1AE0B4}"/>
              </a:ext>
            </a:extLst>
          </p:cNvPr>
          <p:cNvSpPr/>
          <p:nvPr/>
        </p:nvSpPr>
        <p:spPr>
          <a:xfrm>
            <a:off x="180110" y="1105482"/>
            <a:ext cx="4176143" cy="523220"/>
          </a:xfrm>
          <a:prstGeom prst="rect">
            <a:avLst/>
          </a:prstGeom>
        </p:spPr>
        <p:txBody>
          <a:bodyPr wrap="none">
            <a:spAutoFit/>
          </a:bodyPr>
          <a:lstStyle/>
          <a:p>
            <a:r>
              <a:rPr lang="en-US" altLang="zh-CN" sz="2800" dirty="0"/>
              <a:t>1. </a:t>
            </a:r>
            <a:r>
              <a:rPr lang="zh-CN" altLang="en-US" sz="2800" dirty="0"/>
              <a:t>超文本标记语言 </a:t>
            </a:r>
            <a:r>
              <a:rPr lang="en-US" altLang="zh-CN" sz="2800" dirty="0"/>
              <a:t>HTML</a:t>
            </a:r>
            <a:endParaRPr lang="zh-CN" altLang="en-US" sz="2800" dirty="0"/>
          </a:p>
        </p:txBody>
      </p:sp>
    </p:spTree>
    <p:extLst>
      <p:ext uri="{BB962C8B-B14F-4D97-AF65-F5344CB8AC3E}">
        <p14:creationId xmlns:p14="http://schemas.microsoft.com/office/powerpoint/2010/main" val="1627898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227F7B8C-7C14-8A4E-9DBB-69C163891F5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 </a:t>
            </a:r>
          </a:p>
        </p:txBody>
      </p:sp>
      <p:sp>
        <p:nvSpPr>
          <p:cNvPr id="658435" name="Rectangle 3">
            <a:extLst>
              <a:ext uri="{FF2B5EF4-FFF2-40B4-BE49-F238E27FC236}">
                <a16:creationId xmlns:a16="http://schemas.microsoft.com/office/drawing/2014/main" id="{C71FEC13-9492-0F4C-BD66-4620334B765A}"/>
              </a:ext>
            </a:extLst>
          </p:cNvPr>
          <p:cNvSpPr>
            <a:spLocks noGrp="1" noChangeArrowheads="1"/>
          </p:cNvSpPr>
          <p:nvPr>
            <p:ph type="body" idx="1"/>
          </p:nvPr>
        </p:nvSpPr>
        <p:spPr>
          <a:xfrm>
            <a:off x="133562" y="1059657"/>
            <a:ext cx="8804953" cy="3726656"/>
          </a:xfrm>
        </p:spPr>
        <p:txBody>
          <a:bodyPr/>
          <a:lstStyle/>
          <a:p>
            <a:pPr algn="just" eaLnBrk="1" hangingPunct="1">
              <a:spcAft>
                <a:spcPct val="10000"/>
              </a:spcAft>
            </a:pPr>
            <a:r>
              <a:rPr lang="zh-CN" altLang="en-US" dirty="0">
                <a:ea typeface="宋体" panose="02010600030101010101" pitchFamily="2" charset="-122"/>
              </a:rPr>
              <a:t>仅当 </a:t>
            </a:r>
            <a:r>
              <a:rPr lang="en-US" altLang="zh-CN" dirty="0">
                <a:ea typeface="宋体" panose="02010600030101010101" pitchFamily="2" charset="-122"/>
              </a:rPr>
              <a:t>HTML </a:t>
            </a:r>
            <a:r>
              <a:rPr lang="zh-CN" altLang="en-US" dirty="0">
                <a:ea typeface="宋体" panose="02010600030101010101" pitchFamily="2" charset="-122"/>
              </a:rPr>
              <a:t>文档是以</a:t>
            </a:r>
            <a:r>
              <a:rPr lang="en-US" altLang="zh-CN" dirty="0">
                <a:solidFill>
                  <a:srgbClr val="FF0000"/>
                </a:solidFill>
                <a:ea typeface="宋体" panose="02010600030101010101" pitchFamily="2" charset="-122"/>
              </a:rPr>
              <a:t>.html </a:t>
            </a:r>
            <a:r>
              <a:rPr lang="zh-CN" altLang="en-US" dirty="0">
                <a:ea typeface="宋体" panose="02010600030101010101" pitchFamily="2" charset="-122"/>
              </a:rPr>
              <a:t>或 </a:t>
            </a:r>
            <a:r>
              <a:rPr lang="en-US" altLang="zh-CN" dirty="0">
                <a:solidFill>
                  <a:srgbClr val="FF0000"/>
                </a:solidFill>
                <a:ea typeface="宋体" panose="02010600030101010101" pitchFamily="2" charset="-122"/>
              </a:rPr>
              <a:t>.htm </a:t>
            </a:r>
            <a:r>
              <a:rPr lang="zh-CN" altLang="en-US" dirty="0">
                <a:ea typeface="宋体" panose="02010600030101010101" pitchFamily="2" charset="-122"/>
              </a:rPr>
              <a:t>为后缀时，浏览器才对此 文档的各种标签进行解释。</a:t>
            </a:r>
          </a:p>
          <a:p>
            <a:pPr algn="just" eaLnBrk="1" hangingPunct="1">
              <a:spcAft>
                <a:spcPct val="10000"/>
              </a:spcAft>
            </a:pPr>
            <a:r>
              <a:rPr lang="zh-CN" altLang="en-US" dirty="0">
                <a:ea typeface="宋体" panose="02010600030101010101" pitchFamily="2" charset="-122"/>
              </a:rPr>
              <a:t>如 </a:t>
            </a:r>
            <a:r>
              <a:rPr lang="en-US" altLang="zh-CN" dirty="0">
                <a:ea typeface="宋体" panose="02010600030101010101" pitchFamily="2" charset="-122"/>
              </a:rPr>
              <a:t>HTML </a:t>
            </a:r>
            <a:r>
              <a:rPr lang="zh-CN" altLang="en-US" dirty="0">
                <a:ea typeface="宋体" panose="02010600030101010101" pitchFamily="2" charset="-122"/>
              </a:rPr>
              <a:t>文档改换以 </a:t>
            </a:r>
            <a:r>
              <a:rPr lang="en-US" altLang="zh-CN" dirty="0">
                <a:solidFill>
                  <a:srgbClr val="FF0000"/>
                </a:solidFill>
                <a:ea typeface="宋体" panose="02010600030101010101" pitchFamily="2" charset="-122"/>
              </a:rPr>
              <a:t>.txt </a:t>
            </a:r>
            <a:r>
              <a:rPr lang="zh-CN" altLang="en-US" dirty="0">
                <a:ea typeface="宋体" panose="02010600030101010101" pitchFamily="2" charset="-122"/>
              </a:rPr>
              <a:t>为其后缀，则 </a:t>
            </a:r>
            <a:r>
              <a:rPr lang="en-US" altLang="zh-CN" dirty="0">
                <a:ea typeface="宋体" panose="02010600030101010101" pitchFamily="2" charset="-122"/>
              </a:rPr>
              <a:t>HTML </a:t>
            </a:r>
            <a:r>
              <a:rPr lang="zh-CN" altLang="en-US" dirty="0">
                <a:ea typeface="宋体" panose="02010600030101010101" pitchFamily="2" charset="-122"/>
              </a:rPr>
              <a:t>解释程序就不对标签进行解释，而浏览器只能看见原来的文本文件。</a:t>
            </a:r>
          </a:p>
          <a:p>
            <a:pPr algn="just" eaLnBrk="1" hangingPunct="1">
              <a:spcAft>
                <a:spcPct val="10000"/>
              </a:spcAft>
            </a:pPr>
            <a:r>
              <a:rPr lang="zh-CN" altLang="en-US" dirty="0">
                <a:ea typeface="宋体" panose="02010600030101010101" pitchFamily="2" charset="-122"/>
              </a:rPr>
              <a:t>当浏览器从服务器读取 </a:t>
            </a:r>
            <a:r>
              <a:rPr lang="en-US" altLang="zh-CN" dirty="0">
                <a:ea typeface="宋体" panose="02010600030101010101" pitchFamily="2" charset="-122"/>
              </a:rPr>
              <a:t>HTML </a:t>
            </a:r>
            <a:r>
              <a:rPr lang="zh-CN" altLang="en-US" dirty="0">
                <a:ea typeface="宋体" panose="02010600030101010101" pitchFamily="2" charset="-122"/>
              </a:rPr>
              <a:t>文档后，就按照 </a:t>
            </a:r>
            <a:r>
              <a:rPr lang="en-US" altLang="zh-CN" dirty="0">
                <a:ea typeface="宋体" panose="02010600030101010101" pitchFamily="2" charset="-122"/>
              </a:rPr>
              <a:t>HTML </a:t>
            </a:r>
            <a:r>
              <a:rPr lang="zh-CN" altLang="en-US" dirty="0">
                <a:ea typeface="宋体" panose="02010600030101010101" pitchFamily="2" charset="-122"/>
              </a:rPr>
              <a:t>文档中的各种标签，根据浏览器所使用的显示器的尺寸和分辨率大小，重新进行排版并恢复出所读取的页面。</a:t>
            </a:r>
            <a:endParaRPr lang="zh-CN" altLang="en-US" sz="2000" dirty="0">
              <a:ea typeface="宋体" panose="02010600030101010101" pitchFamily="2" charset="-122"/>
            </a:endParaRPr>
          </a:p>
        </p:txBody>
      </p:sp>
      <p:sp>
        <p:nvSpPr>
          <p:cNvPr id="160771" name="幻灯片编号占位符 1">
            <a:extLst>
              <a:ext uri="{FF2B5EF4-FFF2-40B4-BE49-F238E27FC236}">
                <a16:creationId xmlns:a16="http://schemas.microsoft.com/office/drawing/2014/main" id="{347762DD-43D6-EF49-A094-CE339C8FF47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CCB728-53D5-9C47-8E1B-368AED83925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8439087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4">
            <a:extLst>
              <a:ext uri="{FF2B5EF4-FFF2-40B4-BE49-F238E27FC236}">
                <a16:creationId xmlns:a16="http://schemas.microsoft.com/office/drawing/2014/main" id="{1AF90C98-1538-E244-8141-231D2DF3CE83}"/>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两种不同的链接</a:t>
            </a:r>
          </a:p>
        </p:txBody>
      </p:sp>
      <p:sp>
        <p:nvSpPr>
          <p:cNvPr id="183298" name="Rectangle 5">
            <a:extLst>
              <a:ext uri="{FF2B5EF4-FFF2-40B4-BE49-F238E27FC236}">
                <a16:creationId xmlns:a16="http://schemas.microsoft.com/office/drawing/2014/main" id="{35792C03-F7E9-0444-9AD6-91F407ED8AB7}"/>
              </a:ext>
            </a:extLst>
          </p:cNvPr>
          <p:cNvSpPr>
            <a:spLocks noGrp="1" noChangeArrowheads="1"/>
          </p:cNvSpPr>
          <p:nvPr>
            <p:ph type="body" idx="1"/>
          </p:nvPr>
        </p:nvSpPr>
        <p:spPr>
          <a:xfrm>
            <a:off x="235526" y="1113235"/>
            <a:ext cx="8702989" cy="3456384"/>
          </a:xfrm>
        </p:spPr>
        <p:txBody>
          <a:bodyPr/>
          <a:lstStyle/>
          <a:p>
            <a:pPr eaLnBrk="1" hangingPunct="1"/>
            <a:r>
              <a:rPr lang="zh-CN" altLang="en-US" dirty="0">
                <a:solidFill>
                  <a:srgbClr val="FF0000"/>
                </a:solidFill>
                <a:latin typeface="Times New Roman" panose="02020603050405020304" pitchFamily="18" charset="0"/>
                <a:ea typeface="宋体" panose="02010600030101010101" pitchFamily="2" charset="-122"/>
              </a:rPr>
              <a:t>远程链接</a:t>
            </a:r>
            <a:r>
              <a:rPr lang="zh-CN" altLang="en-US" dirty="0">
                <a:latin typeface="Times New Roman" panose="02020603050405020304" pitchFamily="18" charset="0"/>
                <a:ea typeface="宋体" panose="02010600030101010101" pitchFamily="2" charset="-122"/>
              </a:rPr>
              <a:t>：超链的终点是其他网点上的页面。</a:t>
            </a:r>
          </a:p>
          <a:p>
            <a:pPr eaLnBrk="1" hangingPunct="1"/>
            <a:r>
              <a:rPr lang="zh-CN" altLang="en-US" dirty="0">
                <a:solidFill>
                  <a:srgbClr val="FF0000"/>
                </a:solidFill>
                <a:latin typeface="Times New Roman" panose="02020603050405020304" pitchFamily="18" charset="0"/>
                <a:ea typeface="宋体" panose="02010600030101010101" pitchFamily="2" charset="-122"/>
              </a:rPr>
              <a:t>本地链接</a:t>
            </a:r>
            <a:r>
              <a:rPr lang="zh-CN" altLang="en-US" dirty="0">
                <a:latin typeface="Times New Roman" panose="02020603050405020304" pitchFamily="18" charset="0"/>
                <a:ea typeface="宋体" panose="02010600030101010101" pitchFamily="2" charset="-122"/>
              </a:rPr>
              <a:t>：超链指向本计算机中的某个文件。</a:t>
            </a:r>
          </a:p>
        </p:txBody>
      </p:sp>
      <p:sp>
        <p:nvSpPr>
          <p:cNvPr id="183299" name="幻灯片编号占位符 1">
            <a:extLst>
              <a:ext uri="{FF2B5EF4-FFF2-40B4-BE49-F238E27FC236}">
                <a16:creationId xmlns:a16="http://schemas.microsoft.com/office/drawing/2014/main" id="{385EED4B-4589-1A4C-98EF-633F6742E11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CAF4DD-E351-0341-9F05-7FD4211731E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23856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C07B37D7-B23E-5747-B8B5-6C6251670D73}"/>
              </a:ext>
            </a:extLst>
          </p:cNvPr>
          <p:cNvSpPr>
            <a:spLocks noGrp="1" noChangeArrowheads="1"/>
          </p:cNvSpPr>
          <p:nvPr>
            <p:ph type="title"/>
          </p:nvPr>
        </p:nvSpPr>
        <p:spPr>
          <a:xfrm>
            <a:off x="193964" y="160735"/>
            <a:ext cx="7495093" cy="823913"/>
          </a:xfrm>
        </p:spPr>
        <p:txBody>
          <a:bodyPr/>
          <a:lstStyle/>
          <a:p>
            <a:pPr eaLnBrk="1" hangingPunct="1"/>
            <a:r>
              <a:rPr lang="en-US" altLang="zh-CN" sz="3000" dirty="0">
                <a:ea typeface="宋体" panose="02010600030101010101" pitchFamily="2" charset="-122"/>
              </a:rPr>
              <a:t>2.  </a:t>
            </a:r>
            <a:r>
              <a:rPr lang="zh-CN" altLang="en-US" sz="3000" dirty="0">
                <a:ea typeface="宋体" panose="02010600030101010101" pitchFamily="2" charset="-122"/>
              </a:rPr>
              <a:t>动态万维网文档</a:t>
            </a:r>
            <a:r>
              <a:rPr lang="zh-CN" altLang="en-US" dirty="0">
                <a:latin typeface="Times New Roman" panose="02020603050405020304" pitchFamily="18" charset="0"/>
                <a:ea typeface="宋体" panose="02010600030101010101" pitchFamily="2" charset="-122"/>
              </a:rPr>
              <a:t> </a:t>
            </a:r>
          </a:p>
        </p:txBody>
      </p:sp>
      <p:sp>
        <p:nvSpPr>
          <p:cNvPr id="692227" name="Rectangle 3">
            <a:extLst>
              <a:ext uri="{FF2B5EF4-FFF2-40B4-BE49-F238E27FC236}">
                <a16:creationId xmlns:a16="http://schemas.microsoft.com/office/drawing/2014/main" id="{C61818A1-1F4E-EC41-96BB-B6B89DFEC7F5}"/>
              </a:ext>
            </a:extLst>
          </p:cNvPr>
          <p:cNvSpPr>
            <a:spLocks noGrp="1" noChangeArrowheads="1"/>
          </p:cNvSpPr>
          <p:nvPr>
            <p:ph type="body" idx="1"/>
          </p:nvPr>
        </p:nvSpPr>
        <p:spPr>
          <a:xfrm>
            <a:off x="193964" y="1007268"/>
            <a:ext cx="8765923" cy="3975497"/>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静态文档</a:t>
            </a:r>
            <a:r>
              <a:rPr lang="zh-CN" altLang="en-US" dirty="0">
                <a:latin typeface="Times New Roman" panose="02020603050405020304" pitchFamily="18" charset="0"/>
                <a:ea typeface="宋体" panose="02010600030101010101" pitchFamily="2" charset="-122"/>
              </a:rPr>
              <a:t>是指该文档创作完毕后就存放在万维网服务器中，在被用户浏览的过程中，内容不会改变。 </a:t>
            </a:r>
          </a:p>
          <a:p>
            <a:pPr eaLnBrk="1" hangingPunct="1"/>
            <a:r>
              <a:rPr lang="zh-CN" altLang="en-US" dirty="0">
                <a:solidFill>
                  <a:schemeClr val="hlink"/>
                </a:solidFill>
                <a:latin typeface="Times New Roman" panose="02020603050405020304" pitchFamily="18" charset="0"/>
                <a:ea typeface="宋体" panose="02010600030101010101" pitchFamily="2" charset="-122"/>
              </a:rPr>
              <a:t>动态文档</a:t>
            </a:r>
            <a:r>
              <a:rPr lang="zh-CN" altLang="en-US" dirty="0">
                <a:latin typeface="Times New Roman" panose="02020603050405020304" pitchFamily="18" charset="0"/>
                <a:ea typeface="宋体" panose="02010600030101010101" pitchFamily="2" charset="-122"/>
              </a:rPr>
              <a:t>是指文档的内容是在浏览器访问万维网服务器时才由应用程序动态创建。</a:t>
            </a:r>
          </a:p>
          <a:p>
            <a:pPr eaLnBrk="1" hangingPunct="1"/>
            <a:r>
              <a:rPr lang="zh-CN" altLang="en-US" dirty="0">
                <a:latin typeface="Times New Roman" panose="02020603050405020304" pitchFamily="18" charset="0"/>
                <a:ea typeface="宋体" panose="02010600030101010101" pitchFamily="2" charset="-122"/>
              </a:rPr>
              <a:t>动态文档和静态文档之间的主要差别体现在</a:t>
            </a:r>
            <a:r>
              <a:rPr lang="zh-CN" altLang="en-US" dirty="0">
                <a:solidFill>
                  <a:schemeClr val="hlink"/>
                </a:solidFill>
                <a:latin typeface="Times New Roman" panose="02020603050405020304" pitchFamily="18" charset="0"/>
                <a:ea typeface="宋体" panose="02010600030101010101" pitchFamily="2" charset="-122"/>
              </a:rPr>
              <a:t>服务器</a:t>
            </a:r>
            <a:r>
              <a:rPr lang="zh-CN" altLang="en-US" dirty="0">
                <a:solidFill>
                  <a:srgbClr val="FF0000"/>
                </a:solidFill>
                <a:latin typeface="Times New Roman" panose="02020603050405020304" pitchFamily="18" charset="0"/>
                <a:ea typeface="宋体" panose="02010600030101010101" pitchFamily="2" charset="-122"/>
              </a:rPr>
              <a:t>一端</a:t>
            </a:r>
            <a:r>
              <a:rPr lang="zh-CN" altLang="en-US" dirty="0">
                <a:latin typeface="Times New Roman" panose="02020603050405020304" pitchFamily="18" charset="0"/>
                <a:ea typeface="宋体" panose="02010600030101010101" pitchFamily="2" charset="-122"/>
              </a:rPr>
              <a:t>。这主要是文档内容的生成方法不同。而从浏览器的角度看，这两种文档并没有区别。  </a:t>
            </a:r>
          </a:p>
        </p:txBody>
      </p:sp>
      <p:sp>
        <p:nvSpPr>
          <p:cNvPr id="185347" name="幻灯片编号占位符 1">
            <a:extLst>
              <a:ext uri="{FF2B5EF4-FFF2-40B4-BE49-F238E27FC236}">
                <a16:creationId xmlns:a16="http://schemas.microsoft.com/office/drawing/2014/main" id="{A353F5D4-229B-7249-87E3-EED9C492195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B04A41F-CA95-204E-BC66-6C1B8CBD81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7995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144FB1FB-56E0-4447-B58B-A1C92BEE137F}"/>
              </a:ext>
            </a:extLst>
          </p:cNvPr>
          <p:cNvSpPr>
            <a:spLocks noGrp="1" noChangeArrowheads="1"/>
          </p:cNvSpPr>
          <p:nvPr>
            <p:ph type="title"/>
          </p:nvPr>
        </p:nvSpPr>
        <p:spPr>
          <a:xfrm>
            <a:off x="193964" y="277416"/>
            <a:ext cx="7117665" cy="683419"/>
          </a:xfrm>
        </p:spPr>
        <p:txBody>
          <a:bodyPr/>
          <a:lstStyle/>
          <a:p>
            <a:pPr eaLnBrk="1" hangingPunct="1"/>
            <a:r>
              <a:rPr lang="zh-CN" altLang="en-US" dirty="0">
                <a:latin typeface="Times New Roman" panose="02020603050405020304" pitchFamily="18" charset="0"/>
                <a:ea typeface="宋体" panose="02010600030101010101" pitchFamily="2" charset="-122"/>
              </a:rPr>
              <a:t>万维网服务器功能的扩充 </a:t>
            </a:r>
          </a:p>
        </p:txBody>
      </p:sp>
      <p:sp>
        <p:nvSpPr>
          <p:cNvPr id="187394" name="Rectangle 3">
            <a:extLst>
              <a:ext uri="{FF2B5EF4-FFF2-40B4-BE49-F238E27FC236}">
                <a16:creationId xmlns:a16="http://schemas.microsoft.com/office/drawing/2014/main" id="{047703CE-8725-C440-BC13-3A9FA70CF54C}"/>
              </a:ext>
            </a:extLst>
          </p:cNvPr>
          <p:cNvSpPr>
            <a:spLocks noGrp="1" noChangeArrowheads="1"/>
          </p:cNvSpPr>
          <p:nvPr>
            <p:ph type="body" idx="1"/>
          </p:nvPr>
        </p:nvSpPr>
        <p:spPr>
          <a:xfrm>
            <a:off x="193964" y="1059656"/>
            <a:ext cx="8742218" cy="3509963"/>
          </a:xfrm>
        </p:spPr>
        <p:txBody>
          <a:bodyPr/>
          <a:lstStyle/>
          <a:p>
            <a:pPr marL="441722" indent="-441722" eaLnBrk="1" hangingPunct="1">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应增加另一个应用程序，用来处理浏览器发来的数据，并创建动态文档。</a:t>
            </a:r>
          </a:p>
          <a:p>
            <a:pPr marL="441722" indent="-441722" eaLnBrk="1" hangingPunct="1">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应增加一个机制，用来使万维网服务器把浏览器发来的数据传送给这个应用程序，然后万维网服务器能够解释这个应用程序的输出，并向浏览器返回 </a:t>
            </a:r>
            <a:r>
              <a:rPr lang="en-US" altLang="zh-CN" dirty="0">
                <a:latin typeface="Times New Roman" panose="02020603050405020304" pitchFamily="18" charset="0"/>
                <a:ea typeface="宋体" panose="02010600030101010101" pitchFamily="2" charset="-122"/>
              </a:rPr>
              <a:t>HTML </a:t>
            </a:r>
            <a:r>
              <a:rPr lang="zh-CN" altLang="en-US" dirty="0">
                <a:latin typeface="Times New Roman" panose="02020603050405020304" pitchFamily="18" charset="0"/>
                <a:ea typeface="宋体" panose="02010600030101010101" pitchFamily="2" charset="-122"/>
              </a:rPr>
              <a:t>文档。</a:t>
            </a:r>
          </a:p>
        </p:txBody>
      </p:sp>
      <p:sp>
        <p:nvSpPr>
          <p:cNvPr id="187395" name="幻灯片编号占位符 1">
            <a:extLst>
              <a:ext uri="{FF2B5EF4-FFF2-40B4-BE49-F238E27FC236}">
                <a16:creationId xmlns:a16="http://schemas.microsoft.com/office/drawing/2014/main" id="{F16C50F6-3BAC-1142-951E-54109B266DD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3EB6C10-C86D-7240-94B6-57B8D48E2C0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39975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1" name="Picture 4">
            <a:extLst>
              <a:ext uri="{FF2B5EF4-FFF2-40B4-BE49-F238E27FC236}">
                <a16:creationId xmlns:a16="http://schemas.microsoft.com/office/drawing/2014/main" id="{9688E72D-E4F6-764B-B138-44F65314F77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8732" y="1638300"/>
            <a:ext cx="1103710" cy="1920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4321" name="Group 49">
            <a:extLst>
              <a:ext uri="{FF2B5EF4-FFF2-40B4-BE49-F238E27FC236}">
                <a16:creationId xmlns:a16="http://schemas.microsoft.com/office/drawing/2014/main" id="{C9CF20C7-7F42-4B4A-833C-F33F8A7498ED}"/>
              </a:ext>
            </a:extLst>
          </p:cNvPr>
          <p:cNvGrpSpPr>
            <a:grpSpLocks/>
          </p:cNvGrpSpPr>
          <p:nvPr/>
        </p:nvGrpSpPr>
        <p:grpSpPr bwMode="auto">
          <a:xfrm>
            <a:off x="5345907" y="2270522"/>
            <a:ext cx="1369219" cy="841772"/>
            <a:chOff x="3530" y="1904"/>
            <a:chExt cx="1150" cy="707"/>
          </a:xfrm>
        </p:grpSpPr>
        <p:sp>
          <p:nvSpPr>
            <p:cNvPr id="694277" name="AutoShape 5">
              <a:extLst>
                <a:ext uri="{FF2B5EF4-FFF2-40B4-BE49-F238E27FC236}">
                  <a16:creationId xmlns:a16="http://schemas.microsoft.com/office/drawing/2014/main" id="{2974C518-0DAA-744C-B431-CD8AE1233D12}"/>
                </a:ext>
              </a:extLst>
            </p:cNvPr>
            <p:cNvSpPr>
              <a:spLocks noChangeArrowheads="1"/>
            </p:cNvSpPr>
            <p:nvPr/>
          </p:nvSpPr>
          <p:spPr bwMode="auto">
            <a:xfrm>
              <a:off x="4238" y="1904"/>
              <a:ext cx="442" cy="289"/>
            </a:xfrm>
            <a:prstGeom prst="can">
              <a:avLst>
                <a:gd name="adj" fmla="val 39583"/>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86" name="Line 14">
              <a:extLst>
                <a:ext uri="{FF2B5EF4-FFF2-40B4-BE49-F238E27FC236}">
                  <a16:creationId xmlns:a16="http://schemas.microsoft.com/office/drawing/2014/main" id="{21EEBC02-D512-1549-AFDB-EEAB86850C4E}"/>
                </a:ext>
              </a:extLst>
            </p:cNvPr>
            <p:cNvSpPr>
              <a:spLocks noChangeShapeType="1"/>
            </p:cNvSpPr>
            <p:nvPr/>
          </p:nvSpPr>
          <p:spPr bwMode="auto">
            <a:xfrm flipV="1">
              <a:off x="3985" y="2177"/>
              <a:ext cx="393" cy="232"/>
            </a:xfrm>
            <a:prstGeom prst="line">
              <a:avLst/>
            </a:prstGeom>
            <a:noFill/>
            <a:ln w="28575">
              <a:solidFill>
                <a:srgbClr val="333399"/>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4290" name="Line 18">
              <a:extLst>
                <a:ext uri="{FF2B5EF4-FFF2-40B4-BE49-F238E27FC236}">
                  <a16:creationId xmlns:a16="http://schemas.microsoft.com/office/drawing/2014/main" id="{1F698E42-FC5B-5549-B921-E3FB9FF70FED}"/>
                </a:ext>
              </a:extLst>
            </p:cNvPr>
            <p:cNvSpPr>
              <a:spLocks noChangeShapeType="1"/>
            </p:cNvSpPr>
            <p:nvPr/>
          </p:nvSpPr>
          <p:spPr bwMode="auto">
            <a:xfrm>
              <a:off x="3530" y="2276"/>
              <a:ext cx="186" cy="181"/>
            </a:xfrm>
            <a:prstGeom prst="line">
              <a:avLst/>
            </a:prstGeom>
            <a:noFill/>
            <a:ln w="25400">
              <a:solidFill>
                <a:schemeClr val="tx1"/>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4285" name="Oval 13">
              <a:extLst>
                <a:ext uri="{FF2B5EF4-FFF2-40B4-BE49-F238E27FC236}">
                  <a16:creationId xmlns:a16="http://schemas.microsoft.com/office/drawing/2014/main" id="{068DF113-A7EE-794B-9BEF-8A64A5E87875}"/>
                </a:ext>
              </a:extLst>
            </p:cNvPr>
            <p:cNvSpPr>
              <a:spLocks noChangeArrowheads="1"/>
            </p:cNvSpPr>
            <p:nvPr/>
          </p:nvSpPr>
          <p:spPr bwMode="auto">
            <a:xfrm>
              <a:off x="3651" y="2385"/>
              <a:ext cx="450" cy="226"/>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lang="en-US" altLang="zh-CN" sz="1500">
                  <a:solidFill>
                    <a:schemeClr val="folHlink"/>
                  </a:solidFill>
                  <a:latin typeface="Arial" charset="0"/>
                  <a:ea typeface="宋体" charset="-122"/>
                </a:rPr>
                <a:t>CGI</a:t>
              </a:r>
            </a:p>
          </p:txBody>
        </p:sp>
      </p:grpSp>
      <p:grpSp>
        <p:nvGrpSpPr>
          <p:cNvPr id="694317" name="Group 45">
            <a:extLst>
              <a:ext uri="{FF2B5EF4-FFF2-40B4-BE49-F238E27FC236}">
                <a16:creationId xmlns:a16="http://schemas.microsoft.com/office/drawing/2014/main" id="{2B06B945-EB9F-0845-94AB-6C7A6E25C956}"/>
              </a:ext>
            </a:extLst>
          </p:cNvPr>
          <p:cNvGrpSpPr>
            <a:grpSpLocks/>
          </p:cNvGrpSpPr>
          <p:nvPr/>
        </p:nvGrpSpPr>
        <p:grpSpPr bwMode="auto">
          <a:xfrm>
            <a:off x="1933576" y="3719513"/>
            <a:ext cx="4211240" cy="1315642"/>
            <a:chOff x="664" y="3124"/>
            <a:chExt cx="3537" cy="1105"/>
          </a:xfrm>
        </p:grpSpPr>
        <p:sp>
          <p:nvSpPr>
            <p:cNvPr id="694304" name="Line 32">
              <a:extLst>
                <a:ext uri="{FF2B5EF4-FFF2-40B4-BE49-F238E27FC236}">
                  <a16:creationId xmlns:a16="http://schemas.microsoft.com/office/drawing/2014/main" id="{6AF3670D-F1A8-6548-A63E-4A6AE6BCE00F}"/>
                </a:ext>
              </a:extLst>
            </p:cNvPr>
            <p:cNvSpPr>
              <a:spLocks noChangeShapeType="1"/>
            </p:cNvSpPr>
            <p:nvPr/>
          </p:nvSpPr>
          <p:spPr bwMode="auto">
            <a:xfrm flipH="1" flipV="1">
              <a:off x="664" y="3680"/>
              <a:ext cx="2965" cy="11"/>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89473" name="Text Box 34">
              <a:extLst>
                <a:ext uri="{FF2B5EF4-FFF2-40B4-BE49-F238E27FC236}">
                  <a16:creationId xmlns:a16="http://schemas.microsoft.com/office/drawing/2014/main" id="{9F085B97-1679-F042-953E-97011E6CFD48}"/>
                </a:ext>
              </a:extLst>
            </p:cNvPr>
            <p:cNvSpPr txBox="1">
              <a:spLocks noChangeArrowheads="1"/>
            </p:cNvSpPr>
            <p:nvPr/>
          </p:nvSpPr>
          <p:spPr bwMode="auto">
            <a:xfrm>
              <a:off x="2336" y="3124"/>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sp>
          <p:nvSpPr>
            <p:cNvPr id="189474" name="Text Box 36">
              <a:extLst>
                <a:ext uri="{FF2B5EF4-FFF2-40B4-BE49-F238E27FC236}">
                  <a16:creationId xmlns:a16="http://schemas.microsoft.com/office/drawing/2014/main" id="{A900FCC4-C743-F74F-88B9-12C3F2C6F65A}"/>
                </a:ext>
              </a:extLst>
            </p:cNvPr>
            <p:cNvSpPr txBox="1">
              <a:spLocks noChangeArrowheads="1"/>
            </p:cNvSpPr>
            <p:nvPr/>
          </p:nvSpPr>
          <p:spPr bwMode="auto">
            <a:xfrm>
              <a:off x="2830" y="3217"/>
              <a:ext cx="1371"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响应动态文档</a:t>
              </a:r>
            </a:p>
          </p:txBody>
        </p:sp>
        <p:grpSp>
          <p:nvGrpSpPr>
            <p:cNvPr id="189475" name="Group 37">
              <a:extLst>
                <a:ext uri="{FF2B5EF4-FFF2-40B4-BE49-F238E27FC236}">
                  <a16:creationId xmlns:a16="http://schemas.microsoft.com/office/drawing/2014/main" id="{999A4B66-EF39-8846-9553-28FC42A3E51E}"/>
                </a:ext>
              </a:extLst>
            </p:cNvPr>
            <p:cNvGrpSpPr>
              <a:grpSpLocks/>
            </p:cNvGrpSpPr>
            <p:nvPr/>
          </p:nvGrpSpPr>
          <p:grpSpPr bwMode="auto">
            <a:xfrm flipH="1">
              <a:off x="1039" y="3509"/>
              <a:ext cx="1433" cy="321"/>
              <a:chOff x="1152" y="1824"/>
              <a:chExt cx="1296" cy="240"/>
            </a:xfrm>
          </p:grpSpPr>
          <p:sp>
            <p:nvSpPr>
              <p:cNvPr id="694310" name="AutoShape 38">
                <a:extLst>
                  <a:ext uri="{FF2B5EF4-FFF2-40B4-BE49-F238E27FC236}">
                    <a16:creationId xmlns:a16="http://schemas.microsoft.com/office/drawing/2014/main" id="{5D2C6F2C-29E4-D242-99F4-5A198324C59D}"/>
                  </a:ext>
                </a:extLst>
              </p:cNvPr>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77" name="Rectangle 39">
                <a:extLst>
                  <a:ext uri="{FF2B5EF4-FFF2-40B4-BE49-F238E27FC236}">
                    <a16:creationId xmlns:a16="http://schemas.microsoft.com/office/drawing/2014/main" id="{8C03B78C-7C70-0E46-BDC5-1B9C0F1D9004}"/>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sp>
        <p:nvSpPr>
          <p:cNvPr id="2" name="内容占位符 1">
            <a:extLst>
              <a:ext uri="{FF2B5EF4-FFF2-40B4-BE49-F238E27FC236}">
                <a16:creationId xmlns:a16="http://schemas.microsoft.com/office/drawing/2014/main" id="{D2DAB934-6A6E-404D-927C-DBFF19C8C3BB}"/>
              </a:ext>
            </a:extLst>
          </p:cNvPr>
          <p:cNvSpPr>
            <a:spLocks noGrp="1"/>
          </p:cNvSpPr>
          <p:nvPr>
            <p:ph idx="1"/>
          </p:nvPr>
        </p:nvSpPr>
        <p:spPr/>
        <p:txBody>
          <a:bodyPr/>
          <a:lstStyle/>
          <a:p>
            <a:endParaRPr kumimoji="1" lang="zh-CN" altLang="en-US"/>
          </a:p>
        </p:txBody>
      </p:sp>
      <p:sp>
        <p:nvSpPr>
          <p:cNvPr id="189460" name="幻灯片编号占位符 1">
            <a:extLst>
              <a:ext uri="{FF2B5EF4-FFF2-40B4-BE49-F238E27FC236}">
                <a16:creationId xmlns:a16="http://schemas.microsoft.com/office/drawing/2014/main" id="{C6AB54F3-E3C1-F441-BA96-8CF5E6EC8A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4A2FCA8-89C2-6A42-B9B1-91F5174AF58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tx1"/>
              </a:solidFill>
              <a:latin typeface="Tahoma" panose="020B0604030504040204" pitchFamily="34" charset="0"/>
              <a:ea typeface="宋体" panose="02010600030101010101" pitchFamily="2" charset="-122"/>
            </a:endParaRPr>
          </a:p>
        </p:txBody>
      </p:sp>
      <p:sp>
        <p:nvSpPr>
          <p:cNvPr id="189444" name="Rectangle 2">
            <a:extLst>
              <a:ext uri="{FF2B5EF4-FFF2-40B4-BE49-F238E27FC236}">
                <a16:creationId xmlns:a16="http://schemas.microsoft.com/office/drawing/2014/main" id="{CEBF583C-A0AA-C940-BC0F-DA9F763961B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扩充了功能的万维网服务器 </a:t>
            </a:r>
          </a:p>
        </p:txBody>
      </p:sp>
      <p:sp>
        <p:nvSpPr>
          <p:cNvPr id="189445" name="Rectangle 6">
            <a:extLst>
              <a:ext uri="{FF2B5EF4-FFF2-40B4-BE49-F238E27FC236}">
                <a16:creationId xmlns:a16="http://schemas.microsoft.com/office/drawing/2014/main" id="{60B857CC-968A-CD4A-B54E-9A23E805C88A}"/>
              </a:ext>
            </a:extLst>
          </p:cNvPr>
          <p:cNvSpPr>
            <a:spLocks noChangeArrowheads="1"/>
          </p:cNvSpPr>
          <p:nvPr/>
        </p:nvSpPr>
        <p:spPr bwMode="auto">
          <a:xfrm>
            <a:off x="5031582" y="1412082"/>
            <a:ext cx="12912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万维网服务器</a:t>
            </a:r>
          </a:p>
        </p:txBody>
      </p:sp>
      <p:sp>
        <p:nvSpPr>
          <p:cNvPr id="694279" name="Oval 7">
            <a:extLst>
              <a:ext uri="{FF2B5EF4-FFF2-40B4-BE49-F238E27FC236}">
                <a16:creationId xmlns:a16="http://schemas.microsoft.com/office/drawing/2014/main" id="{E947F14A-A722-F74E-A449-59C372523498}"/>
              </a:ext>
            </a:extLst>
          </p:cNvPr>
          <p:cNvSpPr>
            <a:spLocks noChangeArrowheads="1"/>
          </p:cNvSpPr>
          <p:nvPr/>
        </p:nvSpPr>
        <p:spPr bwMode="auto">
          <a:xfrm>
            <a:off x="5156597" y="2556273"/>
            <a:ext cx="317897" cy="167878"/>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47" name="Rectangle 8">
            <a:extLst>
              <a:ext uri="{FF2B5EF4-FFF2-40B4-BE49-F238E27FC236}">
                <a16:creationId xmlns:a16="http://schemas.microsoft.com/office/drawing/2014/main" id="{52BD3AF9-EA11-D34F-B169-E18AEB3E511D}"/>
              </a:ext>
            </a:extLst>
          </p:cNvPr>
          <p:cNvSpPr>
            <a:spLocks noChangeArrowheads="1"/>
          </p:cNvSpPr>
          <p:nvPr/>
        </p:nvSpPr>
        <p:spPr bwMode="auto">
          <a:xfrm>
            <a:off x="2633663" y="1930004"/>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89448" name="Rectangle 9">
            <a:extLst>
              <a:ext uri="{FF2B5EF4-FFF2-40B4-BE49-F238E27FC236}">
                <a16:creationId xmlns:a16="http://schemas.microsoft.com/office/drawing/2014/main" id="{E587E0B3-B77D-EC44-99CE-6029249B83A8}"/>
              </a:ext>
            </a:extLst>
          </p:cNvPr>
          <p:cNvSpPr>
            <a:spLocks noChangeArrowheads="1"/>
          </p:cNvSpPr>
          <p:nvPr/>
        </p:nvSpPr>
        <p:spPr bwMode="auto">
          <a:xfrm>
            <a:off x="1514475" y="1683544"/>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万维网客户</a:t>
            </a:r>
          </a:p>
        </p:txBody>
      </p:sp>
      <p:sp>
        <p:nvSpPr>
          <p:cNvPr id="694282" name="Line 10">
            <a:extLst>
              <a:ext uri="{FF2B5EF4-FFF2-40B4-BE49-F238E27FC236}">
                <a16:creationId xmlns:a16="http://schemas.microsoft.com/office/drawing/2014/main" id="{8AC628A4-031F-2642-B593-4ADF506966FF}"/>
              </a:ext>
            </a:extLst>
          </p:cNvPr>
          <p:cNvSpPr>
            <a:spLocks noChangeShapeType="1"/>
          </p:cNvSpPr>
          <p:nvPr/>
        </p:nvSpPr>
        <p:spPr bwMode="auto">
          <a:xfrm>
            <a:off x="4673204" y="2381250"/>
            <a:ext cx="583406" cy="257175"/>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89450" name="Rectangle 11">
            <a:extLst>
              <a:ext uri="{FF2B5EF4-FFF2-40B4-BE49-F238E27FC236}">
                <a16:creationId xmlns:a16="http://schemas.microsoft.com/office/drawing/2014/main" id="{674AEE28-FBF6-C64A-B50A-45D4C17376DF}"/>
              </a:ext>
            </a:extLst>
          </p:cNvPr>
          <p:cNvSpPr>
            <a:spLocks noChangeArrowheads="1"/>
          </p:cNvSpPr>
          <p:nvPr/>
        </p:nvSpPr>
        <p:spPr bwMode="auto">
          <a:xfrm>
            <a:off x="4088606" y="2095501"/>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694284" name="Rectangle 12">
            <a:extLst>
              <a:ext uri="{FF2B5EF4-FFF2-40B4-BE49-F238E27FC236}">
                <a16:creationId xmlns:a16="http://schemas.microsoft.com/office/drawing/2014/main" id="{38ABCACA-FD60-BD48-8E01-14521D2F0CCC}"/>
              </a:ext>
            </a:extLst>
          </p:cNvPr>
          <p:cNvSpPr>
            <a:spLocks noChangeArrowheads="1"/>
          </p:cNvSpPr>
          <p:nvPr/>
        </p:nvSpPr>
        <p:spPr bwMode="auto">
          <a:xfrm>
            <a:off x="3343275" y="2356248"/>
            <a:ext cx="638798" cy="298160"/>
          </a:xfrm>
          <a:prstGeom prst="rect">
            <a:avLst/>
          </a:prstGeom>
          <a:noFill/>
          <a:ln>
            <a:noFill/>
          </a:ln>
          <a:effectLst/>
        </p:spPr>
        <p:txBody>
          <a:bodyPr wrap="none" lIns="67866" tIns="33338" rIns="67866" bIns="33338">
            <a:spAutoFit/>
          </a:bodyPr>
          <a:lstStyle/>
          <a:p>
            <a:pPr>
              <a:defRPr/>
            </a:pPr>
            <a:r>
              <a:rPr kumimoji="1" lang="en-US" altLang="zh-CN" sz="1500">
                <a:solidFill>
                  <a:srgbClr val="333399"/>
                </a:solidFill>
                <a:latin typeface="Arial" charset="0"/>
                <a:ea typeface="黑体" charset="-122"/>
              </a:rPr>
              <a:t>HTTP</a:t>
            </a:r>
          </a:p>
        </p:txBody>
      </p:sp>
      <p:sp>
        <p:nvSpPr>
          <p:cNvPr id="189452" name="Rectangle 16">
            <a:extLst>
              <a:ext uri="{FF2B5EF4-FFF2-40B4-BE49-F238E27FC236}">
                <a16:creationId xmlns:a16="http://schemas.microsoft.com/office/drawing/2014/main" id="{F5285F8A-E546-FC47-96D9-313E4D1F9737}"/>
              </a:ext>
            </a:extLst>
          </p:cNvPr>
          <p:cNvSpPr>
            <a:spLocks noChangeArrowheads="1"/>
          </p:cNvSpPr>
          <p:nvPr/>
        </p:nvSpPr>
        <p:spPr bwMode="auto">
          <a:xfrm>
            <a:off x="6157913" y="1977629"/>
            <a:ext cx="71413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数据库</a:t>
            </a:r>
          </a:p>
        </p:txBody>
      </p:sp>
      <p:pic>
        <p:nvPicPr>
          <p:cNvPr id="189453" name="Picture 19">
            <a:extLst>
              <a:ext uri="{FF2B5EF4-FFF2-40B4-BE49-F238E27FC236}">
                <a16:creationId xmlns:a16="http://schemas.microsoft.com/office/drawing/2014/main" id="{E05B84EF-0D08-4444-B245-F588B6D94B9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917" y="1944291"/>
            <a:ext cx="772715"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4292" name="Oval 20">
            <a:extLst>
              <a:ext uri="{FF2B5EF4-FFF2-40B4-BE49-F238E27FC236}">
                <a16:creationId xmlns:a16="http://schemas.microsoft.com/office/drawing/2014/main" id="{C560F197-D722-AF49-8297-6325ED134660}"/>
              </a:ext>
            </a:extLst>
          </p:cNvPr>
          <p:cNvSpPr>
            <a:spLocks noChangeArrowheads="1"/>
          </p:cNvSpPr>
          <p:nvPr/>
        </p:nvSpPr>
        <p:spPr bwMode="auto">
          <a:xfrm>
            <a:off x="1941910" y="2565798"/>
            <a:ext cx="322659" cy="158353"/>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93" name="Line 21">
            <a:extLst>
              <a:ext uri="{FF2B5EF4-FFF2-40B4-BE49-F238E27FC236}">
                <a16:creationId xmlns:a16="http://schemas.microsoft.com/office/drawing/2014/main" id="{472D1275-8050-F645-9078-507D53D40BBE}"/>
              </a:ext>
            </a:extLst>
          </p:cNvPr>
          <p:cNvSpPr>
            <a:spLocks noChangeShapeType="1"/>
          </p:cNvSpPr>
          <p:nvPr/>
        </p:nvSpPr>
        <p:spPr bwMode="auto">
          <a:xfrm flipH="1">
            <a:off x="2126457" y="2316957"/>
            <a:ext cx="645319" cy="316706"/>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694294" name="Freeform 22" descr="横虚线">
            <a:extLst>
              <a:ext uri="{FF2B5EF4-FFF2-40B4-BE49-F238E27FC236}">
                <a16:creationId xmlns:a16="http://schemas.microsoft.com/office/drawing/2014/main" id="{2DE51329-5AAF-304B-977C-40DE6A46FBC3}"/>
              </a:ext>
            </a:extLst>
          </p:cNvPr>
          <p:cNvSpPr>
            <a:spLocks/>
          </p:cNvSpPr>
          <p:nvPr/>
        </p:nvSpPr>
        <p:spPr bwMode="auto">
          <a:xfrm>
            <a:off x="1782366" y="2095500"/>
            <a:ext cx="408384" cy="295275"/>
          </a:xfrm>
          <a:custGeom>
            <a:avLst/>
            <a:gdLst>
              <a:gd name="T0" fmla="*/ 19993 w 463"/>
              <a:gd name="T1" fmla="*/ 0 h 322"/>
              <a:gd name="T2" fmla="*/ 543336 w 463"/>
              <a:gd name="T3" fmla="*/ 0 h 322"/>
              <a:gd name="T4" fmla="*/ 520991 w 463"/>
              <a:gd name="T5" fmla="*/ 392477 h 322"/>
              <a:gd name="T6" fmla="*/ 0 w 463"/>
              <a:gd name="T7" fmla="*/ 371692 h 322"/>
              <a:gd name="T8" fmla="*/ 19993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blipFill dpi="0" rotWithShape="0">
            <a:blip r:embed="rId5"/>
            <a:srcRect/>
            <a:tile tx="0" ty="0" sx="100000" sy="100000" flip="none" algn="tl"/>
          </a:blipFill>
          <a:ln>
            <a:noFill/>
          </a:ln>
          <a:effectLst/>
        </p:spPr>
        <p:txBody>
          <a:bodyPr/>
          <a:lstStyle/>
          <a:p>
            <a:pPr>
              <a:defRPr/>
            </a:pPr>
            <a:endParaRPr lang="zh-CN" altLang="en-US">
              <a:cs typeface="+mn-cs"/>
            </a:endParaRPr>
          </a:p>
        </p:txBody>
      </p:sp>
      <p:grpSp>
        <p:nvGrpSpPr>
          <p:cNvPr id="694322" name="Group 50">
            <a:extLst>
              <a:ext uri="{FF2B5EF4-FFF2-40B4-BE49-F238E27FC236}">
                <a16:creationId xmlns:a16="http://schemas.microsoft.com/office/drawing/2014/main" id="{9E2F9617-929F-3348-AA13-2D1B33C61E57}"/>
              </a:ext>
            </a:extLst>
          </p:cNvPr>
          <p:cNvGrpSpPr>
            <a:grpSpLocks/>
          </p:cNvGrpSpPr>
          <p:nvPr/>
        </p:nvGrpSpPr>
        <p:grpSpPr bwMode="auto">
          <a:xfrm>
            <a:off x="1656160" y="3278982"/>
            <a:ext cx="3818334" cy="1345406"/>
            <a:chOff x="431" y="2754"/>
            <a:chExt cx="3207" cy="1130"/>
          </a:xfrm>
        </p:grpSpPr>
        <p:sp>
          <p:nvSpPr>
            <p:cNvPr id="694299" name="Line 27">
              <a:extLst>
                <a:ext uri="{FF2B5EF4-FFF2-40B4-BE49-F238E27FC236}">
                  <a16:creationId xmlns:a16="http://schemas.microsoft.com/office/drawing/2014/main" id="{24245439-9C13-8C40-954F-A115942335E6}"/>
                </a:ext>
              </a:extLst>
            </p:cNvPr>
            <p:cNvSpPr>
              <a:spLocks noChangeShapeType="1"/>
            </p:cNvSpPr>
            <p:nvPr/>
          </p:nvSpPr>
          <p:spPr bwMode="auto">
            <a:xfrm>
              <a:off x="664" y="2791"/>
              <a:ext cx="0" cy="1093"/>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694300" name="Line 28">
              <a:extLst>
                <a:ext uri="{FF2B5EF4-FFF2-40B4-BE49-F238E27FC236}">
                  <a16:creationId xmlns:a16="http://schemas.microsoft.com/office/drawing/2014/main" id="{C2308D69-0A44-A542-BD4A-1A20B0EDF337}"/>
                </a:ext>
              </a:extLst>
            </p:cNvPr>
            <p:cNvSpPr>
              <a:spLocks noChangeShapeType="1"/>
            </p:cNvSpPr>
            <p:nvPr/>
          </p:nvSpPr>
          <p:spPr bwMode="auto">
            <a:xfrm>
              <a:off x="3638" y="2855"/>
              <a:ext cx="0" cy="1029"/>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grpSp>
          <p:nvGrpSpPr>
            <p:cNvPr id="189466" name="Group 44">
              <a:extLst>
                <a:ext uri="{FF2B5EF4-FFF2-40B4-BE49-F238E27FC236}">
                  <a16:creationId xmlns:a16="http://schemas.microsoft.com/office/drawing/2014/main" id="{AFA4C874-3CD5-1845-AAD5-8106BCA2CD81}"/>
                </a:ext>
              </a:extLst>
            </p:cNvPr>
            <p:cNvGrpSpPr>
              <a:grpSpLocks/>
            </p:cNvGrpSpPr>
            <p:nvPr/>
          </p:nvGrpSpPr>
          <p:grpSpPr bwMode="auto">
            <a:xfrm>
              <a:off x="431" y="2754"/>
              <a:ext cx="3207" cy="487"/>
              <a:chOff x="431" y="2754"/>
              <a:chExt cx="3207" cy="487"/>
            </a:xfrm>
          </p:grpSpPr>
          <p:sp>
            <p:nvSpPr>
              <p:cNvPr id="694295" name="Line 23">
                <a:extLst>
                  <a:ext uri="{FF2B5EF4-FFF2-40B4-BE49-F238E27FC236}">
                    <a16:creationId xmlns:a16="http://schemas.microsoft.com/office/drawing/2014/main" id="{4FD6A7D6-5BDB-574E-ACD3-5B0590DCD378}"/>
                  </a:ext>
                </a:extLst>
              </p:cNvPr>
              <p:cNvSpPr>
                <a:spLocks noChangeShapeType="1"/>
              </p:cNvSpPr>
              <p:nvPr/>
            </p:nvSpPr>
            <p:spPr bwMode="auto">
              <a:xfrm flipV="1">
                <a:off x="673" y="3080"/>
                <a:ext cx="2965" cy="11"/>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89468" name="Group 24">
                <a:extLst>
                  <a:ext uri="{FF2B5EF4-FFF2-40B4-BE49-F238E27FC236}">
                    <a16:creationId xmlns:a16="http://schemas.microsoft.com/office/drawing/2014/main" id="{93CD3A45-E3FE-EE43-ADA2-3FA6334F1054}"/>
                  </a:ext>
                </a:extLst>
              </p:cNvPr>
              <p:cNvGrpSpPr>
                <a:grpSpLocks/>
              </p:cNvGrpSpPr>
              <p:nvPr/>
            </p:nvGrpSpPr>
            <p:grpSpPr bwMode="auto">
              <a:xfrm>
                <a:off x="1419" y="2919"/>
                <a:ext cx="1461" cy="322"/>
                <a:chOff x="1152" y="1824"/>
                <a:chExt cx="1296" cy="240"/>
              </a:xfrm>
            </p:grpSpPr>
            <p:sp>
              <p:nvSpPr>
                <p:cNvPr id="694297" name="AutoShape 25">
                  <a:extLst>
                    <a:ext uri="{FF2B5EF4-FFF2-40B4-BE49-F238E27FC236}">
                      <a16:creationId xmlns:a16="http://schemas.microsoft.com/office/drawing/2014/main" id="{8E79813C-EBA0-DE4E-B210-10A7AD2DD95B}"/>
                    </a:ext>
                  </a:extLst>
                </p:cNvPr>
                <p:cNvSpPr>
                  <a:spLocks noChangeArrowheads="1"/>
                </p:cNvSpPr>
                <p:nvPr/>
              </p:nvSpPr>
              <p:spPr bwMode="auto">
                <a:xfrm>
                  <a:off x="2160" y="1872"/>
                  <a:ext cx="288" cy="145"/>
                </a:xfrm>
                <a:prstGeom prst="rightArrow">
                  <a:avLst>
                    <a:gd name="adj1" fmla="val 50000"/>
                    <a:gd name="adj2" fmla="val 50000"/>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89471" name="Rectangle 26">
                  <a:extLst>
                    <a:ext uri="{FF2B5EF4-FFF2-40B4-BE49-F238E27FC236}">
                      <a16:creationId xmlns:a16="http://schemas.microsoft.com/office/drawing/2014/main" id="{CCD2D862-01D7-6E4A-98E8-AF8B6F6D3D92}"/>
                    </a:ext>
                  </a:extLst>
                </p:cNvPr>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189469" name="Text Box 29">
                <a:extLst>
                  <a:ext uri="{FF2B5EF4-FFF2-40B4-BE49-F238E27FC236}">
                    <a16:creationId xmlns:a16="http://schemas.microsoft.com/office/drawing/2014/main" id="{285FCCEB-80C5-BB43-80EE-B9A10ED89038}"/>
                  </a:ext>
                </a:extLst>
              </p:cNvPr>
              <p:cNvSpPr txBox="1">
                <a:spLocks noChangeArrowheads="1"/>
              </p:cNvSpPr>
              <p:nvPr/>
            </p:nvSpPr>
            <p:spPr bwMode="auto">
              <a:xfrm>
                <a:off x="431" y="2754"/>
                <a:ext cx="1048" cy="3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grpSp>
      <p:grpSp>
        <p:nvGrpSpPr>
          <p:cNvPr id="694314" name="Group 42">
            <a:extLst>
              <a:ext uri="{FF2B5EF4-FFF2-40B4-BE49-F238E27FC236}">
                <a16:creationId xmlns:a16="http://schemas.microsoft.com/office/drawing/2014/main" id="{09A0AE51-4AD4-8749-99C5-37C59095939B}"/>
              </a:ext>
            </a:extLst>
          </p:cNvPr>
          <p:cNvGrpSpPr>
            <a:grpSpLocks/>
          </p:cNvGrpSpPr>
          <p:nvPr/>
        </p:nvGrpSpPr>
        <p:grpSpPr bwMode="auto">
          <a:xfrm>
            <a:off x="5913834" y="3075387"/>
            <a:ext cx="1983582" cy="1475185"/>
            <a:chOff x="3909" y="2533"/>
            <a:chExt cx="1666" cy="1239"/>
          </a:xfrm>
        </p:grpSpPr>
        <p:sp>
          <p:nvSpPr>
            <p:cNvPr id="694302" name="Line 30">
              <a:extLst>
                <a:ext uri="{FF2B5EF4-FFF2-40B4-BE49-F238E27FC236}">
                  <a16:creationId xmlns:a16="http://schemas.microsoft.com/office/drawing/2014/main" id="{5267FE4C-9922-7648-86F1-072A5A2DDEC7}"/>
                </a:ext>
              </a:extLst>
            </p:cNvPr>
            <p:cNvSpPr>
              <a:spLocks noChangeShapeType="1"/>
            </p:cNvSpPr>
            <p:nvPr/>
          </p:nvSpPr>
          <p:spPr bwMode="auto">
            <a:xfrm>
              <a:off x="3909" y="2533"/>
              <a:ext cx="324" cy="579"/>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89462" name="Text Box 31">
              <a:extLst>
                <a:ext uri="{FF2B5EF4-FFF2-40B4-BE49-F238E27FC236}">
                  <a16:creationId xmlns:a16="http://schemas.microsoft.com/office/drawing/2014/main" id="{0C9EBECD-2A2E-E54E-8C5B-0CC4EBF70D0E}"/>
                </a:ext>
              </a:extLst>
            </p:cNvPr>
            <p:cNvSpPr txBox="1">
              <a:spLocks noChangeArrowheads="1"/>
            </p:cNvSpPr>
            <p:nvPr/>
          </p:nvSpPr>
          <p:spPr bwMode="auto">
            <a:xfrm>
              <a:off x="4196" y="2552"/>
              <a:ext cx="1379"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CGI </a:t>
              </a:r>
              <a:r>
                <a:rPr kumimoji="1" lang="zh-CN" altLang="en-US" sz="1500">
                  <a:latin typeface="Arial" panose="020B0604020202020204" pitchFamily="34" charset="0"/>
                  <a:ea typeface="宋体" panose="02010600030101010101" pitchFamily="2" charset="-122"/>
                </a:rPr>
                <a:t>程序创建</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动态文档</a:t>
              </a:r>
            </a:p>
          </p:txBody>
        </p:sp>
        <p:sp>
          <p:nvSpPr>
            <p:cNvPr id="189463" name="Text Box 35">
              <a:extLst>
                <a:ext uri="{FF2B5EF4-FFF2-40B4-BE49-F238E27FC236}">
                  <a16:creationId xmlns:a16="http://schemas.microsoft.com/office/drawing/2014/main" id="{E85D4E81-CAA8-324D-911C-8A357F41EA15}"/>
                </a:ext>
              </a:extLst>
            </p:cNvPr>
            <p:cNvSpPr txBox="1">
              <a:spLocks noChangeArrowheads="1"/>
            </p:cNvSpPr>
            <p:nvPr/>
          </p:nvSpPr>
          <p:spPr bwMode="auto">
            <a:xfrm>
              <a:off x="4035" y="2667"/>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sp>
        <p:nvSpPr>
          <p:cNvPr id="694287" name="Line 15">
            <a:extLst>
              <a:ext uri="{FF2B5EF4-FFF2-40B4-BE49-F238E27FC236}">
                <a16:creationId xmlns:a16="http://schemas.microsoft.com/office/drawing/2014/main" id="{AD727F06-12EB-9E46-83A7-12C4D4E9A62D}"/>
              </a:ext>
            </a:extLst>
          </p:cNvPr>
          <p:cNvSpPr>
            <a:spLocks noChangeShapeType="1"/>
          </p:cNvSpPr>
          <p:nvPr/>
        </p:nvSpPr>
        <p:spPr bwMode="auto">
          <a:xfrm>
            <a:off x="2190750" y="2633663"/>
            <a:ext cx="3026569" cy="0"/>
          </a:xfrm>
          <a:prstGeom prst="line">
            <a:avLst/>
          </a:prstGeom>
          <a:noFill/>
          <a:ln w="38100">
            <a:solidFill>
              <a:schemeClr val="hlink"/>
            </a:solidFill>
            <a:prstDash val="dash"/>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276967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4322"/>
                                        </p:tgtEl>
                                        <p:attrNameLst>
                                          <p:attrName>style.visibility</p:attrName>
                                        </p:attrNameLst>
                                      </p:cBhvr>
                                      <p:to>
                                        <p:strVal val="visible"/>
                                      </p:to>
                                    </p:set>
                                    <p:animEffect transition="in" filter="wipe(left)">
                                      <p:cBhvr>
                                        <p:cTn id="7" dur="1000"/>
                                        <p:tgtEl>
                                          <p:spTgt spid="694322"/>
                                        </p:tgtEl>
                                      </p:cBhvr>
                                    </p:animEffect>
                                  </p:childTnLst>
                                </p:cTn>
                              </p:par>
                            </p:childTnLst>
                          </p:cTn>
                        </p:par>
                        <p:par>
                          <p:cTn id="8" fill="hold" nodeType="afterGroup">
                            <p:stCondLst>
                              <p:cond delay="1000"/>
                            </p:stCondLst>
                            <p:childTnLst>
                              <p:par>
                                <p:cTn id="9" presetID="1" presetClass="entr" presetSubtype="0" fill="hold" nodeType="afterEffect">
                                  <p:stCondLst>
                                    <p:cond delay="500"/>
                                  </p:stCondLst>
                                  <p:childTnLst>
                                    <p:set>
                                      <p:cBhvr>
                                        <p:cTn id="10" dur="1" fill="hold">
                                          <p:stCondLst>
                                            <p:cond delay="0"/>
                                          </p:stCondLst>
                                        </p:cTn>
                                        <p:tgtEl>
                                          <p:spTgt spid="694321"/>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1" fill="hold" nodeType="afterEffect">
                                  <p:stCondLst>
                                    <p:cond delay="500"/>
                                  </p:stCondLst>
                                  <p:childTnLst>
                                    <p:set>
                                      <p:cBhvr>
                                        <p:cTn id="13" dur="1" fill="hold">
                                          <p:stCondLst>
                                            <p:cond delay="0"/>
                                          </p:stCondLst>
                                        </p:cTn>
                                        <p:tgtEl>
                                          <p:spTgt spid="694314"/>
                                        </p:tgtEl>
                                        <p:attrNameLst>
                                          <p:attrName>style.visibility</p:attrName>
                                        </p:attrNameLst>
                                      </p:cBhvr>
                                      <p:to>
                                        <p:strVal val="visible"/>
                                      </p:to>
                                    </p:set>
                                    <p:animEffect transition="in" filter="wipe(up)">
                                      <p:cBhvr>
                                        <p:cTn id="14" dur="2000"/>
                                        <p:tgtEl>
                                          <p:spTgt spid="694314"/>
                                        </p:tgtEl>
                                      </p:cBhvr>
                                    </p:animEffect>
                                  </p:childTnLst>
                                </p:cTn>
                              </p:par>
                            </p:childTnLst>
                          </p:cTn>
                        </p:par>
                        <p:par>
                          <p:cTn id="15" fill="hold" nodeType="afterGroup">
                            <p:stCondLst>
                              <p:cond delay="4000"/>
                            </p:stCondLst>
                            <p:childTnLst>
                              <p:par>
                                <p:cTn id="16" presetID="22" presetClass="entr" presetSubtype="2" fill="hold" nodeType="afterEffect">
                                  <p:stCondLst>
                                    <p:cond delay="500"/>
                                  </p:stCondLst>
                                  <p:childTnLst>
                                    <p:set>
                                      <p:cBhvr>
                                        <p:cTn id="17" dur="1" fill="hold">
                                          <p:stCondLst>
                                            <p:cond delay="0"/>
                                          </p:stCondLst>
                                        </p:cTn>
                                        <p:tgtEl>
                                          <p:spTgt spid="694317"/>
                                        </p:tgtEl>
                                        <p:attrNameLst>
                                          <p:attrName>style.visibility</p:attrName>
                                        </p:attrNameLst>
                                      </p:cBhvr>
                                      <p:to>
                                        <p:strVal val="visible"/>
                                      </p:to>
                                    </p:set>
                                    <p:animEffect transition="in" filter="wipe(right)">
                                      <p:cBhvr>
                                        <p:cTn id="18" dur="1000"/>
                                        <p:tgtEl>
                                          <p:spTgt spid="694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4CA6FBC1-4F40-F646-9864-EB01CC72AB96}"/>
              </a:ext>
            </a:extLst>
          </p:cNvPr>
          <p:cNvSpPr>
            <a:spLocks noGrp="1" noChangeArrowheads="1"/>
          </p:cNvSpPr>
          <p:nvPr>
            <p:ph type="title"/>
          </p:nvPr>
        </p:nvSpPr>
        <p:spPr>
          <a:xfrm>
            <a:off x="166255" y="250031"/>
            <a:ext cx="7808552" cy="701279"/>
          </a:xfrm>
        </p:spPr>
        <p:txBody>
          <a:bodyPr/>
          <a:lstStyle/>
          <a:p>
            <a:pPr eaLnBrk="1" hangingPunct="1"/>
            <a:r>
              <a:rPr lang="zh-CN" altLang="en-US" sz="3000" dirty="0">
                <a:ea typeface="宋体" panose="02010600030101010101" pitchFamily="2" charset="-122"/>
              </a:rPr>
              <a:t>通用网关接口</a:t>
            </a:r>
            <a:r>
              <a:rPr lang="en-US" altLang="zh-CN" sz="3000" dirty="0">
                <a:ea typeface="宋体" panose="02010600030101010101" pitchFamily="2" charset="-122"/>
              </a:rPr>
              <a:t>CGI</a:t>
            </a:r>
            <a:r>
              <a:rPr lang="en-US" altLang="zh-CN" sz="2400" dirty="0">
                <a:ea typeface="宋体" panose="02010600030101010101" pitchFamily="2" charset="-122"/>
              </a:rPr>
              <a:t>(Common Gateway Interface)</a:t>
            </a:r>
            <a:r>
              <a:rPr lang="en-US" altLang="zh-CN" sz="3000" dirty="0">
                <a:ea typeface="宋体" panose="02010600030101010101" pitchFamily="2" charset="-122"/>
              </a:rPr>
              <a:t> </a:t>
            </a:r>
          </a:p>
        </p:txBody>
      </p:sp>
      <p:sp>
        <p:nvSpPr>
          <p:cNvPr id="696323" name="Rectangle 3">
            <a:extLst>
              <a:ext uri="{FF2B5EF4-FFF2-40B4-BE49-F238E27FC236}">
                <a16:creationId xmlns:a16="http://schemas.microsoft.com/office/drawing/2014/main" id="{06964F0A-8139-DE44-A574-873F52A9B7EC}"/>
              </a:ext>
            </a:extLst>
          </p:cNvPr>
          <p:cNvSpPr>
            <a:spLocks noGrp="1" noChangeArrowheads="1"/>
          </p:cNvSpPr>
          <p:nvPr>
            <p:ph type="body" idx="1"/>
          </p:nvPr>
        </p:nvSpPr>
        <p:spPr>
          <a:xfrm>
            <a:off x="290944" y="1113235"/>
            <a:ext cx="8645237" cy="3402806"/>
          </a:xfrm>
        </p:spPr>
        <p:txBody>
          <a:bodyPr/>
          <a:lstStyle/>
          <a:p>
            <a:pPr eaLnBrk="1" hangingPunct="1">
              <a:lnSpc>
                <a:spcPct val="90000"/>
              </a:lnSpc>
            </a:pPr>
            <a:r>
              <a:rPr lang="en-US" altLang="zh-CN" dirty="0">
                <a:ea typeface="宋体" panose="02010600030101010101" pitchFamily="2" charset="-122"/>
              </a:rPr>
              <a:t>CGI </a:t>
            </a:r>
            <a:r>
              <a:rPr lang="zh-CN" altLang="en-US" dirty="0">
                <a:ea typeface="宋体" panose="02010600030101010101" pitchFamily="2" charset="-122"/>
              </a:rPr>
              <a:t>是一种标准，它定义了动态文档应如何创建，输入数据应如何提供给应用程序，以及输出结果应如何使用。</a:t>
            </a:r>
          </a:p>
          <a:p>
            <a:pPr eaLnBrk="1" hangingPunct="1">
              <a:lnSpc>
                <a:spcPct val="90000"/>
              </a:lnSpc>
            </a:pPr>
            <a:r>
              <a:rPr lang="zh-CN" altLang="en-US" dirty="0">
                <a:ea typeface="宋体" panose="02010600030101010101" pitchFamily="2" charset="-122"/>
              </a:rPr>
              <a:t>万维网服务器与 </a:t>
            </a:r>
            <a:r>
              <a:rPr lang="en-US" altLang="zh-CN" dirty="0">
                <a:ea typeface="宋体" panose="02010600030101010101" pitchFamily="2" charset="-122"/>
              </a:rPr>
              <a:t>CGI </a:t>
            </a:r>
            <a:r>
              <a:rPr lang="zh-CN" altLang="en-US" dirty="0">
                <a:ea typeface="宋体" panose="02010600030101010101" pitchFamily="2" charset="-122"/>
              </a:rPr>
              <a:t>的通信遵循 </a:t>
            </a:r>
            <a:r>
              <a:rPr lang="en-US" altLang="zh-CN" dirty="0">
                <a:ea typeface="宋体" panose="02010600030101010101" pitchFamily="2" charset="-122"/>
              </a:rPr>
              <a:t>CGI </a:t>
            </a:r>
            <a:r>
              <a:rPr lang="zh-CN" altLang="en-US" dirty="0">
                <a:ea typeface="宋体" panose="02010600030101010101" pitchFamily="2" charset="-122"/>
              </a:rPr>
              <a:t>标准。</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通用</a:t>
            </a:r>
            <a:r>
              <a:rPr lang="zh-CN" altLang="en-US" dirty="0">
                <a:ea typeface="宋体" panose="02010600030101010101" pitchFamily="2" charset="-122"/>
              </a:rPr>
              <a:t>”：</a:t>
            </a:r>
            <a:r>
              <a:rPr lang="en-US" altLang="zh-CN" dirty="0">
                <a:ea typeface="宋体" panose="02010600030101010101" pitchFamily="2" charset="-122"/>
              </a:rPr>
              <a:t>CGI </a:t>
            </a:r>
            <a:r>
              <a:rPr lang="zh-CN" altLang="en-US" dirty="0">
                <a:ea typeface="宋体" panose="02010600030101010101" pitchFamily="2" charset="-122"/>
              </a:rPr>
              <a:t>标准所定义的规则对其他任何语言都是通用的。</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网关</a:t>
            </a:r>
            <a:r>
              <a:rPr lang="zh-CN" altLang="en-US" dirty="0">
                <a:ea typeface="宋体" panose="02010600030101010101" pitchFamily="2" charset="-122"/>
              </a:rPr>
              <a:t>”：</a:t>
            </a:r>
            <a:r>
              <a:rPr lang="en-US" altLang="zh-CN" dirty="0">
                <a:ea typeface="宋体" panose="02010600030101010101" pitchFamily="2" charset="-122"/>
              </a:rPr>
              <a:t>CGI </a:t>
            </a:r>
            <a:r>
              <a:rPr lang="zh-CN" altLang="en-US" dirty="0">
                <a:ea typeface="宋体" panose="02010600030101010101" pitchFamily="2" charset="-122"/>
              </a:rPr>
              <a:t>程序的作用像网关。</a:t>
            </a:r>
          </a:p>
          <a:p>
            <a:pPr eaLnBrk="1" hangingPunct="1">
              <a:lnSpc>
                <a:spcPct val="90000"/>
              </a:lnSpc>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接口</a:t>
            </a:r>
            <a:r>
              <a:rPr lang="zh-CN" altLang="en-US" dirty="0">
                <a:ea typeface="宋体" panose="02010600030101010101" pitchFamily="2" charset="-122"/>
              </a:rPr>
              <a:t>”：有一些已定义好的变量和调用等可供其他 </a:t>
            </a:r>
            <a:r>
              <a:rPr lang="en-US" altLang="zh-CN" dirty="0">
                <a:ea typeface="宋体" panose="02010600030101010101" pitchFamily="2" charset="-122"/>
              </a:rPr>
              <a:t>CGI </a:t>
            </a:r>
            <a:r>
              <a:rPr lang="zh-CN" altLang="en-US" dirty="0">
                <a:ea typeface="宋体" panose="02010600030101010101" pitchFamily="2" charset="-122"/>
              </a:rPr>
              <a:t>程序使用。  </a:t>
            </a:r>
          </a:p>
        </p:txBody>
      </p:sp>
      <p:sp>
        <p:nvSpPr>
          <p:cNvPr id="191491" name="幻灯片编号占位符 1">
            <a:extLst>
              <a:ext uri="{FF2B5EF4-FFF2-40B4-BE49-F238E27FC236}">
                <a16:creationId xmlns:a16="http://schemas.microsoft.com/office/drawing/2014/main" id="{88E8E765-E352-E042-9C65-2654D757E2A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07F439-9D61-F84C-AC3A-44DE5857EE0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32078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94B7E2C0-85DC-0547-B3CF-0824B4AB9F9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CGI </a:t>
            </a:r>
            <a:r>
              <a:rPr lang="zh-CN" altLang="en-US" dirty="0">
                <a:latin typeface="Times New Roman" panose="02020603050405020304" pitchFamily="18" charset="0"/>
                <a:ea typeface="宋体" panose="02010600030101010101" pitchFamily="2" charset="-122"/>
              </a:rPr>
              <a:t>程序</a:t>
            </a:r>
          </a:p>
        </p:txBody>
      </p:sp>
      <p:sp>
        <p:nvSpPr>
          <p:cNvPr id="697347" name="Rectangle 3">
            <a:extLst>
              <a:ext uri="{FF2B5EF4-FFF2-40B4-BE49-F238E27FC236}">
                <a16:creationId xmlns:a16="http://schemas.microsoft.com/office/drawing/2014/main" id="{726B1F02-DAF1-AF46-8C9D-C8EBBF84AE7C}"/>
              </a:ext>
            </a:extLst>
          </p:cNvPr>
          <p:cNvSpPr>
            <a:spLocks noGrp="1" noChangeArrowheads="1"/>
          </p:cNvSpPr>
          <p:nvPr>
            <p:ph type="body" idx="1"/>
          </p:nvPr>
        </p:nvSpPr>
        <p:spPr>
          <a:xfrm>
            <a:off x="133563" y="1112584"/>
            <a:ext cx="8804952" cy="3456384"/>
          </a:xfrm>
        </p:spPr>
        <p:txBody>
          <a:bodyPr/>
          <a:lstStyle/>
          <a:p>
            <a:pPr eaLnBrk="1" hangingPunct="1">
              <a:lnSpc>
                <a:spcPct val="90000"/>
              </a:lnSpc>
            </a:pPr>
            <a:r>
              <a:rPr lang="en-US" altLang="zh-CN" dirty="0">
                <a:latin typeface="Times New Roman" panose="02020603050405020304" pitchFamily="18" charset="0"/>
                <a:ea typeface="宋体" panose="02010600030101010101" pitchFamily="2" charset="-122"/>
              </a:rPr>
              <a:t>CGI </a:t>
            </a:r>
            <a:r>
              <a:rPr lang="zh-CN" altLang="en-US" dirty="0">
                <a:latin typeface="Times New Roman" panose="02020603050405020304" pitchFamily="18" charset="0"/>
                <a:ea typeface="宋体" panose="02010600030101010101" pitchFamily="2" charset="-122"/>
              </a:rPr>
              <a:t>程序的正式名字是 </a:t>
            </a:r>
            <a:r>
              <a:rPr lang="en-US" altLang="zh-CN" dirty="0">
                <a:latin typeface="Times New Roman" panose="02020603050405020304" pitchFamily="18" charset="0"/>
                <a:ea typeface="宋体" panose="02010600030101010101" pitchFamily="2" charset="-122"/>
              </a:rPr>
              <a:t>CGI</a:t>
            </a:r>
            <a:r>
              <a:rPr lang="en-US" altLang="zh-CN" dirty="0">
                <a:solidFill>
                  <a:schemeClr val="hlink"/>
                </a:solidFill>
                <a:latin typeface="Times New Roman" panose="02020603050405020304" pitchFamily="18" charset="0"/>
                <a:ea typeface="宋体" panose="02010600030101010101" pitchFamily="2" charset="-122"/>
              </a:rPr>
              <a:t> </a:t>
            </a:r>
            <a:r>
              <a:rPr lang="zh-CN" altLang="en-US" dirty="0">
                <a:solidFill>
                  <a:schemeClr val="hlink"/>
                </a:solidFill>
                <a:latin typeface="Times New Roman" panose="02020603050405020304" pitchFamily="18" charset="0"/>
                <a:ea typeface="宋体" panose="02010600030101010101" pitchFamily="2" charset="-122"/>
              </a:rPr>
              <a:t>脚本</a:t>
            </a:r>
            <a:r>
              <a:rPr lang="en-US" altLang="zh-CN" dirty="0">
                <a:latin typeface="Times New Roman" panose="02020603050405020304" pitchFamily="18" charset="0"/>
                <a:ea typeface="宋体" panose="02010600030101010101" pitchFamily="2" charset="-122"/>
              </a:rPr>
              <a:t>(script)</a:t>
            </a:r>
            <a:r>
              <a:rPr lang="zh-CN" altLang="en-US" dirty="0">
                <a:latin typeface="Times New Roman" panose="02020603050405020304" pitchFamily="18" charset="0"/>
                <a:ea typeface="宋体" panose="02010600030101010101" pitchFamily="2" charset="-122"/>
              </a:rPr>
              <a:t>。</a:t>
            </a:r>
          </a:p>
          <a:p>
            <a:pPr eaLnBrk="1" hangingPunct="1">
              <a:lnSpc>
                <a:spcPct val="90000"/>
              </a:lnSpc>
            </a:pP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脚本</a:t>
            </a:r>
            <a:r>
              <a:rPr lang="zh-CN" altLang="en-US" dirty="0">
                <a:latin typeface="Times New Roman" panose="02020603050405020304" pitchFamily="18" charset="0"/>
                <a:ea typeface="宋体" panose="02010600030101010101" pitchFamily="2" charset="-122"/>
              </a:rPr>
              <a:t>”指的是一个程序，它被另一个程序（解释程序）而不是计算机的处理机来解释或执行。</a:t>
            </a:r>
          </a:p>
          <a:p>
            <a:pPr eaLnBrk="1" hangingPunct="1">
              <a:lnSpc>
                <a:spcPct val="90000"/>
              </a:lnSpc>
            </a:pPr>
            <a:r>
              <a:rPr lang="zh-CN" altLang="en-US" dirty="0">
                <a:latin typeface="Times New Roman" panose="02020603050405020304" pitchFamily="18" charset="0"/>
                <a:ea typeface="宋体" panose="02010600030101010101" pitchFamily="2" charset="-122"/>
              </a:rPr>
              <a:t>脚本运行起来要比一般的编译程序要慢，因为它的每一条指令先要被另一个程序来处理（这就要一些附加的指令），而不是直接被指令处理器来处理。  </a:t>
            </a:r>
          </a:p>
        </p:txBody>
      </p:sp>
      <p:sp>
        <p:nvSpPr>
          <p:cNvPr id="193539" name="幻灯片编号占位符 1">
            <a:extLst>
              <a:ext uri="{FF2B5EF4-FFF2-40B4-BE49-F238E27FC236}">
                <a16:creationId xmlns:a16="http://schemas.microsoft.com/office/drawing/2014/main" id="{AC38DADF-FE98-1041-BFE1-55CAE6C61FE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F2935B2-E088-3347-9386-826A99D8623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28094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73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73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a:extLst>
              <a:ext uri="{FF2B5EF4-FFF2-40B4-BE49-F238E27FC236}">
                <a16:creationId xmlns:a16="http://schemas.microsoft.com/office/drawing/2014/main" id="{50F9596E-9FFD-8D4B-9C17-D708FD2444F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活动万维网文档</a:t>
            </a:r>
          </a:p>
        </p:txBody>
      </p:sp>
      <p:sp>
        <p:nvSpPr>
          <p:cNvPr id="702467" name="Rectangle 3">
            <a:extLst>
              <a:ext uri="{FF2B5EF4-FFF2-40B4-BE49-F238E27FC236}">
                <a16:creationId xmlns:a16="http://schemas.microsoft.com/office/drawing/2014/main" id="{D420FC68-304A-154F-B146-42AEECC3C62A}"/>
              </a:ext>
            </a:extLst>
          </p:cNvPr>
          <p:cNvSpPr>
            <a:spLocks noGrp="1" noChangeArrowheads="1"/>
          </p:cNvSpPr>
          <p:nvPr>
            <p:ph type="body" idx="1"/>
          </p:nvPr>
        </p:nvSpPr>
        <p:spPr>
          <a:xfrm>
            <a:off x="133563" y="1113235"/>
            <a:ext cx="8804953" cy="3402806"/>
          </a:xfrm>
        </p:spPr>
        <p:txBody>
          <a:bodyPr/>
          <a:lstStyle/>
          <a:p>
            <a:pPr eaLnBrk="1" hangingPunct="1"/>
            <a:r>
              <a:rPr lang="zh-CN" altLang="en-US" dirty="0">
                <a:solidFill>
                  <a:schemeClr val="hlink"/>
                </a:solidFill>
                <a:ea typeface="宋体" panose="02010600030101010101" pitchFamily="2" charset="-122"/>
              </a:rPr>
              <a:t>活动文档</a:t>
            </a:r>
            <a:r>
              <a:rPr lang="en-US" altLang="zh-CN" dirty="0">
                <a:ea typeface="宋体" panose="02010600030101010101" pitchFamily="2" charset="-122"/>
              </a:rPr>
              <a:t>(active document)</a:t>
            </a:r>
            <a:r>
              <a:rPr lang="zh-CN" altLang="en-US" dirty="0">
                <a:ea typeface="宋体" panose="02010600030101010101" pitchFamily="2" charset="-122"/>
              </a:rPr>
              <a:t>技术把所有的工作都转移给浏览器端。</a:t>
            </a:r>
          </a:p>
          <a:p>
            <a:pPr eaLnBrk="1" hangingPunct="1"/>
            <a:r>
              <a:rPr lang="zh-CN" altLang="en-US" dirty="0">
                <a:ea typeface="宋体" panose="02010600030101010101" pitchFamily="2" charset="-122"/>
              </a:rPr>
              <a:t>每当浏览器请求一个活动文档时，服务器就返回一段程序副本在浏览器端运行。</a:t>
            </a:r>
          </a:p>
          <a:p>
            <a:pPr eaLnBrk="1" hangingPunct="1"/>
            <a:r>
              <a:rPr lang="zh-CN" altLang="en-US" dirty="0">
                <a:ea typeface="宋体" panose="02010600030101010101" pitchFamily="2" charset="-122"/>
              </a:rPr>
              <a:t>活动文档程序可与用户直接交互，并可连续地改变屏幕的显示。</a:t>
            </a:r>
          </a:p>
          <a:p>
            <a:pPr eaLnBrk="1" hangingPunct="1"/>
            <a:r>
              <a:rPr lang="zh-CN" altLang="en-US" dirty="0">
                <a:ea typeface="宋体" panose="02010600030101010101" pitchFamily="2" charset="-122"/>
              </a:rPr>
              <a:t>由于活动文档技术不需要服务器的连续更新传送，对网络带宽的要求也不会太高。 </a:t>
            </a:r>
          </a:p>
        </p:txBody>
      </p:sp>
      <p:sp>
        <p:nvSpPr>
          <p:cNvPr id="195587" name="幻灯片编号占位符 1">
            <a:extLst>
              <a:ext uri="{FF2B5EF4-FFF2-40B4-BE49-F238E27FC236}">
                <a16:creationId xmlns:a16="http://schemas.microsoft.com/office/drawing/2014/main" id="{2B665511-9DD1-A042-B27F-1349CE7811D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5A1D109-08AE-A94E-A9C3-FEA3F72560A2}"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22016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24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02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024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4586" name="Group 74">
            <a:extLst>
              <a:ext uri="{FF2B5EF4-FFF2-40B4-BE49-F238E27FC236}">
                <a16:creationId xmlns:a16="http://schemas.microsoft.com/office/drawing/2014/main" id="{A9211236-7C64-214D-89FE-79C08863899B}"/>
              </a:ext>
            </a:extLst>
          </p:cNvPr>
          <p:cNvGrpSpPr>
            <a:grpSpLocks/>
          </p:cNvGrpSpPr>
          <p:nvPr/>
        </p:nvGrpSpPr>
        <p:grpSpPr bwMode="auto">
          <a:xfrm>
            <a:off x="2713435" y="3219451"/>
            <a:ext cx="4186238" cy="1315642"/>
            <a:chOff x="1319" y="2704"/>
            <a:chExt cx="3516" cy="1105"/>
          </a:xfrm>
        </p:grpSpPr>
        <p:sp>
          <p:nvSpPr>
            <p:cNvPr id="704539" name="Line 27">
              <a:extLst>
                <a:ext uri="{FF2B5EF4-FFF2-40B4-BE49-F238E27FC236}">
                  <a16:creationId xmlns:a16="http://schemas.microsoft.com/office/drawing/2014/main" id="{0D7DEE3A-2241-7E43-A4D6-BA6F7A5229C0}"/>
                </a:ext>
              </a:extLst>
            </p:cNvPr>
            <p:cNvSpPr>
              <a:spLocks noChangeShapeType="1"/>
            </p:cNvSpPr>
            <p:nvPr/>
          </p:nvSpPr>
          <p:spPr bwMode="auto">
            <a:xfrm flipH="1" flipV="1">
              <a:off x="1319" y="3253"/>
              <a:ext cx="2934" cy="9"/>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97673" name="Text Box 29">
              <a:extLst>
                <a:ext uri="{FF2B5EF4-FFF2-40B4-BE49-F238E27FC236}">
                  <a16:creationId xmlns:a16="http://schemas.microsoft.com/office/drawing/2014/main" id="{0F191AD6-C242-DE4A-BBC3-ADD9EE337647}"/>
                </a:ext>
              </a:extLst>
            </p:cNvPr>
            <p:cNvSpPr txBox="1">
              <a:spLocks noChangeArrowheads="1"/>
            </p:cNvSpPr>
            <p:nvPr/>
          </p:nvSpPr>
          <p:spPr bwMode="auto">
            <a:xfrm>
              <a:off x="3787" y="2881"/>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响应程序</a:t>
              </a:r>
            </a:p>
          </p:txBody>
        </p:sp>
        <p:grpSp>
          <p:nvGrpSpPr>
            <p:cNvPr id="197674" name="Group 56">
              <a:extLst>
                <a:ext uri="{FF2B5EF4-FFF2-40B4-BE49-F238E27FC236}">
                  <a16:creationId xmlns:a16="http://schemas.microsoft.com/office/drawing/2014/main" id="{BA952F35-21CD-2845-BE51-019383658906}"/>
                </a:ext>
              </a:extLst>
            </p:cNvPr>
            <p:cNvGrpSpPr>
              <a:grpSpLocks/>
            </p:cNvGrpSpPr>
            <p:nvPr/>
          </p:nvGrpSpPr>
          <p:grpSpPr bwMode="auto">
            <a:xfrm flipH="1">
              <a:off x="1934" y="3121"/>
              <a:ext cx="1445" cy="270"/>
              <a:chOff x="1152" y="1824"/>
              <a:chExt cx="1296" cy="240"/>
            </a:xfrm>
          </p:grpSpPr>
          <p:sp>
            <p:nvSpPr>
              <p:cNvPr id="704569" name="AutoShape 57">
                <a:extLst>
                  <a:ext uri="{FF2B5EF4-FFF2-40B4-BE49-F238E27FC236}">
                    <a16:creationId xmlns:a16="http://schemas.microsoft.com/office/drawing/2014/main" id="{5B91D12E-F6B0-5C46-B548-939C400D8CD6}"/>
                  </a:ext>
                </a:extLst>
              </p:cNvPr>
              <p:cNvSpPr>
                <a:spLocks noChangeArrowheads="1"/>
              </p:cNvSpPr>
              <p:nvPr/>
            </p:nvSpPr>
            <p:spPr bwMode="auto">
              <a:xfrm>
                <a:off x="2160" y="1872"/>
                <a:ext cx="288" cy="144"/>
              </a:xfrm>
              <a:prstGeom prst="rightArrow">
                <a:avLst>
                  <a:gd name="adj1" fmla="val 50000"/>
                  <a:gd name="adj2" fmla="val 50000"/>
                </a:avLst>
              </a:prstGeom>
              <a:solidFill>
                <a:srgbClr val="FFC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82" name="Rectangle 58">
                <a:extLst>
                  <a:ext uri="{FF2B5EF4-FFF2-40B4-BE49-F238E27FC236}">
                    <a16:creationId xmlns:a16="http://schemas.microsoft.com/office/drawing/2014/main" id="{E13D59AB-AC0F-F24E-BA8E-0F440149184B}"/>
                  </a:ext>
                </a:extLst>
              </p:cNvPr>
              <p:cNvSpPr>
                <a:spLocks noChangeArrowheads="1"/>
              </p:cNvSpPr>
              <p:nvPr/>
            </p:nvSpPr>
            <p:spPr bwMode="auto">
              <a:xfrm>
                <a:off x="1152" y="1824"/>
                <a:ext cx="1008" cy="24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响应报文</a:t>
                </a:r>
              </a:p>
            </p:txBody>
          </p:sp>
        </p:grpSp>
        <p:grpSp>
          <p:nvGrpSpPr>
            <p:cNvPr id="197675" name="Group 63">
              <a:extLst>
                <a:ext uri="{FF2B5EF4-FFF2-40B4-BE49-F238E27FC236}">
                  <a16:creationId xmlns:a16="http://schemas.microsoft.com/office/drawing/2014/main" id="{90D18CB6-3B19-AB4D-81B6-FD5001E5B606}"/>
                </a:ext>
              </a:extLst>
            </p:cNvPr>
            <p:cNvGrpSpPr>
              <a:grpSpLocks/>
            </p:cNvGrpSpPr>
            <p:nvPr/>
          </p:nvGrpSpPr>
          <p:grpSpPr bwMode="auto">
            <a:xfrm>
              <a:off x="3243" y="2704"/>
              <a:ext cx="753" cy="1105"/>
              <a:chOff x="975" y="3203"/>
              <a:chExt cx="753" cy="1105"/>
            </a:xfrm>
          </p:grpSpPr>
          <p:sp>
            <p:nvSpPr>
              <p:cNvPr id="704576" name="Rectangle 64">
                <a:extLst>
                  <a:ext uri="{FF2B5EF4-FFF2-40B4-BE49-F238E27FC236}">
                    <a16:creationId xmlns:a16="http://schemas.microsoft.com/office/drawing/2014/main" id="{6D01F134-5656-C143-A28E-FBEC2519E49C}"/>
                  </a:ext>
                </a:extLst>
              </p:cNvPr>
              <p:cNvSpPr>
                <a:spLocks noChangeArrowheads="1"/>
              </p:cNvSpPr>
              <p:nvPr/>
            </p:nvSpPr>
            <p:spPr bwMode="auto">
              <a:xfrm>
                <a:off x="1123" y="3806"/>
                <a:ext cx="401" cy="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77" name="Text Box 65">
                <a:extLst>
                  <a:ext uri="{FF2B5EF4-FFF2-40B4-BE49-F238E27FC236}">
                    <a16:creationId xmlns:a16="http://schemas.microsoft.com/office/drawing/2014/main" id="{DC74F9C1-D13F-364D-9984-1832C4D7A05C}"/>
                  </a:ext>
                </a:extLst>
              </p:cNvPr>
              <p:cNvSpPr txBox="1">
                <a:spLocks noChangeArrowheads="1"/>
              </p:cNvSpPr>
              <p:nvPr/>
            </p:nvSpPr>
            <p:spPr bwMode="auto">
              <a:xfrm>
                <a:off x="975" y="3203"/>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78" name="Group 66">
                <a:extLst>
                  <a:ext uri="{FF2B5EF4-FFF2-40B4-BE49-F238E27FC236}">
                    <a16:creationId xmlns:a16="http://schemas.microsoft.com/office/drawing/2014/main" id="{E819EF1C-5DC5-B642-889B-8086447E35A0}"/>
                  </a:ext>
                </a:extLst>
              </p:cNvPr>
              <p:cNvGrpSpPr>
                <a:grpSpLocks/>
              </p:cNvGrpSpPr>
              <p:nvPr/>
            </p:nvGrpSpPr>
            <p:grpSpPr bwMode="auto">
              <a:xfrm>
                <a:off x="1111" y="3612"/>
                <a:ext cx="478" cy="271"/>
                <a:chOff x="2154" y="3884"/>
                <a:chExt cx="478" cy="271"/>
              </a:xfrm>
            </p:grpSpPr>
            <p:sp>
              <p:nvSpPr>
                <p:cNvPr id="704579" name="Rectangle 67">
                  <a:extLst>
                    <a:ext uri="{FF2B5EF4-FFF2-40B4-BE49-F238E27FC236}">
                      <a16:creationId xmlns:a16="http://schemas.microsoft.com/office/drawing/2014/main" id="{A73D25BB-F69A-7C4B-B904-77068B404536}"/>
                    </a:ext>
                  </a:extLst>
                </p:cNvPr>
                <p:cNvSpPr>
                  <a:spLocks noChangeArrowheads="1"/>
                </p:cNvSpPr>
                <p:nvPr/>
              </p:nvSpPr>
              <p:spPr bwMode="auto">
                <a:xfrm>
                  <a:off x="2175" y="3927"/>
                  <a:ext cx="375" cy="19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80" name="Text Box 68">
                  <a:extLst>
                    <a:ext uri="{FF2B5EF4-FFF2-40B4-BE49-F238E27FC236}">
                      <a16:creationId xmlns:a16="http://schemas.microsoft.com/office/drawing/2014/main" id="{8EC9AEF1-81DD-B34F-9240-5D6944FA2678}"/>
                    </a:ext>
                  </a:extLst>
                </p:cNvPr>
                <p:cNvSpPr txBox="1">
                  <a:spLocks noChangeArrowheads="1"/>
                </p:cNvSpPr>
                <p:nvPr/>
              </p:nvSpPr>
              <p:spPr bwMode="auto">
                <a:xfrm>
                  <a:off x="2154" y="3884"/>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grpSp>
        </p:grpSp>
      </p:grpSp>
      <p:sp>
        <p:nvSpPr>
          <p:cNvPr id="2" name="内容占位符 1">
            <a:extLst>
              <a:ext uri="{FF2B5EF4-FFF2-40B4-BE49-F238E27FC236}">
                <a16:creationId xmlns:a16="http://schemas.microsoft.com/office/drawing/2014/main" id="{712DE44F-077A-254E-B99C-20F0C13B3E4C}"/>
              </a:ext>
            </a:extLst>
          </p:cNvPr>
          <p:cNvSpPr>
            <a:spLocks noGrp="1"/>
          </p:cNvSpPr>
          <p:nvPr>
            <p:ph idx="1"/>
          </p:nvPr>
        </p:nvSpPr>
        <p:spPr/>
        <p:txBody>
          <a:bodyPr/>
          <a:lstStyle/>
          <a:p>
            <a:endParaRPr kumimoji="1" lang="zh-CN" altLang="en-US"/>
          </a:p>
        </p:txBody>
      </p:sp>
      <p:sp>
        <p:nvSpPr>
          <p:cNvPr id="197655" name="幻灯片编号占位符 1">
            <a:extLst>
              <a:ext uri="{FF2B5EF4-FFF2-40B4-BE49-F238E27FC236}">
                <a16:creationId xmlns:a16="http://schemas.microsoft.com/office/drawing/2014/main" id="{2ACAEC52-08D2-B34F-8D33-E28D1143CD9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9E8873-E1BE-2E4E-AEE8-52B22CACD3D7}"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76</a:t>
            </a:fld>
            <a:endParaRPr lang="en-US" altLang="zh-CN" sz="1050">
              <a:solidFill>
                <a:schemeClr val="tx1"/>
              </a:solidFill>
              <a:latin typeface="Tahoma" panose="020B0604030504040204" pitchFamily="34" charset="0"/>
              <a:ea typeface="宋体" panose="02010600030101010101" pitchFamily="2" charset="-122"/>
            </a:endParaRPr>
          </a:p>
        </p:txBody>
      </p:sp>
      <p:sp>
        <p:nvSpPr>
          <p:cNvPr id="197634" name="Rectangle 2">
            <a:extLst>
              <a:ext uri="{FF2B5EF4-FFF2-40B4-BE49-F238E27FC236}">
                <a16:creationId xmlns:a16="http://schemas.microsoft.com/office/drawing/2014/main" id="{91B7D669-ECE5-9741-86D8-7114BCD911A4}"/>
              </a:ext>
            </a:extLst>
          </p:cNvPr>
          <p:cNvSpPr>
            <a:spLocks noGrp="1" noChangeArrowheads="1"/>
          </p:cNvSpPr>
          <p:nvPr>
            <p:ph type="title"/>
          </p:nvPr>
        </p:nvSpPr>
        <p:spPr/>
        <p:txBody>
          <a:bodyPr/>
          <a:lstStyle/>
          <a:p>
            <a:pPr eaLnBrk="1" hangingPunct="1"/>
            <a:r>
              <a:rPr lang="zh-CN" altLang="en-US" sz="3000">
                <a:latin typeface="Times New Roman" panose="02020603050405020304" pitchFamily="18" charset="0"/>
                <a:ea typeface="宋体" panose="02010600030101010101" pitchFamily="2" charset="-122"/>
              </a:rPr>
              <a:t>活动文档在客户端创建 </a:t>
            </a:r>
          </a:p>
        </p:txBody>
      </p:sp>
      <p:pic>
        <p:nvPicPr>
          <p:cNvPr id="197635" name="Picture 4">
            <a:extLst>
              <a:ext uri="{FF2B5EF4-FFF2-40B4-BE49-F238E27FC236}">
                <a16:creationId xmlns:a16="http://schemas.microsoft.com/office/drawing/2014/main" id="{84B506AC-E711-4845-93EA-4A8FD14935D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5254" y="1569244"/>
            <a:ext cx="1091803" cy="161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4517" name="AutoShape 5">
            <a:extLst>
              <a:ext uri="{FF2B5EF4-FFF2-40B4-BE49-F238E27FC236}">
                <a16:creationId xmlns:a16="http://schemas.microsoft.com/office/drawing/2014/main" id="{934585BA-A0B6-FD43-8E17-F805E393DE3E}"/>
              </a:ext>
            </a:extLst>
          </p:cNvPr>
          <p:cNvSpPr>
            <a:spLocks noChangeArrowheads="1"/>
          </p:cNvSpPr>
          <p:nvPr/>
        </p:nvSpPr>
        <p:spPr bwMode="auto">
          <a:xfrm>
            <a:off x="7044929" y="2469357"/>
            <a:ext cx="520303" cy="289322"/>
          </a:xfrm>
          <a:prstGeom prst="can">
            <a:avLst>
              <a:gd name="adj" fmla="val 39583"/>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37" name="Rectangle 6">
            <a:extLst>
              <a:ext uri="{FF2B5EF4-FFF2-40B4-BE49-F238E27FC236}">
                <a16:creationId xmlns:a16="http://schemas.microsoft.com/office/drawing/2014/main" id="{9317FB62-0CB8-A04F-A4F9-B213E7C6FEC4}"/>
              </a:ext>
            </a:extLst>
          </p:cNvPr>
          <p:cNvSpPr>
            <a:spLocks noChangeArrowheads="1"/>
          </p:cNvSpPr>
          <p:nvPr/>
        </p:nvSpPr>
        <p:spPr bwMode="auto">
          <a:xfrm>
            <a:off x="5779294" y="1333500"/>
            <a:ext cx="1291220"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万维网服务器</a:t>
            </a:r>
          </a:p>
        </p:txBody>
      </p:sp>
      <p:sp>
        <p:nvSpPr>
          <p:cNvPr id="704519" name="Oval 7">
            <a:extLst>
              <a:ext uri="{FF2B5EF4-FFF2-40B4-BE49-F238E27FC236}">
                <a16:creationId xmlns:a16="http://schemas.microsoft.com/office/drawing/2014/main" id="{A0765828-E3B1-844A-9DE1-7B5E3378E9A2}"/>
              </a:ext>
            </a:extLst>
          </p:cNvPr>
          <p:cNvSpPr>
            <a:spLocks noChangeArrowheads="1"/>
          </p:cNvSpPr>
          <p:nvPr/>
        </p:nvSpPr>
        <p:spPr bwMode="auto">
          <a:xfrm>
            <a:off x="5903119" y="2340769"/>
            <a:ext cx="314325" cy="141685"/>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39" name="Rectangle 8">
            <a:extLst>
              <a:ext uri="{FF2B5EF4-FFF2-40B4-BE49-F238E27FC236}">
                <a16:creationId xmlns:a16="http://schemas.microsoft.com/office/drawing/2014/main" id="{8D0B5B3E-EE0E-3D4E-9963-64BA58C9B1DB}"/>
              </a:ext>
            </a:extLst>
          </p:cNvPr>
          <p:cNvSpPr>
            <a:spLocks noChangeArrowheads="1"/>
          </p:cNvSpPr>
          <p:nvPr/>
        </p:nvSpPr>
        <p:spPr bwMode="auto">
          <a:xfrm>
            <a:off x="3406379" y="1814513"/>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浏览器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197640" name="Rectangle 9">
            <a:extLst>
              <a:ext uri="{FF2B5EF4-FFF2-40B4-BE49-F238E27FC236}">
                <a16:creationId xmlns:a16="http://schemas.microsoft.com/office/drawing/2014/main" id="{1FC5C769-3BB8-014B-8740-FC0229256851}"/>
              </a:ext>
            </a:extLst>
          </p:cNvPr>
          <p:cNvSpPr>
            <a:spLocks noChangeArrowheads="1"/>
          </p:cNvSpPr>
          <p:nvPr/>
        </p:nvSpPr>
        <p:spPr bwMode="auto">
          <a:xfrm>
            <a:off x="2250282" y="1537098"/>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Arial" panose="020B0604020202020204" pitchFamily="34" charset="0"/>
                <a:ea typeface="宋体" panose="02010600030101010101" pitchFamily="2" charset="-122"/>
              </a:rPr>
              <a:t>万维网客户</a:t>
            </a:r>
          </a:p>
        </p:txBody>
      </p:sp>
      <p:sp>
        <p:nvSpPr>
          <p:cNvPr id="704522" name="Line 10">
            <a:extLst>
              <a:ext uri="{FF2B5EF4-FFF2-40B4-BE49-F238E27FC236}">
                <a16:creationId xmlns:a16="http://schemas.microsoft.com/office/drawing/2014/main" id="{26E28828-0A20-404E-86AF-2C00129DA1F8}"/>
              </a:ext>
            </a:extLst>
          </p:cNvPr>
          <p:cNvSpPr>
            <a:spLocks noChangeShapeType="1"/>
          </p:cNvSpPr>
          <p:nvPr/>
        </p:nvSpPr>
        <p:spPr bwMode="auto">
          <a:xfrm>
            <a:off x="5423298" y="2194323"/>
            <a:ext cx="577453" cy="215503"/>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97642" name="Rectangle 11">
            <a:extLst>
              <a:ext uri="{FF2B5EF4-FFF2-40B4-BE49-F238E27FC236}">
                <a16:creationId xmlns:a16="http://schemas.microsoft.com/office/drawing/2014/main" id="{4133765D-3019-5240-AE6C-008FED996805}"/>
              </a:ext>
            </a:extLst>
          </p:cNvPr>
          <p:cNvSpPr>
            <a:spLocks noChangeArrowheads="1"/>
          </p:cNvSpPr>
          <p:nvPr/>
        </p:nvSpPr>
        <p:spPr bwMode="auto">
          <a:xfrm>
            <a:off x="4845844" y="1953817"/>
            <a:ext cx="714139"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服务器</a:t>
            </a:r>
          </a:p>
          <a:p>
            <a:pPr>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 程序</a:t>
            </a:r>
          </a:p>
        </p:txBody>
      </p:sp>
      <p:sp>
        <p:nvSpPr>
          <p:cNvPr id="704524" name="Rectangle 12">
            <a:extLst>
              <a:ext uri="{FF2B5EF4-FFF2-40B4-BE49-F238E27FC236}">
                <a16:creationId xmlns:a16="http://schemas.microsoft.com/office/drawing/2014/main" id="{29AE504E-19AD-3047-8011-6360A3B4D64C}"/>
              </a:ext>
            </a:extLst>
          </p:cNvPr>
          <p:cNvSpPr>
            <a:spLocks noChangeArrowheads="1"/>
          </p:cNvSpPr>
          <p:nvPr/>
        </p:nvSpPr>
        <p:spPr bwMode="auto">
          <a:xfrm>
            <a:off x="4183856" y="2140744"/>
            <a:ext cx="638798" cy="298160"/>
          </a:xfrm>
          <a:prstGeom prst="rect">
            <a:avLst/>
          </a:prstGeom>
          <a:noFill/>
          <a:ln>
            <a:noFill/>
          </a:ln>
          <a:effectLst/>
        </p:spPr>
        <p:txBody>
          <a:bodyPr wrap="none" lIns="67866" tIns="33338" rIns="67866" bIns="33338">
            <a:spAutoFit/>
          </a:bodyPr>
          <a:lstStyle/>
          <a:p>
            <a:pPr>
              <a:defRPr/>
            </a:pPr>
            <a:r>
              <a:rPr kumimoji="1" lang="en-US" altLang="zh-CN" sz="1500">
                <a:solidFill>
                  <a:srgbClr val="333399"/>
                </a:solidFill>
                <a:latin typeface="Arial" charset="0"/>
                <a:ea typeface="黑体" charset="-122"/>
              </a:rPr>
              <a:t>HTTP</a:t>
            </a:r>
          </a:p>
        </p:txBody>
      </p:sp>
      <p:sp>
        <p:nvSpPr>
          <p:cNvPr id="704525" name="Line 13">
            <a:extLst>
              <a:ext uri="{FF2B5EF4-FFF2-40B4-BE49-F238E27FC236}">
                <a16:creationId xmlns:a16="http://schemas.microsoft.com/office/drawing/2014/main" id="{CCA8BABD-6983-AC48-B99B-F4DEBC1DFA75}"/>
              </a:ext>
            </a:extLst>
          </p:cNvPr>
          <p:cNvSpPr>
            <a:spLocks noChangeShapeType="1"/>
          </p:cNvSpPr>
          <p:nvPr/>
        </p:nvSpPr>
        <p:spPr bwMode="auto">
          <a:xfrm>
            <a:off x="6153151" y="2469357"/>
            <a:ext cx="956072" cy="192881"/>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pic>
        <p:nvPicPr>
          <p:cNvPr id="197645" name="Picture 15">
            <a:extLst>
              <a:ext uri="{FF2B5EF4-FFF2-40B4-BE49-F238E27FC236}">
                <a16:creationId xmlns:a16="http://schemas.microsoft.com/office/drawing/2014/main" id="{E22D617F-6117-A045-A87C-69C3DA91B8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5538" y="1826419"/>
            <a:ext cx="764381"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4528" name="Oval 16">
            <a:extLst>
              <a:ext uri="{FF2B5EF4-FFF2-40B4-BE49-F238E27FC236}">
                <a16:creationId xmlns:a16="http://schemas.microsoft.com/office/drawing/2014/main" id="{D88D00DB-EB12-024D-8A79-A0F24FCED029}"/>
              </a:ext>
            </a:extLst>
          </p:cNvPr>
          <p:cNvSpPr>
            <a:spLocks noChangeArrowheads="1"/>
          </p:cNvSpPr>
          <p:nvPr/>
        </p:nvSpPr>
        <p:spPr bwMode="auto">
          <a:xfrm>
            <a:off x="2722960" y="2349104"/>
            <a:ext cx="317897" cy="133350"/>
          </a:xfrm>
          <a:prstGeom prst="ellipse">
            <a:avLst/>
          </a:prstGeom>
          <a:solidFill>
            <a:srgbClr val="66FF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04529" name="Line 17">
            <a:extLst>
              <a:ext uri="{FF2B5EF4-FFF2-40B4-BE49-F238E27FC236}">
                <a16:creationId xmlns:a16="http://schemas.microsoft.com/office/drawing/2014/main" id="{3F6961B7-1443-9047-AA41-AAC7C257260B}"/>
              </a:ext>
            </a:extLst>
          </p:cNvPr>
          <p:cNvSpPr>
            <a:spLocks noChangeShapeType="1"/>
          </p:cNvSpPr>
          <p:nvPr/>
        </p:nvSpPr>
        <p:spPr bwMode="auto">
          <a:xfrm flipH="1">
            <a:off x="2905125" y="2140744"/>
            <a:ext cx="638175" cy="264319"/>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04530" name="Freeform 18" descr="横虚线">
            <a:extLst>
              <a:ext uri="{FF2B5EF4-FFF2-40B4-BE49-F238E27FC236}">
                <a16:creationId xmlns:a16="http://schemas.microsoft.com/office/drawing/2014/main" id="{DE5B8B12-811E-4F43-90E6-332B273F26B6}"/>
              </a:ext>
            </a:extLst>
          </p:cNvPr>
          <p:cNvSpPr>
            <a:spLocks/>
          </p:cNvSpPr>
          <p:nvPr/>
        </p:nvSpPr>
        <p:spPr bwMode="auto">
          <a:xfrm>
            <a:off x="2564607" y="1953816"/>
            <a:ext cx="403622" cy="247650"/>
          </a:xfrm>
          <a:custGeom>
            <a:avLst/>
            <a:gdLst>
              <a:gd name="T0" fmla="*/ 19760 w 463"/>
              <a:gd name="T1" fmla="*/ 0 h 322"/>
              <a:gd name="T2" fmla="*/ 537001 w 463"/>
              <a:gd name="T3" fmla="*/ 0 h 322"/>
              <a:gd name="T4" fmla="*/ 514916 w 463"/>
              <a:gd name="T5" fmla="*/ 329175 h 322"/>
              <a:gd name="T6" fmla="*/ 0 w 463"/>
              <a:gd name="T7" fmla="*/ 311742 h 322"/>
              <a:gd name="T8" fmla="*/ 19760 w 463"/>
              <a:gd name="T9" fmla="*/ 0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3" h="322">
                <a:moveTo>
                  <a:pt x="17" y="0"/>
                </a:moveTo>
                <a:lnTo>
                  <a:pt x="462" y="0"/>
                </a:lnTo>
                <a:lnTo>
                  <a:pt x="443" y="321"/>
                </a:lnTo>
                <a:lnTo>
                  <a:pt x="0" y="304"/>
                </a:lnTo>
                <a:lnTo>
                  <a:pt x="17" y="0"/>
                </a:lnTo>
              </a:path>
            </a:pathLst>
          </a:custGeom>
          <a:blipFill dpi="0" rotWithShape="0">
            <a:blip r:embed="rId5"/>
            <a:srcRect/>
            <a:tile tx="0" ty="0" sx="100000" sy="100000" flip="none" algn="tl"/>
          </a:blipFill>
          <a:ln>
            <a:noFill/>
          </a:ln>
          <a:effectLst/>
        </p:spPr>
        <p:txBody>
          <a:bodyPr/>
          <a:lstStyle/>
          <a:p>
            <a:pPr>
              <a:defRPr/>
            </a:pPr>
            <a:endParaRPr lang="zh-CN" altLang="en-US">
              <a:cs typeface="+mn-cs"/>
            </a:endParaRPr>
          </a:p>
        </p:txBody>
      </p:sp>
      <p:grpSp>
        <p:nvGrpSpPr>
          <p:cNvPr id="704585" name="Group 73">
            <a:extLst>
              <a:ext uri="{FF2B5EF4-FFF2-40B4-BE49-F238E27FC236}">
                <a16:creationId xmlns:a16="http://schemas.microsoft.com/office/drawing/2014/main" id="{E8544CDD-2C39-E04E-93B6-78AAA212DDB4}"/>
              </a:ext>
            </a:extLst>
          </p:cNvPr>
          <p:cNvGrpSpPr>
            <a:grpSpLocks/>
          </p:cNvGrpSpPr>
          <p:nvPr/>
        </p:nvGrpSpPr>
        <p:grpSpPr bwMode="auto">
          <a:xfrm>
            <a:off x="2681288" y="2884885"/>
            <a:ext cx="3536156" cy="1191815"/>
            <a:chOff x="1292" y="2423"/>
            <a:chExt cx="2970" cy="1001"/>
          </a:xfrm>
        </p:grpSpPr>
        <p:sp>
          <p:nvSpPr>
            <p:cNvPr id="704531" name="Line 19">
              <a:extLst>
                <a:ext uri="{FF2B5EF4-FFF2-40B4-BE49-F238E27FC236}">
                  <a16:creationId xmlns:a16="http://schemas.microsoft.com/office/drawing/2014/main" id="{4293D22C-E7D3-5040-88AA-4898569CC295}"/>
                </a:ext>
              </a:extLst>
            </p:cNvPr>
            <p:cNvSpPr>
              <a:spLocks noChangeShapeType="1"/>
            </p:cNvSpPr>
            <p:nvPr/>
          </p:nvSpPr>
          <p:spPr bwMode="auto">
            <a:xfrm flipV="1">
              <a:off x="1328" y="2749"/>
              <a:ext cx="2934" cy="9"/>
            </a:xfrm>
            <a:prstGeom prst="line">
              <a:avLst/>
            </a:prstGeom>
            <a:noFill/>
            <a:ln w="28575">
              <a:solidFill>
                <a:srgbClr val="333399"/>
              </a:solidFill>
              <a:prstDash val="dash"/>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97666" name="Group 20">
              <a:extLst>
                <a:ext uri="{FF2B5EF4-FFF2-40B4-BE49-F238E27FC236}">
                  <a16:creationId xmlns:a16="http://schemas.microsoft.com/office/drawing/2014/main" id="{F00092A6-C2BA-8E41-8EA6-3C3CC93A0017}"/>
                </a:ext>
              </a:extLst>
            </p:cNvPr>
            <p:cNvGrpSpPr>
              <a:grpSpLocks/>
            </p:cNvGrpSpPr>
            <p:nvPr/>
          </p:nvGrpSpPr>
          <p:grpSpPr bwMode="auto">
            <a:xfrm>
              <a:off x="2298" y="2614"/>
              <a:ext cx="1444" cy="270"/>
              <a:chOff x="1152" y="1824"/>
              <a:chExt cx="1296" cy="240"/>
            </a:xfrm>
          </p:grpSpPr>
          <p:sp>
            <p:nvSpPr>
              <p:cNvPr id="704533" name="AutoShape 21">
                <a:extLst>
                  <a:ext uri="{FF2B5EF4-FFF2-40B4-BE49-F238E27FC236}">
                    <a16:creationId xmlns:a16="http://schemas.microsoft.com/office/drawing/2014/main" id="{7CF306EF-8391-7142-BCAE-F4144898E146}"/>
                  </a:ext>
                </a:extLst>
              </p:cNvPr>
              <p:cNvSpPr>
                <a:spLocks noChangeArrowheads="1"/>
              </p:cNvSpPr>
              <p:nvPr/>
            </p:nvSpPr>
            <p:spPr bwMode="auto">
              <a:xfrm>
                <a:off x="2160" y="1872"/>
                <a:ext cx="288" cy="144"/>
              </a:xfrm>
              <a:prstGeom prst="rightArrow">
                <a:avLst>
                  <a:gd name="adj1" fmla="val 50000"/>
                  <a:gd name="adj2" fmla="val 50000"/>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97671" name="Rectangle 22">
                <a:extLst>
                  <a:ext uri="{FF2B5EF4-FFF2-40B4-BE49-F238E27FC236}">
                    <a16:creationId xmlns:a16="http://schemas.microsoft.com/office/drawing/2014/main" id="{52090506-631E-874E-94AD-00F9A56F776C}"/>
                  </a:ext>
                </a:extLst>
              </p:cNvPr>
              <p:cNvSpPr>
                <a:spLocks noChangeArrowheads="1"/>
              </p:cNvSpPr>
              <p:nvPr/>
            </p:nvSpPr>
            <p:spPr bwMode="auto">
              <a:xfrm>
                <a:off x="1152" y="1824"/>
                <a:ext cx="1008" cy="24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HTTP </a:t>
                </a:r>
                <a:r>
                  <a:rPr kumimoji="1" lang="zh-CN" altLang="en-US" sz="1500">
                    <a:latin typeface="Arial" panose="020B0604020202020204" pitchFamily="34" charset="0"/>
                    <a:ea typeface="宋体" panose="02010600030101010101" pitchFamily="2" charset="-122"/>
                  </a:rPr>
                  <a:t>请求报文</a:t>
                </a:r>
              </a:p>
            </p:txBody>
          </p:sp>
        </p:grpSp>
        <p:sp>
          <p:nvSpPr>
            <p:cNvPr id="704535" name="Line 23">
              <a:extLst>
                <a:ext uri="{FF2B5EF4-FFF2-40B4-BE49-F238E27FC236}">
                  <a16:creationId xmlns:a16="http://schemas.microsoft.com/office/drawing/2014/main" id="{25B5D42B-077F-E242-9706-06AC44643EA9}"/>
                </a:ext>
              </a:extLst>
            </p:cNvPr>
            <p:cNvSpPr>
              <a:spLocks noChangeShapeType="1"/>
            </p:cNvSpPr>
            <p:nvPr/>
          </p:nvSpPr>
          <p:spPr bwMode="auto">
            <a:xfrm>
              <a:off x="1319" y="2506"/>
              <a:ext cx="0" cy="810"/>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4536" name="Line 24">
              <a:extLst>
                <a:ext uri="{FF2B5EF4-FFF2-40B4-BE49-F238E27FC236}">
                  <a16:creationId xmlns:a16="http://schemas.microsoft.com/office/drawing/2014/main" id="{2F24D6F4-81CB-BE4D-ABEA-3E087CC4108D}"/>
                </a:ext>
              </a:extLst>
            </p:cNvPr>
            <p:cNvSpPr>
              <a:spLocks noChangeShapeType="1"/>
            </p:cNvSpPr>
            <p:nvPr/>
          </p:nvSpPr>
          <p:spPr bwMode="auto">
            <a:xfrm>
              <a:off x="4262" y="2560"/>
              <a:ext cx="0" cy="864"/>
            </a:xfrm>
            <a:prstGeom prst="line">
              <a:avLst/>
            </a:prstGeom>
            <a:noFill/>
            <a:ln w="1905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197669" name="Text Box 25">
              <a:extLst>
                <a:ext uri="{FF2B5EF4-FFF2-40B4-BE49-F238E27FC236}">
                  <a16:creationId xmlns:a16="http://schemas.microsoft.com/office/drawing/2014/main" id="{CCA3B8D7-17B5-A147-AFEE-255DF8D3C876}"/>
                </a:ext>
              </a:extLst>
            </p:cNvPr>
            <p:cNvSpPr txBox="1">
              <a:spLocks noChangeArrowheads="1"/>
            </p:cNvSpPr>
            <p:nvPr/>
          </p:nvSpPr>
          <p:spPr bwMode="auto">
            <a:xfrm>
              <a:off x="1292" y="2423"/>
              <a:ext cx="104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请求文档</a:t>
              </a:r>
            </a:p>
          </p:txBody>
        </p:sp>
      </p:grpSp>
      <p:sp>
        <p:nvSpPr>
          <p:cNvPr id="197650" name="Text Box 26">
            <a:extLst>
              <a:ext uri="{FF2B5EF4-FFF2-40B4-BE49-F238E27FC236}">
                <a16:creationId xmlns:a16="http://schemas.microsoft.com/office/drawing/2014/main" id="{12117BD7-4A8A-9446-B3F9-D6C6D6166F97}"/>
              </a:ext>
            </a:extLst>
          </p:cNvPr>
          <p:cNvSpPr txBox="1">
            <a:spLocks noChangeArrowheads="1"/>
          </p:cNvSpPr>
          <p:nvPr/>
        </p:nvSpPr>
        <p:spPr bwMode="auto">
          <a:xfrm>
            <a:off x="6516291" y="2788444"/>
            <a:ext cx="151209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程序事先被编译成二进制代码，存放为文件</a:t>
            </a:r>
          </a:p>
        </p:txBody>
      </p:sp>
      <p:sp>
        <p:nvSpPr>
          <p:cNvPr id="197651" name="Text Box 28">
            <a:extLst>
              <a:ext uri="{FF2B5EF4-FFF2-40B4-BE49-F238E27FC236}">
                <a16:creationId xmlns:a16="http://schemas.microsoft.com/office/drawing/2014/main" id="{6C512A37-F193-8048-AA0C-AD4F684F740C}"/>
              </a:ext>
            </a:extLst>
          </p:cNvPr>
          <p:cNvSpPr txBox="1">
            <a:spLocks noChangeArrowheads="1"/>
          </p:cNvSpPr>
          <p:nvPr/>
        </p:nvSpPr>
        <p:spPr bwMode="auto">
          <a:xfrm>
            <a:off x="6897292" y="1275160"/>
            <a:ext cx="896399"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52" name="Group 72">
            <a:extLst>
              <a:ext uri="{FF2B5EF4-FFF2-40B4-BE49-F238E27FC236}">
                <a16:creationId xmlns:a16="http://schemas.microsoft.com/office/drawing/2014/main" id="{CDDC6E05-F6CA-7C45-ADF1-0BEBCDA1FE04}"/>
              </a:ext>
            </a:extLst>
          </p:cNvPr>
          <p:cNvGrpSpPr>
            <a:grpSpLocks/>
          </p:cNvGrpSpPr>
          <p:nvPr/>
        </p:nvGrpSpPr>
        <p:grpSpPr bwMode="auto">
          <a:xfrm>
            <a:off x="7056841" y="1950244"/>
            <a:ext cx="569119" cy="322659"/>
            <a:chOff x="5029" y="853"/>
            <a:chExt cx="478" cy="271"/>
          </a:xfrm>
        </p:grpSpPr>
        <p:sp>
          <p:nvSpPr>
            <p:cNvPr id="704550" name="Rectangle 38">
              <a:extLst>
                <a:ext uri="{FF2B5EF4-FFF2-40B4-BE49-F238E27FC236}">
                  <a16:creationId xmlns:a16="http://schemas.microsoft.com/office/drawing/2014/main" id="{48B1DF3C-210A-664D-9712-5DF31D01FDA3}"/>
                </a:ext>
              </a:extLst>
            </p:cNvPr>
            <p:cNvSpPr>
              <a:spLocks noChangeArrowheads="1"/>
            </p:cNvSpPr>
            <p:nvPr/>
          </p:nvSpPr>
          <p:spPr bwMode="auto">
            <a:xfrm>
              <a:off x="5074" y="903"/>
              <a:ext cx="350" cy="16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64" name="Text Box 39">
              <a:extLst>
                <a:ext uri="{FF2B5EF4-FFF2-40B4-BE49-F238E27FC236}">
                  <a16:creationId xmlns:a16="http://schemas.microsoft.com/office/drawing/2014/main" id="{2241598B-3A56-8244-9791-F79731A8B6E6}"/>
                </a:ext>
              </a:extLst>
            </p:cNvPr>
            <p:cNvSpPr txBox="1">
              <a:spLocks noChangeArrowheads="1"/>
            </p:cNvSpPr>
            <p:nvPr/>
          </p:nvSpPr>
          <p:spPr bwMode="auto">
            <a:xfrm>
              <a:off x="5029" y="853"/>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程序</a:t>
              </a:r>
            </a:p>
          </p:txBody>
        </p:sp>
      </p:grpSp>
      <p:grpSp>
        <p:nvGrpSpPr>
          <p:cNvPr id="704583" name="Group 71">
            <a:extLst>
              <a:ext uri="{FF2B5EF4-FFF2-40B4-BE49-F238E27FC236}">
                <a16:creationId xmlns:a16="http://schemas.microsoft.com/office/drawing/2014/main" id="{62F35DA6-1BE3-B847-8EE6-F3D0169AA3DE}"/>
              </a:ext>
            </a:extLst>
          </p:cNvPr>
          <p:cNvGrpSpPr>
            <a:grpSpLocks/>
          </p:cNvGrpSpPr>
          <p:nvPr/>
        </p:nvGrpSpPr>
        <p:grpSpPr bwMode="auto">
          <a:xfrm>
            <a:off x="1169194" y="3651649"/>
            <a:ext cx="2031207" cy="1315641"/>
            <a:chOff x="22" y="3203"/>
            <a:chExt cx="1706" cy="1105"/>
          </a:xfrm>
        </p:grpSpPr>
        <p:sp>
          <p:nvSpPr>
            <p:cNvPr id="197656" name="Text Box 30">
              <a:extLst>
                <a:ext uri="{FF2B5EF4-FFF2-40B4-BE49-F238E27FC236}">
                  <a16:creationId xmlns:a16="http://schemas.microsoft.com/office/drawing/2014/main" id="{AB4C036C-AFD4-1941-B178-C3C30A06C9D2}"/>
                </a:ext>
              </a:extLst>
            </p:cNvPr>
            <p:cNvSpPr txBox="1">
              <a:spLocks noChangeArrowheads="1"/>
            </p:cNvSpPr>
            <p:nvPr/>
          </p:nvSpPr>
          <p:spPr bwMode="auto">
            <a:xfrm>
              <a:off x="22" y="3386"/>
              <a:ext cx="1134"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2100">
                  <a:latin typeface="Arial" panose="020B0604020202020204" pitchFamily="34" charset="0"/>
                  <a:ea typeface="宋体" panose="02010600030101010101" pitchFamily="2" charset="-122"/>
                  <a:sym typeface="Wingdings" pitchFamily="2" charset="2"/>
                </a:rPr>
                <a:t></a:t>
              </a: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此程序在</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客户端创建</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出活动文档</a:t>
              </a:r>
            </a:p>
          </p:txBody>
        </p:sp>
        <p:grpSp>
          <p:nvGrpSpPr>
            <p:cNvPr id="197657" name="Group 62">
              <a:extLst>
                <a:ext uri="{FF2B5EF4-FFF2-40B4-BE49-F238E27FC236}">
                  <a16:creationId xmlns:a16="http://schemas.microsoft.com/office/drawing/2014/main" id="{D36DF3B9-EB8A-1647-B0F1-1C13BF1E9075}"/>
                </a:ext>
              </a:extLst>
            </p:cNvPr>
            <p:cNvGrpSpPr>
              <a:grpSpLocks/>
            </p:cNvGrpSpPr>
            <p:nvPr/>
          </p:nvGrpSpPr>
          <p:grpSpPr bwMode="auto">
            <a:xfrm>
              <a:off x="975" y="3203"/>
              <a:ext cx="753" cy="1105"/>
              <a:chOff x="975" y="3203"/>
              <a:chExt cx="753" cy="1105"/>
            </a:xfrm>
          </p:grpSpPr>
          <p:sp>
            <p:nvSpPr>
              <p:cNvPr id="704553" name="Rectangle 41">
                <a:extLst>
                  <a:ext uri="{FF2B5EF4-FFF2-40B4-BE49-F238E27FC236}">
                    <a16:creationId xmlns:a16="http://schemas.microsoft.com/office/drawing/2014/main" id="{DF7ADEE7-D27B-7E42-8BC2-125397F3BF27}"/>
                  </a:ext>
                </a:extLst>
              </p:cNvPr>
              <p:cNvSpPr>
                <a:spLocks noChangeArrowheads="1"/>
              </p:cNvSpPr>
              <p:nvPr/>
            </p:nvSpPr>
            <p:spPr bwMode="auto">
              <a:xfrm>
                <a:off x="1123" y="3806"/>
                <a:ext cx="401" cy="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59" name="Text Box 42">
                <a:extLst>
                  <a:ext uri="{FF2B5EF4-FFF2-40B4-BE49-F238E27FC236}">
                    <a16:creationId xmlns:a16="http://schemas.microsoft.com/office/drawing/2014/main" id="{1F257B2F-439D-8342-8D4A-297996060E65}"/>
                  </a:ext>
                </a:extLst>
              </p:cNvPr>
              <p:cNvSpPr txBox="1">
                <a:spLocks noChangeArrowheads="1"/>
              </p:cNvSpPr>
              <p:nvPr/>
            </p:nvSpPr>
            <p:spPr bwMode="auto">
              <a:xfrm>
                <a:off x="975" y="3203"/>
                <a:ext cx="753"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7950">
                    <a:latin typeface="Arial" panose="020B0604020202020204" pitchFamily="34" charset="0"/>
                    <a:ea typeface="宋体" panose="02010600030101010101" pitchFamily="2" charset="-122"/>
                    <a:sym typeface="Wingdings" pitchFamily="2" charset="2"/>
                  </a:rPr>
                  <a:t></a:t>
                </a:r>
                <a:endParaRPr kumimoji="1" lang="en-US" altLang="zh-CN" sz="7950">
                  <a:latin typeface="Arial" panose="020B0604020202020204" pitchFamily="34" charset="0"/>
                  <a:ea typeface="宋体" panose="02010600030101010101" pitchFamily="2" charset="-122"/>
                </a:endParaRPr>
              </a:p>
            </p:txBody>
          </p:sp>
          <p:grpSp>
            <p:nvGrpSpPr>
              <p:cNvPr id="197660" name="Group 60">
                <a:extLst>
                  <a:ext uri="{FF2B5EF4-FFF2-40B4-BE49-F238E27FC236}">
                    <a16:creationId xmlns:a16="http://schemas.microsoft.com/office/drawing/2014/main" id="{19C73793-6E41-6B42-B2C8-77247BF81676}"/>
                  </a:ext>
                </a:extLst>
              </p:cNvPr>
              <p:cNvGrpSpPr>
                <a:grpSpLocks/>
              </p:cNvGrpSpPr>
              <p:nvPr/>
            </p:nvGrpSpPr>
            <p:grpSpPr bwMode="auto">
              <a:xfrm>
                <a:off x="1111" y="3612"/>
                <a:ext cx="478" cy="271"/>
                <a:chOff x="2154" y="3884"/>
                <a:chExt cx="478" cy="271"/>
              </a:xfrm>
            </p:grpSpPr>
            <p:sp>
              <p:nvSpPr>
                <p:cNvPr id="704556" name="Rectangle 44">
                  <a:extLst>
                    <a:ext uri="{FF2B5EF4-FFF2-40B4-BE49-F238E27FC236}">
                      <a16:creationId xmlns:a16="http://schemas.microsoft.com/office/drawing/2014/main" id="{1B098741-A2C0-654B-AFFC-170A281D614A}"/>
                    </a:ext>
                  </a:extLst>
                </p:cNvPr>
                <p:cNvSpPr>
                  <a:spLocks noChangeArrowheads="1"/>
                </p:cNvSpPr>
                <p:nvPr/>
              </p:nvSpPr>
              <p:spPr bwMode="auto">
                <a:xfrm>
                  <a:off x="2175" y="3927"/>
                  <a:ext cx="375" cy="19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97662" name="Text Box 45">
                  <a:extLst>
                    <a:ext uri="{FF2B5EF4-FFF2-40B4-BE49-F238E27FC236}">
                      <a16:creationId xmlns:a16="http://schemas.microsoft.com/office/drawing/2014/main" id="{F089CBE5-F155-C149-B5F9-AA2D76D95D31}"/>
                    </a:ext>
                  </a:extLst>
                </p:cNvPr>
                <p:cNvSpPr txBox="1">
                  <a:spLocks noChangeArrowheads="1"/>
                </p:cNvSpPr>
                <p:nvPr/>
              </p:nvSpPr>
              <p:spPr bwMode="auto">
                <a:xfrm>
                  <a:off x="2154" y="3884"/>
                  <a:ext cx="47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文档</a:t>
                  </a:r>
                </a:p>
              </p:txBody>
            </p:sp>
          </p:grpSp>
        </p:grpSp>
      </p:grpSp>
      <p:sp>
        <p:nvSpPr>
          <p:cNvPr id="704526" name="Line 14">
            <a:extLst>
              <a:ext uri="{FF2B5EF4-FFF2-40B4-BE49-F238E27FC236}">
                <a16:creationId xmlns:a16="http://schemas.microsoft.com/office/drawing/2014/main" id="{FEDBA1F8-5DCE-7A44-9673-F4284EE7645F}"/>
              </a:ext>
            </a:extLst>
          </p:cNvPr>
          <p:cNvSpPr>
            <a:spLocks noChangeShapeType="1"/>
          </p:cNvSpPr>
          <p:nvPr/>
        </p:nvSpPr>
        <p:spPr bwMode="auto">
          <a:xfrm>
            <a:off x="2968228" y="2405063"/>
            <a:ext cx="2994422" cy="0"/>
          </a:xfrm>
          <a:prstGeom prst="line">
            <a:avLst/>
          </a:prstGeom>
          <a:noFill/>
          <a:ln w="28575">
            <a:solidFill>
              <a:schemeClr val="hlink"/>
            </a:solidFill>
            <a:prstDash val="dash"/>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1844921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04585"/>
                                        </p:tgtEl>
                                        <p:attrNameLst>
                                          <p:attrName>style.visibility</p:attrName>
                                        </p:attrNameLst>
                                      </p:cBhvr>
                                      <p:to>
                                        <p:strVal val="visible"/>
                                      </p:to>
                                    </p:set>
                                    <p:animEffect transition="in" filter="wipe(left)">
                                      <p:cBhvr>
                                        <p:cTn id="7" dur="1000"/>
                                        <p:tgtEl>
                                          <p:spTgt spid="704585"/>
                                        </p:tgtEl>
                                      </p:cBhvr>
                                    </p:animEffect>
                                  </p:childTnLst>
                                </p:cTn>
                              </p:par>
                            </p:childTnLst>
                          </p:cTn>
                        </p:par>
                        <p:par>
                          <p:cTn id="8" fill="hold" nodeType="afterGroup">
                            <p:stCondLst>
                              <p:cond delay="1000"/>
                            </p:stCondLst>
                            <p:childTnLst>
                              <p:par>
                                <p:cTn id="9" presetID="22" presetClass="entr" presetSubtype="2" fill="hold" nodeType="afterEffect">
                                  <p:stCondLst>
                                    <p:cond delay="500"/>
                                  </p:stCondLst>
                                  <p:childTnLst>
                                    <p:set>
                                      <p:cBhvr>
                                        <p:cTn id="10" dur="1" fill="hold">
                                          <p:stCondLst>
                                            <p:cond delay="0"/>
                                          </p:stCondLst>
                                        </p:cTn>
                                        <p:tgtEl>
                                          <p:spTgt spid="704586"/>
                                        </p:tgtEl>
                                        <p:attrNameLst>
                                          <p:attrName>style.visibility</p:attrName>
                                        </p:attrNameLst>
                                      </p:cBhvr>
                                      <p:to>
                                        <p:strVal val="visible"/>
                                      </p:to>
                                    </p:set>
                                    <p:animEffect transition="in" filter="wipe(right)">
                                      <p:cBhvr>
                                        <p:cTn id="11" dur="1000"/>
                                        <p:tgtEl>
                                          <p:spTgt spid="704586"/>
                                        </p:tgtEl>
                                      </p:cBhvr>
                                    </p:animEffect>
                                  </p:childTnLst>
                                </p:cTn>
                              </p:par>
                            </p:childTnLst>
                          </p:cTn>
                        </p:par>
                        <p:par>
                          <p:cTn id="12" fill="hold" nodeType="afterGroup">
                            <p:stCondLst>
                              <p:cond delay="2500"/>
                            </p:stCondLst>
                            <p:childTnLst>
                              <p:par>
                                <p:cTn id="13" presetID="1" presetClass="entr" presetSubtype="0" fill="hold" nodeType="afterEffect">
                                  <p:stCondLst>
                                    <p:cond delay="500"/>
                                  </p:stCondLst>
                                  <p:childTnLst>
                                    <p:set>
                                      <p:cBhvr>
                                        <p:cTn id="14" dur="1" fill="hold">
                                          <p:stCondLst>
                                            <p:cond delay="0"/>
                                          </p:stCondLst>
                                        </p:cTn>
                                        <p:tgtEl>
                                          <p:spTgt spid="70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2">
            <a:extLst>
              <a:ext uri="{FF2B5EF4-FFF2-40B4-BE49-F238E27FC236}">
                <a16:creationId xmlns:a16="http://schemas.microsoft.com/office/drawing/2014/main" id="{131EDEE0-CF87-A64A-B03D-2B615516559B}"/>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用 </a:t>
            </a:r>
            <a:r>
              <a:rPr lang="en-US" altLang="zh-CN">
                <a:latin typeface="Times New Roman" panose="02020603050405020304" pitchFamily="18" charset="0"/>
                <a:ea typeface="宋体" panose="02010600030101010101" pitchFamily="2" charset="-122"/>
              </a:rPr>
              <a:t>Java </a:t>
            </a:r>
            <a:r>
              <a:rPr lang="zh-CN" altLang="en-US">
                <a:latin typeface="Times New Roman" panose="02020603050405020304" pitchFamily="18" charset="0"/>
                <a:ea typeface="宋体" panose="02010600030101010101" pitchFamily="2" charset="-122"/>
              </a:rPr>
              <a:t>技术创建活动文档 </a:t>
            </a:r>
          </a:p>
        </p:txBody>
      </p:sp>
      <p:sp>
        <p:nvSpPr>
          <p:cNvPr id="199682" name="Rectangle 3">
            <a:extLst>
              <a:ext uri="{FF2B5EF4-FFF2-40B4-BE49-F238E27FC236}">
                <a16:creationId xmlns:a16="http://schemas.microsoft.com/office/drawing/2014/main" id="{39499D18-F79F-3344-8D2A-2F39546EF551}"/>
              </a:ext>
            </a:extLst>
          </p:cNvPr>
          <p:cNvSpPr>
            <a:spLocks noGrp="1" noChangeArrowheads="1"/>
          </p:cNvSpPr>
          <p:nvPr>
            <p:ph type="body" idx="1"/>
          </p:nvPr>
        </p:nvSpPr>
        <p:spPr>
          <a:xfrm>
            <a:off x="133563" y="1113235"/>
            <a:ext cx="8804952" cy="3402806"/>
          </a:xfrm>
        </p:spPr>
        <p:txBody>
          <a:bodyPr/>
          <a:lstStyle/>
          <a:p>
            <a:pPr eaLnBrk="1" hangingPunct="1">
              <a:lnSpc>
                <a:spcPct val="90000"/>
              </a:lnSpc>
            </a:pPr>
            <a:r>
              <a:rPr lang="zh-CN" altLang="en-US" dirty="0">
                <a:ea typeface="宋体" panose="02010600030101010101" pitchFamily="2" charset="-122"/>
              </a:rPr>
              <a:t>由美国 </a:t>
            </a:r>
            <a:r>
              <a:rPr lang="en-US" altLang="zh-CN" dirty="0">
                <a:ea typeface="宋体" panose="02010600030101010101" pitchFamily="2" charset="-122"/>
              </a:rPr>
              <a:t>Sun </a:t>
            </a:r>
            <a:r>
              <a:rPr lang="zh-CN" altLang="en-US" dirty="0">
                <a:ea typeface="宋体" panose="02010600030101010101" pitchFamily="2" charset="-122"/>
              </a:rPr>
              <a:t>公司开发的 </a:t>
            </a:r>
            <a:r>
              <a:rPr lang="en-US" altLang="zh-CN" dirty="0">
                <a:solidFill>
                  <a:schemeClr val="hlink"/>
                </a:solidFill>
                <a:ea typeface="宋体" panose="02010600030101010101" pitchFamily="2" charset="-122"/>
              </a:rPr>
              <a:t>Java</a:t>
            </a:r>
            <a:r>
              <a:rPr lang="en-US" altLang="zh-CN" dirty="0">
                <a:ea typeface="宋体" panose="02010600030101010101" pitchFamily="2" charset="-122"/>
              </a:rPr>
              <a:t> </a:t>
            </a:r>
            <a:r>
              <a:rPr lang="zh-CN" altLang="en-US" dirty="0">
                <a:ea typeface="宋体" panose="02010600030101010101" pitchFamily="2" charset="-122"/>
              </a:rPr>
              <a:t>语言是一项</a:t>
            </a:r>
            <a:r>
              <a:rPr lang="zh-CN" altLang="en-US" dirty="0">
                <a:solidFill>
                  <a:srgbClr val="FF0000"/>
                </a:solidFill>
                <a:ea typeface="宋体" panose="02010600030101010101" pitchFamily="2" charset="-122"/>
              </a:rPr>
              <a:t>用于创建和运行活动文档</a:t>
            </a:r>
            <a:r>
              <a:rPr lang="zh-CN" altLang="en-US" dirty="0">
                <a:ea typeface="宋体" panose="02010600030101010101" pitchFamily="2" charset="-122"/>
              </a:rPr>
              <a:t>的技术。</a:t>
            </a:r>
          </a:p>
          <a:p>
            <a:pPr eaLnBrk="1" hangingPunct="1">
              <a:lnSpc>
                <a:spcPct val="90000"/>
              </a:lnSpc>
            </a:pPr>
            <a:r>
              <a:rPr lang="zh-CN" altLang="en-US" dirty="0">
                <a:ea typeface="宋体" panose="02010600030101010101" pitchFamily="2" charset="-122"/>
              </a:rPr>
              <a:t>在 </a:t>
            </a:r>
            <a:r>
              <a:rPr lang="en-US" altLang="zh-CN" dirty="0">
                <a:ea typeface="宋体" panose="02010600030101010101" pitchFamily="2" charset="-122"/>
              </a:rPr>
              <a:t>Java </a:t>
            </a:r>
            <a:r>
              <a:rPr lang="zh-CN" altLang="en-US" dirty="0">
                <a:ea typeface="宋体" panose="02010600030101010101" pitchFamily="2" charset="-122"/>
              </a:rPr>
              <a:t>技术中使用 “</a:t>
            </a:r>
            <a:r>
              <a:rPr lang="zh-CN" altLang="en-US" dirty="0">
                <a:solidFill>
                  <a:schemeClr val="hlink"/>
                </a:solidFill>
                <a:ea typeface="宋体" panose="02010600030101010101" pitchFamily="2" charset="-122"/>
              </a:rPr>
              <a:t>小应用程序</a:t>
            </a:r>
            <a:r>
              <a:rPr lang="zh-CN" altLang="en-US" dirty="0">
                <a:ea typeface="宋体" panose="02010600030101010101" pitchFamily="2" charset="-122"/>
              </a:rPr>
              <a:t>”</a:t>
            </a:r>
            <a:r>
              <a:rPr lang="en-US" altLang="zh-CN" dirty="0">
                <a:ea typeface="宋体" panose="02010600030101010101" pitchFamily="2" charset="-122"/>
              </a:rPr>
              <a:t>(applet)</a:t>
            </a:r>
            <a:r>
              <a:rPr lang="zh-CN" altLang="en-US" dirty="0">
                <a:ea typeface="宋体" panose="02010600030101010101" pitchFamily="2" charset="-122"/>
              </a:rPr>
              <a:t>来描述活动文档程序。</a:t>
            </a:r>
          </a:p>
          <a:p>
            <a:pPr eaLnBrk="1" hangingPunct="1">
              <a:lnSpc>
                <a:spcPct val="90000"/>
              </a:lnSpc>
            </a:pPr>
            <a:r>
              <a:rPr lang="zh-CN" altLang="en-US" dirty="0">
                <a:ea typeface="宋体" panose="02010600030101010101" pitchFamily="2" charset="-122"/>
              </a:rPr>
              <a:t>用户从万维网服务器下载嵌入了 </a:t>
            </a:r>
            <a:r>
              <a:rPr lang="en-US" altLang="zh-CN" dirty="0">
                <a:ea typeface="宋体" panose="02010600030101010101" pitchFamily="2" charset="-122"/>
              </a:rPr>
              <a:t>Java </a:t>
            </a:r>
            <a:r>
              <a:rPr lang="zh-CN" altLang="en-US" dirty="0">
                <a:ea typeface="宋体" panose="02010600030101010101" pitchFamily="2" charset="-122"/>
              </a:rPr>
              <a:t>小应用程序的 </a:t>
            </a:r>
            <a:r>
              <a:rPr lang="en-US" altLang="zh-CN" dirty="0">
                <a:ea typeface="宋体" panose="02010600030101010101" pitchFamily="2" charset="-122"/>
              </a:rPr>
              <a:t>HTML </a:t>
            </a:r>
            <a:r>
              <a:rPr lang="zh-CN" altLang="en-US" dirty="0">
                <a:ea typeface="宋体" panose="02010600030101010101" pitchFamily="2" charset="-122"/>
              </a:rPr>
              <a:t>文档后，可在浏览器的屏幕上点击某个图像，就可看到动画效果，或在下拉式菜单中点击某个项目，就可看到计算结果。</a:t>
            </a:r>
          </a:p>
          <a:p>
            <a:pPr eaLnBrk="1" hangingPunct="1">
              <a:lnSpc>
                <a:spcPct val="90000"/>
              </a:lnSpc>
            </a:pPr>
            <a:r>
              <a:rPr lang="en-US" altLang="zh-CN" dirty="0">
                <a:ea typeface="宋体" panose="02010600030101010101" pitchFamily="2" charset="-122"/>
              </a:rPr>
              <a:t>Java </a:t>
            </a:r>
            <a:r>
              <a:rPr lang="zh-CN" altLang="en-US" dirty="0">
                <a:ea typeface="宋体" panose="02010600030101010101" pitchFamily="2" charset="-122"/>
              </a:rPr>
              <a:t>技术是活动文档技术的一部分。 </a:t>
            </a:r>
          </a:p>
        </p:txBody>
      </p:sp>
      <p:sp>
        <p:nvSpPr>
          <p:cNvPr id="199683" name="幻灯片编号占位符 1">
            <a:extLst>
              <a:ext uri="{FF2B5EF4-FFF2-40B4-BE49-F238E27FC236}">
                <a16:creationId xmlns:a16="http://schemas.microsoft.com/office/drawing/2014/main" id="{B3499663-AEDC-3145-BCFC-08D9F8A5FAF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9C5EBD-E908-624D-98ED-DE369086E2F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93270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60EC8C97-C4B2-A449-AD58-4A4789008630}"/>
              </a:ext>
            </a:extLst>
          </p:cNvPr>
          <p:cNvSpPr>
            <a:spLocks noGrp="1" noChangeArrowheads="1"/>
          </p:cNvSpPr>
          <p:nvPr>
            <p:ph type="title"/>
          </p:nvPr>
        </p:nvSpPr>
        <p:spPr>
          <a:xfrm>
            <a:off x="166255" y="250033"/>
            <a:ext cx="7753783" cy="664368"/>
          </a:xfrm>
        </p:spPr>
        <p:txBody>
          <a:bodyPr/>
          <a:lstStyle/>
          <a:p>
            <a:pPr eaLnBrk="1" hangingPunct="1"/>
            <a:r>
              <a:rPr lang="en-US" altLang="zh-CN" dirty="0">
                <a:latin typeface="Times New Roman" panose="02020603050405020304" pitchFamily="18" charset="0"/>
                <a:ea typeface="宋体" panose="02010600030101010101" pitchFamily="2" charset="-122"/>
              </a:rPr>
              <a:t>6.4.5  </a:t>
            </a:r>
            <a:r>
              <a:rPr lang="zh-CN" altLang="en-US" dirty="0">
                <a:latin typeface="Times New Roman" panose="02020603050405020304" pitchFamily="18" charset="0"/>
                <a:ea typeface="宋体" panose="02010600030101010101" pitchFamily="2" charset="-122"/>
              </a:rPr>
              <a:t>万维网的信息检索系统</a:t>
            </a:r>
            <a:endParaRPr lang="zh-CN" altLang="en-US" sz="3000" dirty="0">
              <a:ea typeface="宋体" panose="02010600030101010101" pitchFamily="2" charset="-122"/>
            </a:endParaRPr>
          </a:p>
        </p:txBody>
      </p:sp>
      <p:sp>
        <p:nvSpPr>
          <p:cNvPr id="209922" name="Rectangle 3">
            <a:extLst>
              <a:ext uri="{FF2B5EF4-FFF2-40B4-BE49-F238E27FC236}">
                <a16:creationId xmlns:a16="http://schemas.microsoft.com/office/drawing/2014/main" id="{ADEB74F1-8D1A-9048-9121-D0C617E160BC}"/>
              </a:ext>
            </a:extLst>
          </p:cNvPr>
          <p:cNvSpPr>
            <a:spLocks noGrp="1" noChangeArrowheads="1"/>
          </p:cNvSpPr>
          <p:nvPr>
            <p:ph type="body" idx="1"/>
          </p:nvPr>
        </p:nvSpPr>
        <p:spPr>
          <a:xfrm>
            <a:off x="166255" y="1662545"/>
            <a:ext cx="8769927" cy="3230924"/>
          </a:xfrm>
        </p:spPr>
        <p:txBody>
          <a:bodyPr/>
          <a:lstStyle/>
          <a:p>
            <a:pPr eaLnBrk="1" hangingPunct="1"/>
            <a:r>
              <a:rPr lang="zh-CN" altLang="en-US" dirty="0">
                <a:ea typeface="宋体" panose="02010600030101010101" pitchFamily="2" charset="-122"/>
              </a:rPr>
              <a:t>在万维网中用来进行搜索的程序叫做</a:t>
            </a:r>
            <a:r>
              <a:rPr lang="zh-CN" altLang="en-US" dirty="0">
                <a:solidFill>
                  <a:schemeClr val="hlink"/>
                </a:solidFill>
                <a:ea typeface="宋体" panose="02010600030101010101" pitchFamily="2" charset="-122"/>
              </a:rPr>
              <a:t>搜索引擎</a:t>
            </a:r>
            <a:r>
              <a:rPr lang="zh-CN" altLang="en-US" dirty="0">
                <a:ea typeface="宋体" panose="02010600030101010101" pitchFamily="2" charset="-122"/>
              </a:rPr>
              <a:t>。</a:t>
            </a:r>
          </a:p>
          <a:p>
            <a:pPr eaLnBrk="1" hangingPunct="1"/>
            <a:r>
              <a:rPr lang="zh-CN" altLang="en-US" dirty="0">
                <a:solidFill>
                  <a:schemeClr val="hlink"/>
                </a:solidFill>
                <a:ea typeface="宋体" panose="02010600030101010101" pitchFamily="2" charset="-122"/>
              </a:rPr>
              <a:t>全文检索搜索引擎</a:t>
            </a:r>
            <a:r>
              <a:rPr lang="zh-CN" altLang="en-US" dirty="0">
                <a:ea typeface="宋体" panose="02010600030101010101" pitchFamily="2" charset="-122"/>
              </a:rPr>
              <a:t>是一种纯技术型的检索工具。它的工作原理是通过搜索软件到因特网上的各网站收集信息，找到一个网站后可以从这个网站再链接到另一个网站。然后按照一定的规则建立一个很大的在线数据库供用户查询。</a:t>
            </a:r>
          </a:p>
          <a:p>
            <a:pPr eaLnBrk="1" hangingPunct="1"/>
            <a:r>
              <a:rPr lang="zh-CN" altLang="en-US" dirty="0">
                <a:ea typeface="宋体" panose="02010600030101010101" pitchFamily="2" charset="-122"/>
              </a:rPr>
              <a:t>用户在查询时只要输入关键词，就从已经建立的索引数据库上进行查询（并不是实时地在因特网上检索到的信息）。 </a:t>
            </a:r>
          </a:p>
        </p:txBody>
      </p:sp>
      <p:sp>
        <p:nvSpPr>
          <p:cNvPr id="209923" name="幻灯片编号占位符 1">
            <a:extLst>
              <a:ext uri="{FF2B5EF4-FFF2-40B4-BE49-F238E27FC236}">
                <a16:creationId xmlns:a16="http://schemas.microsoft.com/office/drawing/2014/main" id="{E9B492BC-7A23-B142-845B-B04E9CC03E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495344-A0E3-F747-8414-63AA5B53B26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EC6E3D2-8244-694B-B97D-94750B20C985}"/>
              </a:ext>
            </a:extLst>
          </p:cNvPr>
          <p:cNvSpPr/>
          <p:nvPr/>
        </p:nvSpPr>
        <p:spPr>
          <a:xfrm>
            <a:off x="166255" y="1026863"/>
            <a:ext cx="5763490" cy="523220"/>
          </a:xfrm>
          <a:prstGeom prst="rect">
            <a:avLst/>
          </a:prstGeom>
        </p:spPr>
        <p:txBody>
          <a:bodyPr wrap="square">
            <a:spAutoFit/>
          </a:bodyPr>
          <a:lstStyle/>
          <a:p>
            <a:r>
              <a:rPr lang="en-US" altLang="zh-CN" sz="2800" dirty="0"/>
              <a:t>1.  </a:t>
            </a:r>
            <a:r>
              <a:rPr lang="zh-CN" altLang="en-US" sz="2800" dirty="0"/>
              <a:t>全文检索搜索和分类目录搜索</a:t>
            </a:r>
          </a:p>
        </p:txBody>
      </p:sp>
    </p:spTree>
    <p:extLst>
      <p:ext uri="{BB962C8B-B14F-4D97-AF65-F5344CB8AC3E}">
        <p14:creationId xmlns:p14="http://schemas.microsoft.com/office/powerpoint/2010/main" val="33370431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58EA8846-06EA-E240-88E4-72AC9F6F41A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分类目录搜索 </a:t>
            </a:r>
          </a:p>
        </p:txBody>
      </p:sp>
      <p:sp>
        <p:nvSpPr>
          <p:cNvPr id="211970" name="Rectangle 3">
            <a:extLst>
              <a:ext uri="{FF2B5EF4-FFF2-40B4-BE49-F238E27FC236}">
                <a16:creationId xmlns:a16="http://schemas.microsoft.com/office/drawing/2014/main" id="{9753C336-2D25-574D-B1BC-210633FCD75E}"/>
              </a:ext>
            </a:extLst>
          </p:cNvPr>
          <p:cNvSpPr>
            <a:spLocks noGrp="1" noChangeArrowheads="1"/>
          </p:cNvSpPr>
          <p:nvPr>
            <p:ph type="body" idx="1"/>
          </p:nvPr>
        </p:nvSpPr>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分类目录搜索引擎</a:t>
            </a:r>
            <a:r>
              <a:rPr lang="zh-CN" altLang="en-US">
                <a:latin typeface="Times New Roman" panose="02020603050405020304" pitchFamily="18" charset="0"/>
                <a:ea typeface="宋体" panose="02010600030101010101" pitchFamily="2" charset="-122"/>
              </a:rPr>
              <a:t>并不采集网站的任何信息，而是利用各网站向搜索引擎提交的网站信息时填写的关键词和网站描述等信息，经过人工审核编辑后，如果认为符合网站登录的条件，则输入到分类目录的数据库中，供网上用户查询。</a:t>
            </a:r>
          </a:p>
          <a:p>
            <a:pPr eaLnBrk="1" hangingPunct="1"/>
            <a:r>
              <a:rPr lang="zh-CN" altLang="en-US">
                <a:latin typeface="Times New Roman" panose="02020603050405020304" pitchFamily="18" charset="0"/>
                <a:ea typeface="宋体" panose="02010600030101010101" pitchFamily="2" charset="-122"/>
              </a:rPr>
              <a:t>分类目录搜索也叫做</a:t>
            </a:r>
            <a:r>
              <a:rPr lang="zh-CN" altLang="en-US">
                <a:solidFill>
                  <a:schemeClr val="hlink"/>
                </a:solidFill>
                <a:latin typeface="Times New Roman" panose="02020603050405020304" pitchFamily="18" charset="0"/>
                <a:ea typeface="宋体" panose="02010600030101010101" pitchFamily="2" charset="-122"/>
              </a:rPr>
              <a:t>分类网站搜索</a:t>
            </a:r>
            <a:r>
              <a:rPr lang="zh-CN" altLang="en-US">
                <a:latin typeface="Times New Roman" panose="02020603050405020304" pitchFamily="18" charset="0"/>
                <a:ea typeface="宋体" panose="02010600030101010101" pitchFamily="2" charset="-122"/>
              </a:rPr>
              <a:t>。 </a:t>
            </a:r>
          </a:p>
        </p:txBody>
      </p:sp>
      <p:sp>
        <p:nvSpPr>
          <p:cNvPr id="211971" name="幻灯片编号占位符 1">
            <a:extLst>
              <a:ext uri="{FF2B5EF4-FFF2-40B4-BE49-F238E27FC236}">
                <a16:creationId xmlns:a16="http://schemas.microsoft.com/office/drawing/2014/main" id="{EF977832-59CF-F14E-A80B-CD38ECC8CE2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7E9F84A-DDA6-6144-A933-86B4BE45CE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79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280831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a:extLst>
              <a:ext uri="{FF2B5EF4-FFF2-40B4-BE49-F238E27FC236}">
                <a16:creationId xmlns:a16="http://schemas.microsoft.com/office/drawing/2014/main" id="{A116C272-4404-4B43-82C7-E07057CCBB4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一些著名的搜索引擎 </a:t>
            </a:r>
          </a:p>
        </p:txBody>
      </p:sp>
      <p:sp>
        <p:nvSpPr>
          <p:cNvPr id="212994" name="Rectangle 3">
            <a:extLst>
              <a:ext uri="{FF2B5EF4-FFF2-40B4-BE49-F238E27FC236}">
                <a16:creationId xmlns:a16="http://schemas.microsoft.com/office/drawing/2014/main" id="{BFB67A40-45D7-8A4B-9220-9A8594C6AA97}"/>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最著名的全文检索搜索引擎：</a:t>
            </a:r>
          </a:p>
          <a:p>
            <a:pPr lvl="1" eaLnBrk="1" hangingPunct="1"/>
            <a:r>
              <a:rPr lang="en-US" altLang="zh-CN" dirty="0">
                <a:solidFill>
                  <a:schemeClr val="folHlink"/>
                </a:solidFill>
                <a:latin typeface="Arial" panose="020B0604020202020204" pitchFamily="34" charset="0"/>
                <a:ea typeface="宋体" panose="02010600030101010101" pitchFamily="2" charset="-122"/>
              </a:rPr>
              <a:t>Google</a:t>
            </a:r>
            <a:r>
              <a:rPr lang="zh-CN" altLang="en-US" dirty="0">
                <a:solidFill>
                  <a:schemeClr val="folHlink"/>
                </a:solidFill>
                <a:latin typeface="Arial" panose="020B0604020202020204" pitchFamily="34" charset="0"/>
                <a:ea typeface="宋体" panose="02010600030101010101" pitchFamily="2" charset="-122"/>
              </a:rPr>
              <a:t>（谷歌）</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www.google.com</a:t>
            </a:r>
            <a:r>
              <a:rPr lang="en-US" altLang="zh-CN" dirty="0">
                <a:solidFill>
                  <a:schemeClr val="folHlink"/>
                </a:solidFill>
                <a:latin typeface="Arial" panose="020B0604020202020204" pitchFamily="34" charset="0"/>
                <a:ea typeface="宋体" panose="02010600030101010101" pitchFamily="2" charset="-122"/>
              </a:rPr>
              <a:t>) </a:t>
            </a:r>
          </a:p>
          <a:p>
            <a:pPr lvl="1" eaLnBrk="1" hangingPunct="1"/>
            <a:r>
              <a:rPr lang="zh-CN" altLang="en-US" dirty="0">
                <a:solidFill>
                  <a:schemeClr val="folHlink"/>
                </a:solidFill>
                <a:latin typeface="Arial" panose="020B0604020202020204" pitchFamily="34" charset="0"/>
                <a:ea typeface="宋体" panose="02010600030101010101" pitchFamily="2" charset="-122"/>
              </a:rPr>
              <a:t>百度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www.baidu.com</a:t>
            </a:r>
            <a:r>
              <a:rPr lang="en-US" altLang="zh-CN" dirty="0">
                <a:solidFill>
                  <a:schemeClr val="folHlink"/>
                </a:solidFill>
                <a:latin typeface="Arial" panose="020B0604020202020204" pitchFamily="34" charset="0"/>
                <a:ea typeface="宋体" panose="02010600030101010101" pitchFamily="2" charset="-122"/>
              </a:rPr>
              <a:t>)</a:t>
            </a:r>
            <a:r>
              <a:rPr lang="en-US" altLang="zh-CN" dirty="0">
                <a:ea typeface="宋体" panose="02010600030101010101" pitchFamily="2" charset="-122"/>
              </a:rPr>
              <a:t> </a:t>
            </a:r>
          </a:p>
          <a:p>
            <a:pPr eaLnBrk="1" hangingPunct="1"/>
            <a:r>
              <a:rPr lang="zh-CN" altLang="en-US" dirty="0">
                <a:ea typeface="宋体" panose="02010600030101010101" pitchFamily="2" charset="-122"/>
              </a:rPr>
              <a:t>最著名的分类目录搜索引擎：</a:t>
            </a:r>
          </a:p>
          <a:p>
            <a:pPr lvl="1" eaLnBrk="1" hangingPunct="1"/>
            <a:r>
              <a:rPr lang="zh-CN" altLang="en-US" dirty="0">
                <a:solidFill>
                  <a:schemeClr val="folHlink"/>
                </a:solidFill>
                <a:latin typeface="Arial" panose="020B0604020202020204" pitchFamily="34" charset="0"/>
                <a:ea typeface="宋体" panose="02010600030101010101" pitchFamily="2" charset="-122"/>
              </a:rPr>
              <a:t>雅虎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www.yahoo.com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雅虎中国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cn.yahoo.com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新浪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www.sina.com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搜狐 </a:t>
            </a:r>
            <a:r>
              <a:rPr lang="en-US" altLang="zh-CN" dirty="0">
                <a:solidFill>
                  <a:schemeClr val="folHlink"/>
                </a:solidFill>
                <a:latin typeface="Arial" panose="020B0604020202020204" pitchFamily="34" charset="0"/>
                <a:ea typeface="宋体" panose="02010600030101010101" pitchFamily="2" charset="-122"/>
              </a:rPr>
              <a:t>(</a:t>
            </a:r>
            <a:r>
              <a:rPr lang="en-US" altLang="zh-CN" dirty="0" err="1">
                <a:solidFill>
                  <a:schemeClr val="folHlink"/>
                </a:solidFill>
                <a:latin typeface="Arial" panose="020B0604020202020204" pitchFamily="34" charset="0"/>
                <a:ea typeface="宋体" panose="02010600030101010101" pitchFamily="2" charset="-122"/>
              </a:rPr>
              <a:t>www.sohu.com</a:t>
            </a:r>
            <a:r>
              <a:rPr lang="en-US" altLang="zh-CN" dirty="0">
                <a:solidFill>
                  <a:schemeClr val="folHlink"/>
                </a:solidFill>
                <a:latin typeface="Arial" panose="020B0604020202020204" pitchFamily="34" charset="0"/>
                <a:ea typeface="宋体" panose="02010600030101010101" pitchFamily="2" charset="-122"/>
              </a:rPr>
              <a:t>)</a:t>
            </a:r>
          </a:p>
          <a:p>
            <a:pPr lvl="1" eaLnBrk="1" hangingPunct="1"/>
            <a:r>
              <a:rPr lang="zh-CN" altLang="en-US" dirty="0">
                <a:solidFill>
                  <a:schemeClr val="folHlink"/>
                </a:solidFill>
                <a:latin typeface="Arial" panose="020B0604020202020204" pitchFamily="34" charset="0"/>
                <a:ea typeface="宋体" panose="02010600030101010101" pitchFamily="2" charset="-122"/>
              </a:rPr>
              <a:t>网易 </a:t>
            </a:r>
            <a:r>
              <a:rPr lang="en-US" altLang="zh-CN" dirty="0">
                <a:solidFill>
                  <a:schemeClr val="folHlink"/>
                </a:solidFill>
                <a:latin typeface="Arial" panose="020B0604020202020204" pitchFamily="34" charset="0"/>
                <a:ea typeface="宋体" panose="02010600030101010101" pitchFamily="2" charset="-122"/>
              </a:rPr>
              <a:t>(www.163.com)</a:t>
            </a:r>
            <a:r>
              <a:rPr lang="en-US" altLang="zh-CN" dirty="0">
                <a:ea typeface="宋体" panose="02010600030101010101" pitchFamily="2" charset="-122"/>
              </a:rPr>
              <a:t> </a:t>
            </a:r>
          </a:p>
          <a:p>
            <a:pPr lvl="1" eaLnBrk="1" hangingPunct="1"/>
            <a:endParaRPr lang="en-US" altLang="zh-CN" dirty="0">
              <a:ea typeface="宋体" panose="02010600030101010101" pitchFamily="2" charset="-122"/>
            </a:endParaRPr>
          </a:p>
        </p:txBody>
      </p:sp>
      <p:sp>
        <p:nvSpPr>
          <p:cNvPr id="212995" name="幻灯片编号占位符 1">
            <a:extLst>
              <a:ext uri="{FF2B5EF4-FFF2-40B4-BE49-F238E27FC236}">
                <a16:creationId xmlns:a16="http://schemas.microsoft.com/office/drawing/2014/main" id="{3070BE77-25B7-FE41-90CD-AC74F8824C8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C8072D-6CAB-BE4D-9B5A-F74EB144F91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509229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a:extLst>
              <a:ext uri="{FF2B5EF4-FFF2-40B4-BE49-F238E27FC236}">
                <a16:creationId xmlns:a16="http://schemas.microsoft.com/office/drawing/2014/main" id="{4BF1EC3A-D428-8B42-B840-9531285B425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垂直搜索引擎</a:t>
            </a:r>
            <a:r>
              <a:rPr lang="en-US" altLang="zh-CN" sz="2700" dirty="0">
                <a:ea typeface="宋体" panose="02010600030101010101" pitchFamily="2" charset="-122"/>
              </a:rPr>
              <a:t>(Vertical Search Engine)</a:t>
            </a:r>
            <a:r>
              <a:rPr lang="en-US" altLang="zh-CN" dirty="0">
                <a:latin typeface="Times New Roman" panose="02020603050405020304" pitchFamily="18" charset="0"/>
                <a:ea typeface="宋体" panose="02010600030101010101" pitchFamily="2" charset="-122"/>
              </a:rPr>
              <a:t> </a:t>
            </a:r>
          </a:p>
        </p:txBody>
      </p:sp>
      <p:sp>
        <p:nvSpPr>
          <p:cNvPr id="215042" name="Rectangle 3">
            <a:extLst>
              <a:ext uri="{FF2B5EF4-FFF2-40B4-BE49-F238E27FC236}">
                <a16:creationId xmlns:a16="http://schemas.microsoft.com/office/drawing/2014/main" id="{8A9CBB67-2B4C-B949-898F-FB2869742211}"/>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针对某一特定领域、特定人群或某一特定需求提供搜索服务。垂直搜索也是提供关键字来进行搜索的，但被放到了一个行业知识的上下文中，返回的结果更倾向于信息、消息、条目等。 </a:t>
            </a:r>
          </a:p>
        </p:txBody>
      </p:sp>
      <p:sp>
        <p:nvSpPr>
          <p:cNvPr id="215043" name="幻灯片编号占位符 1">
            <a:extLst>
              <a:ext uri="{FF2B5EF4-FFF2-40B4-BE49-F238E27FC236}">
                <a16:creationId xmlns:a16="http://schemas.microsoft.com/office/drawing/2014/main" id="{4D1B9C4B-3DBF-4846-BD0F-A60EC21767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B7481D3-3BAD-7E47-8D75-F4BED7C7363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303911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4344C5FD-6BDC-3C46-B581-8EDAAB0BDF03}"/>
              </a:ext>
            </a:extLst>
          </p:cNvPr>
          <p:cNvSpPr>
            <a:spLocks noGrp="1" noChangeArrowheads="1"/>
          </p:cNvSpPr>
          <p:nvPr>
            <p:ph type="title"/>
          </p:nvPr>
        </p:nvSpPr>
        <p:spPr>
          <a:xfrm>
            <a:off x="180108" y="160735"/>
            <a:ext cx="8397153" cy="898922"/>
          </a:xfrm>
        </p:spPr>
        <p:txBody>
          <a:bodyPr/>
          <a:lstStyle/>
          <a:p>
            <a:pPr eaLnBrk="1" hangingPunct="1"/>
            <a:r>
              <a:rPr lang="en-US" altLang="zh-CN" dirty="0">
                <a:latin typeface="Times New Roman" panose="02020603050405020304" pitchFamily="18" charset="0"/>
                <a:ea typeface="宋体" panose="02010600030101010101" pitchFamily="2" charset="-122"/>
              </a:rPr>
              <a:t>6.4.6  </a:t>
            </a:r>
            <a:r>
              <a:rPr lang="zh-CN" altLang="en-US" dirty="0">
                <a:latin typeface="Times New Roman" panose="02020603050405020304" pitchFamily="18" charset="0"/>
                <a:ea typeface="宋体" panose="02010600030101010101" pitchFamily="2" charset="-122"/>
              </a:rPr>
              <a:t>博客、微博和轻博</a:t>
            </a:r>
            <a:endParaRPr lang="zh-CN" altLang="en-US" sz="3000" dirty="0">
              <a:ea typeface="宋体" panose="02010600030101010101" pitchFamily="2" charset="-122"/>
            </a:endParaRPr>
          </a:p>
        </p:txBody>
      </p:sp>
      <p:sp>
        <p:nvSpPr>
          <p:cNvPr id="216066" name="Rectangle 3">
            <a:extLst>
              <a:ext uri="{FF2B5EF4-FFF2-40B4-BE49-F238E27FC236}">
                <a16:creationId xmlns:a16="http://schemas.microsoft.com/office/drawing/2014/main" id="{1652AAF0-37C3-2F40-BAD5-3CDAB646FCD6}"/>
              </a:ext>
            </a:extLst>
          </p:cNvPr>
          <p:cNvSpPr>
            <a:spLocks noGrp="1" noChangeArrowheads="1"/>
          </p:cNvSpPr>
          <p:nvPr>
            <p:ph type="body" idx="1"/>
          </p:nvPr>
        </p:nvSpPr>
        <p:spPr>
          <a:xfrm>
            <a:off x="180108" y="1059656"/>
            <a:ext cx="8672947" cy="3509963"/>
          </a:xfrm>
        </p:spPr>
        <p:txBody>
          <a:bodyPr/>
          <a:lstStyle/>
          <a:p>
            <a:pPr eaLnBrk="1" hangingPunct="1">
              <a:lnSpc>
                <a:spcPct val="90000"/>
              </a:lnSpc>
            </a:pPr>
            <a:r>
              <a:rPr lang="zh-CN" altLang="en-US" dirty="0">
                <a:ea typeface="宋体" panose="02010600030101010101" pitchFamily="2" charset="-122"/>
              </a:rPr>
              <a:t>博客是万维网日志</a:t>
            </a:r>
            <a:r>
              <a:rPr lang="en-US" altLang="zh-CN" dirty="0">
                <a:ea typeface="宋体" panose="02010600030101010101" pitchFamily="2" charset="-122"/>
              </a:rPr>
              <a:t>(web log)</a:t>
            </a:r>
            <a:r>
              <a:rPr lang="zh-CN" altLang="en-US" dirty="0">
                <a:ea typeface="宋体" panose="02010600030101010101" pitchFamily="2" charset="-122"/>
              </a:rPr>
              <a:t>的简称。也有人把 </a:t>
            </a:r>
            <a:r>
              <a:rPr lang="en-US" altLang="zh-CN" dirty="0">
                <a:ea typeface="宋体" panose="02010600030101010101" pitchFamily="2" charset="-122"/>
              </a:rPr>
              <a:t>blog </a:t>
            </a:r>
            <a:r>
              <a:rPr lang="zh-CN" altLang="en-US" dirty="0">
                <a:ea typeface="宋体" panose="02010600030101010101" pitchFamily="2" charset="-122"/>
              </a:rPr>
              <a:t>进行音译，译为“部落格”，或“部落阁”。还有人用“博文”来表示“博客文章”。</a:t>
            </a:r>
          </a:p>
          <a:p>
            <a:pPr eaLnBrk="1" hangingPunct="1">
              <a:lnSpc>
                <a:spcPct val="90000"/>
              </a:lnSpc>
            </a:pPr>
            <a:r>
              <a:rPr lang="en-US" altLang="zh-CN" dirty="0">
                <a:ea typeface="宋体" panose="02010600030101010101" pitchFamily="2" charset="-122"/>
              </a:rPr>
              <a:t>Weblog </a:t>
            </a:r>
            <a:r>
              <a:rPr lang="zh-CN" altLang="en-US" dirty="0">
                <a:ea typeface="宋体" panose="02010600030101010101" pitchFamily="2" charset="-122"/>
              </a:rPr>
              <a:t>这个新词是 </a:t>
            </a:r>
            <a:r>
              <a:rPr lang="en-US" altLang="zh-CN" dirty="0" err="1">
                <a:ea typeface="宋体" panose="02010600030101010101" pitchFamily="2" charset="-122"/>
              </a:rPr>
              <a:t>Jorn</a:t>
            </a:r>
            <a:r>
              <a:rPr lang="en-US" altLang="zh-CN" dirty="0">
                <a:ea typeface="宋体" panose="02010600030101010101" pitchFamily="2" charset="-122"/>
              </a:rPr>
              <a:t> Barger </a:t>
            </a:r>
            <a:r>
              <a:rPr lang="zh-CN" altLang="en-US" dirty="0">
                <a:ea typeface="宋体" panose="02010600030101010101" pitchFamily="2" charset="-122"/>
              </a:rPr>
              <a:t>于 </a:t>
            </a:r>
            <a:r>
              <a:rPr lang="en-US" altLang="zh-CN" dirty="0">
                <a:ea typeface="宋体" panose="02010600030101010101" pitchFamily="2" charset="-122"/>
              </a:rPr>
              <a:t>1997 </a:t>
            </a:r>
            <a:r>
              <a:rPr lang="zh-CN" altLang="en-US" dirty="0">
                <a:ea typeface="宋体" panose="02010600030101010101" pitchFamily="2" charset="-122"/>
              </a:rPr>
              <a:t>年创造的。</a:t>
            </a:r>
          </a:p>
          <a:p>
            <a:pPr eaLnBrk="1" hangingPunct="1">
              <a:lnSpc>
                <a:spcPct val="90000"/>
              </a:lnSpc>
            </a:pPr>
            <a:r>
              <a:rPr lang="zh-CN" altLang="en-US" dirty="0">
                <a:ea typeface="宋体" panose="02010600030101010101" pitchFamily="2" charset="-122"/>
              </a:rPr>
              <a:t>简写的 </a:t>
            </a:r>
            <a:r>
              <a:rPr lang="en-US" altLang="zh-CN" dirty="0">
                <a:ea typeface="宋体" panose="02010600030101010101" pitchFamily="2" charset="-122"/>
              </a:rPr>
              <a:t>blog</a:t>
            </a:r>
            <a:r>
              <a:rPr lang="zh-CN" altLang="en-US" dirty="0">
                <a:ea typeface="宋体" panose="02010600030101010101" pitchFamily="2" charset="-122"/>
              </a:rPr>
              <a:t>（这是今天最常用的术语）则是</a:t>
            </a:r>
            <a:r>
              <a:rPr lang="en-US" altLang="zh-CN" dirty="0">
                <a:ea typeface="宋体" panose="02010600030101010101" pitchFamily="2" charset="-122"/>
              </a:rPr>
              <a:t>Peter </a:t>
            </a:r>
            <a:r>
              <a:rPr lang="en-US" altLang="zh-CN" dirty="0" err="1">
                <a:ea typeface="宋体" panose="02010600030101010101" pitchFamily="2" charset="-122"/>
              </a:rPr>
              <a:t>Merholz</a:t>
            </a:r>
            <a:r>
              <a:rPr lang="en-US" altLang="zh-CN" dirty="0">
                <a:ea typeface="宋体" panose="02010600030101010101" pitchFamily="2" charset="-122"/>
              </a:rPr>
              <a:t> </a:t>
            </a:r>
            <a:r>
              <a:rPr lang="zh-CN" altLang="en-US" dirty="0">
                <a:ea typeface="宋体" panose="02010600030101010101" pitchFamily="2" charset="-122"/>
              </a:rPr>
              <a:t>于 </a:t>
            </a:r>
            <a:r>
              <a:rPr lang="en-US" altLang="zh-CN" dirty="0">
                <a:ea typeface="宋体" panose="02010600030101010101" pitchFamily="2" charset="-122"/>
              </a:rPr>
              <a:t>1999 </a:t>
            </a:r>
            <a:r>
              <a:rPr lang="zh-CN" altLang="en-US" dirty="0">
                <a:ea typeface="宋体" panose="02010600030101010101" pitchFamily="2" charset="-122"/>
              </a:rPr>
              <a:t>年创造的。</a:t>
            </a:r>
          </a:p>
          <a:p>
            <a:pPr eaLnBrk="1" hangingPunct="1">
              <a:lnSpc>
                <a:spcPct val="90000"/>
              </a:lnSpc>
            </a:pPr>
            <a:r>
              <a:rPr lang="zh-CN" altLang="en-US" dirty="0">
                <a:ea typeface="宋体" panose="02010600030101010101" pitchFamily="2" charset="-122"/>
              </a:rPr>
              <a:t>有人把 </a:t>
            </a:r>
            <a:r>
              <a:rPr lang="en-US" altLang="zh-CN" dirty="0">
                <a:ea typeface="宋体" panose="02010600030101010101" pitchFamily="2" charset="-122"/>
              </a:rPr>
              <a:t>blog </a:t>
            </a:r>
            <a:r>
              <a:rPr lang="zh-CN" altLang="en-US" dirty="0">
                <a:ea typeface="宋体" panose="02010600030101010101" pitchFamily="2" charset="-122"/>
              </a:rPr>
              <a:t>既当作名词，也当作动词，表示</a:t>
            </a:r>
            <a:r>
              <a:rPr lang="zh-CN" altLang="en-US" dirty="0">
                <a:solidFill>
                  <a:schemeClr val="hlink"/>
                </a:solidFill>
                <a:ea typeface="宋体" panose="02010600030101010101" pitchFamily="2" charset="-122"/>
              </a:rPr>
              <a:t>编辑博客</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写博客</a:t>
            </a:r>
            <a:r>
              <a:rPr lang="zh-CN" altLang="en-US" dirty="0">
                <a:ea typeface="宋体" panose="02010600030101010101" pitchFamily="2" charset="-122"/>
              </a:rPr>
              <a:t>。  </a:t>
            </a:r>
          </a:p>
        </p:txBody>
      </p:sp>
      <p:sp>
        <p:nvSpPr>
          <p:cNvPr id="216067" name="幻灯片编号占位符 1">
            <a:extLst>
              <a:ext uri="{FF2B5EF4-FFF2-40B4-BE49-F238E27FC236}">
                <a16:creationId xmlns:a16="http://schemas.microsoft.com/office/drawing/2014/main" id="{9E1F722C-C75C-AF44-AA9F-98E8401B854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FED74D-DC9D-3148-9DAE-91CA7A0A4A4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149937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8DD69E48-03A2-964C-8471-B35A09C9FE85}"/>
              </a:ext>
            </a:extLst>
          </p:cNvPr>
          <p:cNvSpPr>
            <a:spLocks noGrp="1" noChangeArrowheads="1"/>
          </p:cNvSpPr>
          <p:nvPr>
            <p:ph type="title"/>
          </p:nvPr>
        </p:nvSpPr>
        <p:spPr>
          <a:xfrm>
            <a:off x="180109" y="303608"/>
            <a:ext cx="7739929" cy="615120"/>
          </a:xfrm>
        </p:spPr>
        <p:txBody>
          <a:bodyPr/>
          <a:lstStyle/>
          <a:p>
            <a:pPr eaLnBrk="1" hangingPunct="1"/>
            <a:r>
              <a:rPr lang="en-US" altLang="zh-CN" dirty="0">
                <a:latin typeface="Times New Roman" panose="02020603050405020304" pitchFamily="18" charset="0"/>
                <a:ea typeface="宋体" panose="02010600030101010101" pitchFamily="2" charset="-122"/>
              </a:rPr>
              <a:t>6.5  </a:t>
            </a:r>
            <a:r>
              <a:rPr lang="zh-CN" altLang="en-US" dirty="0">
                <a:latin typeface="Times New Roman" panose="02020603050405020304" pitchFamily="18" charset="0"/>
                <a:ea typeface="宋体" panose="02010600030101010101" pitchFamily="2" charset="-122"/>
              </a:rPr>
              <a:t>电子邮件</a:t>
            </a:r>
            <a:endParaRPr lang="zh-CN" altLang="en-US" sz="3000" dirty="0">
              <a:ea typeface="宋体" panose="02010600030101010101" pitchFamily="2" charset="-122"/>
            </a:endParaRPr>
          </a:p>
        </p:txBody>
      </p:sp>
      <p:sp>
        <p:nvSpPr>
          <p:cNvPr id="1132547" name="Rectangle 3">
            <a:extLst>
              <a:ext uri="{FF2B5EF4-FFF2-40B4-BE49-F238E27FC236}">
                <a16:creationId xmlns:a16="http://schemas.microsoft.com/office/drawing/2014/main" id="{794876B6-25B4-D04C-BF1A-DCC4AD91305C}"/>
              </a:ext>
            </a:extLst>
          </p:cNvPr>
          <p:cNvSpPr>
            <a:spLocks noGrp="1" noChangeArrowheads="1"/>
          </p:cNvSpPr>
          <p:nvPr>
            <p:ph type="body" idx="1"/>
          </p:nvPr>
        </p:nvSpPr>
        <p:spPr>
          <a:xfrm>
            <a:off x="180108" y="1690255"/>
            <a:ext cx="8714509" cy="3149637"/>
          </a:xfrm>
        </p:spPr>
        <p:txBody>
          <a:bodyPr/>
          <a:lstStyle/>
          <a:p>
            <a:pPr marL="342900" indent="-342900" eaLnBrk="1" hangingPunct="1"/>
            <a:r>
              <a:rPr lang="zh-CN" altLang="en-US" dirty="0">
                <a:solidFill>
                  <a:schemeClr val="hlink"/>
                </a:solidFill>
                <a:ea typeface="宋体" panose="02010600030101010101" pitchFamily="2" charset="-122"/>
              </a:rPr>
              <a:t>电子邮件</a:t>
            </a:r>
            <a:r>
              <a:rPr lang="en-US" altLang="zh-CN" dirty="0">
                <a:ea typeface="宋体" panose="02010600030101010101" pitchFamily="2" charset="-122"/>
              </a:rPr>
              <a:t>(e-mail)</a:t>
            </a:r>
            <a:r>
              <a:rPr lang="zh-CN" altLang="en-US" dirty="0">
                <a:ea typeface="宋体" panose="02010600030101010101" pitchFamily="2" charset="-122"/>
              </a:rPr>
              <a:t>是因特网上使用得最多的和最受用户欢迎的一种应用。</a:t>
            </a:r>
          </a:p>
          <a:p>
            <a:pPr marL="342900" indent="-342900" eaLnBrk="1" hangingPunct="1"/>
            <a:r>
              <a:rPr lang="zh-CN" altLang="en-US" dirty="0">
                <a:ea typeface="宋体" panose="02010600030101010101" pitchFamily="2" charset="-122"/>
              </a:rPr>
              <a:t>电子邮件把邮件发送到收件人使用的邮件服务器，并放在其中的收件人邮箱中，收件人可随时上网到自己使用的邮件服务器进行读取。</a:t>
            </a:r>
          </a:p>
          <a:p>
            <a:pPr marL="342900" indent="-342900" eaLnBrk="1" hangingPunct="1"/>
            <a:r>
              <a:rPr lang="zh-CN" altLang="en-US" dirty="0">
                <a:ea typeface="宋体" panose="02010600030101010101" pitchFamily="2" charset="-122"/>
              </a:rPr>
              <a:t>电子邮件不仅使用方便，而且还具有传递迅速和费用低廉的优点。</a:t>
            </a:r>
          </a:p>
          <a:p>
            <a:pPr marL="342900" indent="-342900" eaLnBrk="1" hangingPunct="1"/>
            <a:r>
              <a:rPr lang="zh-CN" altLang="en-US" dirty="0">
                <a:ea typeface="宋体" panose="02010600030101010101" pitchFamily="2" charset="-122"/>
              </a:rPr>
              <a:t>现在电子邮件不仅可传送文字信息，而且还可附上声音和图像。</a:t>
            </a:r>
          </a:p>
        </p:txBody>
      </p:sp>
      <p:sp>
        <p:nvSpPr>
          <p:cNvPr id="220163" name="幻灯片编号占位符 1">
            <a:extLst>
              <a:ext uri="{FF2B5EF4-FFF2-40B4-BE49-F238E27FC236}">
                <a16:creationId xmlns:a16="http://schemas.microsoft.com/office/drawing/2014/main" id="{263FA308-1298-DA4E-BBEE-51D32B3D22B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3BA1ABB-D5DF-1348-A804-991BB201B34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66E44ACF-E44B-EF47-90EB-F344C387CE31}"/>
              </a:ext>
            </a:extLst>
          </p:cNvPr>
          <p:cNvSpPr/>
          <p:nvPr/>
        </p:nvSpPr>
        <p:spPr>
          <a:xfrm>
            <a:off x="180108" y="1012104"/>
            <a:ext cx="4572000" cy="584775"/>
          </a:xfrm>
          <a:prstGeom prst="rect">
            <a:avLst/>
          </a:prstGeom>
        </p:spPr>
        <p:txBody>
          <a:bodyPr>
            <a:spAutoFit/>
          </a:bodyPr>
          <a:lstStyle/>
          <a:p>
            <a:r>
              <a:rPr lang="en-US" altLang="zh-CN" sz="3200" dirty="0"/>
              <a:t>6.5.1  </a:t>
            </a:r>
            <a:r>
              <a:rPr lang="zh-CN" altLang="en-US" sz="3200" dirty="0"/>
              <a:t>概述</a:t>
            </a:r>
          </a:p>
        </p:txBody>
      </p:sp>
    </p:spTree>
    <p:extLst>
      <p:ext uri="{BB962C8B-B14F-4D97-AF65-F5344CB8AC3E}">
        <p14:creationId xmlns:p14="http://schemas.microsoft.com/office/powerpoint/2010/main" val="3404135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25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254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47"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006E6E1B-6E60-4243-8624-D653B9DA1992}"/>
              </a:ext>
            </a:extLst>
          </p:cNvPr>
          <p:cNvSpPr>
            <a:spLocks noGrp="1" noChangeArrowheads="1"/>
          </p:cNvSpPr>
          <p:nvPr>
            <p:ph type="title"/>
          </p:nvPr>
        </p:nvSpPr>
        <p:spPr>
          <a:xfrm>
            <a:off x="152401" y="160735"/>
            <a:ext cx="7767638" cy="790575"/>
          </a:xfrm>
        </p:spPr>
        <p:txBody>
          <a:bodyPr/>
          <a:lstStyle/>
          <a:p>
            <a:pPr eaLnBrk="1" hangingPunct="1"/>
            <a:r>
              <a:rPr lang="zh-CN" altLang="en-US" dirty="0">
                <a:latin typeface="Times New Roman" panose="02020603050405020304" pitchFamily="18" charset="0"/>
                <a:ea typeface="宋体" panose="02010600030101010101" pitchFamily="2" charset="-122"/>
              </a:rPr>
              <a:t>电子邮件的一些标准</a:t>
            </a:r>
            <a:endParaRPr lang="zh-CN" altLang="en-US" sz="3000" dirty="0">
              <a:ea typeface="宋体" panose="02010600030101010101" pitchFamily="2" charset="-122"/>
            </a:endParaRPr>
          </a:p>
        </p:txBody>
      </p:sp>
      <p:sp>
        <p:nvSpPr>
          <p:cNvPr id="1134595" name="Rectangle 3">
            <a:extLst>
              <a:ext uri="{FF2B5EF4-FFF2-40B4-BE49-F238E27FC236}">
                <a16:creationId xmlns:a16="http://schemas.microsoft.com/office/drawing/2014/main" id="{03D64BD8-3E16-A541-AECF-2D3C55E794AA}"/>
              </a:ext>
            </a:extLst>
          </p:cNvPr>
          <p:cNvSpPr>
            <a:spLocks noGrp="1" noChangeArrowheads="1"/>
          </p:cNvSpPr>
          <p:nvPr>
            <p:ph type="body" idx="1"/>
          </p:nvPr>
        </p:nvSpPr>
        <p:spPr>
          <a:xfrm>
            <a:off x="152401" y="1059657"/>
            <a:ext cx="8769926" cy="3780235"/>
          </a:xfrm>
        </p:spPr>
        <p:txBody>
          <a:bodyPr/>
          <a:lstStyle/>
          <a:p>
            <a:pPr marL="342900" indent="-342900" algn="just" eaLnBrk="1" hangingPunct="1"/>
            <a:r>
              <a:rPr lang="zh-CN" altLang="en-US" dirty="0">
                <a:latin typeface="Times New Roman" panose="02020603050405020304" pitchFamily="18" charset="0"/>
                <a:ea typeface="宋体" panose="02010600030101010101" pitchFamily="2" charset="-122"/>
              </a:rPr>
              <a:t>发送邮件的协议：</a:t>
            </a:r>
            <a:r>
              <a:rPr lang="en-US" altLang="zh-CN" dirty="0">
                <a:latin typeface="Times New Roman" panose="02020603050405020304" pitchFamily="18" charset="0"/>
                <a:ea typeface="宋体" panose="02010600030101010101" pitchFamily="2" charset="-122"/>
              </a:rPr>
              <a:t>SMTP</a:t>
            </a:r>
          </a:p>
          <a:p>
            <a:pPr marL="342900" indent="-342900" algn="just" eaLnBrk="1" hangingPunct="1"/>
            <a:r>
              <a:rPr lang="zh-CN" altLang="en-US" dirty="0">
                <a:latin typeface="Times New Roman" panose="02020603050405020304" pitchFamily="18" charset="0"/>
                <a:ea typeface="宋体" panose="02010600030101010101" pitchFamily="2" charset="-122"/>
              </a:rPr>
              <a:t>读取邮件的协议：</a:t>
            </a:r>
            <a:r>
              <a:rPr lang="en-US" altLang="zh-CN" dirty="0">
                <a:latin typeface="Times New Roman" panose="02020603050405020304" pitchFamily="18" charset="0"/>
                <a:ea typeface="宋体" panose="02010600030101010101" pitchFamily="2" charset="-122"/>
              </a:rPr>
              <a:t>POP3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IMAP</a:t>
            </a:r>
          </a:p>
          <a:p>
            <a:pPr marL="342900" indent="-342900" algn="just"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在其邮件首部中说明了邮件的数据类型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如文本、声音、图像、视像等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，使用</a:t>
            </a:r>
            <a:r>
              <a:rPr lang="zh-CN" altLang="en-US" sz="135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MIME</a:t>
            </a:r>
            <a:r>
              <a:rPr lang="en-US" altLang="zh-CN" sz="1350" dirty="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可在邮件中同时传送多种类型的数据。 </a:t>
            </a:r>
          </a:p>
        </p:txBody>
      </p:sp>
      <p:sp>
        <p:nvSpPr>
          <p:cNvPr id="222211" name="幻灯片编号占位符 1">
            <a:extLst>
              <a:ext uri="{FF2B5EF4-FFF2-40B4-BE49-F238E27FC236}">
                <a16:creationId xmlns:a16="http://schemas.microsoft.com/office/drawing/2014/main" id="{31963909-5C31-BE4D-B5A2-88B7DDDA8A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DA1B23D-8B52-E141-AABD-1943E596822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84143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45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4595"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DA4889A1-49B0-D448-B30F-9E96FEC42ADB}"/>
              </a:ext>
            </a:extLst>
          </p:cNvPr>
          <p:cNvSpPr>
            <a:spLocks noGrp="1" noChangeArrowheads="1"/>
          </p:cNvSpPr>
          <p:nvPr>
            <p:ph type="title"/>
          </p:nvPr>
        </p:nvSpPr>
        <p:spPr>
          <a:xfrm>
            <a:off x="169393" y="264266"/>
            <a:ext cx="5844778" cy="576263"/>
          </a:xfrm>
        </p:spPr>
        <p:txBody>
          <a:bodyPr/>
          <a:lstStyle/>
          <a:p>
            <a:pPr eaLnBrk="1" hangingPunct="1"/>
            <a:r>
              <a:rPr lang="zh-CN" altLang="en-US">
                <a:ea typeface="宋体" panose="02010600030101010101" pitchFamily="2" charset="-122"/>
              </a:rPr>
              <a:t>电子邮件的最主要的组成构件 </a:t>
            </a:r>
          </a:p>
        </p:txBody>
      </p:sp>
      <p:sp>
        <p:nvSpPr>
          <p:cNvPr id="1136643" name="Line 3">
            <a:extLst>
              <a:ext uri="{FF2B5EF4-FFF2-40B4-BE49-F238E27FC236}">
                <a16:creationId xmlns:a16="http://schemas.microsoft.com/office/drawing/2014/main" id="{029D181A-10A6-9349-97BF-8088F992F962}"/>
              </a:ext>
            </a:extLst>
          </p:cNvPr>
          <p:cNvSpPr>
            <a:spLocks noChangeShapeType="1"/>
          </p:cNvSpPr>
          <p:nvPr/>
        </p:nvSpPr>
        <p:spPr bwMode="auto">
          <a:xfrm flipH="1" flipV="1">
            <a:off x="1966913" y="3844857"/>
            <a:ext cx="571500" cy="5715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644" name="Freeform 4">
            <a:extLst>
              <a:ext uri="{FF2B5EF4-FFF2-40B4-BE49-F238E27FC236}">
                <a16:creationId xmlns:a16="http://schemas.microsoft.com/office/drawing/2014/main" id="{CE545588-13BF-C445-AED2-A7FB18CF362A}"/>
              </a:ext>
            </a:extLst>
          </p:cNvPr>
          <p:cNvSpPr>
            <a:spLocks/>
          </p:cNvSpPr>
          <p:nvPr/>
        </p:nvSpPr>
        <p:spPr bwMode="auto">
          <a:xfrm>
            <a:off x="6753225" y="3796042"/>
            <a:ext cx="571500" cy="107156"/>
          </a:xfrm>
          <a:custGeom>
            <a:avLst/>
            <a:gdLst>
              <a:gd name="T0" fmla="*/ 762000 w 480"/>
              <a:gd name="T1" fmla="*/ 0 h 90"/>
              <a:gd name="T2" fmla="*/ 0 w 480"/>
              <a:gd name="T3" fmla="*/ 142875 h 90"/>
              <a:gd name="T4" fmla="*/ 0 60000 65536"/>
              <a:gd name="T5" fmla="*/ 0 60000 65536"/>
            </a:gdLst>
            <a:ahLst/>
            <a:cxnLst>
              <a:cxn ang="T4">
                <a:pos x="T0" y="T1"/>
              </a:cxn>
              <a:cxn ang="T5">
                <a:pos x="T2" y="T3"/>
              </a:cxn>
            </a:cxnLst>
            <a:rect l="0" t="0" r="r" b="b"/>
            <a:pathLst>
              <a:path w="480" h="90">
                <a:moveTo>
                  <a:pt x="480" y="0"/>
                </a:moveTo>
                <a:lnTo>
                  <a:pt x="0" y="90"/>
                </a:lnTo>
              </a:path>
            </a:pathLst>
          </a:custGeom>
          <a:noFill/>
          <a:ln w="38100" cmpd="sng">
            <a:solidFill>
              <a:srgbClr val="333399"/>
            </a:solidFill>
            <a:round/>
            <a:headEnd type="none" w="med" len="med"/>
            <a:tailEnd type="none" w="sm" len="lg"/>
          </a:ln>
          <a:effectLst/>
        </p:spPr>
        <p:txBody>
          <a:bodyPr wrap="none" anchor="ctr"/>
          <a:lstStyle/>
          <a:p>
            <a:pPr>
              <a:defRPr/>
            </a:pPr>
            <a:endParaRPr lang="zh-CN" altLang="en-US">
              <a:cs typeface="+mn-cs"/>
            </a:endParaRPr>
          </a:p>
        </p:txBody>
      </p:sp>
      <p:sp>
        <p:nvSpPr>
          <p:cNvPr id="1136645" name="Line 5">
            <a:extLst>
              <a:ext uri="{FF2B5EF4-FFF2-40B4-BE49-F238E27FC236}">
                <a16:creationId xmlns:a16="http://schemas.microsoft.com/office/drawing/2014/main" id="{5BFC8E2F-D37C-E14B-BC8D-5AB21CE88CBC}"/>
              </a:ext>
            </a:extLst>
          </p:cNvPr>
          <p:cNvSpPr>
            <a:spLocks noChangeShapeType="1"/>
          </p:cNvSpPr>
          <p:nvPr/>
        </p:nvSpPr>
        <p:spPr bwMode="auto">
          <a:xfrm flipH="1" flipV="1">
            <a:off x="5553075" y="3959157"/>
            <a:ext cx="585788" cy="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646" name="Line 6">
            <a:extLst>
              <a:ext uri="{FF2B5EF4-FFF2-40B4-BE49-F238E27FC236}">
                <a16:creationId xmlns:a16="http://schemas.microsoft.com/office/drawing/2014/main" id="{3A05023B-58A3-B942-BB45-E716DE1A3584}"/>
              </a:ext>
            </a:extLst>
          </p:cNvPr>
          <p:cNvSpPr>
            <a:spLocks noChangeShapeType="1"/>
          </p:cNvSpPr>
          <p:nvPr/>
        </p:nvSpPr>
        <p:spPr bwMode="auto">
          <a:xfrm flipH="1" flipV="1">
            <a:off x="3281362" y="3949632"/>
            <a:ext cx="585788" cy="0"/>
          </a:xfrm>
          <a:prstGeom prst="line">
            <a:avLst/>
          </a:prstGeom>
          <a:noFill/>
          <a:ln w="38100">
            <a:solidFill>
              <a:srgbClr val="333399"/>
            </a:solidFill>
            <a:round/>
            <a:headEnd/>
            <a:tailEnd type="non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224262" name="Text Box 7">
            <a:extLst>
              <a:ext uri="{FF2B5EF4-FFF2-40B4-BE49-F238E27FC236}">
                <a16:creationId xmlns:a16="http://schemas.microsoft.com/office/drawing/2014/main" id="{8EAD3DB3-8FC9-2F41-A91E-AFA426B2E724}"/>
              </a:ext>
            </a:extLst>
          </p:cNvPr>
          <p:cNvSpPr txBox="1">
            <a:spLocks noChangeArrowheads="1"/>
          </p:cNvSpPr>
          <p:nvPr/>
        </p:nvSpPr>
        <p:spPr bwMode="auto">
          <a:xfrm>
            <a:off x="1223963" y="3229304"/>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发送方</a:t>
            </a:r>
          </a:p>
        </p:txBody>
      </p:sp>
      <p:sp>
        <p:nvSpPr>
          <p:cNvPr id="224263" name="Text Box 8">
            <a:extLst>
              <a:ext uri="{FF2B5EF4-FFF2-40B4-BE49-F238E27FC236}">
                <a16:creationId xmlns:a16="http://schemas.microsoft.com/office/drawing/2014/main" id="{7C1433EC-6AF6-E74C-AA7A-A86928235280}"/>
              </a:ext>
            </a:extLst>
          </p:cNvPr>
          <p:cNvSpPr txBox="1">
            <a:spLocks noChangeArrowheads="1"/>
          </p:cNvSpPr>
          <p:nvPr/>
        </p:nvSpPr>
        <p:spPr bwMode="auto">
          <a:xfrm>
            <a:off x="1962151" y="462471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邮件缓存</a:t>
            </a:r>
          </a:p>
        </p:txBody>
      </p:sp>
      <p:sp>
        <p:nvSpPr>
          <p:cNvPr id="224264" name="Text Box 9">
            <a:extLst>
              <a:ext uri="{FF2B5EF4-FFF2-40B4-BE49-F238E27FC236}">
                <a16:creationId xmlns:a16="http://schemas.microsoft.com/office/drawing/2014/main" id="{BD145DBE-D568-4946-9F41-B0A0C83AA012}"/>
              </a:ext>
            </a:extLst>
          </p:cNvPr>
          <p:cNvSpPr txBox="1">
            <a:spLocks noChangeArrowheads="1"/>
          </p:cNvSpPr>
          <p:nvPr/>
        </p:nvSpPr>
        <p:spPr bwMode="auto">
          <a:xfrm>
            <a:off x="5281613" y="4647339"/>
            <a:ext cx="10502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   </a:t>
            </a:r>
            <a:r>
              <a:rPr kumimoji="1" lang="zh-CN" altLang="en-US" sz="1350">
                <a:latin typeface="Arial" panose="020B0604020202020204" pitchFamily="34" charset="0"/>
                <a:ea typeface="宋体" panose="02010600030101010101" pitchFamily="2" charset="-122"/>
              </a:rPr>
              <a:t>接收方</a:t>
            </a:r>
          </a:p>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邮件服务器</a:t>
            </a:r>
          </a:p>
        </p:txBody>
      </p:sp>
      <p:sp>
        <p:nvSpPr>
          <p:cNvPr id="1136650" name="Oval 10">
            <a:extLst>
              <a:ext uri="{FF2B5EF4-FFF2-40B4-BE49-F238E27FC236}">
                <a16:creationId xmlns:a16="http://schemas.microsoft.com/office/drawing/2014/main" id="{74A5DDAE-68DF-8F4D-B4F3-6F180DD6D047}"/>
              </a:ext>
            </a:extLst>
          </p:cNvPr>
          <p:cNvSpPr>
            <a:spLocks noChangeArrowheads="1"/>
          </p:cNvSpPr>
          <p:nvPr/>
        </p:nvSpPr>
        <p:spPr bwMode="auto">
          <a:xfrm>
            <a:off x="5910263" y="3443617"/>
            <a:ext cx="972741" cy="972740"/>
          </a:xfrm>
          <a:prstGeom prst="ellipse">
            <a:avLst/>
          </a:prstGeom>
          <a:solidFill>
            <a:srgbClr val="66FF66"/>
          </a:solidFill>
          <a:ln w="19050">
            <a:solidFill>
              <a:schemeClr val="folHlink"/>
            </a:solidFill>
            <a:round/>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24266" name="Group 11">
            <a:extLst>
              <a:ext uri="{FF2B5EF4-FFF2-40B4-BE49-F238E27FC236}">
                <a16:creationId xmlns:a16="http://schemas.microsoft.com/office/drawing/2014/main" id="{C02145F7-C0AA-5545-9F06-0EF1AF5B5C03}"/>
              </a:ext>
            </a:extLst>
          </p:cNvPr>
          <p:cNvGrpSpPr>
            <a:grpSpLocks/>
          </p:cNvGrpSpPr>
          <p:nvPr/>
        </p:nvGrpSpPr>
        <p:grpSpPr bwMode="auto">
          <a:xfrm>
            <a:off x="6197204" y="3525769"/>
            <a:ext cx="342900" cy="342900"/>
            <a:chOff x="2351" y="2975"/>
            <a:chExt cx="481" cy="433"/>
          </a:xfrm>
        </p:grpSpPr>
        <p:sp>
          <p:nvSpPr>
            <p:cNvPr id="1136652" name="Rectangle 12">
              <a:extLst>
                <a:ext uri="{FF2B5EF4-FFF2-40B4-BE49-F238E27FC236}">
                  <a16:creationId xmlns:a16="http://schemas.microsoft.com/office/drawing/2014/main" id="{F52940EE-E353-1140-8B15-197FF40B1E70}"/>
                </a:ext>
              </a:extLst>
            </p:cNvPr>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6653" name="Line 13">
              <a:extLst>
                <a:ext uri="{FF2B5EF4-FFF2-40B4-BE49-F238E27FC236}">
                  <a16:creationId xmlns:a16="http://schemas.microsoft.com/office/drawing/2014/main" id="{4183303B-ACF3-674E-AC8A-E89C2E58D90F}"/>
                </a:ext>
              </a:extLst>
            </p:cNvPr>
            <p:cNvSpPr>
              <a:spLocks noChangeShapeType="1"/>
            </p:cNvSpPr>
            <p:nvPr/>
          </p:nvSpPr>
          <p:spPr bwMode="auto">
            <a:xfrm rot="-10800000">
              <a:off x="2351" y="332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4" name="Line 14">
              <a:extLst>
                <a:ext uri="{FF2B5EF4-FFF2-40B4-BE49-F238E27FC236}">
                  <a16:creationId xmlns:a16="http://schemas.microsoft.com/office/drawing/2014/main" id="{503B048B-751E-2841-B799-A3CFE9D1195F}"/>
                </a:ext>
              </a:extLst>
            </p:cNvPr>
            <p:cNvSpPr>
              <a:spLocks noChangeShapeType="1"/>
            </p:cNvSpPr>
            <p:nvPr/>
          </p:nvSpPr>
          <p:spPr bwMode="auto">
            <a:xfrm rot="-10800000">
              <a:off x="2351" y="3234"/>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5" name="Line 15">
              <a:extLst>
                <a:ext uri="{FF2B5EF4-FFF2-40B4-BE49-F238E27FC236}">
                  <a16:creationId xmlns:a16="http://schemas.microsoft.com/office/drawing/2014/main" id="{084B2DB3-01BB-FA48-9C9F-873AA2332128}"/>
                </a:ext>
              </a:extLst>
            </p:cNvPr>
            <p:cNvSpPr>
              <a:spLocks noChangeShapeType="1"/>
            </p:cNvSpPr>
            <p:nvPr/>
          </p:nvSpPr>
          <p:spPr bwMode="auto">
            <a:xfrm rot="-10800000">
              <a:off x="2351" y="3148"/>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6" name="Line 16">
              <a:extLst>
                <a:ext uri="{FF2B5EF4-FFF2-40B4-BE49-F238E27FC236}">
                  <a16:creationId xmlns:a16="http://schemas.microsoft.com/office/drawing/2014/main" id="{46C106C7-34B2-AB41-BA0A-98DFC4F54E64}"/>
                </a:ext>
              </a:extLst>
            </p:cNvPr>
            <p:cNvSpPr>
              <a:spLocks noChangeShapeType="1"/>
            </p:cNvSpPr>
            <p:nvPr/>
          </p:nvSpPr>
          <p:spPr bwMode="auto">
            <a:xfrm rot="-10800000">
              <a:off x="2351" y="306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7" name="Line 17">
              <a:extLst>
                <a:ext uri="{FF2B5EF4-FFF2-40B4-BE49-F238E27FC236}">
                  <a16:creationId xmlns:a16="http://schemas.microsoft.com/office/drawing/2014/main" id="{3DE0364C-22F1-6845-86B1-D2F103977B5E}"/>
                </a:ext>
              </a:extLst>
            </p:cNvPr>
            <p:cNvSpPr>
              <a:spLocks noChangeShapeType="1"/>
            </p:cNvSpPr>
            <p:nvPr/>
          </p:nvSpPr>
          <p:spPr bwMode="auto">
            <a:xfrm rot="-16200000">
              <a:off x="2519"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8" name="Line 18">
              <a:extLst>
                <a:ext uri="{FF2B5EF4-FFF2-40B4-BE49-F238E27FC236}">
                  <a16:creationId xmlns:a16="http://schemas.microsoft.com/office/drawing/2014/main" id="{F8B33591-A7D2-8D4E-B33E-7D87209F36B3}"/>
                </a:ext>
              </a:extLst>
            </p:cNvPr>
            <p:cNvSpPr>
              <a:spLocks noChangeShapeType="1"/>
            </p:cNvSpPr>
            <p:nvPr/>
          </p:nvSpPr>
          <p:spPr bwMode="auto">
            <a:xfrm rot="-16200000">
              <a:off x="2423"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59" name="Line 19">
              <a:extLst>
                <a:ext uri="{FF2B5EF4-FFF2-40B4-BE49-F238E27FC236}">
                  <a16:creationId xmlns:a16="http://schemas.microsoft.com/office/drawing/2014/main" id="{0029F5E5-6B35-B04C-8AF4-7E3645914AB0}"/>
                </a:ext>
              </a:extLst>
            </p:cNvPr>
            <p:cNvSpPr>
              <a:spLocks noChangeShapeType="1"/>
            </p:cNvSpPr>
            <p:nvPr/>
          </p:nvSpPr>
          <p:spPr bwMode="auto">
            <a:xfrm rot="-16200000">
              <a:off x="2327"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0" name="Line 20">
              <a:extLst>
                <a:ext uri="{FF2B5EF4-FFF2-40B4-BE49-F238E27FC236}">
                  <a16:creationId xmlns:a16="http://schemas.microsoft.com/office/drawing/2014/main" id="{F6F49904-3DAE-6542-A6EB-28C208D1AEBC}"/>
                </a:ext>
              </a:extLst>
            </p:cNvPr>
            <p:cNvSpPr>
              <a:spLocks noChangeShapeType="1"/>
            </p:cNvSpPr>
            <p:nvPr/>
          </p:nvSpPr>
          <p:spPr bwMode="auto">
            <a:xfrm rot="-16200000">
              <a:off x="2230"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267" name="Group 21">
            <a:extLst>
              <a:ext uri="{FF2B5EF4-FFF2-40B4-BE49-F238E27FC236}">
                <a16:creationId xmlns:a16="http://schemas.microsoft.com/office/drawing/2014/main" id="{1D08D0E6-DE3F-174A-9B67-9DC3B1DF2362}"/>
              </a:ext>
            </a:extLst>
          </p:cNvPr>
          <p:cNvGrpSpPr>
            <a:grpSpLocks/>
          </p:cNvGrpSpPr>
          <p:nvPr/>
        </p:nvGrpSpPr>
        <p:grpSpPr bwMode="auto">
          <a:xfrm>
            <a:off x="6118622" y="3940107"/>
            <a:ext cx="547688" cy="342900"/>
            <a:chOff x="1296" y="768"/>
            <a:chExt cx="556" cy="336"/>
          </a:xfrm>
        </p:grpSpPr>
        <p:sp>
          <p:nvSpPr>
            <p:cNvPr id="1136662" name="Rectangle 22">
              <a:extLst>
                <a:ext uri="{FF2B5EF4-FFF2-40B4-BE49-F238E27FC236}">
                  <a16:creationId xmlns:a16="http://schemas.microsoft.com/office/drawing/2014/main" id="{597038A2-CCA4-964B-B8AD-8108DB3F89EF}"/>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grpSp>
          <p:nvGrpSpPr>
            <p:cNvPr id="224615" name="Group 23">
              <a:extLst>
                <a:ext uri="{FF2B5EF4-FFF2-40B4-BE49-F238E27FC236}">
                  <a16:creationId xmlns:a16="http://schemas.microsoft.com/office/drawing/2014/main" id="{F8AABA6B-CCB5-3D42-8A1E-FB2576E4C951}"/>
                </a:ext>
              </a:extLst>
            </p:cNvPr>
            <p:cNvGrpSpPr>
              <a:grpSpLocks/>
            </p:cNvGrpSpPr>
            <p:nvPr/>
          </p:nvGrpSpPr>
          <p:grpSpPr bwMode="auto">
            <a:xfrm>
              <a:off x="1367" y="829"/>
              <a:ext cx="393" cy="214"/>
              <a:chOff x="2928" y="3744"/>
              <a:chExt cx="528" cy="336"/>
            </a:xfrm>
          </p:grpSpPr>
          <p:grpSp>
            <p:nvGrpSpPr>
              <p:cNvPr id="224616" name="Group 24">
                <a:extLst>
                  <a:ext uri="{FF2B5EF4-FFF2-40B4-BE49-F238E27FC236}">
                    <a16:creationId xmlns:a16="http://schemas.microsoft.com/office/drawing/2014/main" id="{2C5E7DD5-6299-614E-AEEA-D65DF8A8DCC3}"/>
                  </a:ext>
                </a:extLst>
              </p:cNvPr>
              <p:cNvGrpSpPr>
                <a:grpSpLocks/>
              </p:cNvGrpSpPr>
              <p:nvPr/>
            </p:nvGrpSpPr>
            <p:grpSpPr bwMode="auto">
              <a:xfrm>
                <a:off x="3024" y="3744"/>
                <a:ext cx="432" cy="240"/>
                <a:chOff x="2736" y="3648"/>
                <a:chExt cx="432" cy="240"/>
              </a:xfrm>
            </p:grpSpPr>
            <p:grpSp>
              <p:nvGrpSpPr>
                <p:cNvPr id="224631" name="Group 25">
                  <a:extLst>
                    <a:ext uri="{FF2B5EF4-FFF2-40B4-BE49-F238E27FC236}">
                      <a16:creationId xmlns:a16="http://schemas.microsoft.com/office/drawing/2014/main" id="{32C45AA7-1913-C448-82C9-CFA007790E01}"/>
                    </a:ext>
                  </a:extLst>
                </p:cNvPr>
                <p:cNvGrpSpPr>
                  <a:grpSpLocks/>
                </p:cNvGrpSpPr>
                <p:nvPr/>
              </p:nvGrpSpPr>
              <p:grpSpPr bwMode="auto">
                <a:xfrm>
                  <a:off x="2736" y="3648"/>
                  <a:ext cx="432" cy="240"/>
                  <a:chOff x="2592" y="3504"/>
                  <a:chExt cx="576" cy="384"/>
                </a:xfrm>
              </p:grpSpPr>
              <p:sp>
                <p:nvSpPr>
                  <p:cNvPr id="1136666" name="Rectangle 26">
                    <a:extLst>
                      <a:ext uri="{FF2B5EF4-FFF2-40B4-BE49-F238E27FC236}">
                        <a16:creationId xmlns:a16="http://schemas.microsoft.com/office/drawing/2014/main" id="{A8FFD8A6-2D76-9040-9BA0-97643725EA69}"/>
                      </a:ext>
                    </a:extLst>
                  </p:cNvPr>
                  <p:cNvSpPr>
                    <a:spLocks noChangeArrowheads="1"/>
                  </p:cNvSpPr>
                  <p:nvPr/>
                </p:nvSpPr>
                <p:spPr bwMode="auto">
                  <a:xfrm>
                    <a:off x="2592" y="3503"/>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7" name="Freeform 27">
                    <a:extLst>
                      <a:ext uri="{FF2B5EF4-FFF2-40B4-BE49-F238E27FC236}">
                        <a16:creationId xmlns:a16="http://schemas.microsoft.com/office/drawing/2014/main" id="{9444D064-5D40-B14D-98A6-B75A32611862}"/>
                      </a:ext>
                    </a:extLst>
                  </p:cNvPr>
                  <p:cNvSpPr>
                    <a:spLocks/>
                  </p:cNvSpPr>
                  <p:nvPr/>
                </p:nvSpPr>
                <p:spPr bwMode="auto">
                  <a:xfrm>
                    <a:off x="2592" y="3503"/>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68" name="Line 28">
                    <a:extLst>
                      <a:ext uri="{FF2B5EF4-FFF2-40B4-BE49-F238E27FC236}">
                        <a16:creationId xmlns:a16="http://schemas.microsoft.com/office/drawing/2014/main" id="{48AC0724-7E56-6248-AE6F-E39A1DAD3ED9}"/>
                      </a:ext>
                    </a:extLst>
                  </p:cNvPr>
                  <p:cNvSpPr>
                    <a:spLocks noChangeShapeType="1"/>
                  </p:cNvSpPr>
                  <p:nvPr/>
                </p:nvSpPr>
                <p:spPr bwMode="auto">
                  <a:xfrm flipV="1">
                    <a:off x="2592"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69" name="Line 29">
                    <a:extLst>
                      <a:ext uri="{FF2B5EF4-FFF2-40B4-BE49-F238E27FC236}">
                        <a16:creationId xmlns:a16="http://schemas.microsoft.com/office/drawing/2014/main" id="{44E24A7D-C8B6-8240-AAE2-055B16E4AB60}"/>
                      </a:ext>
                    </a:extLst>
                  </p:cNvPr>
                  <p:cNvSpPr>
                    <a:spLocks noChangeShapeType="1"/>
                  </p:cNvSpPr>
                  <p:nvPr/>
                </p:nvSpPr>
                <p:spPr bwMode="auto">
                  <a:xfrm flipH="1" flipV="1">
                    <a:off x="2937"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70" name="Line 30">
                  <a:extLst>
                    <a:ext uri="{FF2B5EF4-FFF2-40B4-BE49-F238E27FC236}">
                      <a16:creationId xmlns:a16="http://schemas.microsoft.com/office/drawing/2014/main" id="{85D7AABE-09B8-A64D-A473-D72820BF85DF}"/>
                    </a:ext>
                  </a:extLst>
                </p:cNvPr>
                <p:cNvSpPr>
                  <a:spLocks noChangeShapeType="1"/>
                </p:cNvSpPr>
                <p:nvPr/>
              </p:nvSpPr>
              <p:spPr bwMode="auto">
                <a:xfrm>
                  <a:off x="2736" y="3646"/>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617" name="Group 31">
                <a:extLst>
                  <a:ext uri="{FF2B5EF4-FFF2-40B4-BE49-F238E27FC236}">
                    <a16:creationId xmlns:a16="http://schemas.microsoft.com/office/drawing/2014/main" id="{F0D03337-475C-A742-B172-F922F0979D7B}"/>
                  </a:ext>
                </a:extLst>
              </p:cNvPr>
              <p:cNvGrpSpPr>
                <a:grpSpLocks/>
              </p:cNvGrpSpPr>
              <p:nvPr/>
            </p:nvGrpSpPr>
            <p:grpSpPr bwMode="auto">
              <a:xfrm>
                <a:off x="2976" y="3792"/>
                <a:ext cx="432" cy="240"/>
                <a:chOff x="2736" y="3648"/>
                <a:chExt cx="432" cy="240"/>
              </a:xfrm>
            </p:grpSpPr>
            <p:grpSp>
              <p:nvGrpSpPr>
                <p:cNvPr id="224625" name="Group 32">
                  <a:extLst>
                    <a:ext uri="{FF2B5EF4-FFF2-40B4-BE49-F238E27FC236}">
                      <a16:creationId xmlns:a16="http://schemas.microsoft.com/office/drawing/2014/main" id="{000B7A9F-195E-8541-AA14-93A0BC851345}"/>
                    </a:ext>
                  </a:extLst>
                </p:cNvPr>
                <p:cNvGrpSpPr>
                  <a:grpSpLocks/>
                </p:cNvGrpSpPr>
                <p:nvPr/>
              </p:nvGrpSpPr>
              <p:grpSpPr bwMode="auto">
                <a:xfrm>
                  <a:off x="2736" y="3648"/>
                  <a:ext cx="432" cy="240"/>
                  <a:chOff x="2592" y="3504"/>
                  <a:chExt cx="576" cy="384"/>
                </a:xfrm>
              </p:grpSpPr>
              <p:sp>
                <p:nvSpPr>
                  <p:cNvPr id="1136673" name="Rectangle 33">
                    <a:extLst>
                      <a:ext uri="{FF2B5EF4-FFF2-40B4-BE49-F238E27FC236}">
                        <a16:creationId xmlns:a16="http://schemas.microsoft.com/office/drawing/2014/main" id="{15579DC8-D553-3E4E-A71D-A2F8D27975FA}"/>
                      </a:ext>
                    </a:extLst>
                  </p:cNvPr>
                  <p:cNvSpPr>
                    <a:spLocks noChangeArrowheads="1"/>
                  </p:cNvSpPr>
                  <p:nvPr/>
                </p:nvSpPr>
                <p:spPr bwMode="auto">
                  <a:xfrm>
                    <a:off x="2613" y="3503"/>
                    <a:ext cx="554" cy="413"/>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74" name="Freeform 34">
                    <a:extLst>
                      <a:ext uri="{FF2B5EF4-FFF2-40B4-BE49-F238E27FC236}">
                        <a16:creationId xmlns:a16="http://schemas.microsoft.com/office/drawing/2014/main" id="{D0793E7E-2BCE-6642-9C0E-81009BDB6176}"/>
                      </a:ext>
                    </a:extLst>
                  </p:cNvPr>
                  <p:cNvSpPr>
                    <a:spLocks/>
                  </p:cNvSpPr>
                  <p:nvPr/>
                </p:nvSpPr>
                <p:spPr bwMode="auto">
                  <a:xfrm>
                    <a:off x="2611" y="3503"/>
                    <a:ext cx="556" cy="243"/>
                  </a:xfrm>
                  <a:custGeom>
                    <a:avLst/>
                    <a:gdLst>
                      <a:gd name="T0" fmla="*/ 0 w 576"/>
                      <a:gd name="T1" fmla="*/ 0 h 240"/>
                      <a:gd name="T2" fmla="*/ 281 w 576"/>
                      <a:gd name="T3" fmla="*/ 243 h 240"/>
                      <a:gd name="T4" fmla="*/ 561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75" name="Line 35">
                    <a:extLst>
                      <a:ext uri="{FF2B5EF4-FFF2-40B4-BE49-F238E27FC236}">
                        <a16:creationId xmlns:a16="http://schemas.microsoft.com/office/drawing/2014/main" id="{914C19F5-E220-5B4C-AA76-C09F7AC3100A}"/>
                      </a:ext>
                    </a:extLst>
                  </p:cNvPr>
                  <p:cNvSpPr>
                    <a:spLocks noChangeShapeType="1"/>
                  </p:cNvSpPr>
                  <p:nvPr/>
                </p:nvSpPr>
                <p:spPr bwMode="auto">
                  <a:xfrm flipV="1">
                    <a:off x="2613" y="3705"/>
                    <a:ext cx="217"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76" name="Line 36">
                    <a:extLst>
                      <a:ext uri="{FF2B5EF4-FFF2-40B4-BE49-F238E27FC236}">
                        <a16:creationId xmlns:a16="http://schemas.microsoft.com/office/drawing/2014/main" id="{37460D9A-0F6A-D841-8410-B38628B87443}"/>
                      </a:ext>
                    </a:extLst>
                  </p:cNvPr>
                  <p:cNvSpPr>
                    <a:spLocks noChangeShapeType="1"/>
                  </p:cNvSpPr>
                  <p:nvPr/>
                </p:nvSpPr>
                <p:spPr bwMode="auto">
                  <a:xfrm flipH="1" flipV="1">
                    <a:off x="2936" y="3705"/>
                    <a:ext cx="232"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77" name="Line 37">
                  <a:extLst>
                    <a:ext uri="{FF2B5EF4-FFF2-40B4-BE49-F238E27FC236}">
                      <a16:creationId xmlns:a16="http://schemas.microsoft.com/office/drawing/2014/main" id="{D14594A0-C76B-A341-8B23-3C86F7C557DC}"/>
                    </a:ext>
                  </a:extLst>
                </p:cNvPr>
                <p:cNvSpPr>
                  <a:spLocks noChangeShapeType="1"/>
                </p:cNvSpPr>
                <p:nvPr/>
              </p:nvSpPr>
              <p:spPr bwMode="auto">
                <a:xfrm>
                  <a:off x="2740" y="3642"/>
                  <a:ext cx="416"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618" name="Group 38">
                <a:extLst>
                  <a:ext uri="{FF2B5EF4-FFF2-40B4-BE49-F238E27FC236}">
                    <a16:creationId xmlns:a16="http://schemas.microsoft.com/office/drawing/2014/main" id="{5393EECB-41A9-2647-B981-8621B5CA2EF2}"/>
                  </a:ext>
                </a:extLst>
              </p:cNvPr>
              <p:cNvGrpSpPr>
                <a:grpSpLocks/>
              </p:cNvGrpSpPr>
              <p:nvPr/>
            </p:nvGrpSpPr>
            <p:grpSpPr bwMode="auto">
              <a:xfrm>
                <a:off x="2928" y="3840"/>
                <a:ext cx="432" cy="240"/>
                <a:chOff x="2736" y="3648"/>
                <a:chExt cx="432" cy="240"/>
              </a:xfrm>
            </p:grpSpPr>
            <p:grpSp>
              <p:nvGrpSpPr>
                <p:cNvPr id="224619" name="Group 39">
                  <a:extLst>
                    <a:ext uri="{FF2B5EF4-FFF2-40B4-BE49-F238E27FC236}">
                      <a16:creationId xmlns:a16="http://schemas.microsoft.com/office/drawing/2014/main" id="{68870F08-C4EF-3447-87C4-336AA63CF756}"/>
                    </a:ext>
                  </a:extLst>
                </p:cNvPr>
                <p:cNvGrpSpPr>
                  <a:grpSpLocks/>
                </p:cNvGrpSpPr>
                <p:nvPr/>
              </p:nvGrpSpPr>
              <p:grpSpPr bwMode="auto">
                <a:xfrm>
                  <a:off x="2736" y="3648"/>
                  <a:ext cx="432" cy="240"/>
                  <a:chOff x="2592" y="3504"/>
                  <a:chExt cx="576" cy="384"/>
                </a:xfrm>
              </p:grpSpPr>
              <p:sp>
                <p:nvSpPr>
                  <p:cNvPr id="1136680" name="Rectangle 40">
                    <a:extLst>
                      <a:ext uri="{FF2B5EF4-FFF2-40B4-BE49-F238E27FC236}">
                        <a16:creationId xmlns:a16="http://schemas.microsoft.com/office/drawing/2014/main" id="{8E061FA6-996D-3349-B531-54C835E9CC7D}"/>
                      </a:ext>
                    </a:extLst>
                  </p:cNvPr>
                  <p:cNvSpPr>
                    <a:spLocks noChangeArrowheads="1"/>
                  </p:cNvSpPr>
                  <p:nvPr/>
                </p:nvSpPr>
                <p:spPr bwMode="auto">
                  <a:xfrm>
                    <a:off x="2593" y="3505"/>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81" name="Freeform 41">
                    <a:extLst>
                      <a:ext uri="{FF2B5EF4-FFF2-40B4-BE49-F238E27FC236}">
                        <a16:creationId xmlns:a16="http://schemas.microsoft.com/office/drawing/2014/main" id="{A7D71209-995C-7144-AE8E-4E9F2FD1474F}"/>
                      </a:ext>
                    </a:extLst>
                  </p:cNvPr>
                  <p:cNvSpPr>
                    <a:spLocks/>
                  </p:cNvSpPr>
                  <p:nvPr/>
                </p:nvSpPr>
                <p:spPr bwMode="auto">
                  <a:xfrm>
                    <a:off x="2593" y="3505"/>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682" name="Line 42">
                    <a:extLst>
                      <a:ext uri="{FF2B5EF4-FFF2-40B4-BE49-F238E27FC236}">
                        <a16:creationId xmlns:a16="http://schemas.microsoft.com/office/drawing/2014/main" id="{CFDF2ADB-54EB-4E48-AE45-27AEEAAA4ED7}"/>
                      </a:ext>
                    </a:extLst>
                  </p:cNvPr>
                  <p:cNvSpPr>
                    <a:spLocks noChangeShapeType="1"/>
                  </p:cNvSpPr>
                  <p:nvPr/>
                </p:nvSpPr>
                <p:spPr bwMode="auto">
                  <a:xfrm flipV="1">
                    <a:off x="2593" y="3704"/>
                    <a:ext cx="236"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683" name="Line 43">
                    <a:extLst>
                      <a:ext uri="{FF2B5EF4-FFF2-40B4-BE49-F238E27FC236}">
                        <a16:creationId xmlns:a16="http://schemas.microsoft.com/office/drawing/2014/main" id="{BF23D4CE-97BD-B242-818B-F7A9D09D0A5D}"/>
                      </a:ext>
                    </a:extLst>
                  </p:cNvPr>
                  <p:cNvSpPr>
                    <a:spLocks noChangeShapeType="1"/>
                  </p:cNvSpPr>
                  <p:nvPr/>
                </p:nvSpPr>
                <p:spPr bwMode="auto">
                  <a:xfrm flipH="1" flipV="1">
                    <a:off x="2937" y="3704"/>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684" name="Line 44">
                  <a:extLst>
                    <a:ext uri="{FF2B5EF4-FFF2-40B4-BE49-F238E27FC236}">
                      <a16:creationId xmlns:a16="http://schemas.microsoft.com/office/drawing/2014/main" id="{1D535D75-87D7-E841-8BC7-4CFFA8C64C02}"/>
                    </a:ext>
                  </a:extLst>
                </p:cNvPr>
                <p:cNvSpPr>
                  <a:spLocks noChangeShapeType="1"/>
                </p:cNvSpPr>
                <p:nvPr/>
              </p:nvSpPr>
              <p:spPr bwMode="auto">
                <a:xfrm>
                  <a:off x="2736" y="3650"/>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grpSp>
      <p:grpSp>
        <p:nvGrpSpPr>
          <p:cNvPr id="224268" name="Group 45">
            <a:extLst>
              <a:ext uri="{FF2B5EF4-FFF2-40B4-BE49-F238E27FC236}">
                <a16:creationId xmlns:a16="http://schemas.microsoft.com/office/drawing/2014/main" id="{408C6A04-95E2-A743-8090-C76B09C7F63A}"/>
              </a:ext>
            </a:extLst>
          </p:cNvPr>
          <p:cNvGrpSpPr>
            <a:grpSpLocks/>
          </p:cNvGrpSpPr>
          <p:nvPr/>
        </p:nvGrpSpPr>
        <p:grpSpPr bwMode="auto">
          <a:xfrm>
            <a:off x="1459706" y="3605542"/>
            <a:ext cx="663179" cy="760809"/>
            <a:chOff x="246" y="1767"/>
            <a:chExt cx="557" cy="639"/>
          </a:xfrm>
        </p:grpSpPr>
        <p:grpSp>
          <p:nvGrpSpPr>
            <p:cNvPr id="224555" name="Group 46">
              <a:extLst>
                <a:ext uri="{FF2B5EF4-FFF2-40B4-BE49-F238E27FC236}">
                  <a16:creationId xmlns:a16="http://schemas.microsoft.com/office/drawing/2014/main" id="{2EEFB20A-851D-7746-88DA-866BE6655241}"/>
                </a:ext>
              </a:extLst>
            </p:cNvPr>
            <p:cNvGrpSpPr>
              <a:grpSpLocks/>
            </p:cNvGrpSpPr>
            <p:nvPr/>
          </p:nvGrpSpPr>
          <p:grpSpPr bwMode="auto">
            <a:xfrm>
              <a:off x="246" y="1943"/>
              <a:ext cx="557" cy="463"/>
              <a:chOff x="246" y="1943"/>
              <a:chExt cx="557" cy="463"/>
            </a:xfrm>
          </p:grpSpPr>
          <p:sp>
            <p:nvSpPr>
              <p:cNvPr id="224608" name="Freeform 47">
                <a:extLst>
                  <a:ext uri="{FF2B5EF4-FFF2-40B4-BE49-F238E27FC236}">
                    <a16:creationId xmlns:a16="http://schemas.microsoft.com/office/drawing/2014/main" id="{BF78CB21-A15F-E640-ABEE-C9C42F21421D}"/>
                  </a:ext>
                </a:extLst>
              </p:cNvPr>
              <p:cNvSpPr>
                <a:spLocks/>
              </p:cNvSpPr>
              <p:nvPr/>
            </p:nvSpPr>
            <p:spPr bwMode="auto">
              <a:xfrm>
                <a:off x="373" y="2005"/>
                <a:ext cx="196" cy="295"/>
              </a:xfrm>
              <a:custGeom>
                <a:avLst/>
                <a:gdLst>
                  <a:gd name="T0" fmla="*/ 0 w 982"/>
                  <a:gd name="T1" fmla="*/ 0 h 1477"/>
                  <a:gd name="T2" fmla="*/ 0 w 982"/>
                  <a:gd name="T3" fmla="*/ 0 h 1477"/>
                  <a:gd name="T4" fmla="*/ 0 w 982"/>
                  <a:gd name="T5" fmla="*/ 0 h 1477"/>
                  <a:gd name="T6" fmla="*/ 0 w 982"/>
                  <a:gd name="T7" fmla="*/ 0 h 14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2" h="1477">
                    <a:moveTo>
                      <a:pt x="652" y="26"/>
                    </a:moveTo>
                    <a:lnTo>
                      <a:pt x="982" y="1347"/>
                    </a:lnTo>
                    <a:lnTo>
                      <a:pt x="0" y="1477"/>
                    </a:lnTo>
                    <a:lnTo>
                      <a:pt x="25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24609" name="Group 48">
                <a:extLst>
                  <a:ext uri="{FF2B5EF4-FFF2-40B4-BE49-F238E27FC236}">
                    <a16:creationId xmlns:a16="http://schemas.microsoft.com/office/drawing/2014/main" id="{0681B0EA-6651-AA40-B780-10C423E8D2AF}"/>
                  </a:ext>
                </a:extLst>
              </p:cNvPr>
              <p:cNvGrpSpPr>
                <a:grpSpLocks/>
              </p:cNvGrpSpPr>
              <p:nvPr/>
            </p:nvGrpSpPr>
            <p:grpSpPr bwMode="auto">
              <a:xfrm>
                <a:off x="246" y="1943"/>
                <a:ext cx="551" cy="121"/>
                <a:chOff x="246" y="1943"/>
                <a:chExt cx="551" cy="121"/>
              </a:xfrm>
            </p:grpSpPr>
            <p:sp>
              <p:nvSpPr>
                <p:cNvPr id="224611" name="Freeform 49">
                  <a:extLst>
                    <a:ext uri="{FF2B5EF4-FFF2-40B4-BE49-F238E27FC236}">
                      <a16:creationId xmlns:a16="http://schemas.microsoft.com/office/drawing/2014/main" id="{78063CE6-1903-DF4A-83F5-8AAFB09E2293}"/>
                    </a:ext>
                  </a:extLst>
                </p:cNvPr>
                <p:cNvSpPr>
                  <a:spLocks/>
                </p:cNvSpPr>
                <p:nvPr/>
              </p:nvSpPr>
              <p:spPr bwMode="auto">
                <a:xfrm>
                  <a:off x="246" y="1943"/>
                  <a:ext cx="551" cy="104"/>
                </a:xfrm>
                <a:custGeom>
                  <a:avLst/>
                  <a:gdLst>
                    <a:gd name="T0" fmla="*/ 0 w 2751"/>
                    <a:gd name="T1" fmla="*/ 0 h 522"/>
                    <a:gd name="T2" fmla="*/ 0 w 2751"/>
                    <a:gd name="T3" fmla="*/ 0 h 522"/>
                    <a:gd name="T4" fmla="*/ 0 w 2751"/>
                    <a:gd name="T5" fmla="*/ 0 h 522"/>
                    <a:gd name="T6" fmla="*/ 0 w 2751"/>
                    <a:gd name="T7" fmla="*/ 0 h 522"/>
                    <a:gd name="T8" fmla="*/ 0 w 2751"/>
                    <a:gd name="T9" fmla="*/ 0 h 5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1" h="522">
                      <a:moveTo>
                        <a:pt x="2751" y="270"/>
                      </a:moveTo>
                      <a:lnTo>
                        <a:pt x="1016" y="522"/>
                      </a:lnTo>
                      <a:lnTo>
                        <a:pt x="0" y="132"/>
                      </a:lnTo>
                      <a:lnTo>
                        <a:pt x="1302" y="0"/>
                      </a:lnTo>
                      <a:lnTo>
                        <a:pt x="2751" y="270"/>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24612" name="Freeform 50">
                  <a:extLst>
                    <a:ext uri="{FF2B5EF4-FFF2-40B4-BE49-F238E27FC236}">
                      <a16:creationId xmlns:a16="http://schemas.microsoft.com/office/drawing/2014/main" id="{786CD5E6-2FA3-3447-B95E-8CDA8F24185A}"/>
                    </a:ext>
                  </a:extLst>
                </p:cNvPr>
                <p:cNvSpPr>
                  <a:spLocks/>
                </p:cNvSpPr>
                <p:nvPr/>
              </p:nvSpPr>
              <p:spPr bwMode="auto">
                <a:xfrm>
                  <a:off x="450" y="1997"/>
                  <a:ext cx="345" cy="67"/>
                </a:xfrm>
                <a:custGeom>
                  <a:avLst/>
                  <a:gdLst>
                    <a:gd name="T0" fmla="*/ 0 w 1728"/>
                    <a:gd name="T1" fmla="*/ 0 h 337"/>
                    <a:gd name="T2" fmla="*/ 0 w 1728"/>
                    <a:gd name="T3" fmla="*/ 0 h 337"/>
                    <a:gd name="T4" fmla="*/ 0 w 1728"/>
                    <a:gd name="T5" fmla="*/ 0 h 337"/>
                    <a:gd name="T6" fmla="*/ 0 w 1728"/>
                    <a:gd name="T7" fmla="*/ 0 h 337"/>
                    <a:gd name="T8" fmla="*/ 0 w 1728"/>
                    <a:gd name="T9" fmla="*/ 0 h 3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8" h="337">
                      <a:moveTo>
                        <a:pt x="1728" y="0"/>
                      </a:moveTo>
                      <a:lnTo>
                        <a:pt x="0" y="251"/>
                      </a:lnTo>
                      <a:lnTo>
                        <a:pt x="0" y="337"/>
                      </a:lnTo>
                      <a:lnTo>
                        <a:pt x="1728" y="88"/>
                      </a:lnTo>
                      <a:lnTo>
                        <a:pt x="1728" y="0"/>
                      </a:lnTo>
                      <a:close/>
                    </a:path>
                  </a:pathLst>
                </a:custGeom>
                <a:solidFill>
                  <a:srgbClr val="E0E0E0"/>
                </a:solidFill>
                <a:ln w="3175">
                  <a:solidFill>
                    <a:srgbClr val="000000"/>
                  </a:solidFill>
                  <a:prstDash val="solid"/>
                  <a:round/>
                  <a:headEnd/>
                  <a:tailEnd/>
                </a:ln>
              </p:spPr>
              <p:txBody>
                <a:bodyPr/>
                <a:lstStyle/>
                <a:p>
                  <a:endParaRPr lang="zh-CN" altLang="en-US"/>
                </a:p>
              </p:txBody>
            </p:sp>
            <p:sp>
              <p:nvSpPr>
                <p:cNvPr id="224613" name="Freeform 51">
                  <a:extLst>
                    <a:ext uri="{FF2B5EF4-FFF2-40B4-BE49-F238E27FC236}">
                      <a16:creationId xmlns:a16="http://schemas.microsoft.com/office/drawing/2014/main" id="{5906C843-4D27-EA45-A006-051D00D45343}"/>
                    </a:ext>
                  </a:extLst>
                </p:cNvPr>
                <p:cNvSpPr>
                  <a:spLocks/>
                </p:cNvSpPr>
                <p:nvPr/>
              </p:nvSpPr>
              <p:spPr bwMode="auto">
                <a:xfrm>
                  <a:off x="246" y="1969"/>
                  <a:ext cx="204" cy="95"/>
                </a:xfrm>
                <a:custGeom>
                  <a:avLst/>
                  <a:gdLst>
                    <a:gd name="T0" fmla="*/ 0 w 1016"/>
                    <a:gd name="T1" fmla="*/ 0 h 476"/>
                    <a:gd name="T2" fmla="*/ 0 w 1016"/>
                    <a:gd name="T3" fmla="*/ 0 h 476"/>
                    <a:gd name="T4" fmla="*/ 0 w 1016"/>
                    <a:gd name="T5" fmla="*/ 0 h 476"/>
                    <a:gd name="T6" fmla="*/ 0 w 1016"/>
                    <a:gd name="T7" fmla="*/ 0 h 476"/>
                    <a:gd name="T8" fmla="*/ 0 w 1016"/>
                    <a:gd name="T9" fmla="*/ 0 h 4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6" h="476">
                      <a:moveTo>
                        <a:pt x="1016" y="476"/>
                      </a:moveTo>
                      <a:lnTo>
                        <a:pt x="1016" y="390"/>
                      </a:lnTo>
                      <a:lnTo>
                        <a:pt x="0" y="0"/>
                      </a:lnTo>
                      <a:lnTo>
                        <a:pt x="0" y="60"/>
                      </a:lnTo>
                      <a:lnTo>
                        <a:pt x="1016" y="47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224610" name="Freeform 52">
                <a:extLst>
                  <a:ext uri="{FF2B5EF4-FFF2-40B4-BE49-F238E27FC236}">
                    <a16:creationId xmlns:a16="http://schemas.microsoft.com/office/drawing/2014/main" id="{EC596C48-14DA-2545-87EE-FE2F38C6F1B6}"/>
                  </a:ext>
                </a:extLst>
              </p:cNvPr>
              <p:cNvSpPr>
                <a:spLocks/>
              </p:cNvSpPr>
              <p:nvPr/>
            </p:nvSpPr>
            <p:spPr bwMode="auto">
              <a:xfrm>
                <a:off x="564" y="2028"/>
                <a:ext cx="239" cy="378"/>
              </a:xfrm>
              <a:custGeom>
                <a:avLst/>
                <a:gdLst>
                  <a:gd name="T0" fmla="*/ 0 w 1195"/>
                  <a:gd name="T1" fmla="*/ 0 h 1893"/>
                  <a:gd name="T2" fmla="*/ 0 w 1195"/>
                  <a:gd name="T3" fmla="*/ 0 h 1893"/>
                  <a:gd name="T4" fmla="*/ 0 w 1195"/>
                  <a:gd name="T5" fmla="*/ 0 h 1893"/>
                  <a:gd name="T6" fmla="*/ 0 w 1195"/>
                  <a:gd name="T7" fmla="*/ 0 h 18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5" h="1893">
                    <a:moveTo>
                      <a:pt x="660" y="0"/>
                    </a:moveTo>
                    <a:lnTo>
                      <a:pt x="1195" y="1747"/>
                    </a:lnTo>
                    <a:lnTo>
                      <a:pt x="0" y="1893"/>
                    </a:lnTo>
                    <a:lnTo>
                      <a:pt x="191" y="35"/>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24556" name="Group 53">
              <a:extLst>
                <a:ext uri="{FF2B5EF4-FFF2-40B4-BE49-F238E27FC236}">
                  <a16:creationId xmlns:a16="http://schemas.microsoft.com/office/drawing/2014/main" id="{694FB820-929C-9640-966E-15B846598FA0}"/>
                </a:ext>
              </a:extLst>
            </p:cNvPr>
            <p:cNvGrpSpPr>
              <a:grpSpLocks/>
            </p:cNvGrpSpPr>
            <p:nvPr/>
          </p:nvGrpSpPr>
          <p:grpSpPr bwMode="auto">
            <a:xfrm>
              <a:off x="325" y="1767"/>
              <a:ext cx="383" cy="268"/>
              <a:chOff x="325" y="1767"/>
              <a:chExt cx="383" cy="268"/>
            </a:xfrm>
          </p:grpSpPr>
          <p:grpSp>
            <p:nvGrpSpPr>
              <p:cNvPr id="224557" name="Group 54">
                <a:extLst>
                  <a:ext uri="{FF2B5EF4-FFF2-40B4-BE49-F238E27FC236}">
                    <a16:creationId xmlns:a16="http://schemas.microsoft.com/office/drawing/2014/main" id="{30793C33-A30D-4141-9314-CBA5101AAB70}"/>
                  </a:ext>
                </a:extLst>
              </p:cNvPr>
              <p:cNvGrpSpPr>
                <a:grpSpLocks/>
              </p:cNvGrpSpPr>
              <p:nvPr/>
            </p:nvGrpSpPr>
            <p:grpSpPr bwMode="auto">
              <a:xfrm>
                <a:off x="412" y="1767"/>
                <a:ext cx="296" cy="243"/>
                <a:chOff x="412" y="1767"/>
                <a:chExt cx="296" cy="243"/>
              </a:xfrm>
            </p:grpSpPr>
            <p:grpSp>
              <p:nvGrpSpPr>
                <p:cNvPr id="224590" name="Group 55">
                  <a:extLst>
                    <a:ext uri="{FF2B5EF4-FFF2-40B4-BE49-F238E27FC236}">
                      <a16:creationId xmlns:a16="http://schemas.microsoft.com/office/drawing/2014/main" id="{33D16B5F-D703-9A45-921C-711491A412AC}"/>
                    </a:ext>
                  </a:extLst>
                </p:cNvPr>
                <p:cNvGrpSpPr>
                  <a:grpSpLocks/>
                </p:cNvGrpSpPr>
                <p:nvPr/>
              </p:nvGrpSpPr>
              <p:grpSpPr bwMode="auto">
                <a:xfrm>
                  <a:off x="412" y="1767"/>
                  <a:ext cx="296" cy="243"/>
                  <a:chOff x="412" y="1767"/>
                  <a:chExt cx="296" cy="243"/>
                </a:xfrm>
              </p:grpSpPr>
              <p:grpSp>
                <p:nvGrpSpPr>
                  <p:cNvPr id="224599" name="Group 56">
                    <a:extLst>
                      <a:ext uri="{FF2B5EF4-FFF2-40B4-BE49-F238E27FC236}">
                        <a16:creationId xmlns:a16="http://schemas.microsoft.com/office/drawing/2014/main" id="{57BE19CC-1FAA-924B-858C-AE7E6D182574}"/>
                      </a:ext>
                    </a:extLst>
                  </p:cNvPr>
                  <p:cNvGrpSpPr>
                    <a:grpSpLocks/>
                  </p:cNvGrpSpPr>
                  <p:nvPr/>
                </p:nvGrpSpPr>
                <p:grpSpPr bwMode="auto">
                  <a:xfrm>
                    <a:off x="412" y="1904"/>
                    <a:ext cx="296" cy="106"/>
                    <a:chOff x="412" y="1904"/>
                    <a:chExt cx="296" cy="106"/>
                  </a:xfrm>
                </p:grpSpPr>
                <p:sp>
                  <p:nvSpPr>
                    <p:cNvPr id="224605" name="Freeform 57">
                      <a:extLst>
                        <a:ext uri="{FF2B5EF4-FFF2-40B4-BE49-F238E27FC236}">
                          <a16:creationId xmlns:a16="http://schemas.microsoft.com/office/drawing/2014/main" id="{B9C286D6-F015-A449-8B33-F38EEDB1217A}"/>
                        </a:ext>
                      </a:extLst>
                    </p:cNvPr>
                    <p:cNvSpPr>
                      <a:spLocks/>
                    </p:cNvSpPr>
                    <p:nvPr/>
                  </p:nvSpPr>
                  <p:spPr bwMode="auto">
                    <a:xfrm>
                      <a:off x="412" y="1904"/>
                      <a:ext cx="170" cy="106"/>
                    </a:xfrm>
                    <a:custGeom>
                      <a:avLst/>
                      <a:gdLst>
                        <a:gd name="T0" fmla="*/ 0 w 848"/>
                        <a:gd name="T1" fmla="*/ 0 h 530"/>
                        <a:gd name="T2" fmla="*/ 0 w 848"/>
                        <a:gd name="T3" fmla="*/ 0 h 530"/>
                        <a:gd name="T4" fmla="*/ 0 w 848"/>
                        <a:gd name="T5" fmla="*/ 0 h 530"/>
                        <a:gd name="T6" fmla="*/ 0 w 848"/>
                        <a:gd name="T7" fmla="*/ 0 h 530"/>
                        <a:gd name="T8" fmla="*/ 0 w 848"/>
                        <a:gd name="T9" fmla="*/ 0 h 5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8" h="530">
                          <a:moveTo>
                            <a:pt x="848" y="162"/>
                          </a:moveTo>
                          <a:lnTo>
                            <a:pt x="848" y="530"/>
                          </a:lnTo>
                          <a:lnTo>
                            <a:pt x="0" y="258"/>
                          </a:lnTo>
                          <a:lnTo>
                            <a:pt x="0" y="0"/>
                          </a:lnTo>
                          <a:lnTo>
                            <a:pt x="848" y="162"/>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224606" name="Freeform 58">
                      <a:extLst>
                        <a:ext uri="{FF2B5EF4-FFF2-40B4-BE49-F238E27FC236}">
                          <a16:creationId xmlns:a16="http://schemas.microsoft.com/office/drawing/2014/main" id="{431A0F05-9DF4-5F41-861C-B68C3204087C}"/>
                        </a:ext>
                      </a:extLst>
                    </p:cNvPr>
                    <p:cNvSpPr>
                      <a:spLocks/>
                    </p:cNvSpPr>
                    <p:nvPr/>
                  </p:nvSpPr>
                  <p:spPr bwMode="auto">
                    <a:xfrm>
                      <a:off x="582" y="1929"/>
                      <a:ext cx="126" cy="81"/>
                    </a:xfrm>
                    <a:custGeom>
                      <a:avLst/>
                      <a:gdLst>
                        <a:gd name="T0" fmla="*/ 0 w 631"/>
                        <a:gd name="T1" fmla="*/ 0 h 404"/>
                        <a:gd name="T2" fmla="*/ 0 w 631"/>
                        <a:gd name="T3" fmla="*/ 0 h 404"/>
                        <a:gd name="T4" fmla="*/ 0 w 631"/>
                        <a:gd name="T5" fmla="*/ 0 h 404"/>
                        <a:gd name="T6" fmla="*/ 0 w 631"/>
                        <a:gd name="T7" fmla="*/ 0 h 404"/>
                        <a:gd name="T8" fmla="*/ 0 w 631"/>
                        <a:gd name="T9" fmla="*/ 0 h 4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1" h="404">
                          <a:moveTo>
                            <a:pt x="0" y="36"/>
                          </a:moveTo>
                          <a:lnTo>
                            <a:pt x="0" y="404"/>
                          </a:lnTo>
                          <a:lnTo>
                            <a:pt x="631" y="312"/>
                          </a:lnTo>
                          <a:lnTo>
                            <a:pt x="631" y="0"/>
                          </a:lnTo>
                          <a:lnTo>
                            <a:pt x="0" y="36"/>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607" name="Freeform 59">
                      <a:extLst>
                        <a:ext uri="{FF2B5EF4-FFF2-40B4-BE49-F238E27FC236}">
                          <a16:creationId xmlns:a16="http://schemas.microsoft.com/office/drawing/2014/main" id="{EF05FC11-95F0-B84D-A697-3DC037B1006D}"/>
                        </a:ext>
                      </a:extLst>
                    </p:cNvPr>
                    <p:cNvSpPr>
                      <a:spLocks/>
                    </p:cNvSpPr>
                    <p:nvPr/>
                  </p:nvSpPr>
                  <p:spPr bwMode="auto">
                    <a:xfrm>
                      <a:off x="412" y="1904"/>
                      <a:ext cx="296" cy="32"/>
                    </a:xfrm>
                    <a:custGeom>
                      <a:avLst/>
                      <a:gdLst>
                        <a:gd name="T0" fmla="*/ 0 w 1479"/>
                        <a:gd name="T1" fmla="*/ 0 h 162"/>
                        <a:gd name="T2" fmla="*/ 0 w 1479"/>
                        <a:gd name="T3" fmla="*/ 0 h 162"/>
                        <a:gd name="T4" fmla="*/ 0 w 1479"/>
                        <a:gd name="T5" fmla="*/ 0 h 162"/>
                        <a:gd name="T6" fmla="*/ 0 w 1479"/>
                        <a:gd name="T7" fmla="*/ 0 h 162"/>
                        <a:gd name="T8" fmla="*/ 0 w 1479"/>
                        <a:gd name="T9" fmla="*/ 0 h 1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9" h="162">
                          <a:moveTo>
                            <a:pt x="1479" y="126"/>
                          </a:moveTo>
                          <a:lnTo>
                            <a:pt x="842" y="162"/>
                          </a:lnTo>
                          <a:lnTo>
                            <a:pt x="0" y="0"/>
                          </a:lnTo>
                          <a:lnTo>
                            <a:pt x="619" y="0"/>
                          </a:lnTo>
                          <a:lnTo>
                            <a:pt x="1479" y="126"/>
                          </a:lnTo>
                          <a:close/>
                        </a:path>
                      </a:pathLst>
                    </a:custGeom>
                    <a:solidFill>
                      <a:srgbClr val="C0C0C0"/>
                    </a:solidFill>
                    <a:ln w="3175">
                      <a:solidFill>
                        <a:srgbClr val="000000"/>
                      </a:solidFill>
                      <a:prstDash val="solid"/>
                      <a:round/>
                      <a:headEnd/>
                      <a:tailEnd/>
                    </a:ln>
                  </p:spPr>
                  <p:txBody>
                    <a:bodyPr/>
                    <a:lstStyle/>
                    <a:p>
                      <a:endParaRPr lang="zh-CN" altLang="en-US"/>
                    </a:p>
                  </p:txBody>
                </p:sp>
              </p:grpSp>
              <p:sp>
                <p:nvSpPr>
                  <p:cNvPr id="224600" name="Freeform 60">
                    <a:extLst>
                      <a:ext uri="{FF2B5EF4-FFF2-40B4-BE49-F238E27FC236}">
                        <a16:creationId xmlns:a16="http://schemas.microsoft.com/office/drawing/2014/main" id="{8781C0F9-5611-4645-80F6-675AD5490B6C}"/>
                      </a:ext>
                    </a:extLst>
                  </p:cNvPr>
                  <p:cNvSpPr>
                    <a:spLocks/>
                  </p:cNvSpPr>
                  <p:nvPr/>
                </p:nvSpPr>
                <p:spPr bwMode="auto">
                  <a:xfrm>
                    <a:off x="504" y="1895"/>
                    <a:ext cx="108" cy="30"/>
                  </a:xfrm>
                  <a:custGeom>
                    <a:avLst/>
                    <a:gdLst>
                      <a:gd name="T0" fmla="*/ 0 w 538"/>
                      <a:gd name="T1" fmla="*/ 0 h 151"/>
                      <a:gd name="T2" fmla="*/ 0 w 538"/>
                      <a:gd name="T3" fmla="*/ 0 h 151"/>
                      <a:gd name="T4" fmla="*/ 0 w 538"/>
                      <a:gd name="T5" fmla="*/ 0 h 151"/>
                      <a:gd name="T6" fmla="*/ 0 w 538"/>
                      <a:gd name="T7" fmla="*/ 0 h 151"/>
                      <a:gd name="T8" fmla="*/ 0 w 538"/>
                      <a:gd name="T9" fmla="*/ 0 h 151"/>
                      <a:gd name="T10" fmla="*/ 0 w 538"/>
                      <a:gd name="T11" fmla="*/ 0 h 15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8" h="151">
                        <a:moveTo>
                          <a:pt x="538" y="86"/>
                        </a:moveTo>
                        <a:lnTo>
                          <a:pt x="538" y="135"/>
                        </a:lnTo>
                        <a:lnTo>
                          <a:pt x="287" y="151"/>
                        </a:lnTo>
                        <a:lnTo>
                          <a:pt x="0" y="97"/>
                        </a:lnTo>
                        <a:lnTo>
                          <a:pt x="0" y="0"/>
                        </a:lnTo>
                        <a:lnTo>
                          <a:pt x="538" y="86"/>
                        </a:lnTo>
                        <a:close/>
                      </a:path>
                    </a:pathLst>
                  </a:custGeom>
                  <a:solidFill>
                    <a:srgbClr val="606060"/>
                  </a:solidFill>
                  <a:ln w="3175">
                    <a:solidFill>
                      <a:srgbClr val="000000"/>
                    </a:solidFill>
                    <a:prstDash val="solid"/>
                    <a:round/>
                    <a:headEnd/>
                    <a:tailEnd/>
                  </a:ln>
                </p:spPr>
                <p:txBody>
                  <a:bodyPr/>
                  <a:lstStyle/>
                  <a:p>
                    <a:endParaRPr lang="zh-CN" altLang="en-US"/>
                  </a:p>
                </p:txBody>
              </p:sp>
              <p:grpSp>
                <p:nvGrpSpPr>
                  <p:cNvPr id="224601" name="Group 61">
                    <a:extLst>
                      <a:ext uri="{FF2B5EF4-FFF2-40B4-BE49-F238E27FC236}">
                        <a16:creationId xmlns:a16="http://schemas.microsoft.com/office/drawing/2014/main" id="{A6445D3C-A6CD-904B-B27D-923B199DD7E5}"/>
                      </a:ext>
                    </a:extLst>
                  </p:cNvPr>
                  <p:cNvGrpSpPr>
                    <a:grpSpLocks/>
                  </p:cNvGrpSpPr>
                  <p:nvPr/>
                </p:nvGrpSpPr>
                <p:grpSpPr bwMode="auto">
                  <a:xfrm>
                    <a:off x="446" y="1767"/>
                    <a:ext cx="239" cy="151"/>
                    <a:chOff x="446" y="1767"/>
                    <a:chExt cx="239" cy="151"/>
                  </a:xfrm>
                </p:grpSpPr>
                <p:sp>
                  <p:nvSpPr>
                    <p:cNvPr id="224602" name="Freeform 62">
                      <a:extLst>
                        <a:ext uri="{FF2B5EF4-FFF2-40B4-BE49-F238E27FC236}">
                          <a16:creationId xmlns:a16="http://schemas.microsoft.com/office/drawing/2014/main" id="{B973FE17-7E57-2A40-8642-368126AD6004}"/>
                        </a:ext>
                      </a:extLst>
                    </p:cNvPr>
                    <p:cNvSpPr>
                      <a:spLocks/>
                    </p:cNvSpPr>
                    <p:nvPr/>
                  </p:nvSpPr>
                  <p:spPr bwMode="auto">
                    <a:xfrm>
                      <a:off x="446" y="1767"/>
                      <a:ext cx="137" cy="148"/>
                    </a:xfrm>
                    <a:custGeom>
                      <a:avLst/>
                      <a:gdLst>
                        <a:gd name="T0" fmla="*/ 0 w 686"/>
                        <a:gd name="T1" fmla="*/ 0 h 740"/>
                        <a:gd name="T2" fmla="*/ 0 w 686"/>
                        <a:gd name="T3" fmla="*/ 0 h 740"/>
                        <a:gd name="T4" fmla="*/ 0 w 686"/>
                        <a:gd name="T5" fmla="*/ 0 h 740"/>
                        <a:gd name="T6" fmla="*/ 0 w 686"/>
                        <a:gd name="T7" fmla="*/ 0 h 740"/>
                        <a:gd name="T8" fmla="*/ 0 w 686"/>
                        <a:gd name="T9" fmla="*/ 0 h 7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6" h="740">
                          <a:moveTo>
                            <a:pt x="589" y="740"/>
                          </a:moveTo>
                          <a:lnTo>
                            <a:pt x="686" y="24"/>
                          </a:lnTo>
                          <a:lnTo>
                            <a:pt x="95" y="0"/>
                          </a:lnTo>
                          <a:lnTo>
                            <a:pt x="0" y="638"/>
                          </a:lnTo>
                          <a:lnTo>
                            <a:pt x="589" y="740"/>
                          </a:lnTo>
                          <a:close/>
                        </a:path>
                      </a:pathLst>
                    </a:custGeom>
                    <a:solidFill>
                      <a:srgbClr val="A0A0A0"/>
                    </a:solidFill>
                    <a:ln w="3175">
                      <a:solidFill>
                        <a:srgbClr val="000000"/>
                      </a:solidFill>
                      <a:prstDash val="solid"/>
                      <a:round/>
                      <a:headEnd/>
                      <a:tailEnd/>
                    </a:ln>
                  </p:spPr>
                  <p:txBody>
                    <a:bodyPr/>
                    <a:lstStyle/>
                    <a:p>
                      <a:endParaRPr lang="zh-CN" altLang="en-US"/>
                    </a:p>
                  </p:txBody>
                </p:sp>
                <p:sp>
                  <p:nvSpPr>
                    <p:cNvPr id="224603" name="Freeform 63">
                      <a:extLst>
                        <a:ext uri="{FF2B5EF4-FFF2-40B4-BE49-F238E27FC236}">
                          <a16:creationId xmlns:a16="http://schemas.microsoft.com/office/drawing/2014/main" id="{A6FC5E1C-1566-9644-B694-23F4C8B00B39}"/>
                        </a:ext>
                      </a:extLst>
                    </p:cNvPr>
                    <p:cNvSpPr>
                      <a:spLocks/>
                    </p:cNvSpPr>
                    <p:nvPr/>
                  </p:nvSpPr>
                  <p:spPr bwMode="auto">
                    <a:xfrm>
                      <a:off x="564" y="1771"/>
                      <a:ext cx="121" cy="147"/>
                    </a:xfrm>
                    <a:custGeom>
                      <a:avLst/>
                      <a:gdLst>
                        <a:gd name="T0" fmla="*/ 0 w 608"/>
                        <a:gd name="T1" fmla="*/ 0 h 735"/>
                        <a:gd name="T2" fmla="*/ 0 w 608"/>
                        <a:gd name="T3" fmla="*/ 0 h 735"/>
                        <a:gd name="T4" fmla="*/ 0 w 608"/>
                        <a:gd name="T5" fmla="*/ 0 h 735"/>
                        <a:gd name="T6" fmla="*/ 0 w 608"/>
                        <a:gd name="T7" fmla="*/ 0 h 735"/>
                        <a:gd name="T8" fmla="*/ 0 w 608"/>
                        <a:gd name="T9" fmla="*/ 0 h 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8" h="735">
                          <a:moveTo>
                            <a:pt x="97" y="0"/>
                          </a:moveTo>
                          <a:lnTo>
                            <a:pt x="608" y="163"/>
                          </a:lnTo>
                          <a:lnTo>
                            <a:pt x="536" y="735"/>
                          </a:lnTo>
                          <a:lnTo>
                            <a:pt x="0" y="717"/>
                          </a:lnTo>
                          <a:lnTo>
                            <a:pt x="97" y="0"/>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604" name="Freeform 64">
                      <a:extLst>
                        <a:ext uri="{FF2B5EF4-FFF2-40B4-BE49-F238E27FC236}">
                          <a16:creationId xmlns:a16="http://schemas.microsoft.com/office/drawing/2014/main" id="{4ADEE34B-0EF1-E44B-B970-31B970730FCB}"/>
                        </a:ext>
                      </a:extLst>
                    </p:cNvPr>
                    <p:cNvSpPr>
                      <a:spLocks/>
                    </p:cNvSpPr>
                    <p:nvPr/>
                  </p:nvSpPr>
                  <p:spPr bwMode="auto">
                    <a:xfrm>
                      <a:off x="462" y="1781"/>
                      <a:ext cx="98" cy="112"/>
                    </a:xfrm>
                    <a:custGeom>
                      <a:avLst/>
                      <a:gdLst>
                        <a:gd name="T0" fmla="*/ 0 w 493"/>
                        <a:gd name="T1" fmla="*/ 0 h 557"/>
                        <a:gd name="T2" fmla="*/ 0 w 493"/>
                        <a:gd name="T3" fmla="*/ 0 h 557"/>
                        <a:gd name="T4" fmla="*/ 0 w 493"/>
                        <a:gd name="T5" fmla="*/ 0 h 557"/>
                        <a:gd name="T6" fmla="*/ 0 w 493"/>
                        <a:gd name="T7" fmla="*/ 0 h 557"/>
                        <a:gd name="T8" fmla="*/ 0 w 493"/>
                        <a:gd name="T9" fmla="*/ 0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3" h="557">
                          <a:moveTo>
                            <a:pt x="493" y="25"/>
                          </a:moveTo>
                          <a:lnTo>
                            <a:pt x="423" y="557"/>
                          </a:lnTo>
                          <a:lnTo>
                            <a:pt x="0" y="494"/>
                          </a:lnTo>
                          <a:lnTo>
                            <a:pt x="73" y="0"/>
                          </a:lnTo>
                          <a:lnTo>
                            <a:pt x="493" y="25"/>
                          </a:lnTo>
                          <a:close/>
                        </a:path>
                      </a:pathLst>
                    </a:custGeom>
                    <a:solidFill>
                      <a:srgbClr val="00C0C0"/>
                    </a:solidFill>
                    <a:ln w="3175">
                      <a:solidFill>
                        <a:srgbClr val="000000"/>
                      </a:solidFill>
                      <a:prstDash val="solid"/>
                      <a:round/>
                      <a:headEnd/>
                      <a:tailEnd/>
                    </a:ln>
                  </p:spPr>
                  <p:txBody>
                    <a:bodyPr/>
                    <a:lstStyle/>
                    <a:p>
                      <a:endParaRPr lang="zh-CN" altLang="en-US"/>
                    </a:p>
                  </p:txBody>
                </p:sp>
              </p:grpSp>
            </p:grpSp>
            <p:grpSp>
              <p:nvGrpSpPr>
                <p:cNvPr id="224591" name="Group 65">
                  <a:extLst>
                    <a:ext uri="{FF2B5EF4-FFF2-40B4-BE49-F238E27FC236}">
                      <a16:creationId xmlns:a16="http://schemas.microsoft.com/office/drawing/2014/main" id="{A5AA08CB-4C72-E940-9E9D-8702359A61D4}"/>
                    </a:ext>
                  </a:extLst>
                </p:cNvPr>
                <p:cNvGrpSpPr>
                  <a:grpSpLocks/>
                </p:cNvGrpSpPr>
                <p:nvPr/>
              </p:nvGrpSpPr>
              <p:grpSpPr bwMode="auto">
                <a:xfrm>
                  <a:off x="424" y="1915"/>
                  <a:ext cx="97" cy="69"/>
                  <a:chOff x="424" y="1915"/>
                  <a:chExt cx="97" cy="69"/>
                </a:xfrm>
              </p:grpSpPr>
              <p:sp>
                <p:nvSpPr>
                  <p:cNvPr id="224592" name="Freeform 66">
                    <a:extLst>
                      <a:ext uri="{FF2B5EF4-FFF2-40B4-BE49-F238E27FC236}">
                        <a16:creationId xmlns:a16="http://schemas.microsoft.com/office/drawing/2014/main" id="{E9DDFF2B-D218-0F4D-97DC-789308098A64}"/>
                      </a:ext>
                    </a:extLst>
                  </p:cNvPr>
                  <p:cNvSpPr>
                    <a:spLocks/>
                  </p:cNvSpPr>
                  <p:nvPr/>
                </p:nvSpPr>
                <p:spPr bwMode="auto">
                  <a:xfrm>
                    <a:off x="424" y="1915"/>
                    <a:ext cx="97" cy="69"/>
                  </a:xfrm>
                  <a:custGeom>
                    <a:avLst/>
                    <a:gdLst>
                      <a:gd name="T0" fmla="*/ 0 w 483"/>
                      <a:gd name="T1" fmla="*/ 0 h 346"/>
                      <a:gd name="T2" fmla="*/ 0 w 483"/>
                      <a:gd name="T3" fmla="*/ 0 h 346"/>
                      <a:gd name="T4" fmla="*/ 0 w 483"/>
                      <a:gd name="T5" fmla="*/ 0 h 346"/>
                      <a:gd name="T6" fmla="*/ 0 w 483"/>
                      <a:gd name="T7" fmla="*/ 0 h 346"/>
                      <a:gd name="T8" fmla="*/ 0 w 483"/>
                      <a:gd name="T9" fmla="*/ 0 h 3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3" h="346">
                        <a:moveTo>
                          <a:pt x="0" y="0"/>
                        </a:moveTo>
                        <a:lnTo>
                          <a:pt x="483" y="104"/>
                        </a:lnTo>
                        <a:lnTo>
                          <a:pt x="483" y="346"/>
                        </a:lnTo>
                        <a:lnTo>
                          <a:pt x="0" y="195"/>
                        </a:lnTo>
                        <a:lnTo>
                          <a:pt x="0" y="0"/>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93" name="Line 67">
                    <a:extLst>
                      <a:ext uri="{FF2B5EF4-FFF2-40B4-BE49-F238E27FC236}">
                        <a16:creationId xmlns:a16="http://schemas.microsoft.com/office/drawing/2014/main" id="{19E7CD4C-17AC-0842-859F-76CE40FB10A6}"/>
                      </a:ext>
                    </a:extLst>
                  </p:cNvPr>
                  <p:cNvSpPr>
                    <a:spLocks noChangeShapeType="1"/>
                  </p:cNvSpPr>
                  <p:nvPr/>
                </p:nvSpPr>
                <p:spPr bwMode="auto">
                  <a:xfrm flipH="1" flipV="1">
                    <a:off x="433" y="1933"/>
                    <a:ext cx="26" cy="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4" name="Line 68">
                    <a:extLst>
                      <a:ext uri="{FF2B5EF4-FFF2-40B4-BE49-F238E27FC236}">
                        <a16:creationId xmlns:a16="http://schemas.microsoft.com/office/drawing/2014/main" id="{F032CCCC-76B4-264A-8DDD-FE333DBB5D7A}"/>
                      </a:ext>
                    </a:extLst>
                  </p:cNvPr>
                  <p:cNvSpPr>
                    <a:spLocks noChangeShapeType="1"/>
                  </p:cNvSpPr>
                  <p:nvPr/>
                </p:nvSpPr>
                <p:spPr bwMode="auto">
                  <a:xfrm>
                    <a:off x="472" y="1941"/>
                    <a:ext cx="34" cy="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5" name="Line 69">
                    <a:extLst>
                      <a:ext uri="{FF2B5EF4-FFF2-40B4-BE49-F238E27FC236}">
                        <a16:creationId xmlns:a16="http://schemas.microsoft.com/office/drawing/2014/main" id="{DD1408F9-366B-5547-ADE2-3EE4D9A701B2}"/>
                      </a:ext>
                    </a:extLst>
                  </p:cNvPr>
                  <p:cNvSpPr>
                    <a:spLocks noChangeShapeType="1"/>
                  </p:cNvSpPr>
                  <p:nvPr/>
                </p:nvSpPr>
                <p:spPr bwMode="auto">
                  <a:xfrm>
                    <a:off x="465" y="1924"/>
                    <a:ext cx="1"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6" name="Line 70">
                    <a:extLst>
                      <a:ext uri="{FF2B5EF4-FFF2-40B4-BE49-F238E27FC236}">
                        <a16:creationId xmlns:a16="http://schemas.microsoft.com/office/drawing/2014/main" id="{2C6F30C1-B10C-CE4C-ACFE-314A8ADF3A53}"/>
                      </a:ext>
                    </a:extLst>
                  </p:cNvPr>
                  <p:cNvSpPr>
                    <a:spLocks noChangeShapeType="1"/>
                  </p:cNvSpPr>
                  <p:nvPr/>
                </p:nvSpPr>
                <p:spPr bwMode="auto">
                  <a:xfrm>
                    <a:off x="511" y="1934"/>
                    <a:ext cx="1" cy="4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7" name="Line 71">
                    <a:extLst>
                      <a:ext uri="{FF2B5EF4-FFF2-40B4-BE49-F238E27FC236}">
                        <a16:creationId xmlns:a16="http://schemas.microsoft.com/office/drawing/2014/main" id="{A069931F-17E5-594E-9FEA-9ACC31979BC8}"/>
                      </a:ext>
                    </a:extLst>
                  </p:cNvPr>
                  <p:cNvSpPr>
                    <a:spLocks noChangeShapeType="1"/>
                  </p:cNvSpPr>
                  <p:nvPr/>
                </p:nvSpPr>
                <p:spPr bwMode="auto">
                  <a:xfrm>
                    <a:off x="425" y="1933"/>
                    <a:ext cx="88"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98" name="Line 72">
                    <a:extLst>
                      <a:ext uri="{FF2B5EF4-FFF2-40B4-BE49-F238E27FC236}">
                        <a16:creationId xmlns:a16="http://schemas.microsoft.com/office/drawing/2014/main" id="{3B657CC1-D4BC-BE4C-BCE3-2B38246B3E81}"/>
                      </a:ext>
                    </a:extLst>
                  </p:cNvPr>
                  <p:cNvSpPr>
                    <a:spLocks noChangeShapeType="1"/>
                  </p:cNvSpPr>
                  <p:nvPr/>
                </p:nvSpPr>
                <p:spPr bwMode="auto">
                  <a:xfrm flipH="1" flipV="1">
                    <a:off x="424" y="1926"/>
                    <a:ext cx="89" cy="2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558" name="Group 73">
                <a:extLst>
                  <a:ext uri="{FF2B5EF4-FFF2-40B4-BE49-F238E27FC236}">
                    <a16:creationId xmlns:a16="http://schemas.microsoft.com/office/drawing/2014/main" id="{7C45BC05-338F-8F4F-BEFF-67F74F564055}"/>
                  </a:ext>
                </a:extLst>
              </p:cNvPr>
              <p:cNvGrpSpPr>
                <a:grpSpLocks/>
              </p:cNvGrpSpPr>
              <p:nvPr/>
            </p:nvGrpSpPr>
            <p:grpSpPr bwMode="auto">
              <a:xfrm>
                <a:off x="325" y="1917"/>
                <a:ext cx="231" cy="118"/>
                <a:chOff x="325" y="1917"/>
                <a:chExt cx="231" cy="118"/>
              </a:xfrm>
            </p:grpSpPr>
            <p:grpSp>
              <p:nvGrpSpPr>
                <p:cNvPr id="224559" name="Group 74">
                  <a:extLst>
                    <a:ext uri="{FF2B5EF4-FFF2-40B4-BE49-F238E27FC236}">
                      <a16:creationId xmlns:a16="http://schemas.microsoft.com/office/drawing/2014/main" id="{26731D09-B5FC-1746-B4F8-F8EE580E8991}"/>
                    </a:ext>
                  </a:extLst>
                </p:cNvPr>
                <p:cNvGrpSpPr>
                  <a:grpSpLocks/>
                </p:cNvGrpSpPr>
                <p:nvPr/>
              </p:nvGrpSpPr>
              <p:grpSpPr bwMode="auto">
                <a:xfrm>
                  <a:off x="504" y="1981"/>
                  <a:ext cx="37" cy="28"/>
                  <a:chOff x="504" y="1981"/>
                  <a:chExt cx="37" cy="28"/>
                </a:xfrm>
              </p:grpSpPr>
              <p:sp>
                <p:nvSpPr>
                  <p:cNvPr id="224588" name="Freeform 75">
                    <a:extLst>
                      <a:ext uri="{FF2B5EF4-FFF2-40B4-BE49-F238E27FC236}">
                        <a16:creationId xmlns:a16="http://schemas.microsoft.com/office/drawing/2014/main" id="{3BD20E23-9B01-134F-87CD-1DDA182712B6}"/>
                      </a:ext>
                    </a:extLst>
                  </p:cNvPr>
                  <p:cNvSpPr>
                    <a:spLocks/>
                  </p:cNvSpPr>
                  <p:nvPr/>
                </p:nvSpPr>
                <p:spPr bwMode="auto">
                  <a:xfrm>
                    <a:off x="531" y="1981"/>
                    <a:ext cx="10" cy="28"/>
                  </a:xfrm>
                  <a:custGeom>
                    <a:avLst/>
                    <a:gdLst>
                      <a:gd name="T0" fmla="*/ 0 w 53"/>
                      <a:gd name="T1" fmla="*/ 0 h 140"/>
                      <a:gd name="T2" fmla="*/ 0 w 53"/>
                      <a:gd name="T3" fmla="*/ 0 h 140"/>
                      <a:gd name="T4" fmla="*/ 0 w 53"/>
                      <a:gd name="T5" fmla="*/ 0 h 140"/>
                      <a:gd name="T6" fmla="*/ 0 w 53"/>
                      <a:gd name="T7" fmla="*/ 0 h 140"/>
                      <a:gd name="T8" fmla="*/ 0 w 53"/>
                      <a:gd name="T9" fmla="*/ 0 h 1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40">
                        <a:moveTo>
                          <a:pt x="37" y="0"/>
                        </a:moveTo>
                        <a:lnTo>
                          <a:pt x="53" y="131"/>
                        </a:lnTo>
                        <a:lnTo>
                          <a:pt x="14" y="140"/>
                        </a:lnTo>
                        <a:lnTo>
                          <a:pt x="0" y="6"/>
                        </a:lnTo>
                        <a:lnTo>
                          <a:pt x="3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89" name="Freeform 76">
                    <a:extLst>
                      <a:ext uri="{FF2B5EF4-FFF2-40B4-BE49-F238E27FC236}">
                        <a16:creationId xmlns:a16="http://schemas.microsoft.com/office/drawing/2014/main" id="{FFEDE7CA-80D4-7245-8284-261B35A6DBC8}"/>
                      </a:ext>
                    </a:extLst>
                  </p:cNvPr>
                  <p:cNvSpPr>
                    <a:spLocks/>
                  </p:cNvSpPr>
                  <p:nvPr/>
                </p:nvSpPr>
                <p:spPr bwMode="auto">
                  <a:xfrm>
                    <a:off x="504" y="1985"/>
                    <a:ext cx="29" cy="24"/>
                  </a:xfrm>
                  <a:custGeom>
                    <a:avLst/>
                    <a:gdLst>
                      <a:gd name="T0" fmla="*/ 0 w 148"/>
                      <a:gd name="T1" fmla="*/ 0 h 122"/>
                      <a:gd name="T2" fmla="*/ 0 w 148"/>
                      <a:gd name="T3" fmla="*/ 0 h 122"/>
                      <a:gd name="T4" fmla="*/ 0 w 148"/>
                      <a:gd name="T5" fmla="*/ 0 h 122"/>
                      <a:gd name="T6" fmla="*/ 0 w 148"/>
                      <a:gd name="T7" fmla="*/ 0 h 122"/>
                      <a:gd name="T8" fmla="*/ 0 w 148"/>
                      <a:gd name="T9" fmla="*/ 0 h 122"/>
                      <a:gd name="T10" fmla="*/ 0 w 148"/>
                      <a:gd name="T11" fmla="*/ 0 h 122"/>
                      <a:gd name="T12" fmla="*/ 0 w 148"/>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 h="122">
                        <a:moveTo>
                          <a:pt x="136" y="5"/>
                        </a:moveTo>
                        <a:lnTo>
                          <a:pt x="148" y="122"/>
                        </a:lnTo>
                        <a:lnTo>
                          <a:pt x="0" y="61"/>
                        </a:lnTo>
                        <a:lnTo>
                          <a:pt x="58" y="43"/>
                        </a:lnTo>
                        <a:lnTo>
                          <a:pt x="111" y="70"/>
                        </a:lnTo>
                        <a:lnTo>
                          <a:pt x="94" y="0"/>
                        </a:lnTo>
                        <a:lnTo>
                          <a:pt x="136" y="5"/>
                        </a:lnTo>
                        <a:close/>
                      </a:path>
                    </a:pathLst>
                  </a:custGeom>
                  <a:solidFill>
                    <a:srgbClr val="404040"/>
                  </a:solidFill>
                  <a:ln w="3175">
                    <a:solidFill>
                      <a:srgbClr val="000000"/>
                    </a:solidFill>
                    <a:prstDash val="solid"/>
                    <a:round/>
                    <a:headEnd/>
                    <a:tailEnd/>
                  </a:ln>
                </p:spPr>
                <p:txBody>
                  <a:bodyPr/>
                  <a:lstStyle/>
                  <a:p>
                    <a:endParaRPr lang="zh-CN" altLang="en-US"/>
                  </a:p>
                </p:txBody>
              </p:sp>
            </p:grpSp>
            <p:grpSp>
              <p:nvGrpSpPr>
                <p:cNvPr id="224560" name="Group 77">
                  <a:extLst>
                    <a:ext uri="{FF2B5EF4-FFF2-40B4-BE49-F238E27FC236}">
                      <a16:creationId xmlns:a16="http://schemas.microsoft.com/office/drawing/2014/main" id="{886E5496-0AE5-7744-AD37-D7370204C5B7}"/>
                    </a:ext>
                  </a:extLst>
                </p:cNvPr>
                <p:cNvGrpSpPr>
                  <a:grpSpLocks/>
                </p:cNvGrpSpPr>
                <p:nvPr/>
              </p:nvGrpSpPr>
              <p:grpSpPr bwMode="auto">
                <a:xfrm>
                  <a:off x="325" y="1917"/>
                  <a:ext cx="231" cy="118"/>
                  <a:chOff x="325" y="1917"/>
                  <a:chExt cx="231" cy="118"/>
                </a:xfrm>
              </p:grpSpPr>
              <p:sp>
                <p:nvSpPr>
                  <p:cNvPr id="224561" name="Freeform 78">
                    <a:extLst>
                      <a:ext uri="{FF2B5EF4-FFF2-40B4-BE49-F238E27FC236}">
                        <a16:creationId xmlns:a16="http://schemas.microsoft.com/office/drawing/2014/main" id="{F259EB97-2BA1-C84A-B3C1-BE2D87D70C01}"/>
                      </a:ext>
                    </a:extLst>
                  </p:cNvPr>
                  <p:cNvSpPr>
                    <a:spLocks/>
                  </p:cNvSpPr>
                  <p:nvPr/>
                </p:nvSpPr>
                <p:spPr bwMode="auto">
                  <a:xfrm>
                    <a:off x="326" y="1917"/>
                    <a:ext cx="226" cy="105"/>
                  </a:xfrm>
                  <a:custGeom>
                    <a:avLst/>
                    <a:gdLst>
                      <a:gd name="T0" fmla="*/ 0 w 1132"/>
                      <a:gd name="T1" fmla="*/ 0 h 525"/>
                      <a:gd name="T2" fmla="*/ 0 w 1132"/>
                      <a:gd name="T3" fmla="*/ 0 h 525"/>
                      <a:gd name="T4" fmla="*/ 0 w 1132"/>
                      <a:gd name="T5" fmla="*/ 0 h 525"/>
                      <a:gd name="T6" fmla="*/ 0 w 1132"/>
                      <a:gd name="T7" fmla="*/ 0 h 525"/>
                      <a:gd name="T8" fmla="*/ 0 w 1132"/>
                      <a:gd name="T9" fmla="*/ 0 h 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2" h="525">
                        <a:moveTo>
                          <a:pt x="1132" y="223"/>
                        </a:moveTo>
                        <a:lnTo>
                          <a:pt x="589" y="525"/>
                        </a:lnTo>
                        <a:lnTo>
                          <a:pt x="0" y="230"/>
                        </a:lnTo>
                        <a:lnTo>
                          <a:pt x="452" y="0"/>
                        </a:lnTo>
                        <a:lnTo>
                          <a:pt x="1132" y="223"/>
                        </a:lnTo>
                        <a:close/>
                      </a:path>
                    </a:pathLst>
                  </a:custGeom>
                  <a:solidFill>
                    <a:srgbClr val="808080"/>
                  </a:solidFill>
                  <a:ln w="3175">
                    <a:solidFill>
                      <a:srgbClr val="000000"/>
                    </a:solidFill>
                    <a:prstDash val="solid"/>
                    <a:round/>
                    <a:headEnd/>
                    <a:tailEnd/>
                  </a:ln>
                </p:spPr>
                <p:txBody>
                  <a:bodyPr/>
                  <a:lstStyle/>
                  <a:p>
                    <a:endParaRPr lang="zh-CN" altLang="en-US"/>
                  </a:p>
                </p:txBody>
              </p:sp>
              <p:sp>
                <p:nvSpPr>
                  <p:cNvPr id="224562" name="Freeform 79">
                    <a:extLst>
                      <a:ext uri="{FF2B5EF4-FFF2-40B4-BE49-F238E27FC236}">
                        <a16:creationId xmlns:a16="http://schemas.microsoft.com/office/drawing/2014/main" id="{F80E7A78-3DE1-5F4F-9864-F74A2FBE5C47}"/>
                      </a:ext>
                    </a:extLst>
                  </p:cNvPr>
                  <p:cNvSpPr>
                    <a:spLocks/>
                  </p:cNvSpPr>
                  <p:nvPr/>
                </p:nvSpPr>
                <p:spPr bwMode="auto">
                  <a:xfrm>
                    <a:off x="443" y="1961"/>
                    <a:ext cx="113" cy="74"/>
                  </a:xfrm>
                  <a:custGeom>
                    <a:avLst/>
                    <a:gdLst>
                      <a:gd name="T0" fmla="*/ 0 w 566"/>
                      <a:gd name="T1" fmla="*/ 0 h 371"/>
                      <a:gd name="T2" fmla="*/ 0 w 566"/>
                      <a:gd name="T3" fmla="*/ 0 h 371"/>
                      <a:gd name="T4" fmla="*/ 0 w 566"/>
                      <a:gd name="T5" fmla="*/ 0 h 371"/>
                      <a:gd name="T6" fmla="*/ 0 w 566"/>
                      <a:gd name="T7" fmla="*/ 0 h 371"/>
                      <a:gd name="T8" fmla="*/ 0 w 566"/>
                      <a:gd name="T9" fmla="*/ 0 h 3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6" h="371">
                        <a:moveTo>
                          <a:pt x="547" y="0"/>
                        </a:moveTo>
                        <a:lnTo>
                          <a:pt x="0" y="307"/>
                        </a:lnTo>
                        <a:lnTo>
                          <a:pt x="16" y="371"/>
                        </a:lnTo>
                        <a:lnTo>
                          <a:pt x="566" y="60"/>
                        </a:lnTo>
                        <a:lnTo>
                          <a:pt x="547" y="0"/>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63" name="Freeform 80">
                    <a:extLst>
                      <a:ext uri="{FF2B5EF4-FFF2-40B4-BE49-F238E27FC236}">
                        <a16:creationId xmlns:a16="http://schemas.microsoft.com/office/drawing/2014/main" id="{30F16819-A9DA-624E-9B1A-E57FE4C73223}"/>
                      </a:ext>
                    </a:extLst>
                  </p:cNvPr>
                  <p:cNvSpPr>
                    <a:spLocks/>
                  </p:cNvSpPr>
                  <p:nvPr/>
                </p:nvSpPr>
                <p:spPr bwMode="auto">
                  <a:xfrm>
                    <a:off x="325" y="1963"/>
                    <a:ext cx="121" cy="72"/>
                  </a:xfrm>
                  <a:custGeom>
                    <a:avLst/>
                    <a:gdLst>
                      <a:gd name="T0" fmla="*/ 0 w 605"/>
                      <a:gd name="T1" fmla="*/ 0 h 363"/>
                      <a:gd name="T2" fmla="*/ 0 w 605"/>
                      <a:gd name="T3" fmla="*/ 0 h 363"/>
                      <a:gd name="T4" fmla="*/ 0 w 605"/>
                      <a:gd name="T5" fmla="*/ 0 h 363"/>
                      <a:gd name="T6" fmla="*/ 0 w 605"/>
                      <a:gd name="T7" fmla="*/ 0 h 363"/>
                      <a:gd name="T8" fmla="*/ 0 w 605"/>
                      <a:gd name="T9" fmla="*/ 0 h 3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5" h="363">
                        <a:moveTo>
                          <a:pt x="605" y="363"/>
                        </a:moveTo>
                        <a:lnTo>
                          <a:pt x="587" y="295"/>
                        </a:lnTo>
                        <a:lnTo>
                          <a:pt x="0" y="0"/>
                        </a:lnTo>
                        <a:lnTo>
                          <a:pt x="21" y="53"/>
                        </a:lnTo>
                        <a:lnTo>
                          <a:pt x="605" y="36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64" name="Freeform 81">
                    <a:extLst>
                      <a:ext uri="{FF2B5EF4-FFF2-40B4-BE49-F238E27FC236}">
                        <a16:creationId xmlns:a16="http://schemas.microsoft.com/office/drawing/2014/main" id="{03F1FABC-2787-A04F-AA5D-3E638B312DB1}"/>
                      </a:ext>
                    </a:extLst>
                  </p:cNvPr>
                  <p:cNvSpPr>
                    <a:spLocks/>
                  </p:cNvSpPr>
                  <p:nvPr/>
                </p:nvSpPr>
                <p:spPr bwMode="auto">
                  <a:xfrm>
                    <a:off x="417" y="1966"/>
                    <a:ext cx="90" cy="46"/>
                  </a:xfrm>
                  <a:custGeom>
                    <a:avLst/>
                    <a:gdLst>
                      <a:gd name="T0" fmla="*/ 0 w 454"/>
                      <a:gd name="T1" fmla="*/ 0 h 230"/>
                      <a:gd name="T2" fmla="*/ 0 w 454"/>
                      <a:gd name="T3" fmla="*/ 0 h 230"/>
                      <a:gd name="T4" fmla="*/ 0 w 454"/>
                      <a:gd name="T5" fmla="*/ 0 h 230"/>
                      <a:gd name="T6" fmla="*/ 0 w 454"/>
                      <a:gd name="T7" fmla="*/ 0 h 230"/>
                      <a:gd name="T8" fmla="*/ 0 w 454"/>
                      <a:gd name="T9" fmla="*/ 0 h 2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4" h="230">
                        <a:moveTo>
                          <a:pt x="454" y="59"/>
                        </a:moveTo>
                        <a:lnTo>
                          <a:pt x="297" y="0"/>
                        </a:lnTo>
                        <a:lnTo>
                          <a:pt x="0" y="161"/>
                        </a:lnTo>
                        <a:lnTo>
                          <a:pt x="151" y="230"/>
                        </a:lnTo>
                        <a:lnTo>
                          <a:pt x="454" y="5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5" name="Freeform 82">
                    <a:extLst>
                      <a:ext uri="{FF2B5EF4-FFF2-40B4-BE49-F238E27FC236}">
                        <a16:creationId xmlns:a16="http://schemas.microsoft.com/office/drawing/2014/main" id="{9A47E34D-5B12-3140-B946-A3B7841CE641}"/>
                      </a:ext>
                    </a:extLst>
                  </p:cNvPr>
                  <p:cNvSpPr>
                    <a:spLocks/>
                  </p:cNvSpPr>
                  <p:nvPr/>
                </p:nvSpPr>
                <p:spPr bwMode="auto">
                  <a:xfrm>
                    <a:off x="336" y="1934"/>
                    <a:ext cx="134" cy="61"/>
                  </a:xfrm>
                  <a:custGeom>
                    <a:avLst/>
                    <a:gdLst>
                      <a:gd name="T0" fmla="*/ 0 w 669"/>
                      <a:gd name="T1" fmla="*/ 0 h 309"/>
                      <a:gd name="T2" fmla="*/ 0 w 669"/>
                      <a:gd name="T3" fmla="*/ 0 h 309"/>
                      <a:gd name="T4" fmla="*/ 0 w 669"/>
                      <a:gd name="T5" fmla="*/ 0 h 309"/>
                      <a:gd name="T6" fmla="*/ 0 w 669"/>
                      <a:gd name="T7" fmla="*/ 0 h 309"/>
                      <a:gd name="T8" fmla="*/ 0 w 669"/>
                      <a:gd name="T9" fmla="*/ 0 h 3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69" h="309">
                        <a:moveTo>
                          <a:pt x="669" y="150"/>
                        </a:moveTo>
                        <a:lnTo>
                          <a:pt x="377" y="309"/>
                        </a:lnTo>
                        <a:lnTo>
                          <a:pt x="0" y="132"/>
                        </a:lnTo>
                        <a:lnTo>
                          <a:pt x="273" y="0"/>
                        </a:lnTo>
                        <a:lnTo>
                          <a:pt x="669" y="15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6" name="Freeform 83">
                    <a:extLst>
                      <a:ext uri="{FF2B5EF4-FFF2-40B4-BE49-F238E27FC236}">
                        <a16:creationId xmlns:a16="http://schemas.microsoft.com/office/drawing/2014/main" id="{4ADCA101-2832-DD4F-9C17-5C0C97F6E44B}"/>
                      </a:ext>
                    </a:extLst>
                  </p:cNvPr>
                  <p:cNvSpPr>
                    <a:spLocks/>
                  </p:cNvSpPr>
                  <p:nvPr/>
                </p:nvSpPr>
                <p:spPr bwMode="auto">
                  <a:xfrm>
                    <a:off x="393" y="1920"/>
                    <a:ext cx="148" cy="57"/>
                  </a:xfrm>
                  <a:custGeom>
                    <a:avLst/>
                    <a:gdLst>
                      <a:gd name="T0" fmla="*/ 0 w 738"/>
                      <a:gd name="T1" fmla="*/ 0 h 283"/>
                      <a:gd name="T2" fmla="*/ 0 w 738"/>
                      <a:gd name="T3" fmla="*/ 0 h 283"/>
                      <a:gd name="T4" fmla="*/ 0 w 738"/>
                      <a:gd name="T5" fmla="*/ 0 h 283"/>
                      <a:gd name="T6" fmla="*/ 0 w 738"/>
                      <a:gd name="T7" fmla="*/ 0 h 283"/>
                      <a:gd name="T8" fmla="*/ 0 w 738"/>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8" h="283">
                        <a:moveTo>
                          <a:pt x="584" y="283"/>
                        </a:moveTo>
                        <a:lnTo>
                          <a:pt x="738" y="205"/>
                        </a:lnTo>
                        <a:lnTo>
                          <a:pt x="118" y="0"/>
                        </a:lnTo>
                        <a:lnTo>
                          <a:pt x="0" y="60"/>
                        </a:lnTo>
                        <a:lnTo>
                          <a:pt x="584" y="2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67" name="Line 84">
                    <a:extLst>
                      <a:ext uri="{FF2B5EF4-FFF2-40B4-BE49-F238E27FC236}">
                        <a16:creationId xmlns:a16="http://schemas.microsoft.com/office/drawing/2014/main" id="{FA51456E-6F10-9744-881A-C08127C30418}"/>
                      </a:ext>
                    </a:extLst>
                  </p:cNvPr>
                  <p:cNvSpPr>
                    <a:spLocks noChangeShapeType="1"/>
                  </p:cNvSpPr>
                  <p:nvPr/>
                </p:nvSpPr>
                <p:spPr bwMode="auto">
                  <a:xfrm flipH="1" flipV="1">
                    <a:off x="411" y="1923"/>
                    <a:ext cx="128" cy="4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68" name="Line 85">
                    <a:extLst>
                      <a:ext uri="{FF2B5EF4-FFF2-40B4-BE49-F238E27FC236}">
                        <a16:creationId xmlns:a16="http://schemas.microsoft.com/office/drawing/2014/main" id="{1D0FC34D-9F07-0944-9333-0E42772FBD77}"/>
                      </a:ext>
                    </a:extLst>
                  </p:cNvPr>
                  <p:cNvSpPr>
                    <a:spLocks noChangeShapeType="1"/>
                  </p:cNvSpPr>
                  <p:nvPr/>
                </p:nvSpPr>
                <p:spPr bwMode="auto">
                  <a:xfrm flipH="1" flipV="1">
                    <a:off x="404" y="1925"/>
                    <a:ext cx="124" cy="45"/>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69" name="Line 86">
                    <a:extLst>
                      <a:ext uri="{FF2B5EF4-FFF2-40B4-BE49-F238E27FC236}">
                        <a16:creationId xmlns:a16="http://schemas.microsoft.com/office/drawing/2014/main" id="{844EF814-FB42-EF4A-9C11-836558168D17}"/>
                      </a:ext>
                    </a:extLst>
                  </p:cNvPr>
                  <p:cNvSpPr>
                    <a:spLocks noChangeShapeType="1"/>
                  </p:cNvSpPr>
                  <p:nvPr/>
                </p:nvSpPr>
                <p:spPr bwMode="auto">
                  <a:xfrm flipH="1" flipV="1">
                    <a:off x="399" y="1930"/>
                    <a:ext cx="121" cy="4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0" name="Line 87">
                    <a:extLst>
                      <a:ext uri="{FF2B5EF4-FFF2-40B4-BE49-F238E27FC236}">
                        <a16:creationId xmlns:a16="http://schemas.microsoft.com/office/drawing/2014/main" id="{FED645FF-72FD-7C4E-9DE0-F2A87C88ABBB}"/>
                      </a:ext>
                    </a:extLst>
                  </p:cNvPr>
                  <p:cNvSpPr>
                    <a:spLocks noChangeShapeType="1"/>
                  </p:cNvSpPr>
                  <p:nvPr/>
                </p:nvSpPr>
                <p:spPr bwMode="auto">
                  <a:xfrm flipH="1" flipV="1">
                    <a:off x="384" y="1937"/>
                    <a:ext cx="119"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1" name="Line 88">
                    <a:extLst>
                      <a:ext uri="{FF2B5EF4-FFF2-40B4-BE49-F238E27FC236}">
                        <a16:creationId xmlns:a16="http://schemas.microsoft.com/office/drawing/2014/main" id="{70BA79B7-288E-E94C-89E2-1138DAB5F3CD}"/>
                      </a:ext>
                    </a:extLst>
                  </p:cNvPr>
                  <p:cNvSpPr>
                    <a:spLocks noChangeShapeType="1"/>
                  </p:cNvSpPr>
                  <p:nvPr/>
                </p:nvSpPr>
                <p:spPr bwMode="auto">
                  <a:xfrm flipH="1" flipV="1">
                    <a:off x="375" y="1942"/>
                    <a:ext cx="118" cy="4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2" name="Line 89">
                    <a:extLst>
                      <a:ext uri="{FF2B5EF4-FFF2-40B4-BE49-F238E27FC236}">
                        <a16:creationId xmlns:a16="http://schemas.microsoft.com/office/drawing/2014/main" id="{E863E540-A73D-F746-A298-D4466646A80C}"/>
                      </a:ext>
                    </a:extLst>
                  </p:cNvPr>
                  <p:cNvSpPr>
                    <a:spLocks noChangeShapeType="1"/>
                  </p:cNvSpPr>
                  <p:nvPr/>
                </p:nvSpPr>
                <p:spPr bwMode="auto">
                  <a:xfrm flipH="1" flipV="1">
                    <a:off x="365" y="1946"/>
                    <a:ext cx="119"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3" name="Line 90">
                    <a:extLst>
                      <a:ext uri="{FF2B5EF4-FFF2-40B4-BE49-F238E27FC236}">
                        <a16:creationId xmlns:a16="http://schemas.microsoft.com/office/drawing/2014/main" id="{AC27BDA2-D1CF-1048-BE22-6C9F992601D4}"/>
                      </a:ext>
                    </a:extLst>
                  </p:cNvPr>
                  <p:cNvSpPr>
                    <a:spLocks noChangeShapeType="1"/>
                  </p:cNvSpPr>
                  <p:nvPr/>
                </p:nvSpPr>
                <p:spPr bwMode="auto">
                  <a:xfrm flipH="1" flipV="1">
                    <a:off x="358" y="1951"/>
                    <a:ext cx="114" cy="50"/>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4" name="Line 91">
                    <a:extLst>
                      <a:ext uri="{FF2B5EF4-FFF2-40B4-BE49-F238E27FC236}">
                        <a16:creationId xmlns:a16="http://schemas.microsoft.com/office/drawing/2014/main" id="{703D8851-B7A0-464D-9258-8E9DC440A7FB}"/>
                      </a:ext>
                    </a:extLst>
                  </p:cNvPr>
                  <p:cNvSpPr>
                    <a:spLocks noChangeShapeType="1"/>
                  </p:cNvSpPr>
                  <p:nvPr/>
                </p:nvSpPr>
                <p:spPr bwMode="auto">
                  <a:xfrm flipH="1" flipV="1">
                    <a:off x="347" y="1956"/>
                    <a:ext cx="114" cy="5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5" name="Line 92">
                    <a:extLst>
                      <a:ext uri="{FF2B5EF4-FFF2-40B4-BE49-F238E27FC236}">
                        <a16:creationId xmlns:a16="http://schemas.microsoft.com/office/drawing/2014/main" id="{F6D7E606-056B-3440-98F1-CAD2BB1DC6FF}"/>
                      </a:ext>
                    </a:extLst>
                  </p:cNvPr>
                  <p:cNvSpPr>
                    <a:spLocks noChangeShapeType="1"/>
                  </p:cNvSpPr>
                  <p:nvPr/>
                </p:nvSpPr>
                <p:spPr bwMode="auto">
                  <a:xfrm flipH="1">
                    <a:off x="437" y="1974"/>
                    <a:ext cx="61" cy="3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6" name="Line 93">
                    <a:extLst>
                      <a:ext uri="{FF2B5EF4-FFF2-40B4-BE49-F238E27FC236}">
                        <a16:creationId xmlns:a16="http://schemas.microsoft.com/office/drawing/2014/main" id="{BF6A1EE0-E531-954F-8EFA-519C31767979}"/>
                      </a:ext>
                    </a:extLst>
                  </p:cNvPr>
                  <p:cNvSpPr>
                    <a:spLocks noChangeShapeType="1"/>
                  </p:cNvSpPr>
                  <p:nvPr/>
                </p:nvSpPr>
                <p:spPr bwMode="auto">
                  <a:xfrm flipH="1">
                    <a:off x="426" y="1970"/>
                    <a:ext cx="58" cy="32"/>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7" name="Line 94">
                    <a:extLst>
                      <a:ext uri="{FF2B5EF4-FFF2-40B4-BE49-F238E27FC236}">
                        <a16:creationId xmlns:a16="http://schemas.microsoft.com/office/drawing/2014/main" id="{C3B08ABF-C5F3-0246-A803-964BB58ED40A}"/>
                      </a:ext>
                    </a:extLst>
                  </p:cNvPr>
                  <p:cNvSpPr>
                    <a:spLocks noChangeShapeType="1"/>
                  </p:cNvSpPr>
                  <p:nvPr/>
                </p:nvSpPr>
                <p:spPr bwMode="auto">
                  <a:xfrm flipH="1">
                    <a:off x="401" y="1959"/>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8" name="Line 95">
                    <a:extLst>
                      <a:ext uri="{FF2B5EF4-FFF2-40B4-BE49-F238E27FC236}">
                        <a16:creationId xmlns:a16="http://schemas.microsoft.com/office/drawing/2014/main" id="{45A58628-BBCA-D24B-828E-B8ED261EBDE1}"/>
                      </a:ext>
                    </a:extLst>
                  </p:cNvPr>
                  <p:cNvSpPr>
                    <a:spLocks noChangeShapeType="1"/>
                  </p:cNvSpPr>
                  <p:nvPr/>
                </p:nvSpPr>
                <p:spPr bwMode="auto">
                  <a:xfrm flipH="1">
                    <a:off x="387" y="1954"/>
                    <a:ext cx="58"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79" name="Line 96">
                    <a:extLst>
                      <a:ext uri="{FF2B5EF4-FFF2-40B4-BE49-F238E27FC236}">
                        <a16:creationId xmlns:a16="http://schemas.microsoft.com/office/drawing/2014/main" id="{7BDDCA85-B93A-8942-A2B6-39C1D7D77383}"/>
                      </a:ext>
                    </a:extLst>
                  </p:cNvPr>
                  <p:cNvSpPr>
                    <a:spLocks noChangeShapeType="1"/>
                  </p:cNvSpPr>
                  <p:nvPr/>
                </p:nvSpPr>
                <p:spPr bwMode="auto">
                  <a:xfrm flipH="1">
                    <a:off x="375" y="1949"/>
                    <a:ext cx="56" cy="31"/>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0" name="Line 97">
                    <a:extLst>
                      <a:ext uri="{FF2B5EF4-FFF2-40B4-BE49-F238E27FC236}">
                        <a16:creationId xmlns:a16="http://schemas.microsoft.com/office/drawing/2014/main" id="{42BC8BEE-E996-624A-BEB5-A99C73E6E6A6}"/>
                      </a:ext>
                    </a:extLst>
                  </p:cNvPr>
                  <p:cNvSpPr>
                    <a:spLocks noChangeShapeType="1"/>
                  </p:cNvSpPr>
                  <p:nvPr/>
                </p:nvSpPr>
                <p:spPr bwMode="auto">
                  <a:xfrm flipH="1">
                    <a:off x="364" y="1944"/>
                    <a:ext cx="53"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1" name="Line 98">
                    <a:extLst>
                      <a:ext uri="{FF2B5EF4-FFF2-40B4-BE49-F238E27FC236}">
                        <a16:creationId xmlns:a16="http://schemas.microsoft.com/office/drawing/2014/main" id="{70E1A265-966A-5D45-A5A6-687E5FBB7575}"/>
                      </a:ext>
                    </a:extLst>
                  </p:cNvPr>
                  <p:cNvSpPr>
                    <a:spLocks noChangeShapeType="1"/>
                  </p:cNvSpPr>
                  <p:nvPr/>
                </p:nvSpPr>
                <p:spPr bwMode="auto">
                  <a:xfrm flipH="1">
                    <a:off x="352" y="1939"/>
                    <a:ext cx="55" cy="28"/>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2" name="Line 99">
                    <a:extLst>
                      <a:ext uri="{FF2B5EF4-FFF2-40B4-BE49-F238E27FC236}">
                        <a16:creationId xmlns:a16="http://schemas.microsoft.com/office/drawing/2014/main" id="{BD0DCC35-2488-904E-8635-A15997FD441F}"/>
                      </a:ext>
                    </a:extLst>
                  </p:cNvPr>
                  <p:cNvSpPr>
                    <a:spLocks noChangeShapeType="1"/>
                  </p:cNvSpPr>
                  <p:nvPr/>
                </p:nvSpPr>
                <p:spPr bwMode="auto">
                  <a:xfrm flipH="1">
                    <a:off x="494" y="1955"/>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3" name="Line 100">
                    <a:extLst>
                      <a:ext uri="{FF2B5EF4-FFF2-40B4-BE49-F238E27FC236}">
                        <a16:creationId xmlns:a16="http://schemas.microsoft.com/office/drawing/2014/main" id="{0E204EBF-137A-F64E-A2D2-718D0F283FB6}"/>
                      </a:ext>
                    </a:extLst>
                  </p:cNvPr>
                  <p:cNvSpPr>
                    <a:spLocks noChangeShapeType="1"/>
                  </p:cNvSpPr>
                  <p:nvPr/>
                </p:nvSpPr>
                <p:spPr bwMode="auto">
                  <a:xfrm flipH="1">
                    <a:off x="477" y="1949"/>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4" name="Line 101">
                    <a:extLst>
                      <a:ext uri="{FF2B5EF4-FFF2-40B4-BE49-F238E27FC236}">
                        <a16:creationId xmlns:a16="http://schemas.microsoft.com/office/drawing/2014/main" id="{0EAB210E-7D50-1B4C-AA8E-5A4B953F410D}"/>
                      </a:ext>
                    </a:extLst>
                  </p:cNvPr>
                  <p:cNvSpPr>
                    <a:spLocks noChangeShapeType="1"/>
                  </p:cNvSpPr>
                  <p:nvPr/>
                </p:nvSpPr>
                <p:spPr bwMode="auto">
                  <a:xfrm flipH="1">
                    <a:off x="460" y="1943"/>
                    <a:ext cx="28"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5" name="Line 102">
                    <a:extLst>
                      <a:ext uri="{FF2B5EF4-FFF2-40B4-BE49-F238E27FC236}">
                        <a16:creationId xmlns:a16="http://schemas.microsoft.com/office/drawing/2014/main" id="{AAE02F24-352F-B04A-862B-1AF77920F003}"/>
                      </a:ext>
                    </a:extLst>
                  </p:cNvPr>
                  <p:cNvSpPr>
                    <a:spLocks noChangeShapeType="1"/>
                  </p:cNvSpPr>
                  <p:nvPr/>
                </p:nvSpPr>
                <p:spPr bwMode="auto">
                  <a:xfrm flipH="1">
                    <a:off x="443" y="1937"/>
                    <a:ext cx="27"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6" name="Line 103">
                    <a:extLst>
                      <a:ext uri="{FF2B5EF4-FFF2-40B4-BE49-F238E27FC236}">
                        <a16:creationId xmlns:a16="http://schemas.microsoft.com/office/drawing/2014/main" id="{2F4A4628-05CB-B340-BCB3-C3C5838A6F57}"/>
                      </a:ext>
                    </a:extLst>
                  </p:cNvPr>
                  <p:cNvSpPr>
                    <a:spLocks noChangeShapeType="1"/>
                  </p:cNvSpPr>
                  <p:nvPr/>
                </p:nvSpPr>
                <p:spPr bwMode="auto">
                  <a:xfrm flipH="1">
                    <a:off x="427" y="1931"/>
                    <a:ext cx="26" cy="1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587" name="Line 104">
                    <a:extLst>
                      <a:ext uri="{FF2B5EF4-FFF2-40B4-BE49-F238E27FC236}">
                        <a16:creationId xmlns:a16="http://schemas.microsoft.com/office/drawing/2014/main" id="{799C75EB-514C-E74C-BEAF-D09C94FD8676}"/>
                      </a:ext>
                    </a:extLst>
                  </p:cNvPr>
                  <p:cNvSpPr>
                    <a:spLocks noChangeShapeType="1"/>
                  </p:cNvSpPr>
                  <p:nvPr/>
                </p:nvSpPr>
                <p:spPr bwMode="auto">
                  <a:xfrm flipH="1">
                    <a:off x="408" y="1925"/>
                    <a:ext cx="24" cy="13"/>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grpSp>
        <p:nvGrpSpPr>
          <p:cNvPr id="224269" name="Group 105">
            <a:extLst>
              <a:ext uri="{FF2B5EF4-FFF2-40B4-BE49-F238E27FC236}">
                <a16:creationId xmlns:a16="http://schemas.microsoft.com/office/drawing/2014/main" id="{1A96684E-96B6-EB4D-898D-B0F598538AA0}"/>
              </a:ext>
            </a:extLst>
          </p:cNvPr>
          <p:cNvGrpSpPr>
            <a:grpSpLocks/>
          </p:cNvGrpSpPr>
          <p:nvPr/>
        </p:nvGrpSpPr>
        <p:grpSpPr bwMode="auto">
          <a:xfrm>
            <a:off x="1508522" y="3730557"/>
            <a:ext cx="65484" cy="128588"/>
            <a:chOff x="287" y="1872"/>
            <a:chExt cx="55" cy="108"/>
          </a:xfrm>
        </p:grpSpPr>
        <p:sp>
          <p:nvSpPr>
            <p:cNvPr id="224553" name="Freeform 106">
              <a:extLst>
                <a:ext uri="{FF2B5EF4-FFF2-40B4-BE49-F238E27FC236}">
                  <a16:creationId xmlns:a16="http://schemas.microsoft.com/office/drawing/2014/main" id="{6A8DFC0D-1B00-9C4B-BA93-F2329940C16C}"/>
                </a:ext>
              </a:extLst>
            </p:cNvPr>
            <p:cNvSpPr>
              <a:spLocks/>
            </p:cNvSpPr>
            <p:nvPr/>
          </p:nvSpPr>
          <p:spPr bwMode="auto">
            <a:xfrm>
              <a:off x="287" y="1872"/>
              <a:ext cx="55" cy="108"/>
            </a:xfrm>
            <a:custGeom>
              <a:avLst/>
              <a:gdLst>
                <a:gd name="T0" fmla="*/ 0 w 276"/>
                <a:gd name="T1" fmla="*/ 0 h 540"/>
                <a:gd name="T2" fmla="*/ 0 w 276"/>
                <a:gd name="T3" fmla="*/ 0 h 540"/>
                <a:gd name="T4" fmla="*/ 0 w 276"/>
                <a:gd name="T5" fmla="*/ 0 h 540"/>
                <a:gd name="T6" fmla="*/ 0 w 276"/>
                <a:gd name="T7" fmla="*/ 0 h 540"/>
                <a:gd name="T8" fmla="*/ 0 w 276"/>
                <a:gd name="T9" fmla="*/ 0 h 540"/>
                <a:gd name="T10" fmla="*/ 0 w 276"/>
                <a:gd name="T11" fmla="*/ 0 h 540"/>
                <a:gd name="T12" fmla="*/ 0 w 276"/>
                <a:gd name="T13" fmla="*/ 0 h 540"/>
                <a:gd name="T14" fmla="*/ 0 w 276"/>
                <a:gd name="T15" fmla="*/ 0 h 540"/>
                <a:gd name="T16" fmla="*/ 0 w 276"/>
                <a:gd name="T17" fmla="*/ 0 h 540"/>
                <a:gd name="T18" fmla="*/ 0 w 276"/>
                <a:gd name="T19" fmla="*/ 0 h 540"/>
                <a:gd name="T20" fmla="*/ 0 w 276"/>
                <a:gd name="T21" fmla="*/ 0 h 540"/>
                <a:gd name="T22" fmla="*/ 0 w 27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6" h="540">
                  <a:moveTo>
                    <a:pt x="0" y="192"/>
                  </a:moveTo>
                  <a:lnTo>
                    <a:pt x="53" y="121"/>
                  </a:lnTo>
                  <a:lnTo>
                    <a:pt x="104" y="84"/>
                  </a:lnTo>
                  <a:lnTo>
                    <a:pt x="125" y="30"/>
                  </a:lnTo>
                  <a:lnTo>
                    <a:pt x="137" y="6"/>
                  </a:lnTo>
                  <a:lnTo>
                    <a:pt x="195" y="0"/>
                  </a:lnTo>
                  <a:lnTo>
                    <a:pt x="276" y="45"/>
                  </a:lnTo>
                  <a:lnTo>
                    <a:pt x="255" y="143"/>
                  </a:lnTo>
                  <a:lnTo>
                    <a:pt x="232" y="198"/>
                  </a:lnTo>
                  <a:lnTo>
                    <a:pt x="179" y="365"/>
                  </a:lnTo>
                  <a:lnTo>
                    <a:pt x="92" y="540"/>
                  </a:lnTo>
                  <a:lnTo>
                    <a:pt x="0" y="192"/>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224554" name="Freeform 107">
              <a:extLst>
                <a:ext uri="{FF2B5EF4-FFF2-40B4-BE49-F238E27FC236}">
                  <a16:creationId xmlns:a16="http://schemas.microsoft.com/office/drawing/2014/main" id="{1013A430-57CE-F24A-8027-9543F3B205D6}"/>
                </a:ext>
              </a:extLst>
            </p:cNvPr>
            <p:cNvSpPr>
              <a:spLocks/>
            </p:cNvSpPr>
            <p:nvPr/>
          </p:nvSpPr>
          <p:spPr bwMode="auto">
            <a:xfrm>
              <a:off x="296" y="1880"/>
              <a:ext cx="43" cy="77"/>
            </a:xfrm>
            <a:custGeom>
              <a:avLst/>
              <a:gdLst>
                <a:gd name="T0" fmla="*/ 0 w 216"/>
                <a:gd name="T1" fmla="*/ 0 h 385"/>
                <a:gd name="T2" fmla="*/ 0 w 216"/>
                <a:gd name="T3" fmla="*/ 0 h 385"/>
                <a:gd name="T4" fmla="*/ 0 w 216"/>
                <a:gd name="T5" fmla="*/ 0 h 385"/>
                <a:gd name="T6" fmla="*/ 0 w 216"/>
                <a:gd name="T7" fmla="*/ 0 h 385"/>
                <a:gd name="T8" fmla="*/ 0 w 216"/>
                <a:gd name="T9" fmla="*/ 0 h 385"/>
                <a:gd name="T10" fmla="*/ 0 w 216"/>
                <a:gd name="T11" fmla="*/ 0 h 385"/>
                <a:gd name="T12" fmla="*/ 0 w 216"/>
                <a:gd name="T13" fmla="*/ 0 h 385"/>
                <a:gd name="T14" fmla="*/ 0 w 216"/>
                <a:gd name="T15" fmla="*/ 0 h 385"/>
                <a:gd name="T16" fmla="*/ 0 w 216"/>
                <a:gd name="T17" fmla="*/ 0 h 385"/>
                <a:gd name="T18" fmla="*/ 0 w 216"/>
                <a:gd name="T19" fmla="*/ 0 h 385"/>
                <a:gd name="T20" fmla="*/ 0 w 216"/>
                <a:gd name="T21" fmla="*/ 0 h 385"/>
                <a:gd name="T22" fmla="*/ 0 w 216"/>
                <a:gd name="T23" fmla="*/ 0 h 385"/>
                <a:gd name="T24" fmla="*/ 0 w 216"/>
                <a:gd name="T25" fmla="*/ 0 h 385"/>
                <a:gd name="T26" fmla="*/ 0 w 216"/>
                <a:gd name="T27" fmla="*/ 0 h 385"/>
                <a:gd name="T28" fmla="*/ 0 w 216"/>
                <a:gd name="T29" fmla="*/ 0 h 385"/>
                <a:gd name="T30" fmla="*/ 0 w 216"/>
                <a:gd name="T31" fmla="*/ 0 h 385"/>
                <a:gd name="T32" fmla="*/ 0 w 216"/>
                <a:gd name="T33" fmla="*/ 0 h 385"/>
                <a:gd name="T34" fmla="*/ 0 w 216"/>
                <a:gd name="T35" fmla="*/ 0 h 385"/>
                <a:gd name="T36" fmla="*/ 0 w 216"/>
                <a:gd name="T37" fmla="*/ 0 h 385"/>
                <a:gd name="T38" fmla="*/ 0 w 216"/>
                <a:gd name="T39" fmla="*/ 0 h 385"/>
                <a:gd name="T40" fmla="*/ 0 w 216"/>
                <a:gd name="T41" fmla="*/ 0 h 385"/>
                <a:gd name="T42" fmla="*/ 0 w 216"/>
                <a:gd name="T43" fmla="*/ 0 h 385"/>
                <a:gd name="T44" fmla="*/ 0 w 216"/>
                <a:gd name="T45" fmla="*/ 0 h 385"/>
                <a:gd name="T46" fmla="*/ 0 w 216"/>
                <a:gd name="T47" fmla="*/ 0 h 385"/>
                <a:gd name="T48" fmla="*/ 0 w 216"/>
                <a:gd name="T49" fmla="*/ 0 h 385"/>
                <a:gd name="T50" fmla="*/ 0 w 216"/>
                <a:gd name="T51" fmla="*/ 0 h 385"/>
                <a:gd name="T52" fmla="*/ 0 w 216"/>
                <a:gd name="T53" fmla="*/ 0 h 385"/>
                <a:gd name="T54" fmla="*/ 0 w 216"/>
                <a:gd name="T55" fmla="*/ 0 h 3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6" h="385">
                  <a:moveTo>
                    <a:pt x="91" y="0"/>
                  </a:moveTo>
                  <a:lnTo>
                    <a:pt x="115" y="25"/>
                  </a:lnTo>
                  <a:lnTo>
                    <a:pt x="165" y="46"/>
                  </a:lnTo>
                  <a:lnTo>
                    <a:pt x="216" y="44"/>
                  </a:lnTo>
                  <a:lnTo>
                    <a:pt x="185" y="132"/>
                  </a:lnTo>
                  <a:lnTo>
                    <a:pt x="147" y="128"/>
                  </a:lnTo>
                  <a:lnTo>
                    <a:pt x="118" y="112"/>
                  </a:lnTo>
                  <a:lnTo>
                    <a:pt x="134" y="138"/>
                  </a:lnTo>
                  <a:lnTo>
                    <a:pt x="177" y="146"/>
                  </a:lnTo>
                  <a:lnTo>
                    <a:pt x="145" y="242"/>
                  </a:lnTo>
                  <a:lnTo>
                    <a:pt x="124" y="312"/>
                  </a:lnTo>
                  <a:lnTo>
                    <a:pt x="115" y="271"/>
                  </a:lnTo>
                  <a:lnTo>
                    <a:pt x="103" y="197"/>
                  </a:lnTo>
                  <a:lnTo>
                    <a:pt x="102" y="155"/>
                  </a:lnTo>
                  <a:lnTo>
                    <a:pt x="94" y="173"/>
                  </a:lnTo>
                  <a:lnTo>
                    <a:pt x="94" y="222"/>
                  </a:lnTo>
                  <a:lnTo>
                    <a:pt x="103" y="290"/>
                  </a:lnTo>
                  <a:lnTo>
                    <a:pt x="110" y="333"/>
                  </a:lnTo>
                  <a:lnTo>
                    <a:pt x="91" y="385"/>
                  </a:lnTo>
                  <a:lnTo>
                    <a:pt x="55" y="250"/>
                  </a:lnTo>
                  <a:lnTo>
                    <a:pt x="39" y="204"/>
                  </a:lnTo>
                  <a:lnTo>
                    <a:pt x="12" y="135"/>
                  </a:lnTo>
                  <a:lnTo>
                    <a:pt x="0" y="115"/>
                  </a:lnTo>
                  <a:lnTo>
                    <a:pt x="16" y="88"/>
                  </a:lnTo>
                  <a:lnTo>
                    <a:pt x="64" y="64"/>
                  </a:lnTo>
                  <a:lnTo>
                    <a:pt x="81" y="87"/>
                  </a:lnTo>
                  <a:lnTo>
                    <a:pt x="71" y="46"/>
                  </a:lnTo>
                  <a:lnTo>
                    <a:pt x="9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0" name="Group 108">
            <a:extLst>
              <a:ext uri="{FF2B5EF4-FFF2-40B4-BE49-F238E27FC236}">
                <a16:creationId xmlns:a16="http://schemas.microsoft.com/office/drawing/2014/main" id="{1B805C6D-78DC-4F46-AF11-1990B7D37CBE}"/>
              </a:ext>
            </a:extLst>
          </p:cNvPr>
          <p:cNvGrpSpPr>
            <a:grpSpLocks/>
          </p:cNvGrpSpPr>
          <p:nvPr/>
        </p:nvGrpSpPr>
        <p:grpSpPr bwMode="auto">
          <a:xfrm>
            <a:off x="1497807" y="3656738"/>
            <a:ext cx="83344" cy="90488"/>
            <a:chOff x="278" y="1810"/>
            <a:chExt cx="70" cy="76"/>
          </a:xfrm>
        </p:grpSpPr>
        <p:sp>
          <p:nvSpPr>
            <p:cNvPr id="224538" name="Freeform 109">
              <a:extLst>
                <a:ext uri="{FF2B5EF4-FFF2-40B4-BE49-F238E27FC236}">
                  <a16:creationId xmlns:a16="http://schemas.microsoft.com/office/drawing/2014/main" id="{CD2F8B13-330B-0940-A432-218A61ECBE4F}"/>
                </a:ext>
              </a:extLst>
            </p:cNvPr>
            <p:cNvSpPr>
              <a:spLocks/>
            </p:cNvSpPr>
            <p:nvPr/>
          </p:nvSpPr>
          <p:spPr bwMode="auto">
            <a:xfrm>
              <a:off x="297" y="1815"/>
              <a:ext cx="51" cy="71"/>
            </a:xfrm>
            <a:custGeom>
              <a:avLst/>
              <a:gdLst>
                <a:gd name="T0" fmla="*/ 0 w 256"/>
                <a:gd name="T1" fmla="*/ 0 h 356"/>
                <a:gd name="T2" fmla="*/ 0 w 256"/>
                <a:gd name="T3" fmla="*/ 0 h 356"/>
                <a:gd name="T4" fmla="*/ 0 w 256"/>
                <a:gd name="T5" fmla="*/ 0 h 356"/>
                <a:gd name="T6" fmla="*/ 0 w 256"/>
                <a:gd name="T7" fmla="*/ 0 h 356"/>
                <a:gd name="T8" fmla="*/ 0 w 256"/>
                <a:gd name="T9" fmla="*/ 0 h 356"/>
                <a:gd name="T10" fmla="*/ 0 w 256"/>
                <a:gd name="T11" fmla="*/ 0 h 356"/>
                <a:gd name="T12" fmla="*/ 0 w 256"/>
                <a:gd name="T13" fmla="*/ 0 h 356"/>
                <a:gd name="T14" fmla="*/ 0 w 256"/>
                <a:gd name="T15" fmla="*/ 0 h 356"/>
                <a:gd name="T16" fmla="*/ 0 w 256"/>
                <a:gd name="T17" fmla="*/ 0 h 356"/>
                <a:gd name="T18" fmla="*/ 0 w 256"/>
                <a:gd name="T19" fmla="*/ 0 h 356"/>
                <a:gd name="T20" fmla="*/ 0 w 256"/>
                <a:gd name="T21" fmla="*/ 0 h 356"/>
                <a:gd name="T22" fmla="*/ 0 w 256"/>
                <a:gd name="T23" fmla="*/ 0 h 356"/>
                <a:gd name="T24" fmla="*/ 0 w 256"/>
                <a:gd name="T25" fmla="*/ 0 h 356"/>
                <a:gd name="T26" fmla="*/ 0 w 256"/>
                <a:gd name="T27" fmla="*/ 0 h 356"/>
                <a:gd name="T28" fmla="*/ 0 w 256"/>
                <a:gd name="T29" fmla="*/ 0 h 356"/>
                <a:gd name="T30" fmla="*/ 0 w 256"/>
                <a:gd name="T31" fmla="*/ 0 h 356"/>
                <a:gd name="T32" fmla="*/ 0 w 256"/>
                <a:gd name="T33" fmla="*/ 0 h 356"/>
                <a:gd name="T34" fmla="*/ 0 w 256"/>
                <a:gd name="T35" fmla="*/ 0 h 356"/>
                <a:gd name="T36" fmla="*/ 0 w 256"/>
                <a:gd name="T37" fmla="*/ 0 h 356"/>
                <a:gd name="T38" fmla="*/ 0 w 256"/>
                <a:gd name="T39" fmla="*/ 0 h 356"/>
                <a:gd name="T40" fmla="*/ 0 w 256"/>
                <a:gd name="T41" fmla="*/ 0 h 356"/>
                <a:gd name="T42" fmla="*/ 0 w 256"/>
                <a:gd name="T43" fmla="*/ 0 h 356"/>
                <a:gd name="T44" fmla="*/ 0 w 256"/>
                <a:gd name="T45" fmla="*/ 0 h 356"/>
                <a:gd name="T46" fmla="*/ 0 w 256"/>
                <a:gd name="T47" fmla="*/ 0 h 356"/>
                <a:gd name="T48" fmla="*/ 0 w 256"/>
                <a:gd name="T49" fmla="*/ 0 h 356"/>
                <a:gd name="T50" fmla="*/ 0 w 256"/>
                <a:gd name="T51" fmla="*/ 0 h 356"/>
                <a:gd name="T52" fmla="*/ 0 w 256"/>
                <a:gd name="T53" fmla="*/ 0 h 356"/>
                <a:gd name="T54" fmla="*/ 0 w 256"/>
                <a:gd name="T55" fmla="*/ 0 h 356"/>
                <a:gd name="T56" fmla="*/ 0 w 256"/>
                <a:gd name="T57" fmla="*/ 0 h 356"/>
                <a:gd name="T58" fmla="*/ 0 w 256"/>
                <a:gd name="T59" fmla="*/ 0 h 356"/>
                <a:gd name="T60" fmla="*/ 0 w 256"/>
                <a:gd name="T61" fmla="*/ 0 h 356"/>
                <a:gd name="T62" fmla="*/ 0 w 256"/>
                <a:gd name="T63" fmla="*/ 0 h 356"/>
                <a:gd name="T64" fmla="*/ 0 w 256"/>
                <a:gd name="T65" fmla="*/ 0 h 356"/>
                <a:gd name="T66" fmla="*/ 0 w 256"/>
                <a:gd name="T67" fmla="*/ 0 h 356"/>
                <a:gd name="T68" fmla="*/ 0 w 256"/>
                <a:gd name="T69" fmla="*/ 0 h 356"/>
                <a:gd name="T70" fmla="*/ 0 w 256"/>
                <a:gd name="T71" fmla="*/ 0 h 356"/>
                <a:gd name="T72" fmla="*/ 0 w 256"/>
                <a:gd name="T73" fmla="*/ 0 h 356"/>
                <a:gd name="T74" fmla="*/ 0 w 256"/>
                <a:gd name="T75" fmla="*/ 0 h 356"/>
                <a:gd name="T76" fmla="*/ 0 w 256"/>
                <a:gd name="T77" fmla="*/ 0 h 356"/>
                <a:gd name="T78" fmla="*/ 0 w 256"/>
                <a:gd name="T79" fmla="*/ 0 h 356"/>
                <a:gd name="T80" fmla="*/ 0 w 256"/>
                <a:gd name="T81" fmla="*/ 0 h 356"/>
                <a:gd name="T82" fmla="*/ 0 w 256"/>
                <a:gd name="T83" fmla="*/ 0 h 356"/>
                <a:gd name="T84" fmla="*/ 0 w 256"/>
                <a:gd name="T85" fmla="*/ 0 h 356"/>
                <a:gd name="T86" fmla="*/ 0 w 256"/>
                <a:gd name="T87" fmla="*/ 0 h 356"/>
                <a:gd name="T88" fmla="*/ 0 w 256"/>
                <a:gd name="T89" fmla="*/ 0 h 356"/>
                <a:gd name="T90" fmla="*/ 0 w 256"/>
                <a:gd name="T91" fmla="*/ 0 h 356"/>
                <a:gd name="T92" fmla="*/ 0 w 256"/>
                <a:gd name="T93" fmla="*/ 0 h 356"/>
                <a:gd name="T94" fmla="*/ 0 w 256"/>
                <a:gd name="T95" fmla="*/ 0 h 3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6" h="356">
                  <a:moveTo>
                    <a:pt x="3" y="130"/>
                  </a:moveTo>
                  <a:lnTo>
                    <a:pt x="11" y="155"/>
                  </a:lnTo>
                  <a:lnTo>
                    <a:pt x="26" y="167"/>
                  </a:lnTo>
                  <a:lnTo>
                    <a:pt x="35" y="187"/>
                  </a:lnTo>
                  <a:lnTo>
                    <a:pt x="45" y="203"/>
                  </a:lnTo>
                  <a:lnTo>
                    <a:pt x="61" y="218"/>
                  </a:lnTo>
                  <a:lnTo>
                    <a:pt x="73" y="227"/>
                  </a:lnTo>
                  <a:lnTo>
                    <a:pt x="93" y="238"/>
                  </a:lnTo>
                  <a:lnTo>
                    <a:pt x="96" y="252"/>
                  </a:lnTo>
                  <a:lnTo>
                    <a:pt x="96" y="270"/>
                  </a:lnTo>
                  <a:lnTo>
                    <a:pt x="91" y="315"/>
                  </a:lnTo>
                  <a:lnTo>
                    <a:pt x="127" y="341"/>
                  </a:lnTo>
                  <a:lnTo>
                    <a:pt x="157" y="354"/>
                  </a:lnTo>
                  <a:lnTo>
                    <a:pt x="182" y="356"/>
                  </a:lnTo>
                  <a:lnTo>
                    <a:pt x="207" y="354"/>
                  </a:lnTo>
                  <a:lnTo>
                    <a:pt x="216" y="325"/>
                  </a:lnTo>
                  <a:lnTo>
                    <a:pt x="222" y="260"/>
                  </a:lnTo>
                  <a:lnTo>
                    <a:pt x="237" y="237"/>
                  </a:lnTo>
                  <a:lnTo>
                    <a:pt x="248" y="204"/>
                  </a:lnTo>
                  <a:lnTo>
                    <a:pt x="250" y="173"/>
                  </a:lnTo>
                  <a:lnTo>
                    <a:pt x="255" y="131"/>
                  </a:lnTo>
                  <a:lnTo>
                    <a:pt x="256" y="107"/>
                  </a:lnTo>
                  <a:lnTo>
                    <a:pt x="255" y="92"/>
                  </a:lnTo>
                  <a:lnTo>
                    <a:pt x="248" y="66"/>
                  </a:lnTo>
                  <a:lnTo>
                    <a:pt x="234" y="52"/>
                  </a:lnTo>
                  <a:lnTo>
                    <a:pt x="215" y="48"/>
                  </a:lnTo>
                  <a:lnTo>
                    <a:pt x="208" y="33"/>
                  </a:lnTo>
                  <a:lnTo>
                    <a:pt x="191" y="23"/>
                  </a:lnTo>
                  <a:lnTo>
                    <a:pt x="173" y="33"/>
                  </a:lnTo>
                  <a:lnTo>
                    <a:pt x="160" y="12"/>
                  </a:lnTo>
                  <a:lnTo>
                    <a:pt x="140" y="5"/>
                  </a:lnTo>
                  <a:lnTo>
                    <a:pt x="118" y="24"/>
                  </a:lnTo>
                  <a:lnTo>
                    <a:pt x="108" y="0"/>
                  </a:lnTo>
                  <a:lnTo>
                    <a:pt x="78" y="3"/>
                  </a:lnTo>
                  <a:lnTo>
                    <a:pt x="63" y="42"/>
                  </a:lnTo>
                  <a:lnTo>
                    <a:pt x="60" y="64"/>
                  </a:lnTo>
                  <a:lnTo>
                    <a:pt x="57" y="93"/>
                  </a:lnTo>
                  <a:lnTo>
                    <a:pt x="51" y="131"/>
                  </a:lnTo>
                  <a:lnTo>
                    <a:pt x="43" y="116"/>
                  </a:lnTo>
                  <a:lnTo>
                    <a:pt x="39" y="89"/>
                  </a:lnTo>
                  <a:lnTo>
                    <a:pt x="34" y="70"/>
                  </a:lnTo>
                  <a:lnTo>
                    <a:pt x="27" y="61"/>
                  </a:lnTo>
                  <a:lnTo>
                    <a:pt x="12" y="54"/>
                  </a:lnTo>
                  <a:lnTo>
                    <a:pt x="4" y="57"/>
                  </a:lnTo>
                  <a:lnTo>
                    <a:pt x="0" y="66"/>
                  </a:lnTo>
                  <a:lnTo>
                    <a:pt x="5" y="80"/>
                  </a:lnTo>
                  <a:lnTo>
                    <a:pt x="7" y="107"/>
                  </a:lnTo>
                  <a:lnTo>
                    <a:pt x="3" y="13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39" name="Freeform 110">
              <a:extLst>
                <a:ext uri="{FF2B5EF4-FFF2-40B4-BE49-F238E27FC236}">
                  <a16:creationId xmlns:a16="http://schemas.microsoft.com/office/drawing/2014/main" id="{E1D3EFC8-3404-974D-AF2A-7BC7D881F9B8}"/>
                </a:ext>
              </a:extLst>
            </p:cNvPr>
            <p:cNvSpPr>
              <a:spLocks/>
            </p:cNvSpPr>
            <p:nvPr/>
          </p:nvSpPr>
          <p:spPr bwMode="auto">
            <a:xfrm>
              <a:off x="320" y="1820"/>
              <a:ext cx="26" cy="27"/>
            </a:xfrm>
            <a:custGeom>
              <a:avLst/>
              <a:gdLst>
                <a:gd name="T0" fmla="*/ 0 w 129"/>
                <a:gd name="T1" fmla="*/ 0 h 134"/>
                <a:gd name="T2" fmla="*/ 0 w 129"/>
                <a:gd name="T3" fmla="*/ 0 h 134"/>
                <a:gd name="T4" fmla="*/ 0 w 129"/>
                <a:gd name="T5" fmla="*/ 0 h 134"/>
                <a:gd name="T6" fmla="*/ 0 w 129"/>
                <a:gd name="T7" fmla="*/ 0 h 134"/>
                <a:gd name="T8" fmla="*/ 0 w 129"/>
                <a:gd name="T9" fmla="*/ 0 h 134"/>
                <a:gd name="T10" fmla="*/ 0 w 129"/>
                <a:gd name="T11" fmla="*/ 0 h 134"/>
                <a:gd name="T12" fmla="*/ 0 w 129"/>
                <a:gd name="T13" fmla="*/ 0 h 134"/>
                <a:gd name="T14" fmla="*/ 0 w 129"/>
                <a:gd name="T15" fmla="*/ 0 h 134"/>
                <a:gd name="T16" fmla="*/ 0 w 129"/>
                <a:gd name="T17" fmla="*/ 0 h 134"/>
                <a:gd name="T18" fmla="*/ 0 w 129"/>
                <a:gd name="T19" fmla="*/ 0 h 134"/>
                <a:gd name="T20" fmla="*/ 0 w 129"/>
                <a:gd name="T21" fmla="*/ 0 h 134"/>
                <a:gd name="T22" fmla="*/ 0 w 129"/>
                <a:gd name="T23" fmla="*/ 0 h 134"/>
                <a:gd name="T24" fmla="*/ 0 w 129"/>
                <a:gd name="T25" fmla="*/ 0 h 134"/>
                <a:gd name="T26" fmla="*/ 0 w 129"/>
                <a:gd name="T27" fmla="*/ 0 h 134"/>
                <a:gd name="T28" fmla="*/ 0 w 129"/>
                <a:gd name="T29" fmla="*/ 0 h 134"/>
                <a:gd name="T30" fmla="*/ 0 w 129"/>
                <a:gd name="T31" fmla="*/ 0 h 134"/>
                <a:gd name="T32" fmla="*/ 0 w 129"/>
                <a:gd name="T33" fmla="*/ 0 h 134"/>
                <a:gd name="T34" fmla="*/ 0 w 129"/>
                <a:gd name="T35" fmla="*/ 0 h 134"/>
                <a:gd name="T36" fmla="*/ 0 w 129"/>
                <a:gd name="T37" fmla="*/ 0 h 134"/>
                <a:gd name="T38" fmla="*/ 0 w 129"/>
                <a:gd name="T39" fmla="*/ 0 h 134"/>
                <a:gd name="T40" fmla="*/ 0 w 129"/>
                <a:gd name="T41" fmla="*/ 0 h 134"/>
                <a:gd name="T42" fmla="*/ 0 w 129"/>
                <a:gd name="T43" fmla="*/ 0 h 134"/>
                <a:gd name="T44" fmla="*/ 0 w 129"/>
                <a:gd name="T45" fmla="*/ 0 h 134"/>
                <a:gd name="T46" fmla="*/ 0 w 129"/>
                <a:gd name="T47" fmla="*/ 0 h 134"/>
                <a:gd name="T48" fmla="*/ 0 w 129"/>
                <a:gd name="T49" fmla="*/ 0 h 134"/>
                <a:gd name="T50" fmla="*/ 0 w 129"/>
                <a:gd name="T51" fmla="*/ 0 h 134"/>
                <a:gd name="T52" fmla="*/ 0 w 129"/>
                <a:gd name="T53" fmla="*/ 0 h 134"/>
                <a:gd name="T54" fmla="*/ 0 w 129"/>
                <a:gd name="T55" fmla="*/ 0 h 134"/>
                <a:gd name="T56" fmla="*/ 0 w 129"/>
                <a:gd name="T57" fmla="*/ 0 h 134"/>
                <a:gd name="T58" fmla="*/ 0 w 129"/>
                <a:gd name="T59" fmla="*/ 0 h 134"/>
                <a:gd name="T60" fmla="*/ 0 w 129"/>
                <a:gd name="T61" fmla="*/ 0 h 134"/>
                <a:gd name="T62" fmla="*/ 0 w 129"/>
                <a:gd name="T63" fmla="*/ 0 h 134"/>
                <a:gd name="T64" fmla="*/ 0 w 129"/>
                <a:gd name="T65" fmla="*/ 0 h 134"/>
                <a:gd name="T66" fmla="*/ 0 w 129"/>
                <a:gd name="T67" fmla="*/ 0 h 134"/>
                <a:gd name="T68" fmla="*/ 0 w 129"/>
                <a:gd name="T69" fmla="*/ 0 h 134"/>
                <a:gd name="T70" fmla="*/ 0 w 129"/>
                <a:gd name="T71" fmla="*/ 0 h 134"/>
                <a:gd name="T72" fmla="*/ 0 w 129"/>
                <a:gd name="T73" fmla="*/ 0 h 134"/>
                <a:gd name="T74" fmla="*/ 0 w 129"/>
                <a:gd name="T75" fmla="*/ 0 h 134"/>
                <a:gd name="T76" fmla="*/ 0 w 129"/>
                <a:gd name="T77" fmla="*/ 0 h 134"/>
                <a:gd name="T78" fmla="*/ 0 w 129"/>
                <a:gd name="T79" fmla="*/ 0 h 134"/>
                <a:gd name="T80" fmla="*/ 0 w 129"/>
                <a:gd name="T81" fmla="*/ 0 h 134"/>
                <a:gd name="T82" fmla="*/ 0 w 129"/>
                <a:gd name="T83" fmla="*/ 0 h 134"/>
                <a:gd name="T84" fmla="*/ 0 w 129"/>
                <a:gd name="T85" fmla="*/ 0 h 134"/>
                <a:gd name="T86" fmla="*/ 0 w 129"/>
                <a:gd name="T87" fmla="*/ 0 h 134"/>
                <a:gd name="T88" fmla="*/ 0 w 129"/>
                <a:gd name="T89" fmla="*/ 0 h 134"/>
                <a:gd name="T90" fmla="*/ 0 w 129"/>
                <a:gd name="T91" fmla="*/ 0 h 134"/>
                <a:gd name="T92" fmla="*/ 0 w 129"/>
                <a:gd name="T93" fmla="*/ 0 h 134"/>
                <a:gd name="T94" fmla="*/ 0 w 129"/>
                <a:gd name="T95" fmla="*/ 0 h 134"/>
                <a:gd name="T96" fmla="*/ 0 w 129"/>
                <a:gd name="T97" fmla="*/ 0 h 134"/>
                <a:gd name="T98" fmla="*/ 0 w 129"/>
                <a:gd name="T99" fmla="*/ 0 h 13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29" h="134">
                  <a:moveTo>
                    <a:pt x="6" y="2"/>
                  </a:moveTo>
                  <a:lnTo>
                    <a:pt x="13" y="30"/>
                  </a:lnTo>
                  <a:lnTo>
                    <a:pt x="22" y="49"/>
                  </a:lnTo>
                  <a:lnTo>
                    <a:pt x="11" y="91"/>
                  </a:lnTo>
                  <a:lnTo>
                    <a:pt x="18" y="100"/>
                  </a:lnTo>
                  <a:lnTo>
                    <a:pt x="28" y="104"/>
                  </a:lnTo>
                  <a:lnTo>
                    <a:pt x="41" y="102"/>
                  </a:lnTo>
                  <a:lnTo>
                    <a:pt x="51" y="79"/>
                  </a:lnTo>
                  <a:lnTo>
                    <a:pt x="60" y="61"/>
                  </a:lnTo>
                  <a:lnTo>
                    <a:pt x="55" y="36"/>
                  </a:lnTo>
                  <a:lnTo>
                    <a:pt x="53" y="9"/>
                  </a:lnTo>
                  <a:lnTo>
                    <a:pt x="60" y="12"/>
                  </a:lnTo>
                  <a:lnTo>
                    <a:pt x="62" y="37"/>
                  </a:lnTo>
                  <a:lnTo>
                    <a:pt x="65" y="54"/>
                  </a:lnTo>
                  <a:lnTo>
                    <a:pt x="65" y="68"/>
                  </a:lnTo>
                  <a:lnTo>
                    <a:pt x="56" y="83"/>
                  </a:lnTo>
                  <a:lnTo>
                    <a:pt x="47" y="100"/>
                  </a:lnTo>
                  <a:lnTo>
                    <a:pt x="46" y="116"/>
                  </a:lnTo>
                  <a:lnTo>
                    <a:pt x="56" y="123"/>
                  </a:lnTo>
                  <a:lnTo>
                    <a:pt x="75" y="120"/>
                  </a:lnTo>
                  <a:lnTo>
                    <a:pt x="86" y="106"/>
                  </a:lnTo>
                  <a:lnTo>
                    <a:pt x="104" y="84"/>
                  </a:lnTo>
                  <a:lnTo>
                    <a:pt x="103" y="70"/>
                  </a:lnTo>
                  <a:lnTo>
                    <a:pt x="101" y="45"/>
                  </a:lnTo>
                  <a:lnTo>
                    <a:pt x="107" y="65"/>
                  </a:lnTo>
                  <a:lnTo>
                    <a:pt x="108" y="84"/>
                  </a:lnTo>
                  <a:lnTo>
                    <a:pt x="94" y="103"/>
                  </a:lnTo>
                  <a:lnTo>
                    <a:pt x="93" y="117"/>
                  </a:lnTo>
                  <a:lnTo>
                    <a:pt x="96" y="128"/>
                  </a:lnTo>
                  <a:lnTo>
                    <a:pt x="104" y="131"/>
                  </a:lnTo>
                  <a:lnTo>
                    <a:pt x="113" y="125"/>
                  </a:lnTo>
                  <a:lnTo>
                    <a:pt x="129" y="109"/>
                  </a:lnTo>
                  <a:lnTo>
                    <a:pt x="116" y="127"/>
                  </a:lnTo>
                  <a:lnTo>
                    <a:pt x="111" y="134"/>
                  </a:lnTo>
                  <a:lnTo>
                    <a:pt x="97" y="134"/>
                  </a:lnTo>
                  <a:lnTo>
                    <a:pt x="91" y="126"/>
                  </a:lnTo>
                  <a:lnTo>
                    <a:pt x="87" y="114"/>
                  </a:lnTo>
                  <a:lnTo>
                    <a:pt x="79" y="125"/>
                  </a:lnTo>
                  <a:lnTo>
                    <a:pt x="63" y="127"/>
                  </a:lnTo>
                  <a:lnTo>
                    <a:pt x="49" y="127"/>
                  </a:lnTo>
                  <a:lnTo>
                    <a:pt x="43" y="116"/>
                  </a:lnTo>
                  <a:lnTo>
                    <a:pt x="41" y="106"/>
                  </a:lnTo>
                  <a:lnTo>
                    <a:pt x="35" y="109"/>
                  </a:lnTo>
                  <a:lnTo>
                    <a:pt x="24" y="109"/>
                  </a:lnTo>
                  <a:lnTo>
                    <a:pt x="11" y="101"/>
                  </a:lnTo>
                  <a:lnTo>
                    <a:pt x="8" y="86"/>
                  </a:lnTo>
                  <a:lnTo>
                    <a:pt x="18" y="51"/>
                  </a:lnTo>
                  <a:lnTo>
                    <a:pt x="7" y="29"/>
                  </a:lnTo>
                  <a:lnTo>
                    <a:pt x="0" y="0"/>
                  </a:lnTo>
                  <a:lnTo>
                    <a:pt x="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0" name="Freeform 111">
              <a:extLst>
                <a:ext uri="{FF2B5EF4-FFF2-40B4-BE49-F238E27FC236}">
                  <a16:creationId xmlns:a16="http://schemas.microsoft.com/office/drawing/2014/main" id="{4AF3BB27-923E-7545-A76D-C6B55EDFE1B8}"/>
                </a:ext>
              </a:extLst>
            </p:cNvPr>
            <p:cNvSpPr>
              <a:spLocks/>
            </p:cNvSpPr>
            <p:nvPr/>
          </p:nvSpPr>
          <p:spPr bwMode="auto">
            <a:xfrm>
              <a:off x="325" y="1834"/>
              <a:ext cx="4" cy="1"/>
            </a:xfrm>
            <a:custGeom>
              <a:avLst/>
              <a:gdLst>
                <a:gd name="T0" fmla="*/ 0 w 20"/>
                <a:gd name="T1" fmla="*/ 0 h 5"/>
                <a:gd name="T2" fmla="*/ 0 w 20"/>
                <a:gd name="T3" fmla="*/ 0 h 5"/>
                <a:gd name="T4" fmla="*/ 0 w 20"/>
                <a:gd name="T5" fmla="*/ 0 h 5"/>
                <a:gd name="T6" fmla="*/ 0 w 20"/>
                <a:gd name="T7" fmla="*/ 0 h 5"/>
                <a:gd name="T8" fmla="*/ 0 w 20"/>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5">
                  <a:moveTo>
                    <a:pt x="0" y="5"/>
                  </a:moveTo>
                  <a:lnTo>
                    <a:pt x="6" y="4"/>
                  </a:lnTo>
                  <a:lnTo>
                    <a:pt x="20"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1" name="Freeform 112">
              <a:extLst>
                <a:ext uri="{FF2B5EF4-FFF2-40B4-BE49-F238E27FC236}">
                  <a16:creationId xmlns:a16="http://schemas.microsoft.com/office/drawing/2014/main" id="{4ACB5E3F-876B-3345-9BE2-835A86861178}"/>
                </a:ext>
              </a:extLst>
            </p:cNvPr>
            <p:cNvSpPr>
              <a:spLocks/>
            </p:cNvSpPr>
            <p:nvPr/>
          </p:nvSpPr>
          <p:spPr bwMode="auto">
            <a:xfrm>
              <a:off x="330" y="1838"/>
              <a:ext cx="6" cy="2"/>
            </a:xfrm>
            <a:custGeom>
              <a:avLst/>
              <a:gdLst>
                <a:gd name="T0" fmla="*/ 0 w 27"/>
                <a:gd name="T1" fmla="*/ 0 h 9"/>
                <a:gd name="T2" fmla="*/ 0 w 27"/>
                <a:gd name="T3" fmla="*/ 0 h 9"/>
                <a:gd name="T4" fmla="*/ 0 w 27"/>
                <a:gd name="T5" fmla="*/ 0 h 9"/>
                <a:gd name="T6" fmla="*/ 0 w 27"/>
                <a:gd name="T7" fmla="*/ 0 h 9"/>
                <a:gd name="T8" fmla="*/ 0 w 27"/>
                <a:gd name="T9" fmla="*/ 0 h 9"/>
                <a:gd name="T10" fmla="*/ 0 w 27"/>
                <a:gd name="T11" fmla="*/ 0 h 9"/>
                <a:gd name="T12" fmla="*/ 0 w 27"/>
                <a:gd name="T13" fmla="*/ 0 h 9"/>
                <a:gd name="T14" fmla="*/ 0 w 27"/>
                <a:gd name="T15" fmla="*/ 0 h 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 h="9">
                  <a:moveTo>
                    <a:pt x="27" y="7"/>
                  </a:moveTo>
                  <a:lnTo>
                    <a:pt x="23" y="3"/>
                  </a:lnTo>
                  <a:lnTo>
                    <a:pt x="17" y="1"/>
                  </a:lnTo>
                  <a:lnTo>
                    <a:pt x="6" y="0"/>
                  </a:lnTo>
                  <a:lnTo>
                    <a:pt x="0" y="9"/>
                  </a:lnTo>
                  <a:lnTo>
                    <a:pt x="8" y="3"/>
                  </a:lnTo>
                  <a:lnTo>
                    <a:pt x="15" y="2"/>
                  </a:lnTo>
                  <a:lnTo>
                    <a:pt x="27" y="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2" name="Freeform 113">
              <a:extLst>
                <a:ext uri="{FF2B5EF4-FFF2-40B4-BE49-F238E27FC236}">
                  <a16:creationId xmlns:a16="http://schemas.microsoft.com/office/drawing/2014/main" id="{A42BADF6-21D5-AA47-929F-3E726824AFF1}"/>
                </a:ext>
              </a:extLst>
            </p:cNvPr>
            <p:cNvSpPr>
              <a:spLocks/>
            </p:cNvSpPr>
            <p:nvPr/>
          </p:nvSpPr>
          <p:spPr bwMode="auto">
            <a:xfrm>
              <a:off x="340" y="1841"/>
              <a:ext cx="4" cy="1"/>
            </a:xfrm>
            <a:custGeom>
              <a:avLst/>
              <a:gdLst>
                <a:gd name="T0" fmla="*/ 0 w 20"/>
                <a:gd name="T1" fmla="*/ 0 h 4"/>
                <a:gd name="T2" fmla="*/ 0 w 20"/>
                <a:gd name="T3" fmla="*/ 0 h 4"/>
                <a:gd name="T4" fmla="*/ 0 w 20"/>
                <a:gd name="T5" fmla="*/ 0 h 4"/>
                <a:gd name="T6" fmla="*/ 0 w 20"/>
                <a:gd name="T7" fmla="*/ 0 h 4"/>
                <a:gd name="T8" fmla="*/ 0 w 20"/>
                <a:gd name="T9" fmla="*/ 0 h 4"/>
                <a:gd name="T10" fmla="*/ 0 w 20"/>
                <a:gd name="T11" fmla="*/ 0 h 4"/>
                <a:gd name="T12" fmla="*/ 0 w 2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4">
                  <a:moveTo>
                    <a:pt x="0" y="2"/>
                  </a:moveTo>
                  <a:lnTo>
                    <a:pt x="4" y="0"/>
                  </a:lnTo>
                  <a:lnTo>
                    <a:pt x="11" y="0"/>
                  </a:lnTo>
                  <a:lnTo>
                    <a:pt x="20" y="4"/>
                  </a:lnTo>
                  <a:lnTo>
                    <a:pt x="15" y="3"/>
                  </a:lnTo>
                  <a:lnTo>
                    <a:pt x="11"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3" name="Freeform 114">
              <a:extLst>
                <a:ext uri="{FF2B5EF4-FFF2-40B4-BE49-F238E27FC236}">
                  <a16:creationId xmlns:a16="http://schemas.microsoft.com/office/drawing/2014/main" id="{A21724D1-02E8-E645-8530-FBF0DBAC59EF}"/>
                </a:ext>
              </a:extLst>
            </p:cNvPr>
            <p:cNvSpPr>
              <a:spLocks/>
            </p:cNvSpPr>
            <p:nvPr/>
          </p:nvSpPr>
          <p:spPr bwMode="auto">
            <a:xfrm>
              <a:off x="323" y="1845"/>
              <a:ext cx="6" cy="15"/>
            </a:xfrm>
            <a:custGeom>
              <a:avLst/>
              <a:gdLst>
                <a:gd name="T0" fmla="*/ 0 w 31"/>
                <a:gd name="T1" fmla="*/ 0 h 74"/>
                <a:gd name="T2" fmla="*/ 0 w 31"/>
                <a:gd name="T3" fmla="*/ 0 h 74"/>
                <a:gd name="T4" fmla="*/ 0 w 31"/>
                <a:gd name="T5" fmla="*/ 0 h 74"/>
                <a:gd name="T6" fmla="*/ 0 w 31"/>
                <a:gd name="T7" fmla="*/ 0 h 74"/>
                <a:gd name="T8" fmla="*/ 0 w 31"/>
                <a:gd name="T9" fmla="*/ 0 h 74"/>
                <a:gd name="T10" fmla="*/ 0 w 31"/>
                <a:gd name="T11" fmla="*/ 0 h 74"/>
                <a:gd name="T12" fmla="*/ 0 w 31"/>
                <a:gd name="T13" fmla="*/ 0 h 74"/>
                <a:gd name="T14" fmla="*/ 0 w 31"/>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 h="74">
                  <a:moveTo>
                    <a:pt x="0" y="0"/>
                  </a:moveTo>
                  <a:lnTo>
                    <a:pt x="17" y="19"/>
                  </a:lnTo>
                  <a:lnTo>
                    <a:pt x="25" y="42"/>
                  </a:lnTo>
                  <a:lnTo>
                    <a:pt x="26" y="74"/>
                  </a:lnTo>
                  <a:lnTo>
                    <a:pt x="31" y="49"/>
                  </a:lnTo>
                  <a:lnTo>
                    <a:pt x="29" y="29"/>
                  </a:lnTo>
                  <a:lnTo>
                    <a:pt x="24" y="2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4" name="Freeform 115">
              <a:extLst>
                <a:ext uri="{FF2B5EF4-FFF2-40B4-BE49-F238E27FC236}">
                  <a16:creationId xmlns:a16="http://schemas.microsoft.com/office/drawing/2014/main" id="{CD589682-722F-B945-B4AF-C23413A14933}"/>
                </a:ext>
              </a:extLst>
            </p:cNvPr>
            <p:cNvSpPr>
              <a:spLocks/>
            </p:cNvSpPr>
            <p:nvPr/>
          </p:nvSpPr>
          <p:spPr bwMode="auto">
            <a:xfrm>
              <a:off x="308" y="1839"/>
              <a:ext cx="10" cy="5"/>
            </a:xfrm>
            <a:custGeom>
              <a:avLst/>
              <a:gdLst>
                <a:gd name="T0" fmla="*/ 0 w 50"/>
                <a:gd name="T1" fmla="*/ 0 h 25"/>
                <a:gd name="T2" fmla="*/ 0 w 50"/>
                <a:gd name="T3" fmla="*/ 0 h 25"/>
                <a:gd name="T4" fmla="*/ 0 w 50"/>
                <a:gd name="T5" fmla="*/ 0 h 25"/>
                <a:gd name="T6" fmla="*/ 0 w 50"/>
                <a:gd name="T7" fmla="*/ 0 h 25"/>
                <a:gd name="T8" fmla="*/ 0 w 50"/>
                <a:gd name="T9" fmla="*/ 0 h 25"/>
                <a:gd name="T10" fmla="*/ 0 w 50"/>
                <a:gd name="T11" fmla="*/ 0 h 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 h="25">
                  <a:moveTo>
                    <a:pt x="0" y="11"/>
                  </a:moveTo>
                  <a:lnTo>
                    <a:pt x="19" y="13"/>
                  </a:lnTo>
                  <a:lnTo>
                    <a:pt x="50" y="25"/>
                  </a:lnTo>
                  <a:lnTo>
                    <a:pt x="28" y="9"/>
                  </a:lnTo>
                  <a:lnTo>
                    <a:pt x="1" y="0"/>
                  </a:lnTo>
                  <a:lnTo>
                    <a:pt x="0" y="1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5" name="Freeform 116">
              <a:extLst>
                <a:ext uri="{FF2B5EF4-FFF2-40B4-BE49-F238E27FC236}">
                  <a16:creationId xmlns:a16="http://schemas.microsoft.com/office/drawing/2014/main" id="{DBABC18C-79D9-4A44-A23D-D37191D68B1F}"/>
                </a:ext>
              </a:extLst>
            </p:cNvPr>
            <p:cNvSpPr>
              <a:spLocks/>
            </p:cNvSpPr>
            <p:nvPr/>
          </p:nvSpPr>
          <p:spPr bwMode="auto">
            <a:xfrm>
              <a:off x="321" y="1862"/>
              <a:ext cx="7" cy="7"/>
            </a:xfrm>
            <a:custGeom>
              <a:avLst/>
              <a:gdLst>
                <a:gd name="T0" fmla="*/ 0 w 39"/>
                <a:gd name="T1" fmla="*/ 0 h 33"/>
                <a:gd name="T2" fmla="*/ 0 w 39"/>
                <a:gd name="T3" fmla="*/ 0 h 33"/>
                <a:gd name="T4" fmla="*/ 0 w 39"/>
                <a:gd name="T5" fmla="*/ 0 h 33"/>
                <a:gd name="T6" fmla="*/ 0 w 39"/>
                <a:gd name="T7" fmla="*/ 0 h 33"/>
                <a:gd name="T8" fmla="*/ 0 w 39"/>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33">
                  <a:moveTo>
                    <a:pt x="39" y="0"/>
                  </a:moveTo>
                  <a:lnTo>
                    <a:pt x="20" y="21"/>
                  </a:lnTo>
                  <a:lnTo>
                    <a:pt x="0" y="33"/>
                  </a:lnTo>
                  <a:lnTo>
                    <a:pt x="26" y="25"/>
                  </a:lnTo>
                  <a:lnTo>
                    <a:pt x="3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6" name="Freeform 117">
              <a:extLst>
                <a:ext uri="{FF2B5EF4-FFF2-40B4-BE49-F238E27FC236}">
                  <a16:creationId xmlns:a16="http://schemas.microsoft.com/office/drawing/2014/main" id="{3498DBA3-77FA-4F40-9235-EF022231EF21}"/>
                </a:ext>
              </a:extLst>
            </p:cNvPr>
            <p:cNvSpPr>
              <a:spLocks/>
            </p:cNvSpPr>
            <p:nvPr/>
          </p:nvSpPr>
          <p:spPr bwMode="auto">
            <a:xfrm>
              <a:off x="332" y="1858"/>
              <a:ext cx="7" cy="7"/>
            </a:xfrm>
            <a:custGeom>
              <a:avLst/>
              <a:gdLst>
                <a:gd name="T0" fmla="*/ 0 w 38"/>
                <a:gd name="T1" fmla="*/ 0 h 35"/>
                <a:gd name="T2" fmla="*/ 0 w 38"/>
                <a:gd name="T3" fmla="*/ 0 h 35"/>
                <a:gd name="T4" fmla="*/ 0 w 38"/>
                <a:gd name="T5" fmla="*/ 0 h 35"/>
                <a:gd name="T6" fmla="*/ 0 w 38"/>
                <a:gd name="T7" fmla="*/ 0 h 35"/>
                <a:gd name="T8" fmla="*/ 0 w 38"/>
                <a:gd name="T9" fmla="*/ 0 h 35"/>
                <a:gd name="T10" fmla="*/ 0 w 38"/>
                <a:gd name="T11" fmla="*/ 0 h 35"/>
                <a:gd name="T12" fmla="*/ 0 w 38"/>
                <a:gd name="T13" fmla="*/ 0 h 35"/>
                <a:gd name="T14" fmla="*/ 0 w 38"/>
                <a:gd name="T15" fmla="*/ 0 h 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 h="35">
                  <a:moveTo>
                    <a:pt x="0" y="0"/>
                  </a:moveTo>
                  <a:lnTo>
                    <a:pt x="3" y="13"/>
                  </a:lnTo>
                  <a:lnTo>
                    <a:pt x="22" y="29"/>
                  </a:lnTo>
                  <a:lnTo>
                    <a:pt x="38" y="35"/>
                  </a:lnTo>
                  <a:lnTo>
                    <a:pt x="12" y="32"/>
                  </a:lnTo>
                  <a:lnTo>
                    <a:pt x="3" y="21"/>
                  </a:lnTo>
                  <a:lnTo>
                    <a:pt x="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47" name="Freeform 118">
              <a:extLst>
                <a:ext uri="{FF2B5EF4-FFF2-40B4-BE49-F238E27FC236}">
                  <a16:creationId xmlns:a16="http://schemas.microsoft.com/office/drawing/2014/main" id="{02A11260-9B6A-7F4D-965F-39B7D0E4FBD9}"/>
                </a:ext>
              </a:extLst>
            </p:cNvPr>
            <p:cNvSpPr>
              <a:spLocks/>
            </p:cNvSpPr>
            <p:nvPr/>
          </p:nvSpPr>
          <p:spPr bwMode="auto">
            <a:xfrm>
              <a:off x="278" y="1810"/>
              <a:ext cx="41" cy="31"/>
            </a:xfrm>
            <a:custGeom>
              <a:avLst/>
              <a:gdLst>
                <a:gd name="T0" fmla="*/ 0 w 201"/>
                <a:gd name="T1" fmla="*/ 0 h 158"/>
                <a:gd name="T2" fmla="*/ 0 w 201"/>
                <a:gd name="T3" fmla="*/ 0 h 158"/>
                <a:gd name="T4" fmla="*/ 0 w 201"/>
                <a:gd name="T5" fmla="*/ 0 h 158"/>
                <a:gd name="T6" fmla="*/ 0 w 201"/>
                <a:gd name="T7" fmla="*/ 0 h 158"/>
                <a:gd name="T8" fmla="*/ 0 w 201"/>
                <a:gd name="T9" fmla="*/ 0 h 158"/>
                <a:gd name="T10" fmla="*/ 0 w 201"/>
                <a:gd name="T11" fmla="*/ 0 h 158"/>
                <a:gd name="T12" fmla="*/ 0 w 201"/>
                <a:gd name="T13" fmla="*/ 0 h 1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158">
                  <a:moveTo>
                    <a:pt x="165" y="158"/>
                  </a:moveTo>
                  <a:lnTo>
                    <a:pt x="201" y="76"/>
                  </a:lnTo>
                  <a:lnTo>
                    <a:pt x="132" y="31"/>
                  </a:lnTo>
                  <a:lnTo>
                    <a:pt x="29" y="0"/>
                  </a:lnTo>
                  <a:lnTo>
                    <a:pt x="0" y="87"/>
                  </a:lnTo>
                  <a:lnTo>
                    <a:pt x="94" y="114"/>
                  </a:lnTo>
                  <a:lnTo>
                    <a:pt x="165" y="158"/>
                  </a:lnTo>
                  <a:close/>
                </a:path>
              </a:pathLst>
            </a:custGeom>
            <a:solidFill>
              <a:srgbClr val="FFFFFF"/>
            </a:solidFill>
            <a:ln w="3175">
              <a:solidFill>
                <a:srgbClr val="000000"/>
              </a:solidFill>
              <a:prstDash val="solid"/>
              <a:round/>
              <a:headEnd/>
              <a:tailEnd/>
            </a:ln>
          </p:spPr>
          <p:txBody>
            <a:bodyPr/>
            <a:lstStyle/>
            <a:p>
              <a:endParaRPr lang="zh-CN" altLang="en-US"/>
            </a:p>
          </p:txBody>
        </p:sp>
        <p:sp>
          <p:nvSpPr>
            <p:cNvPr id="224548" name="Oval 119">
              <a:extLst>
                <a:ext uri="{FF2B5EF4-FFF2-40B4-BE49-F238E27FC236}">
                  <a16:creationId xmlns:a16="http://schemas.microsoft.com/office/drawing/2014/main" id="{28AED487-6C97-5F49-9E5C-034C961E5A71}"/>
                </a:ext>
              </a:extLst>
            </p:cNvPr>
            <p:cNvSpPr>
              <a:spLocks noChangeArrowheads="1"/>
            </p:cNvSpPr>
            <p:nvPr/>
          </p:nvSpPr>
          <p:spPr bwMode="auto">
            <a:xfrm>
              <a:off x="304" y="1824"/>
              <a:ext cx="7" cy="9"/>
            </a:xfrm>
            <a:prstGeom prst="ellipse">
              <a:avLst/>
            </a:prstGeom>
            <a:solidFill>
              <a:srgbClr val="FFFFFF"/>
            </a:solidFill>
            <a:ln w="3175">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224549" name="Freeform 120">
              <a:extLst>
                <a:ext uri="{FF2B5EF4-FFF2-40B4-BE49-F238E27FC236}">
                  <a16:creationId xmlns:a16="http://schemas.microsoft.com/office/drawing/2014/main" id="{B7277CFF-012A-BC43-9D6E-6C2FB7E53388}"/>
                </a:ext>
              </a:extLst>
            </p:cNvPr>
            <p:cNvSpPr>
              <a:spLocks/>
            </p:cNvSpPr>
            <p:nvPr/>
          </p:nvSpPr>
          <p:spPr bwMode="auto">
            <a:xfrm>
              <a:off x="297" y="1826"/>
              <a:ext cx="10" cy="22"/>
            </a:xfrm>
            <a:custGeom>
              <a:avLst/>
              <a:gdLst>
                <a:gd name="T0" fmla="*/ 0 w 52"/>
                <a:gd name="T1" fmla="*/ 0 h 111"/>
                <a:gd name="T2" fmla="*/ 0 w 52"/>
                <a:gd name="T3" fmla="*/ 0 h 111"/>
                <a:gd name="T4" fmla="*/ 0 w 52"/>
                <a:gd name="T5" fmla="*/ 0 h 111"/>
                <a:gd name="T6" fmla="*/ 0 w 52"/>
                <a:gd name="T7" fmla="*/ 0 h 111"/>
                <a:gd name="T8" fmla="*/ 0 w 52"/>
                <a:gd name="T9" fmla="*/ 0 h 111"/>
                <a:gd name="T10" fmla="*/ 0 w 52"/>
                <a:gd name="T11" fmla="*/ 0 h 111"/>
                <a:gd name="T12" fmla="*/ 0 w 52"/>
                <a:gd name="T13" fmla="*/ 0 h 111"/>
                <a:gd name="T14" fmla="*/ 0 w 52"/>
                <a:gd name="T15" fmla="*/ 0 h 111"/>
                <a:gd name="T16" fmla="*/ 0 w 52"/>
                <a:gd name="T17" fmla="*/ 0 h 111"/>
                <a:gd name="T18" fmla="*/ 0 w 52"/>
                <a:gd name="T19" fmla="*/ 0 h 111"/>
                <a:gd name="T20" fmla="*/ 0 w 52"/>
                <a:gd name="T21" fmla="*/ 0 h 111"/>
                <a:gd name="T22" fmla="*/ 0 w 52"/>
                <a:gd name="T23" fmla="*/ 0 h 111"/>
                <a:gd name="T24" fmla="*/ 0 w 52"/>
                <a:gd name="T25" fmla="*/ 0 h 111"/>
                <a:gd name="T26" fmla="*/ 0 w 52"/>
                <a:gd name="T27" fmla="*/ 0 h 111"/>
                <a:gd name="T28" fmla="*/ 0 w 52"/>
                <a:gd name="T29" fmla="*/ 0 h 111"/>
                <a:gd name="T30" fmla="*/ 0 w 52"/>
                <a:gd name="T31" fmla="*/ 0 h 1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2" h="111">
                  <a:moveTo>
                    <a:pt x="4" y="74"/>
                  </a:moveTo>
                  <a:lnTo>
                    <a:pt x="7" y="55"/>
                  </a:lnTo>
                  <a:lnTo>
                    <a:pt x="5" y="36"/>
                  </a:lnTo>
                  <a:lnTo>
                    <a:pt x="4" y="23"/>
                  </a:lnTo>
                  <a:lnTo>
                    <a:pt x="0" y="13"/>
                  </a:lnTo>
                  <a:lnTo>
                    <a:pt x="4" y="4"/>
                  </a:lnTo>
                  <a:lnTo>
                    <a:pt x="11" y="0"/>
                  </a:lnTo>
                  <a:lnTo>
                    <a:pt x="27" y="6"/>
                  </a:lnTo>
                  <a:lnTo>
                    <a:pt x="33" y="16"/>
                  </a:lnTo>
                  <a:lnTo>
                    <a:pt x="37" y="27"/>
                  </a:lnTo>
                  <a:lnTo>
                    <a:pt x="39" y="39"/>
                  </a:lnTo>
                  <a:lnTo>
                    <a:pt x="40" y="59"/>
                  </a:lnTo>
                  <a:lnTo>
                    <a:pt x="52" y="79"/>
                  </a:lnTo>
                  <a:lnTo>
                    <a:pt x="23" y="111"/>
                  </a:lnTo>
                  <a:lnTo>
                    <a:pt x="11" y="103"/>
                  </a:lnTo>
                  <a:lnTo>
                    <a:pt x="4" y="74"/>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50" name="Freeform 121">
              <a:extLst>
                <a:ext uri="{FF2B5EF4-FFF2-40B4-BE49-F238E27FC236}">
                  <a16:creationId xmlns:a16="http://schemas.microsoft.com/office/drawing/2014/main" id="{64599F37-A9A3-764B-9A89-D0591AFEF32A}"/>
                </a:ext>
              </a:extLst>
            </p:cNvPr>
            <p:cNvSpPr>
              <a:spLocks/>
            </p:cNvSpPr>
            <p:nvPr/>
          </p:nvSpPr>
          <p:spPr bwMode="auto">
            <a:xfrm>
              <a:off x="301" y="1841"/>
              <a:ext cx="7" cy="7"/>
            </a:xfrm>
            <a:custGeom>
              <a:avLst/>
              <a:gdLst>
                <a:gd name="T0" fmla="*/ 0 w 35"/>
                <a:gd name="T1" fmla="*/ 0 h 34"/>
                <a:gd name="T2" fmla="*/ 0 w 35"/>
                <a:gd name="T3" fmla="*/ 0 h 34"/>
                <a:gd name="T4" fmla="*/ 0 w 35"/>
                <a:gd name="T5" fmla="*/ 0 h 34"/>
                <a:gd name="T6" fmla="*/ 0 w 35"/>
                <a:gd name="T7" fmla="*/ 0 h 34"/>
                <a:gd name="T8" fmla="*/ 0 w 35"/>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4">
                  <a:moveTo>
                    <a:pt x="24" y="0"/>
                  </a:moveTo>
                  <a:lnTo>
                    <a:pt x="35" y="4"/>
                  </a:lnTo>
                  <a:lnTo>
                    <a:pt x="9" y="34"/>
                  </a:lnTo>
                  <a:lnTo>
                    <a:pt x="0" y="26"/>
                  </a:lnTo>
                  <a:lnTo>
                    <a:pt x="24"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51" name="Freeform 122">
              <a:extLst>
                <a:ext uri="{FF2B5EF4-FFF2-40B4-BE49-F238E27FC236}">
                  <a16:creationId xmlns:a16="http://schemas.microsoft.com/office/drawing/2014/main" id="{EB0F18AB-3A8C-6C48-BC44-A19CF49B4483}"/>
                </a:ext>
              </a:extLst>
            </p:cNvPr>
            <p:cNvSpPr>
              <a:spLocks/>
            </p:cNvSpPr>
            <p:nvPr/>
          </p:nvSpPr>
          <p:spPr bwMode="auto">
            <a:xfrm>
              <a:off x="312" y="1815"/>
              <a:ext cx="9" cy="20"/>
            </a:xfrm>
            <a:custGeom>
              <a:avLst/>
              <a:gdLst>
                <a:gd name="T0" fmla="*/ 0 w 48"/>
                <a:gd name="T1" fmla="*/ 0 h 97"/>
                <a:gd name="T2" fmla="*/ 0 w 48"/>
                <a:gd name="T3" fmla="*/ 0 h 97"/>
                <a:gd name="T4" fmla="*/ 0 w 48"/>
                <a:gd name="T5" fmla="*/ 0 h 97"/>
                <a:gd name="T6" fmla="*/ 0 w 48"/>
                <a:gd name="T7" fmla="*/ 0 h 97"/>
                <a:gd name="T8" fmla="*/ 0 w 48"/>
                <a:gd name="T9" fmla="*/ 0 h 97"/>
                <a:gd name="T10" fmla="*/ 0 w 48"/>
                <a:gd name="T11" fmla="*/ 0 h 97"/>
                <a:gd name="T12" fmla="*/ 0 w 48"/>
                <a:gd name="T13" fmla="*/ 0 h 97"/>
                <a:gd name="T14" fmla="*/ 0 w 48"/>
                <a:gd name="T15" fmla="*/ 0 h 97"/>
                <a:gd name="T16" fmla="*/ 0 w 48"/>
                <a:gd name="T17" fmla="*/ 0 h 97"/>
                <a:gd name="T18" fmla="*/ 0 w 48"/>
                <a:gd name="T19" fmla="*/ 0 h 97"/>
                <a:gd name="T20" fmla="*/ 0 w 48"/>
                <a:gd name="T21" fmla="*/ 0 h 97"/>
                <a:gd name="T22" fmla="*/ 0 w 48"/>
                <a:gd name="T23" fmla="*/ 0 h 97"/>
                <a:gd name="T24" fmla="*/ 0 w 48"/>
                <a:gd name="T25" fmla="*/ 0 h 97"/>
                <a:gd name="T26" fmla="*/ 0 w 48"/>
                <a:gd name="T27" fmla="*/ 0 h 97"/>
                <a:gd name="T28" fmla="*/ 0 w 48"/>
                <a:gd name="T29" fmla="*/ 0 h 97"/>
                <a:gd name="T30" fmla="*/ 0 w 48"/>
                <a:gd name="T31" fmla="*/ 0 h 97"/>
                <a:gd name="T32" fmla="*/ 0 w 48"/>
                <a:gd name="T33" fmla="*/ 0 h 97"/>
                <a:gd name="T34" fmla="*/ 0 w 48"/>
                <a:gd name="T35" fmla="*/ 0 h 97"/>
                <a:gd name="T36" fmla="*/ 0 w 48"/>
                <a:gd name="T37" fmla="*/ 0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97">
                  <a:moveTo>
                    <a:pt x="0" y="23"/>
                  </a:moveTo>
                  <a:lnTo>
                    <a:pt x="4" y="43"/>
                  </a:lnTo>
                  <a:lnTo>
                    <a:pt x="6" y="51"/>
                  </a:lnTo>
                  <a:lnTo>
                    <a:pt x="7" y="64"/>
                  </a:lnTo>
                  <a:lnTo>
                    <a:pt x="5" y="73"/>
                  </a:lnTo>
                  <a:lnTo>
                    <a:pt x="7" y="84"/>
                  </a:lnTo>
                  <a:lnTo>
                    <a:pt x="14" y="95"/>
                  </a:lnTo>
                  <a:lnTo>
                    <a:pt x="21" y="96"/>
                  </a:lnTo>
                  <a:lnTo>
                    <a:pt x="34" y="97"/>
                  </a:lnTo>
                  <a:lnTo>
                    <a:pt x="43" y="91"/>
                  </a:lnTo>
                  <a:lnTo>
                    <a:pt x="46" y="88"/>
                  </a:lnTo>
                  <a:lnTo>
                    <a:pt x="48" y="77"/>
                  </a:lnTo>
                  <a:lnTo>
                    <a:pt x="48" y="59"/>
                  </a:lnTo>
                  <a:lnTo>
                    <a:pt x="48" y="48"/>
                  </a:lnTo>
                  <a:lnTo>
                    <a:pt x="46" y="32"/>
                  </a:lnTo>
                  <a:lnTo>
                    <a:pt x="44" y="22"/>
                  </a:lnTo>
                  <a:lnTo>
                    <a:pt x="36" y="0"/>
                  </a:lnTo>
                  <a:lnTo>
                    <a:pt x="7" y="1"/>
                  </a:lnTo>
                  <a:lnTo>
                    <a:pt x="0" y="23"/>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52" name="Freeform 123">
              <a:extLst>
                <a:ext uri="{FF2B5EF4-FFF2-40B4-BE49-F238E27FC236}">
                  <a16:creationId xmlns:a16="http://schemas.microsoft.com/office/drawing/2014/main" id="{E6C657CE-0CA8-F541-BD88-CCD1837476E4}"/>
                </a:ext>
              </a:extLst>
            </p:cNvPr>
            <p:cNvSpPr>
              <a:spLocks/>
            </p:cNvSpPr>
            <p:nvPr/>
          </p:nvSpPr>
          <p:spPr bwMode="auto">
            <a:xfrm>
              <a:off x="315" y="1828"/>
              <a:ext cx="5" cy="4"/>
            </a:xfrm>
            <a:custGeom>
              <a:avLst/>
              <a:gdLst>
                <a:gd name="T0" fmla="*/ 0 w 24"/>
                <a:gd name="T1" fmla="*/ 0 h 20"/>
                <a:gd name="T2" fmla="*/ 0 w 24"/>
                <a:gd name="T3" fmla="*/ 0 h 20"/>
                <a:gd name="T4" fmla="*/ 0 w 24"/>
                <a:gd name="T5" fmla="*/ 0 h 20"/>
                <a:gd name="T6" fmla="*/ 0 w 24"/>
                <a:gd name="T7" fmla="*/ 0 h 20"/>
                <a:gd name="T8" fmla="*/ 0 w 24"/>
                <a:gd name="T9" fmla="*/ 0 h 20"/>
                <a:gd name="T10" fmla="*/ 0 w 24"/>
                <a:gd name="T11" fmla="*/ 0 h 20"/>
                <a:gd name="T12" fmla="*/ 0 w 24"/>
                <a:gd name="T13" fmla="*/ 0 h 20"/>
                <a:gd name="T14" fmla="*/ 0 w 24"/>
                <a:gd name="T15" fmla="*/ 0 h 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20">
                  <a:moveTo>
                    <a:pt x="24" y="5"/>
                  </a:moveTo>
                  <a:lnTo>
                    <a:pt x="12" y="0"/>
                  </a:lnTo>
                  <a:lnTo>
                    <a:pt x="3" y="1"/>
                  </a:lnTo>
                  <a:lnTo>
                    <a:pt x="0" y="5"/>
                  </a:lnTo>
                  <a:lnTo>
                    <a:pt x="1" y="20"/>
                  </a:lnTo>
                  <a:lnTo>
                    <a:pt x="3" y="8"/>
                  </a:lnTo>
                  <a:lnTo>
                    <a:pt x="5" y="4"/>
                  </a:lnTo>
                  <a:lnTo>
                    <a:pt x="24"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1" name="Group 124">
            <a:extLst>
              <a:ext uri="{FF2B5EF4-FFF2-40B4-BE49-F238E27FC236}">
                <a16:creationId xmlns:a16="http://schemas.microsoft.com/office/drawing/2014/main" id="{BDA278F2-5F82-E140-BB66-B087E719EA61}"/>
              </a:ext>
            </a:extLst>
          </p:cNvPr>
          <p:cNvGrpSpPr>
            <a:grpSpLocks/>
          </p:cNvGrpSpPr>
          <p:nvPr/>
        </p:nvGrpSpPr>
        <p:grpSpPr bwMode="auto">
          <a:xfrm>
            <a:off x="1613297" y="4258004"/>
            <a:ext cx="165497" cy="84534"/>
            <a:chOff x="375" y="2315"/>
            <a:chExt cx="139" cy="71"/>
          </a:xfrm>
        </p:grpSpPr>
        <p:sp>
          <p:nvSpPr>
            <p:cNvPr id="224533" name="Freeform 125">
              <a:extLst>
                <a:ext uri="{FF2B5EF4-FFF2-40B4-BE49-F238E27FC236}">
                  <a16:creationId xmlns:a16="http://schemas.microsoft.com/office/drawing/2014/main" id="{8B1149FF-9CCF-F54B-81AD-410B330F3001}"/>
                </a:ext>
              </a:extLst>
            </p:cNvPr>
            <p:cNvSpPr>
              <a:spLocks/>
            </p:cNvSpPr>
            <p:nvPr/>
          </p:nvSpPr>
          <p:spPr bwMode="auto">
            <a:xfrm>
              <a:off x="375" y="2315"/>
              <a:ext cx="139" cy="71"/>
            </a:xfrm>
            <a:custGeom>
              <a:avLst/>
              <a:gdLst>
                <a:gd name="T0" fmla="*/ 0 w 691"/>
                <a:gd name="T1" fmla="*/ 0 h 355"/>
                <a:gd name="T2" fmla="*/ 0 w 691"/>
                <a:gd name="T3" fmla="*/ 0 h 355"/>
                <a:gd name="T4" fmla="*/ 0 w 691"/>
                <a:gd name="T5" fmla="*/ 0 h 355"/>
                <a:gd name="T6" fmla="*/ 0 w 691"/>
                <a:gd name="T7" fmla="*/ 0 h 355"/>
                <a:gd name="T8" fmla="*/ 0 w 691"/>
                <a:gd name="T9" fmla="*/ 0 h 355"/>
                <a:gd name="T10" fmla="*/ 0 w 691"/>
                <a:gd name="T11" fmla="*/ 0 h 355"/>
                <a:gd name="T12" fmla="*/ 0 w 691"/>
                <a:gd name="T13" fmla="*/ 0 h 355"/>
                <a:gd name="T14" fmla="*/ 0 w 691"/>
                <a:gd name="T15" fmla="*/ 0 h 355"/>
                <a:gd name="T16" fmla="*/ 0 w 691"/>
                <a:gd name="T17" fmla="*/ 0 h 355"/>
                <a:gd name="T18" fmla="*/ 0 w 691"/>
                <a:gd name="T19" fmla="*/ 0 h 355"/>
                <a:gd name="T20" fmla="*/ 0 w 691"/>
                <a:gd name="T21" fmla="*/ 0 h 355"/>
                <a:gd name="T22" fmla="*/ 0 w 691"/>
                <a:gd name="T23" fmla="*/ 0 h 355"/>
                <a:gd name="T24" fmla="*/ 0 w 691"/>
                <a:gd name="T25" fmla="*/ 0 h 355"/>
                <a:gd name="T26" fmla="*/ 0 w 691"/>
                <a:gd name="T27" fmla="*/ 0 h 355"/>
                <a:gd name="T28" fmla="*/ 0 w 691"/>
                <a:gd name="T29" fmla="*/ 0 h 355"/>
                <a:gd name="T30" fmla="*/ 0 w 691"/>
                <a:gd name="T31" fmla="*/ 0 h 355"/>
                <a:gd name="T32" fmla="*/ 0 w 691"/>
                <a:gd name="T33" fmla="*/ 0 h 355"/>
                <a:gd name="T34" fmla="*/ 0 w 691"/>
                <a:gd name="T35" fmla="*/ 0 h 355"/>
                <a:gd name="T36" fmla="*/ 0 w 691"/>
                <a:gd name="T37" fmla="*/ 0 h 355"/>
                <a:gd name="T38" fmla="*/ 0 w 691"/>
                <a:gd name="T39" fmla="*/ 0 h 3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1" h="355">
                  <a:moveTo>
                    <a:pt x="279" y="11"/>
                  </a:moveTo>
                  <a:lnTo>
                    <a:pt x="274" y="104"/>
                  </a:lnTo>
                  <a:lnTo>
                    <a:pt x="455" y="189"/>
                  </a:lnTo>
                  <a:lnTo>
                    <a:pt x="607" y="226"/>
                  </a:lnTo>
                  <a:lnTo>
                    <a:pt x="691" y="263"/>
                  </a:lnTo>
                  <a:lnTo>
                    <a:pt x="687" y="313"/>
                  </a:lnTo>
                  <a:lnTo>
                    <a:pt x="577" y="343"/>
                  </a:lnTo>
                  <a:lnTo>
                    <a:pt x="413" y="355"/>
                  </a:lnTo>
                  <a:lnTo>
                    <a:pt x="274" y="331"/>
                  </a:lnTo>
                  <a:lnTo>
                    <a:pt x="188" y="307"/>
                  </a:lnTo>
                  <a:lnTo>
                    <a:pt x="183" y="334"/>
                  </a:lnTo>
                  <a:lnTo>
                    <a:pt x="74" y="331"/>
                  </a:lnTo>
                  <a:lnTo>
                    <a:pt x="7" y="318"/>
                  </a:lnTo>
                  <a:lnTo>
                    <a:pt x="7" y="270"/>
                  </a:lnTo>
                  <a:lnTo>
                    <a:pt x="0" y="242"/>
                  </a:lnTo>
                  <a:lnTo>
                    <a:pt x="0" y="173"/>
                  </a:lnTo>
                  <a:lnTo>
                    <a:pt x="18" y="135"/>
                  </a:lnTo>
                  <a:lnTo>
                    <a:pt x="53" y="91"/>
                  </a:lnTo>
                  <a:lnTo>
                    <a:pt x="60" y="0"/>
                  </a:lnTo>
                  <a:lnTo>
                    <a:pt x="279" y="11"/>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34" name="Freeform 126">
              <a:extLst>
                <a:ext uri="{FF2B5EF4-FFF2-40B4-BE49-F238E27FC236}">
                  <a16:creationId xmlns:a16="http://schemas.microsoft.com/office/drawing/2014/main" id="{6D52AEBD-5107-714E-8511-05B15F4CE405}"/>
                </a:ext>
              </a:extLst>
            </p:cNvPr>
            <p:cNvSpPr>
              <a:spLocks/>
            </p:cNvSpPr>
            <p:nvPr/>
          </p:nvSpPr>
          <p:spPr bwMode="auto">
            <a:xfrm>
              <a:off x="421" y="2341"/>
              <a:ext cx="42" cy="22"/>
            </a:xfrm>
            <a:custGeom>
              <a:avLst/>
              <a:gdLst>
                <a:gd name="T0" fmla="*/ 0 w 208"/>
                <a:gd name="T1" fmla="*/ 0 h 110"/>
                <a:gd name="T2" fmla="*/ 0 w 208"/>
                <a:gd name="T3" fmla="*/ 0 h 110"/>
                <a:gd name="T4" fmla="*/ 0 w 208"/>
                <a:gd name="T5" fmla="*/ 0 h 110"/>
                <a:gd name="T6" fmla="*/ 0 w 208"/>
                <a:gd name="T7" fmla="*/ 0 h 110"/>
                <a:gd name="T8" fmla="*/ 0 w 20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 h="110">
                  <a:moveTo>
                    <a:pt x="53" y="0"/>
                  </a:moveTo>
                  <a:lnTo>
                    <a:pt x="0" y="58"/>
                  </a:lnTo>
                  <a:lnTo>
                    <a:pt x="186" y="110"/>
                  </a:lnTo>
                  <a:lnTo>
                    <a:pt x="208" y="70"/>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5" name="Freeform 127">
              <a:extLst>
                <a:ext uri="{FF2B5EF4-FFF2-40B4-BE49-F238E27FC236}">
                  <a16:creationId xmlns:a16="http://schemas.microsoft.com/office/drawing/2014/main" id="{3C2BF8C8-92DC-AB4A-B8CB-EE3CBD7DC000}"/>
                </a:ext>
              </a:extLst>
            </p:cNvPr>
            <p:cNvSpPr>
              <a:spLocks/>
            </p:cNvSpPr>
            <p:nvPr/>
          </p:nvSpPr>
          <p:spPr bwMode="auto">
            <a:xfrm>
              <a:off x="463" y="2356"/>
              <a:ext cx="46" cy="13"/>
            </a:xfrm>
            <a:custGeom>
              <a:avLst/>
              <a:gdLst>
                <a:gd name="T0" fmla="*/ 0 w 233"/>
                <a:gd name="T1" fmla="*/ 0 h 67"/>
                <a:gd name="T2" fmla="*/ 0 w 233"/>
                <a:gd name="T3" fmla="*/ 0 h 67"/>
                <a:gd name="T4" fmla="*/ 0 w 233"/>
                <a:gd name="T5" fmla="*/ 0 h 67"/>
                <a:gd name="T6" fmla="*/ 0 w 233"/>
                <a:gd name="T7" fmla="*/ 0 h 67"/>
                <a:gd name="T8" fmla="*/ 0 w 233"/>
                <a:gd name="T9" fmla="*/ 0 h 67"/>
                <a:gd name="T10" fmla="*/ 0 w 233"/>
                <a:gd name="T11" fmla="*/ 0 h 67"/>
                <a:gd name="T12" fmla="*/ 0 w 233"/>
                <a:gd name="T13" fmla="*/ 0 h 6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3" h="67">
                  <a:moveTo>
                    <a:pt x="27" y="0"/>
                  </a:moveTo>
                  <a:lnTo>
                    <a:pt x="0" y="32"/>
                  </a:lnTo>
                  <a:lnTo>
                    <a:pt x="115" y="62"/>
                  </a:lnTo>
                  <a:lnTo>
                    <a:pt x="168" y="67"/>
                  </a:lnTo>
                  <a:lnTo>
                    <a:pt x="233" y="64"/>
                  </a:lnTo>
                  <a:lnTo>
                    <a:pt x="165" y="30"/>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6" name="Freeform 128">
              <a:extLst>
                <a:ext uri="{FF2B5EF4-FFF2-40B4-BE49-F238E27FC236}">
                  <a16:creationId xmlns:a16="http://schemas.microsoft.com/office/drawing/2014/main" id="{70A6F8AC-C623-2248-AD10-BD3B98EF0067}"/>
                </a:ext>
              </a:extLst>
            </p:cNvPr>
            <p:cNvSpPr>
              <a:spLocks/>
            </p:cNvSpPr>
            <p:nvPr/>
          </p:nvSpPr>
          <p:spPr bwMode="auto">
            <a:xfrm>
              <a:off x="376" y="2341"/>
              <a:ext cx="134" cy="41"/>
            </a:xfrm>
            <a:custGeom>
              <a:avLst/>
              <a:gdLst>
                <a:gd name="T0" fmla="*/ 0 w 670"/>
                <a:gd name="T1" fmla="*/ 0 h 209"/>
                <a:gd name="T2" fmla="*/ 0 w 670"/>
                <a:gd name="T3" fmla="*/ 0 h 209"/>
                <a:gd name="T4" fmla="*/ 0 w 670"/>
                <a:gd name="T5" fmla="*/ 0 h 209"/>
                <a:gd name="T6" fmla="*/ 0 w 670"/>
                <a:gd name="T7" fmla="*/ 0 h 209"/>
                <a:gd name="T8" fmla="*/ 0 w 670"/>
                <a:gd name="T9" fmla="*/ 0 h 209"/>
                <a:gd name="T10" fmla="*/ 0 w 670"/>
                <a:gd name="T11" fmla="*/ 0 h 209"/>
                <a:gd name="T12" fmla="*/ 0 w 670"/>
                <a:gd name="T13" fmla="*/ 0 h 209"/>
                <a:gd name="T14" fmla="*/ 0 w 670"/>
                <a:gd name="T15" fmla="*/ 0 h 209"/>
                <a:gd name="T16" fmla="*/ 0 w 670"/>
                <a:gd name="T17" fmla="*/ 0 h 209"/>
                <a:gd name="T18" fmla="*/ 0 w 670"/>
                <a:gd name="T19" fmla="*/ 0 h 209"/>
                <a:gd name="T20" fmla="*/ 0 w 670"/>
                <a:gd name="T21" fmla="*/ 0 h 209"/>
                <a:gd name="T22" fmla="*/ 0 w 670"/>
                <a:gd name="T23" fmla="*/ 0 h 209"/>
                <a:gd name="T24" fmla="*/ 0 w 670"/>
                <a:gd name="T25" fmla="*/ 0 h 209"/>
                <a:gd name="T26" fmla="*/ 0 w 670"/>
                <a:gd name="T27" fmla="*/ 0 h 209"/>
                <a:gd name="T28" fmla="*/ 0 w 670"/>
                <a:gd name="T29" fmla="*/ 0 h 209"/>
                <a:gd name="T30" fmla="*/ 0 w 670"/>
                <a:gd name="T31" fmla="*/ 0 h 209"/>
                <a:gd name="T32" fmla="*/ 0 w 670"/>
                <a:gd name="T33" fmla="*/ 0 h 209"/>
                <a:gd name="T34" fmla="*/ 0 w 670"/>
                <a:gd name="T35" fmla="*/ 0 h 209"/>
                <a:gd name="T36" fmla="*/ 0 w 670"/>
                <a:gd name="T37" fmla="*/ 0 h 2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0" h="209">
                  <a:moveTo>
                    <a:pt x="670" y="178"/>
                  </a:moveTo>
                  <a:lnTo>
                    <a:pt x="670" y="146"/>
                  </a:lnTo>
                  <a:lnTo>
                    <a:pt x="582" y="155"/>
                  </a:lnTo>
                  <a:lnTo>
                    <a:pt x="442" y="134"/>
                  </a:lnTo>
                  <a:lnTo>
                    <a:pt x="361" y="116"/>
                  </a:lnTo>
                  <a:lnTo>
                    <a:pt x="206" y="66"/>
                  </a:lnTo>
                  <a:lnTo>
                    <a:pt x="140" y="58"/>
                  </a:lnTo>
                  <a:lnTo>
                    <a:pt x="73" y="34"/>
                  </a:lnTo>
                  <a:lnTo>
                    <a:pt x="40" y="0"/>
                  </a:lnTo>
                  <a:lnTo>
                    <a:pt x="0" y="43"/>
                  </a:lnTo>
                  <a:lnTo>
                    <a:pt x="0" y="132"/>
                  </a:lnTo>
                  <a:lnTo>
                    <a:pt x="49" y="146"/>
                  </a:lnTo>
                  <a:lnTo>
                    <a:pt x="170" y="162"/>
                  </a:lnTo>
                  <a:lnTo>
                    <a:pt x="218" y="167"/>
                  </a:lnTo>
                  <a:lnTo>
                    <a:pt x="298" y="196"/>
                  </a:lnTo>
                  <a:lnTo>
                    <a:pt x="388" y="209"/>
                  </a:lnTo>
                  <a:lnTo>
                    <a:pt x="452" y="209"/>
                  </a:lnTo>
                  <a:lnTo>
                    <a:pt x="553" y="209"/>
                  </a:lnTo>
                  <a:lnTo>
                    <a:pt x="670"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7" name="Freeform 129">
              <a:extLst>
                <a:ext uri="{FF2B5EF4-FFF2-40B4-BE49-F238E27FC236}">
                  <a16:creationId xmlns:a16="http://schemas.microsoft.com/office/drawing/2014/main" id="{9031AD14-4D26-0548-8D3C-3B56E03B3713}"/>
                </a:ext>
              </a:extLst>
            </p:cNvPr>
            <p:cNvSpPr>
              <a:spLocks/>
            </p:cNvSpPr>
            <p:nvPr/>
          </p:nvSpPr>
          <p:spPr bwMode="auto">
            <a:xfrm>
              <a:off x="386" y="2317"/>
              <a:ext cx="44" cy="34"/>
            </a:xfrm>
            <a:custGeom>
              <a:avLst/>
              <a:gdLst>
                <a:gd name="T0" fmla="*/ 0 w 219"/>
                <a:gd name="T1" fmla="*/ 0 h 171"/>
                <a:gd name="T2" fmla="*/ 0 w 219"/>
                <a:gd name="T3" fmla="*/ 0 h 171"/>
                <a:gd name="T4" fmla="*/ 0 w 219"/>
                <a:gd name="T5" fmla="*/ 0 h 171"/>
                <a:gd name="T6" fmla="*/ 0 w 219"/>
                <a:gd name="T7" fmla="*/ 0 h 171"/>
                <a:gd name="T8" fmla="*/ 0 w 219"/>
                <a:gd name="T9" fmla="*/ 0 h 171"/>
                <a:gd name="T10" fmla="*/ 0 w 219"/>
                <a:gd name="T11" fmla="*/ 0 h 171"/>
                <a:gd name="T12" fmla="*/ 0 w 219"/>
                <a:gd name="T13" fmla="*/ 0 h 171"/>
                <a:gd name="T14" fmla="*/ 0 w 219"/>
                <a:gd name="T15" fmla="*/ 0 h 171"/>
                <a:gd name="T16" fmla="*/ 0 w 219"/>
                <a:gd name="T17" fmla="*/ 0 h 171"/>
                <a:gd name="T18" fmla="*/ 0 w 219"/>
                <a:gd name="T19" fmla="*/ 0 h 1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171">
                  <a:moveTo>
                    <a:pt x="214" y="11"/>
                  </a:moveTo>
                  <a:lnTo>
                    <a:pt x="207" y="96"/>
                  </a:lnTo>
                  <a:lnTo>
                    <a:pt x="219" y="114"/>
                  </a:lnTo>
                  <a:lnTo>
                    <a:pt x="170" y="171"/>
                  </a:lnTo>
                  <a:lnTo>
                    <a:pt x="103" y="171"/>
                  </a:lnTo>
                  <a:lnTo>
                    <a:pt x="26" y="146"/>
                  </a:lnTo>
                  <a:lnTo>
                    <a:pt x="0" y="112"/>
                  </a:lnTo>
                  <a:lnTo>
                    <a:pt x="15" y="89"/>
                  </a:lnTo>
                  <a:lnTo>
                    <a:pt x="20" y="0"/>
                  </a:lnTo>
                  <a:lnTo>
                    <a:pt x="214"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2" name="Group 130">
            <a:extLst>
              <a:ext uri="{FF2B5EF4-FFF2-40B4-BE49-F238E27FC236}">
                <a16:creationId xmlns:a16="http://schemas.microsoft.com/office/drawing/2014/main" id="{7F26AC1C-49EF-494D-9CD4-AB206A8867F3}"/>
              </a:ext>
            </a:extLst>
          </p:cNvPr>
          <p:cNvGrpSpPr>
            <a:grpSpLocks/>
          </p:cNvGrpSpPr>
          <p:nvPr/>
        </p:nvGrpSpPr>
        <p:grpSpPr bwMode="auto">
          <a:xfrm>
            <a:off x="1616869" y="4110367"/>
            <a:ext cx="69056" cy="169069"/>
            <a:chOff x="378" y="2191"/>
            <a:chExt cx="58" cy="142"/>
          </a:xfrm>
        </p:grpSpPr>
        <p:sp>
          <p:nvSpPr>
            <p:cNvPr id="224531" name="Freeform 131">
              <a:extLst>
                <a:ext uri="{FF2B5EF4-FFF2-40B4-BE49-F238E27FC236}">
                  <a16:creationId xmlns:a16="http://schemas.microsoft.com/office/drawing/2014/main" id="{9383754B-8AA6-2C4A-9EB1-C47BD31C6F8E}"/>
                </a:ext>
              </a:extLst>
            </p:cNvPr>
            <p:cNvSpPr>
              <a:spLocks/>
            </p:cNvSpPr>
            <p:nvPr/>
          </p:nvSpPr>
          <p:spPr bwMode="auto">
            <a:xfrm>
              <a:off x="378" y="2191"/>
              <a:ext cx="58" cy="142"/>
            </a:xfrm>
            <a:custGeom>
              <a:avLst/>
              <a:gdLst>
                <a:gd name="T0" fmla="*/ 0 w 292"/>
                <a:gd name="T1" fmla="*/ 0 h 710"/>
                <a:gd name="T2" fmla="*/ 0 w 292"/>
                <a:gd name="T3" fmla="*/ 0 h 710"/>
                <a:gd name="T4" fmla="*/ 0 w 292"/>
                <a:gd name="T5" fmla="*/ 0 h 710"/>
                <a:gd name="T6" fmla="*/ 0 w 292"/>
                <a:gd name="T7" fmla="*/ 0 h 710"/>
                <a:gd name="T8" fmla="*/ 0 w 292"/>
                <a:gd name="T9" fmla="*/ 0 h 710"/>
                <a:gd name="T10" fmla="*/ 0 w 292"/>
                <a:gd name="T11" fmla="*/ 0 h 710"/>
                <a:gd name="T12" fmla="*/ 0 w 292"/>
                <a:gd name="T13" fmla="*/ 0 h 710"/>
                <a:gd name="T14" fmla="*/ 0 w 292"/>
                <a:gd name="T15" fmla="*/ 0 h 7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2" h="710">
                  <a:moveTo>
                    <a:pt x="24" y="15"/>
                  </a:moveTo>
                  <a:lnTo>
                    <a:pt x="6" y="256"/>
                  </a:lnTo>
                  <a:lnTo>
                    <a:pt x="10" y="454"/>
                  </a:lnTo>
                  <a:lnTo>
                    <a:pt x="0" y="678"/>
                  </a:lnTo>
                  <a:lnTo>
                    <a:pt x="144" y="710"/>
                  </a:lnTo>
                  <a:lnTo>
                    <a:pt x="283" y="710"/>
                  </a:lnTo>
                  <a:lnTo>
                    <a:pt x="292" y="0"/>
                  </a:lnTo>
                  <a:lnTo>
                    <a:pt x="24" y="15"/>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32" name="Freeform 132">
              <a:extLst>
                <a:ext uri="{FF2B5EF4-FFF2-40B4-BE49-F238E27FC236}">
                  <a16:creationId xmlns:a16="http://schemas.microsoft.com/office/drawing/2014/main" id="{BCCC5589-6421-0441-99A1-3C89944A95BB}"/>
                </a:ext>
              </a:extLst>
            </p:cNvPr>
            <p:cNvSpPr>
              <a:spLocks/>
            </p:cNvSpPr>
            <p:nvPr/>
          </p:nvSpPr>
          <p:spPr bwMode="auto">
            <a:xfrm>
              <a:off x="383" y="2193"/>
              <a:ext cx="50" cy="136"/>
            </a:xfrm>
            <a:custGeom>
              <a:avLst/>
              <a:gdLst>
                <a:gd name="T0" fmla="*/ 0 w 252"/>
                <a:gd name="T1" fmla="*/ 0 h 681"/>
                <a:gd name="T2" fmla="*/ 0 w 252"/>
                <a:gd name="T3" fmla="*/ 0 h 681"/>
                <a:gd name="T4" fmla="*/ 0 w 252"/>
                <a:gd name="T5" fmla="*/ 0 h 681"/>
                <a:gd name="T6" fmla="*/ 0 w 252"/>
                <a:gd name="T7" fmla="*/ 0 h 681"/>
                <a:gd name="T8" fmla="*/ 0 w 252"/>
                <a:gd name="T9" fmla="*/ 0 h 681"/>
                <a:gd name="T10" fmla="*/ 0 w 252"/>
                <a:gd name="T11" fmla="*/ 0 h 681"/>
                <a:gd name="T12" fmla="*/ 0 w 252"/>
                <a:gd name="T13" fmla="*/ 0 h 681"/>
                <a:gd name="T14" fmla="*/ 0 w 252"/>
                <a:gd name="T15" fmla="*/ 0 h 6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2" h="681">
                  <a:moveTo>
                    <a:pt x="23" y="21"/>
                  </a:moveTo>
                  <a:lnTo>
                    <a:pt x="0" y="223"/>
                  </a:lnTo>
                  <a:lnTo>
                    <a:pt x="5" y="385"/>
                  </a:lnTo>
                  <a:lnTo>
                    <a:pt x="5" y="633"/>
                  </a:lnTo>
                  <a:lnTo>
                    <a:pt x="128" y="681"/>
                  </a:lnTo>
                  <a:lnTo>
                    <a:pt x="238" y="681"/>
                  </a:lnTo>
                  <a:lnTo>
                    <a:pt x="252" y="0"/>
                  </a:lnTo>
                  <a:lnTo>
                    <a:pt x="23" y="2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73" name="Group 133">
            <a:extLst>
              <a:ext uri="{FF2B5EF4-FFF2-40B4-BE49-F238E27FC236}">
                <a16:creationId xmlns:a16="http://schemas.microsoft.com/office/drawing/2014/main" id="{0FA8A2B2-B777-AD4F-B4CF-5C9C836EB4CF}"/>
              </a:ext>
            </a:extLst>
          </p:cNvPr>
          <p:cNvGrpSpPr>
            <a:grpSpLocks/>
          </p:cNvGrpSpPr>
          <p:nvPr/>
        </p:nvGrpSpPr>
        <p:grpSpPr bwMode="auto">
          <a:xfrm>
            <a:off x="1652587" y="4281817"/>
            <a:ext cx="167879" cy="84534"/>
            <a:chOff x="408" y="2335"/>
            <a:chExt cx="141" cy="71"/>
          </a:xfrm>
        </p:grpSpPr>
        <p:sp>
          <p:nvSpPr>
            <p:cNvPr id="224526" name="Freeform 134">
              <a:extLst>
                <a:ext uri="{FF2B5EF4-FFF2-40B4-BE49-F238E27FC236}">
                  <a16:creationId xmlns:a16="http://schemas.microsoft.com/office/drawing/2014/main" id="{33627493-7B31-CC4F-B39C-24F87032CBCE}"/>
                </a:ext>
              </a:extLst>
            </p:cNvPr>
            <p:cNvSpPr>
              <a:spLocks/>
            </p:cNvSpPr>
            <p:nvPr/>
          </p:nvSpPr>
          <p:spPr bwMode="auto">
            <a:xfrm>
              <a:off x="408" y="2335"/>
              <a:ext cx="141" cy="71"/>
            </a:xfrm>
            <a:custGeom>
              <a:avLst/>
              <a:gdLst>
                <a:gd name="T0" fmla="*/ 0 w 703"/>
                <a:gd name="T1" fmla="*/ 0 h 356"/>
                <a:gd name="T2" fmla="*/ 0 w 703"/>
                <a:gd name="T3" fmla="*/ 0 h 356"/>
                <a:gd name="T4" fmla="*/ 0 w 703"/>
                <a:gd name="T5" fmla="*/ 0 h 356"/>
                <a:gd name="T6" fmla="*/ 0 w 703"/>
                <a:gd name="T7" fmla="*/ 0 h 356"/>
                <a:gd name="T8" fmla="*/ 0 w 703"/>
                <a:gd name="T9" fmla="*/ 0 h 356"/>
                <a:gd name="T10" fmla="*/ 0 w 703"/>
                <a:gd name="T11" fmla="*/ 0 h 356"/>
                <a:gd name="T12" fmla="*/ 0 w 703"/>
                <a:gd name="T13" fmla="*/ 0 h 356"/>
                <a:gd name="T14" fmla="*/ 0 w 703"/>
                <a:gd name="T15" fmla="*/ 0 h 356"/>
                <a:gd name="T16" fmla="*/ 0 w 703"/>
                <a:gd name="T17" fmla="*/ 0 h 356"/>
                <a:gd name="T18" fmla="*/ 0 w 703"/>
                <a:gd name="T19" fmla="*/ 0 h 356"/>
                <a:gd name="T20" fmla="*/ 0 w 703"/>
                <a:gd name="T21" fmla="*/ 0 h 356"/>
                <a:gd name="T22" fmla="*/ 0 w 703"/>
                <a:gd name="T23" fmla="*/ 0 h 356"/>
                <a:gd name="T24" fmla="*/ 0 w 703"/>
                <a:gd name="T25" fmla="*/ 0 h 356"/>
                <a:gd name="T26" fmla="*/ 0 w 703"/>
                <a:gd name="T27" fmla="*/ 0 h 356"/>
                <a:gd name="T28" fmla="*/ 0 w 703"/>
                <a:gd name="T29" fmla="*/ 0 h 356"/>
                <a:gd name="T30" fmla="*/ 0 w 703"/>
                <a:gd name="T31" fmla="*/ 0 h 356"/>
                <a:gd name="T32" fmla="*/ 0 w 703"/>
                <a:gd name="T33" fmla="*/ 0 h 356"/>
                <a:gd name="T34" fmla="*/ 0 w 703"/>
                <a:gd name="T35" fmla="*/ 0 h 356"/>
                <a:gd name="T36" fmla="*/ 0 w 703"/>
                <a:gd name="T37" fmla="*/ 0 h 356"/>
                <a:gd name="T38" fmla="*/ 0 w 703"/>
                <a:gd name="T39" fmla="*/ 0 h 3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03" h="356">
                  <a:moveTo>
                    <a:pt x="285" y="13"/>
                  </a:moveTo>
                  <a:lnTo>
                    <a:pt x="280" y="104"/>
                  </a:lnTo>
                  <a:lnTo>
                    <a:pt x="463" y="191"/>
                  </a:lnTo>
                  <a:lnTo>
                    <a:pt x="617" y="227"/>
                  </a:lnTo>
                  <a:lnTo>
                    <a:pt x="703" y="264"/>
                  </a:lnTo>
                  <a:lnTo>
                    <a:pt x="698" y="314"/>
                  </a:lnTo>
                  <a:lnTo>
                    <a:pt x="588" y="345"/>
                  </a:lnTo>
                  <a:lnTo>
                    <a:pt x="420" y="356"/>
                  </a:lnTo>
                  <a:lnTo>
                    <a:pt x="280" y="332"/>
                  </a:lnTo>
                  <a:lnTo>
                    <a:pt x="194" y="307"/>
                  </a:lnTo>
                  <a:lnTo>
                    <a:pt x="188" y="335"/>
                  </a:lnTo>
                  <a:lnTo>
                    <a:pt x="76" y="332"/>
                  </a:lnTo>
                  <a:lnTo>
                    <a:pt x="8" y="320"/>
                  </a:lnTo>
                  <a:lnTo>
                    <a:pt x="8" y="271"/>
                  </a:lnTo>
                  <a:lnTo>
                    <a:pt x="0" y="243"/>
                  </a:lnTo>
                  <a:lnTo>
                    <a:pt x="0" y="174"/>
                  </a:lnTo>
                  <a:lnTo>
                    <a:pt x="22" y="136"/>
                  </a:lnTo>
                  <a:lnTo>
                    <a:pt x="56" y="94"/>
                  </a:lnTo>
                  <a:lnTo>
                    <a:pt x="64" y="0"/>
                  </a:lnTo>
                  <a:lnTo>
                    <a:pt x="285" y="13"/>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527" name="Freeform 135">
              <a:extLst>
                <a:ext uri="{FF2B5EF4-FFF2-40B4-BE49-F238E27FC236}">
                  <a16:creationId xmlns:a16="http://schemas.microsoft.com/office/drawing/2014/main" id="{B61E42AD-EDB1-CF4F-B175-C4B49C34F977}"/>
                </a:ext>
              </a:extLst>
            </p:cNvPr>
            <p:cNvSpPr>
              <a:spLocks/>
            </p:cNvSpPr>
            <p:nvPr/>
          </p:nvSpPr>
          <p:spPr bwMode="auto">
            <a:xfrm>
              <a:off x="455" y="2361"/>
              <a:ext cx="42" cy="22"/>
            </a:xfrm>
            <a:custGeom>
              <a:avLst/>
              <a:gdLst>
                <a:gd name="T0" fmla="*/ 0 w 210"/>
                <a:gd name="T1" fmla="*/ 0 h 111"/>
                <a:gd name="T2" fmla="*/ 0 w 210"/>
                <a:gd name="T3" fmla="*/ 0 h 111"/>
                <a:gd name="T4" fmla="*/ 0 w 210"/>
                <a:gd name="T5" fmla="*/ 0 h 111"/>
                <a:gd name="T6" fmla="*/ 0 w 210"/>
                <a:gd name="T7" fmla="*/ 0 h 111"/>
                <a:gd name="T8" fmla="*/ 0 w 210"/>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111">
                  <a:moveTo>
                    <a:pt x="53" y="0"/>
                  </a:moveTo>
                  <a:lnTo>
                    <a:pt x="0" y="60"/>
                  </a:lnTo>
                  <a:lnTo>
                    <a:pt x="187" y="111"/>
                  </a:lnTo>
                  <a:lnTo>
                    <a:pt x="210" y="71"/>
                  </a:lnTo>
                  <a:lnTo>
                    <a:pt x="5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8" name="Freeform 136">
              <a:extLst>
                <a:ext uri="{FF2B5EF4-FFF2-40B4-BE49-F238E27FC236}">
                  <a16:creationId xmlns:a16="http://schemas.microsoft.com/office/drawing/2014/main" id="{C78632CD-3856-EF49-AFB6-F1C828F47A45}"/>
                </a:ext>
              </a:extLst>
            </p:cNvPr>
            <p:cNvSpPr>
              <a:spLocks/>
            </p:cNvSpPr>
            <p:nvPr/>
          </p:nvSpPr>
          <p:spPr bwMode="auto">
            <a:xfrm>
              <a:off x="497" y="2377"/>
              <a:ext cx="47" cy="13"/>
            </a:xfrm>
            <a:custGeom>
              <a:avLst/>
              <a:gdLst>
                <a:gd name="T0" fmla="*/ 0 w 237"/>
                <a:gd name="T1" fmla="*/ 0 h 66"/>
                <a:gd name="T2" fmla="*/ 0 w 237"/>
                <a:gd name="T3" fmla="*/ 0 h 66"/>
                <a:gd name="T4" fmla="*/ 0 w 237"/>
                <a:gd name="T5" fmla="*/ 0 h 66"/>
                <a:gd name="T6" fmla="*/ 0 w 237"/>
                <a:gd name="T7" fmla="*/ 0 h 66"/>
                <a:gd name="T8" fmla="*/ 0 w 237"/>
                <a:gd name="T9" fmla="*/ 0 h 66"/>
                <a:gd name="T10" fmla="*/ 0 w 237"/>
                <a:gd name="T11" fmla="*/ 0 h 66"/>
                <a:gd name="T12" fmla="*/ 0 w 237"/>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 h="66">
                  <a:moveTo>
                    <a:pt x="27" y="0"/>
                  </a:moveTo>
                  <a:lnTo>
                    <a:pt x="0" y="31"/>
                  </a:lnTo>
                  <a:lnTo>
                    <a:pt x="116" y="59"/>
                  </a:lnTo>
                  <a:lnTo>
                    <a:pt x="171" y="66"/>
                  </a:lnTo>
                  <a:lnTo>
                    <a:pt x="237" y="61"/>
                  </a:lnTo>
                  <a:lnTo>
                    <a:pt x="168" y="28"/>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9" name="Freeform 137">
              <a:extLst>
                <a:ext uri="{FF2B5EF4-FFF2-40B4-BE49-F238E27FC236}">
                  <a16:creationId xmlns:a16="http://schemas.microsoft.com/office/drawing/2014/main" id="{BB9E8F1D-D986-8949-962F-E8735A4B6BF2}"/>
                </a:ext>
              </a:extLst>
            </p:cNvPr>
            <p:cNvSpPr>
              <a:spLocks/>
            </p:cNvSpPr>
            <p:nvPr/>
          </p:nvSpPr>
          <p:spPr bwMode="auto">
            <a:xfrm>
              <a:off x="410" y="2361"/>
              <a:ext cx="135" cy="42"/>
            </a:xfrm>
            <a:custGeom>
              <a:avLst/>
              <a:gdLst>
                <a:gd name="T0" fmla="*/ 0 w 678"/>
                <a:gd name="T1" fmla="*/ 0 h 211"/>
                <a:gd name="T2" fmla="*/ 0 w 678"/>
                <a:gd name="T3" fmla="*/ 0 h 211"/>
                <a:gd name="T4" fmla="*/ 0 w 678"/>
                <a:gd name="T5" fmla="*/ 0 h 211"/>
                <a:gd name="T6" fmla="*/ 0 w 678"/>
                <a:gd name="T7" fmla="*/ 0 h 211"/>
                <a:gd name="T8" fmla="*/ 0 w 678"/>
                <a:gd name="T9" fmla="*/ 0 h 211"/>
                <a:gd name="T10" fmla="*/ 0 w 678"/>
                <a:gd name="T11" fmla="*/ 0 h 211"/>
                <a:gd name="T12" fmla="*/ 0 w 678"/>
                <a:gd name="T13" fmla="*/ 0 h 211"/>
                <a:gd name="T14" fmla="*/ 0 w 678"/>
                <a:gd name="T15" fmla="*/ 0 h 211"/>
                <a:gd name="T16" fmla="*/ 0 w 678"/>
                <a:gd name="T17" fmla="*/ 0 h 211"/>
                <a:gd name="T18" fmla="*/ 0 w 678"/>
                <a:gd name="T19" fmla="*/ 0 h 211"/>
                <a:gd name="T20" fmla="*/ 0 w 678"/>
                <a:gd name="T21" fmla="*/ 0 h 211"/>
                <a:gd name="T22" fmla="*/ 0 w 678"/>
                <a:gd name="T23" fmla="*/ 0 h 211"/>
                <a:gd name="T24" fmla="*/ 0 w 678"/>
                <a:gd name="T25" fmla="*/ 0 h 211"/>
                <a:gd name="T26" fmla="*/ 0 w 678"/>
                <a:gd name="T27" fmla="*/ 0 h 211"/>
                <a:gd name="T28" fmla="*/ 0 w 678"/>
                <a:gd name="T29" fmla="*/ 0 h 211"/>
                <a:gd name="T30" fmla="*/ 0 w 678"/>
                <a:gd name="T31" fmla="*/ 0 h 211"/>
                <a:gd name="T32" fmla="*/ 0 w 678"/>
                <a:gd name="T33" fmla="*/ 0 h 211"/>
                <a:gd name="T34" fmla="*/ 0 w 678"/>
                <a:gd name="T35" fmla="*/ 0 h 211"/>
                <a:gd name="T36" fmla="*/ 0 w 678"/>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78" h="211">
                  <a:moveTo>
                    <a:pt x="678" y="178"/>
                  </a:moveTo>
                  <a:lnTo>
                    <a:pt x="678" y="147"/>
                  </a:lnTo>
                  <a:lnTo>
                    <a:pt x="590" y="156"/>
                  </a:lnTo>
                  <a:lnTo>
                    <a:pt x="446" y="136"/>
                  </a:lnTo>
                  <a:lnTo>
                    <a:pt x="365" y="117"/>
                  </a:lnTo>
                  <a:lnTo>
                    <a:pt x="209" y="66"/>
                  </a:lnTo>
                  <a:lnTo>
                    <a:pt x="140" y="60"/>
                  </a:lnTo>
                  <a:lnTo>
                    <a:pt x="74" y="35"/>
                  </a:lnTo>
                  <a:lnTo>
                    <a:pt x="39" y="0"/>
                  </a:lnTo>
                  <a:lnTo>
                    <a:pt x="0" y="44"/>
                  </a:lnTo>
                  <a:lnTo>
                    <a:pt x="0" y="133"/>
                  </a:lnTo>
                  <a:lnTo>
                    <a:pt x="50" y="147"/>
                  </a:lnTo>
                  <a:lnTo>
                    <a:pt x="171" y="162"/>
                  </a:lnTo>
                  <a:lnTo>
                    <a:pt x="220" y="170"/>
                  </a:lnTo>
                  <a:lnTo>
                    <a:pt x="300" y="197"/>
                  </a:lnTo>
                  <a:lnTo>
                    <a:pt x="392" y="211"/>
                  </a:lnTo>
                  <a:lnTo>
                    <a:pt x="458" y="211"/>
                  </a:lnTo>
                  <a:lnTo>
                    <a:pt x="560" y="211"/>
                  </a:lnTo>
                  <a:lnTo>
                    <a:pt x="678" y="17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30" name="Freeform 138">
              <a:extLst>
                <a:ext uri="{FF2B5EF4-FFF2-40B4-BE49-F238E27FC236}">
                  <a16:creationId xmlns:a16="http://schemas.microsoft.com/office/drawing/2014/main" id="{00CA6D0E-3D78-604F-925D-C6123F9DD252}"/>
                </a:ext>
              </a:extLst>
            </p:cNvPr>
            <p:cNvSpPr>
              <a:spLocks/>
            </p:cNvSpPr>
            <p:nvPr/>
          </p:nvSpPr>
          <p:spPr bwMode="auto">
            <a:xfrm>
              <a:off x="419" y="2337"/>
              <a:ext cx="45" cy="34"/>
            </a:xfrm>
            <a:custGeom>
              <a:avLst/>
              <a:gdLst>
                <a:gd name="T0" fmla="*/ 0 w 224"/>
                <a:gd name="T1" fmla="*/ 0 h 170"/>
                <a:gd name="T2" fmla="*/ 0 w 224"/>
                <a:gd name="T3" fmla="*/ 0 h 170"/>
                <a:gd name="T4" fmla="*/ 0 w 224"/>
                <a:gd name="T5" fmla="*/ 0 h 170"/>
                <a:gd name="T6" fmla="*/ 0 w 224"/>
                <a:gd name="T7" fmla="*/ 0 h 170"/>
                <a:gd name="T8" fmla="*/ 0 w 224"/>
                <a:gd name="T9" fmla="*/ 0 h 170"/>
                <a:gd name="T10" fmla="*/ 0 w 224"/>
                <a:gd name="T11" fmla="*/ 0 h 170"/>
                <a:gd name="T12" fmla="*/ 0 w 224"/>
                <a:gd name="T13" fmla="*/ 0 h 170"/>
                <a:gd name="T14" fmla="*/ 0 w 224"/>
                <a:gd name="T15" fmla="*/ 0 h 170"/>
                <a:gd name="T16" fmla="*/ 0 w 224"/>
                <a:gd name="T17" fmla="*/ 0 h 170"/>
                <a:gd name="T18" fmla="*/ 0 w 224"/>
                <a:gd name="T19" fmla="*/ 0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 h="170">
                  <a:moveTo>
                    <a:pt x="216" y="12"/>
                  </a:moveTo>
                  <a:lnTo>
                    <a:pt x="210" y="95"/>
                  </a:lnTo>
                  <a:lnTo>
                    <a:pt x="224" y="114"/>
                  </a:lnTo>
                  <a:lnTo>
                    <a:pt x="173" y="170"/>
                  </a:lnTo>
                  <a:lnTo>
                    <a:pt x="105" y="170"/>
                  </a:lnTo>
                  <a:lnTo>
                    <a:pt x="28" y="145"/>
                  </a:lnTo>
                  <a:lnTo>
                    <a:pt x="0" y="112"/>
                  </a:lnTo>
                  <a:lnTo>
                    <a:pt x="16" y="89"/>
                  </a:lnTo>
                  <a:lnTo>
                    <a:pt x="20" y="0"/>
                  </a:lnTo>
                  <a:lnTo>
                    <a:pt x="216" y="12"/>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74" name="Oval 139">
            <a:extLst>
              <a:ext uri="{FF2B5EF4-FFF2-40B4-BE49-F238E27FC236}">
                <a16:creationId xmlns:a16="http://schemas.microsoft.com/office/drawing/2014/main" id="{A87946A0-3CF8-7248-9DF2-9331649FFA1F}"/>
              </a:ext>
            </a:extLst>
          </p:cNvPr>
          <p:cNvSpPr>
            <a:spLocks noChangeArrowheads="1"/>
          </p:cNvSpPr>
          <p:nvPr/>
        </p:nvSpPr>
        <p:spPr bwMode="auto">
          <a:xfrm>
            <a:off x="1402557" y="4283007"/>
            <a:ext cx="198835" cy="77391"/>
          </a:xfrm>
          <a:prstGeom prst="ellipse">
            <a:avLst/>
          </a:prstGeom>
          <a:solidFill>
            <a:srgbClr val="606060"/>
          </a:solidFill>
          <a:ln w="3175">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224275" name="Rectangle 140">
            <a:extLst>
              <a:ext uri="{FF2B5EF4-FFF2-40B4-BE49-F238E27FC236}">
                <a16:creationId xmlns:a16="http://schemas.microsoft.com/office/drawing/2014/main" id="{05438E1B-B4C4-3241-BE92-4FC0CDA54D43}"/>
              </a:ext>
            </a:extLst>
          </p:cNvPr>
          <p:cNvSpPr>
            <a:spLocks noChangeArrowheads="1"/>
          </p:cNvSpPr>
          <p:nvPr/>
        </p:nvSpPr>
        <p:spPr bwMode="auto">
          <a:xfrm>
            <a:off x="1475185" y="4129416"/>
            <a:ext cx="52388" cy="176213"/>
          </a:xfrm>
          <a:prstGeom prst="rect">
            <a:avLst/>
          </a:prstGeom>
          <a:solidFill>
            <a:srgbClr val="606060"/>
          </a:solidFill>
          <a:ln w="3175">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224276" name="Group 141">
            <a:extLst>
              <a:ext uri="{FF2B5EF4-FFF2-40B4-BE49-F238E27FC236}">
                <a16:creationId xmlns:a16="http://schemas.microsoft.com/office/drawing/2014/main" id="{6513FEF1-D9B0-2748-84E3-C9CD946DE1DC}"/>
              </a:ext>
            </a:extLst>
          </p:cNvPr>
          <p:cNvGrpSpPr>
            <a:grpSpLocks/>
          </p:cNvGrpSpPr>
          <p:nvPr/>
        </p:nvGrpSpPr>
        <p:grpSpPr bwMode="auto">
          <a:xfrm>
            <a:off x="1383506" y="4062742"/>
            <a:ext cx="263129" cy="91678"/>
            <a:chOff x="182" y="2151"/>
            <a:chExt cx="221" cy="77"/>
          </a:xfrm>
        </p:grpSpPr>
        <p:sp>
          <p:nvSpPr>
            <p:cNvPr id="224524" name="Freeform 142">
              <a:extLst>
                <a:ext uri="{FF2B5EF4-FFF2-40B4-BE49-F238E27FC236}">
                  <a16:creationId xmlns:a16="http://schemas.microsoft.com/office/drawing/2014/main" id="{40E2B861-9311-7C48-961C-987B7C848B2B}"/>
                </a:ext>
              </a:extLst>
            </p:cNvPr>
            <p:cNvSpPr>
              <a:spLocks/>
            </p:cNvSpPr>
            <p:nvPr/>
          </p:nvSpPr>
          <p:spPr bwMode="auto">
            <a:xfrm>
              <a:off x="182" y="2151"/>
              <a:ext cx="221" cy="77"/>
            </a:xfrm>
            <a:custGeom>
              <a:avLst/>
              <a:gdLst>
                <a:gd name="T0" fmla="*/ 0 w 1106"/>
                <a:gd name="T1" fmla="*/ 0 h 386"/>
                <a:gd name="T2" fmla="*/ 0 w 1106"/>
                <a:gd name="T3" fmla="*/ 0 h 386"/>
                <a:gd name="T4" fmla="*/ 0 w 1106"/>
                <a:gd name="T5" fmla="*/ 0 h 386"/>
                <a:gd name="T6" fmla="*/ 0 w 1106"/>
                <a:gd name="T7" fmla="*/ 0 h 386"/>
                <a:gd name="T8" fmla="*/ 0 w 1106"/>
                <a:gd name="T9" fmla="*/ 0 h 386"/>
                <a:gd name="T10" fmla="*/ 0 w 1106"/>
                <a:gd name="T11" fmla="*/ 0 h 386"/>
                <a:gd name="T12" fmla="*/ 0 w 1106"/>
                <a:gd name="T13" fmla="*/ 0 h 386"/>
                <a:gd name="T14" fmla="*/ 0 w 1106"/>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06" h="386">
                  <a:moveTo>
                    <a:pt x="1106" y="202"/>
                  </a:moveTo>
                  <a:lnTo>
                    <a:pt x="1099" y="321"/>
                  </a:lnTo>
                  <a:lnTo>
                    <a:pt x="735" y="386"/>
                  </a:lnTo>
                  <a:lnTo>
                    <a:pt x="334" y="386"/>
                  </a:lnTo>
                  <a:lnTo>
                    <a:pt x="19" y="288"/>
                  </a:lnTo>
                  <a:lnTo>
                    <a:pt x="0" y="10"/>
                  </a:lnTo>
                  <a:lnTo>
                    <a:pt x="625" y="0"/>
                  </a:lnTo>
                  <a:lnTo>
                    <a:pt x="1106" y="202"/>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525" name="Freeform 143">
              <a:extLst>
                <a:ext uri="{FF2B5EF4-FFF2-40B4-BE49-F238E27FC236}">
                  <a16:creationId xmlns:a16="http://schemas.microsoft.com/office/drawing/2014/main" id="{97D74491-6191-334A-9A9C-87EAC2CEA1EE}"/>
                </a:ext>
              </a:extLst>
            </p:cNvPr>
            <p:cNvSpPr>
              <a:spLocks/>
            </p:cNvSpPr>
            <p:nvPr/>
          </p:nvSpPr>
          <p:spPr bwMode="auto">
            <a:xfrm>
              <a:off x="187" y="2180"/>
              <a:ext cx="211" cy="45"/>
            </a:xfrm>
            <a:custGeom>
              <a:avLst/>
              <a:gdLst>
                <a:gd name="T0" fmla="*/ 0 w 1055"/>
                <a:gd name="T1" fmla="*/ 0 h 221"/>
                <a:gd name="T2" fmla="*/ 0 w 1055"/>
                <a:gd name="T3" fmla="*/ 0 h 221"/>
                <a:gd name="T4" fmla="*/ 0 w 1055"/>
                <a:gd name="T5" fmla="*/ 0 h 221"/>
                <a:gd name="T6" fmla="*/ 0 w 1055"/>
                <a:gd name="T7" fmla="*/ 0 h 221"/>
                <a:gd name="T8" fmla="*/ 0 w 1055"/>
                <a:gd name="T9" fmla="*/ 0 h 221"/>
                <a:gd name="T10" fmla="*/ 0 w 1055"/>
                <a:gd name="T11" fmla="*/ 0 h 221"/>
                <a:gd name="T12" fmla="*/ 0 w 1055"/>
                <a:gd name="T13" fmla="*/ 0 h 221"/>
                <a:gd name="T14" fmla="*/ 0 w 1055"/>
                <a:gd name="T15" fmla="*/ 0 h 221"/>
                <a:gd name="T16" fmla="*/ 0 w 1055"/>
                <a:gd name="T17" fmla="*/ 0 h 2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055" h="221">
                  <a:moveTo>
                    <a:pt x="1055" y="75"/>
                  </a:moveTo>
                  <a:lnTo>
                    <a:pt x="1049" y="162"/>
                  </a:lnTo>
                  <a:lnTo>
                    <a:pt x="721" y="221"/>
                  </a:lnTo>
                  <a:lnTo>
                    <a:pt x="296" y="221"/>
                  </a:lnTo>
                  <a:lnTo>
                    <a:pt x="0" y="119"/>
                  </a:lnTo>
                  <a:lnTo>
                    <a:pt x="0" y="0"/>
                  </a:lnTo>
                  <a:lnTo>
                    <a:pt x="283" y="119"/>
                  </a:lnTo>
                  <a:lnTo>
                    <a:pt x="716" y="124"/>
                  </a:lnTo>
                  <a:lnTo>
                    <a:pt x="1055" y="7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77" name="Freeform 144">
            <a:extLst>
              <a:ext uri="{FF2B5EF4-FFF2-40B4-BE49-F238E27FC236}">
                <a16:creationId xmlns:a16="http://schemas.microsoft.com/office/drawing/2014/main" id="{1E116121-8BBF-704B-B7AC-E0AA9A0CE15E}"/>
              </a:ext>
            </a:extLst>
          </p:cNvPr>
          <p:cNvSpPr>
            <a:spLocks/>
          </p:cNvSpPr>
          <p:nvPr/>
        </p:nvSpPr>
        <p:spPr bwMode="auto">
          <a:xfrm>
            <a:off x="1375173" y="3966301"/>
            <a:ext cx="359569" cy="333375"/>
          </a:xfrm>
          <a:custGeom>
            <a:avLst/>
            <a:gdLst>
              <a:gd name="T0" fmla="*/ 2147483646 w 1507"/>
              <a:gd name="T1" fmla="*/ 2147483646 h 1401"/>
              <a:gd name="T2" fmla="*/ 2147483646 w 1507"/>
              <a:gd name="T3" fmla="*/ 2147483646 h 1401"/>
              <a:gd name="T4" fmla="*/ 2147483646 w 1507"/>
              <a:gd name="T5" fmla="*/ 2147483646 h 1401"/>
              <a:gd name="T6" fmla="*/ 2147483646 w 1507"/>
              <a:gd name="T7" fmla="*/ 2147483646 h 1401"/>
              <a:gd name="T8" fmla="*/ 2147483646 w 1507"/>
              <a:gd name="T9" fmla="*/ 2147483646 h 1401"/>
              <a:gd name="T10" fmla="*/ 2147483646 w 1507"/>
              <a:gd name="T11" fmla="*/ 2147483646 h 1401"/>
              <a:gd name="T12" fmla="*/ 2147483646 w 1507"/>
              <a:gd name="T13" fmla="*/ 2147483646 h 1401"/>
              <a:gd name="T14" fmla="*/ 2147483646 w 1507"/>
              <a:gd name="T15" fmla="*/ 2147483646 h 1401"/>
              <a:gd name="T16" fmla="*/ 2147483646 w 1507"/>
              <a:gd name="T17" fmla="*/ 2147483646 h 1401"/>
              <a:gd name="T18" fmla="*/ 2147483646 w 1507"/>
              <a:gd name="T19" fmla="*/ 2147483646 h 1401"/>
              <a:gd name="T20" fmla="*/ 2147483646 w 1507"/>
              <a:gd name="T21" fmla="*/ 2147483646 h 1401"/>
              <a:gd name="T22" fmla="*/ 2147483646 w 1507"/>
              <a:gd name="T23" fmla="*/ 2147483646 h 1401"/>
              <a:gd name="T24" fmla="*/ 2147483646 w 1507"/>
              <a:gd name="T25" fmla="*/ 2147483646 h 1401"/>
              <a:gd name="T26" fmla="*/ 2147483646 w 1507"/>
              <a:gd name="T27" fmla="*/ 2147483646 h 1401"/>
              <a:gd name="T28" fmla="*/ 2147483646 w 1507"/>
              <a:gd name="T29" fmla="*/ 2147483646 h 1401"/>
              <a:gd name="T30" fmla="*/ 2147483646 w 1507"/>
              <a:gd name="T31" fmla="*/ 2147483646 h 1401"/>
              <a:gd name="T32" fmla="*/ 2147483646 w 1507"/>
              <a:gd name="T33" fmla="*/ 2147483646 h 1401"/>
              <a:gd name="T34" fmla="*/ 2147483646 w 1507"/>
              <a:gd name="T35" fmla="*/ 2147483646 h 1401"/>
              <a:gd name="T36" fmla="*/ 2147483646 w 1507"/>
              <a:gd name="T37" fmla="*/ 2147483646 h 1401"/>
              <a:gd name="T38" fmla="*/ 2147483646 w 1507"/>
              <a:gd name="T39" fmla="*/ 0 h 1401"/>
              <a:gd name="T40" fmla="*/ 2147483646 w 1507"/>
              <a:gd name="T41" fmla="*/ 2147483646 h 1401"/>
              <a:gd name="T42" fmla="*/ 2147483646 w 1507"/>
              <a:gd name="T43" fmla="*/ 2147483646 h 1401"/>
              <a:gd name="T44" fmla="*/ 2147483646 w 1507"/>
              <a:gd name="T45" fmla="*/ 2147483646 h 1401"/>
              <a:gd name="T46" fmla="*/ 2147483646 w 1507"/>
              <a:gd name="T47" fmla="*/ 2147483646 h 1401"/>
              <a:gd name="T48" fmla="*/ 2147483646 w 1507"/>
              <a:gd name="T49" fmla="*/ 2147483646 h 1401"/>
              <a:gd name="T50" fmla="*/ 0 w 1507"/>
              <a:gd name="T51" fmla="*/ 2147483646 h 1401"/>
              <a:gd name="T52" fmla="*/ 2147483646 w 1507"/>
              <a:gd name="T53" fmla="*/ 2147483646 h 1401"/>
              <a:gd name="T54" fmla="*/ 2147483646 w 1507"/>
              <a:gd name="T55" fmla="*/ 2147483646 h 1401"/>
              <a:gd name="T56" fmla="*/ 2147483646 w 1507"/>
              <a:gd name="T57" fmla="*/ 2147483646 h 1401"/>
              <a:gd name="T58" fmla="*/ 2147483646 w 1507"/>
              <a:gd name="T59" fmla="*/ 2147483646 h 1401"/>
              <a:gd name="T60" fmla="*/ 2147483646 w 1507"/>
              <a:gd name="T61" fmla="*/ 2147483646 h 1401"/>
              <a:gd name="T62" fmla="*/ 2147483646 w 1507"/>
              <a:gd name="T63" fmla="*/ 2147483646 h 1401"/>
              <a:gd name="T64" fmla="*/ 2147483646 w 1507"/>
              <a:gd name="T65" fmla="*/ 2147483646 h 1401"/>
              <a:gd name="T66" fmla="*/ 2147483646 w 1507"/>
              <a:gd name="T67" fmla="*/ 2147483646 h 1401"/>
              <a:gd name="T68" fmla="*/ 2147483646 w 1507"/>
              <a:gd name="T69" fmla="*/ 2147483646 h 1401"/>
              <a:gd name="T70" fmla="*/ 2147483646 w 1507"/>
              <a:gd name="T71" fmla="*/ 2147483646 h 1401"/>
              <a:gd name="T72" fmla="*/ 2147483646 w 1507"/>
              <a:gd name="T73" fmla="*/ 2147483646 h 1401"/>
              <a:gd name="T74" fmla="*/ 2147483646 w 1507"/>
              <a:gd name="T75" fmla="*/ 2147483646 h 1401"/>
              <a:gd name="T76" fmla="*/ 2147483646 w 1507"/>
              <a:gd name="T77" fmla="*/ 2147483646 h 1401"/>
              <a:gd name="T78" fmla="*/ 2147483646 w 1507"/>
              <a:gd name="T79" fmla="*/ 2147483646 h 1401"/>
              <a:gd name="T80" fmla="*/ 2147483646 w 1507"/>
              <a:gd name="T81" fmla="*/ 2147483646 h 1401"/>
              <a:gd name="T82" fmla="*/ 2147483646 w 1507"/>
              <a:gd name="T83" fmla="*/ 2147483646 h 1401"/>
              <a:gd name="T84" fmla="*/ 2147483646 w 1507"/>
              <a:gd name="T85" fmla="*/ 2147483646 h 1401"/>
              <a:gd name="T86" fmla="*/ 2147483646 w 1507"/>
              <a:gd name="T87" fmla="*/ 2147483646 h 1401"/>
              <a:gd name="T88" fmla="*/ 2147483646 w 1507"/>
              <a:gd name="T89" fmla="*/ 2147483646 h 1401"/>
              <a:gd name="T90" fmla="*/ 2147483646 w 1507"/>
              <a:gd name="T91" fmla="*/ 2147483646 h 1401"/>
              <a:gd name="T92" fmla="*/ 2147483646 w 1507"/>
              <a:gd name="T93" fmla="*/ 2147483646 h 1401"/>
              <a:gd name="T94" fmla="*/ 2147483646 w 1507"/>
              <a:gd name="T95" fmla="*/ 2147483646 h 1401"/>
              <a:gd name="T96" fmla="*/ 2147483646 w 1507"/>
              <a:gd name="T97" fmla="*/ 2147483646 h 1401"/>
              <a:gd name="T98" fmla="*/ 2147483646 w 1507"/>
              <a:gd name="T99" fmla="*/ 2147483646 h 1401"/>
              <a:gd name="T100" fmla="*/ 2147483646 w 1507"/>
              <a:gd name="T101" fmla="*/ 2147483646 h 1401"/>
              <a:gd name="T102" fmla="*/ 2147483646 w 1507"/>
              <a:gd name="T103" fmla="*/ 2147483646 h 1401"/>
              <a:gd name="T104" fmla="*/ 2147483646 w 1507"/>
              <a:gd name="T105" fmla="*/ 2147483646 h 1401"/>
              <a:gd name="T106" fmla="*/ 2147483646 w 1507"/>
              <a:gd name="T107" fmla="*/ 2147483646 h 1401"/>
              <a:gd name="T108" fmla="*/ 2147483646 w 1507"/>
              <a:gd name="T109" fmla="*/ 2147483646 h 1401"/>
              <a:gd name="T110" fmla="*/ 2147483646 w 1507"/>
              <a:gd name="T111" fmla="*/ 2147483646 h 1401"/>
              <a:gd name="T112" fmla="*/ 2147483646 w 1507"/>
              <a:gd name="T113" fmla="*/ 2147483646 h 140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07" h="1401">
                <a:moveTo>
                  <a:pt x="1501" y="789"/>
                </a:moveTo>
                <a:lnTo>
                  <a:pt x="1493" y="649"/>
                </a:lnTo>
                <a:lnTo>
                  <a:pt x="1495" y="499"/>
                </a:lnTo>
                <a:lnTo>
                  <a:pt x="1489" y="385"/>
                </a:lnTo>
                <a:lnTo>
                  <a:pt x="1424" y="317"/>
                </a:lnTo>
                <a:lnTo>
                  <a:pt x="1345" y="278"/>
                </a:lnTo>
                <a:lnTo>
                  <a:pt x="1166" y="213"/>
                </a:lnTo>
                <a:lnTo>
                  <a:pt x="903" y="149"/>
                </a:lnTo>
                <a:lnTo>
                  <a:pt x="852" y="144"/>
                </a:lnTo>
                <a:lnTo>
                  <a:pt x="817" y="149"/>
                </a:lnTo>
                <a:lnTo>
                  <a:pt x="809" y="135"/>
                </a:lnTo>
                <a:lnTo>
                  <a:pt x="794" y="122"/>
                </a:lnTo>
                <a:lnTo>
                  <a:pt x="777" y="125"/>
                </a:lnTo>
                <a:lnTo>
                  <a:pt x="754" y="126"/>
                </a:lnTo>
                <a:lnTo>
                  <a:pt x="745" y="100"/>
                </a:lnTo>
                <a:lnTo>
                  <a:pt x="726" y="85"/>
                </a:lnTo>
                <a:lnTo>
                  <a:pt x="704" y="82"/>
                </a:lnTo>
                <a:lnTo>
                  <a:pt x="678" y="82"/>
                </a:lnTo>
                <a:lnTo>
                  <a:pt x="681" y="59"/>
                </a:lnTo>
                <a:lnTo>
                  <a:pt x="651" y="0"/>
                </a:lnTo>
                <a:lnTo>
                  <a:pt x="37" y="16"/>
                </a:lnTo>
                <a:lnTo>
                  <a:pt x="39" y="79"/>
                </a:lnTo>
                <a:lnTo>
                  <a:pt x="28" y="135"/>
                </a:lnTo>
                <a:lnTo>
                  <a:pt x="18" y="175"/>
                </a:lnTo>
                <a:lnTo>
                  <a:pt x="8" y="225"/>
                </a:lnTo>
                <a:lnTo>
                  <a:pt x="0" y="306"/>
                </a:lnTo>
                <a:lnTo>
                  <a:pt x="9" y="354"/>
                </a:lnTo>
                <a:lnTo>
                  <a:pt x="28" y="399"/>
                </a:lnTo>
                <a:lnTo>
                  <a:pt x="49" y="438"/>
                </a:lnTo>
                <a:lnTo>
                  <a:pt x="78" y="451"/>
                </a:lnTo>
                <a:lnTo>
                  <a:pt x="122" y="464"/>
                </a:lnTo>
                <a:lnTo>
                  <a:pt x="180" y="483"/>
                </a:lnTo>
                <a:lnTo>
                  <a:pt x="208" y="514"/>
                </a:lnTo>
                <a:lnTo>
                  <a:pt x="240" y="541"/>
                </a:lnTo>
                <a:lnTo>
                  <a:pt x="289" y="564"/>
                </a:lnTo>
                <a:lnTo>
                  <a:pt x="348" y="582"/>
                </a:lnTo>
                <a:lnTo>
                  <a:pt x="441" y="594"/>
                </a:lnTo>
                <a:lnTo>
                  <a:pt x="520" y="594"/>
                </a:lnTo>
                <a:lnTo>
                  <a:pt x="581" y="587"/>
                </a:lnTo>
                <a:lnTo>
                  <a:pt x="637" y="582"/>
                </a:lnTo>
                <a:lnTo>
                  <a:pt x="678" y="604"/>
                </a:lnTo>
                <a:lnTo>
                  <a:pt x="758" y="600"/>
                </a:lnTo>
                <a:lnTo>
                  <a:pt x="1078" y="645"/>
                </a:lnTo>
                <a:lnTo>
                  <a:pt x="1165" y="655"/>
                </a:lnTo>
                <a:lnTo>
                  <a:pt x="1133" y="845"/>
                </a:lnTo>
                <a:lnTo>
                  <a:pt x="1130" y="942"/>
                </a:lnTo>
                <a:lnTo>
                  <a:pt x="1149" y="1066"/>
                </a:lnTo>
                <a:lnTo>
                  <a:pt x="1169" y="1212"/>
                </a:lnTo>
                <a:lnTo>
                  <a:pt x="1169" y="1363"/>
                </a:lnTo>
                <a:lnTo>
                  <a:pt x="1244" y="1385"/>
                </a:lnTo>
                <a:lnTo>
                  <a:pt x="1339" y="1395"/>
                </a:lnTo>
                <a:lnTo>
                  <a:pt x="1420" y="1401"/>
                </a:lnTo>
                <a:lnTo>
                  <a:pt x="1507" y="1391"/>
                </a:lnTo>
                <a:lnTo>
                  <a:pt x="1501" y="1252"/>
                </a:lnTo>
                <a:lnTo>
                  <a:pt x="1501" y="1024"/>
                </a:lnTo>
                <a:lnTo>
                  <a:pt x="1501" y="824"/>
                </a:lnTo>
                <a:lnTo>
                  <a:pt x="1501" y="789"/>
                </a:lnTo>
                <a:close/>
              </a:path>
            </a:pathLst>
          </a:custGeom>
          <a:solidFill>
            <a:srgbClr val="606060"/>
          </a:solidFill>
          <a:ln w="3175">
            <a:solidFill>
              <a:srgbClr val="000000"/>
            </a:solidFill>
            <a:prstDash val="solid"/>
            <a:round/>
            <a:headEnd/>
            <a:tailEnd/>
          </a:ln>
        </p:spPr>
        <p:txBody>
          <a:bodyPr/>
          <a:lstStyle/>
          <a:p>
            <a:endParaRPr lang="zh-CN" altLang="en-US"/>
          </a:p>
        </p:txBody>
      </p:sp>
      <p:sp>
        <p:nvSpPr>
          <p:cNvPr id="224278" name="Freeform 145">
            <a:extLst>
              <a:ext uri="{FF2B5EF4-FFF2-40B4-BE49-F238E27FC236}">
                <a16:creationId xmlns:a16="http://schemas.microsoft.com/office/drawing/2014/main" id="{7672FF05-9020-654E-B4C0-8EB60CACB06F}"/>
              </a:ext>
            </a:extLst>
          </p:cNvPr>
          <p:cNvSpPr>
            <a:spLocks/>
          </p:cNvSpPr>
          <p:nvPr/>
        </p:nvSpPr>
        <p:spPr bwMode="auto">
          <a:xfrm>
            <a:off x="1379935" y="3979398"/>
            <a:ext cx="351234" cy="315515"/>
          </a:xfrm>
          <a:custGeom>
            <a:avLst/>
            <a:gdLst>
              <a:gd name="T0" fmla="*/ 2147483646 w 1473"/>
              <a:gd name="T1" fmla="*/ 2147483646 h 1324"/>
              <a:gd name="T2" fmla="*/ 2147483646 w 1473"/>
              <a:gd name="T3" fmla="*/ 2147483646 h 1324"/>
              <a:gd name="T4" fmla="*/ 2147483646 w 1473"/>
              <a:gd name="T5" fmla="*/ 2147483646 h 1324"/>
              <a:gd name="T6" fmla="*/ 2147483646 w 1473"/>
              <a:gd name="T7" fmla="*/ 2147483646 h 1324"/>
              <a:gd name="T8" fmla="*/ 2147483646 w 1473"/>
              <a:gd name="T9" fmla="*/ 2147483646 h 1324"/>
              <a:gd name="T10" fmla="*/ 2147483646 w 1473"/>
              <a:gd name="T11" fmla="*/ 2147483646 h 1324"/>
              <a:gd name="T12" fmla="*/ 2147483646 w 1473"/>
              <a:gd name="T13" fmla="*/ 2147483646 h 1324"/>
              <a:gd name="T14" fmla="*/ 2147483646 w 1473"/>
              <a:gd name="T15" fmla="*/ 2147483646 h 1324"/>
              <a:gd name="T16" fmla="*/ 2147483646 w 1473"/>
              <a:gd name="T17" fmla="*/ 2147483646 h 1324"/>
              <a:gd name="T18" fmla="*/ 2147483646 w 1473"/>
              <a:gd name="T19" fmla="*/ 2147483646 h 1324"/>
              <a:gd name="T20" fmla="*/ 2147483646 w 1473"/>
              <a:gd name="T21" fmla="*/ 2147483646 h 1324"/>
              <a:gd name="T22" fmla="*/ 2147483646 w 1473"/>
              <a:gd name="T23" fmla="*/ 2147483646 h 1324"/>
              <a:gd name="T24" fmla="*/ 2147483646 w 1473"/>
              <a:gd name="T25" fmla="*/ 2147483646 h 1324"/>
              <a:gd name="T26" fmla="*/ 2147483646 w 1473"/>
              <a:gd name="T27" fmla="*/ 2147483646 h 1324"/>
              <a:gd name="T28" fmla="*/ 2147483646 w 1473"/>
              <a:gd name="T29" fmla="*/ 2147483646 h 1324"/>
              <a:gd name="T30" fmla="*/ 2147483646 w 1473"/>
              <a:gd name="T31" fmla="*/ 2147483646 h 1324"/>
              <a:gd name="T32" fmla="*/ 2147483646 w 1473"/>
              <a:gd name="T33" fmla="*/ 2147483646 h 1324"/>
              <a:gd name="T34" fmla="*/ 2147483646 w 1473"/>
              <a:gd name="T35" fmla="*/ 2147483646 h 1324"/>
              <a:gd name="T36" fmla="*/ 2147483646 w 1473"/>
              <a:gd name="T37" fmla="*/ 2147483646 h 1324"/>
              <a:gd name="T38" fmla="*/ 2147483646 w 1473"/>
              <a:gd name="T39" fmla="*/ 2147483646 h 1324"/>
              <a:gd name="T40" fmla="*/ 2147483646 w 1473"/>
              <a:gd name="T41" fmla="*/ 2147483646 h 1324"/>
              <a:gd name="T42" fmla="*/ 2147483646 w 1473"/>
              <a:gd name="T43" fmla="*/ 2147483646 h 1324"/>
              <a:gd name="T44" fmla="*/ 2147483646 w 1473"/>
              <a:gd name="T45" fmla="*/ 2147483646 h 1324"/>
              <a:gd name="T46" fmla="*/ 2147483646 w 1473"/>
              <a:gd name="T47" fmla="*/ 2147483646 h 1324"/>
              <a:gd name="T48" fmla="*/ 2147483646 w 1473"/>
              <a:gd name="T49" fmla="*/ 2147483646 h 1324"/>
              <a:gd name="T50" fmla="*/ 2147483646 w 1473"/>
              <a:gd name="T51" fmla="*/ 2147483646 h 1324"/>
              <a:gd name="T52" fmla="*/ 2147483646 w 1473"/>
              <a:gd name="T53" fmla="*/ 2147483646 h 1324"/>
              <a:gd name="T54" fmla="*/ 2147483646 w 1473"/>
              <a:gd name="T55" fmla="*/ 2147483646 h 1324"/>
              <a:gd name="T56" fmla="*/ 2147483646 w 1473"/>
              <a:gd name="T57" fmla="*/ 2147483646 h 1324"/>
              <a:gd name="T58" fmla="*/ 2147483646 w 1473"/>
              <a:gd name="T59" fmla="*/ 2147483646 h 1324"/>
              <a:gd name="T60" fmla="*/ 2147483646 w 1473"/>
              <a:gd name="T61" fmla="*/ 2147483646 h 1324"/>
              <a:gd name="T62" fmla="*/ 2147483646 w 1473"/>
              <a:gd name="T63" fmla="*/ 2147483646 h 1324"/>
              <a:gd name="T64" fmla="*/ 2147483646 w 1473"/>
              <a:gd name="T65" fmla="*/ 2147483646 h 1324"/>
              <a:gd name="T66" fmla="*/ 2147483646 w 1473"/>
              <a:gd name="T67" fmla="*/ 2147483646 h 1324"/>
              <a:gd name="T68" fmla="*/ 2147483646 w 1473"/>
              <a:gd name="T69" fmla="*/ 2147483646 h 1324"/>
              <a:gd name="T70" fmla="*/ 2147483646 w 1473"/>
              <a:gd name="T71" fmla="*/ 2147483646 h 1324"/>
              <a:gd name="T72" fmla="*/ 2147483646 w 1473"/>
              <a:gd name="T73" fmla="*/ 2147483646 h 1324"/>
              <a:gd name="T74" fmla="*/ 2147483646 w 1473"/>
              <a:gd name="T75" fmla="*/ 2147483646 h 1324"/>
              <a:gd name="T76" fmla="*/ 2147483646 w 1473"/>
              <a:gd name="T77" fmla="*/ 2147483646 h 13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473" h="1324">
                <a:moveTo>
                  <a:pt x="49" y="23"/>
                </a:moveTo>
                <a:lnTo>
                  <a:pt x="46" y="66"/>
                </a:lnTo>
                <a:lnTo>
                  <a:pt x="29" y="49"/>
                </a:lnTo>
                <a:lnTo>
                  <a:pt x="10" y="144"/>
                </a:lnTo>
                <a:lnTo>
                  <a:pt x="0" y="254"/>
                </a:lnTo>
                <a:lnTo>
                  <a:pt x="39" y="367"/>
                </a:lnTo>
                <a:lnTo>
                  <a:pt x="130" y="393"/>
                </a:lnTo>
                <a:lnTo>
                  <a:pt x="120" y="367"/>
                </a:lnTo>
                <a:lnTo>
                  <a:pt x="169" y="406"/>
                </a:lnTo>
                <a:lnTo>
                  <a:pt x="211" y="449"/>
                </a:lnTo>
                <a:lnTo>
                  <a:pt x="306" y="494"/>
                </a:lnTo>
                <a:lnTo>
                  <a:pt x="421" y="504"/>
                </a:lnTo>
                <a:lnTo>
                  <a:pt x="562" y="511"/>
                </a:lnTo>
                <a:lnTo>
                  <a:pt x="620" y="504"/>
                </a:lnTo>
                <a:lnTo>
                  <a:pt x="569" y="481"/>
                </a:lnTo>
                <a:lnTo>
                  <a:pt x="546" y="423"/>
                </a:lnTo>
                <a:lnTo>
                  <a:pt x="588" y="471"/>
                </a:lnTo>
                <a:lnTo>
                  <a:pt x="641" y="501"/>
                </a:lnTo>
                <a:lnTo>
                  <a:pt x="688" y="527"/>
                </a:lnTo>
                <a:lnTo>
                  <a:pt x="737" y="520"/>
                </a:lnTo>
                <a:lnTo>
                  <a:pt x="706" y="497"/>
                </a:lnTo>
                <a:lnTo>
                  <a:pt x="672" y="469"/>
                </a:lnTo>
                <a:lnTo>
                  <a:pt x="725" y="488"/>
                </a:lnTo>
                <a:lnTo>
                  <a:pt x="776" y="527"/>
                </a:lnTo>
                <a:lnTo>
                  <a:pt x="946" y="546"/>
                </a:lnTo>
                <a:lnTo>
                  <a:pt x="1114" y="572"/>
                </a:lnTo>
                <a:lnTo>
                  <a:pt x="1165" y="585"/>
                </a:lnTo>
                <a:lnTo>
                  <a:pt x="1122" y="833"/>
                </a:lnTo>
                <a:lnTo>
                  <a:pt x="1155" y="1063"/>
                </a:lnTo>
                <a:lnTo>
                  <a:pt x="1159" y="1288"/>
                </a:lnTo>
                <a:lnTo>
                  <a:pt x="1266" y="1310"/>
                </a:lnTo>
                <a:lnTo>
                  <a:pt x="1360" y="1324"/>
                </a:lnTo>
                <a:lnTo>
                  <a:pt x="1473" y="1321"/>
                </a:lnTo>
                <a:lnTo>
                  <a:pt x="1468" y="998"/>
                </a:lnTo>
                <a:lnTo>
                  <a:pt x="1468" y="729"/>
                </a:lnTo>
                <a:lnTo>
                  <a:pt x="1451" y="579"/>
                </a:lnTo>
                <a:lnTo>
                  <a:pt x="1465" y="485"/>
                </a:lnTo>
                <a:lnTo>
                  <a:pt x="1455" y="381"/>
                </a:lnTo>
                <a:lnTo>
                  <a:pt x="1436" y="314"/>
                </a:lnTo>
                <a:lnTo>
                  <a:pt x="1355" y="261"/>
                </a:lnTo>
                <a:lnTo>
                  <a:pt x="1253" y="215"/>
                </a:lnTo>
                <a:lnTo>
                  <a:pt x="1057" y="150"/>
                </a:lnTo>
                <a:lnTo>
                  <a:pt x="897" y="105"/>
                </a:lnTo>
                <a:lnTo>
                  <a:pt x="809" y="98"/>
                </a:lnTo>
                <a:lnTo>
                  <a:pt x="773" y="150"/>
                </a:lnTo>
                <a:lnTo>
                  <a:pt x="662" y="205"/>
                </a:lnTo>
                <a:lnTo>
                  <a:pt x="722" y="157"/>
                </a:lnTo>
                <a:lnTo>
                  <a:pt x="767" y="131"/>
                </a:lnTo>
                <a:lnTo>
                  <a:pt x="783" y="95"/>
                </a:lnTo>
                <a:lnTo>
                  <a:pt x="776" y="79"/>
                </a:lnTo>
                <a:lnTo>
                  <a:pt x="744" y="79"/>
                </a:lnTo>
                <a:lnTo>
                  <a:pt x="725" y="98"/>
                </a:lnTo>
                <a:lnTo>
                  <a:pt x="706" y="117"/>
                </a:lnTo>
                <a:lnTo>
                  <a:pt x="656" y="137"/>
                </a:lnTo>
                <a:lnTo>
                  <a:pt x="702" y="98"/>
                </a:lnTo>
                <a:lnTo>
                  <a:pt x="722" y="68"/>
                </a:lnTo>
                <a:lnTo>
                  <a:pt x="708" y="49"/>
                </a:lnTo>
                <a:lnTo>
                  <a:pt x="669" y="36"/>
                </a:lnTo>
                <a:lnTo>
                  <a:pt x="618" y="82"/>
                </a:lnTo>
                <a:lnTo>
                  <a:pt x="569" y="112"/>
                </a:lnTo>
                <a:lnTo>
                  <a:pt x="627" y="45"/>
                </a:lnTo>
                <a:lnTo>
                  <a:pt x="646" y="20"/>
                </a:lnTo>
                <a:lnTo>
                  <a:pt x="646" y="0"/>
                </a:lnTo>
                <a:lnTo>
                  <a:pt x="597" y="7"/>
                </a:lnTo>
                <a:lnTo>
                  <a:pt x="553" y="40"/>
                </a:lnTo>
                <a:lnTo>
                  <a:pt x="523" y="63"/>
                </a:lnTo>
                <a:lnTo>
                  <a:pt x="383" y="75"/>
                </a:lnTo>
                <a:lnTo>
                  <a:pt x="386" y="40"/>
                </a:lnTo>
                <a:lnTo>
                  <a:pt x="345" y="26"/>
                </a:lnTo>
                <a:lnTo>
                  <a:pt x="345" y="72"/>
                </a:lnTo>
                <a:lnTo>
                  <a:pt x="303" y="82"/>
                </a:lnTo>
                <a:lnTo>
                  <a:pt x="211" y="95"/>
                </a:lnTo>
                <a:lnTo>
                  <a:pt x="218" y="45"/>
                </a:lnTo>
                <a:lnTo>
                  <a:pt x="185" y="45"/>
                </a:lnTo>
                <a:lnTo>
                  <a:pt x="182" y="95"/>
                </a:lnTo>
                <a:lnTo>
                  <a:pt x="130" y="91"/>
                </a:lnTo>
                <a:lnTo>
                  <a:pt x="75" y="79"/>
                </a:lnTo>
                <a:lnTo>
                  <a:pt x="72" y="40"/>
                </a:lnTo>
                <a:lnTo>
                  <a:pt x="49"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79" name="Freeform 146">
            <a:extLst>
              <a:ext uri="{FF2B5EF4-FFF2-40B4-BE49-F238E27FC236}">
                <a16:creationId xmlns:a16="http://schemas.microsoft.com/office/drawing/2014/main" id="{67261D81-9415-6146-9414-D881B8C5DE14}"/>
              </a:ext>
            </a:extLst>
          </p:cNvPr>
          <p:cNvSpPr>
            <a:spLocks/>
          </p:cNvSpPr>
          <p:nvPr/>
        </p:nvSpPr>
        <p:spPr bwMode="auto">
          <a:xfrm>
            <a:off x="1428750" y="4031785"/>
            <a:ext cx="47625" cy="8334"/>
          </a:xfrm>
          <a:custGeom>
            <a:avLst/>
            <a:gdLst>
              <a:gd name="T0" fmla="*/ 0 w 199"/>
              <a:gd name="T1" fmla="*/ 0 h 33"/>
              <a:gd name="T2" fmla="*/ 2147483646 w 199"/>
              <a:gd name="T3" fmla="*/ 2147483646 h 33"/>
              <a:gd name="T4" fmla="*/ 2147483646 w 199"/>
              <a:gd name="T5" fmla="*/ 2147483646 h 33"/>
              <a:gd name="T6" fmla="*/ 0 w 199"/>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9" h="33">
                <a:moveTo>
                  <a:pt x="0" y="0"/>
                </a:moveTo>
                <a:lnTo>
                  <a:pt x="93" y="33"/>
                </a:lnTo>
                <a:lnTo>
                  <a:pt x="199" y="2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0" name="Freeform 147">
            <a:extLst>
              <a:ext uri="{FF2B5EF4-FFF2-40B4-BE49-F238E27FC236}">
                <a16:creationId xmlns:a16="http://schemas.microsoft.com/office/drawing/2014/main" id="{510DE7AB-30DF-A748-9615-DC360E1787E7}"/>
              </a:ext>
            </a:extLst>
          </p:cNvPr>
          <p:cNvSpPr>
            <a:spLocks/>
          </p:cNvSpPr>
          <p:nvPr/>
        </p:nvSpPr>
        <p:spPr bwMode="auto">
          <a:xfrm>
            <a:off x="1381125" y="4018688"/>
            <a:ext cx="29766" cy="9525"/>
          </a:xfrm>
          <a:custGeom>
            <a:avLst/>
            <a:gdLst>
              <a:gd name="T0" fmla="*/ 0 w 122"/>
              <a:gd name="T1" fmla="*/ 0 h 40"/>
              <a:gd name="T2" fmla="*/ 2147483646 w 122"/>
              <a:gd name="T3" fmla="*/ 2147483646 h 40"/>
              <a:gd name="T4" fmla="*/ 2147483646 w 122"/>
              <a:gd name="T5" fmla="*/ 2147483646 h 40"/>
              <a:gd name="T6" fmla="*/ 2147483646 w 122"/>
              <a:gd name="T7" fmla="*/ 2147483646 h 40"/>
              <a:gd name="T8" fmla="*/ 0 w 122"/>
              <a:gd name="T9" fmla="*/ 0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40">
                <a:moveTo>
                  <a:pt x="0" y="0"/>
                </a:moveTo>
                <a:lnTo>
                  <a:pt x="32" y="25"/>
                </a:lnTo>
                <a:lnTo>
                  <a:pt x="122" y="38"/>
                </a:lnTo>
                <a:lnTo>
                  <a:pt x="30" y="4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1" name="Freeform 148">
            <a:extLst>
              <a:ext uri="{FF2B5EF4-FFF2-40B4-BE49-F238E27FC236}">
                <a16:creationId xmlns:a16="http://schemas.microsoft.com/office/drawing/2014/main" id="{3807C662-5978-F14D-86B6-E574F0AF8457}"/>
              </a:ext>
            </a:extLst>
          </p:cNvPr>
          <p:cNvSpPr>
            <a:spLocks/>
          </p:cNvSpPr>
          <p:nvPr/>
        </p:nvSpPr>
        <p:spPr bwMode="auto">
          <a:xfrm>
            <a:off x="1502569" y="4011544"/>
            <a:ext cx="45244" cy="23813"/>
          </a:xfrm>
          <a:custGeom>
            <a:avLst/>
            <a:gdLst>
              <a:gd name="T0" fmla="*/ 0 w 187"/>
              <a:gd name="T1" fmla="*/ 0 h 102"/>
              <a:gd name="T2" fmla="*/ 2147483646 w 187"/>
              <a:gd name="T3" fmla="*/ 2147483646 h 102"/>
              <a:gd name="T4" fmla="*/ 2147483646 w 187"/>
              <a:gd name="T5" fmla="*/ 2147483646 h 102"/>
              <a:gd name="T6" fmla="*/ 2147483646 w 187"/>
              <a:gd name="T7" fmla="*/ 2147483646 h 102"/>
              <a:gd name="T8" fmla="*/ 2147483646 w 187"/>
              <a:gd name="T9" fmla="*/ 2147483646 h 102"/>
              <a:gd name="T10" fmla="*/ 2147483646 w 187"/>
              <a:gd name="T11" fmla="*/ 2147483646 h 102"/>
              <a:gd name="T12" fmla="*/ 2147483646 w 187"/>
              <a:gd name="T13" fmla="*/ 2147483646 h 102"/>
              <a:gd name="T14" fmla="*/ 2147483646 w 187"/>
              <a:gd name="T15" fmla="*/ 2147483646 h 102"/>
              <a:gd name="T16" fmla="*/ 0 w 187"/>
              <a:gd name="T17" fmla="*/ 0 h 1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7" h="102">
                <a:moveTo>
                  <a:pt x="0" y="0"/>
                </a:moveTo>
                <a:lnTo>
                  <a:pt x="84" y="9"/>
                </a:lnTo>
                <a:lnTo>
                  <a:pt x="101" y="23"/>
                </a:lnTo>
                <a:lnTo>
                  <a:pt x="101" y="54"/>
                </a:lnTo>
                <a:lnTo>
                  <a:pt x="106" y="89"/>
                </a:lnTo>
                <a:lnTo>
                  <a:pt x="187" y="102"/>
                </a:lnTo>
                <a:lnTo>
                  <a:pt x="90" y="98"/>
                </a:lnTo>
                <a:lnTo>
                  <a:pt x="7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2" name="Freeform 149">
            <a:extLst>
              <a:ext uri="{FF2B5EF4-FFF2-40B4-BE49-F238E27FC236}">
                <a16:creationId xmlns:a16="http://schemas.microsoft.com/office/drawing/2014/main" id="{405FA9AF-5C5A-0E4A-8CE2-877FDDE621FA}"/>
              </a:ext>
            </a:extLst>
          </p:cNvPr>
          <p:cNvSpPr>
            <a:spLocks/>
          </p:cNvSpPr>
          <p:nvPr/>
        </p:nvSpPr>
        <p:spPr bwMode="auto">
          <a:xfrm>
            <a:off x="1547813" y="4066313"/>
            <a:ext cx="145256" cy="35719"/>
          </a:xfrm>
          <a:custGeom>
            <a:avLst/>
            <a:gdLst>
              <a:gd name="T0" fmla="*/ 0 w 609"/>
              <a:gd name="T1" fmla="*/ 0 h 150"/>
              <a:gd name="T2" fmla="*/ 2147483646 w 609"/>
              <a:gd name="T3" fmla="*/ 2147483646 h 150"/>
              <a:gd name="T4" fmla="*/ 2147483646 w 609"/>
              <a:gd name="T5" fmla="*/ 2147483646 h 150"/>
              <a:gd name="T6" fmla="*/ 2147483646 w 609"/>
              <a:gd name="T7" fmla="*/ 2147483646 h 150"/>
              <a:gd name="T8" fmla="*/ 2147483646 w 609"/>
              <a:gd name="T9" fmla="*/ 2147483646 h 150"/>
              <a:gd name="T10" fmla="*/ 2147483646 w 609"/>
              <a:gd name="T11" fmla="*/ 2147483646 h 150"/>
              <a:gd name="T12" fmla="*/ 2147483646 w 609"/>
              <a:gd name="T13" fmla="*/ 2147483646 h 150"/>
              <a:gd name="T14" fmla="*/ 2147483646 w 609"/>
              <a:gd name="T15" fmla="*/ 2147483646 h 150"/>
              <a:gd name="T16" fmla="*/ 2147483646 w 609"/>
              <a:gd name="T17" fmla="*/ 2147483646 h 150"/>
              <a:gd name="T18" fmla="*/ 2147483646 w 609"/>
              <a:gd name="T19" fmla="*/ 2147483646 h 150"/>
              <a:gd name="T20" fmla="*/ 2147483646 w 609"/>
              <a:gd name="T21" fmla="*/ 2147483646 h 150"/>
              <a:gd name="T22" fmla="*/ 2147483646 w 609"/>
              <a:gd name="T23" fmla="*/ 2147483646 h 150"/>
              <a:gd name="T24" fmla="*/ 2147483646 w 609"/>
              <a:gd name="T25" fmla="*/ 2147483646 h 150"/>
              <a:gd name="T26" fmla="*/ 0 w 609"/>
              <a:gd name="T27" fmla="*/ 0 h 1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9" h="150">
                <a:moveTo>
                  <a:pt x="0" y="0"/>
                </a:moveTo>
                <a:lnTo>
                  <a:pt x="154" y="7"/>
                </a:lnTo>
                <a:lnTo>
                  <a:pt x="313" y="44"/>
                </a:lnTo>
                <a:lnTo>
                  <a:pt x="431" y="51"/>
                </a:lnTo>
                <a:lnTo>
                  <a:pt x="527" y="71"/>
                </a:lnTo>
                <a:lnTo>
                  <a:pt x="563" y="122"/>
                </a:lnTo>
                <a:lnTo>
                  <a:pt x="609" y="150"/>
                </a:lnTo>
                <a:lnTo>
                  <a:pt x="563" y="141"/>
                </a:lnTo>
                <a:lnTo>
                  <a:pt x="521" y="84"/>
                </a:lnTo>
                <a:lnTo>
                  <a:pt x="392" y="58"/>
                </a:lnTo>
                <a:lnTo>
                  <a:pt x="313" y="58"/>
                </a:lnTo>
                <a:lnTo>
                  <a:pt x="252" y="44"/>
                </a:lnTo>
                <a:lnTo>
                  <a:pt x="146" y="17"/>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3" name="Freeform 150">
            <a:extLst>
              <a:ext uri="{FF2B5EF4-FFF2-40B4-BE49-F238E27FC236}">
                <a16:creationId xmlns:a16="http://schemas.microsoft.com/office/drawing/2014/main" id="{E5C9F406-856A-5A44-8D8C-872F0B11BE81}"/>
              </a:ext>
            </a:extLst>
          </p:cNvPr>
          <p:cNvSpPr>
            <a:spLocks/>
          </p:cNvSpPr>
          <p:nvPr/>
        </p:nvSpPr>
        <p:spPr bwMode="auto">
          <a:xfrm>
            <a:off x="1402557" y="3578157"/>
            <a:ext cx="126206" cy="138113"/>
          </a:xfrm>
          <a:custGeom>
            <a:avLst/>
            <a:gdLst>
              <a:gd name="T0" fmla="*/ 2147483646 w 529"/>
              <a:gd name="T1" fmla="*/ 2147483646 h 580"/>
              <a:gd name="T2" fmla="*/ 2147483646 w 529"/>
              <a:gd name="T3" fmla="*/ 2147483646 h 580"/>
              <a:gd name="T4" fmla="*/ 2147483646 w 529"/>
              <a:gd name="T5" fmla="*/ 2147483646 h 580"/>
              <a:gd name="T6" fmla="*/ 2147483646 w 529"/>
              <a:gd name="T7" fmla="*/ 2147483646 h 580"/>
              <a:gd name="T8" fmla="*/ 2147483646 w 529"/>
              <a:gd name="T9" fmla="*/ 2147483646 h 580"/>
              <a:gd name="T10" fmla="*/ 2147483646 w 529"/>
              <a:gd name="T11" fmla="*/ 2147483646 h 580"/>
              <a:gd name="T12" fmla="*/ 2147483646 w 529"/>
              <a:gd name="T13" fmla="*/ 2147483646 h 580"/>
              <a:gd name="T14" fmla="*/ 2147483646 w 529"/>
              <a:gd name="T15" fmla="*/ 2147483646 h 580"/>
              <a:gd name="T16" fmla="*/ 2147483646 w 529"/>
              <a:gd name="T17" fmla="*/ 2147483646 h 580"/>
              <a:gd name="T18" fmla="*/ 2147483646 w 529"/>
              <a:gd name="T19" fmla="*/ 2147483646 h 580"/>
              <a:gd name="T20" fmla="*/ 2147483646 w 529"/>
              <a:gd name="T21" fmla="*/ 2147483646 h 580"/>
              <a:gd name="T22" fmla="*/ 2147483646 w 529"/>
              <a:gd name="T23" fmla="*/ 2147483646 h 580"/>
              <a:gd name="T24" fmla="*/ 2147483646 w 529"/>
              <a:gd name="T25" fmla="*/ 2147483646 h 580"/>
              <a:gd name="T26" fmla="*/ 2147483646 w 529"/>
              <a:gd name="T27" fmla="*/ 2147483646 h 580"/>
              <a:gd name="T28" fmla="*/ 2147483646 w 529"/>
              <a:gd name="T29" fmla="*/ 2147483646 h 580"/>
              <a:gd name="T30" fmla="*/ 2147483646 w 529"/>
              <a:gd name="T31" fmla="*/ 2147483646 h 580"/>
              <a:gd name="T32" fmla="*/ 2147483646 w 529"/>
              <a:gd name="T33" fmla="*/ 2147483646 h 580"/>
              <a:gd name="T34" fmla="*/ 2147483646 w 529"/>
              <a:gd name="T35" fmla="*/ 2147483646 h 580"/>
              <a:gd name="T36" fmla="*/ 2147483646 w 529"/>
              <a:gd name="T37" fmla="*/ 2147483646 h 580"/>
              <a:gd name="T38" fmla="*/ 2147483646 w 529"/>
              <a:gd name="T39" fmla="*/ 2147483646 h 580"/>
              <a:gd name="T40" fmla="*/ 2147483646 w 529"/>
              <a:gd name="T41" fmla="*/ 2147483646 h 580"/>
              <a:gd name="T42" fmla="*/ 2147483646 w 529"/>
              <a:gd name="T43" fmla="*/ 2147483646 h 580"/>
              <a:gd name="T44" fmla="*/ 2147483646 w 529"/>
              <a:gd name="T45" fmla="*/ 2147483646 h 580"/>
              <a:gd name="T46" fmla="*/ 2147483646 w 529"/>
              <a:gd name="T47" fmla="*/ 2147483646 h 580"/>
              <a:gd name="T48" fmla="*/ 2147483646 w 529"/>
              <a:gd name="T49" fmla="*/ 2147483646 h 580"/>
              <a:gd name="T50" fmla="*/ 2147483646 w 529"/>
              <a:gd name="T51" fmla="*/ 2147483646 h 580"/>
              <a:gd name="T52" fmla="*/ 2147483646 w 529"/>
              <a:gd name="T53" fmla="*/ 2147483646 h 580"/>
              <a:gd name="T54" fmla="*/ 2147483646 w 529"/>
              <a:gd name="T55" fmla="*/ 2147483646 h 580"/>
              <a:gd name="T56" fmla="*/ 2147483646 w 529"/>
              <a:gd name="T57" fmla="*/ 2147483646 h 580"/>
              <a:gd name="T58" fmla="*/ 0 w 529"/>
              <a:gd name="T59" fmla="*/ 2147483646 h 580"/>
              <a:gd name="T60" fmla="*/ 0 w 529"/>
              <a:gd name="T61" fmla="*/ 2147483646 h 580"/>
              <a:gd name="T62" fmla="*/ 2147483646 w 529"/>
              <a:gd name="T63" fmla="*/ 2147483646 h 580"/>
              <a:gd name="T64" fmla="*/ 2147483646 w 529"/>
              <a:gd name="T65" fmla="*/ 2147483646 h 580"/>
              <a:gd name="T66" fmla="*/ 2147483646 w 529"/>
              <a:gd name="T67" fmla="*/ 0 h 580"/>
              <a:gd name="T68" fmla="*/ 2147483646 w 529"/>
              <a:gd name="T69" fmla="*/ 2147483646 h 580"/>
              <a:gd name="T70" fmla="*/ 2147483646 w 529"/>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29" h="580">
                <a:moveTo>
                  <a:pt x="357" y="20"/>
                </a:moveTo>
                <a:lnTo>
                  <a:pt x="403" y="53"/>
                </a:lnTo>
                <a:lnTo>
                  <a:pt x="428" y="94"/>
                </a:lnTo>
                <a:lnTo>
                  <a:pt x="451" y="138"/>
                </a:lnTo>
                <a:lnTo>
                  <a:pt x="464" y="161"/>
                </a:lnTo>
                <a:lnTo>
                  <a:pt x="464" y="186"/>
                </a:lnTo>
                <a:lnTo>
                  <a:pt x="453" y="216"/>
                </a:lnTo>
                <a:lnTo>
                  <a:pt x="476" y="239"/>
                </a:lnTo>
                <a:lnTo>
                  <a:pt x="511" y="301"/>
                </a:lnTo>
                <a:lnTo>
                  <a:pt x="529" y="334"/>
                </a:lnTo>
                <a:lnTo>
                  <a:pt x="529" y="346"/>
                </a:lnTo>
                <a:lnTo>
                  <a:pt x="526" y="357"/>
                </a:lnTo>
                <a:lnTo>
                  <a:pt x="510" y="361"/>
                </a:lnTo>
                <a:lnTo>
                  <a:pt x="487" y="362"/>
                </a:lnTo>
                <a:lnTo>
                  <a:pt x="475" y="366"/>
                </a:lnTo>
                <a:lnTo>
                  <a:pt x="476" y="391"/>
                </a:lnTo>
                <a:lnTo>
                  <a:pt x="483" y="421"/>
                </a:lnTo>
                <a:lnTo>
                  <a:pt x="469" y="437"/>
                </a:lnTo>
                <a:lnTo>
                  <a:pt x="473" y="459"/>
                </a:lnTo>
                <a:lnTo>
                  <a:pt x="462" y="472"/>
                </a:lnTo>
                <a:lnTo>
                  <a:pt x="452" y="511"/>
                </a:lnTo>
                <a:lnTo>
                  <a:pt x="436" y="523"/>
                </a:lnTo>
                <a:lnTo>
                  <a:pt x="411" y="523"/>
                </a:lnTo>
                <a:lnTo>
                  <a:pt x="375" y="517"/>
                </a:lnTo>
                <a:lnTo>
                  <a:pt x="339" y="511"/>
                </a:lnTo>
                <a:lnTo>
                  <a:pt x="342" y="580"/>
                </a:lnTo>
                <a:lnTo>
                  <a:pt x="60" y="488"/>
                </a:lnTo>
                <a:lnTo>
                  <a:pt x="83" y="435"/>
                </a:lnTo>
                <a:lnTo>
                  <a:pt x="78" y="394"/>
                </a:lnTo>
                <a:lnTo>
                  <a:pt x="0" y="316"/>
                </a:lnTo>
                <a:lnTo>
                  <a:pt x="0" y="111"/>
                </a:lnTo>
                <a:lnTo>
                  <a:pt x="52" y="55"/>
                </a:lnTo>
                <a:lnTo>
                  <a:pt x="117" y="25"/>
                </a:lnTo>
                <a:lnTo>
                  <a:pt x="186" y="0"/>
                </a:lnTo>
                <a:lnTo>
                  <a:pt x="276" y="13"/>
                </a:lnTo>
                <a:lnTo>
                  <a:pt x="357" y="20"/>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284" name="Freeform 151">
            <a:extLst>
              <a:ext uri="{FF2B5EF4-FFF2-40B4-BE49-F238E27FC236}">
                <a16:creationId xmlns:a16="http://schemas.microsoft.com/office/drawing/2014/main" id="{2D17DEFA-C0A2-E048-A428-4C88CB2DBA5B}"/>
              </a:ext>
            </a:extLst>
          </p:cNvPr>
          <p:cNvSpPr>
            <a:spLocks/>
          </p:cNvSpPr>
          <p:nvPr/>
        </p:nvSpPr>
        <p:spPr bwMode="auto">
          <a:xfrm>
            <a:off x="1514475" y="3661501"/>
            <a:ext cx="7144" cy="1191"/>
          </a:xfrm>
          <a:custGeom>
            <a:avLst/>
            <a:gdLst>
              <a:gd name="T0" fmla="*/ 2147483646 w 30"/>
              <a:gd name="T1" fmla="*/ 2147483646 h 6"/>
              <a:gd name="T2" fmla="*/ 2147483646 w 30"/>
              <a:gd name="T3" fmla="*/ 2147483646 h 6"/>
              <a:gd name="T4" fmla="*/ 2147483646 w 30"/>
              <a:gd name="T5" fmla="*/ 2147483646 h 6"/>
              <a:gd name="T6" fmla="*/ 2147483646 w 30"/>
              <a:gd name="T7" fmla="*/ 2147483646 h 6"/>
              <a:gd name="T8" fmla="*/ 0 w 30"/>
              <a:gd name="T9" fmla="*/ 2147483646 h 6"/>
              <a:gd name="T10" fmla="*/ 2147483646 w 30"/>
              <a:gd name="T11" fmla="*/ 0 h 6"/>
              <a:gd name="T12" fmla="*/ 2147483646 w 30"/>
              <a:gd name="T13" fmla="*/ 2147483646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6">
                <a:moveTo>
                  <a:pt x="30" y="2"/>
                </a:moveTo>
                <a:lnTo>
                  <a:pt x="23" y="6"/>
                </a:lnTo>
                <a:lnTo>
                  <a:pt x="8" y="5"/>
                </a:lnTo>
                <a:lnTo>
                  <a:pt x="2" y="6"/>
                </a:lnTo>
                <a:lnTo>
                  <a:pt x="0" y="1"/>
                </a:lnTo>
                <a:lnTo>
                  <a:pt x="9" y="0"/>
                </a:lnTo>
                <a:lnTo>
                  <a:pt x="3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5" name="Freeform 152">
            <a:extLst>
              <a:ext uri="{FF2B5EF4-FFF2-40B4-BE49-F238E27FC236}">
                <a16:creationId xmlns:a16="http://schemas.microsoft.com/office/drawing/2014/main" id="{48D7D07D-6DB5-1748-BDEB-564B69D2805D}"/>
              </a:ext>
            </a:extLst>
          </p:cNvPr>
          <p:cNvSpPr>
            <a:spLocks/>
          </p:cNvSpPr>
          <p:nvPr/>
        </p:nvSpPr>
        <p:spPr bwMode="auto">
          <a:xfrm>
            <a:off x="1512094" y="3656738"/>
            <a:ext cx="2381" cy="4763"/>
          </a:xfrm>
          <a:custGeom>
            <a:avLst/>
            <a:gdLst>
              <a:gd name="T0" fmla="*/ 2147483646 w 11"/>
              <a:gd name="T1" fmla="*/ 0 h 22"/>
              <a:gd name="T2" fmla="*/ 2147483646 w 11"/>
              <a:gd name="T3" fmla="*/ 2147483646 h 22"/>
              <a:gd name="T4" fmla="*/ 2147483646 w 11"/>
              <a:gd name="T5" fmla="*/ 2147483646 h 22"/>
              <a:gd name="T6" fmla="*/ 2147483646 w 11"/>
              <a:gd name="T7" fmla="*/ 2147483646 h 22"/>
              <a:gd name="T8" fmla="*/ 0 w 11"/>
              <a:gd name="T9" fmla="*/ 2147483646 h 22"/>
              <a:gd name="T10" fmla="*/ 0 w 11"/>
              <a:gd name="T11" fmla="*/ 2147483646 h 22"/>
              <a:gd name="T12" fmla="*/ 2147483646 w 11"/>
              <a:gd name="T13" fmla="*/ 0 h 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 h="22">
                <a:moveTo>
                  <a:pt x="11" y="0"/>
                </a:moveTo>
                <a:lnTo>
                  <a:pt x="3" y="6"/>
                </a:lnTo>
                <a:lnTo>
                  <a:pt x="3" y="12"/>
                </a:lnTo>
                <a:lnTo>
                  <a:pt x="2" y="22"/>
                </a:lnTo>
                <a:lnTo>
                  <a:pt x="0" y="8"/>
                </a:lnTo>
                <a:lnTo>
                  <a:pt x="0" y="1"/>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6" name="Freeform 153">
            <a:extLst>
              <a:ext uri="{FF2B5EF4-FFF2-40B4-BE49-F238E27FC236}">
                <a16:creationId xmlns:a16="http://schemas.microsoft.com/office/drawing/2014/main" id="{9BC737BA-3968-964D-B99C-66B43C56070F}"/>
              </a:ext>
            </a:extLst>
          </p:cNvPr>
          <p:cNvSpPr>
            <a:spLocks/>
          </p:cNvSpPr>
          <p:nvPr/>
        </p:nvSpPr>
        <p:spPr bwMode="auto">
          <a:xfrm>
            <a:off x="1506141" y="3640069"/>
            <a:ext cx="3572" cy="9525"/>
          </a:xfrm>
          <a:custGeom>
            <a:avLst/>
            <a:gdLst>
              <a:gd name="T0" fmla="*/ 0 w 13"/>
              <a:gd name="T1" fmla="*/ 0 h 42"/>
              <a:gd name="T2" fmla="*/ 2147483646 w 13"/>
              <a:gd name="T3" fmla="*/ 2147483646 h 42"/>
              <a:gd name="T4" fmla="*/ 2147483646 w 13"/>
              <a:gd name="T5" fmla="*/ 2147483646 h 42"/>
              <a:gd name="T6" fmla="*/ 2147483646 w 13"/>
              <a:gd name="T7" fmla="*/ 2147483646 h 42"/>
              <a:gd name="T8" fmla="*/ 0 w 13"/>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42">
                <a:moveTo>
                  <a:pt x="0" y="0"/>
                </a:moveTo>
                <a:lnTo>
                  <a:pt x="9" y="24"/>
                </a:lnTo>
                <a:lnTo>
                  <a:pt x="13" y="42"/>
                </a:lnTo>
                <a:lnTo>
                  <a:pt x="6" y="30"/>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7" name="Freeform 154">
            <a:extLst>
              <a:ext uri="{FF2B5EF4-FFF2-40B4-BE49-F238E27FC236}">
                <a16:creationId xmlns:a16="http://schemas.microsoft.com/office/drawing/2014/main" id="{1D60F5D5-3067-A047-8D0A-9336856AAAA7}"/>
              </a:ext>
            </a:extLst>
          </p:cNvPr>
          <p:cNvSpPr>
            <a:spLocks/>
          </p:cNvSpPr>
          <p:nvPr/>
        </p:nvSpPr>
        <p:spPr bwMode="auto">
          <a:xfrm>
            <a:off x="1493044" y="3629354"/>
            <a:ext cx="14288" cy="8334"/>
          </a:xfrm>
          <a:custGeom>
            <a:avLst/>
            <a:gdLst>
              <a:gd name="T0" fmla="*/ 2147483646 w 56"/>
              <a:gd name="T1" fmla="*/ 0 h 36"/>
              <a:gd name="T2" fmla="*/ 2147483646 w 56"/>
              <a:gd name="T3" fmla="*/ 2147483646 h 36"/>
              <a:gd name="T4" fmla="*/ 2147483646 w 56"/>
              <a:gd name="T5" fmla="*/ 2147483646 h 36"/>
              <a:gd name="T6" fmla="*/ 2147483646 w 56"/>
              <a:gd name="T7" fmla="*/ 2147483646 h 36"/>
              <a:gd name="T8" fmla="*/ 2147483646 w 56"/>
              <a:gd name="T9" fmla="*/ 2147483646 h 36"/>
              <a:gd name="T10" fmla="*/ 2147483646 w 56"/>
              <a:gd name="T11" fmla="*/ 2147483646 h 36"/>
              <a:gd name="T12" fmla="*/ 2147483646 w 56"/>
              <a:gd name="T13" fmla="*/ 2147483646 h 36"/>
              <a:gd name="T14" fmla="*/ 2147483646 w 56"/>
              <a:gd name="T15" fmla="*/ 2147483646 h 36"/>
              <a:gd name="T16" fmla="*/ 0 w 56"/>
              <a:gd name="T17" fmla="*/ 2147483646 h 36"/>
              <a:gd name="T18" fmla="*/ 2147483646 w 56"/>
              <a:gd name="T19" fmla="*/ 2147483646 h 36"/>
              <a:gd name="T20" fmla="*/ 2147483646 w 5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36">
                <a:moveTo>
                  <a:pt x="56" y="0"/>
                </a:moveTo>
                <a:lnTo>
                  <a:pt x="45" y="20"/>
                </a:lnTo>
                <a:lnTo>
                  <a:pt x="47" y="26"/>
                </a:lnTo>
                <a:lnTo>
                  <a:pt x="47" y="29"/>
                </a:lnTo>
                <a:lnTo>
                  <a:pt x="51" y="36"/>
                </a:lnTo>
                <a:lnTo>
                  <a:pt x="43" y="24"/>
                </a:lnTo>
                <a:lnTo>
                  <a:pt x="32" y="24"/>
                </a:lnTo>
                <a:lnTo>
                  <a:pt x="20" y="20"/>
                </a:lnTo>
                <a:lnTo>
                  <a:pt x="0" y="19"/>
                </a:lnTo>
                <a:lnTo>
                  <a:pt x="20" y="7"/>
                </a:lnTo>
                <a:lnTo>
                  <a:pt x="5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8" name="Freeform 155">
            <a:extLst>
              <a:ext uri="{FF2B5EF4-FFF2-40B4-BE49-F238E27FC236}">
                <a16:creationId xmlns:a16="http://schemas.microsoft.com/office/drawing/2014/main" id="{BEFDF4B4-CA77-FF4B-B4FE-3FC3DBB84F71}"/>
              </a:ext>
            </a:extLst>
          </p:cNvPr>
          <p:cNvSpPr>
            <a:spLocks/>
          </p:cNvSpPr>
          <p:nvPr/>
        </p:nvSpPr>
        <p:spPr bwMode="auto">
          <a:xfrm>
            <a:off x="1487091" y="3616257"/>
            <a:ext cx="23813" cy="8335"/>
          </a:xfrm>
          <a:custGeom>
            <a:avLst/>
            <a:gdLst>
              <a:gd name="T0" fmla="*/ 2147483646 w 96"/>
              <a:gd name="T1" fmla="*/ 2147483646 h 34"/>
              <a:gd name="T2" fmla="*/ 2147483646 w 96"/>
              <a:gd name="T3" fmla="*/ 2147483646 h 34"/>
              <a:gd name="T4" fmla="*/ 2147483646 w 96"/>
              <a:gd name="T5" fmla="*/ 2147483646 h 34"/>
              <a:gd name="T6" fmla="*/ 2147483646 w 96"/>
              <a:gd name="T7" fmla="*/ 2147483646 h 34"/>
              <a:gd name="T8" fmla="*/ 2147483646 w 96"/>
              <a:gd name="T9" fmla="*/ 2147483646 h 34"/>
              <a:gd name="T10" fmla="*/ 2147483646 w 96"/>
              <a:gd name="T11" fmla="*/ 2147483646 h 34"/>
              <a:gd name="T12" fmla="*/ 0 w 96"/>
              <a:gd name="T13" fmla="*/ 2147483646 h 34"/>
              <a:gd name="T14" fmla="*/ 2147483646 w 96"/>
              <a:gd name="T15" fmla="*/ 2147483646 h 34"/>
              <a:gd name="T16" fmla="*/ 2147483646 w 96"/>
              <a:gd name="T17" fmla="*/ 2147483646 h 34"/>
              <a:gd name="T18" fmla="*/ 2147483646 w 96"/>
              <a:gd name="T19" fmla="*/ 0 h 34"/>
              <a:gd name="T20" fmla="*/ 2147483646 w 96"/>
              <a:gd name="T21" fmla="*/ 2147483646 h 34"/>
              <a:gd name="T22" fmla="*/ 2147483646 w 96"/>
              <a:gd name="T23" fmla="*/ 2147483646 h 34"/>
              <a:gd name="T24" fmla="*/ 2147483646 w 96"/>
              <a:gd name="T25" fmla="*/ 2147483646 h 34"/>
              <a:gd name="T26" fmla="*/ 2147483646 w 96"/>
              <a:gd name="T27" fmla="*/ 2147483646 h 34"/>
              <a:gd name="T28" fmla="*/ 2147483646 w 96"/>
              <a:gd name="T29" fmla="*/ 2147483646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6" h="34">
                <a:moveTo>
                  <a:pt x="96" y="17"/>
                </a:moveTo>
                <a:lnTo>
                  <a:pt x="92" y="29"/>
                </a:lnTo>
                <a:lnTo>
                  <a:pt x="81" y="34"/>
                </a:lnTo>
                <a:lnTo>
                  <a:pt x="66" y="24"/>
                </a:lnTo>
                <a:lnTo>
                  <a:pt x="47" y="17"/>
                </a:lnTo>
                <a:lnTo>
                  <a:pt x="15" y="17"/>
                </a:lnTo>
                <a:lnTo>
                  <a:pt x="0" y="18"/>
                </a:lnTo>
                <a:lnTo>
                  <a:pt x="24" y="9"/>
                </a:lnTo>
                <a:lnTo>
                  <a:pt x="41" y="4"/>
                </a:lnTo>
                <a:lnTo>
                  <a:pt x="39" y="0"/>
                </a:lnTo>
                <a:lnTo>
                  <a:pt x="56" y="7"/>
                </a:lnTo>
                <a:lnTo>
                  <a:pt x="54" y="2"/>
                </a:lnTo>
                <a:lnTo>
                  <a:pt x="68" y="9"/>
                </a:lnTo>
                <a:lnTo>
                  <a:pt x="79" y="9"/>
                </a:lnTo>
                <a:lnTo>
                  <a:pt x="96" y="1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89" name="Freeform 156">
            <a:extLst>
              <a:ext uri="{FF2B5EF4-FFF2-40B4-BE49-F238E27FC236}">
                <a16:creationId xmlns:a16="http://schemas.microsoft.com/office/drawing/2014/main" id="{5F1B3C7F-7DEF-754F-A691-205F67500F55}"/>
              </a:ext>
            </a:extLst>
          </p:cNvPr>
          <p:cNvSpPr>
            <a:spLocks/>
          </p:cNvSpPr>
          <p:nvPr/>
        </p:nvSpPr>
        <p:spPr bwMode="auto">
          <a:xfrm>
            <a:off x="1445419" y="3628163"/>
            <a:ext cx="13097" cy="26194"/>
          </a:xfrm>
          <a:custGeom>
            <a:avLst/>
            <a:gdLst>
              <a:gd name="T0" fmla="*/ 2147483646 w 56"/>
              <a:gd name="T1" fmla="*/ 2147483646 h 113"/>
              <a:gd name="T2" fmla="*/ 2147483646 w 56"/>
              <a:gd name="T3" fmla="*/ 2147483646 h 113"/>
              <a:gd name="T4" fmla="*/ 2147483646 w 56"/>
              <a:gd name="T5" fmla="*/ 2147483646 h 113"/>
              <a:gd name="T6" fmla="*/ 2147483646 w 56"/>
              <a:gd name="T7" fmla="*/ 2147483646 h 113"/>
              <a:gd name="T8" fmla="*/ 2147483646 w 56"/>
              <a:gd name="T9" fmla="*/ 2147483646 h 113"/>
              <a:gd name="T10" fmla="*/ 2147483646 w 56"/>
              <a:gd name="T11" fmla="*/ 2147483646 h 113"/>
              <a:gd name="T12" fmla="*/ 2147483646 w 56"/>
              <a:gd name="T13" fmla="*/ 2147483646 h 113"/>
              <a:gd name="T14" fmla="*/ 2147483646 w 56"/>
              <a:gd name="T15" fmla="*/ 2147483646 h 113"/>
              <a:gd name="T16" fmla="*/ 2147483646 w 56"/>
              <a:gd name="T17" fmla="*/ 2147483646 h 113"/>
              <a:gd name="T18" fmla="*/ 2147483646 w 56"/>
              <a:gd name="T19" fmla="*/ 2147483646 h 113"/>
              <a:gd name="T20" fmla="*/ 2147483646 w 56"/>
              <a:gd name="T21" fmla="*/ 2147483646 h 113"/>
              <a:gd name="T22" fmla="*/ 2147483646 w 56"/>
              <a:gd name="T23" fmla="*/ 2147483646 h 113"/>
              <a:gd name="T24" fmla="*/ 2147483646 w 56"/>
              <a:gd name="T25" fmla="*/ 2147483646 h 113"/>
              <a:gd name="T26" fmla="*/ 2147483646 w 56"/>
              <a:gd name="T27" fmla="*/ 2147483646 h 113"/>
              <a:gd name="T28" fmla="*/ 2147483646 w 56"/>
              <a:gd name="T29" fmla="*/ 2147483646 h 113"/>
              <a:gd name="T30" fmla="*/ 2147483646 w 56"/>
              <a:gd name="T31" fmla="*/ 2147483646 h 113"/>
              <a:gd name="T32" fmla="*/ 2147483646 w 56"/>
              <a:gd name="T33" fmla="*/ 2147483646 h 113"/>
              <a:gd name="T34" fmla="*/ 0 w 56"/>
              <a:gd name="T35" fmla="*/ 2147483646 h 113"/>
              <a:gd name="T36" fmla="*/ 2147483646 w 56"/>
              <a:gd name="T37" fmla="*/ 2147483646 h 113"/>
              <a:gd name="T38" fmla="*/ 2147483646 w 56"/>
              <a:gd name="T39" fmla="*/ 2147483646 h 113"/>
              <a:gd name="T40" fmla="*/ 2147483646 w 56"/>
              <a:gd name="T41" fmla="*/ 0 h 113"/>
              <a:gd name="T42" fmla="*/ 2147483646 w 56"/>
              <a:gd name="T43" fmla="*/ 2147483646 h 113"/>
              <a:gd name="T44" fmla="*/ 2147483646 w 56"/>
              <a:gd name="T45" fmla="*/ 2147483646 h 11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6" h="113">
                <a:moveTo>
                  <a:pt x="56" y="21"/>
                </a:moveTo>
                <a:lnTo>
                  <a:pt x="39" y="8"/>
                </a:lnTo>
                <a:lnTo>
                  <a:pt x="19" y="11"/>
                </a:lnTo>
                <a:lnTo>
                  <a:pt x="8" y="29"/>
                </a:lnTo>
                <a:lnTo>
                  <a:pt x="6" y="55"/>
                </a:lnTo>
                <a:lnTo>
                  <a:pt x="8" y="75"/>
                </a:lnTo>
                <a:lnTo>
                  <a:pt x="15" y="91"/>
                </a:lnTo>
                <a:lnTo>
                  <a:pt x="24" y="66"/>
                </a:lnTo>
                <a:lnTo>
                  <a:pt x="35" y="52"/>
                </a:lnTo>
                <a:lnTo>
                  <a:pt x="53" y="42"/>
                </a:lnTo>
                <a:lnTo>
                  <a:pt x="38" y="62"/>
                </a:lnTo>
                <a:lnTo>
                  <a:pt x="22" y="79"/>
                </a:lnTo>
                <a:lnTo>
                  <a:pt x="21" y="95"/>
                </a:lnTo>
                <a:lnTo>
                  <a:pt x="28" y="110"/>
                </a:lnTo>
                <a:lnTo>
                  <a:pt x="37" y="113"/>
                </a:lnTo>
                <a:lnTo>
                  <a:pt x="14" y="107"/>
                </a:lnTo>
                <a:lnTo>
                  <a:pt x="2" y="83"/>
                </a:lnTo>
                <a:lnTo>
                  <a:pt x="0" y="52"/>
                </a:lnTo>
                <a:lnTo>
                  <a:pt x="2" y="24"/>
                </a:lnTo>
                <a:lnTo>
                  <a:pt x="15" y="5"/>
                </a:lnTo>
                <a:lnTo>
                  <a:pt x="32" y="0"/>
                </a:lnTo>
                <a:lnTo>
                  <a:pt x="48" y="3"/>
                </a:lnTo>
                <a:lnTo>
                  <a:pt x="56" y="21"/>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0" name="Freeform 157">
            <a:extLst>
              <a:ext uri="{FF2B5EF4-FFF2-40B4-BE49-F238E27FC236}">
                <a16:creationId xmlns:a16="http://schemas.microsoft.com/office/drawing/2014/main" id="{E94427F8-A0A1-CB40-9634-0D92598C7A11}"/>
              </a:ext>
            </a:extLst>
          </p:cNvPr>
          <p:cNvSpPr>
            <a:spLocks/>
          </p:cNvSpPr>
          <p:nvPr/>
        </p:nvSpPr>
        <p:spPr bwMode="auto">
          <a:xfrm>
            <a:off x="1440657" y="3623401"/>
            <a:ext cx="21431" cy="36910"/>
          </a:xfrm>
          <a:custGeom>
            <a:avLst/>
            <a:gdLst>
              <a:gd name="T0" fmla="*/ 2147483646 w 91"/>
              <a:gd name="T1" fmla="*/ 2147483646 h 153"/>
              <a:gd name="T2" fmla="*/ 2147483646 w 91"/>
              <a:gd name="T3" fmla="*/ 2147483646 h 153"/>
              <a:gd name="T4" fmla="*/ 2147483646 w 91"/>
              <a:gd name="T5" fmla="*/ 2147483646 h 153"/>
              <a:gd name="T6" fmla="*/ 2147483646 w 91"/>
              <a:gd name="T7" fmla="*/ 2147483646 h 153"/>
              <a:gd name="T8" fmla="*/ 2147483646 w 91"/>
              <a:gd name="T9" fmla="*/ 2147483646 h 153"/>
              <a:gd name="T10" fmla="*/ 2147483646 w 91"/>
              <a:gd name="T11" fmla="*/ 2147483646 h 153"/>
              <a:gd name="T12" fmla="*/ 2147483646 w 91"/>
              <a:gd name="T13" fmla="*/ 2147483646 h 153"/>
              <a:gd name="T14" fmla="*/ 2147483646 w 91"/>
              <a:gd name="T15" fmla="*/ 2147483646 h 153"/>
              <a:gd name="T16" fmla="*/ 2147483646 w 91"/>
              <a:gd name="T17" fmla="*/ 2147483646 h 153"/>
              <a:gd name="T18" fmla="*/ 2147483646 w 91"/>
              <a:gd name="T19" fmla="*/ 2147483646 h 153"/>
              <a:gd name="T20" fmla="*/ 2147483646 w 91"/>
              <a:gd name="T21" fmla="*/ 2147483646 h 153"/>
              <a:gd name="T22" fmla="*/ 2147483646 w 91"/>
              <a:gd name="T23" fmla="*/ 2147483646 h 153"/>
              <a:gd name="T24" fmla="*/ 2147483646 w 91"/>
              <a:gd name="T25" fmla="*/ 2147483646 h 153"/>
              <a:gd name="T26" fmla="*/ 2147483646 w 91"/>
              <a:gd name="T27" fmla="*/ 2147483646 h 153"/>
              <a:gd name="T28" fmla="*/ 2147483646 w 91"/>
              <a:gd name="T29" fmla="*/ 2147483646 h 153"/>
              <a:gd name="T30" fmla="*/ 2147483646 w 91"/>
              <a:gd name="T31" fmla="*/ 2147483646 h 153"/>
              <a:gd name="T32" fmla="*/ 2147483646 w 91"/>
              <a:gd name="T33" fmla="*/ 2147483646 h 153"/>
              <a:gd name="T34" fmla="*/ 2147483646 w 91"/>
              <a:gd name="T35" fmla="*/ 2147483646 h 153"/>
              <a:gd name="T36" fmla="*/ 2147483646 w 91"/>
              <a:gd name="T37" fmla="*/ 2147483646 h 153"/>
              <a:gd name="T38" fmla="*/ 0 w 91"/>
              <a:gd name="T39" fmla="*/ 2147483646 h 153"/>
              <a:gd name="T40" fmla="*/ 0 w 91"/>
              <a:gd name="T41" fmla="*/ 2147483646 h 153"/>
              <a:gd name="T42" fmla="*/ 2147483646 w 91"/>
              <a:gd name="T43" fmla="*/ 2147483646 h 153"/>
              <a:gd name="T44" fmla="*/ 2147483646 w 91"/>
              <a:gd name="T45" fmla="*/ 2147483646 h 153"/>
              <a:gd name="T46" fmla="*/ 2147483646 w 91"/>
              <a:gd name="T47" fmla="*/ 0 h 153"/>
              <a:gd name="T48" fmla="*/ 2147483646 w 91"/>
              <a:gd name="T49" fmla="*/ 2147483646 h 153"/>
              <a:gd name="T50" fmla="*/ 2147483646 w 91"/>
              <a:gd name="T51" fmla="*/ 2147483646 h 153"/>
              <a:gd name="T52" fmla="*/ 2147483646 w 91"/>
              <a:gd name="T53" fmla="*/ 2147483646 h 15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1" h="153">
                <a:moveTo>
                  <a:pt x="91" y="38"/>
                </a:moveTo>
                <a:lnTo>
                  <a:pt x="76" y="13"/>
                </a:lnTo>
                <a:lnTo>
                  <a:pt x="54" y="7"/>
                </a:lnTo>
                <a:lnTo>
                  <a:pt x="24" y="12"/>
                </a:lnTo>
                <a:lnTo>
                  <a:pt x="14" y="25"/>
                </a:lnTo>
                <a:lnTo>
                  <a:pt x="7" y="48"/>
                </a:lnTo>
                <a:lnTo>
                  <a:pt x="7" y="66"/>
                </a:lnTo>
                <a:lnTo>
                  <a:pt x="11" y="79"/>
                </a:lnTo>
                <a:lnTo>
                  <a:pt x="11" y="98"/>
                </a:lnTo>
                <a:lnTo>
                  <a:pt x="15" y="120"/>
                </a:lnTo>
                <a:lnTo>
                  <a:pt x="34" y="142"/>
                </a:lnTo>
                <a:lnTo>
                  <a:pt x="47" y="142"/>
                </a:lnTo>
                <a:lnTo>
                  <a:pt x="63" y="142"/>
                </a:lnTo>
                <a:lnTo>
                  <a:pt x="63" y="144"/>
                </a:lnTo>
                <a:lnTo>
                  <a:pt x="51" y="153"/>
                </a:lnTo>
                <a:lnTo>
                  <a:pt x="36" y="151"/>
                </a:lnTo>
                <a:lnTo>
                  <a:pt x="19" y="144"/>
                </a:lnTo>
                <a:lnTo>
                  <a:pt x="6" y="121"/>
                </a:lnTo>
                <a:lnTo>
                  <a:pt x="5" y="86"/>
                </a:lnTo>
                <a:lnTo>
                  <a:pt x="0" y="62"/>
                </a:lnTo>
                <a:lnTo>
                  <a:pt x="0" y="41"/>
                </a:lnTo>
                <a:lnTo>
                  <a:pt x="9" y="23"/>
                </a:lnTo>
                <a:lnTo>
                  <a:pt x="18" y="7"/>
                </a:lnTo>
                <a:lnTo>
                  <a:pt x="42" y="0"/>
                </a:lnTo>
                <a:lnTo>
                  <a:pt x="76" y="5"/>
                </a:lnTo>
                <a:lnTo>
                  <a:pt x="89" y="13"/>
                </a:lnTo>
                <a:lnTo>
                  <a:pt x="91" y="3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1" name="Freeform 158">
            <a:extLst>
              <a:ext uri="{FF2B5EF4-FFF2-40B4-BE49-F238E27FC236}">
                <a16:creationId xmlns:a16="http://schemas.microsoft.com/office/drawing/2014/main" id="{9D33B916-9FD0-5E47-9533-A24B7CFFA66B}"/>
              </a:ext>
            </a:extLst>
          </p:cNvPr>
          <p:cNvSpPr>
            <a:spLocks/>
          </p:cNvSpPr>
          <p:nvPr/>
        </p:nvSpPr>
        <p:spPr bwMode="auto">
          <a:xfrm>
            <a:off x="1453754" y="3662692"/>
            <a:ext cx="20240" cy="30956"/>
          </a:xfrm>
          <a:custGeom>
            <a:avLst/>
            <a:gdLst>
              <a:gd name="T0" fmla="*/ 0 w 83"/>
              <a:gd name="T1" fmla="*/ 0 h 127"/>
              <a:gd name="T2" fmla="*/ 2147483646 w 83"/>
              <a:gd name="T3" fmla="*/ 2147483646 h 127"/>
              <a:gd name="T4" fmla="*/ 2147483646 w 83"/>
              <a:gd name="T5" fmla="*/ 2147483646 h 127"/>
              <a:gd name="T6" fmla="*/ 2147483646 w 83"/>
              <a:gd name="T7" fmla="*/ 2147483646 h 127"/>
              <a:gd name="T8" fmla="*/ 2147483646 w 83"/>
              <a:gd name="T9" fmla="*/ 2147483646 h 127"/>
              <a:gd name="T10" fmla="*/ 2147483646 w 83"/>
              <a:gd name="T11" fmla="*/ 2147483646 h 127"/>
              <a:gd name="T12" fmla="*/ 2147483646 w 83"/>
              <a:gd name="T13" fmla="*/ 2147483646 h 127"/>
              <a:gd name="T14" fmla="*/ 2147483646 w 83"/>
              <a:gd name="T15" fmla="*/ 2147483646 h 127"/>
              <a:gd name="T16" fmla="*/ 2147483646 w 83"/>
              <a:gd name="T17" fmla="*/ 2147483646 h 127"/>
              <a:gd name="T18" fmla="*/ 0 w 83"/>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3" h="127">
                <a:moveTo>
                  <a:pt x="0" y="0"/>
                </a:moveTo>
                <a:lnTo>
                  <a:pt x="10" y="27"/>
                </a:lnTo>
                <a:lnTo>
                  <a:pt x="27" y="57"/>
                </a:lnTo>
                <a:lnTo>
                  <a:pt x="45" y="83"/>
                </a:lnTo>
                <a:lnTo>
                  <a:pt x="70" y="116"/>
                </a:lnTo>
                <a:lnTo>
                  <a:pt x="83" y="127"/>
                </a:lnTo>
                <a:lnTo>
                  <a:pt x="55" y="113"/>
                </a:lnTo>
                <a:lnTo>
                  <a:pt x="33" y="82"/>
                </a:lnTo>
                <a:lnTo>
                  <a:pt x="12" y="46"/>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2" name="Freeform 159">
            <a:extLst>
              <a:ext uri="{FF2B5EF4-FFF2-40B4-BE49-F238E27FC236}">
                <a16:creationId xmlns:a16="http://schemas.microsoft.com/office/drawing/2014/main" id="{721C0C0D-F99F-4E4D-BEDA-8F9E74495BA4}"/>
              </a:ext>
            </a:extLst>
          </p:cNvPr>
          <p:cNvSpPr>
            <a:spLocks/>
          </p:cNvSpPr>
          <p:nvPr/>
        </p:nvSpPr>
        <p:spPr bwMode="auto">
          <a:xfrm>
            <a:off x="1393032" y="3559107"/>
            <a:ext cx="113110" cy="114300"/>
          </a:xfrm>
          <a:custGeom>
            <a:avLst/>
            <a:gdLst>
              <a:gd name="T0" fmla="*/ 2147483646 w 478"/>
              <a:gd name="T1" fmla="*/ 2147483646 h 480"/>
              <a:gd name="T2" fmla="*/ 2147483646 w 478"/>
              <a:gd name="T3" fmla="*/ 2147483646 h 480"/>
              <a:gd name="T4" fmla="*/ 2147483646 w 478"/>
              <a:gd name="T5" fmla="*/ 2147483646 h 480"/>
              <a:gd name="T6" fmla="*/ 2147483646 w 478"/>
              <a:gd name="T7" fmla="*/ 2147483646 h 480"/>
              <a:gd name="T8" fmla="*/ 2147483646 w 478"/>
              <a:gd name="T9" fmla="*/ 2147483646 h 480"/>
              <a:gd name="T10" fmla="*/ 2147483646 w 478"/>
              <a:gd name="T11" fmla="*/ 2147483646 h 480"/>
              <a:gd name="T12" fmla="*/ 2147483646 w 478"/>
              <a:gd name="T13" fmla="*/ 2147483646 h 480"/>
              <a:gd name="T14" fmla="*/ 2147483646 w 478"/>
              <a:gd name="T15" fmla="*/ 2147483646 h 480"/>
              <a:gd name="T16" fmla="*/ 2147483646 w 478"/>
              <a:gd name="T17" fmla="*/ 2147483646 h 480"/>
              <a:gd name="T18" fmla="*/ 2147483646 w 478"/>
              <a:gd name="T19" fmla="*/ 2147483646 h 480"/>
              <a:gd name="T20" fmla="*/ 2147483646 w 478"/>
              <a:gd name="T21" fmla="*/ 2147483646 h 480"/>
              <a:gd name="T22" fmla="*/ 2147483646 w 478"/>
              <a:gd name="T23" fmla="*/ 2147483646 h 480"/>
              <a:gd name="T24" fmla="*/ 2147483646 w 478"/>
              <a:gd name="T25" fmla="*/ 2147483646 h 480"/>
              <a:gd name="T26" fmla="*/ 2147483646 w 478"/>
              <a:gd name="T27" fmla="*/ 2147483646 h 480"/>
              <a:gd name="T28" fmla="*/ 2147483646 w 478"/>
              <a:gd name="T29" fmla="*/ 2147483646 h 480"/>
              <a:gd name="T30" fmla="*/ 2147483646 w 478"/>
              <a:gd name="T31" fmla="*/ 2147483646 h 480"/>
              <a:gd name="T32" fmla="*/ 2147483646 w 478"/>
              <a:gd name="T33" fmla="*/ 2147483646 h 480"/>
              <a:gd name="T34" fmla="*/ 2147483646 w 478"/>
              <a:gd name="T35" fmla="*/ 2147483646 h 480"/>
              <a:gd name="T36" fmla="*/ 2147483646 w 478"/>
              <a:gd name="T37" fmla="*/ 2147483646 h 480"/>
              <a:gd name="T38" fmla="*/ 2147483646 w 478"/>
              <a:gd name="T39" fmla="*/ 2147483646 h 480"/>
              <a:gd name="T40" fmla="*/ 2147483646 w 478"/>
              <a:gd name="T41" fmla="*/ 2147483646 h 480"/>
              <a:gd name="T42" fmla="*/ 2147483646 w 478"/>
              <a:gd name="T43" fmla="*/ 2147483646 h 480"/>
              <a:gd name="T44" fmla="*/ 2147483646 w 478"/>
              <a:gd name="T45" fmla="*/ 2147483646 h 480"/>
              <a:gd name="T46" fmla="*/ 2147483646 w 478"/>
              <a:gd name="T47" fmla="*/ 2147483646 h 480"/>
              <a:gd name="T48" fmla="*/ 2147483646 w 478"/>
              <a:gd name="T49" fmla="*/ 2147483646 h 480"/>
              <a:gd name="T50" fmla="*/ 0 w 478"/>
              <a:gd name="T51" fmla="*/ 2147483646 h 480"/>
              <a:gd name="T52" fmla="*/ 2147483646 w 478"/>
              <a:gd name="T53" fmla="*/ 2147483646 h 480"/>
              <a:gd name="T54" fmla="*/ 2147483646 w 478"/>
              <a:gd name="T55" fmla="*/ 2147483646 h 480"/>
              <a:gd name="T56" fmla="*/ 2147483646 w 478"/>
              <a:gd name="T57" fmla="*/ 2147483646 h 480"/>
              <a:gd name="T58" fmla="*/ 2147483646 w 478"/>
              <a:gd name="T59" fmla="*/ 2147483646 h 480"/>
              <a:gd name="T60" fmla="*/ 2147483646 w 478"/>
              <a:gd name="T61" fmla="*/ 0 h 480"/>
              <a:gd name="T62" fmla="*/ 2147483646 w 478"/>
              <a:gd name="T63" fmla="*/ 2147483646 h 480"/>
              <a:gd name="T64" fmla="*/ 2147483646 w 478"/>
              <a:gd name="T65" fmla="*/ 2147483646 h 480"/>
              <a:gd name="T66" fmla="*/ 2147483646 w 478"/>
              <a:gd name="T67" fmla="*/ 2147483646 h 480"/>
              <a:gd name="T68" fmla="*/ 2147483646 w 478"/>
              <a:gd name="T69" fmla="*/ 2147483646 h 480"/>
              <a:gd name="T70" fmla="*/ 2147483646 w 478"/>
              <a:gd name="T71" fmla="*/ 2147483646 h 480"/>
              <a:gd name="T72" fmla="*/ 2147483646 w 478"/>
              <a:gd name="T73" fmla="*/ 2147483646 h 480"/>
              <a:gd name="T74" fmla="*/ 2147483646 w 478"/>
              <a:gd name="T75" fmla="*/ 2147483646 h 4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78" h="480">
                <a:moveTo>
                  <a:pt x="440" y="138"/>
                </a:moveTo>
                <a:lnTo>
                  <a:pt x="367" y="127"/>
                </a:lnTo>
                <a:lnTo>
                  <a:pt x="320" y="133"/>
                </a:lnTo>
                <a:lnTo>
                  <a:pt x="290" y="168"/>
                </a:lnTo>
                <a:lnTo>
                  <a:pt x="308" y="209"/>
                </a:lnTo>
                <a:lnTo>
                  <a:pt x="331" y="224"/>
                </a:lnTo>
                <a:lnTo>
                  <a:pt x="338" y="262"/>
                </a:lnTo>
                <a:lnTo>
                  <a:pt x="324" y="287"/>
                </a:lnTo>
                <a:lnTo>
                  <a:pt x="335" y="325"/>
                </a:lnTo>
                <a:lnTo>
                  <a:pt x="306" y="325"/>
                </a:lnTo>
                <a:lnTo>
                  <a:pt x="298" y="282"/>
                </a:lnTo>
                <a:lnTo>
                  <a:pt x="280" y="262"/>
                </a:lnTo>
                <a:lnTo>
                  <a:pt x="243" y="262"/>
                </a:lnTo>
                <a:lnTo>
                  <a:pt x="209" y="271"/>
                </a:lnTo>
                <a:lnTo>
                  <a:pt x="197" y="301"/>
                </a:lnTo>
                <a:lnTo>
                  <a:pt x="193" y="341"/>
                </a:lnTo>
                <a:lnTo>
                  <a:pt x="197" y="370"/>
                </a:lnTo>
                <a:lnTo>
                  <a:pt x="197" y="391"/>
                </a:lnTo>
                <a:lnTo>
                  <a:pt x="195" y="416"/>
                </a:lnTo>
                <a:lnTo>
                  <a:pt x="172" y="439"/>
                </a:lnTo>
                <a:lnTo>
                  <a:pt x="156" y="453"/>
                </a:lnTo>
                <a:lnTo>
                  <a:pt x="115" y="480"/>
                </a:lnTo>
                <a:lnTo>
                  <a:pt x="37" y="399"/>
                </a:lnTo>
                <a:lnTo>
                  <a:pt x="14" y="334"/>
                </a:lnTo>
                <a:lnTo>
                  <a:pt x="5" y="229"/>
                </a:lnTo>
                <a:lnTo>
                  <a:pt x="0" y="154"/>
                </a:lnTo>
                <a:lnTo>
                  <a:pt x="9" y="82"/>
                </a:lnTo>
                <a:lnTo>
                  <a:pt x="30" y="42"/>
                </a:lnTo>
                <a:lnTo>
                  <a:pt x="78" y="15"/>
                </a:lnTo>
                <a:lnTo>
                  <a:pt x="121" y="7"/>
                </a:lnTo>
                <a:lnTo>
                  <a:pt x="204" y="0"/>
                </a:lnTo>
                <a:lnTo>
                  <a:pt x="285" y="5"/>
                </a:lnTo>
                <a:lnTo>
                  <a:pt x="387" y="22"/>
                </a:lnTo>
                <a:lnTo>
                  <a:pt x="432" y="44"/>
                </a:lnTo>
                <a:lnTo>
                  <a:pt x="455" y="67"/>
                </a:lnTo>
                <a:lnTo>
                  <a:pt x="478" y="102"/>
                </a:lnTo>
                <a:lnTo>
                  <a:pt x="475" y="120"/>
                </a:lnTo>
                <a:lnTo>
                  <a:pt x="440" y="138"/>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3" name="Freeform 160">
            <a:extLst>
              <a:ext uri="{FF2B5EF4-FFF2-40B4-BE49-F238E27FC236}">
                <a16:creationId xmlns:a16="http://schemas.microsoft.com/office/drawing/2014/main" id="{211D5504-F744-5742-AD6E-DFC15AD4705C}"/>
              </a:ext>
            </a:extLst>
          </p:cNvPr>
          <p:cNvSpPr>
            <a:spLocks/>
          </p:cNvSpPr>
          <p:nvPr/>
        </p:nvSpPr>
        <p:spPr bwMode="auto">
          <a:xfrm>
            <a:off x="1395413" y="3560298"/>
            <a:ext cx="108347" cy="109538"/>
          </a:xfrm>
          <a:custGeom>
            <a:avLst/>
            <a:gdLst>
              <a:gd name="T0" fmla="*/ 2147483646 w 455"/>
              <a:gd name="T1" fmla="*/ 2147483646 h 460"/>
              <a:gd name="T2" fmla="*/ 2147483646 w 455"/>
              <a:gd name="T3" fmla="*/ 2147483646 h 460"/>
              <a:gd name="T4" fmla="*/ 2147483646 w 455"/>
              <a:gd name="T5" fmla="*/ 2147483646 h 460"/>
              <a:gd name="T6" fmla="*/ 2147483646 w 455"/>
              <a:gd name="T7" fmla="*/ 2147483646 h 460"/>
              <a:gd name="T8" fmla="*/ 2147483646 w 455"/>
              <a:gd name="T9" fmla="*/ 2147483646 h 460"/>
              <a:gd name="T10" fmla="*/ 2147483646 w 455"/>
              <a:gd name="T11" fmla="*/ 2147483646 h 460"/>
              <a:gd name="T12" fmla="*/ 2147483646 w 455"/>
              <a:gd name="T13" fmla="*/ 2147483646 h 460"/>
              <a:gd name="T14" fmla="*/ 2147483646 w 455"/>
              <a:gd name="T15" fmla="*/ 2147483646 h 460"/>
              <a:gd name="T16" fmla="*/ 2147483646 w 455"/>
              <a:gd name="T17" fmla="*/ 2147483646 h 460"/>
              <a:gd name="T18" fmla="*/ 2147483646 w 455"/>
              <a:gd name="T19" fmla="*/ 2147483646 h 460"/>
              <a:gd name="T20" fmla="*/ 2147483646 w 455"/>
              <a:gd name="T21" fmla="*/ 2147483646 h 460"/>
              <a:gd name="T22" fmla="*/ 2147483646 w 455"/>
              <a:gd name="T23" fmla="*/ 2147483646 h 460"/>
              <a:gd name="T24" fmla="*/ 2147483646 w 455"/>
              <a:gd name="T25" fmla="*/ 2147483646 h 460"/>
              <a:gd name="T26" fmla="*/ 2147483646 w 455"/>
              <a:gd name="T27" fmla="*/ 2147483646 h 460"/>
              <a:gd name="T28" fmla="*/ 2147483646 w 455"/>
              <a:gd name="T29" fmla="*/ 2147483646 h 460"/>
              <a:gd name="T30" fmla="*/ 2147483646 w 455"/>
              <a:gd name="T31" fmla="*/ 2147483646 h 460"/>
              <a:gd name="T32" fmla="*/ 2147483646 w 455"/>
              <a:gd name="T33" fmla="*/ 2147483646 h 460"/>
              <a:gd name="T34" fmla="*/ 2147483646 w 455"/>
              <a:gd name="T35" fmla="*/ 2147483646 h 460"/>
              <a:gd name="T36" fmla="*/ 2147483646 w 455"/>
              <a:gd name="T37" fmla="*/ 2147483646 h 460"/>
              <a:gd name="T38" fmla="*/ 2147483646 w 455"/>
              <a:gd name="T39" fmla="*/ 2147483646 h 460"/>
              <a:gd name="T40" fmla="*/ 2147483646 w 455"/>
              <a:gd name="T41" fmla="*/ 2147483646 h 460"/>
              <a:gd name="T42" fmla="*/ 2147483646 w 455"/>
              <a:gd name="T43" fmla="*/ 2147483646 h 460"/>
              <a:gd name="T44" fmla="*/ 2147483646 w 455"/>
              <a:gd name="T45" fmla="*/ 2147483646 h 460"/>
              <a:gd name="T46" fmla="*/ 2147483646 w 455"/>
              <a:gd name="T47" fmla="*/ 2147483646 h 460"/>
              <a:gd name="T48" fmla="*/ 2147483646 w 455"/>
              <a:gd name="T49" fmla="*/ 2147483646 h 460"/>
              <a:gd name="T50" fmla="*/ 2147483646 w 455"/>
              <a:gd name="T51" fmla="*/ 2147483646 h 460"/>
              <a:gd name="T52" fmla="*/ 2147483646 w 455"/>
              <a:gd name="T53" fmla="*/ 2147483646 h 460"/>
              <a:gd name="T54" fmla="*/ 2147483646 w 455"/>
              <a:gd name="T55" fmla="*/ 2147483646 h 460"/>
              <a:gd name="T56" fmla="*/ 2147483646 w 455"/>
              <a:gd name="T57" fmla="*/ 2147483646 h 460"/>
              <a:gd name="T58" fmla="*/ 2147483646 w 455"/>
              <a:gd name="T59" fmla="*/ 2147483646 h 460"/>
              <a:gd name="T60" fmla="*/ 2147483646 w 455"/>
              <a:gd name="T61" fmla="*/ 2147483646 h 460"/>
              <a:gd name="T62" fmla="*/ 2147483646 w 455"/>
              <a:gd name="T63" fmla="*/ 2147483646 h 460"/>
              <a:gd name="T64" fmla="*/ 2147483646 w 455"/>
              <a:gd name="T65" fmla="*/ 2147483646 h 460"/>
              <a:gd name="T66" fmla="*/ 2147483646 w 455"/>
              <a:gd name="T67" fmla="*/ 2147483646 h 460"/>
              <a:gd name="T68" fmla="*/ 2147483646 w 455"/>
              <a:gd name="T69" fmla="*/ 2147483646 h 460"/>
              <a:gd name="T70" fmla="*/ 2147483646 w 455"/>
              <a:gd name="T71" fmla="*/ 2147483646 h 460"/>
              <a:gd name="T72" fmla="*/ 2147483646 w 455"/>
              <a:gd name="T73" fmla="*/ 2147483646 h 460"/>
              <a:gd name="T74" fmla="*/ 2147483646 w 455"/>
              <a:gd name="T75" fmla="*/ 2147483646 h 460"/>
              <a:gd name="T76" fmla="*/ 2147483646 w 455"/>
              <a:gd name="T77" fmla="*/ 2147483646 h 460"/>
              <a:gd name="T78" fmla="*/ 2147483646 w 455"/>
              <a:gd name="T79" fmla="*/ 2147483646 h 460"/>
              <a:gd name="T80" fmla="*/ 2147483646 w 455"/>
              <a:gd name="T81" fmla="*/ 2147483646 h 460"/>
              <a:gd name="T82" fmla="*/ 2147483646 w 455"/>
              <a:gd name="T83" fmla="*/ 2147483646 h 460"/>
              <a:gd name="T84" fmla="*/ 2147483646 w 455"/>
              <a:gd name="T85" fmla="*/ 2147483646 h 460"/>
              <a:gd name="T86" fmla="*/ 2147483646 w 455"/>
              <a:gd name="T87" fmla="*/ 2147483646 h 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55" h="460">
                <a:moveTo>
                  <a:pt x="379" y="28"/>
                </a:moveTo>
                <a:lnTo>
                  <a:pt x="418" y="44"/>
                </a:lnTo>
                <a:lnTo>
                  <a:pt x="436" y="69"/>
                </a:lnTo>
                <a:lnTo>
                  <a:pt x="447" y="85"/>
                </a:lnTo>
                <a:lnTo>
                  <a:pt x="455" y="98"/>
                </a:lnTo>
                <a:lnTo>
                  <a:pt x="444" y="108"/>
                </a:lnTo>
                <a:lnTo>
                  <a:pt x="425" y="120"/>
                </a:lnTo>
                <a:lnTo>
                  <a:pt x="376" y="113"/>
                </a:lnTo>
                <a:lnTo>
                  <a:pt x="339" y="113"/>
                </a:lnTo>
                <a:lnTo>
                  <a:pt x="315" y="100"/>
                </a:lnTo>
                <a:lnTo>
                  <a:pt x="279" y="92"/>
                </a:lnTo>
                <a:lnTo>
                  <a:pt x="247" y="90"/>
                </a:lnTo>
                <a:lnTo>
                  <a:pt x="209" y="92"/>
                </a:lnTo>
                <a:lnTo>
                  <a:pt x="264" y="98"/>
                </a:lnTo>
                <a:lnTo>
                  <a:pt x="291" y="105"/>
                </a:lnTo>
                <a:lnTo>
                  <a:pt x="311" y="113"/>
                </a:lnTo>
                <a:lnTo>
                  <a:pt x="315" y="115"/>
                </a:lnTo>
                <a:lnTo>
                  <a:pt x="302" y="120"/>
                </a:lnTo>
                <a:lnTo>
                  <a:pt x="291" y="131"/>
                </a:lnTo>
                <a:lnTo>
                  <a:pt x="272" y="120"/>
                </a:lnTo>
                <a:lnTo>
                  <a:pt x="256" y="116"/>
                </a:lnTo>
                <a:lnTo>
                  <a:pt x="223" y="110"/>
                </a:lnTo>
                <a:lnTo>
                  <a:pt x="212" y="110"/>
                </a:lnTo>
                <a:lnTo>
                  <a:pt x="246" y="122"/>
                </a:lnTo>
                <a:lnTo>
                  <a:pt x="270" y="133"/>
                </a:lnTo>
                <a:lnTo>
                  <a:pt x="283" y="142"/>
                </a:lnTo>
                <a:lnTo>
                  <a:pt x="272" y="154"/>
                </a:lnTo>
                <a:lnTo>
                  <a:pt x="246" y="145"/>
                </a:lnTo>
                <a:lnTo>
                  <a:pt x="223" y="140"/>
                </a:lnTo>
                <a:lnTo>
                  <a:pt x="264" y="161"/>
                </a:lnTo>
                <a:lnTo>
                  <a:pt x="277" y="170"/>
                </a:lnTo>
                <a:lnTo>
                  <a:pt x="281" y="189"/>
                </a:lnTo>
                <a:lnTo>
                  <a:pt x="289" y="199"/>
                </a:lnTo>
                <a:lnTo>
                  <a:pt x="264" y="187"/>
                </a:lnTo>
                <a:lnTo>
                  <a:pt x="241" y="183"/>
                </a:lnTo>
                <a:lnTo>
                  <a:pt x="205" y="181"/>
                </a:lnTo>
                <a:lnTo>
                  <a:pt x="259" y="197"/>
                </a:lnTo>
                <a:lnTo>
                  <a:pt x="293" y="210"/>
                </a:lnTo>
                <a:lnTo>
                  <a:pt x="315" y="222"/>
                </a:lnTo>
                <a:lnTo>
                  <a:pt x="318" y="239"/>
                </a:lnTo>
                <a:lnTo>
                  <a:pt x="291" y="227"/>
                </a:lnTo>
                <a:lnTo>
                  <a:pt x="254" y="214"/>
                </a:lnTo>
                <a:lnTo>
                  <a:pt x="237" y="214"/>
                </a:lnTo>
                <a:lnTo>
                  <a:pt x="277" y="228"/>
                </a:lnTo>
                <a:lnTo>
                  <a:pt x="309" y="242"/>
                </a:lnTo>
                <a:lnTo>
                  <a:pt x="320" y="253"/>
                </a:lnTo>
                <a:lnTo>
                  <a:pt x="315" y="264"/>
                </a:lnTo>
                <a:lnTo>
                  <a:pt x="291" y="255"/>
                </a:lnTo>
                <a:lnTo>
                  <a:pt x="269" y="246"/>
                </a:lnTo>
                <a:lnTo>
                  <a:pt x="221" y="244"/>
                </a:lnTo>
                <a:lnTo>
                  <a:pt x="202" y="246"/>
                </a:lnTo>
                <a:lnTo>
                  <a:pt x="158" y="249"/>
                </a:lnTo>
                <a:lnTo>
                  <a:pt x="107" y="242"/>
                </a:lnTo>
                <a:lnTo>
                  <a:pt x="137" y="253"/>
                </a:lnTo>
                <a:lnTo>
                  <a:pt x="191" y="262"/>
                </a:lnTo>
                <a:lnTo>
                  <a:pt x="181" y="280"/>
                </a:lnTo>
                <a:lnTo>
                  <a:pt x="141" y="271"/>
                </a:lnTo>
                <a:lnTo>
                  <a:pt x="104" y="258"/>
                </a:lnTo>
                <a:lnTo>
                  <a:pt x="79" y="246"/>
                </a:lnTo>
                <a:lnTo>
                  <a:pt x="126" y="280"/>
                </a:lnTo>
                <a:lnTo>
                  <a:pt x="156" y="290"/>
                </a:lnTo>
                <a:lnTo>
                  <a:pt x="181" y="298"/>
                </a:lnTo>
                <a:lnTo>
                  <a:pt x="178" y="317"/>
                </a:lnTo>
                <a:lnTo>
                  <a:pt x="141" y="310"/>
                </a:lnTo>
                <a:lnTo>
                  <a:pt x="113" y="302"/>
                </a:lnTo>
                <a:lnTo>
                  <a:pt x="131" y="315"/>
                </a:lnTo>
                <a:lnTo>
                  <a:pt x="161" y="323"/>
                </a:lnTo>
                <a:lnTo>
                  <a:pt x="178" y="325"/>
                </a:lnTo>
                <a:lnTo>
                  <a:pt x="178" y="365"/>
                </a:lnTo>
                <a:lnTo>
                  <a:pt x="143" y="351"/>
                </a:lnTo>
                <a:lnTo>
                  <a:pt x="116" y="341"/>
                </a:lnTo>
                <a:lnTo>
                  <a:pt x="145" y="363"/>
                </a:lnTo>
                <a:lnTo>
                  <a:pt x="182" y="379"/>
                </a:lnTo>
                <a:lnTo>
                  <a:pt x="181" y="397"/>
                </a:lnTo>
                <a:lnTo>
                  <a:pt x="159" y="418"/>
                </a:lnTo>
                <a:lnTo>
                  <a:pt x="141" y="395"/>
                </a:lnTo>
                <a:lnTo>
                  <a:pt x="116" y="365"/>
                </a:lnTo>
                <a:lnTo>
                  <a:pt x="100" y="337"/>
                </a:lnTo>
                <a:lnTo>
                  <a:pt x="116" y="381"/>
                </a:lnTo>
                <a:lnTo>
                  <a:pt x="131" y="397"/>
                </a:lnTo>
                <a:lnTo>
                  <a:pt x="156" y="429"/>
                </a:lnTo>
                <a:lnTo>
                  <a:pt x="137" y="449"/>
                </a:lnTo>
                <a:lnTo>
                  <a:pt x="109" y="424"/>
                </a:lnTo>
                <a:lnTo>
                  <a:pt x="88" y="395"/>
                </a:lnTo>
                <a:lnTo>
                  <a:pt x="69" y="363"/>
                </a:lnTo>
                <a:lnTo>
                  <a:pt x="86" y="409"/>
                </a:lnTo>
                <a:lnTo>
                  <a:pt x="104" y="430"/>
                </a:lnTo>
                <a:lnTo>
                  <a:pt x="121" y="452"/>
                </a:lnTo>
                <a:lnTo>
                  <a:pt x="107" y="460"/>
                </a:lnTo>
                <a:lnTo>
                  <a:pt x="69" y="429"/>
                </a:lnTo>
                <a:lnTo>
                  <a:pt x="34" y="379"/>
                </a:lnTo>
                <a:lnTo>
                  <a:pt x="21" y="341"/>
                </a:lnTo>
                <a:lnTo>
                  <a:pt x="12" y="275"/>
                </a:lnTo>
                <a:lnTo>
                  <a:pt x="7" y="227"/>
                </a:lnTo>
                <a:lnTo>
                  <a:pt x="0" y="170"/>
                </a:lnTo>
                <a:lnTo>
                  <a:pt x="39" y="181"/>
                </a:lnTo>
                <a:lnTo>
                  <a:pt x="81" y="197"/>
                </a:lnTo>
                <a:lnTo>
                  <a:pt x="145" y="212"/>
                </a:lnTo>
                <a:lnTo>
                  <a:pt x="88" y="189"/>
                </a:lnTo>
                <a:lnTo>
                  <a:pt x="67" y="177"/>
                </a:lnTo>
                <a:lnTo>
                  <a:pt x="26" y="162"/>
                </a:lnTo>
                <a:lnTo>
                  <a:pt x="5" y="158"/>
                </a:lnTo>
                <a:lnTo>
                  <a:pt x="5" y="129"/>
                </a:lnTo>
                <a:lnTo>
                  <a:pt x="10" y="92"/>
                </a:lnTo>
                <a:lnTo>
                  <a:pt x="61" y="100"/>
                </a:lnTo>
                <a:lnTo>
                  <a:pt x="94" y="110"/>
                </a:lnTo>
                <a:lnTo>
                  <a:pt x="135" y="129"/>
                </a:lnTo>
                <a:lnTo>
                  <a:pt x="97" y="100"/>
                </a:lnTo>
                <a:lnTo>
                  <a:pt x="54" y="88"/>
                </a:lnTo>
                <a:lnTo>
                  <a:pt x="12" y="77"/>
                </a:lnTo>
                <a:lnTo>
                  <a:pt x="21" y="49"/>
                </a:lnTo>
                <a:lnTo>
                  <a:pt x="34" y="31"/>
                </a:lnTo>
                <a:lnTo>
                  <a:pt x="73" y="19"/>
                </a:lnTo>
                <a:lnTo>
                  <a:pt x="111" y="28"/>
                </a:lnTo>
                <a:lnTo>
                  <a:pt x="145" y="53"/>
                </a:lnTo>
                <a:lnTo>
                  <a:pt x="121" y="25"/>
                </a:lnTo>
                <a:lnTo>
                  <a:pt x="86" y="10"/>
                </a:lnTo>
                <a:lnTo>
                  <a:pt x="126" y="4"/>
                </a:lnTo>
                <a:lnTo>
                  <a:pt x="156" y="2"/>
                </a:lnTo>
                <a:lnTo>
                  <a:pt x="198" y="8"/>
                </a:lnTo>
                <a:lnTo>
                  <a:pt x="226" y="27"/>
                </a:lnTo>
                <a:lnTo>
                  <a:pt x="272" y="35"/>
                </a:lnTo>
                <a:lnTo>
                  <a:pt x="241" y="23"/>
                </a:lnTo>
                <a:lnTo>
                  <a:pt x="218" y="8"/>
                </a:lnTo>
                <a:lnTo>
                  <a:pt x="205" y="0"/>
                </a:lnTo>
                <a:lnTo>
                  <a:pt x="249" y="2"/>
                </a:lnTo>
                <a:lnTo>
                  <a:pt x="289" y="4"/>
                </a:lnTo>
                <a:lnTo>
                  <a:pt x="313" y="15"/>
                </a:lnTo>
                <a:lnTo>
                  <a:pt x="337" y="37"/>
                </a:lnTo>
                <a:lnTo>
                  <a:pt x="356" y="67"/>
                </a:lnTo>
                <a:lnTo>
                  <a:pt x="346" y="33"/>
                </a:lnTo>
                <a:lnTo>
                  <a:pt x="322" y="10"/>
                </a:lnTo>
                <a:lnTo>
                  <a:pt x="379" y="2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24294" name="Group 161">
            <a:extLst>
              <a:ext uri="{FF2B5EF4-FFF2-40B4-BE49-F238E27FC236}">
                <a16:creationId xmlns:a16="http://schemas.microsoft.com/office/drawing/2014/main" id="{AC5342D1-CB50-D24F-A460-FAD8737421B6}"/>
              </a:ext>
            </a:extLst>
          </p:cNvPr>
          <p:cNvGrpSpPr>
            <a:grpSpLocks/>
          </p:cNvGrpSpPr>
          <p:nvPr/>
        </p:nvGrpSpPr>
        <p:grpSpPr bwMode="auto">
          <a:xfrm>
            <a:off x="1615678" y="3837713"/>
            <a:ext cx="117872" cy="72629"/>
            <a:chOff x="377" y="1962"/>
            <a:chExt cx="99" cy="61"/>
          </a:xfrm>
        </p:grpSpPr>
        <p:sp>
          <p:nvSpPr>
            <p:cNvPr id="224514" name="Freeform 162">
              <a:extLst>
                <a:ext uri="{FF2B5EF4-FFF2-40B4-BE49-F238E27FC236}">
                  <a16:creationId xmlns:a16="http://schemas.microsoft.com/office/drawing/2014/main" id="{E3401DD6-D9F4-644C-95FB-2598E63C0708}"/>
                </a:ext>
              </a:extLst>
            </p:cNvPr>
            <p:cNvSpPr>
              <a:spLocks/>
            </p:cNvSpPr>
            <p:nvPr/>
          </p:nvSpPr>
          <p:spPr bwMode="auto">
            <a:xfrm>
              <a:off x="377" y="1962"/>
              <a:ext cx="99" cy="61"/>
            </a:xfrm>
            <a:custGeom>
              <a:avLst/>
              <a:gdLst>
                <a:gd name="T0" fmla="*/ 0 w 497"/>
                <a:gd name="T1" fmla="*/ 0 h 305"/>
                <a:gd name="T2" fmla="*/ 0 w 497"/>
                <a:gd name="T3" fmla="*/ 0 h 305"/>
                <a:gd name="T4" fmla="*/ 0 w 497"/>
                <a:gd name="T5" fmla="*/ 0 h 305"/>
                <a:gd name="T6" fmla="*/ 0 w 497"/>
                <a:gd name="T7" fmla="*/ 0 h 305"/>
                <a:gd name="T8" fmla="*/ 0 w 497"/>
                <a:gd name="T9" fmla="*/ 0 h 305"/>
                <a:gd name="T10" fmla="*/ 0 w 497"/>
                <a:gd name="T11" fmla="*/ 0 h 305"/>
                <a:gd name="T12" fmla="*/ 0 w 497"/>
                <a:gd name="T13" fmla="*/ 0 h 305"/>
                <a:gd name="T14" fmla="*/ 0 w 497"/>
                <a:gd name="T15" fmla="*/ 0 h 305"/>
                <a:gd name="T16" fmla="*/ 0 w 497"/>
                <a:gd name="T17" fmla="*/ 0 h 305"/>
                <a:gd name="T18" fmla="*/ 0 w 497"/>
                <a:gd name="T19" fmla="*/ 0 h 305"/>
                <a:gd name="T20" fmla="*/ 0 w 497"/>
                <a:gd name="T21" fmla="*/ 0 h 305"/>
                <a:gd name="T22" fmla="*/ 0 w 497"/>
                <a:gd name="T23" fmla="*/ 0 h 305"/>
                <a:gd name="T24" fmla="*/ 0 w 497"/>
                <a:gd name="T25" fmla="*/ 0 h 305"/>
                <a:gd name="T26" fmla="*/ 0 w 497"/>
                <a:gd name="T27" fmla="*/ 0 h 305"/>
                <a:gd name="T28" fmla="*/ 0 w 497"/>
                <a:gd name="T29" fmla="*/ 0 h 305"/>
                <a:gd name="T30" fmla="*/ 0 w 497"/>
                <a:gd name="T31" fmla="*/ 0 h 305"/>
                <a:gd name="T32" fmla="*/ 0 w 497"/>
                <a:gd name="T33" fmla="*/ 0 h 305"/>
                <a:gd name="T34" fmla="*/ 0 w 497"/>
                <a:gd name="T35" fmla="*/ 0 h 305"/>
                <a:gd name="T36" fmla="*/ 0 w 497"/>
                <a:gd name="T37" fmla="*/ 0 h 305"/>
                <a:gd name="T38" fmla="*/ 0 w 497"/>
                <a:gd name="T39" fmla="*/ 0 h 305"/>
                <a:gd name="T40" fmla="*/ 0 w 497"/>
                <a:gd name="T41" fmla="*/ 0 h 305"/>
                <a:gd name="T42" fmla="*/ 0 w 497"/>
                <a:gd name="T43" fmla="*/ 0 h 305"/>
                <a:gd name="T44" fmla="*/ 0 w 497"/>
                <a:gd name="T45" fmla="*/ 0 h 305"/>
                <a:gd name="T46" fmla="*/ 0 w 497"/>
                <a:gd name="T47" fmla="*/ 0 h 305"/>
                <a:gd name="T48" fmla="*/ 0 w 497"/>
                <a:gd name="T49" fmla="*/ 0 h 305"/>
                <a:gd name="T50" fmla="*/ 0 w 497"/>
                <a:gd name="T51" fmla="*/ 0 h 305"/>
                <a:gd name="T52" fmla="*/ 0 w 497"/>
                <a:gd name="T53" fmla="*/ 0 h 305"/>
                <a:gd name="T54" fmla="*/ 0 w 497"/>
                <a:gd name="T55" fmla="*/ 0 h 305"/>
                <a:gd name="T56" fmla="*/ 0 w 497"/>
                <a:gd name="T57" fmla="*/ 0 h 305"/>
                <a:gd name="T58" fmla="*/ 0 w 497"/>
                <a:gd name="T59" fmla="*/ 0 h 305"/>
                <a:gd name="T60" fmla="*/ 0 w 497"/>
                <a:gd name="T61" fmla="*/ 0 h 305"/>
                <a:gd name="T62" fmla="*/ 0 w 497"/>
                <a:gd name="T63" fmla="*/ 0 h 305"/>
                <a:gd name="T64" fmla="*/ 0 w 497"/>
                <a:gd name="T65" fmla="*/ 0 h 305"/>
                <a:gd name="T66" fmla="*/ 0 w 497"/>
                <a:gd name="T67" fmla="*/ 0 h 305"/>
                <a:gd name="T68" fmla="*/ 0 w 497"/>
                <a:gd name="T69" fmla="*/ 0 h 305"/>
                <a:gd name="T70" fmla="*/ 0 w 497"/>
                <a:gd name="T71" fmla="*/ 0 h 305"/>
                <a:gd name="T72" fmla="*/ 0 w 497"/>
                <a:gd name="T73" fmla="*/ 0 h 305"/>
                <a:gd name="T74" fmla="*/ 0 w 497"/>
                <a:gd name="T75" fmla="*/ 0 h 305"/>
                <a:gd name="T76" fmla="*/ 0 w 497"/>
                <a:gd name="T77" fmla="*/ 0 h 305"/>
                <a:gd name="T78" fmla="*/ 0 w 497"/>
                <a:gd name="T79" fmla="*/ 0 h 305"/>
                <a:gd name="T80" fmla="*/ 0 w 497"/>
                <a:gd name="T81" fmla="*/ 0 h 305"/>
                <a:gd name="T82" fmla="*/ 0 w 497"/>
                <a:gd name="T83" fmla="*/ 0 h 305"/>
                <a:gd name="T84" fmla="*/ 0 w 497"/>
                <a:gd name="T85" fmla="*/ 0 h 305"/>
                <a:gd name="T86" fmla="*/ 0 w 497"/>
                <a:gd name="T87" fmla="*/ 0 h 305"/>
                <a:gd name="T88" fmla="*/ 0 w 497"/>
                <a:gd name="T89" fmla="*/ 0 h 305"/>
                <a:gd name="T90" fmla="*/ 0 w 497"/>
                <a:gd name="T91" fmla="*/ 0 h 305"/>
                <a:gd name="T92" fmla="*/ 0 w 497"/>
                <a:gd name="T93" fmla="*/ 0 h 305"/>
                <a:gd name="T94" fmla="*/ 0 w 497"/>
                <a:gd name="T95" fmla="*/ 0 h 305"/>
                <a:gd name="T96" fmla="*/ 0 w 497"/>
                <a:gd name="T97" fmla="*/ 0 h 305"/>
                <a:gd name="T98" fmla="*/ 0 w 497"/>
                <a:gd name="T99" fmla="*/ 0 h 3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7" h="305">
                  <a:moveTo>
                    <a:pt x="0" y="182"/>
                  </a:moveTo>
                  <a:lnTo>
                    <a:pt x="61" y="168"/>
                  </a:lnTo>
                  <a:lnTo>
                    <a:pt x="84" y="163"/>
                  </a:lnTo>
                  <a:lnTo>
                    <a:pt x="98" y="150"/>
                  </a:lnTo>
                  <a:lnTo>
                    <a:pt x="112" y="130"/>
                  </a:lnTo>
                  <a:lnTo>
                    <a:pt x="142" y="102"/>
                  </a:lnTo>
                  <a:lnTo>
                    <a:pt x="197" y="56"/>
                  </a:lnTo>
                  <a:lnTo>
                    <a:pt x="206" y="41"/>
                  </a:lnTo>
                  <a:lnTo>
                    <a:pt x="221" y="28"/>
                  </a:lnTo>
                  <a:lnTo>
                    <a:pt x="249" y="23"/>
                  </a:lnTo>
                  <a:lnTo>
                    <a:pt x="336" y="8"/>
                  </a:lnTo>
                  <a:lnTo>
                    <a:pt x="360" y="0"/>
                  </a:lnTo>
                  <a:lnTo>
                    <a:pt x="382" y="11"/>
                  </a:lnTo>
                  <a:lnTo>
                    <a:pt x="393" y="20"/>
                  </a:lnTo>
                  <a:lnTo>
                    <a:pt x="443" y="37"/>
                  </a:lnTo>
                  <a:lnTo>
                    <a:pt x="464" y="45"/>
                  </a:lnTo>
                  <a:lnTo>
                    <a:pt x="471" y="53"/>
                  </a:lnTo>
                  <a:lnTo>
                    <a:pt x="481" y="81"/>
                  </a:lnTo>
                  <a:lnTo>
                    <a:pt x="486" y="96"/>
                  </a:lnTo>
                  <a:lnTo>
                    <a:pt x="490" y="104"/>
                  </a:lnTo>
                  <a:lnTo>
                    <a:pt x="497" y="119"/>
                  </a:lnTo>
                  <a:lnTo>
                    <a:pt x="497" y="129"/>
                  </a:lnTo>
                  <a:lnTo>
                    <a:pt x="487" y="137"/>
                  </a:lnTo>
                  <a:lnTo>
                    <a:pt x="466" y="136"/>
                  </a:lnTo>
                  <a:lnTo>
                    <a:pt x="434" y="121"/>
                  </a:lnTo>
                  <a:lnTo>
                    <a:pt x="393" y="113"/>
                  </a:lnTo>
                  <a:lnTo>
                    <a:pt x="356" y="119"/>
                  </a:lnTo>
                  <a:lnTo>
                    <a:pt x="395" y="128"/>
                  </a:lnTo>
                  <a:lnTo>
                    <a:pt x="422" y="137"/>
                  </a:lnTo>
                  <a:lnTo>
                    <a:pt x="454" y="150"/>
                  </a:lnTo>
                  <a:lnTo>
                    <a:pt x="462" y="161"/>
                  </a:lnTo>
                  <a:lnTo>
                    <a:pt x="462" y="173"/>
                  </a:lnTo>
                  <a:lnTo>
                    <a:pt x="449" y="182"/>
                  </a:lnTo>
                  <a:lnTo>
                    <a:pt x="435" y="179"/>
                  </a:lnTo>
                  <a:lnTo>
                    <a:pt x="391" y="168"/>
                  </a:lnTo>
                  <a:lnTo>
                    <a:pt x="351" y="166"/>
                  </a:lnTo>
                  <a:lnTo>
                    <a:pt x="320" y="168"/>
                  </a:lnTo>
                  <a:lnTo>
                    <a:pt x="303" y="179"/>
                  </a:lnTo>
                  <a:lnTo>
                    <a:pt x="282" y="200"/>
                  </a:lnTo>
                  <a:lnTo>
                    <a:pt x="267" y="223"/>
                  </a:lnTo>
                  <a:lnTo>
                    <a:pt x="251" y="246"/>
                  </a:lnTo>
                  <a:lnTo>
                    <a:pt x="237" y="263"/>
                  </a:lnTo>
                  <a:lnTo>
                    <a:pt x="213" y="280"/>
                  </a:lnTo>
                  <a:lnTo>
                    <a:pt x="190" y="284"/>
                  </a:lnTo>
                  <a:lnTo>
                    <a:pt x="165" y="287"/>
                  </a:lnTo>
                  <a:lnTo>
                    <a:pt x="135" y="284"/>
                  </a:lnTo>
                  <a:lnTo>
                    <a:pt x="112" y="282"/>
                  </a:lnTo>
                  <a:lnTo>
                    <a:pt x="82" y="290"/>
                  </a:lnTo>
                  <a:lnTo>
                    <a:pt x="0" y="305"/>
                  </a:lnTo>
                  <a:lnTo>
                    <a:pt x="0" y="182"/>
                  </a:lnTo>
                  <a:close/>
                </a:path>
              </a:pathLst>
            </a:custGeom>
            <a:solidFill>
              <a:srgbClr val="FFC080"/>
            </a:solidFill>
            <a:ln w="3175">
              <a:solidFill>
                <a:srgbClr val="402000"/>
              </a:solidFill>
              <a:prstDash val="solid"/>
              <a:round/>
              <a:headEnd/>
              <a:tailEnd/>
            </a:ln>
          </p:spPr>
          <p:txBody>
            <a:bodyPr/>
            <a:lstStyle/>
            <a:p>
              <a:endParaRPr lang="zh-CN" altLang="en-US"/>
            </a:p>
          </p:txBody>
        </p:sp>
        <p:sp>
          <p:nvSpPr>
            <p:cNvPr id="224515" name="Freeform 163">
              <a:extLst>
                <a:ext uri="{FF2B5EF4-FFF2-40B4-BE49-F238E27FC236}">
                  <a16:creationId xmlns:a16="http://schemas.microsoft.com/office/drawing/2014/main" id="{C886765C-E5F5-D34E-9263-67C1871FCE65}"/>
                </a:ext>
              </a:extLst>
            </p:cNvPr>
            <p:cNvSpPr>
              <a:spLocks/>
            </p:cNvSpPr>
            <p:nvPr/>
          </p:nvSpPr>
          <p:spPr bwMode="auto">
            <a:xfrm>
              <a:off x="439" y="1973"/>
              <a:ext cx="32" cy="7"/>
            </a:xfrm>
            <a:custGeom>
              <a:avLst/>
              <a:gdLst>
                <a:gd name="T0" fmla="*/ 0 w 159"/>
                <a:gd name="T1" fmla="*/ 0 h 37"/>
                <a:gd name="T2" fmla="*/ 0 w 159"/>
                <a:gd name="T3" fmla="*/ 0 h 37"/>
                <a:gd name="T4" fmla="*/ 0 w 159"/>
                <a:gd name="T5" fmla="*/ 0 h 37"/>
                <a:gd name="T6" fmla="*/ 0 w 159"/>
                <a:gd name="T7" fmla="*/ 0 h 37"/>
                <a:gd name="T8" fmla="*/ 0 w 159"/>
                <a:gd name="T9" fmla="*/ 0 h 37"/>
                <a:gd name="T10" fmla="*/ 0 w 159"/>
                <a:gd name="T11" fmla="*/ 0 h 37"/>
                <a:gd name="T12" fmla="*/ 0 w 159"/>
                <a:gd name="T13" fmla="*/ 0 h 37"/>
                <a:gd name="T14" fmla="*/ 0 w 159"/>
                <a:gd name="T15" fmla="*/ 0 h 37"/>
                <a:gd name="T16" fmla="*/ 0 w 159"/>
                <a:gd name="T17" fmla="*/ 0 h 37"/>
                <a:gd name="T18" fmla="*/ 0 w 159"/>
                <a:gd name="T19" fmla="*/ 0 h 37"/>
                <a:gd name="T20" fmla="*/ 0 w 159"/>
                <a:gd name="T21" fmla="*/ 0 h 37"/>
                <a:gd name="T22" fmla="*/ 0 w 159"/>
                <a:gd name="T23" fmla="*/ 0 h 37"/>
                <a:gd name="T24" fmla="*/ 0 w 159"/>
                <a:gd name="T25" fmla="*/ 0 h 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9" h="37">
                  <a:moveTo>
                    <a:pt x="159" y="37"/>
                  </a:moveTo>
                  <a:lnTo>
                    <a:pt x="132" y="24"/>
                  </a:lnTo>
                  <a:lnTo>
                    <a:pt x="110" y="21"/>
                  </a:lnTo>
                  <a:lnTo>
                    <a:pt x="84" y="13"/>
                  </a:lnTo>
                  <a:lnTo>
                    <a:pt x="61" y="7"/>
                  </a:lnTo>
                  <a:lnTo>
                    <a:pt x="25" y="10"/>
                  </a:lnTo>
                  <a:lnTo>
                    <a:pt x="0" y="13"/>
                  </a:lnTo>
                  <a:lnTo>
                    <a:pt x="38" y="5"/>
                  </a:lnTo>
                  <a:lnTo>
                    <a:pt x="69" y="0"/>
                  </a:lnTo>
                  <a:lnTo>
                    <a:pt x="110" y="17"/>
                  </a:lnTo>
                  <a:lnTo>
                    <a:pt x="132" y="19"/>
                  </a:lnTo>
                  <a:lnTo>
                    <a:pt x="157" y="31"/>
                  </a:lnTo>
                  <a:lnTo>
                    <a:pt x="159" y="37"/>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6" name="Freeform 164">
              <a:extLst>
                <a:ext uri="{FF2B5EF4-FFF2-40B4-BE49-F238E27FC236}">
                  <a16:creationId xmlns:a16="http://schemas.microsoft.com/office/drawing/2014/main" id="{E045A8F6-2985-CA4E-BBDE-4BDDC7542361}"/>
                </a:ext>
              </a:extLst>
            </p:cNvPr>
            <p:cNvSpPr>
              <a:spLocks/>
            </p:cNvSpPr>
            <p:nvPr/>
          </p:nvSpPr>
          <p:spPr bwMode="auto">
            <a:xfrm>
              <a:off x="427" y="1965"/>
              <a:ext cx="27" cy="5"/>
            </a:xfrm>
            <a:custGeom>
              <a:avLst/>
              <a:gdLst>
                <a:gd name="T0" fmla="*/ 0 w 133"/>
                <a:gd name="T1" fmla="*/ 0 h 25"/>
                <a:gd name="T2" fmla="*/ 0 w 133"/>
                <a:gd name="T3" fmla="*/ 0 h 25"/>
                <a:gd name="T4" fmla="*/ 0 w 133"/>
                <a:gd name="T5" fmla="*/ 0 h 25"/>
                <a:gd name="T6" fmla="*/ 0 w 133"/>
                <a:gd name="T7" fmla="*/ 0 h 25"/>
                <a:gd name="T8" fmla="*/ 0 w 133"/>
                <a:gd name="T9" fmla="*/ 0 h 25"/>
                <a:gd name="T10" fmla="*/ 0 w 133"/>
                <a:gd name="T11" fmla="*/ 0 h 25"/>
                <a:gd name="T12" fmla="*/ 0 w 133"/>
                <a:gd name="T13" fmla="*/ 0 h 25"/>
                <a:gd name="T14" fmla="*/ 0 w 133"/>
                <a:gd name="T15" fmla="*/ 0 h 25"/>
                <a:gd name="T16" fmla="*/ 0 w 133"/>
                <a:gd name="T17" fmla="*/ 0 h 25"/>
                <a:gd name="T18" fmla="*/ 0 w 133"/>
                <a:gd name="T19" fmla="*/ 0 h 25"/>
                <a:gd name="T20" fmla="*/ 0 w 133"/>
                <a:gd name="T21" fmla="*/ 0 h 25"/>
                <a:gd name="T22" fmla="*/ 0 w 133"/>
                <a:gd name="T23" fmla="*/ 0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3" h="25">
                  <a:moveTo>
                    <a:pt x="97" y="0"/>
                  </a:moveTo>
                  <a:lnTo>
                    <a:pt x="113" y="1"/>
                  </a:lnTo>
                  <a:lnTo>
                    <a:pt x="133" y="8"/>
                  </a:lnTo>
                  <a:lnTo>
                    <a:pt x="120" y="7"/>
                  </a:lnTo>
                  <a:lnTo>
                    <a:pt x="99" y="3"/>
                  </a:lnTo>
                  <a:lnTo>
                    <a:pt x="56" y="15"/>
                  </a:lnTo>
                  <a:lnTo>
                    <a:pt x="32" y="21"/>
                  </a:lnTo>
                  <a:lnTo>
                    <a:pt x="4" y="25"/>
                  </a:lnTo>
                  <a:lnTo>
                    <a:pt x="0" y="21"/>
                  </a:lnTo>
                  <a:lnTo>
                    <a:pt x="29" y="16"/>
                  </a:lnTo>
                  <a:lnTo>
                    <a:pt x="64" y="8"/>
                  </a:lnTo>
                  <a:lnTo>
                    <a:pt x="9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7" name="Freeform 165">
              <a:extLst>
                <a:ext uri="{FF2B5EF4-FFF2-40B4-BE49-F238E27FC236}">
                  <a16:creationId xmlns:a16="http://schemas.microsoft.com/office/drawing/2014/main" id="{6FB7D72C-B5BB-B84D-AA47-8FC88DBDC87A}"/>
                </a:ext>
              </a:extLst>
            </p:cNvPr>
            <p:cNvSpPr>
              <a:spLocks/>
            </p:cNvSpPr>
            <p:nvPr/>
          </p:nvSpPr>
          <p:spPr bwMode="auto">
            <a:xfrm>
              <a:off x="438" y="1984"/>
              <a:ext cx="11" cy="2"/>
            </a:xfrm>
            <a:custGeom>
              <a:avLst/>
              <a:gdLst>
                <a:gd name="T0" fmla="*/ 0 w 53"/>
                <a:gd name="T1" fmla="*/ 0 h 12"/>
                <a:gd name="T2" fmla="*/ 0 w 53"/>
                <a:gd name="T3" fmla="*/ 0 h 12"/>
                <a:gd name="T4" fmla="*/ 0 w 53"/>
                <a:gd name="T5" fmla="*/ 0 h 12"/>
                <a:gd name="T6" fmla="*/ 0 w 53"/>
                <a:gd name="T7" fmla="*/ 0 h 12"/>
                <a:gd name="T8" fmla="*/ 0 w 53"/>
                <a:gd name="T9" fmla="*/ 0 h 12"/>
                <a:gd name="T10" fmla="*/ 0 w 53"/>
                <a:gd name="T11" fmla="*/ 0 h 12"/>
                <a:gd name="T12" fmla="*/ 0 w 53"/>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12">
                  <a:moveTo>
                    <a:pt x="53" y="5"/>
                  </a:moveTo>
                  <a:lnTo>
                    <a:pt x="46" y="12"/>
                  </a:lnTo>
                  <a:lnTo>
                    <a:pt x="27" y="9"/>
                  </a:lnTo>
                  <a:lnTo>
                    <a:pt x="5" y="9"/>
                  </a:lnTo>
                  <a:lnTo>
                    <a:pt x="0" y="0"/>
                  </a:lnTo>
                  <a:lnTo>
                    <a:pt x="14" y="3"/>
                  </a:lnTo>
                  <a:lnTo>
                    <a:pt x="53"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8" name="Freeform 166">
              <a:extLst>
                <a:ext uri="{FF2B5EF4-FFF2-40B4-BE49-F238E27FC236}">
                  <a16:creationId xmlns:a16="http://schemas.microsoft.com/office/drawing/2014/main" id="{798B9A36-D239-DF46-A180-76612C1824C0}"/>
                </a:ext>
              </a:extLst>
            </p:cNvPr>
            <p:cNvSpPr>
              <a:spLocks/>
            </p:cNvSpPr>
            <p:nvPr/>
          </p:nvSpPr>
          <p:spPr bwMode="auto">
            <a:xfrm>
              <a:off x="469" y="1982"/>
              <a:ext cx="3" cy="4"/>
            </a:xfrm>
            <a:custGeom>
              <a:avLst/>
              <a:gdLst>
                <a:gd name="T0" fmla="*/ 0 w 11"/>
                <a:gd name="T1" fmla="*/ 0 h 23"/>
                <a:gd name="T2" fmla="*/ 0 w 11"/>
                <a:gd name="T3" fmla="*/ 0 h 23"/>
                <a:gd name="T4" fmla="*/ 0 w 11"/>
                <a:gd name="T5" fmla="*/ 0 h 23"/>
                <a:gd name="T6" fmla="*/ 0 w 11"/>
                <a:gd name="T7" fmla="*/ 0 h 23"/>
                <a:gd name="T8" fmla="*/ 0 w 11"/>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3">
                  <a:moveTo>
                    <a:pt x="0" y="0"/>
                  </a:moveTo>
                  <a:lnTo>
                    <a:pt x="0" y="6"/>
                  </a:lnTo>
                  <a:lnTo>
                    <a:pt x="2" y="18"/>
                  </a:lnTo>
                  <a:lnTo>
                    <a:pt x="11" y="2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9" name="Freeform 167">
              <a:extLst>
                <a:ext uri="{FF2B5EF4-FFF2-40B4-BE49-F238E27FC236}">
                  <a16:creationId xmlns:a16="http://schemas.microsoft.com/office/drawing/2014/main" id="{CED368F6-C58B-9744-BEB9-98730ACC174B}"/>
                </a:ext>
              </a:extLst>
            </p:cNvPr>
            <p:cNvSpPr>
              <a:spLocks/>
            </p:cNvSpPr>
            <p:nvPr/>
          </p:nvSpPr>
          <p:spPr bwMode="auto">
            <a:xfrm>
              <a:off x="462" y="1993"/>
              <a:ext cx="2" cy="2"/>
            </a:xfrm>
            <a:custGeom>
              <a:avLst/>
              <a:gdLst>
                <a:gd name="T0" fmla="*/ 0 w 11"/>
                <a:gd name="T1" fmla="*/ 0 h 13"/>
                <a:gd name="T2" fmla="*/ 0 w 11"/>
                <a:gd name="T3" fmla="*/ 0 h 13"/>
                <a:gd name="T4" fmla="*/ 0 w 11"/>
                <a:gd name="T5" fmla="*/ 0 h 13"/>
                <a:gd name="T6" fmla="*/ 0 w 11"/>
                <a:gd name="T7" fmla="*/ 0 h 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 h="13">
                  <a:moveTo>
                    <a:pt x="0" y="0"/>
                  </a:moveTo>
                  <a:lnTo>
                    <a:pt x="3" y="7"/>
                  </a:lnTo>
                  <a:lnTo>
                    <a:pt x="11" y="1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0" name="Freeform 168">
              <a:extLst>
                <a:ext uri="{FF2B5EF4-FFF2-40B4-BE49-F238E27FC236}">
                  <a16:creationId xmlns:a16="http://schemas.microsoft.com/office/drawing/2014/main" id="{3FDB13B9-56F8-F844-AF4C-B6D0A7141E77}"/>
                </a:ext>
              </a:extLst>
            </p:cNvPr>
            <p:cNvSpPr>
              <a:spLocks/>
            </p:cNvSpPr>
            <p:nvPr/>
          </p:nvSpPr>
          <p:spPr bwMode="auto">
            <a:xfrm>
              <a:off x="423" y="1977"/>
              <a:ext cx="5" cy="6"/>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29">
                  <a:moveTo>
                    <a:pt x="25" y="0"/>
                  </a:moveTo>
                  <a:lnTo>
                    <a:pt x="21" y="9"/>
                  </a:lnTo>
                  <a:lnTo>
                    <a:pt x="21" y="17"/>
                  </a:lnTo>
                  <a:lnTo>
                    <a:pt x="0" y="29"/>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1" name="Freeform 169">
              <a:extLst>
                <a:ext uri="{FF2B5EF4-FFF2-40B4-BE49-F238E27FC236}">
                  <a16:creationId xmlns:a16="http://schemas.microsoft.com/office/drawing/2014/main" id="{ABC1FB11-34DB-0943-85C3-FA9505676397}"/>
                </a:ext>
              </a:extLst>
            </p:cNvPr>
            <p:cNvSpPr>
              <a:spLocks/>
            </p:cNvSpPr>
            <p:nvPr/>
          </p:nvSpPr>
          <p:spPr bwMode="auto">
            <a:xfrm>
              <a:off x="403" y="1977"/>
              <a:ext cx="16" cy="16"/>
            </a:xfrm>
            <a:custGeom>
              <a:avLst/>
              <a:gdLst>
                <a:gd name="T0" fmla="*/ 0 w 80"/>
                <a:gd name="T1" fmla="*/ 0 h 81"/>
                <a:gd name="T2" fmla="*/ 0 w 80"/>
                <a:gd name="T3" fmla="*/ 0 h 81"/>
                <a:gd name="T4" fmla="*/ 0 w 80"/>
                <a:gd name="T5" fmla="*/ 0 h 81"/>
                <a:gd name="T6" fmla="*/ 0 w 80"/>
                <a:gd name="T7" fmla="*/ 0 h 81"/>
                <a:gd name="T8" fmla="*/ 0 w 80"/>
                <a:gd name="T9" fmla="*/ 0 h 81"/>
                <a:gd name="T10" fmla="*/ 0 w 80"/>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0" h="81">
                  <a:moveTo>
                    <a:pt x="80" y="0"/>
                  </a:moveTo>
                  <a:lnTo>
                    <a:pt x="66" y="26"/>
                  </a:lnTo>
                  <a:lnTo>
                    <a:pt x="50" y="46"/>
                  </a:lnTo>
                  <a:lnTo>
                    <a:pt x="0" y="81"/>
                  </a:lnTo>
                  <a:lnTo>
                    <a:pt x="47" y="38"/>
                  </a:lnTo>
                  <a:lnTo>
                    <a:pt x="8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2" name="Freeform 170">
              <a:extLst>
                <a:ext uri="{FF2B5EF4-FFF2-40B4-BE49-F238E27FC236}">
                  <a16:creationId xmlns:a16="http://schemas.microsoft.com/office/drawing/2014/main" id="{3408DA61-C054-1548-A6E9-0741F13E2C6A}"/>
                </a:ext>
              </a:extLst>
            </p:cNvPr>
            <p:cNvSpPr>
              <a:spLocks/>
            </p:cNvSpPr>
            <p:nvPr/>
          </p:nvSpPr>
          <p:spPr bwMode="auto">
            <a:xfrm>
              <a:off x="395" y="2000"/>
              <a:ext cx="4" cy="12"/>
            </a:xfrm>
            <a:custGeom>
              <a:avLst/>
              <a:gdLst>
                <a:gd name="T0" fmla="*/ 0 w 18"/>
                <a:gd name="T1" fmla="*/ 0 h 58"/>
                <a:gd name="T2" fmla="*/ 0 w 18"/>
                <a:gd name="T3" fmla="*/ 0 h 58"/>
                <a:gd name="T4" fmla="*/ 0 w 18"/>
                <a:gd name="T5" fmla="*/ 0 h 58"/>
                <a:gd name="T6" fmla="*/ 0 w 18"/>
                <a:gd name="T7" fmla="*/ 0 h 58"/>
                <a:gd name="T8" fmla="*/ 0 w 18"/>
                <a:gd name="T9" fmla="*/ 0 h 58"/>
                <a:gd name="T10" fmla="*/ 0 w 18"/>
                <a:gd name="T11" fmla="*/ 0 h 58"/>
                <a:gd name="T12" fmla="*/ 0 w 18"/>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58">
                  <a:moveTo>
                    <a:pt x="0" y="0"/>
                  </a:moveTo>
                  <a:lnTo>
                    <a:pt x="11" y="20"/>
                  </a:lnTo>
                  <a:lnTo>
                    <a:pt x="15" y="41"/>
                  </a:lnTo>
                  <a:lnTo>
                    <a:pt x="16" y="58"/>
                  </a:lnTo>
                  <a:lnTo>
                    <a:pt x="18" y="33"/>
                  </a:lnTo>
                  <a:lnTo>
                    <a:pt x="16"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23" name="Freeform 171">
              <a:extLst>
                <a:ext uri="{FF2B5EF4-FFF2-40B4-BE49-F238E27FC236}">
                  <a16:creationId xmlns:a16="http://schemas.microsoft.com/office/drawing/2014/main" id="{FFCB742A-35B3-A14D-8734-CB89FE483C04}"/>
                </a:ext>
              </a:extLst>
            </p:cNvPr>
            <p:cNvSpPr>
              <a:spLocks/>
            </p:cNvSpPr>
            <p:nvPr/>
          </p:nvSpPr>
          <p:spPr bwMode="auto">
            <a:xfrm>
              <a:off x="432" y="1988"/>
              <a:ext cx="2" cy="4"/>
            </a:xfrm>
            <a:custGeom>
              <a:avLst/>
              <a:gdLst>
                <a:gd name="T0" fmla="*/ 0 w 9"/>
                <a:gd name="T1" fmla="*/ 0 h 21"/>
                <a:gd name="T2" fmla="*/ 0 w 9"/>
                <a:gd name="T3" fmla="*/ 0 h 21"/>
                <a:gd name="T4" fmla="*/ 0 w 9"/>
                <a:gd name="T5" fmla="*/ 0 h 21"/>
                <a:gd name="T6" fmla="*/ 0 w 9"/>
                <a:gd name="T7" fmla="*/ 0 h 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21">
                  <a:moveTo>
                    <a:pt x="2" y="0"/>
                  </a:moveTo>
                  <a:lnTo>
                    <a:pt x="0" y="9"/>
                  </a:lnTo>
                  <a:lnTo>
                    <a:pt x="9" y="21"/>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95" name="Group 172">
            <a:extLst>
              <a:ext uri="{FF2B5EF4-FFF2-40B4-BE49-F238E27FC236}">
                <a16:creationId xmlns:a16="http://schemas.microsoft.com/office/drawing/2014/main" id="{7CAEB48B-6396-FE43-B670-6A0562A93001}"/>
              </a:ext>
            </a:extLst>
          </p:cNvPr>
          <p:cNvGrpSpPr>
            <a:grpSpLocks/>
          </p:cNvGrpSpPr>
          <p:nvPr/>
        </p:nvGrpSpPr>
        <p:grpSpPr bwMode="auto">
          <a:xfrm>
            <a:off x="1359694" y="3678170"/>
            <a:ext cx="272654" cy="311944"/>
            <a:chOff x="162" y="1828"/>
            <a:chExt cx="229" cy="262"/>
          </a:xfrm>
        </p:grpSpPr>
        <p:sp>
          <p:nvSpPr>
            <p:cNvPr id="224500" name="Freeform 173">
              <a:extLst>
                <a:ext uri="{FF2B5EF4-FFF2-40B4-BE49-F238E27FC236}">
                  <a16:creationId xmlns:a16="http://schemas.microsoft.com/office/drawing/2014/main" id="{D86F559A-7B8E-244E-8407-E0B56E7B1C8A}"/>
                </a:ext>
              </a:extLst>
            </p:cNvPr>
            <p:cNvSpPr>
              <a:spLocks/>
            </p:cNvSpPr>
            <p:nvPr/>
          </p:nvSpPr>
          <p:spPr bwMode="auto">
            <a:xfrm>
              <a:off x="286" y="1828"/>
              <a:ext cx="7" cy="5"/>
            </a:xfrm>
            <a:custGeom>
              <a:avLst/>
              <a:gdLst>
                <a:gd name="T0" fmla="*/ 0 w 37"/>
                <a:gd name="T1" fmla="*/ 0 h 25"/>
                <a:gd name="T2" fmla="*/ 0 w 37"/>
                <a:gd name="T3" fmla="*/ 0 h 25"/>
                <a:gd name="T4" fmla="*/ 0 w 37"/>
                <a:gd name="T5" fmla="*/ 0 h 25"/>
                <a:gd name="T6" fmla="*/ 0 w 37"/>
                <a:gd name="T7" fmla="*/ 0 h 25"/>
                <a:gd name="T8" fmla="*/ 0 w 37"/>
                <a:gd name="T9" fmla="*/ 0 h 25"/>
                <a:gd name="T10" fmla="*/ 0 w 37"/>
                <a:gd name="T11" fmla="*/ 0 h 25"/>
                <a:gd name="T12" fmla="*/ 0 w 37"/>
                <a:gd name="T13" fmla="*/ 0 h 25"/>
                <a:gd name="T14" fmla="*/ 0 w 37"/>
                <a:gd name="T15" fmla="*/ 0 h 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25">
                  <a:moveTo>
                    <a:pt x="37" y="0"/>
                  </a:moveTo>
                  <a:lnTo>
                    <a:pt x="26" y="7"/>
                  </a:lnTo>
                  <a:lnTo>
                    <a:pt x="16" y="10"/>
                  </a:lnTo>
                  <a:lnTo>
                    <a:pt x="6" y="16"/>
                  </a:lnTo>
                  <a:lnTo>
                    <a:pt x="0" y="25"/>
                  </a:lnTo>
                  <a:lnTo>
                    <a:pt x="9" y="22"/>
                  </a:lnTo>
                  <a:lnTo>
                    <a:pt x="26" y="17"/>
                  </a:lnTo>
                  <a:lnTo>
                    <a:pt x="3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1" name="Freeform 174">
              <a:extLst>
                <a:ext uri="{FF2B5EF4-FFF2-40B4-BE49-F238E27FC236}">
                  <a16:creationId xmlns:a16="http://schemas.microsoft.com/office/drawing/2014/main" id="{B4F8D4A8-123C-C942-A3D6-580BB378ED5D}"/>
                </a:ext>
              </a:extLst>
            </p:cNvPr>
            <p:cNvSpPr>
              <a:spLocks/>
            </p:cNvSpPr>
            <p:nvPr/>
          </p:nvSpPr>
          <p:spPr bwMode="auto">
            <a:xfrm>
              <a:off x="289" y="1837"/>
              <a:ext cx="2" cy="3"/>
            </a:xfrm>
            <a:custGeom>
              <a:avLst/>
              <a:gdLst>
                <a:gd name="T0" fmla="*/ 0 w 9"/>
                <a:gd name="T1" fmla="*/ 0 h 16"/>
                <a:gd name="T2" fmla="*/ 0 w 9"/>
                <a:gd name="T3" fmla="*/ 0 h 16"/>
                <a:gd name="T4" fmla="*/ 0 w 9"/>
                <a:gd name="T5" fmla="*/ 0 h 16"/>
                <a:gd name="T6" fmla="*/ 0 w 9"/>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6">
                  <a:moveTo>
                    <a:pt x="9" y="0"/>
                  </a:moveTo>
                  <a:lnTo>
                    <a:pt x="0" y="0"/>
                  </a:lnTo>
                  <a:lnTo>
                    <a:pt x="0" y="16"/>
                  </a:lnTo>
                  <a:lnTo>
                    <a:pt x="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2" name="Freeform 175">
              <a:extLst>
                <a:ext uri="{FF2B5EF4-FFF2-40B4-BE49-F238E27FC236}">
                  <a16:creationId xmlns:a16="http://schemas.microsoft.com/office/drawing/2014/main" id="{1A287209-344C-6D4B-BA2F-1F2B5E443595}"/>
                </a:ext>
              </a:extLst>
            </p:cNvPr>
            <p:cNvSpPr>
              <a:spLocks/>
            </p:cNvSpPr>
            <p:nvPr/>
          </p:nvSpPr>
          <p:spPr bwMode="auto">
            <a:xfrm>
              <a:off x="260" y="1863"/>
              <a:ext cx="62" cy="154"/>
            </a:xfrm>
            <a:custGeom>
              <a:avLst/>
              <a:gdLst>
                <a:gd name="T0" fmla="*/ 0 w 309"/>
                <a:gd name="T1" fmla="*/ 0 h 772"/>
                <a:gd name="T2" fmla="*/ 0 w 309"/>
                <a:gd name="T3" fmla="*/ 0 h 772"/>
                <a:gd name="T4" fmla="*/ 0 w 309"/>
                <a:gd name="T5" fmla="*/ 0 h 772"/>
                <a:gd name="T6" fmla="*/ 0 w 309"/>
                <a:gd name="T7" fmla="*/ 0 h 772"/>
                <a:gd name="T8" fmla="*/ 0 w 309"/>
                <a:gd name="T9" fmla="*/ 0 h 772"/>
                <a:gd name="T10" fmla="*/ 0 w 309"/>
                <a:gd name="T11" fmla="*/ 0 h 772"/>
                <a:gd name="T12" fmla="*/ 0 w 309"/>
                <a:gd name="T13" fmla="*/ 0 h 772"/>
                <a:gd name="T14" fmla="*/ 0 w 309"/>
                <a:gd name="T15" fmla="*/ 0 h 772"/>
                <a:gd name="T16" fmla="*/ 0 w 309"/>
                <a:gd name="T17" fmla="*/ 0 h 772"/>
                <a:gd name="T18" fmla="*/ 0 w 309"/>
                <a:gd name="T19" fmla="*/ 0 h 7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9" h="772">
                  <a:moveTo>
                    <a:pt x="46" y="0"/>
                  </a:moveTo>
                  <a:lnTo>
                    <a:pt x="75" y="32"/>
                  </a:lnTo>
                  <a:lnTo>
                    <a:pt x="84" y="78"/>
                  </a:lnTo>
                  <a:lnTo>
                    <a:pt x="127" y="122"/>
                  </a:lnTo>
                  <a:lnTo>
                    <a:pt x="218" y="330"/>
                  </a:lnTo>
                  <a:lnTo>
                    <a:pt x="269" y="519"/>
                  </a:lnTo>
                  <a:lnTo>
                    <a:pt x="309" y="772"/>
                  </a:lnTo>
                  <a:lnTo>
                    <a:pt x="182" y="659"/>
                  </a:lnTo>
                  <a:lnTo>
                    <a:pt x="0" y="100"/>
                  </a:lnTo>
                  <a:lnTo>
                    <a:pt x="46" y="0"/>
                  </a:lnTo>
                  <a:close/>
                </a:path>
              </a:pathLst>
            </a:custGeom>
            <a:solidFill>
              <a:srgbClr val="400000"/>
            </a:solidFill>
            <a:ln w="3175">
              <a:solidFill>
                <a:srgbClr val="000000"/>
              </a:solidFill>
              <a:prstDash val="solid"/>
              <a:round/>
              <a:headEnd/>
              <a:tailEnd/>
            </a:ln>
          </p:spPr>
          <p:txBody>
            <a:bodyPr/>
            <a:lstStyle/>
            <a:p>
              <a:endParaRPr lang="zh-CN" altLang="en-US"/>
            </a:p>
          </p:txBody>
        </p:sp>
        <p:sp>
          <p:nvSpPr>
            <p:cNvPr id="224503" name="Freeform 176">
              <a:extLst>
                <a:ext uri="{FF2B5EF4-FFF2-40B4-BE49-F238E27FC236}">
                  <a16:creationId xmlns:a16="http://schemas.microsoft.com/office/drawing/2014/main" id="{03B55883-3BBB-3144-8CC0-716550C332A2}"/>
                </a:ext>
              </a:extLst>
            </p:cNvPr>
            <p:cNvSpPr>
              <a:spLocks/>
            </p:cNvSpPr>
            <p:nvPr/>
          </p:nvSpPr>
          <p:spPr bwMode="auto">
            <a:xfrm>
              <a:off x="162" y="1833"/>
              <a:ext cx="229" cy="257"/>
            </a:xfrm>
            <a:custGeom>
              <a:avLst/>
              <a:gdLst>
                <a:gd name="T0" fmla="*/ 0 w 1147"/>
                <a:gd name="T1" fmla="*/ 0 h 1285"/>
                <a:gd name="T2" fmla="*/ 0 w 1147"/>
                <a:gd name="T3" fmla="*/ 0 h 1285"/>
                <a:gd name="T4" fmla="*/ 0 w 1147"/>
                <a:gd name="T5" fmla="*/ 0 h 1285"/>
                <a:gd name="T6" fmla="*/ 0 w 1147"/>
                <a:gd name="T7" fmla="*/ 0 h 1285"/>
                <a:gd name="T8" fmla="*/ 0 w 1147"/>
                <a:gd name="T9" fmla="*/ 0 h 1285"/>
                <a:gd name="T10" fmla="*/ 0 w 1147"/>
                <a:gd name="T11" fmla="*/ 0 h 1285"/>
                <a:gd name="T12" fmla="*/ 0 w 1147"/>
                <a:gd name="T13" fmla="*/ 0 h 1285"/>
                <a:gd name="T14" fmla="*/ 0 w 1147"/>
                <a:gd name="T15" fmla="*/ 0 h 1285"/>
                <a:gd name="T16" fmla="*/ 0 w 1147"/>
                <a:gd name="T17" fmla="*/ 0 h 1285"/>
                <a:gd name="T18" fmla="*/ 0 w 1147"/>
                <a:gd name="T19" fmla="*/ 0 h 1285"/>
                <a:gd name="T20" fmla="*/ 0 w 1147"/>
                <a:gd name="T21" fmla="*/ 0 h 1285"/>
                <a:gd name="T22" fmla="*/ 0 w 1147"/>
                <a:gd name="T23" fmla="*/ 0 h 1285"/>
                <a:gd name="T24" fmla="*/ 0 w 1147"/>
                <a:gd name="T25" fmla="*/ 0 h 1285"/>
                <a:gd name="T26" fmla="*/ 0 w 1147"/>
                <a:gd name="T27" fmla="*/ 0 h 1285"/>
                <a:gd name="T28" fmla="*/ 0 w 1147"/>
                <a:gd name="T29" fmla="*/ 0 h 1285"/>
                <a:gd name="T30" fmla="*/ 0 w 1147"/>
                <a:gd name="T31" fmla="*/ 0 h 1285"/>
                <a:gd name="T32" fmla="*/ 0 w 1147"/>
                <a:gd name="T33" fmla="*/ 0 h 1285"/>
                <a:gd name="T34" fmla="*/ 0 w 1147"/>
                <a:gd name="T35" fmla="*/ 0 h 1285"/>
                <a:gd name="T36" fmla="*/ 0 w 1147"/>
                <a:gd name="T37" fmla="*/ 0 h 1285"/>
                <a:gd name="T38" fmla="*/ 0 w 1147"/>
                <a:gd name="T39" fmla="*/ 0 h 1285"/>
                <a:gd name="T40" fmla="*/ 0 w 1147"/>
                <a:gd name="T41" fmla="*/ 0 h 1285"/>
                <a:gd name="T42" fmla="*/ 0 w 1147"/>
                <a:gd name="T43" fmla="*/ 0 h 1285"/>
                <a:gd name="T44" fmla="*/ 0 w 1147"/>
                <a:gd name="T45" fmla="*/ 0 h 1285"/>
                <a:gd name="T46" fmla="*/ 0 w 1147"/>
                <a:gd name="T47" fmla="*/ 0 h 1285"/>
                <a:gd name="T48" fmla="*/ 0 w 1147"/>
                <a:gd name="T49" fmla="*/ 0 h 1285"/>
                <a:gd name="T50" fmla="*/ 0 w 1147"/>
                <a:gd name="T51" fmla="*/ 0 h 1285"/>
                <a:gd name="T52" fmla="*/ 0 w 1147"/>
                <a:gd name="T53" fmla="*/ 0 h 1285"/>
                <a:gd name="T54" fmla="*/ 0 w 1147"/>
                <a:gd name="T55" fmla="*/ 0 h 1285"/>
                <a:gd name="T56" fmla="*/ 0 w 1147"/>
                <a:gd name="T57" fmla="*/ 0 h 1285"/>
                <a:gd name="T58" fmla="*/ 0 w 1147"/>
                <a:gd name="T59" fmla="*/ 0 h 1285"/>
                <a:gd name="T60" fmla="*/ 0 w 1147"/>
                <a:gd name="T61" fmla="*/ 0 h 1285"/>
                <a:gd name="T62" fmla="*/ 0 w 1147"/>
                <a:gd name="T63" fmla="*/ 0 h 1285"/>
                <a:gd name="T64" fmla="*/ 0 w 1147"/>
                <a:gd name="T65" fmla="*/ 0 h 1285"/>
                <a:gd name="T66" fmla="*/ 0 w 1147"/>
                <a:gd name="T67" fmla="*/ 0 h 1285"/>
                <a:gd name="T68" fmla="*/ 0 w 1147"/>
                <a:gd name="T69" fmla="*/ 0 h 1285"/>
                <a:gd name="T70" fmla="*/ 0 w 1147"/>
                <a:gd name="T71" fmla="*/ 0 h 1285"/>
                <a:gd name="T72" fmla="*/ 0 w 1147"/>
                <a:gd name="T73" fmla="*/ 0 h 1285"/>
                <a:gd name="T74" fmla="*/ 0 w 1147"/>
                <a:gd name="T75" fmla="*/ 0 h 1285"/>
                <a:gd name="T76" fmla="*/ 0 w 1147"/>
                <a:gd name="T77" fmla="*/ 0 h 1285"/>
                <a:gd name="T78" fmla="*/ 0 w 1147"/>
                <a:gd name="T79" fmla="*/ 0 h 1285"/>
                <a:gd name="T80" fmla="*/ 0 w 1147"/>
                <a:gd name="T81" fmla="*/ 0 h 1285"/>
                <a:gd name="T82" fmla="*/ 0 w 1147"/>
                <a:gd name="T83" fmla="*/ 0 h 1285"/>
                <a:gd name="T84" fmla="*/ 0 w 1147"/>
                <a:gd name="T85" fmla="*/ 0 h 1285"/>
                <a:gd name="T86" fmla="*/ 0 w 1147"/>
                <a:gd name="T87" fmla="*/ 0 h 1285"/>
                <a:gd name="T88" fmla="*/ 0 w 1147"/>
                <a:gd name="T89" fmla="*/ 0 h 1285"/>
                <a:gd name="T90" fmla="*/ 0 w 1147"/>
                <a:gd name="T91" fmla="*/ 0 h 128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147" h="1285">
                  <a:moveTo>
                    <a:pt x="212" y="67"/>
                  </a:moveTo>
                  <a:lnTo>
                    <a:pt x="247" y="0"/>
                  </a:lnTo>
                  <a:lnTo>
                    <a:pt x="528" y="116"/>
                  </a:lnTo>
                  <a:lnTo>
                    <a:pt x="541" y="206"/>
                  </a:lnTo>
                  <a:lnTo>
                    <a:pt x="563" y="238"/>
                  </a:lnTo>
                  <a:lnTo>
                    <a:pt x="595" y="274"/>
                  </a:lnTo>
                  <a:lnTo>
                    <a:pt x="614" y="339"/>
                  </a:lnTo>
                  <a:lnTo>
                    <a:pt x="676" y="487"/>
                  </a:lnTo>
                  <a:lnTo>
                    <a:pt x="727" y="663"/>
                  </a:lnTo>
                  <a:lnTo>
                    <a:pt x="748" y="780"/>
                  </a:lnTo>
                  <a:lnTo>
                    <a:pt x="974" y="785"/>
                  </a:lnTo>
                  <a:lnTo>
                    <a:pt x="1011" y="807"/>
                  </a:lnTo>
                  <a:lnTo>
                    <a:pt x="1115" y="807"/>
                  </a:lnTo>
                  <a:lnTo>
                    <a:pt x="1143" y="853"/>
                  </a:lnTo>
                  <a:lnTo>
                    <a:pt x="1147" y="907"/>
                  </a:lnTo>
                  <a:lnTo>
                    <a:pt x="1137" y="956"/>
                  </a:lnTo>
                  <a:lnTo>
                    <a:pt x="1042" y="974"/>
                  </a:lnTo>
                  <a:lnTo>
                    <a:pt x="997" y="1041"/>
                  </a:lnTo>
                  <a:lnTo>
                    <a:pt x="907" y="1064"/>
                  </a:lnTo>
                  <a:lnTo>
                    <a:pt x="840" y="1064"/>
                  </a:lnTo>
                  <a:lnTo>
                    <a:pt x="763" y="1079"/>
                  </a:lnTo>
                  <a:lnTo>
                    <a:pt x="759" y="1110"/>
                  </a:lnTo>
                  <a:lnTo>
                    <a:pt x="763" y="1177"/>
                  </a:lnTo>
                  <a:lnTo>
                    <a:pt x="754" y="1223"/>
                  </a:lnTo>
                  <a:lnTo>
                    <a:pt x="713" y="1227"/>
                  </a:lnTo>
                  <a:lnTo>
                    <a:pt x="663" y="1236"/>
                  </a:lnTo>
                  <a:lnTo>
                    <a:pt x="614" y="1282"/>
                  </a:lnTo>
                  <a:lnTo>
                    <a:pt x="554" y="1282"/>
                  </a:lnTo>
                  <a:lnTo>
                    <a:pt x="501" y="1276"/>
                  </a:lnTo>
                  <a:lnTo>
                    <a:pt x="420" y="1250"/>
                  </a:lnTo>
                  <a:lnTo>
                    <a:pt x="330" y="1259"/>
                  </a:lnTo>
                  <a:lnTo>
                    <a:pt x="238" y="1285"/>
                  </a:lnTo>
                  <a:lnTo>
                    <a:pt x="153" y="1267"/>
                  </a:lnTo>
                  <a:lnTo>
                    <a:pt x="95" y="1200"/>
                  </a:lnTo>
                  <a:lnTo>
                    <a:pt x="99" y="1128"/>
                  </a:lnTo>
                  <a:lnTo>
                    <a:pt x="76" y="1038"/>
                  </a:lnTo>
                  <a:lnTo>
                    <a:pt x="64" y="920"/>
                  </a:lnTo>
                  <a:lnTo>
                    <a:pt x="36" y="812"/>
                  </a:lnTo>
                  <a:lnTo>
                    <a:pt x="0" y="650"/>
                  </a:lnTo>
                  <a:lnTo>
                    <a:pt x="4" y="487"/>
                  </a:lnTo>
                  <a:lnTo>
                    <a:pt x="4" y="342"/>
                  </a:lnTo>
                  <a:lnTo>
                    <a:pt x="14" y="243"/>
                  </a:lnTo>
                  <a:lnTo>
                    <a:pt x="36" y="198"/>
                  </a:lnTo>
                  <a:lnTo>
                    <a:pt x="87" y="162"/>
                  </a:lnTo>
                  <a:lnTo>
                    <a:pt x="145" y="102"/>
                  </a:lnTo>
                  <a:lnTo>
                    <a:pt x="212" y="67"/>
                  </a:lnTo>
                  <a:close/>
                </a:path>
              </a:pathLst>
            </a:custGeom>
            <a:solidFill>
              <a:srgbClr val="C0C0C0"/>
            </a:solidFill>
            <a:ln w="3175">
              <a:solidFill>
                <a:srgbClr val="000000"/>
              </a:solidFill>
              <a:prstDash val="solid"/>
              <a:round/>
              <a:headEnd/>
              <a:tailEnd/>
            </a:ln>
          </p:spPr>
          <p:txBody>
            <a:bodyPr/>
            <a:lstStyle/>
            <a:p>
              <a:endParaRPr lang="zh-CN" altLang="en-US"/>
            </a:p>
          </p:txBody>
        </p:sp>
        <p:sp>
          <p:nvSpPr>
            <p:cNvPr id="224504" name="Freeform 177">
              <a:extLst>
                <a:ext uri="{FF2B5EF4-FFF2-40B4-BE49-F238E27FC236}">
                  <a16:creationId xmlns:a16="http://schemas.microsoft.com/office/drawing/2014/main" id="{5DE97371-C8C0-0349-9EE7-71353D0EC93A}"/>
                </a:ext>
              </a:extLst>
            </p:cNvPr>
            <p:cNvSpPr>
              <a:spLocks/>
            </p:cNvSpPr>
            <p:nvPr/>
          </p:nvSpPr>
          <p:spPr bwMode="auto">
            <a:xfrm>
              <a:off x="166" y="1848"/>
              <a:ext cx="145" cy="240"/>
            </a:xfrm>
            <a:custGeom>
              <a:avLst/>
              <a:gdLst>
                <a:gd name="T0" fmla="*/ 0 w 725"/>
                <a:gd name="T1" fmla="*/ 0 h 1198"/>
                <a:gd name="T2" fmla="*/ 0 w 725"/>
                <a:gd name="T3" fmla="*/ 0 h 1198"/>
                <a:gd name="T4" fmla="*/ 0 w 725"/>
                <a:gd name="T5" fmla="*/ 0 h 1198"/>
                <a:gd name="T6" fmla="*/ 0 w 725"/>
                <a:gd name="T7" fmla="*/ 0 h 1198"/>
                <a:gd name="T8" fmla="*/ 0 w 725"/>
                <a:gd name="T9" fmla="*/ 0 h 1198"/>
                <a:gd name="T10" fmla="*/ 0 w 725"/>
                <a:gd name="T11" fmla="*/ 0 h 1198"/>
                <a:gd name="T12" fmla="*/ 0 w 725"/>
                <a:gd name="T13" fmla="*/ 0 h 1198"/>
                <a:gd name="T14" fmla="*/ 0 w 725"/>
                <a:gd name="T15" fmla="*/ 0 h 1198"/>
                <a:gd name="T16" fmla="*/ 0 w 725"/>
                <a:gd name="T17" fmla="*/ 0 h 1198"/>
                <a:gd name="T18" fmla="*/ 0 w 725"/>
                <a:gd name="T19" fmla="*/ 0 h 1198"/>
                <a:gd name="T20" fmla="*/ 0 w 725"/>
                <a:gd name="T21" fmla="*/ 0 h 1198"/>
                <a:gd name="T22" fmla="*/ 0 w 725"/>
                <a:gd name="T23" fmla="*/ 0 h 1198"/>
                <a:gd name="T24" fmla="*/ 0 w 725"/>
                <a:gd name="T25" fmla="*/ 0 h 1198"/>
                <a:gd name="T26" fmla="*/ 0 w 725"/>
                <a:gd name="T27" fmla="*/ 0 h 1198"/>
                <a:gd name="T28" fmla="*/ 0 w 725"/>
                <a:gd name="T29" fmla="*/ 0 h 1198"/>
                <a:gd name="T30" fmla="*/ 0 w 725"/>
                <a:gd name="T31" fmla="*/ 0 h 1198"/>
                <a:gd name="T32" fmla="*/ 0 w 725"/>
                <a:gd name="T33" fmla="*/ 0 h 1198"/>
                <a:gd name="T34" fmla="*/ 0 w 725"/>
                <a:gd name="T35" fmla="*/ 0 h 1198"/>
                <a:gd name="T36" fmla="*/ 0 w 725"/>
                <a:gd name="T37" fmla="*/ 0 h 1198"/>
                <a:gd name="T38" fmla="*/ 0 w 725"/>
                <a:gd name="T39" fmla="*/ 0 h 1198"/>
                <a:gd name="T40" fmla="*/ 0 w 725"/>
                <a:gd name="T41" fmla="*/ 0 h 1198"/>
                <a:gd name="T42" fmla="*/ 0 w 725"/>
                <a:gd name="T43" fmla="*/ 0 h 1198"/>
                <a:gd name="T44" fmla="*/ 0 w 725"/>
                <a:gd name="T45" fmla="*/ 0 h 1198"/>
                <a:gd name="T46" fmla="*/ 0 w 725"/>
                <a:gd name="T47" fmla="*/ 0 h 1198"/>
                <a:gd name="T48" fmla="*/ 0 w 725"/>
                <a:gd name="T49" fmla="*/ 0 h 1198"/>
                <a:gd name="T50" fmla="*/ 0 w 725"/>
                <a:gd name="T51" fmla="*/ 0 h 1198"/>
                <a:gd name="T52" fmla="*/ 0 w 725"/>
                <a:gd name="T53" fmla="*/ 0 h 1198"/>
                <a:gd name="T54" fmla="*/ 0 w 725"/>
                <a:gd name="T55" fmla="*/ 0 h 1198"/>
                <a:gd name="T56" fmla="*/ 0 w 725"/>
                <a:gd name="T57" fmla="*/ 0 h 1198"/>
                <a:gd name="T58" fmla="*/ 0 w 725"/>
                <a:gd name="T59" fmla="*/ 0 h 1198"/>
                <a:gd name="T60" fmla="*/ 0 w 725"/>
                <a:gd name="T61" fmla="*/ 0 h 1198"/>
                <a:gd name="T62" fmla="*/ 0 w 725"/>
                <a:gd name="T63" fmla="*/ 0 h 1198"/>
                <a:gd name="T64" fmla="*/ 0 w 725"/>
                <a:gd name="T65" fmla="*/ 0 h 1198"/>
                <a:gd name="T66" fmla="*/ 0 w 725"/>
                <a:gd name="T67" fmla="*/ 0 h 1198"/>
                <a:gd name="T68" fmla="*/ 0 w 725"/>
                <a:gd name="T69" fmla="*/ 0 h 1198"/>
                <a:gd name="T70" fmla="*/ 0 w 725"/>
                <a:gd name="T71" fmla="*/ 0 h 1198"/>
                <a:gd name="T72" fmla="*/ 0 w 725"/>
                <a:gd name="T73" fmla="*/ 0 h 1198"/>
                <a:gd name="T74" fmla="*/ 0 w 725"/>
                <a:gd name="T75" fmla="*/ 0 h 1198"/>
                <a:gd name="T76" fmla="*/ 0 w 725"/>
                <a:gd name="T77" fmla="*/ 0 h 119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5" h="1198">
                  <a:moveTo>
                    <a:pt x="725" y="1005"/>
                  </a:moveTo>
                  <a:lnTo>
                    <a:pt x="630" y="990"/>
                  </a:lnTo>
                  <a:lnTo>
                    <a:pt x="549" y="986"/>
                  </a:lnTo>
                  <a:lnTo>
                    <a:pt x="460" y="978"/>
                  </a:lnTo>
                  <a:lnTo>
                    <a:pt x="359" y="963"/>
                  </a:lnTo>
                  <a:lnTo>
                    <a:pt x="314" y="932"/>
                  </a:lnTo>
                  <a:lnTo>
                    <a:pt x="193" y="780"/>
                  </a:lnTo>
                  <a:lnTo>
                    <a:pt x="256" y="825"/>
                  </a:lnTo>
                  <a:lnTo>
                    <a:pt x="297" y="861"/>
                  </a:lnTo>
                  <a:lnTo>
                    <a:pt x="274" y="753"/>
                  </a:lnTo>
                  <a:lnTo>
                    <a:pt x="228" y="712"/>
                  </a:lnTo>
                  <a:lnTo>
                    <a:pt x="162" y="600"/>
                  </a:lnTo>
                  <a:lnTo>
                    <a:pt x="225" y="653"/>
                  </a:lnTo>
                  <a:lnTo>
                    <a:pt x="266" y="668"/>
                  </a:lnTo>
                  <a:lnTo>
                    <a:pt x="256" y="590"/>
                  </a:lnTo>
                  <a:lnTo>
                    <a:pt x="211" y="532"/>
                  </a:lnTo>
                  <a:lnTo>
                    <a:pt x="167" y="487"/>
                  </a:lnTo>
                  <a:lnTo>
                    <a:pt x="121" y="355"/>
                  </a:lnTo>
                  <a:lnTo>
                    <a:pt x="207" y="464"/>
                  </a:lnTo>
                  <a:lnTo>
                    <a:pt x="256" y="504"/>
                  </a:lnTo>
                  <a:lnTo>
                    <a:pt x="261" y="337"/>
                  </a:lnTo>
                  <a:lnTo>
                    <a:pt x="274" y="271"/>
                  </a:lnTo>
                  <a:lnTo>
                    <a:pt x="301" y="240"/>
                  </a:lnTo>
                  <a:lnTo>
                    <a:pt x="341" y="190"/>
                  </a:lnTo>
                  <a:lnTo>
                    <a:pt x="405" y="167"/>
                  </a:lnTo>
                  <a:lnTo>
                    <a:pt x="437" y="153"/>
                  </a:lnTo>
                  <a:lnTo>
                    <a:pt x="347" y="68"/>
                  </a:lnTo>
                  <a:lnTo>
                    <a:pt x="251" y="90"/>
                  </a:lnTo>
                  <a:lnTo>
                    <a:pt x="188" y="127"/>
                  </a:lnTo>
                  <a:lnTo>
                    <a:pt x="167" y="162"/>
                  </a:lnTo>
                  <a:lnTo>
                    <a:pt x="184" y="107"/>
                  </a:lnTo>
                  <a:lnTo>
                    <a:pt x="220" y="90"/>
                  </a:lnTo>
                  <a:lnTo>
                    <a:pt x="278" y="68"/>
                  </a:lnTo>
                  <a:lnTo>
                    <a:pt x="324" y="60"/>
                  </a:lnTo>
                  <a:lnTo>
                    <a:pt x="297" y="45"/>
                  </a:lnTo>
                  <a:lnTo>
                    <a:pt x="251" y="32"/>
                  </a:lnTo>
                  <a:lnTo>
                    <a:pt x="211" y="17"/>
                  </a:lnTo>
                  <a:lnTo>
                    <a:pt x="188" y="0"/>
                  </a:lnTo>
                  <a:lnTo>
                    <a:pt x="136" y="37"/>
                  </a:lnTo>
                  <a:lnTo>
                    <a:pt x="104" y="68"/>
                  </a:lnTo>
                  <a:lnTo>
                    <a:pt x="73" y="107"/>
                  </a:lnTo>
                  <a:lnTo>
                    <a:pt x="27" y="130"/>
                  </a:lnTo>
                  <a:lnTo>
                    <a:pt x="18" y="172"/>
                  </a:lnTo>
                  <a:lnTo>
                    <a:pt x="0" y="240"/>
                  </a:lnTo>
                  <a:lnTo>
                    <a:pt x="0" y="342"/>
                  </a:lnTo>
                  <a:lnTo>
                    <a:pt x="5" y="450"/>
                  </a:lnTo>
                  <a:lnTo>
                    <a:pt x="8" y="573"/>
                  </a:lnTo>
                  <a:lnTo>
                    <a:pt x="31" y="698"/>
                  </a:lnTo>
                  <a:lnTo>
                    <a:pt x="58" y="830"/>
                  </a:lnTo>
                  <a:lnTo>
                    <a:pt x="73" y="941"/>
                  </a:lnTo>
                  <a:lnTo>
                    <a:pt x="95" y="1022"/>
                  </a:lnTo>
                  <a:lnTo>
                    <a:pt x="90" y="1095"/>
                  </a:lnTo>
                  <a:lnTo>
                    <a:pt x="99" y="1135"/>
                  </a:lnTo>
                  <a:lnTo>
                    <a:pt x="131" y="1166"/>
                  </a:lnTo>
                  <a:lnTo>
                    <a:pt x="171" y="1193"/>
                  </a:lnTo>
                  <a:lnTo>
                    <a:pt x="225" y="1198"/>
                  </a:lnTo>
                  <a:lnTo>
                    <a:pt x="251" y="1185"/>
                  </a:lnTo>
                  <a:lnTo>
                    <a:pt x="288" y="1181"/>
                  </a:lnTo>
                  <a:lnTo>
                    <a:pt x="374" y="1163"/>
                  </a:lnTo>
                  <a:lnTo>
                    <a:pt x="337" y="1118"/>
                  </a:lnTo>
                  <a:lnTo>
                    <a:pt x="297" y="1053"/>
                  </a:lnTo>
                  <a:lnTo>
                    <a:pt x="356" y="1099"/>
                  </a:lnTo>
                  <a:lnTo>
                    <a:pt x="401" y="1140"/>
                  </a:lnTo>
                  <a:lnTo>
                    <a:pt x="433" y="1163"/>
                  </a:lnTo>
                  <a:lnTo>
                    <a:pt x="477" y="1185"/>
                  </a:lnTo>
                  <a:lnTo>
                    <a:pt x="527" y="1185"/>
                  </a:lnTo>
                  <a:lnTo>
                    <a:pt x="575" y="1185"/>
                  </a:lnTo>
                  <a:lnTo>
                    <a:pt x="603" y="1172"/>
                  </a:lnTo>
                  <a:lnTo>
                    <a:pt x="616" y="1158"/>
                  </a:lnTo>
                  <a:lnTo>
                    <a:pt x="553" y="1122"/>
                  </a:lnTo>
                  <a:lnTo>
                    <a:pt x="491" y="1063"/>
                  </a:lnTo>
                  <a:lnTo>
                    <a:pt x="472" y="1036"/>
                  </a:lnTo>
                  <a:lnTo>
                    <a:pt x="523" y="1050"/>
                  </a:lnTo>
                  <a:lnTo>
                    <a:pt x="598" y="1108"/>
                  </a:lnTo>
                  <a:lnTo>
                    <a:pt x="630" y="1135"/>
                  </a:lnTo>
                  <a:lnTo>
                    <a:pt x="702" y="1140"/>
                  </a:lnTo>
                  <a:lnTo>
                    <a:pt x="725" y="1126"/>
                  </a:lnTo>
                  <a:lnTo>
                    <a:pt x="725" y="1095"/>
                  </a:lnTo>
                  <a:lnTo>
                    <a:pt x="725" y="1005"/>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5" name="Freeform 178">
              <a:extLst>
                <a:ext uri="{FF2B5EF4-FFF2-40B4-BE49-F238E27FC236}">
                  <a16:creationId xmlns:a16="http://schemas.microsoft.com/office/drawing/2014/main" id="{E7F988F5-79F9-5048-9CA4-82ACE99D9333}"/>
                </a:ext>
              </a:extLst>
            </p:cNvPr>
            <p:cNvSpPr>
              <a:spLocks/>
            </p:cNvSpPr>
            <p:nvPr/>
          </p:nvSpPr>
          <p:spPr bwMode="auto">
            <a:xfrm>
              <a:off x="176" y="1968"/>
              <a:ext cx="43" cy="110"/>
            </a:xfrm>
            <a:custGeom>
              <a:avLst/>
              <a:gdLst>
                <a:gd name="T0" fmla="*/ 0 w 211"/>
                <a:gd name="T1" fmla="*/ 0 h 553"/>
                <a:gd name="T2" fmla="*/ 0 w 211"/>
                <a:gd name="T3" fmla="*/ 0 h 553"/>
                <a:gd name="T4" fmla="*/ 0 w 211"/>
                <a:gd name="T5" fmla="*/ 0 h 553"/>
                <a:gd name="T6" fmla="*/ 0 w 211"/>
                <a:gd name="T7" fmla="*/ 0 h 553"/>
                <a:gd name="T8" fmla="*/ 0 w 211"/>
                <a:gd name="T9" fmla="*/ 0 h 553"/>
                <a:gd name="T10" fmla="*/ 0 w 211"/>
                <a:gd name="T11" fmla="*/ 0 h 553"/>
                <a:gd name="T12" fmla="*/ 0 w 211"/>
                <a:gd name="T13" fmla="*/ 0 h 553"/>
                <a:gd name="T14" fmla="*/ 0 w 211"/>
                <a:gd name="T15" fmla="*/ 0 h 553"/>
                <a:gd name="T16" fmla="*/ 0 w 211"/>
                <a:gd name="T17" fmla="*/ 0 h 553"/>
                <a:gd name="T18" fmla="*/ 0 w 211"/>
                <a:gd name="T19" fmla="*/ 0 h 553"/>
                <a:gd name="T20" fmla="*/ 0 w 211"/>
                <a:gd name="T21" fmla="*/ 0 h 553"/>
                <a:gd name="T22" fmla="*/ 0 w 211"/>
                <a:gd name="T23" fmla="*/ 0 h 553"/>
                <a:gd name="T24" fmla="*/ 0 w 211"/>
                <a:gd name="T25" fmla="*/ 0 h 553"/>
                <a:gd name="T26" fmla="*/ 0 w 211"/>
                <a:gd name="T27" fmla="*/ 0 h 5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1" h="553">
                  <a:moveTo>
                    <a:pt x="211" y="553"/>
                  </a:moveTo>
                  <a:lnTo>
                    <a:pt x="173" y="535"/>
                  </a:lnTo>
                  <a:lnTo>
                    <a:pt x="134" y="490"/>
                  </a:lnTo>
                  <a:lnTo>
                    <a:pt x="99" y="410"/>
                  </a:lnTo>
                  <a:lnTo>
                    <a:pt x="81" y="342"/>
                  </a:lnTo>
                  <a:lnTo>
                    <a:pt x="53" y="265"/>
                  </a:lnTo>
                  <a:lnTo>
                    <a:pt x="41" y="192"/>
                  </a:lnTo>
                  <a:lnTo>
                    <a:pt x="19" y="81"/>
                  </a:lnTo>
                  <a:lnTo>
                    <a:pt x="0" y="0"/>
                  </a:lnTo>
                  <a:lnTo>
                    <a:pt x="45" y="162"/>
                  </a:lnTo>
                  <a:lnTo>
                    <a:pt x="81" y="287"/>
                  </a:lnTo>
                  <a:lnTo>
                    <a:pt x="121" y="373"/>
                  </a:lnTo>
                  <a:lnTo>
                    <a:pt x="183" y="463"/>
                  </a:lnTo>
                  <a:lnTo>
                    <a:pt x="211" y="55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6" name="Freeform 179">
              <a:extLst>
                <a:ext uri="{FF2B5EF4-FFF2-40B4-BE49-F238E27FC236}">
                  <a16:creationId xmlns:a16="http://schemas.microsoft.com/office/drawing/2014/main" id="{691D512C-BCD2-FE4F-92CF-BD81B67B27EF}"/>
                </a:ext>
              </a:extLst>
            </p:cNvPr>
            <p:cNvSpPr>
              <a:spLocks/>
            </p:cNvSpPr>
            <p:nvPr/>
          </p:nvSpPr>
          <p:spPr bwMode="auto">
            <a:xfrm>
              <a:off x="220" y="1878"/>
              <a:ext cx="167" cy="167"/>
            </a:xfrm>
            <a:custGeom>
              <a:avLst/>
              <a:gdLst>
                <a:gd name="T0" fmla="*/ 0 w 838"/>
                <a:gd name="T1" fmla="*/ 0 h 832"/>
                <a:gd name="T2" fmla="*/ 0 w 838"/>
                <a:gd name="T3" fmla="*/ 0 h 832"/>
                <a:gd name="T4" fmla="*/ 0 w 838"/>
                <a:gd name="T5" fmla="*/ 0 h 832"/>
                <a:gd name="T6" fmla="*/ 0 w 838"/>
                <a:gd name="T7" fmla="*/ 0 h 832"/>
                <a:gd name="T8" fmla="*/ 0 w 838"/>
                <a:gd name="T9" fmla="*/ 0 h 832"/>
                <a:gd name="T10" fmla="*/ 0 w 838"/>
                <a:gd name="T11" fmla="*/ 0 h 832"/>
                <a:gd name="T12" fmla="*/ 0 w 838"/>
                <a:gd name="T13" fmla="*/ 0 h 832"/>
                <a:gd name="T14" fmla="*/ 0 w 838"/>
                <a:gd name="T15" fmla="*/ 0 h 832"/>
                <a:gd name="T16" fmla="*/ 0 w 838"/>
                <a:gd name="T17" fmla="*/ 0 h 832"/>
                <a:gd name="T18" fmla="*/ 0 w 838"/>
                <a:gd name="T19" fmla="*/ 0 h 832"/>
                <a:gd name="T20" fmla="*/ 0 w 838"/>
                <a:gd name="T21" fmla="*/ 0 h 832"/>
                <a:gd name="T22" fmla="*/ 0 w 838"/>
                <a:gd name="T23" fmla="*/ 0 h 832"/>
                <a:gd name="T24" fmla="*/ 0 w 838"/>
                <a:gd name="T25" fmla="*/ 0 h 832"/>
                <a:gd name="T26" fmla="*/ 0 w 838"/>
                <a:gd name="T27" fmla="*/ 0 h 832"/>
                <a:gd name="T28" fmla="*/ 0 w 838"/>
                <a:gd name="T29" fmla="*/ 0 h 832"/>
                <a:gd name="T30" fmla="*/ 0 w 838"/>
                <a:gd name="T31" fmla="*/ 0 h 832"/>
                <a:gd name="T32" fmla="*/ 0 w 838"/>
                <a:gd name="T33" fmla="*/ 0 h 832"/>
                <a:gd name="T34" fmla="*/ 0 w 838"/>
                <a:gd name="T35" fmla="*/ 0 h 832"/>
                <a:gd name="T36" fmla="*/ 0 w 838"/>
                <a:gd name="T37" fmla="*/ 0 h 832"/>
                <a:gd name="T38" fmla="*/ 0 w 838"/>
                <a:gd name="T39" fmla="*/ 0 h 832"/>
                <a:gd name="T40" fmla="*/ 0 w 838"/>
                <a:gd name="T41" fmla="*/ 0 h 832"/>
                <a:gd name="T42" fmla="*/ 0 w 838"/>
                <a:gd name="T43" fmla="*/ 0 h 832"/>
                <a:gd name="T44" fmla="*/ 0 w 838"/>
                <a:gd name="T45" fmla="*/ 0 h 832"/>
                <a:gd name="T46" fmla="*/ 0 w 838"/>
                <a:gd name="T47" fmla="*/ 0 h 832"/>
                <a:gd name="T48" fmla="*/ 0 w 838"/>
                <a:gd name="T49" fmla="*/ 0 h 832"/>
                <a:gd name="T50" fmla="*/ 0 w 838"/>
                <a:gd name="T51" fmla="*/ 0 h 832"/>
                <a:gd name="T52" fmla="*/ 0 w 838"/>
                <a:gd name="T53" fmla="*/ 0 h 832"/>
                <a:gd name="T54" fmla="*/ 0 w 838"/>
                <a:gd name="T55" fmla="*/ 0 h 832"/>
                <a:gd name="T56" fmla="*/ 0 w 838"/>
                <a:gd name="T57" fmla="*/ 0 h 832"/>
                <a:gd name="T58" fmla="*/ 0 w 838"/>
                <a:gd name="T59" fmla="*/ 0 h 832"/>
                <a:gd name="T60" fmla="*/ 0 w 838"/>
                <a:gd name="T61" fmla="*/ 0 h 832"/>
                <a:gd name="T62" fmla="*/ 0 w 838"/>
                <a:gd name="T63" fmla="*/ 0 h 832"/>
                <a:gd name="T64" fmla="*/ 0 w 838"/>
                <a:gd name="T65" fmla="*/ 0 h 832"/>
                <a:gd name="T66" fmla="*/ 0 w 838"/>
                <a:gd name="T67" fmla="*/ 0 h 832"/>
                <a:gd name="T68" fmla="*/ 0 w 838"/>
                <a:gd name="T69" fmla="*/ 0 h 832"/>
                <a:gd name="T70" fmla="*/ 0 w 838"/>
                <a:gd name="T71" fmla="*/ 0 h 832"/>
                <a:gd name="T72" fmla="*/ 0 w 838"/>
                <a:gd name="T73" fmla="*/ 0 h 832"/>
                <a:gd name="T74" fmla="*/ 0 w 838"/>
                <a:gd name="T75" fmla="*/ 0 h 832"/>
                <a:gd name="T76" fmla="*/ 0 w 838"/>
                <a:gd name="T77" fmla="*/ 0 h 832"/>
                <a:gd name="T78" fmla="*/ 0 w 838"/>
                <a:gd name="T79" fmla="*/ 0 h 832"/>
                <a:gd name="T80" fmla="*/ 0 w 838"/>
                <a:gd name="T81" fmla="*/ 0 h 832"/>
                <a:gd name="T82" fmla="*/ 0 w 838"/>
                <a:gd name="T83" fmla="*/ 0 h 832"/>
                <a:gd name="T84" fmla="*/ 0 w 838"/>
                <a:gd name="T85" fmla="*/ 0 h 832"/>
                <a:gd name="T86" fmla="*/ 0 w 838"/>
                <a:gd name="T87" fmla="*/ 0 h 832"/>
                <a:gd name="T88" fmla="*/ 0 w 838"/>
                <a:gd name="T89" fmla="*/ 0 h 832"/>
                <a:gd name="T90" fmla="*/ 0 w 838"/>
                <a:gd name="T91" fmla="*/ 0 h 832"/>
                <a:gd name="T92" fmla="*/ 0 w 838"/>
                <a:gd name="T93" fmla="*/ 0 h 832"/>
                <a:gd name="T94" fmla="*/ 0 w 838"/>
                <a:gd name="T95" fmla="*/ 0 h 832"/>
                <a:gd name="T96" fmla="*/ 0 w 838"/>
                <a:gd name="T97" fmla="*/ 0 h 832"/>
                <a:gd name="T98" fmla="*/ 0 w 838"/>
                <a:gd name="T99" fmla="*/ 0 h 832"/>
                <a:gd name="T100" fmla="*/ 0 w 838"/>
                <a:gd name="T101" fmla="*/ 0 h 832"/>
                <a:gd name="T102" fmla="*/ 0 w 838"/>
                <a:gd name="T103" fmla="*/ 0 h 832"/>
                <a:gd name="T104" fmla="*/ 0 w 838"/>
                <a:gd name="T105" fmla="*/ 0 h 832"/>
                <a:gd name="T106" fmla="*/ 0 w 838"/>
                <a:gd name="T107" fmla="*/ 0 h 832"/>
                <a:gd name="T108" fmla="*/ 0 w 838"/>
                <a:gd name="T109" fmla="*/ 0 h 832"/>
                <a:gd name="T110" fmla="*/ 0 w 838"/>
                <a:gd name="T111" fmla="*/ 0 h 83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38" h="832">
                  <a:moveTo>
                    <a:pt x="155" y="0"/>
                  </a:moveTo>
                  <a:lnTo>
                    <a:pt x="253" y="30"/>
                  </a:lnTo>
                  <a:lnTo>
                    <a:pt x="298" y="70"/>
                  </a:lnTo>
                  <a:lnTo>
                    <a:pt x="326" y="153"/>
                  </a:lnTo>
                  <a:lnTo>
                    <a:pt x="326" y="228"/>
                  </a:lnTo>
                  <a:lnTo>
                    <a:pt x="311" y="272"/>
                  </a:lnTo>
                  <a:lnTo>
                    <a:pt x="320" y="350"/>
                  </a:lnTo>
                  <a:lnTo>
                    <a:pt x="320" y="408"/>
                  </a:lnTo>
                  <a:lnTo>
                    <a:pt x="306" y="423"/>
                  </a:lnTo>
                  <a:lnTo>
                    <a:pt x="320" y="445"/>
                  </a:lnTo>
                  <a:lnTo>
                    <a:pt x="329" y="467"/>
                  </a:lnTo>
                  <a:lnTo>
                    <a:pt x="311" y="490"/>
                  </a:lnTo>
                  <a:lnTo>
                    <a:pt x="311" y="513"/>
                  </a:lnTo>
                  <a:lnTo>
                    <a:pt x="347" y="521"/>
                  </a:lnTo>
                  <a:lnTo>
                    <a:pt x="343" y="544"/>
                  </a:lnTo>
                  <a:lnTo>
                    <a:pt x="378" y="557"/>
                  </a:lnTo>
                  <a:lnTo>
                    <a:pt x="411" y="548"/>
                  </a:lnTo>
                  <a:lnTo>
                    <a:pt x="433" y="557"/>
                  </a:lnTo>
                  <a:lnTo>
                    <a:pt x="532" y="571"/>
                  </a:lnTo>
                  <a:lnTo>
                    <a:pt x="622" y="567"/>
                  </a:lnTo>
                  <a:lnTo>
                    <a:pt x="679" y="571"/>
                  </a:lnTo>
                  <a:lnTo>
                    <a:pt x="717" y="594"/>
                  </a:lnTo>
                  <a:lnTo>
                    <a:pt x="807" y="594"/>
                  </a:lnTo>
                  <a:lnTo>
                    <a:pt x="838" y="625"/>
                  </a:lnTo>
                  <a:lnTo>
                    <a:pt x="838" y="660"/>
                  </a:lnTo>
                  <a:lnTo>
                    <a:pt x="833" y="719"/>
                  </a:lnTo>
                  <a:lnTo>
                    <a:pt x="762" y="738"/>
                  </a:lnTo>
                  <a:lnTo>
                    <a:pt x="762" y="700"/>
                  </a:lnTo>
                  <a:lnTo>
                    <a:pt x="757" y="669"/>
                  </a:lnTo>
                  <a:lnTo>
                    <a:pt x="743" y="656"/>
                  </a:lnTo>
                  <a:lnTo>
                    <a:pt x="739" y="692"/>
                  </a:lnTo>
                  <a:lnTo>
                    <a:pt x="734" y="738"/>
                  </a:lnTo>
                  <a:lnTo>
                    <a:pt x="717" y="765"/>
                  </a:lnTo>
                  <a:lnTo>
                    <a:pt x="685" y="800"/>
                  </a:lnTo>
                  <a:lnTo>
                    <a:pt x="610" y="818"/>
                  </a:lnTo>
                  <a:lnTo>
                    <a:pt x="550" y="828"/>
                  </a:lnTo>
                  <a:lnTo>
                    <a:pt x="482" y="832"/>
                  </a:lnTo>
                  <a:lnTo>
                    <a:pt x="569" y="782"/>
                  </a:lnTo>
                  <a:lnTo>
                    <a:pt x="627" y="738"/>
                  </a:lnTo>
                  <a:lnTo>
                    <a:pt x="639" y="700"/>
                  </a:lnTo>
                  <a:lnTo>
                    <a:pt x="631" y="669"/>
                  </a:lnTo>
                  <a:lnTo>
                    <a:pt x="582" y="665"/>
                  </a:lnTo>
                  <a:lnTo>
                    <a:pt x="564" y="700"/>
                  </a:lnTo>
                  <a:lnTo>
                    <a:pt x="550" y="742"/>
                  </a:lnTo>
                  <a:lnTo>
                    <a:pt x="505" y="787"/>
                  </a:lnTo>
                  <a:lnTo>
                    <a:pt x="456" y="823"/>
                  </a:lnTo>
                  <a:lnTo>
                    <a:pt x="406" y="828"/>
                  </a:lnTo>
                  <a:lnTo>
                    <a:pt x="329" y="823"/>
                  </a:lnTo>
                  <a:lnTo>
                    <a:pt x="411" y="759"/>
                  </a:lnTo>
                  <a:lnTo>
                    <a:pt x="469" y="727"/>
                  </a:lnTo>
                  <a:lnTo>
                    <a:pt x="514" y="692"/>
                  </a:lnTo>
                  <a:lnTo>
                    <a:pt x="528" y="665"/>
                  </a:lnTo>
                  <a:lnTo>
                    <a:pt x="524" y="637"/>
                  </a:lnTo>
                  <a:lnTo>
                    <a:pt x="497" y="633"/>
                  </a:lnTo>
                  <a:lnTo>
                    <a:pt x="465" y="660"/>
                  </a:lnTo>
                  <a:lnTo>
                    <a:pt x="447" y="697"/>
                  </a:lnTo>
                  <a:lnTo>
                    <a:pt x="406" y="742"/>
                  </a:lnTo>
                  <a:lnTo>
                    <a:pt x="356" y="765"/>
                  </a:lnTo>
                  <a:lnTo>
                    <a:pt x="320" y="787"/>
                  </a:lnTo>
                  <a:lnTo>
                    <a:pt x="280" y="805"/>
                  </a:lnTo>
                  <a:lnTo>
                    <a:pt x="234" y="813"/>
                  </a:lnTo>
                  <a:lnTo>
                    <a:pt x="181" y="813"/>
                  </a:lnTo>
                  <a:lnTo>
                    <a:pt x="129" y="804"/>
                  </a:lnTo>
                  <a:lnTo>
                    <a:pt x="244" y="765"/>
                  </a:lnTo>
                  <a:lnTo>
                    <a:pt x="288" y="742"/>
                  </a:lnTo>
                  <a:lnTo>
                    <a:pt x="320" y="700"/>
                  </a:lnTo>
                  <a:lnTo>
                    <a:pt x="326" y="665"/>
                  </a:lnTo>
                  <a:lnTo>
                    <a:pt x="298" y="665"/>
                  </a:lnTo>
                  <a:lnTo>
                    <a:pt x="285" y="697"/>
                  </a:lnTo>
                  <a:lnTo>
                    <a:pt x="262" y="723"/>
                  </a:lnTo>
                  <a:lnTo>
                    <a:pt x="225" y="751"/>
                  </a:lnTo>
                  <a:lnTo>
                    <a:pt x="185" y="779"/>
                  </a:lnTo>
                  <a:lnTo>
                    <a:pt x="132" y="802"/>
                  </a:lnTo>
                  <a:lnTo>
                    <a:pt x="91" y="787"/>
                  </a:lnTo>
                  <a:lnTo>
                    <a:pt x="72" y="765"/>
                  </a:lnTo>
                  <a:lnTo>
                    <a:pt x="42" y="709"/>
                  </a:lnTo>
                  <a:lnTo>
                    <a:pt x="100" y="697"/>
                  </a:lnTo>
                  <a:lnTo>
                    <a:pt x="212" y="683"/>
                  </a:lnTo>
                  <a:lnTo>
                    <a:pt x="280" y="652"/>
                  </a:lnTo>
                  <a:lnTo>
                    <a:pt x="315" y="621"/>
                  </a:lnTo>
                  <a:lnTo>
                    <a:pt x="329" y="585"/>
                  </a:lnTo>
                  <a:lnTo>
                    <a:pt x="334" y="567"/>
                  </a:lnTo>
                  <a:lnTo>
                    <a:pt x="315" y="567"/>
                  </a:lnTo>
                  <a:lnTo>
                    <a:pt x="293" y="594"/>
                  </a:lnTo>
                  <a:lnTo>
                    <a:pt x="257" y="642"/>
                  </a:lnTo>
                  <a:lnTo>
                    <a:pt x="176" y="669"/>
                  </a:lnTo>
                  <a:lnTo>
                    <a:pt x="100" y="693"/>
                  </a:lnTo>
                  <a:lnTo>
                    <a:pt x="42" y="709"/>
                  </a:lnTo>
                  <a:lnTo>
                    <a:pt x="19" y="616"/>
                  </a:lnTo>
                  <a:lnTo>
                    <a:pt x="14" y="548"/>
                  </a:lnTo>
                  <a:lnTo>
                    <a:pt x="14" y="489"/>
                  </a:lnTo>
                  <a:lnTo>
                    <a:pt x="91" y="530"/>
                  </a:lnTo>
                  <a:lnTo>
                    <a:pt x="181" y="548"/>
                  </a:lnTo>
                  <a:lnTo>
                    <a:pt x="253" y="544"/>
                  </a:lnTo>
                  <a:lnTo>
                    <a:pt x="271" y="536"/>
                  </a:lnTo>
                  <a:lnTo>
                    <a:pt x="280" y="513"/>
                  </a:lnTo>
                  <a:lnTo>
                    <a:pt x="239" y="513"/>
                  </a:lnTo>
                  <a:lnTo>
                    <a:pt x="196" y="526"/>
                  </a:lnTo>
                  <a:lnTo>
                    <a:pt x="88" y="530"/>
                  </a:lnTo>
                  <a:lnTo>
                    <a:pt x="14" y="490"/>
                  </a:lnTo>
                  <a:lnTo>
                    <a:pt x="10" y="405"/>
                  </a:lnTo>
                  <a:lnTo>
                    <a:pt x="5" y="345"/>
                  </a:lnTo>
                  <a:lnTo>
                    <a:pt x="0" y="287"/>
                  </a:lnTo>
                  <a:lnTo>
                    <a:pt x="10" y="188"/>
                  </a:lnTo>
                  <a:lnTo>
                    <a:pt x="32" y="153"/>
                  </a:lnTo>
                  <a:lnTo>
                    <a:pt x="100" y="108"/>
                  </a:lnTo>
                  <a:lnTo>
                    <a:pt x="78" y="113"/>
                  </a:lnTo>
                  <a:lnTo>
                    <a:pt x="10" y="143"/>
                  </a:lnTo>
                  <a:lnTo>
                    <a:pt x="37" y="81"/>
                  </a:lnTo>
                  <a:lnTo>
                    <a:pt x="60" y="48"/>
                  </a:lnTo>
                  <a:lnTo>
                    <a:pt x="78" y="26"/>
                  </a:lnTo>
                  <a:lnTo>
                    <a:pt x="155"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7" name="Freeform 180">
              <a:extLst>
                <a:ext uri="{FF2B5EF4-FFF2-40B4-BE49-F238E27FC236}">
                  <a16:creationId xmlns:a16="http://schemas.microsoft.com/office/drawing/2014/main" id="{6933196A-6F7E-DA49-BD96-4F178C9A91D4}"/>
                </a:ext>
              </a:extLst>
            </p:cNvPr>
            <p:cNvSpPr>
              <a:spLocks/>
            </p:cNvSpPr>
            <p:nvPr/>
          </p:nvSpPr>
          <p:spPr bwMode="auto">
            <a:xfrm>
              <a:off x="231" y="1940"/>
              <a:ext cx="42" cy="38"/>
            </a:xfrm>
            <a:custGeom>
              <a:avLst/>
              <a:gdLst>
                <a:gd name="T0" fmla="*/ 0 w 209"/>
                <a:gd name="T1" fmla="*/ 0 h 187"/>
                <a:gd name="T2" fmla="*/ 0 w 209"/>
                <a:gd name="T3" fmla="*/ 0 h 187"/>
                <a:gd name="T4" fmla="*/ 0 w 209"/>
                <a:gd name="T5" fmla="*/ 0 h 187"/>
                <a:gd name="T6" fmla="*/ 0 w 209"/>
                <a:gd name="T7" fmla="*/ 0 h 187"/>
                <a:gd name="T8" fmla="*/ 0 w 209"/>
                <a:gd name="T9" fmla="*/ 0 h 187"/>
                <a:gd name="T10" fmla="*/ 0 w 209"/>
                <a:gd name="T11" fmla="*/ 0 h 187"/>
                <a:gd name="T12" fmla="*/ 0 w 209"/>
                <a:gd name="T13" fmla="*/ 0 h 187"/>
                <a:gd name="T14" fmla="*/ 0 w 209"/>
                <a:gd name="T15" fmla="*/ 0 h 187"/>
                <a:gd name="T16" fmla="*/ 0 w 209"/>
                <a:gd name="T17" fmla="*/ 0 h 187"/>
                <a:gd name="T18" fmla="*/ 0 w 209"/>
                <a:gd name="T19" fmla="*/ 0 h 187"/>
                <a:gd name="T20" fmla="*/ 0 w 209"/>
                <a:gd name="T21" fmla="*/ 0 h 187"/>
                <a:gd name="T22" fmla="*/ 0 w 209"/>
                <a:gd name="T23" fmla="*/ 0 h 187"/>
                <a:gd name="T24" fmla="*/ 0 w 209"/>
                <a:gd name="T25" fmla="*/ 0 h 187"/>
                <a:gd name="T26" fmla="*/ 0 w 209"/>
                <a:gd name="T27" fmla="*/ 0 h 187"/>
                <a:gd name="T28" fmla="*/ 0 w 209"/>
                <a:gd name="T29" fmla="*/ 0 h 187"/>
                <a:gd name="T30" fmla="*/ 0 w 209"/>
                <a:gd name="T31" fmla="*/ 0 h 187"/>
                <a:gd name="T32" fmla="*/ 0 w 209"/>
                <a:gd name="T33" fmla="*/ 0 h 187"/>
                <a:gd name="T34" fmla="*/ 0 w 209"/>
                <a:gd name="T35" fmla="*/ 0 h 187"/>
                <a:gd name="T36" fmla="*/ 0 w 209"/>
                <a:gd name="T37" fmla="*/ 0 h 187"/>
                <a:gd name="T38" fmla="*/ 0 w 209"/>
                <a:gd name="T39" fmla="*/ 0 h 187"/>
                <a:gd name="T40" fmla="*/ 0 w 209"/>
                <a:gd name="T41" fmla="*/ 0 h 187"/>
                <a:gd name="T42" fmla="*/ 0 w 209"/>
                <a:gd name="T43" fmla="*/ 0 h 187"/>
                <a:gd name="T44" fmla="*/ 0 w 209"/>
                <a:gd name="T45" fmla="*/ 0 h 1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09" h="187">
                  <a:moveTo>
                    <a:pt x="209" y="0"/>
                  </a:moveTo>
                  <a:lnTo>
                    <a:pt x="209" y="15"/>
                  </a:lnTo>
                  <a:lnTo>
                    <a:pt x="182" y="51"/>
                  </a:lnTo>
                  <a:lnTo>
                    <a:pt x="157" y="71"/>
                  </a:lnTo>
                  <a:lnTo>
                    <a:pt x="100" y="113"/>
                  </a:lnTo>
                  <a:lnTo>
                    <a:pt x="77" y="130"/>
                  </a:lnTo>
                  <a:lnTo>
                    <a:pt x="25" y="170"/>
                  </a:lnTo>
                  <a:lnTo>
                    <a:pt x="82" y="152"/>
                  </a:lnTo>
                  <a:lnTo>
                    <a:pt x="140" y="135"/>
                  </a:lnTo>
                  <a:lnTo>
                    <a:pt x="198" y="130"/>
                  </a:lnTo>
                  <a:lnTo>
                    <a:pt x="194" y="147"/>
                  </a:lnTo>
                  <a:lnTo>
                    <a:pt x="100" y="164"/>
                  </a:lnTo>
                  <a:lnTo>
                    <a:pt x="52" y="184"/>
                  </a:lnTo>
                  <a:lnTo>
                    <a:pt x="25" y="187"/>
                  </a:lnTo>
                  <a:lnTo>
                    <a:pt x="2" y="180"/>
                  </a:lnTo>
                  <a:lnTo>
                    <a:pt x="0" y="158"/>
                  </a:lnTo>
                  <a:lnTo>
                    <a:pt x="18" y="141"/>
                  </a:lnTo>
                  <a:lnTo>
                    <a:pt x="44" y="116"/>
                  </a:lnTo>
                  <a:lnTo>
                    <a:pt x="75" y="80"/>
                  </a:lnTo>
                  <a:lnTo>
                    <a:pt x="107" y="40"/>
                  </a:lnTo>
                  <a:lnTo>
                    <a:pt x="144" y="12"/>
                  </a:lnTo>
                  <a:lnTo>
                    <a:pt x="184" y="2"/>
                  </a:lnTo>
                  <a:lnTo>
                    <a:pt x="20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8" name="Freeform 181">
              <a:extLst>
                <a:ext uri="{FF2B5EF4-FFF2-40B4-BE49-F238E27FC236}">
                  <a16:creationId xmlns:a16="http://schemas.microsoft.com/office/drawing/2014/main" id="{42AB2E41-ED21-9240-9431-91FF6E6F2786}"/>
                </a:ext>
              </a:extLst>
            </p:cNvPr>
            <p:cNvSpPr>
              <a:spLocks/>
            </p:cNvSpPr>
            <p:nvPr/>
          </p:nvSpPr>
          <p:spPr bwMode="auto">
            <a:xfrm>
              <a:off x="232" y="1909"/>
              <a:ext cx="39" cy="49"/>
            </a:xfrm>
            <a:custGeom>
              <a:avLst/>
              <a:gdLst>
                <a:gd name="T0" fmla="*/ 0 w 192"/>
                <a:gd name="T1" fmla="*/ 0 h 246"/>
                <a:gd name="T2" fmla="*/ 0 w 192"/>
                <a:gd name="T3" fmla="*/ 0 h 246"/>
                <a:gd name="T4" fmla="*/ 0 w 192"/>
                <a:gd name="T5" fmla="*/ 0 h 246"/>
                <a:gd name="T6" fmla="*/ 0 w 192"/>
                <a:gd name="T7" fmla="*/ 0 h 246"/>
                <a:gd name="T8" fmla="*/ 0 w 192"/>
                <a:gd name="T9" fmla="*/ 0 h 246"/>
                <a:gd name="T10" fmla="*/ 0 w 192"/>
                <a:gd name="T11" fmla="*/ 0 h 246"/>
                <a:gd name="T12" fmla="*/ 0 w 192"/>
                <a:gd name="T13" fmla="*/ 0 h 246"/>
                <a:gd name="T14" fmla="*/ 0 w 192"/>
                <a:gd name="T15" fmla="*/ 0 h 246"/>
                <a:gd name="T16" fmla="*/ 0 w 192"/>
                <a:gd name="T17" fmla="*/ 0 h 246"/>
                <a:gd name="T18" fmla="*/ 0 w 192"/>
                <a:gd name="T19" fmla="*/ 0 h 246"/>
                <a:gd name="T20" fmla="*/ 0 w 192"/>
                <a:gd name="T21" fmla="*/ 0 h 246"/>
                <a:gd name="T22" fmla="*/ 0 w 192"/>
                <a:gd name="T23" fmla="*/ 0 h 246"/>
                <a:gd name="T24" fmla="*/ 0 w 192"/>
                <a:gd name="T25" fmla="*/ 0 h 246"/>
                <a:gd name="T26" fmla="*/ 0 w 192"/>
                <a:gd name="T27" fmla="*/ 0 h 246"/>
                <a:gd name="T28" fmla="*/ 0 w 192"/>
                <a:gd name="T29" fmla="*/ 0 h 246"/>
                <a:gd name="T30" fmla="*/ 0 w 192"/>
                <a:gd name="T31" fmla="*/ 0 h 246"/>
                <a:gd name="T32" fmla="*/ 0 w 192"/>
                <a:gd name="T33" fmla="*/ 0 h 2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92" h="246">
                  <a:moveTo>
                    <a:pt x="156" y="0"/>
                  </a:moveTo>
                  <a:lnTo>
                    <a:pt x="183" y="4"/>
                  </a:lnTo>
                  <a:lnTo>
                    <a:pt x="192" y="27"/>
                  </a:lnTo>
                  <a:lnTo>
                    <a:pt x="190" y="46"/>
                  </a:lnTo>
                  <a:lnTo>
                    <a:pt x="174" y="71"/>
                  </a:lnTo>
                  <a:lnTo>
                    <a:pt x="152" y="78"/>
                  </a:lnTo>
                  <a:lnTo>
                    <a:pt x="110" y="106"/>
                  </a:lnTo>
                  <a:lnTo>
                    <a:pt x="69" y="140"/>
                  </a:lnTo>
                  <a:lnTo>
                    <a:pt x="41" y="184"/>
                  </a:lnTo>
                  <a:lnTo>
                    <a:pt x="8" y="231"/>
                  </a:lnTo>
                  <a:lnTo>
                    <a:pt x="0" y="246"/>
                  </a:lnTo>
                  <a:lnTo>
                    <a:pt x="8" y="190"/>
                  </a:lnTo>
                  <a:lnTo>
                    <a:pt x="16" y="141"/>
                  </a:lnTo>
                  <a:lnTo>
                    <a:pt x="31" y="99"/>
                  </a:lnTo>
                  <a:lnTo>
                    <a:pt x="57" y="60"/>
                  </a:lnTo>
                  <a:lnTo>
                    <a:pt x="128" y="6"/>
                  </a:lnTo>
                  <a:lnTo>
                    <a:pt x="156"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09" name="Freeform 182">
              <a:extLst>
                <a:ext uri="{FF2B5EF4-FFF2-40B4-BE49-F238E27FC236}">
                  <a16:creationId xmlns:a16="http://schemas.microsoft.com/office/drawing/2014/main" id="{3CCD18EF-3C1C-264C-A1C4-3EEF51E3FF7B}"/>
                </a:ext>
              </a:extLst>
            </p:cNvPr>
            <p:cNvSpPr>
              <a:spLocks/>
            </p:cNvSpPr>
            <p:nvPr/>
          </p:nvSpPr>
          <p:spPr bwMode="auto">
            <a:xfrm>
              <a:off x="237" y="1860"/>
              <a:ext cx="41" cy="29"/>
            </a:xfrm>
            <a:custGeom>
              <a:avLst/>
              <a:gdLst>
                <a:gd name="T0" fmla="*/ 0 w 204"/>
                <a:gd name="T1" fmla="*/ 0 h 141"/>
                <a:gd name="T2" fmla="*/ 0 w 204"/>
                <a:gd name="T3" fmla="*/ 0 h 141"/>
                <a:gd name="T4" fmla="*/ 0 w 204"/>
                <a:gd name="T5" fmla="*/ 0 h 141"/>
                <a:gd name="T6" fmla="*/ 0 w 204"/>
                <a:gd name="T7" fmla="*/ 0 h 141"/>
                <a:gd name="T8" fmla="*/ 0 w 204"/>
                <a:gd name="T9" fmla="*/ 0 h 141"/>
                <a:gd name="T10" fmla="*/ 0 w 204"/>
                <a:gd name="T11" fmla="*/ 0 h 141"/>
                <a:gd name="T12" fmla="*/ 0 w 204"/>
                <a:gd name="T13" fmla="*/ 0 h 141"/>
                <a:gd name="T14" fmla="*/ 0 w 204"/>
                <a:gd name="T15" fmla="*/ 0 h 141"/>
                <a:gd name="T16" fmla="*/ 0 w 204"/>
                <a:gd name="T17" fmla="*/ 0 h 141"/>
                <a:gd name="T18" fmla="*/ 0 w 204"/>
                <a:gd name="T19" fmla="*/ 0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4" h="141">
                  <a:moveTo>
                    <a:pt x="204" y="141"/>
                  </a:moveTo>
                  <a:lnTo>
                    <a:pt x="169" y="110"/>
                  </a:lnTo>
                  <a:lnTo>
                    <a:pt x="111" y="89"/>
                  </a:lnTo>
                  <a:lnTo>
                    <a:pt x="71" y="78"/>
                  </a:lnTo>
                  <a:lnTo>
                    <a:pt x="0" y="0"/>
                  </a:lnTo>
                  <a:lnTo>
                    <a:pt x="53" y="30"/>
                  </a:lnTo>
                  <a:lnTo>
                    <a:pt x="103" y="51"/>
                  </a:lnTo>
                  <a:lnTo>
                    <a:pt x="138" y="69"/>
                  </a:lnTo>
                  <a:lnTo>
                    <a:pt x="155" y="89"/>
                  </a:lnTo>
                  <a:lnTo>
                    <a:pt x="204" y="14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0" name="Freeform 183">
              <a:extLst>
                <a:ext uri="{FF2B5EF4-FFF2-40B4-BE49-F238E27FC236}">
                  <a16:creationId xmlns:a16="http://schemas.microsoft.com/office/drawing/2014/main" id="{FDA4D786-C69A-034A-B5E0-11D765473F40}"/>
                </a:ext>
              </a:extLst>
            </p:cNvPr>
            <p:cNvSpPr>
              <a:spLocks/>
            </p:cNvSpPr>
            <p:nvPr/>
          </p:nvSpPr>
          <p:spPr bwMode="auto">
            <a:xfrm>
              <a:off x="286" y="1913"/>
              <a:ext cx="23" cy="73"/>
            </a:xfrm>
            <a:custGeom>
              <a:avLst/>
              <a:gdLst>
                <a:gd name="T0" fmla="*/ 0 w 115"/>
                <a:gd name="T1" fmla="*/ 0 h 368"/>
                <a:gd name="T2" fmla="*/ 0 w 115"/>
                <a:gd name="T3" fmla="*/ 0 h 368"/>
                <a:gd name="T4" fmla="*/ 0 w 115"/>
                <a:gd name="T5" fmla="*/ 0 h 368"/>
                <a:gd name="T6" fmla="*/ 0 w 115"/>
                <a:gd name="T7" fmla="*/ 0 h 368"/>
                <a:gd name="T8" fmla="*/ 0 w 115"/>
                <a:gd name="T9" fmla="*/ 0 h 368"/>
                <a:gd name="T10" fmla="*/ 0 w 115"/>
                <a:gd name="T11" fmla="*/ 0 h 368"/>
                <a:gd name="T12" fmla="*/ 0 w 115"/>
                <a:gd name="T13" fmla="*/ 0 h 368"/>
                <a:gd name="T14" fmla="*/ 0 w 115"/>
                <a:gd name="T15" fmla="*/ 0 h 368"/>
                <a:gd name="T16" fmla="*/ 0 w 115"/>
                <a:gd name="T17" fmla="*/ 0 h 368"/>
                <a:gd name="T18" fmla="*/ 0 w 115"/>
                <a:gd name="T19" fmla="*/ 0 h 368"/>
                <a:gd name="T20" fmla="*/ 0 w 115"/>
                <a:gd name="T21" fmla="*/ 0 h 368"/>
                <a:gd name="T22" fmla="*/ 0 w 115"/>
                <a:gd name="T23" fmla="*/ 0 h 368"/>
                <a:gd name="T24" fmla="*/ 0 w 115"/>
                <a:gd name="T25" fmla="*/ 0 h 368"/>
                <a:gd name="T26" fmla="*/ 0 w 115"/>
                <a:gd name="T27" fmla="*/ 0 h 368"/>
                <a:gd name="T28" fmla="*/ 0 w 115"/>
                <a:gd name="T29" fmla="*/ 0 h 368"/>
                <a:gd name="T30" fmla="*/ 0 w 115"/>
                <a:gd name="T31" fmla="*/ 0 h 368"/>
                <a:gd name="T32" fmla="*/ 0 w 115"/>
                <a:gd name="T33" fmla="*/ 0 h 368"/>
                <a:gd name="T34" fmla="*/ 0 w 115"/>
                <a:gd name="T35" fmla="*/ 0 h 368"/>
                <a:gd name="T36" fmla="*/ 0 w 115"/>
                <a:gd name="T37" fmla="*/ 0 h 36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5" h="368">
                  <a:moveTo>
                    <a:pt x="115" y="368"/>
                  </a:moveTo>
                  <a:lnTo>
                    <a:pt x="58" y="368"/>
                  </a:lnTo>
                  <a:lnTo>
                    <a:pt x="40" y="364"/>
                  </a:lnTo>
                  <a:lnTo>
                    <a:pt x="40" y="349"/>
                  </a:lnTo>
                  <a:lnTo>
                    <a:pt x="28" y="336"/>
                  </a:lnTo>
                  <a:lnTo>
                    <a:pt x="9" y="323"/>
                  </a:lnTo>
                  <a:lnTo>
                    <a:pt x="19" y="309"/>
                  </a:lnTo>
                  <a:lnTo>
                    <a:pt x="19" y="291"/>
                  </a:lnTo>
                  <a:lnTo>
                    <a:pt x="5" y="269"/>
                  </a:lnTo>
                  <a:lnTo>
                    <a:pt x="5" y="246"/>
                  </a:lnTo>
                  <a:lnTo>
                    <a:pt x="14" y="219"/>
                  </a:lnTo>
                  <a:lnTo>
                    <a:pt x="14" y="161"/>
                  </a:lnTo>
                  <a:lnTo>
                    <a:pt x="0" y="107"/>
                  </a:lnTo>
                  <a:lnTo>
                    <a:pt x="5" y="67"/>
                  </a:lnTo>
                  <a:lnTo>
                    <a:pt x="5" y="0"/>
                  </a:lnTo>
                  <a:lnTo>
                    <a:pt x="40" y="101"/>
                  </a:lnTo>
                  <a:lnTo>
                    <a:pt x="71" y="197"/>
                  </a:lnTo>
                  <a:lnTo>
                    <a:pt x="93" y="300"/>
                  </a:lnTo>
                  <a:lnTo>
                    <a:pt x="115" y="368"/>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1" name="Freeform 184">
              <a:extLst>
                <a:ext uri="{FF2B5EF4-FFF2-40B4-BE49-F238E27FC236}">
                  <a16:creationId xmlns:a16="http://schemas.microsoft.com/office/drawing/2014/main" id="{FC24EAE5-66F5-B044-9F31-51D1D47ECE3E}"/>
                </a:ext>
              </a:extLst>
            </p:cNvPr>
            <p:cNvSpPr>
              <a:spLocks/>
            </p:cNvSpPr>
            <p:nvPr/>
          </p:nvSpPr>
          <p:spPr bwMode="auto">
            <a:xfrm>
              <a:off x="233" y="1992"/>
              <a:ext cx="41" cy="14"/>
            </a:xfrm>
            <a:custGeom>
              <a:avLst/>
              <a:gdLst>
                <a:gd name="T0" fmla="*/ 0 w 206"/>
                <a:gd name="T1" fmla="*/ 0 h 69"/>
                <a:gd name="T2" fmla="*/ 0 w 206"/>
                <a:gd name="T3" fmla="*/ 0 h 69"/>
                <a:gd name="T4" fmla="*/ 0 w 206"/>
                <a:gd name="T5" fmla="*/ 0 h 69"/>
                <a:gd name="T6" fmla="*/ 0 w 206"/>
                <a:gd name="T7" fmla="*/ 0 h 69"/>
                <a:gd name="T8" fmla="*/ 0 w 206"/>
                <a:gd name="T9" fmla="*/ 0 h 69"/>
                <a:gd name="T10" fmla="*/ 0 w 206"/>
                <a:gd name="T11" fmla="*/ 0 h 69"/>
                <a:gd name="T12" fmla="*/ 0 w 206"/>
                <a:gd name="T13" fmla="*/ 0 h 69"/>
                <a:gd name="T14" fmla="*/ 0 w 206"/>
                <a:gd name="T15" fmla="*/ 0 h 69"/>
                <a:gd name="T16" fmla="*/ 0 w 206"/>
                <a:gd name="T17" fmla="*/ 0 h 69"/>
                <a:gd name="T18" fmla="*/ 0 w 206"/>
                <a:gd name="T19" fmla="*/ 0 h 69"/>
                <a:gd name="T20" fmla="*/ 0 w 206"/>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6" h="69">
                  <a:moveTo>
                    <a:pt x="42" y="34"/>
                  </a:moveTo>
                  <a:lnTo>
                    <a:pt x="87" y="15"/>
                  </a:lnTo>
                  <a:lnTo>
                    <a:pt x="129" y="3"/>
                  </a:lnTo>
                  <a:lnTo>
                    <a:pt x="184" y="0"/>
                  </a:lnTo>
                  <a:lnTo>
                    <a:pt x="206" y="4"/>
                  </a:lnTo>
                  <a:lnTo>
                    <a:pt x="196" y="26"/>
                  </a:lnTo>
                  <a:lnTo>
                    <a:pt x="174" y="43"/>
                  </a:lnTo>
                  <a:lnTo>
                    <a:pt x="126" y="57"/>
                  </a:lnTo>
                  <a:lnTo>
                    <a:pt x="50" y="69"/>
                  </a:lnTo>
                  <a:lnTo>
                    <a:pt x="0" y="65"/>
                  </a:lnTo>
                  <a:lnTo>
                    <a:pt x="42" y="3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2" name="Freeform 185">
              <a:extLst>
                <a:ext uri="{FF2B5EF4-FFF2-40B4-BE49-F238E27FC236}">
                  <a16:creationId xmlns:a16="http://schemas.microsoft.com/office/drawing/2014/main" id="{DFD74AF0-4A61-DB4E-B55E-FB3CC68601C5}"/>
                </a:ext>
              </a:extLst>
            </p:cNvPr>
            <p:cNvSpPr>
              <a:spLocks/>
            </p:cNvSpPr>
            <p:nvPr/>
          </p:nvSpPr>
          <p:spPr bwMode="auto">
            <a:xfrm>
              <a:off x="284" y="1999"/>
              <a:ext cx="25" cy="31"/>
            </a:xfrm>
            <a:custGeom>
              <a:avLst/>
              <a:gdLst>
                <a:gd name="T0" fmla="*/ 0 w 124"/>
                <a:gd name="T1" fmla="*/ 0 h 154"/>
                <a:gd name="T2" fmla="*/ 0 w 124"/>
                <a:gd name="T3" fmla="*/ 0 h 154"/>
                <a:gd name="T4" fmla="*/ 0 w 124"/>
                <a:gd name="T5" fmla="*/ 0 h 154"/>
                <a:gd name="T6" fmla="*/ 0 w 124"/>
                <a:gd name="T7" fmla="*/ 0 h 154"/>
                <a:gd name="T8" fmla="*/ 0 w 124"/>
                <a:gd name="T9" fmla="*/ 0 h 154"/>
                <a:gd name="T10" fmla="*/ 0 w 124"/>
                <a:gd name="T11" fmla="*/ 0 h 154"/>
                <a:gd name="T12" fmla="*/ 0 w 124"/>
                <a:gd name="T13" fmla="*/ 0 h 154"/>
                <a:gd name="T14" fmla="*/ 0 w 124"/>
                <a:gd name="T15" fmla="*/ 0 h 154"/>
                <a:gd name="T16" fmla="*/ 0 w 124"/>
                <a:gd name="T17" fmla="*/ 0 h 154"/>
                <a:gd name="T18" fmla="*/ 0 w 124"/>
                <a:gd name="T19" fmla="*/ 0 h 154"/>
                <a:gd name="T20" fmla="*/ 0 w 124"/>
                <a:gd name="T21" fmla="*/ 0 h 154"/>
                <a:gd name="T22" fmla="*/ 0 w 124"/>
                <a:gd name="T23" fmla="*/ 0 h 154"/>
                <a:gd name="T24" fmla="*/ 0 w 124"/>
                <a:gd name="T25" fmla="*/ 0 h 1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4" h="154">
                  <a:moveTo>
                    <a:pt x="67" y="43"/>
                  </a:moveTo>
                  <a:lnTo>
                    <a:pt x="82" y="9"/>
                  </a:lnTo>
                  <a:lnTo>
                    <a:pt x="106" y="0"/>
                  </a:lnTo>
                  <a:lnTo>
                    <a:pt x="122" y="7"/>
                  </a:lnTo>
                  <a:lnTo>
                    <a:pt x="124" y="25"/>
                  </a:lnTo>
                  <a:lnTo>
                    <a:pt x="114" y="55"/>
                  </a:lnTo>
                  <a:lnTo>
                    <a:pt x="95" y="82"/>
                  </a:lnTo>
                  <a:lnTo>
                    <a:pt x="73" y="108"/>
                  </a:lnTo>
                  <a:lnTo>
                    <a:pt x="45" y="133"/>
                  </a:lnTo>
                  <a:lnTo>
                    <a:pt x="0" y="154"/>
                  </a:lnTo>
                  <a:lnTo>
                    <a:pt x="40" y="110"/>
                  </a:lnTo>
                  <a:lnTo>
                    <a:pt x="53" y="78"/>
                  </a:lnTo>
                  <a:lnTo>
                    <a:pt x="67" y="4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513" name="Freeform 186">
              <a:extLst>
                <a:ext uri="{FF2B5EF4-FFF2-40B4-BE49-F238E27FC236}">
                  <a16:creationId xmlns:a16="http://schemas.microsoft.com/office/drawing/2014/main" id="{F2B25E25-8C07-9444-B362-A89F3898EA9C}"/>
                </a:ext>
              </a:extLst>
            </p:cNvPr>
            <p:cNvSpPr>
              <a:spLocks/>
            </p:cNvSpPr>
            <p:nvPr/>
          </p:nvSpPr>
          <p:spPr bwMode="auto">
            <a:xfrm>
              <a:off x="208" y="1836"/>
              <a:ext cx="60" cy="37"/>
            </a:xfrm>
            <a:custGeom>
              <a:avLst/>
              <a:gdLst>
                <a:gd name="T0" fmla="*/ 0 w 298"/>
                <a:gd name="T1" fmla="*/ 0 h 186"/>
                <a:gd name="T2" fmla="*/ 0 w 298"/>
                <a:gd name="T3" fmla="*/ 0 h 186"/>
                <a:gd name="T4" fmla="*/ 0 w 298"/>
                <a:gd name="T5" fmla="*/ 0 h 186"/>
                <a:gd name="T6" fmla="*/ 0 w 298"/>
                <a:gd name="T7" fmla="*/ 0 h 186"/>
                <a:gd name="T8" fmla="*/ 0 w 298"/>
                <a:gd name="T9" fmla="*/ 0 h 186"/>
                <a:gd name="T10" fmla="*/ 0 w 298"/>
                <a:gd name="T11" fmla="*/ 0 h 186"/>
                <a:gd name="T12" fmla="*/ 0 w 298"/>
                <a:gd name="T13" fmla="*/ 0 h 186"/>
                <a:gd name="T14" fmla="*/ 0 w 298"/>
                <a:gd name="T15" fmla="*/ 0 h 186"/>
                <a:gd name="T16" fmla="*/ 0 w 298"/>
                <a:gd name="T17" fmla="*/ 0 h 186"/>
                <a:gd name="T18" fmla="*/ 0 w 298"/>
                <a:gd name="T19" fmla="*/ 0 h 186"/>
                <a:gd name="T20" fmla="*/ 0 w 298"/>
                <a:gd name="T21" fmla="*/ 0 h 186"/>
                <a:gd name="T22" fmla="*/ 0 w 298"/>
                <a:gd name="T23" fmla="*/ 0 h 1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8" h="186">
                  <a:moveTo>
                    <a:pt x="298" y="186"/>
                  </a:moveTo>
                  <a:lnTo>
                    <a:pt x="289" y="109"/>
                  </a:lnTo>
                  <a:lnTo>
                    <a:pt x="226" y="82"/>
                  </a:lnTo>
                  <a:lnTo>
                    <a:pt x="142" y="49"/>
                  </a:lnTo>
                  <a:lnTo>
                    <a:pt x="80" y="25"/>
                  </a:lnTo>
                  <a:lnTo>
                    <a:pt x="23" y="0"/>
                  </a:lnTo>
                  <a:lnTo>
                    <a:pt x="0" y="53"/>
                  </a:lnTo>
                  <a:lnTo>
                    <a:pt x="55" y="84"/>
                  </a:lnTo>
                  <a:lnTo>
                    <a:pt x="119" y="107"/>
                  </a:lnTo>
                  <a:lnTo>
                    <a:pt x="168" y="122"/>
                  </a:lnTo>
                  <a:lnTo>
                    <a:pt x="229" y="154"/>
                  </a:lnTo>
                  <a:lnTo>
                    <a:pt x="298" y="186"/>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296" name="Group 187">
            <a:extLst>
              <a:ext uri="{FF2B5EF4-FFF2-40B4-BE49-F238E27FC236}">
                <a16:creationId xmlns:a16="http://schemas.microsoft.com/office/drawing/2014/main" id="{27BBCDD9-85B1-D746-8C10-EC745950AC1A}"/>
              </a:ext>
            </a:extLst>
          </p:cNvPr>
          <p:cNvGrpSpPr>
            <a:grpSpLocks/>
          </p:cNvGrpSpPr>
          <p:nvPr/>
        </p:nvGrpSpPr>
        <p:grpSpPr bwMode="auto">
          <a:xfrm>
            <a:off x="1334691" y="3894863"/>
            <a:ext cx="146447" cy="198835"/>
            <a:chOff x="141" y="2010"/>
            <a:chExt cx="123" cy="167"/>
          </a:xfrm>
        </p:grpSpPr>
        <p:sp>
          <p:nvSpPr>
            <p:cNvPr id="224498" name="Freeform 188">
              <a:extLst>
                <a:ext uri="{FF2B5EF4-FFF2-40B4-BE49-F238E27FC236}">
                  <a16:creationId xmlns:a16="http://schemas.microsoft.com/office/drawing/2014/main" id="{D5940B02-401F-CD48-B424-BFEBD99AD62C}"/>
                </a:ext>
              </a:extLst>
            </p:cNvPr>
            <p:cNvSpPr>
              <a:spLocks/>
            </p:cNvSpPr>
            <p:nvPr/>
          </p:nvSpPr>
          <p:spPr bwMode="auto">
            <a:xfrm>
              <a:off x="141" y="2010"/>
              <a:ext cx="123" cy="167"/>
            </a:xfrm>
            <a:custGeom>
              <a:avLst/>
              <a:gdLst>
                <a:gd name="T0" fmla="*/ 0 w 617"/>
                <a:gd name="T1" fmla="*/ 0 h 835"/>
                <a:gd name="T2" fmla="*/ 0 w 617"/>
                <a:gd name="T3" fmla="*/ 0 h 835"/>
                <a:gd name="T4" fmla="*/ 0 w 617"/>
                <a:gd name="T5" fmla="*/ 0 h 835"/>
                <a:gd name="T6" fmla="*/ 0 w 617"/>
                <a:gd name="T7" fmla="*/ 0 h 835"/>
                <a:gd name="T8" fmla="*/ 0 w 617"/>
                <a:gd name="T9" fmla="*/ 0 h 835"/>
                <a:gd name="T10" fmla="*/ 0 w 617"/>
                <a:gd name="T11" fmla="*/ 0 h 835"/>
                <a:gd name="T12" fmla="*/ 0 w 617"/>
                <a:gd name="T13" fmla="*/ 0 h 835"/>
                <a:gd name="T14" fmla="*/ 0 w 617"/>
                <a:gd name="T15" fmla="*/ 0 h 835"/>
                <a:gd name="T16" fmla="*/ 0 w 617"/>
                <a:gd name="T17" fmla="*/ 0 h 835"/>
                <a:gd name="T18" fmla="*/ 0 w 617"/>
                <a:gd name="T19" fmla="*/ 0 h 835"/>
                <a:gd name="T20" fmla="*/ 0 w 617"/>
                <a:gd name="T21" fmla="*/ 0 h 835"/>
                <a:gd name="T22" fmla="*/ 0 w 617"/>
                <a:gd name="T23" fmla="*/ 0 h 835"/>
                <a:gd name="T24" fmla="*/ 0 w 617"/>
                <a:gd name="T25" fmla="*/ 0 h 835"/>
                <a:gd name="T26" fmla="*/ 0 w 617"/>
                <a:gd name="T27" fmla="*/ 0 h 835"/>
                <a:gd name="T28" fmla="*/ 0 w 617"/>
                <a:gd name="T29" fmla="*/ 0 h 835"/>
                <a:gd name="T30" fmla="*/ 0 w 617"/>
                <a:gd name="T31" fmla="*/ 0 h 835"/>
                <a:gd name="T32" fmla="*/ 0 w 617"/>
                <a:gd name="T33" fmla="*/ 0 h 835"/>
                <a:gd name="T34" fmla="*/ 0 w 617"/>
                <a:gd name="T35" fmla="*/ 0 h 835"/>
                <a:gd name="T36" fmla="*/ 0 w 617"/>
                <a:gd name="T37" fmla="*/ 0 h 835"/>
                <a:gd name="T38" fmla="*/ 0 w 617"/>
                <a:gd name="T39" fmla="*/ 0 h 835"/>
                <a:gd name="T40" fmla="*/ 0 w 617"/>
                <a:gd name="T41" fmla="*/ 0 h 835"/>
                <a:gd name="T42" fmla="*/ 0 w 617"/>
                <a:gd name="T43" fmla="*/ 0 h 835"/>
                <a:gd name="T44" fmla="*/ 0 w 617"/>
                <a:gd name="T45" fmla="*/ 0 h 835"/>
                <a:gd name="T46" fmla="*/ 0 w 617"/>
                <a:gd name="T47" fmla="*/ 0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17" h="835">
                  <a:moveTo>
                    <a:pt x="342" y="123"/>
                  </a:moveTo>
                  <a:lnTo>
                    <a:pt x="229" y="113"/>
                  </a:lnTo>
                  <a:lnTo>
                    <a:pt x="160" y="96"/>
                  </a:lnTo>
                  <a:lnTo>
                    <a:pt x="139" y="64"/>
                  </a:lnTo>
                  <a:lnTo>
                    <a:pt x="139" y="38"/>
                  </a:lnTo>
                  <a:lnTo>
                    <a:pt x="121" y="15"/>
                  </a:lnTo>
                  <a:lnTo>
                    <a:pt x="58" y="0"/>
                  </a:lnTo>
                  <a:lnTo>
                    <a:pt x="0" y="5"/>
                  </a:lnTo>
                  <a:lnTo>
                    <a:pt x="70" y="650"/>
                  </a:lnTo>
                  <a:lnTo>
                    <a:pt x="121" y="710"/>
                  </a:lnTo>
                  <a:lnTo>
                    <a:pt x="183" y="768"/>
                  </a:lnTo>
                  <a:lnTo>
                    <a:pt x="273" y="813"/>
                  </a:lnTo>
                  <a:lnTo>
                    <a:pt x="377" y="827"/>
                  </a:lnTo>
                  <a:lnTo>
                    <a:pt x="518" y="835"/>
                  </a:lnTo>
                  <a:lnTo>
                    <a:pt x="599" y="823"/>
                  </a:lnTo>
                  <a:lnTo>
                    <a:pt x="617" y="777"/>
                  </a:lnTo>
                  <a:lnTo>
                    <a:pt x="608" y="718"/>
                  </a:lnTo>
                  <a:lnTo>
                    <a:pt x="550" y="537"/>
                  </a:lnTo>
                  <a:lnTo>
                    <a:pt x="500" y="357"/>
                  </a:lnTo>
                  <a:lnTo>
                    <a:pt x="478" y="221"/>
                  </a:lnTo>
                  <a:lnTo>
                    <a:pt x="478" y="186"/>
                  </a:lnTo>
                  <a:lnTo>
                    <a:pt x="446" y="136"/>
                  </a:lnTo>
                  <a:lnTo>
                    <a:pt x="409" y="123"/>
                  </a:lnTo>
                  <a:lnTo>
                    <a:pt x="342" y="123"/>
                  </a:lnTo>
                  <a:close/>
                </a:path>
              </a:pathLst>
            </a:custGeom>
            <a:solidFill>
              <a:srgbClr val="404040"/>
            </a:solidFill>
            <a:ln w="3175">
              <a:solidFill>
                <a:srgbClr val="000000"/>
              </a:solidFill>
              <a:prstDash val="solid"/>
              <a:round/>
              <a:headEnd/>
              <a:tailEnd/>
            </a:ln>
          </p:spPr>
          <p:txBody>
            <a:bodyPr/>
            <a:lstStyle/>
            <a:p>
              <a:endParaRPr lang="zh-CN" altLang="en-US"/>
            </a:p>
          </p:txBody>
        </p:sp>
        <p:sp>
          <p:nvSpPr>
            <p:cNvPr id="224499" name="Freeform 189">
              <a:extLst>
                <a:ext uri="{FF2B5EF4-FFF2-40B4-BE49-F238E27FC236}">
                  <a16:creationId xmlns:a16="http://schemas.microsoft.com/office/drawing/2014/main" id="{13D4E96E-2BBA-9341-BDC1-F46A8CC68762}"/>
                </a:ext>
              </a:extLst>
            </p:cNvPr>
            <p:cNvSpPr>
              <a:spLocks/>
            </p:cNvSpPr>
            <p:nvPr/>
          </p:nvSpPr>
          <p:spPr bwMode="auto">
            <a:xfrm>
              <a:off x="143" y="2019"/>
              <a:ext cx="106" cy="153"/>
            </a:xfrm>
            <a:custGeom>
              <a:avLst/>
              <a:gdLst>
                <a:gd name="T0" fmla="*/ 0 w 531"/>
                <a:gd name="T1" fmla="*/ 0 h 766"/>
                <a:gd name="T2" fmla="*/ 0 w 531"/>
                <a:gd name="T3" fmla="*/ 0 h 766"/>
                <a:gd name="T4" fmla="*/ 0 w 531"/>
                <a:gd name="T5" fmla="*/ 0 h 766"/>
                <a:gd name="T6" fmla="*/ 0 w 531"/>
                <a:gd name="T7" fmla="*/ 0 h 766"/>
                <a:gd name="T8" fmla="*/ 0 w 531"/>
                <a:gd name="T9" fmla="*/ 0 h 766"/>
                <a:gd name="T10" fmla="*/ 0 w 531"/>
                <a:gd name="T11" fmla="*/ 0 h 766"/>
                <a:gd name="T12" fmla="*/ 0 w 531"/>
                <a:gd name="T13" fmla="*/ 0 h 766"/>
                <a:gd name="T14" fmla="*/ 0 w 531"/>
                <a:gd name="T15" fmla="*/ 0 h 766"/>
                <a:gd name="T16" fmla="*/ 0 w 531"/>
                <a:gd name="T17" fmla="*/ 0 h 766"/>
                <a:gd name="T18" fmla="*/ 0 w 531"/>
                <a:gd name="T19" fmla="*/ 0 h 766"/>
                <a:gd name="T20" fmla="*/ 0 w 531"/>
                <a:gd name="T21" fmla="*/ 0 h 766"/>
                <a:gd name="T22" fmla="*/ 0 w 531"/>
                <a:gd name="T23" fmla="*/ 0 h 766"/>
                <a:gd name="T24" fmla="*/ 0 w 531"/>
                <a:gd name="T25" fmla="*/ 0 h 766"/>
                <a:gd name="T26" fmla="*/ 0 w 531"/>
                <a:gd name="T27" fmla="*/ 0 h 766"/>
                <a:gd name="T28" fmla="*/ 0 w 531"/>
                <a:gd name="T29" fmla="*/ 0 h 766"/>
                <a:gd name="T30" fmla="*/ 0 w 531"/>
                <a:gd name="T31" fmla="*/ 0 h 766"/>
                <a:gd name="T32" fmla="*/ 0 w 531"/>
                <a:gd name="T33" fmla="*/ 0 h 766"/>
                <a:gd name="T34" fmla="*/ 0 w 531"/>
                <a:gd name="T35" fmla="*/ 0 h 766"/>
                <a:gd name="T36" fmla="*/ 0 w 531"/>
                <a:gd name="T37" fmla="*/ 0 h 766"/>
                <a:gd name="T38" fmla="*/ 0 w 531"/>
                <a:gd name="T39" fmla="*/ 0 h 766"/>
                <a:gd name="T40" fmla="*/ 0 w 531"/>
                <a:gd name="T41" fmla="*/ 0 h 7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1" h="766">
                  <a:moveTo>
                    <a:pt x="347" y="154"/>
                  </a:moveTo>
                  <a:lnTo>
                    <a:pt x="248" y="150"/>
                  </a:lnTo>
                  <a:lnTo>
                    <a:pt x="143" y="131"/>
                  </a:lnTo>
                  <a:lnTo>
                    <a:pt x="81" y="99"/>
                  </a:lnTo>
                  <a:lnTo>
                    <a:pt x="46" y="72"/>
                  </a:lnTo>
                  <a:lnTo>
                    <a:pt x="0" y="0"/>
                  </a:lnTo>
                  <a:lnTo>
                    <a:pt x="67" y="589"/>
                  </a:lnTo>
                  <a:lnTo>
                    <a:pt x="113" y="643"/>
                  </a:lnTo>
                  <a:lnTo>
                    <a:pt x="162" y="694"/>
                  </a:lnTo>
                  <a:lnTo>
                    <a:pt x="225" y="729"/>
                  </a:lnTo>
                  <a:lnTo>
                    <a:pt x="279" y="747"/>
                  </a:lnTo>
                  <a:lnTo>
                    <a:pt x="347" y="756"/>
                  </a:lnTo>
                  <a:lnTo>
                    <a:pt x="409" y="766"/>
                  </a:lnTo>
                  <a:lnTo>
                    <a:pt x="480" y="766"/>
                  </a:lnTo>
                  <a:lnTo>
                    <a:pt x="512" y="756"/>
                  </a:lnTo>
                  <a:lnTo>
                    <a:pt x="531" y="729"/>
                  </a:lnTo>
                  <a:lnTo>
                    <a:pt x="522" y="685"/>
                  </a:lnTo>
                  <a:lnTo>
                    <a:pt x="476" y="581"/>
                  </a:lnTo>
                  <a:lnTo>
                    <a:pt x="399" y="229"/>
                  </a:lnTo>
                  <a:lnTo>
                    <a:pt x="387" y="180"/>
                  </a:lnTo>
                  <a:lnTo>
                    <a:pt x="347" y="15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4297" name="Freeform 190">
            <a:extLst>
              <a:ext uri="{FF2B5EF4-FFF2-40B4-BE49-F238E27FC236}">
                <a16:creationId xmlns:a16="http://schemas.microsoft.com/office/drawing/2014/main" id="{25053D4D-C910-F84E-8BF8-F910836A2146}"/>
              </a:ext>
            </a:extLst>
          </p:cNvPr>
          <p:cNvSpPr>
            <a:spLocks/>
          </p:cNvSpPr>
          <p:nvPr/>
        </p:nvSpPr>
        <p:spPr bwMode="auto">
          <a:xfrm>
            <a:off x="1694260" y="4121082"/>
            <a:ext cx="10715" cy="167879"/>
          </a:xfrm>
          <a:custGeom>
            <a:avLst/>
            <a:gdLst>
              <a:gd name="T0" fmla="*/ 2147483646 w 43"/>
              <a:gd name="T1" fmla="*/ 0 h 703"/>
              <a:gd name="T2" fmla="*/ 2147483646 w 43"/>
              <a:gd name="T3" fmla="*/ 2147483646 h 703"/>
              <a:gd name="T4" fmla="*/ 2147483646 w 43"/>
              <a:gd name="T5" fmla="*/ 2147483646 h 703"/>
              <a:gd name="T6" fmla="*/ 2147483646 w 43"/>
              <a:gd name="T7" fmla="*/ 2147483646 h 703"/>
              <a:gd name="T8" fmla="*/ 2147483646 w 43"/>
              <a:gd name="T9" fmla="*/ 2147483646 h 703"/>
              <a:gd name="T10" fmla="*/ 2147483646 w 43"/>
              <a:gd name="T11" fmla="*/ 2147483646 h 703"/>
              <a:gd name="T12" fmla="*/ 2147483646 w 43"/>
              <a:gd name="T13" fmla="*/ 2147483646 h 703"/>
              <a:gd name="T14" fmla="*/ 0 w 43"/>
              <a:gd name="T15" fmla="*/ 2147483646 h 703"/>
              <a:gd name="T16" fmla="*/ 2147483646 w 43"/>
              <a:gd name="T17" fmla="*/ 2147483646 h 703"/>
              <a:gd name="T18" fmla="*/ 2147483646 w 43"/>
              <a:gd name="T19" fmla="*/ 2147483646 h 703"/>
              <a:gd name="T20" fmla="*/ 2147483646 w 43"/>
              <a:gd name="T21" fmla="*/ 2147483646 h 703"/>
              <a:gd name="T22" fmla="*/ 2147483646 w 43"/>
              <a:gd name="T23" fmla="*/ 2147483646 h 703"/>
              <a:gd name="T24" fmla="*/ 2147483646 w 43"/>
              <a:gd name="T25" fmla="*/ 2147483646 h 703"/>
              <a:gd name="T26" fmla="*/ 2147483646 w 43"/>
              <a:gd name="T27" fmla="*/ 2147483646 h 703"/>
              <a:gd name="T28" fmla="*/ 2147483646 w 43"/>
              <a:gd name="T29" fmla="*/ 0 h 70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3" h="703">
                <a:moveTo>
                  <a:pt x="29" y="0"/>
                </a:moveTo>
                <a:lnTo>
                  <a:pt x="43" y="36"/>
                </a:lnTo>
                <a:lnTo>
                  <a:pt x="27" y="63"/>
                </a:lnTo>
                <a:lnTo>
                  <a:pt x="14" y="122"/>
                </a:lnTo>
                <a:lnTo>
                  <a:pt x="32" y="176"/>
                </a:lnTo>
                <a:lnTo>
                  <a:pt x="21" y="491"/>
                </a:lnTo>
                <a:lnTo>
                  <a:pt x="21" y="693"/>
                </a:lnTo>
                <a:lnTo>
                  <a:pt x="0" y="703"/>
                </a:lnTo>
                <a:lnTo>
                  <a:pt x="2" y="284"/>
                </a:lnTo>
                <a:lnTo>
                  <a:pt x="21" y="184"/>
                </a:lnTo>
                <a:lnTo>
                  <a:pt x="10" y="137"/>
                </a:lnTo>
                <a:lnTo>
                  <a:pt x="4" y="120"/>
                </a:lnTo>
                <a:lnTo>
                  <a:pt x="12" y="69"/>
                </a:lnTo>
                <a:lnTo>
                  <a:pt x="27" y="40"/>
                </a:lnTo>
                <a:lnTo>
                  <a:pt x="2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8" name="Freeform 191">
            <a:extLst>
              <a:ext uri="{FF2B5EF4-FFF2-40B4-BE49-F238E27FC236}">
                <a16:creationId xmlns:a16="http://schemas.microsoft.com/office/drawing/2014/main" id="{6AEE9630-184D-9B48-B409-FF782213CDE4}"/>
              </a:ext>
            </a:extLst>
          </p:cNvPr>
          <p:cNvSpPr>
            <a:spLocks/>
          </p:cNvSpPr>
          <p:nvPr/>
        </p:nvSpPr>
        <p:spPr bwMode="auto">
          <a:xfrm>
            <a:off x="1651398" y="4123463"/>
            <a:ext cx="26194" cy="8335"/>
          </a:xfrm>
          <a:custGeom>
            <a:avLst/>
            <a:gdLst>
              <a:gd name="T0" fmla="*/ 2147483646 w 112"/>
              <a:gd name="T1" fmla="*/ 0 h 36"/>
              <a:gd name="T2" fmla="*/ 2147483646 w 112"/>
              <a:gd name="T3" fmla="*/ 2147483646 h 36"/>
              <a:gd name="T4" fmla="*/ 2147483646 w 112"/>
              <a:gd name="T5" fmla="*/ 2147483646 h 36"/>
              <a:gd name="T6" fmla="*/ 0 w 112"/>
              <a:gd name="T7" fmla="*/ 2147483646 h 36"/>
              <a:gd name="T8" fmla="*/ 2147483646 w 112"/>
              <a:gd name="T9" fmla="*/ 2147483646 h 36"/>
              <a:gd name="T10" fmla="*/ 2147483646 w 112"/>
              <a:gd name="T11" fmla="*/ 0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2" h="36">
                <a:moveTo>
                  <a:pt x="112" y="0"/>
                </a:moveTo>
                <a:lnTo>
                  <a:pt x="57" y="26"/>
                </a:lnTo>
                <a:lnTo>
                  <a:pt x="9" y="36"/>
                </a:lnTo>
                <a:lnTo>
                  <a:pt x="0" y="36"/>
                </a:lnTo>
                <a:lnTo>
                  <a:pt x="29" y="11"/>
                </a:lnTo>
                <a:lnTo>
                  <a:pt x="11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299" name="Freeform 192">
            <a:extLst>
              <a:ext uri="{FF2B5EF4-FFF2-40B4-BE49-F238E27FC236}">
                <a16:creationId xmlns:a16="http://schemas.microsoft.com/office/drawing/2014/main" id="{BE6BA24A-AAED-574A-9F71-55BE2DB30E63}"/>
              </a:ext>
            </a:extLst>
          </p:cNvPr>
          <p:cNvSpPr>
            <a:spLocks/>
          </p:cNvSpPr>
          <p:nvPr/>
        </p:nvSpPr>
        <p:spPr bwMode="auto">
          <a:xfrm>
            <a:off x="1540669" y="3687694"/>
            <a:ext cx="35719" cy="96441"/>
          </a:xfrm>
          <a:custGeom>
            <a:avLst/>
            <a:gdLst>
              <a:gd name="T0" fmla="*/ 0 w 150"/>
              <a:gd name="T1" fmla="*/ 0 h 407"/>
              <a:gd name="T2" fmla="*/ 2147483646 w 150"/>
              <a:gd name="T3" fmla="*/ 2147483646 h 407"/>
              <a:gd name="T4" fmla="*/ 2147483646 w 150"/>
              <a:gd name="T5" fmla="*/ 2147483646 h 407"/>
              <a:gd name="T6" fmla="*/ 2147483646 w 150"/>
              <a:gd name="T7" fmla="*/ 2147483646 h 407"/>
              <a:gd name="T8" fmla="*/ 2147483646 w 150"/>
              <a:gd name="T9" fmla="*/ 2147483646 h 407"/>
              <a:gd name="T10" fmla="*/ 2147483646 w 150"/>
              <a:gd name="T11" fmla="*/ 2147483646 h 407"/>
              <a:gd name="T12" fmla="*/ 2147483646 w 150"/>
              <a:gd name="T13" fmla="*/ 2147483646 h 407"/>
              <a:gd name="T14" fmla="*/ 2147483646 w 150"/>
              <a:gd name="T15" fmla="*/ 2147483646 h 407"/>
              <a:gd name="T16" fmla="*/ 2147483646 w 150"/>
              <a:gd name="T17" fmla="*/ 2147483646 h 407"/>
              <a:gd name="T18" fmla="*/ 2147483646 w 150"/>
              <a:gd name="T19" fmla="*/ 2147483646 h 407"/>
              <a:gd name="T20" fmla="*/ 2147483646 w 150"/>
              <a:gd name="T21" fmla="*/ 2147483646 h 407"/>
              <a:gd name="T22" fmla="*/ 2147483646 w 150"/>
              <a:gd name="T23" fmla="*/ 2147483646 h 407"/>
              <a:gd name="T24" fmla="*/ 2147483646 w 150"/>
              <a:gd name="T25" fmla="*/ 2147483646 h 407"/>
              <a:gd name="T26" fmla="*/ 2147483646 w 150"/>
              <a:gd name="T27" fmla="*/ 2147483646 h 407"/>
              <a:gd name="T28" fmla="*/ 2147483646 w 150"/>
              <a:gd name="T29" fmla="*/ 2147483646 h 407"/>
              <a:gd name="T30" fmla="*/ 2147483646 w 150"/>
              <a:gd name="T31" fmla="*/ 2147483646 h 407"/>
              <a:gd name="T32" fmla="*/ 2147483646 w 150"/>
              <a:gd name="T33" fmla="*/ 2147483646 h 407"/>
              <a:gd name="T34" fmla="*/ 2147483646 w 150"/>
              <a:gd name="T35" fmla="*/ 2147483646 h 407"/>
              <a:gd name="T36" fmla="*/ 2147483646 w 150"/>
              <a:gd name="T37" fmla="*/ 2147483646 h 407"/>
              <a:gd name="T38" fmla="*/ 2147483646 w 150"/>
              <a:gd name="T39" fmla="*/ 2147483646 h 407"/>
              <a:gd name="T40" fmla="*/ 2147483646 w 150"/>
              <a:gd name="T41" fmla="*/ 2147483646 h 407"/>
              <a:gd name="T42" fmla="*/ 2147483646 w 150"/>
              <a:gd name="T43" fmla="*/ 2147483646 h 407"/>
              <a:gd name="T44" fmla="*/ 2147483646 w 150"/>
              <a:gd name="T45" fmla="*/ 2147483646 h 407"/>
              <a:gd name="T46" fmla="*/ 2147483646 w 150"/>
              <a:gd name="T47" fmla="*/ 2147483646 h 407"/>
              <a:gd name="T48" fmla="*/ 2147483646 w 150"/>
              <a:gd name="T49" fmla="*/ 2147483646 h 40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407">
                <a:moveTo>
                  <a:pt x="0" y="0"/>
                </a:moveTo>
                <a:lnTo>
                  <a:pt x="20" y="10"/>
                </a:lnTo>
                <a:lnTo>
                  <a:pt x="17" y="34"/>
                </a:lnTo>
                <a:lnTo>
                  <a:pt x="36" y="22"/>
                </a:lnTo>
                <a:lnTo>
                  <a:pt x="33" y="50"/>
                </a:lnTo>
                <a:lnTo>
                  <a:pt x="58" y="46"/>
                </a:lnTo>
                <a:lnTo>
                  <a:pt x="39" y="69"/>
                </a:lnTo>
                <a:lnTo>
                  <a:pt x="91" y="73"/>
                </a:lnTo>
                <a:lnTo>
                  <a:pt x="61" y="101"/>
                </a:lnTo>
                <a:lnTo>
                  <a:pt x="105" y="101"/>
                </a:lnTo>
                <a:lnTo>
                  <a:pt x="75" y="130"/>
                </a:lnTo>
                <a:lnTo>
                  <a:pt x="121" y="127"/>
                </a:lnTo>
                <a:lnTo>
                  <a:pt x="92" y="167"/>
                </a:lnTo>
                <a:lnTo>
                  <a:pt x="133" y="164"/>
                </a:lnTo>
                <a:lnTo>
                  <a:pt x="98" y="199"/>
                </a:lnTo>
                <a:lnTo>
                  <a:pt x="150" y="205"/>
                </a:lnTo>
                <a:lnTo>
                  <a:pt x="105" y="237"/>
                </a:lnTo>
                <a:lnTo>
                  <a:pt x="150" y="250"/>
                </a:lnTo>
                <a:lnTo>
                  <a:pt x="101" y="266"/>
                </a:lnTo>
                <a:lnTo>
                  <a:pt x="146" y="293"/>
                </a:lnTo>
                <a:lnTo>
                  <a:pt x="98" y="312"/>
                </a:lnTo>
                <a:lnTo>
                  <a:pt x="140" y="343"/>
                </a:lnTo>
                <a:lnTo>
                  <a:pt x="98" y="355"/>
                </a:lnTo>
                <a:lnTo>
                  <a:pt x="121" y="382"/>
                </a:lnTo>
                <a:lnTo>
                  <a:pt x="88" y="40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4300" name="Text Box 193">
            <a:extLst>
              <a:ext uri="{FF2B5EF4-FFF2-40B4-BE49-F238E27FC236}">
                <a16:creationId xmlns:a16="http://schemas.microsoft.com/office/drawing/2014/main" id="{2AF7E47F-AE8D-FF45-832C-2E88A1668050}"/>
              </a:ext>
            </a:extLst>
          </p:cNvPr>
          <p:cNvSpPr txBox="1">
            <a:spLocks noChangeArrowheads="1"/>
          </p:cNvSpPr>
          <p:nvPr/>
        </p:nvSpPr>
        <p:spPr bwMode="auto">
          <a:xfrm>
            <a:off x="6996113" y="422466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用户代理</a:t>
            </a:r>
          </a:p>
        </p:txBody>
      </p:sp>
      <p:sp>
        <p:nvSpPr>
          <p:cNvPr id="1136834" name="Oval 194">
            <a:extLst>
              <a:ext uri="{FF2B5EF4-FFF2-40B4-BE49-F238E27FC236}">
                <a16:creationId xmlns:a16="http://schemas.microsoft.com/office/drawing/2014/main" id="{39FB00B9-B659-C44D-BE06-95E21161F7C9}"/>
              </a:ext>
            </a:extLst>
          </p:cNvPr>
          <p:cNvSpPr>
            <a:spLocks noChangeArrowheads="1"/>
          </p:cNvSpPr>
          <p:nvPr/>
        </p:nvSpPr>
        <p:spPr bwMode="auto">
          <a:xfrm>
            <a:off x="1738312" y="3767467"/>
            <a:ext cx="223838" cy="121444"/>
          </a:xfrm>
          <a:prstGeom prst="ellipse">
            <a:avLst/>
          </a:prstGeom>
          <a:solidFill>
            <a:schemeClr val="bg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24302" name="Group 195">
            <a:extLst>
              <a:ext uri="{FF2B5EF4-FFF2-40B4-BE49-F238E27FC236}">
                <a16:creationId xmlns:a16="http://schemas.microsoft.com/office/drawing/2014/main" id="{6F69DD64-60BD-524E-B3D0-6698DF4F4B8F}"/>
              </a:ext>
            </a:extLst>
          </p:cNvPr>
          <p:cNvGrpSpPr>
            <a:grpSpLocks/>
          </p:cNvGrpSpPr>
          <p:nvPr/>
        </p:nvGrpSpPr>
        <p:grpSpPr bwMode="auto">
          <a:xfrm>
            <a:off x="7111604" y="3494813"/>
            <a:ext cx="532209" cy="371475"/>
            <a:chOff x="4993" y="1674"/>
            <a:chExt cx="447" cy="312"/>
          </a:xfrm>
        </p:grpSpPr>
        <p:grpSp>
          <p:nvGrpSpPr>
            <p:cNvPr id="224447" name="Group 196">
              <a:extLst>
                <a:ext uri="{FF2B5EF4-FFF2-40B4-BE49-F238E27FC236}">
                  <a16:creationId xmlns:a16="http://schemas.microsoft.com/office/drawing/2014/main" id="{7E50860B-2E29-1840-947C-25B39DE9CD12}"/>
                </a:ext>
              </a:extLst>
            </p:cNvPr>
            <p:cNvGrpSpPr>
              <a:grpSpLocks/>
            </p:cNvGrpSpPr>
            <p:nvPr/>
          </p:nvGrpSpPr>
          <p:grpSpPr bwMode="auto">
            <a:xfrm>
              <a:off x="4993" y="1674"/>
              <a:ext cx="345" cy="282"/>
              <a:chOff x="4993" y="1674"/>
              <a:chExt cx="345" cy="282"/>
            </a:xfrm>
          </p:grpSpPr>
          <p:grpSp>
            <p:nvGrpSpPr>
              <p:cNvPr id="224480" name="Group 197">
                <a:extLst>
                  <a:ext uri="{FF2B5EF4-FFF2-40B4-BE49-F238E27FC236}">
                    <a16:creationId xmlns:a16="http://schemas.microsoft.com/office/drawing/2014/main" id="{A9131274-3164-4C42-9F84-04D7A7F9641D}"/>
                  </a:ext>
                </a:extLst>
              </p:cNvPr>
              <p:cNvGrpSpPr>
                <a:grpSpLocks/>
              </p:cNvGrpSpPr>
              <p:nvPr/>
            </p:nvGrpSpPr>
            <p:grpSpPr bwMode="auto">
              <a:xfrm>
                <a:off x="4993" y="1674"/>
                <a:ext cx="345" cy="282"/>
                <a:chOff x="4993" y="1674"/>
                <a:chExt cx="345" cy="282"/>
              </a:xfrm>
            </p:grpSpPr>
            <p:grpSp>
              <p:nvGrpSpPr>
                <p:cNvPr id="224489" name="Group 198">
                  <a:extLst>
                    <a:ext uri="{FF2B5EF4-FFF2-40B4-BE49-F238E27FC236}">
                      <a16:creationId xmlns:a16="http://schemas.microsoft.com/office/drawing/2014/main" id="{99AA4164-BD37-2B4C-BA5A-53FD1E0B285F}"/>
                    </a:ext>
                  </a:extLst>
                </p:cNvPr>
                <p:cNvGrpSpPr>
                  <a:grpSpLocks/>
                </p:cNvGrpSpPr>
                <p:nvPr/>
              </p:nvGrpSpPr>
              <p:grpSpPr bwMode="auto">
                <a:xfrm>
                  <a:off x="4993" y="1833"/>
                  <a:ext cx="345" cy="123"/>
                  <a:chOff x="4993" y="1833"/>
                  <a:chExt cx="345" cy="123"/>
                </a:xfrm>
              </p:grpSpPr>
              <p:sp>
                <p:nvSpPr>
                  <p:cNvPr id="224495" name="Freeform 199">
                    <a:extLst>
                      <a:ext uri="{FF2B5EF4-FFF2-40B4-BE49-F238E27FC236}">
                        <a16:creationId xmlns:a16="http://schemas.microsoft.com/office/drawing/2014/main" id="{14AD252F-7C82-CA47-A026-1B6053D4F38B}"/>
                      </a:ext>
                    </a:extLst>
                  </p:cNvPr>
                  <p:cNvSpPr>
                    <a:spLocks/>
                  </p:cNvSpPr>
                  <p:nvPr/>
                </p:nvSpPr>
                <p:spPr bwMode="auto">
                  <a:xfrm>
                    <a:off x="5140" y="1833"/>
                    <a:ext cx="198" cy="12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224496" name="Freeform 200">
                    <a:extLst>
                      <a:ext uri="{FF2B5EF4-FFF2-40B4-BE49-F238E27FC236}">
                        <a16:creationId xmlns:a16="http://schemas.microsoft.com/office/drawing/2014/main" id="{304F0132-D2A6-7A4D-9AB0-E07CDC324DC6}"/>
                      </a:ext>
                    </a:extLst>
                  </p:cNvPr>
                  <p:cNvSpPr>
                    <a:spLocks/>
                  </p:cNvSpPr>
                  <p:nvPr/>
                </p:nvSpPr>
                <p:spPr bwMode="auto">
                  <a:xfrm>
                    <a:off x="4993" y="1862"/>
                    <a:ext cx="147" cy="94"/>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97" name="Freeform 201">
                    <a:extLst>
                      <a:ext uri="{FF2B5EF4-FFF2-40B4-BE49-F238E27FC236}">
                        <a16:creationId xmlns:a16="http://schemas.microsoft.com/office/drawing/2014/main" id="{8A60562F-70DC-904D-988A-E874A931792B}"/>
                      </a:ext>
                    </a:extLst>
                  </p:cNvPr>
                  <p:cNvSpPr>
                    <a:spLocks/>
                  </p:cNvSpPr>
                  <p:nvPr/>
                </p:nvSpPr>
                <p:spPr bwMode="auto">
                  <a:xfrm>
                    <a:off x="4993" y="1833"/>
                    <a:ext cx="345" cy="38"/>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224490" name="Freeform 202">
                  <a:extLst>
                    <a:ext uri="{FF2B5EF4-FFF2-40B4-BE49-F238E27FC236}">
                      <a16:creationId xmlns:a16="http://schemas.microsoft.com/office/drawing/2014/main" id="{A30AB1E2-9A9F-C847-970B-8CCD305517BD}"/>
                    </a:ext>
                  </a:extLst>
                </p:cNvPr>
                <p:cNvSpPr>
                  <a:spLocks/>
                </p:cNvSpPr>
                <p:nvPr/>
              </p:nvSpPr>
              <p:spPr bwMode="auto">
                <a:xfrm>
                  <a:off x="5105" y="1823"/>
                  <a:ext cx="126" cy="35"/>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224491" name="Group 203">
                  <a:extLst>
                    <a:ext uri="{FF2B5EF4-FFF2-40B4-BE49-F238E27FC236}">
                      <a16:creationId xmlns:a16="http://schemas.microsoft.com/office/drawing/2014/main" id="{437274DB-E31C-3C48-9B9C-A5A7CDBAB373}"/>
                    </a:ext>
                  </a:extLst>
                </p:cNvPr>
                <p:cNvGrpSpPr>
                  <a:grpSpLocks/>
                </p:cNvGrpSpPr>
                <p:nvPr/>
              </p:nvGrpSpPr>
              <p:grpSpPr bwMode="auto">
                <a:xfrm>
                  <a:off x="5020" y="1674"/>
                  <a:ext cx="279" cy="176"/>
                  <a:chOff x="5020" y="1674"/>
                  <a:chExt cx="279" cy="176"/>
                </a:xfrm>
              </p:grpSpPr>
              <p:sp>
                <p:nvSpPr>
                  <p:cNvPr id="224492" name="Freeform 204">
                    <a:extLst>
                      <a:ext uri="{FF2B5EF4-FFF2-40B4-BE49-F238E27FC236}">
                        <a16:creationId xmlns:a16="http://schemas.microsoft.com/office/drawing/2014/main" id="{13475176-F11F-EC4A-AD6A-3A1552BA71ED}"/>
                      </a:ext>
                    </a:extLst>
                  </p:cNvPr>
                  <p:cNvSpPr>
                    <a:spLocks/>
                  </p:cNvSpPr>
                  <p:nvPr/>
                </p:nvSpPr>
                <p:spPr bwMode="auto">
                  <a:xfrm>
                    <a:off x="5139" y="1674"/>
                    <a:ext cx="160" cy="172"/>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224493" name="Freeform 205">
                    <a:extLst>
                      <a:ext uri="{FF2B5EF4-FFF2-40B4-BE49-F238E27FC236}">
                        <a16:creationId xmlns:a16="http://schemas.microsoft.com/office/drawing/2014/main" id="{5CA0A294-10BF-0A48-B468-9782EAE98A7E}"/>
                      </a:ext>
                    </a:extLst>
                  </p:cNvPr>
                  <p:cNvSpPr>
                    <a:spLocks/>
                  </p:cNvSpPr>
                  <p:nvPr/>
                </p:nvSpPr>
                <p:spPr bwMode="auto">
                  <a:xfrm>
                    <a:off x="5020" y="1679"/>
                    <a:ext cx="141" cy="171"/>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94" name="Freeform 206">
                    <a:extLst>
                      <a:ext uri="{FF2B5EF4-FFF2-40B4-BE49-F238E27FC236}">
                        <a16:creationId xmlns:a16="http://schemas.microsoft.com/office/drawing/2014/main" id="{55545707-BC7E-9A4D-A57A-DF40F84F31C6}"/>
                      </a:ext>
                    </a:extLst>
                  </p:cNvPr>
                  <p:cNvSpPr>
                    <a:spLocks/>
                  </p:cNvSpPr>
                  <p:nvPr/>
                </p:nvSpPr>
                <p:spPr bwMode="auto">
                  <a:xfrm>
                    <a:off x="5166" y="1691"/>
                    <a:ext cx="115" cy="129"/>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224481" name="Group 207">
                <a:extLst>
                  <a:ext uri="{FF2B5EF4-FFF2-40B4-BE49-F238E27FC236}">
                    <a16:creationId xmlns:a16="http://schemas.microsoft.com/office/drawing/2014/main" id="{E97878FF-790E-8443-A1EE-9391CD422875}"/>
                  </a:ext>
                </a:extLst>
              </p:cNvPr>
              <p:cNvGrpSpPr>
                <a:grpSpLocks/>
              </p:cNvGrpSpPr>
              <p:nvPr/>
            </p:nvGrpSpPr>
            <p:grpSpPr bwMode="auto">
              <a:xfrm>
                <a:off x="5212" y="1846"/>
                <a:ext cx="113" cy="80"/>
                <a:chOff x="5212" y="1846"/>
                <a:chExt cx="113" cy="80"/>
              </a:xfrm>
            </p:grpSpPr>
            <p:sp>
              <p:nvSpPr>
                <p:cNvPr id="224482" name="Freeform 208">
                  <a:extLst>
                    <a:ext uri="{FF2B5EF4-FFF2-40B4-BE49-F238E27FC236}">
                      <a16:creationId xmlns:a16="http://schemas.microsoft.com/office/drawing/2014/main" id="{E1B699DF-ED7E-8E4F-A952-2EC9F40F0328}"/>
                    </a:ext>
                  </a:extLst>
                </p:cNvPr>
                <p:cNvSpPr>
                  <a:spLocks/>
                </p:cNvSpPr>
                <p:nvPr/>
              </p:nvSpPr>
              <p:spPr bwMode="auto">
                <a:xfrm>
                  <a:off x="5212" y="1846"/>
                  <a:ext cx="112" cy="80"/>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83" name="Line 209">
                  <a:extLst>
                    <a:ext uri="{FF2B5EF4-FFF2-40B4-BE49-F238E27FC236}">
                      <a16:creationId xmlns:a16="http://schemas.microsoft.com/office/drawing/2014/main" id="{2DAC547B-7DF3-0845-822D-A77DB07F9DC3}"/>
                    </a:ext>
                  </a:extLst>
                </p:cNvPr>
                <p:cNvSpPr>
                  <a:spLocks noChangeShapeType="1"/>
                </p:cNvSpPr>
                <p:nvPr/>
              </p:nvSpPr>
              <p:spPr bwMode="auto">
                <a:xfrm flipV="1">
                  <a:off x="5286" y="1866"/>
                  <a:ext cx="30" cy="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4" name="Line 210">
                  <a:extLst>
                    <a:ext uri="{FF2B5EF4-FFF2-40B4-BE49-F238E27FC236}">
                      <a16:creationId xmlns:a16="http://schemas.microsoft.com/office/drawing/2014/main" id="{0085BCFC-6BBB-4047-B672-FC8CEE3C5286}"/>
                    </a:ext>
                  </a:extLst>
                </p:cNvPr>
                <p:cNvSpPr>
                  <a:spLocks noChangeShapeType="1"/>
                </p:cNvSpPr>
                <p:nvPr/>
              </p:nvSpPr>
              <p:spPr bwMode="auto">
                <a:xfrm flipH="1">
                  <a:off x="5231" y="1876"/>
                  <a:ext cx="39" cy="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5" name="Line 211">
                  <a:extLst>
                    <a:ext uri="{FF2B5EF4-FFF2-40B4-BE49-F238E27FC236}">
                      <a16:creationId xmlns:a16="http://schemas.microsoft.com/office/drawing/2014/main" id="{611C33C1-7A5E-5C49-8805-97DB63FF5242}"/>
                    </a:ext>
                  </a:extLst>
                </p:cNvPr>
                <p:cNvSpPr>
                  <a:spLocks noChangeShapeType="1"/>
                </p:cNvSpPr>
                <p:nvPr/>
              </p:nvSpPr>
              <p:spPr bwMode="auto">
                <a:xfrm>
                  <a:off x="5277" y="1856"/>
                  <a:ext cx="1" cy="5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6" name="Line 212">
                  <a:extLst>
                    <a:ext uri="{FF2B5EF4-FFF2-40B4-BE49-F238E27FC236}">
                      <a16:creationId xmlns:a16="http://schemas.microsoft.com/office/drawing/2014/main" id="{46E67312-F241-0A4B-9E42-FEF3FB448099}"/>
                    </a:ext>
                  </a:extLst>
                </p:cNvPr>
                <p:cNvSpPr>
                  <a:spLocks noChangeShapeType="1"/>
                </p:cNvSpPr>
                <p:nvPr/>
              </p:nvSpPr>
              <p:spPr bwMode="auto">
                <a:xfrm>
                  <a:off x="5223" y="1868"/>
                  <a:ext cx="1" cy="5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7" name="Line 213">
                  <a:extLst>
                    <a:ext uri="{FF2B5EF4-FFF2-40B4-BE49-F238E27FC236}">
                      <a16:creationId xmlns:a16="http://schemas.microsoft.com/office/drawing/2014/main" id="{10C0EF21-046F-B841-914B-5F91EADE9710}"/>
                    </a:ext>
                  </a:extLst>
                </p:cNvPr>
                <p:cNvSpPr>
                  <a:spLocks noChangeShapeType="1"/>
                </p:cNvSpPr>
                <p:nvPr/>
              </p:nvSpPr>
              <p:spPr bwMode="auto">
                <a:xfrm flipH="1">
                  <a:off x="5223" y="1867"/>
                  <a:ext cx="102" cy="2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88" name="Line 214">
                  <a:extLst>
                    <a:ext uri="{FF2B5EF4-FFF2-40B4-BE49-F238E27FC236}">
                      <a16:creationId xmlns:a16="http://schemas.microsoft.com/office/drawing/2014/main" id="{2A5180A3-098D-4A47-867A-A24031EDD5A7}"/>
                    </a:ext>
                  </a:extLst>
                </p:cNvPr>
                <p:cNvSpPr>
                  <a:spLocks noChangeShapeType="1"/>
                </p:cNvSpPr>
                <p:nvPr/>
              </p:nvSpPr>
              <p:spPr bwMode="auto">
                <a:xfrm flipV="1">
                  <a:off x="5223" y="1860"/>
                  <a:ext cx="102" cy="2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4448" name="Group 215">
              <a:extLst>
                <a:ext uri="{FF2B5EF4-FFF2-40B4-BE49-F238E27FC236}">
                  <a16:creationId xmlns:a16="http://schemas.microsoft.com/office/drawing/2014/main" id="{B79E8FA1-0F13-0946-990D-7066771EA92C}"/>
                </a:ext>
              </a:extLst>
            </p:cNvPr>
            <p:cNvGrpSpPr>
              <a:grpSpLocks/>
            </p:cNvGrpSpPr>
            <p:nvPr/>
          </p:nvGrpSpPr>
          <p:grpSpPr bwMode="auto">
            <a:xfrm>
              <a:off x="5170" y="1848"/>
              <a:ext cx="270" cy="138"/>
              <a:chOff x="5170" y="1848"/>
              <a:chExt cx="270" cy="138"/>
            </a:xfrm>
          </p:grpSpPr>
          <p:grpSp>
            <p:nvGrpSpPr>
              <p:cNvPr id="224449" name="Group 216">
                <a:extLst>
                  <a:ext uri="{FF2B5EF4-FFF2-40B4-BE49-F238E27FC236}">
                    <a16:creationId xmlns:a16="http://schemas.microsoft.com/office/drawing/2014/main" id="{AC7EC4E6-A79F-D34D-AFC5-210AE3218279}"/>
                  </a:ext>
                </a:extLst>
              </p:cNvPr>
              <p:cNvGrpSpPr>
                <a:grpSpLocks/>
              </p:cNvGrpSpPr>
              <p:nvPr/>
            </p:nvGrpSpPr>
            <p:grpSpPr bwMode="auto">
              <a:xfrm>
                <a:off x="5188" y="1923"/>
                <a:ext cx="43" cy="32"/>
                <a:chOff x="5188" y="1923"/>
                <a:chExt cx="43" cy="32"/>
              </a:xfrm>
            </p:grpSpPr>
            <p:sp>
              <p:nvSpPr>
                <p:cNvPr id="224478" name="Freeform 217">
                  <a:extLst>
                    <a:ext uri="{FF2B5EF4-FFF2-40B4-BE49-F238E27FC236}">
                      <a16:creationId xmlns:a16="http://schemas.microsoft.com/office/drawing/2014/main" id="{51B29A78-B8CC-C741-867E-F381A39186FB}"/>
                    </a:ext>
                  </a:extLst>
                </p:cNvPr>
                <p:cNvSpPr>
                  <a:spLocks/>
                </p:cNvSpPr>
                <p:nvPr/>
              </p:nvSpPr>
              <p:spPr bwMode="auto">
                <a:xfrm>
                  <a:off x="5188" y="1923"/>
                  <a:ext cx="12" cy="32"/>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79" name="Freeform 218">
                  <a:extLst>
                    <a:ext uri="{FF2B5EF4-FFF2-40B4-BE49-F238E27FC236}">
                      <a16:creationId xmlns:a16="http://schemas.microsoft.com/office/drawing/2014/main" id="{6181C825-C1F7-DB43-8C14-0AD1BA4B88C9}"/>
                    </a:ext>
                  </a:extLst>
                </p:cNvPr>
                <p:cNvSpPr>
                  <a:spLocks/>
                </p:cNvSpPr>
                <p:nvPr/>
              </p:nvSpPr>
              <p:spPr bwMode="auto">
                <a:xfrm>
                  <a:off x="5197" y="1927"/>
                  <a:ext cx="34" cy="28"/>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224450" name="Group 219">
                <a:extLst>
                  <a:ext uri="{FF2B5EF4-FFF2-40B4-BE49-F238E27FC236}">
                    <a16:creationId xmlns:a16="http://schemas.microsoft.com/office/drawing/2014/main" id="{2BE079B0-F9B7-574F-8948-8E6C02F0C3B0}"/>
                  </a:ext>
                </a:extLst>
              </p:cNvPr>
              <p:cNvGrpSpPr>
                <a:grpSpLocks/>
              </p:cNvGrpSpPr>
              <p:nvPr/>
            </p:nvGrpSpPr>
            <p:grpSpPr bwMode="auto">
              <a:xfrm>
                <a:off x="5170" y="1848"/>
                <a:ext cx="270" cy="138"/>
                <a:chOff x="5170" y="1848"/>
                <a:chExt cx="270" cy="138"/>
              </a:xfrm>
            </p:grpSpPr>
            <p:sp>
              <p:nvSpPr>
                <p:cNvPr id="224451" name="Freeform 220">
                  <a:extLst>
                    <a:ext uri="{FF2B5EF4-FFF2-40B4-BE49-F238E27FC236}">
                      <a16:creationId xmlns:a16="http://schemas.microsoft.com/office/drawing/2014/main" id="{C241FF29-3E07-7C4D-80B0-AF5DD39A2136}"/>
                    </a:ext>
                  </a:extLst>
                </p:cNvPr>
                <p:cNvSpPr>
                  <a:spLocks/>
                </p:cNvSpPr>
                <p:nvPr/>
              </p:nvSpPr>
              <p:spPr bwMode="auto">
                <a:xfrm>
                  <a:off x="5175" y="1848"/>
                  <a:ext cx="264" cy="122"/>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24452" name="Freeform 221">
                  <a:extLst>
                    <a:ext uri="{FF2B5EF4-FFF2-40B4-BE49-F238E27FC236}">
                      <a16:creationId xmlns:a16="http://schemas.microsoft.com/office/drawing/2014/main" id="{3F3D623D-D2BC-6447-AC71-03F108825574}"/>
                    </a:ext>
                  </a:extLst>
                </p:cNvPr>
                <p:cNvSpPr>
                  <a:spLocks/>
                </p:cNvSpPr>
                <p:nvPr/>
              </p:nvSpPr>
              <p:spPr bwMode="auto">
                <a:xfrm>
                  <a:off x="5170" y="1899"/>
                  <a:ext cx="133" cy="86"/>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53" name="Freeform 222">
                  <a:extLst>
                    <a:ext uri="{FF2B5EF4-FFF2-40B4-BE49-F238E27FC236}">
                      <a16:creationId xmlns:a16="http://schemas.microsoft.com/office/drawing/2014/main" id="{B3FCAD97-C241-5D44-997B-F3114A670450}"/>
                    </a:ext>
                  </a:extLst>
                </p:cNvPr>
                <p:cNvSpPr>
                  <a:spLocks/>
                </p:cNvSpPr>
                <p:nvPr/>
              </p:nvSpPr>
              <p:spPr bwMode="auto">
                <a:xfrm>
                  <a:off x="5299" y="1901"/>
                  <a:ext cx="141" cy="85"/>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54" name="Freeform 223">
                  <a:extLst>
                    <a:ext uri="{FF2B5EF4-FFF2-40B4-BE49-F238E27FC236}">
                      <a16:creationId xmlns:a16="http://schemas.microsoft.com/office/drawing/2014/main" id="{251698E6-2C3B-CB4D-ACE4-92534F9351C2}"/>
                    </a:ext>
                  </a:extLst>
                </p:cNvPr>
                <p:cNvSpPr>
                  <a:spLocks/>
                </p:cNvSpPr>
                <p:nvPr/>
              </p:nvSpPr>
              <p:spPr bwMode="auto">
                <a:xfrm>
                  <a:off x="5227" y="1905"/>
                  <a:ext cx="106" cy="5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5" name="Freeform 224">
                  <a:extLst>
                    <a:ext uri="{FF2B5EF4-FFF2-40B4-BE49-F238E27FC236}">
                      <a16:creationId xmlns:a16="http://schemas.microsoft.com/office/drawing/2014/main" id="{26C5608C-150E-1741-9206-F146242066AB}"/>
                    </a:ext>
                  </a:extLst>
                </p:cNvPr>
                <p:cNvSpPr>
                  <a:spLocks/>
                </p:cNvSpPr>
                <p:nvPr/>
              </p:nvSpPr>
              <p:spPr bwMode="auto">
                <a:xfrm>
                  <a:off x="5270" y="1868"/>
                  <a:ext cx="156" cy="72"/>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6" name="Freeform 225">
                  <a:extLst>
                    <a:ext uri="{FF2B5EF4-FFF2-40B4-BE49-F238E27FC236}">
                      <a16:creationId xmlns:a16="http://schemas.microsoft.com/office/drawing/2014/main" id="{6509379A-E661-E942-B728-47C2DAAE3295}"/>
                    </a:ext>
                  </a:extLst>
                </p:cNvPr>
                <p:cNvSpPr>
                  <a:spLocks/>
                </p:cNvSpPr>
                <p:nvPr/>
              </p:nvSpPr>
              <p:spPr bwMode="auto">
                <a:xfrm>
                  <a:off x="5188" y="1852"/>
                  <a:ext cx="172" cy="66"/>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57" name="Line 226">
                  <a:extLst>
                    <a:ext uri="{FF2B5EF4-FFF2-40B4-BE49-F238E27FC236}">
                      <a16:creationId xmlns:a16="http://schemas.microsoft.com/office/drawing/2014/main" id="{EEFA30BA-7C10-7F46-AF88-F1144A857F4E}"/>
                    </a:ext>
                  </a:extLst>
                </p:cNvPr>
                <p:cNvSpPr>
                  <a:spLocks noChangeShapeType="1"/>
                </p:cNvSpPr>
                <p:nvPr/>
              </p:nvSpPr>
              <p:spPr bwMode="auto">
                <a:xfrm flipV="1">
                  <a:off x="5193" y="1855"/>
                  <a:ext cx="148" cy="5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58" name="Line 227">
                  <a:extLst>
                    <a:ext uri="{FF2B5EF4-FFF2-40B4-BE49-F238E27FC236}">
                      <a16:creationId xmlns:a16="http://schemas.microsoft.com/office/drawing/2014/main" id="{9411DA20-F8DB-8640-9470-E2ED518FB97A}"/>
                    </a:ext>
                  </a:extLst>
                </p:cNvPr>
                <p:cNvSpPr>
                  <a:spLocks noChangeShapeType="1"/>
                </p:cNvSpPr>
                <p:nvPr/>
              </p:nvSpPr>
              <p:spPr bwMode="auto">
                <a:xfrm flipV="1">
                  <a:off x="5205" y="1858"/>
                  <a:ext cx="14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59" name="Line 228">
                  <a:extLst>
                    <a:ext uri="{FF2B5EF4-FFF2-40B4-BE49-F238E27FC236}">
                      <a16:creationId xmlns:a16="http://schemas.microsoft.com/office/drawing/2014/main" id="{03B386A6-A1C3-2246-8318-CA15B391F490}"/>
                    </a:ext>
                  </a:extLst>
                </p:cNvPr>
                <p:cNvSpPr>
                  <a:spLocks noChangeShapeType="1"/>
                </p:cNvSpPr>
                <p:nvPr/>
              </p:nvSpPr>
              <p:spPr bwMode="auto">
                <a:xfrm flipV="1">
                  <a:off x="5214" y="1862"/>
                  <a:ext cx="141" cy="5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0" name="Line 229">
                  <a:extLst>
                    <a:ext uri="{FF2B5EF4-FFF2-40B4-BE49-F238E27FC236}">
                      <a16:creationId xmlns:a16="http://schemas.microsoft.com/office/drawing/2014/main" id="{5BF09D1B-6CB9-2D4E-ACDA-5C5258DB33CA}"/>
                    </a:ext>
                  </a:extLst>
                </p:cNvPr>
                <p:cNvSpPr>
                  <a:spLocks noChangeShapeType="1"/>
                </p:cNvSpPr>
                <p:nvPr/>
              </p:nvSpPr>
              <p:spPr bwMode="auto">
                <a:xfrm flipV="1">
                  <a:off x="5235" y="1871"/>
                  <a:ext cx="138" cy="5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1" name="Line 230">
                  <a:extLst>
                    <a:ext uri="{FF2B5EF4-FFF2-40B4-BE49-F238E27FC236}">
                      <a16:creationId xmlns:a16="http://schemas.microsoft.com/office/drawing/2014/main" id="{D71BE41E-52AC-F94E-958B-940656860DDC}"/>
                    </a:ext>
                  </a:extLst>
                </p:cNvPr>
                <p:cNvSpPr>
                  <a:spLocks noChangeShapeType="1"/>
                </p:cNvSpPr>
                <p:nvPr/>
              </p:nvSpPr>
              <p:spPr bwMode="auto">
                <a:xfrm flipV="1">
                  <a:off x="5246" y="1877"/>
                  <a:ext cx="137" cy="5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2" name="Line 231">
                  <a:extLst>
                    <a:ext uri="{FF2B5EF4-FFF2-40B4-BE49-F238E27FC236}">
                      <a16:creationId xmlns:a16="http://schemas.microsoft.com/office/drawing/2014/main" id="{2C25A472-2999-9B41-8FC2-CFCC0681E574}"/>
                    </a:ext>
                  </a:extLst>
                </p:cNvPr>
                <p:cNvSpPr>
                  <a:spLocks noChangeShapeType="1"/>
                </p:cNvSpPr>
                <p:nvPr/>
              </p:nvSpPr>
              <p:spPr bwMode="auto">
                <a:xfrm flipV="1">
                  <a:off x="5261" y="1885"/>
                  <a:ext cx="124"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3" name="Line 232">
                  <a:extLst>
                    <a:ext uri="{FF2B5EF4-FFF2-40B4-BE49-F238E27FC236}">
                      <a16:creationId xmlns:a16="http://schemas.microsoft.com/office/drawing/2014/main" id="{53148D60-816F-554C-8AA9-30E5797C9D77}"/>
                    </a:ext>
                  </a:extLst>
                </p:cNvPr>
                <p:cNvSpPr>
                  <a:spLocks noChangeShapeType="1"/>
                </p:cNvSpPr>
                <p:nvPr/>
              </p:nvSpPr>
              <p:spPr bwMode="auto">
                <a:xfrm flipV="1">
                  <a:off x="5274" y="1890"/>
                  <a:ext cx="119" cy="5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4" name="Line 233">
                  <a:extLst>
                    <a:ext uri="{FF2B5EF4-FFF2-40B4-BE49-F238E27FC236}">
                      <a16:creationId xmlns:a16="http://schemas.microsoft.com/office/drawing/2014/main" id="{F2980D74-3981-F34E-B376-25AE71C9461F}"/>
                    </a:ext>
                  </a:extLst>
                </p:cNvPr>
                <p:cNvSpPr>
                  <a:spLocks noChangeShapeType="1"/>
                </p:cNvSpPr>
                <p:nvPr/>
              </p:nvSpPr>
              <p:spPr bwMode="auto">
                <a:xfrm flipV="1">
                  <a:off x="5291" y="1897"/>
                  <a:ext cx="114" cy="5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5" name="Line 234">
                  <a:extLst>
                    <a:ext uri="{FF2B5EF4-FFF2-40B4-BE49-F238E27FC236}">
                      <a16:creationId xmlns:a16="http://schemas.microsoft.com/office/drawing/2014/main" id="{ED87AB21-0D6A-B74C-8CBA-1D68B9B1C511}"/>
                    </a:ext>
                  </a:extLst>
                </p:cNvPr>
                <p:cNvSpPr>
                  <a:spLocks noChangeShapeType="1"/>
                </p:cNvSpPr>
                <p:nvPr/>
              </p:nvSpPr>
              <p:spPr bwMode="auto">
                <a:xfrm>
                  <a:off x="5239" y="1915"/>
                  <a:ext cx="71"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6" name="Line 235">
                  <a:extLst>
                    <a:ext uri="{FF2B5EF4-FFF2-40B4-BE49-F238E27FC236}">
                      <a16:creationId xmlns:a16="http://schemas.microsoft.com/office/drawing/2014/main" id="{3142B815-9170-0C46-8E90-300C025AFE8F}"/>
                    </a:ext>
                  </a:extLst>
                </p:cNvPr>
                <p:cNvSpPr>
                  <a:spLocks noChangeShapeType="1"/>
                </p:cNvSpPr>
                <p:nvPr/>
              </p:nvSpPr>
              <p:spPr bwMode="auto">
                <a:xfrm>
                  <a:off x="5255" y="1910"/>
                  <a:ext cx="69" cy="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7" name="Line 236">
                  <a:extLst>
                    <a:ext uri="{FF2B5EF4-FFF2-40B4-BE49-F238E27FC236}">
                      <a16:creationId xmlns:a16="http://schemas.microsoft.com/office/drawing/2014/main" id="{26E18FCA-C90E-2042-8B1C-619B5B439CB6}"/>
                    </a:ext>
                  </a:extLst>
                </p:cNvPr>
                <p:cNvSpPr>
                  <a:spLocks noChangeShapeType="1"/>
                </p:cNvSpPr>
                <p:nvPr/>
              </p:nvSpPr>
              <p:spPr bwMode="auto">
                <a:xfrm>
                  <a:off x="5285" y="1897"/>
                  <a:ext cx="68" cy="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8" name="Line 237">
                  <a:extLst>
                    <a:ext uri="{FF2B5EF4-FFF2-40B4-BE49-F238E27FC236}">
                      <a16:creationId xmlns:a16="http://schemas.microsoft.com/office/drawing/2014/main" id="{D8F1043E-FECE-364C-8CAB-65AD8B4AD7BA}"/>
                    </a:ext>
                  </a:extLst>
                </p:cNvPr>
                <p:cNvSpPr>
                  <a:spLocks noChangeShapeType="1"/>
                </p:cNvSpPr>
                <p:nvPr/>
              </p:nvSpPr>
              <p:spPr bwMode="auto">
                <a:xfrm>
                  <a:off x="5301" y="1891"/>
                  <a:ext cx="67"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69" name="Line 238">
                  <a:extLst>
                    <a:ext uri="{FF2B5EF4-FFF2-40B4-BE49-F238E27FC236}">
                      <a16:creationId xmlns:a16="http://schemas.microsoft.com/office/drawing/2014/main" id="{11B8D01D-0396-F945-A09C-ABA545909A24}"/>
                    </a:ext>
                  </a:extLst>
                </p:cNvPr>
                <p:cNvSpPr>
                  <a:spLocks noChangeShapeType="1"/>
                </p:cNvSpPr>
                <p:nvPr/>
              </p:nvSpPr>
              <p:spPr bwMode="auto">
                <a:xfrm>
                  <a:off x="5318" y="1886"/>
                  <a:ext cx="65" cy="3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0" name="Line 239">
                  <a:extLst>
                    <a:ext uri="{FF2B5EF4-FFF2-40B4-BE49-F238E27FC236}">
                      <a16:creationId xmlns:a16="http://schemas.microsoft.com/office/drawing/2014/main" id="{EDD63543-A5F8-AA4A-BD16-E4BBADF7176B}"/>
                    </a:ext>
                  </a:extLst>
                </p:cNvPr>
                <p:cNvSpPr>
                  <a:spLocks noChangeShapeType="1"/>
                </p:cNvSpPr>
                <p:nvPr/>
              </p:nvSpPr>
              <p:spPr bwMode="auto">
                <a:xfrm>
                  <a:off x="5332" y="1880"/>
                  <a:ext cx="64" cy="3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1" name="Line 240">
                  <a:extLst>
                    <a:ext uri="{FF2B5EF4-FFF2-40B4-BE49-F238E27FC236}">
                      <a16:creationId xmlns:a16="http://schemas.microsoft.com/office/drawing/2014/main" id="{B4130B81-E440-E040-B347-CE6E4913394A}"/>
                    </a:ext>
                  </a:extLst>
                </p:cNvPr>
                <p:cNvSpPr>
                  <a:spLocks noChangeShapeType="1"/>
                </p:cNvSpPr>
                <p:nvPr/>
              </p:nvSpPr>
              <p:spPr bwMode="auto">
                <a:xfrm>
                  <a:off x="5346" y="1874"/>
                  <a:ext cx="64" cy="3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2" name="Line 241">
                  <a:extLst>
                    <a:ext uri="{FF2B5EF4-FFF2-40B4-BE49-F238E27FC236}">
                      <a16:creationId xmlns:a16="http://schemas.microsoft.com/office/drawing/2014/main" id="{D2EFE274-6673-8342-92D7-4A4DF7CAA57D}"/>
                    </a:ext>
                  </a:extLst>
                </p:cNvPr>
                <p:cNvSpPr>
                  <a:spLocks noChangeShapeType="1"/>
                </p:cNvSpPr>
                <p:nvPr/>
              </p:nvSpPr>
              <p:spPr bwMode="auto">
                <a:xfrm>
                  <a:off x="5209" y="1892"/>
                  <a:ext cx="3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3" name="Line 242">
                  <a:extLst>
                    <a:ext uri="{FF2B5EF4-FFF2-40B4-BE49-F238E27FC236}">
                      <a16:creationId xmlns:a16="http://schemas.microsoft.com/office/drawing/2014/main" id="{BEB6F128-9CB3-254E-9483-6727ECE67EAE}"/>
                    </a:ext>
                  </a:extLst>
                </p:cNvPr>
                <p:cNvSpPr>
                  <a:spLocks noChangeShapeType="1"/>
                </p:cNvSpPr>
                <p:nvPr/>
              </p:nvSpPr>
              <p:spPr bwMode="auto">
                <a:xfrm>
                  <a:off x="5232" y="1885"/>
                  <a:ext cx="32"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4" name="Line 243">
                  <a:extLst>
                    <a:ext uri="{FF2B5EF4-FFF2-40B4-BE49-F238E27FC236}">
                      <a16:creationId xmlns:a16="http://schemas.microsoft.com/office/drawing/2014/main" id="{83315296-76EF-5E49-A0C3-7CBCB365DD65}"/>
                    </a:ext>
                  </a:extLst>
                </p:cNvPr>
                <p:cNvSpPr>
                  <a:spLocks noChangeShapeType="1"/>
                </p:cNvSpPr>
                <p:nvPr/>
              </p:nvSpPr>
              <p:spPr bwMode="auto">
                <a:xfrm>
                  <a:off x="5252" y="1879"/>
                  <a:ext cx="3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5" name="Line 244">
                  <a:extLst>
                    <a:ext uri="{FF2B5EF4-FFF2-40B4-BE49-F238E27FC236}">
                      <a16:creationId xmlns:a16="http://schemas.microsoft.com/office/drawing/2014/main" id="{8062DC8F-9A20-544E-B045-21B5AB2335D5}"/>
                    </a:ext>
                  </a:extLst>
                </p:cNvPr>
                <p:cNvSpPr>
                  <a:spLocks noChangeShapeType="1"/>
                </p:cNvSpPr>
                <p:nvPr/>
              </p:nvSpPr>
              <p:spPr bwMode="auto">
                <a:xfrm>
                  <a:off x="5272" y="1872"/>
                  <a:ext cx="32"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6" name="Line 245">
                  <a:extLst>
                    <a:ext uri="{FF2B5EF4-FFF2-40B4-BE49-F238E27FC236}">
                      <a16:creationId xmlns:a16="http://schemas.microsoft.com/office/drawing/2014/main" id="{1E7FF06C-1B0D-444A-A753-3416BD320502}"/>
                    </a:ext>
                  </a:extLst>
                </p:cNvPr>
                <p:cNvSpPr>
                  <a:spLocks noChangeShapeType="1"/>
                </p:cNvSpPr>
                <p:nvPr/>
              </p:nvSpPr>
              <p:spPr bwMode="auto">
                <a:xfrm>
                  <a:off x="5292" y="1865"/>
                  <a:ext cx="31" cy="1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477" name="Line 246">
                  <a:extLst>
                    <a:ext uri="{FF2B5EF4-FFF2-40B4-BE49-F238E27FC236}">
                      <a16:creationId xmlns:a16="http://schemas.microsoft.com/office/drawing/2014/main" id="{F97D3DC1-9352-CD49-B68E-7439006103BF}"/>
                    </a:ext>
                  </a:extLst>
                </p:cNvPr>
                <p:cNvSpPr>
                  <a:spLocks noChangeShapeType="1"/>
                </p:cNvSpPr>
                <p:nvPr/>
              </p:nvSpPr>
              <p:spPr bwMode="auto">
                <a:xfrm>
                  <a:off x="5315" y="1858"/>
                  <a:ext cx="29" cy="1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224303" name="Group 247">
            <a:extLst>
              <a:ext uri="{FF2B5EF4-FFF2-40B4-BE49-F238E27FC236}">
                <a16:creationId xmlns:a16="http://schemas.microsoft.com/office/drawing/2014/main" id="{9CE408EB-6BF5-0441-AAAD-BD863D1E1467}"/>
              </a:ext>
            </a:extLst>
          </p:cNvPr>
          <p:cNvGrpSpPr>
            <a:grpSpLocks/>
          </p:cNvGrpSpPr>
          <p:nvPr/>
        </p:nvGrpSpPr>
        <p:grpSpPr bwMode="auto">
          <a:xfrm>
            <a:off x="7436644" y="3917485"/>
            <a:ext cx="414338" cy="184547"/>
            <a:chOff x="5266" y="2029"/>
            <a:chExt cx="348" cy="155"/>
          </a:xfrm>
        </p:grpSpPr>
        <p:sp>
          <p:nvSpPr>
            <p:cNvPr id="224441" name="Freeform 248">
              <a:extLst>
                <a:ext uri="{FF2B5EF4-FFF2-40B4-BE49-F238E27FC236}">
                  <a16:creationId xmlns:a16="http://schemas.microsoft.com/office/drawing/2014/main" id="{3E418E25-F214-3B47-B8CB-230A4B6B0362}"/>
                </a:ext>
              </a:extLst>
            </p:cNvPr>
            <p:cNvSpPr>
              <a:spLocks/>
            </p:cNvSpPr>
            <p:nvPr/>
          </p:nvSpPr>
          <p:spPr bwMode="auto">
            <a:xfrm>
              <a:off x="5266" y="2029"/>
              <a:ext cx="348" cy="155"/>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224442" name="Freeform 249">
              <a:extLst>
                <a:ext uri="{FF2B5EF4-FFF2-40B4-BE49-F238E27FC236}">
                  <a16:creationId xmlns:a16="http://schemas.microsoft.com/office/drawing/2014/main" id="{93E5D52F-952E-E341-ADAC-6A35817E15E9}"/>
                </a:ext>
              </a:extLst>
            </p:cNvPr>
            <p:cNvSpPr>
              <a:spLocks/>
            </p:cNvSpPr>
            <p:nvPr/>
          </p:nvSpPr>
          <p:spPr bwMode="auto">
            <a:xfrm>
              <a:off x="5268" y="2043"/>
              <a:ext cx="342" cy="138"/>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3" name="Freeform 250">
              <a:extLst>
                <a:ext uri="{FF2B5EF4-FFF2-40B4-BE49-F238E27FC236}">
                  <a16:creationId xmlns:a16="http://schemas.microsoft.com/office/drawing/2014/main" id="{492421F7-7365-594F-9AF7-4EB4E1D20BA6}"/>
                </a:ext>
              </a:extLst>
            </p:cNvPr>
            <p:cNvSpPr>
              <a:spLocks/>
            </p:cNvSpPr>
            <p:nvPr/>
          </p:nvSpPr>
          <p:spPr bwMode="auto">
            <a:xfrm>
              <a:off x="5515" y="2093"/>
              <a:ext cx="47" cy="8"/>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4" name="Freeform 251">
              <a:extLst>
                <a:ext uri="{FF2B5EF4-FFF2-40B4-BE49-F238E27FC236}">
                  <a16:creationId xmlns:a16="http://schemas.microsoft.com/office/drawing/2014/main" id="{DA7B9497-B13E-234B-81B3-ADF412336B66}"/>
                </a:ext>
              </a:extLst>
            </p:cNvPr>
            <p:cNvSpPr>
              <a:spLocks/>
            </p:cNvSpPr>
            <p:nvPr/>
          </p:nvSpPr>
          <p:spPr bwMode="auto">
            <a:xfrm>
              <a:off x="5580" y="2080"/>
              <a:ext cx="28" cy="10"/>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5" name="Freeform 252">
              <a:extLst>
                <a:ext uri="{FF2B5EF4-FFF2-40B4-BE49-F238E27FC236}">
                  <a16:creationId xmlns:a16="http://schemas.microsoft.com/office/drawing/2014/main" id="{30274CDC-BD68-9742-AE92-E2C79FC347E1}"/>
                </a:ext>
              </a:extLst>
            </p:cNvPr>
            <p:cNvSpPr>
              <a:spLocks/>
            </p:cNvSpPr>
            <p:nvPr/>
          </p:nvSpPr>
          <p:spPr bwMode="auto">
            <a:xfrm>
              <a:off x="5445" y="2073"/>
              <a:ext cx="44" cy="24"/>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6" name="Freeform 253">
              <a:extLst>
                <a:ext uri="{FF2B5EF4-FFF2-40B4-BE49-F238E27FC236}">
                  <a16:creationId xmlns:a16="http://schemas.microsoft.com/office/drawing/2014/main" id="{6D58E44D-D093-0F49-A7DB-2CA8A3880294}"/>
                </a:ext>
              </a:extLst>
            </p:cNvPr>
            <p:cNvSpPr>
              <a:spLocks/>
            </p:cNvSpPr>
            <p:nvPr/>
          </p:nvSpPr>
          <p:spPr bwMode="auto">
            <a:xfrm>
              <a:off x="5303" y="2127"/>
              <a:ext cx="142" cy="35"/>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04" name="Group 254">
            <a:extLst>
              <a:ext uri="{FF2B5EF4-FFF2-40B4-BE49-F238E27FC236}">
                <a16:creationId xmlns:a16="http://schemas.microsoft.com/office/drawing/2014/main" id="{A92B8CE2-AC6D-B943-89C4-9275F6F4A1F7}"/>
              </a:ext>
            </a:extLst>
          </p:cNvPr>
          <p:cNvGrpSpPr>
            <a:grpSpLocks/>
          </p:cNvGrpSpPr>
          <p:nvPr/>
        </p:nvGrpSpPr>
        <p:grpSpPr bwMode="auto">
          <a:xfrm>
            <a:off x="7506891" y="3716270"/>
            <a:ext cx="171450" cy="94060"/>
            <a:chOff x="5325" y="1860"/>
            <a:chExt cx="144" cy="79"/>
          </a:xfrm>
        </p:grpSpPr>
        <p:grpSp>
          <p:nvGrpSpPr>
            <p:cNvPr id="224428" name="Group 255">
              <a:extLst>
                <a:ext uri="{FF2B5EF4-FFF2-40B4-BE49-F238E27FC236}">
                  <a16:creationId xmlns:a16="http://schemas.microsoft.com/office/drawing/2014/main" id="{16CEE5B3-76F8-934C-931C-D27A9DA584D1}"/>
                </a:ext>
              </a:extLst>
            </p:cNvPr>
            <p:cNvGrpSpPr>
              <a:grpSpLocks/>
            </p:cNvGrpSpPr>
            <p:nvPr/>
          </p:nvGrpSpPr>
          <p:grpSpPr bwMode="auto">
            <a:xfrm>
              <a:off x="5325" y="1860"/>
              <a:ext cx="125" cy="63"/>
              <a:chOff x="5325" y="1860"/>
              <a:chExt cx="125" cy="63"/>
            </a:xfrm>
          </p:grpSpPr>
          <p:sp>
            <p:nvSpPr>
              <p:cNvPr id="224432" name="Freeform 256">
                <a:extLst>
                  <a:ext uri="{FF2B5EF4-FFF2-40B4-BE49-F238E27FC236}">
                    <a16:creationId xmlns:a16="http://schemas.microsoft.com/office/drawing/2014/main" id="{ED30F398-B8BC-C04A-BDFD-72A59E4035A1}"/>
                  </a:ext>
                </a:extLst>
              </p:cNvPr>
              <p:cNvSpPr>
                <a:spLocks/>
              </p:cNvSpPr>
              <p:nvPr/>
            </p:nvSpPr>
            <p:spPr bwMode="auto">
              <a:xfrm>
                <a:off x="5325" y="1860"/>
                <a:ext cx="125" cy="63"/>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433" name="Freeform 257">
                <a:extLst>
                  <a:ext uri="{FF2B5EF4-FFF2-40B4-BE49-F238E27FC236}">
                    <a16:creationId xmlns:a16="http://schemas.microsoft.com/office/drawing/2014/main" id="{8082413A-36CC-AB4A-A3E1-20906CBB124C}"/>
                  </a:ext>
                </a:extLst>
              </p:cNvPr>
              <p:cNvSpPr>
                <a:spLocks/>
              </p:cNvSpPr>
              <p:nvPr/>
            </p:nvSpPr>
            <p:spPr bwMode="auto">
              <a:xfrm>
                <a:off x="5374" y="1888"/>
                <a:ext cx="29" cy="7"/>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4" name="Freeform 258">
                <a:extLst>
                  <a:ext uri="{FF2B5EF4-FFF2-40B4-BE49-F238E27FC236}">
                    <a16:creationId xmlns:a16="http://schemas.microsoft.com/office/drawing/2014/main" id="{827B0F24-E7D5-0B48-AEDB-46C3C4EC042F}"/>
                  </a:ext>
                </a:extLst>
              </p:cNvPr>
              <p:cNvSpPr>
                <a:spLocks/>
              </p:cNvSpPr>
              <p:nvPr/>
            </p:nvSpPr>
            <p:spPr bwMode="auto">
              <a:xfrm>
                <a:off x="5362" y="1894"/>
                <a:ext cx="4" cy="4"/>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5" name="Freeform 259">
                <a:extLst>
                  <a:ext uri="{FF2B5EF4-FFF2-40B4-BE49-F238E27FC236}">
                    <a16:creationId xmlns:a16="http://schemas.microsoft.com/office/drawing/2014/main" id="{3FDB0E0E-1732-1649-9159-8C742A5BA984}"/>
                  </a:ext>
                </a:extLst>
              </p:cNvPr>
              <p:cNvSpPr>
                <a:spLocks/>
              </p:cNvSpPr>
              <p:nvPr/>
            </p:nvSpPr>
            <p:spPr bwMode="auto">
              <a:xfrm>
                <a:off x="5331" y="1869"/>
                <a:ext cx="17"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6" name="Freeform 260">
                <a:extLst>
                  <a:ext uri="{FF2B5EF4-FFF2-40B4-BE49-F238E27FC236}">
                    <a16:creationId xmlns:a16="http://schemas.microsoft.com/office/drawing/2014/main" id="{95B62989-89D1-D040-AFA8-EEFFB9385CA4}"/>
                  </a:ext>
                </a:extLst>
              </p:cNvPr>
              <p:cNvSpPr>
                <a:spLocks/>
              </p:cNvSpPr>
              <p:nvPr/>
            </p:nvSpPr>
            <p:spPr bwMode="auto">
              <a:xfrm>
                <a:off x="5357" y="1866"/>
                <a:ext cx="27" cy="7"/>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7" name="Freeform 261">
                <a:extLst>
                  <a:ext uri="{FF2B5EF4-FFF2-40B4-BE49-F238E27FC236}">
                    <a16:creationId xmlns:a16="http://schemas.microsoft.com/office/drawing/2014/main" id="{DE7829B5-3A63-D847-8FBD-B81E0A9E1313}"/>
                  </a:ext>
                </a:extLst>
              </p:cNvPr>
              <p:cNvSpPr>
                <a:spLocks/>
              </p:cNvSpPr>
              <p:nvPr/>
            </p:nvSpPr>
            <p:spPr bwMode="auto">
              <a:xfrm>
                <a:off x="5335" y="1874"/>
                <a:ext cx="6"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8" name="Freeform 262">
                <a:extLst>
                  <a:ext uri="{FF2B5EF4-FFF2-40B4-BE49-F238E27FC236}">
                    <a16:creationId xmlns:a16="http://schemas.microsoft.com/office/drawing/2014/main" id="{9285D007-3796-B643-86BD-BC77B60B1033}"/>
                  </a:ext>
                </a:extLst>
              </p:cNvPr>
              <p:cNvSpPr>
                <a:spLocks/>
              </p:cNvSpPr>
              <p:nvPr/>
            </p:nvSpPr>
            <p:spPr bwMode="auto">
              <a:xfrm>
                <a:off x="5329" y="1870"/>
                <a:ext cx="6" cy="4"/>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39" name="Freeform 263">
                <a:extLst>
                  <a:ext uri="{FF2B5EF4-FFF2-40B4-BE49-F238E27FC236}">
                    <a16:creationId xmlns:a16="http://schemas.microsoft.com/office/drawing/2014/main" id="{5D55C9CB-ED3D-AD45-8823-7F4F56F130DD}"/>
                  </a:ext>
                </a:extLst>
              </p:cNvPr>
              <p:cNvSpPr>
                <a:spLocks/>
              </p:cNvSpPr>
              <p:nvPr/>
            </p:nvSpPr>
            <p:spPr bwMode="auto">
              <a:xfrm>
                <a:off x="5399" y="1876"/>
                <a:ext cx="6" cy="7"/>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40" name="Freeform 264">
                <a:extLst>
                  <a:ext uri="{FF2B5EF4-FFF2-40B4-BE49-F238E27FC236}">
                    <a16:creationId xmlns:a16="http://schemas.microsoft.com/office/drawing/2014/main" id="{9248714B-F25F-2A4F-BB15-C9FABAD5550C}"/>
                  </a:ext>
                </a:extLst>
              </p:cNvPr>
              <p:cNvSpPr>
                <a:spLocks/>
              </p:cNvSpPr>
              <p:nvPr/>
            </p:nvSpPr>
            <p:spPr bwMode="auto">
              <a:xfrm>
                <a:off x="5420" y="1907"/>
                <a:ext cx="9"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429" name="Group 265">
              <a:extLst>
                <a:ext uri="{FF2B5EF4-FFF2-40B4-BE49-F238E27FC236}">
                  <a16:creationId xmlns:a16="http://schemas.microsoft.com/office/drawing/2014/main" id="{B35E2A53-88F3-F943-BFC6-A7C7130B71B2}"/>
                </a:ext>
              </a:extLst>
            </p:cNvPr>
            <p:cNvGrpSpPr>
              <a:grpSpLocks/>
            </p:cNvGrpSpPr>
            <p:nvPr/>
          </p:nvGrpSpPr>
          <p:grpSpPr bwMode="auto">
            <a:xfrm>
              <a:off x="5432" y="1894"/>
              <a:ext cx="37" cy="45"/>
              <a:chOff x="5432" y="1894"/>
              <a:chExt cx="37" cy="45"/>
            </a:xfrm>
          </p:grpSpPr>
          <p:sp>
            <p:nvSpPr>
              <p:cNvPr id="224430" name="Freeform 266">
                <a:extLst>
                  <a:ext uri="{FF2B5EF4-FFF2-40B4-BE49-F238E27FC236}">
                    <a16:creationId xmlns:a16="http://schemas.microsoft.com/office/drawing/2014/main" id="{744919D9-700F-104E-94E0-4F85EE592D4C}"/>
                  </a:ext>
                </a:extLst>
              </p:cNvPr>
              <p:cNvSpPr>
                <a:spLocks/>
              </p:cNvSpPr>
              <p:nvPr/>
            </p:nvSpPr>
            <p:spPr bwMode="auto">
              <a:xfrm>
                <a:off x="5432" y="1894"/>
                <a:ext cx="37" cy="45"/>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24431" name="Freeform 267">
                <a:extLst>
                  <a:ext uri="{FF2B5EF4-FFF2-40B4-BE49-F238E27FC236}">
                    <a16:creationId xmlns:a16="http://schemas.microsoft.com/office/drawing/2014/main" id="{A25C8F2D-0C24-B84C-9B44-0B822C4BDA21}"/>
                  </a:ext>
                </a:extLst>
              </p:cNvPr>
              <p:cNvSpPr>
                <a:spLocks/>
              </p:cNvSpPr>
              <p:nvPr/>
            </p:nvSpPr>
            <p:spPr bwMode="auto">
              <a:xfrm>
                <a:off x="5436" y="1898"/>
                <a:ext cx="29" cy="37"/>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24305" name="Freeform 268">
            <a:extLst>
              <a:ext uri="{FF2B5EF4-FFF2-40B4-BE49-F238E27FC236}">
                <a16:creationId xmlns:a16="http://schemas.microsoft.com/office/drawing/2014/main" id="{A23B77A6-A204-A849-93CD-88A2CC5FEFFD}"/>
              </a:ext>
            </a:extLst>
          </p:cNvPr>
          <p:cNvSpPr>
            <a:spLocks/>
          </p:cNvSpPr>
          <p:nvPr/>
        </p:nvSpPr>
        <p:spPr bwMode="auto">
          <a:xfrm>
            <a:off x="7673578" y="3467429"/>
            <a:ext cx="146447" cy="159544"/>
          </a:xfrm>
          <a:custGeom>
            <a:avLst/>
            <a:gdLst>
              <a:gd name="T0" fmla="*/ 2147483646 w 741"/>
              <a:gd name="T1" fmla="*/ 2147483646 h 807"/>
              <a:gd name="T2" fmla="*/ 2147483646 w 741"/>
              <a:gd name="T3" fmla="*/ 2147483646 h 807"/>
              <a:gd name="T4" fmla="*/ 2147483646 w 741"/>
              <a:gd name="T5" fmla="*/ 2147483646 h 807"/>
              <a:gd name="T6" fmla="*/ 2147483646 w 741"/>
              <a:gd name="T7" fmla="*/ 2147483646 h 807"/>
              <a:gd name="T8" fmla="*/ 2147483646 w 741"/>
              <a:gd name="T9" fmla="*/ 2147483646 h 807"/>
              <a:gd name="T10" fmla="*/ 2147483646 w 741"/>
              <a:gd name="T11" fmla="*/ 2147483646 h 807"/>
              <a:gd name="T12" fmla="*/ 2147483646 w 741"/>
              <a:gd name="T13" fmla="*/ 2147483646 h 807"/>
              <a:gd name="T14" fmla="*/ 2147483646 w 741"/>
              <a:gd name="T15" fmla="*/ 2147483646 h 807"/>
              <a:gd name="T16" fmla="*/ 2147483646 w 741"/>
              <a:gd name="T17" fmla="*/ 2147483646 h 807"/>
              <a:gd name="T18" fmla="*/ 0 w 741"/>
              <a:gd name="T19" fmla="*/ 2147483646 h 807"/>
              <a:gd name="T20" fmla="*/ 0 w 741"/>
              <a:gd name="T21" fmla="*/ 2147483646 h 807"/>
              <a:gd name="T22" fmla="*/ 2147483646 w 741"/>
              <a:gd name="T23" fmla="*/ 2147483646 h 807"/>
              <a:gd name="T24" fmla="*/ 2147483646 w 741"/>
              <a:gd name="T25" fmla="*/ 2147483646 h 807"/>
              <a:gd name="T26" fmla="*/ 2147483646 w 741"/>
              <a:gd name="T27" fmla="*/ 2147483646 h 807"/>
              <a:gd name="T28" fmla="*/ 2147483646 w 741"/>
              <a:gd name="T29" fmla="*/ 2147483646 h 807"/>
              <a:gd name="T30" fmla="*/ 2147483646 w 741"/>
              <a:gd name="T31" fmla="*/ 2147483646 h 807"/>
              <a:gd name="T32" fmla="*/ 2147483646 w 741"/>
              <a:gd name="T33" fmla="*/ 2147483646 h 807"/>
              <a:gd name="T34" fmla="*/ 2147483646 w 741"/>
              <a:gd name="T35" fmla="*/ 2147483646 h 807"/>
              <a:gd name="T36" fmla="*/ 2147483646 w 741"/>
              <a:gd name="T37" fmla="*/ 2147483646 h 807"/>
              <a:gd name="T38" fmla="*/ 2147483646 w 741"/>
              <a:gd name="T39" fmla="*/ 2147483646 h 807"/>
              <a:gd name="T40" fmla="*/ 2147483646 w 741"/>
              <a:gd name="T41" fmla="*/ 2147483646 h 807"/>
              <a:gd name="T42" fmla="*/ 2147483646 w 741"/>
              <a:gd name="T43" fmla="*/ 2147483646 h 807"/>
              <a:gd name="T44" fmla="*/ 2147483646 w 741"/>
              <a:gd name="T45" fmla="*/ 2147483646 h 807"/>
              <a:gd name="T46" fmla="*/ 2147483646 w 741"/>
              <a:gd name="T47" fmla="*/ 2147483646 h 807"/>
              <a:gd name="T48" fmla="*/ 2147483646 w 741"/>
              <a:gd name="T49" fmla="*/ 2147483646 h 807"/>
              <a:gd name="T50" fmla="*/ 2147483646 w 741"/>
              <a:gd name="T51" fmla="*/ 2147483646 h 807"/>
              <a:gd name="T52" fmla="*/ 2147483646 w 741"/>
              <a:gd name="T53" fmla="*/ 2147483646 h 807"/>
              <a:gd name="T54" fmla="*/ 2147483646 w 741"/>
              <a:gd name="T55" fmla="*/ 2147483646 h 807"/>
              <a:gd name="T56" fmla="*/ 2147483646 w 741"/>
              <a:gd name="T57" fmla="*/ 2147483646 h 807"/>
              <a:gd name="T58" fmla="*/ 2147483646 w 741"/>
              <a:gd name="T59" fmla="*/ 2147483646 h 807"/>
              <a:gd name="T60" fmla="*/ 2147483646 w 741"/>
              <a:gd name="T61" fmla="*/ 2147483646 h 807"/>
              <a:gd name="T62" fmla="*/ 2147483646 w 741"/>
              <a:gd name="T63" fmla="*/ 2147483646 h 807"/>
              <a:gd name="T64" fmla="*/ 2147483646 w 741"/>
              <a:gd name="T65" fmla="*/ 2147483646 h 807"/>
              <a:gd name="T66" fmla="*/ 2147483646 w 741"/>
              <a:gd name="T67" fmla="*/ 0 h 807"/>
              <a:gd name="T68" fmla="*/ 2147483646 w 741"/>
              <a:gd name="T69" fmla="*/ 2147483646 h 807"/>
              <a:gd name="T70" fmla="*/ 2147483646 w 741"/>
              <a:gd name="T71" fmla="*/ 2147483646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306" name="Freeform 269">
            <a:extLst>
              <a:ext uri="{FF2B5EF4-FFF2-40B4-BE49-F238E27FC236}">
                <a16:creationId xmlns:a16="http://schemas.microsoft.com/office/drawing/2014/main" id="{ED1AE24A-FE1D-A64E-A993-26E8392E5E06}"/>
              </a:ext>
            </a:extLst>
          </p:cNvPr>
          <p:cNvSpPr>
            <a:spLocks/>
          </p:cNvSpPr>
          <p:nvPr/>
        </p:nvSpPr>
        <p:spPr bwMode="auto">
          <a:xfrm>
            <a:off x="7680722" y="3563870"/>
            <a:ext cx="8334" cy="2381"/>
          </a:xfrm>
          <a:custGeom>
            <a:avLst/>
            <a:gdLst>
              <a:gd name="T0" fmla="*/ 0 w 42"/>
              <a:gd name="T1" fmla="*/ 2147483646 h 9"/>
              <a:gd name="T2" fmla="*/ 2147483646 w 42"/>
              <a:gd name="T3" fmla="*/ 2147483646 h 9"/>
              <a:gd name="T4" fmla="*/ 2147483646 w 42"/>
              <a:gd name="T5" fmla="*/ 2147483646 h 9"/>
              <a:gd name="T6" fmla="*/ 2147483646 w 42"/>
              <a:gd name="T7" fmla="*/ 2147483646 h 9"/>
              <a:gd name="T8" fmla="*/ 2147483646 w 42"/>
              <a:gd name="T9" fmla="*/ 2147483646 h 9"/>
              <a:gd name="T10" fmla="*/ 2147483646 w 42"/>
              <a:gd name="T11" fmla="*/ 0 h 9"/>
              <a:gd name="T12" fmla="*/ 0 w 42"/>
              <a:gd name="T13" fmla="*/ 2147483646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7" name="Freeform 270">
            <a:extLst>
              <a:ext uri="{FF2B5EF4-FFF2-40B4-BE49-F238E27FC236}">
                <a16:creationId xmlns:a16="http://schemas.microsoft.com/office/drawing/2014/main" id="{8416E729-19CD-1E4B-A067-7757BEC52D9F}"/>
              </a:ext>
            </a:extLst>
          </p:cNvPr>
          <p:cNvSpPr>
            <a:spLocks/>
          </p:cNvSpPr>
          <p:nvPr/>
        </p:nvSpPr>
        <p:spPr bwMode="auto">
          <a:xfrm>
            <a:off x="7689057" y="3557917"/>
            <a:ext cx="3572" cy="5953"/>
          </a:xfrm>
          <a:custGeom>
            <a:avLst/>
            <a:gdLst>
              <a:gd name="T0" fmla="*/ 0 w 17"/>
              <a:gd name="T1" fmla="*/ 0 h 31"/>
              <a:gd name="T2" fmla="*/ 2147483646 w 17"/>
              <a:gd name="T3" fmla="*/ 2147483646 h 31"/>
              <a:gd name="T4" fmla="*/ 2147483646 w 17"/>
              <a:gd name="T5" fmla="*/ 2147483646 h 31"/>
              <a:gd name="T6" fmla="*/ 2147483646 w 17"/>
              <a:gd name="T7" fmla="*/ 2147483646 h 31"/>
              <a:gd name="T8" fmla="*/ 2147483646 w 17"/>
              <a:gd name="T9" fmla="*/ 2147483646 h 31"/>
              <a:gd name="T10" fmla="*/ 2147483646 w 17"/>
              <a:gd name="T11" fmla="*/ 2147483646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8" name="Freeform 271">
            <a:extLst>
              <a:ext uri="{FF2B5EF4-FFF2-40B4-BE49-F238E27FC236}">
                <a16:creationId xmlns:a16="http://schemas.microsoft.com/office/drawing/2014/main" id="{3E980D9E-8F11-1743-997C-44F56628619B}"/>
              </a:ext>
            </a:extLst>
          </p:cNvPr>
          <p:cNvSpPr>
            <a:spLocks/>
          </p:cNvSpPr>
          <p:nvPr/>
        </p:nvSpPr>
        <p:spPr bwMode="auto">
          <a:xfrm>
            <a:off x="7695010" y="3537676"/>
            <a:ext cx="3572" cy="11906"/>
          </a:xfrm>
          <a:custGeom>
            <a:avLst/>
            <a:gdLst>
              <a:gd name="T0" fmla="*/ 2147483646 w 19"/>
              <a:gd name="T1" fmla="*/ 0 h 60"/>
              <a:gd name="T2" fmla="*/ 2147483646 w 19"/>
              <a:gd name="T3" fmla="*/ 2147483646 h 60"/>
              <a:gd name="T4" fmla="*/ 0 w 19"/>
              <a:gd name="T5" fmla="*/ 2147483646 h 60"/>
              <a:gd name="T6" fmla="*/ 2147483646 w 19"/>
              <a:gd name="T7" fmla="*/ 2147483646 h 60"/>
              <a:gd name="T8" fmla="*/ 2147483646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09" name="Freeform 272">
            <a:extLst>
              <a:ext uri="{FF2B5EF4-FFF2-40B4-BE49-F238E27FC236}">
                <a16:creationId xmlns:a16="http://schemas.microsoft.com/office/drawing/2014/main" id="{43515DEF-57C8-3C41-A035-3B2430356FBC}"/>
              </a:ext>
            </a:extLst>
          </p:cNvPr>
          <p:cNvSpPr>
            <a:spLocks/>
          </p:cNvSpPr>
          <p:nvPr/>
        </p:nvSpPr>
        <p:spPr bwMode="auto">
          <a:xfrm>
            <a:off x="7697391" y="3525769"/>
            <a:ext cx="15478" cy="10716"/>
          </a:xfrm>
          <a:custGeom>
            <a:avLst/>
            <a:gdLst>
              <a:gd name="T0" fmla="*/ 0 w 80"/>
              <a:gd name="T1" fmla="*/ 0 h 51"/>
              <a:gd name="T2" fmla="*/ 2147483646 w 80"/>
              <a:gd name="T3" fmla="*/ 2147483646 h 51"/>
              <a:gd name="T4" fmla="*/ 2147483646 w 80"/>
              <a:gd name="T5" fmla="*/ 2147483646 h 51"/>
              <a:gd name="T6" fmla="*/ 2147483646 w 80"/>
              <a:gd name="T7" fmla="*/ 2147483646 h 51"/>
              <a:gd name="T8" fmla="*/ 2147483646 w 80"/>
              <a:gd name="T9" fmla="*/ 2147483646 h 51"/>
              <a:gd name="T10" fmla="*/ 2147483646 w 80"/>
              <a:gd name="T11" fmla="*/ 2147483646 h 51"/>
              <a:gd name="T12" fmla="*/ 2147483646 w 80"/>
              <a:gd name="T13" fmla="*/ 2147483646 h 51"/>
              <a:gd name="T14" fmla="*/ 2147483646 w 80"/>
              <a:gd name="T15" fmla="*/ 2147483646 h 51"/>
              <a:gd name="T16" fmla="*/ 2147483646 w 80"/>
              <a:gd name="T17" fmla="*/ 2147483646 h 51"/>
              <a:gd name="T18" fmla="*/ 2147483646 w 80"/>
              <a:gd name="T19" fmla="*/ 2147483646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0" name="Freeform 273">
            <a:extLst>
              <a:ext uri="{FF2B5EF4-FFF2-40B4-BE49-F238E27FC236}">
                <a16:creationId xmlns:a16="http://schemas.microsoft.com/office/drawing/2014/main" id="{A3EFF4AC-D53E-5D4B-82D5-B7BB47657D21}"/>
              </a:ext>
            </a:extLst>
          </p:cNvPr>
          <p:cNvSpPr>
            <a:spLocks/>
          </p:cNvSpPr>
          <p:nvPr/>
        </p:nvSpPr>
        <p:spPr bwMode="auto">
          <a:xfrm>
            <a:off x="7693819" y="3511482"/>
            <a:ext cx="26194" cy="9525"/>
          </a:xfrm>
          <a:custGeom>
            <a:avLst/>
            <a:gdLst>
              <a:gd name="T0" fmla="*/ 0 w 135"/>
              <a:gd name="T1" fmla="*/ 2147483646 h 48"/>
              <a:gd name="T2" fmla="*/ 2147483646 w 135"/>
              <a:gd name="T3" fmla="*/ 2147483646 h 48"/>
              <a:gd name="T4" fmla="*/ 2147483646 w 135"/>
              <a:gd name="T5" fmla="*/ 2147483646 h 48"/>
              <a:gd name="T6" fmla="*/ 2147483646 w 135"/>
              <a:gd name="T7" fmla="*/ 2147483646 h 48"/>
              <a:gd name="T8" fmla="*/ 2147483646 w 135"/>
              <a:gd name="T9" fmla="*/ 2147483646 h 48"/>
              <a:gd name="T10" fmla="*/ 2147483646 w 135"/>
              <a:gd name="T11" fmla="*/ 2147483646 h 48"/>
              <a:gd name="T12" fmla="*/ 2147483646 w 135"/>
              <a:gd name="T13" fmla="*/ 2147483646 h 48"/>
              <a:gd name="T14" fmla="*/ 2147483646 w 135"/>
              <a:gd name="T15" fmla="*/ 2147483646 h 48"/>
              <a:gd name="T16" fmla="*/ 2147483646 w 135"/>
              <a:gd name="T17" fmla="*/ 2147483646 h 48"/>
              <a:gd name="T18" fmla="*/ 2147483646 w 135"/>
              <a:gd name="T19" fmla="*/ 0 h 48"/>
              <a:gd name="T20" fmla="*/ 2147483646 w 135"/>
              <a:gd name="T21" fmla="*/ 2147483646 h 48"/>
              <a:gd name="T22" fmla="*/ 2147483646 w 135"/>
              <a:gd name="T23" fmla="*/ 2147483646 h 48"/>
              <a:gd name="T24" fmla="*/ 2147483646 w 135"/>
              <a:gd name="T25" fmla="*/ 2147483646 h 48"/>
              <a:gd name="T26" fmla="*/ 2147483646 w 135"/>
              <a:gd name="T27" fmla="*/ 2147483646 h 48"/>
              <a:gd name="T28" fmla="*/ 0 w 135"/>
              <a:gd name="T29" fmla="*/ 2147483646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1" name="Freeform 274">
            <a:extLst>
              <a:ext uri="{FF2B5EF4-FFF2-40B4-BE49-F238E27FC236}">
                <a16:creationId xmlns:a16="http://schemas.microsoft.com/office/drawing/2014/main" id="{61B13AC6-BEC0-2E4A-99D1-5B74324A1837}"/>
              </a:ext>
            </a:extLst>
          </p:cNvPr>
          <p:cNvSpPr>
            <a:spLocks/>
          </p:cNvSpPr>
          <p:nvPr/>
        </p:nvSpPr>
        <p:spPr bwMode="auto">
          <a:xfrm>
            <a:off x="7753350" y="3524580"/>
            <a:ext cx="15479" cy="30956"/>
          </a:xfrm>
          <a:custGeom>
            <a:avLst/>
            <a:gdLst>
              <a:gd name="T0" fmla="*/ 0 w 78"/>
              <a:gd name="T1" fmla="*/ 2147483646 h 159"/>
              <a:gd name="T2" fmla="*/ 2147483646 w 78"/>
              <a:gd name="T3" fmla="*/ 2147483646 h 159"/>
              <a:gd name="T4" fmla="*/ 2147483646 w 78"/>
              <a:gd name="T5" fmla="*/ 2147483646 h 159"/>
              <a:gd name="T6" fmla="*/ 2147483646 w 78"/>
              <a:gd name="T7" fmla="*/ 2147483646 h 159"/>
              <a:gd name="T8" fmla="*/ 2147483646 w 78"/>
              <a:gd name="T9" fmla="*/ 2147483646 h 159"/>
              <a:gd name="T10" fmla="*/ 2147483646 w 78"/>
              <a:gd name="T11" fmla="*/ 2147483646 h 159"/>
              <a:gd name="T12" fmla="*/ 2147483646 w 78"/>
              <a:gd name="T13" fmla="*/ 2147483646 h 159"/>
              <a:gd name="T14" fmla="*/ 2147483646 w 78"/>
              <a:gd name="T15" fmla="*/ 2147483646 h 159"/>
              <a:gd name="T16" fmla="*/ 2147483646 w 78"/>
              <a:gd name="T17" fmla="*/ 2147483646 h 159"/>
              <a:gd name="T18" fmla="*/ 2147483646 w 78"/>
              <a:gd name="T19" fmla="*/ 2147483646 h 159"/>
              <a:gd name="T20" fmla="*/ 2147483646 w 78"/>
              <a:gd name="T21" fmla="*/ 2147483646 h 159"/>
              <a:gd name="T22" fmla="*/ 2147483646 w 78"/>
              <a:gd name="T23" fmla="*/ 2147483646 h 159"/>
              <a:gd name="T24" fmla="*/ 2147483646 w 78"/>
              <a:gd name="T25" fmla="*/ 2147483646 h 159"/>
              <a:gd name="T26" fmla="*/ 2147483646 w 78"/>
              <a:gd name="T27" fmla="*/ 2147483646 h 159"/>
              <a:gd name="T28" fmla="*/ 2147483646 w 78"/>
              <a:gd name="T29" fmla="*/ 2147483646 h 159"/>
              <a:gd name="T30" fmla="*/ 2147483646 w 78"/>
              <a:gd name="T31" fmla="*/ 2147483646 h 159"/>
              <a:gd name="T32" fmla="*/ 2147483646 w 78"/>
              <a:gd name="T33" fmla="*/ 2147483646 h 159"/>
              <a:gd name="T34" fmla="*/ 2147483646 w 78"/>
              <a:gd name="T35" fmla="*/ 2147483646 h 159"/>
              <a:gd name="T36" fmla="*/ 2147483646 w 78"/>
              <a:gd name="T37" fmla="*/ 2147483646 h 159"/>
              <a:gd name="T38" fmla="*/ 2147483646 w 78"/>
              <a:gd name="T39" fmla="*/ 2147483646 h 159"/>
              <a:gd name="T40" fmla="*/ 2147483646 w 78"/>
              <a:gd name="T41" fmla="*/ 0 h 159"/>
              <a:gd name="T42" fmla="*/ 2147483646 w 78"/>
              <a:gd name="T43" fmla="*/ 2147483646 h 159"/>
              <a:gd name="T44" fmla="*/ 0 w 78"/>
              <a:gd name="T45" fmla="*/ 2147483646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2" name="Freeform 275">
            <a:extLst>
              <a:ext uri="{FF2B5EF4-FFF2-40B4-BE49-F238E27FC236}">
                <a16:creationId xmlns:a16="http://schemas.microsoft.com/office/drawing/2014/main" id="{11B042D7-2600-9149-9157-9D6E7018C0F4}"/>
              </a:ext>
            </a:extLst>
          </p:cNvPr>
          <p:cNvSpPr>
            <a:spLocks/>
          </p:cNvSpPr>
          <p:nvPr/>
        </p:nvSpPr>
        <p:spPr bwMode="auto">
          <a:xfrm>
            <a:off x="7749779" y="3519816"/>
            <a:ext cx="25003" cy="41672"/>
          </a:xfrm>
          <a:custGeom>
            <a:avLst/>
            <a:gdLst>
              <a:gd name="T0" fmla="*/ 0 w 129"/>
              <a:gd name="T1" fmla="*/ 2147483646 h 215"/>
              <a:gd name="T2" fmla="*/ 2147483646 w 129"/>
              <a:gd name="T3" fmla="*/ 2147483646 h 215"/>
              <a:gd name="T4" fmla="*/ 2147483646 w 129"/>
              <a:gd name="T5" fmla="*/ 2147483646 h 215"/>
              <a:gd name="T6" fmla="*/ 2147483646 w 129"/>
              <a:gd name="T7" fmla="*/ 2147483646 h 215"/>
              <a:gd name="T8" fmla="*/ 2147483646 w 129"/>
              <a:gd name="T9" fmla="*/ 2147483646 h 215"/>
              <a:gd name="T10" fmla="*/ 2147483646 w 129"/>
              <a:gd name="T11" fmla="*/ 2147483646 h 215"/>
              <a:gd name="T12" fmla="*/ 2147483646 w 129"/>
              <a:gd name="T13" fmla="*/ 2147483646 h 215"/>
              <a:gd name="T14" fmla="*/ 2147483646 w 129"/>
              <a:gd name="T15" fmla="*/ 2147483646 h 215"/>
              <a:gd name="T16" fmla="*/ 2147483646 w 129"/>
              <a:gd name="T17" fmla="*/ 2147483646 h 215"/>
              <a:gd name="T18" fmla="*/ 2147483646 w 129"/>
              <a:gd name="T19" fmla="*/ 2147483646 h 215"/>
              <a:gd name="T20" fmla="*/ 2147483646 w 129"/>
              <a:gd name="T21" fmla="*/ 2147483646 h 215"/>
              <a:gd name="T22" fmla="*/ 2147483646 w 129"/>
              <a:gd name="T23" fmla="*/ 2147483646 h 215"/>
              <a:gd name="T24" fmla="*/ 2147483646 w 129"/>
              <a:gd name="T25" fmla="*/ 2147483646 h 215"/>
              <a:gd name="T26" fmla="*/ 2147483646 w 129"/>
              <a:gd name="T27" fmla="*/ 2147483646 h 215"/>
              <a:gd name="T28" fmla="*/ 2147483646 w 129"/>
              <a:gd name="T29" fmla="*/ 2147483646 h 215"/>
              <a:gd name="T30" fmla="*/ 2147483646 w 129"/>
              <a:gd name="T31" fmla="*/ 2147483646 h 215"/>
              <a:gd name="T32" fmla="*/ 2147483646 w 129"/>
              <a:gd name="T33" fmla="*/ 2147483646 h 215"/>
              <a:gd name="T34" fmla="*/ 2147483646 w 129"/>
              <a:gd name="T35" fmla="*/ 2147483646 h 215"/>
              <a:gd name="T36" fmla="*/ 2147483646 w 129"/>
              <a:gd name="T37" fmla="*/ 2147483646 h 215"/>
              <a:gd name="T38" fmla="*/ 2147483646 w 129"/>
              <a:gd name="T39" fmla="*/ 2147483646 h 215"/>
              <a:gd name="T40" fmla="*/ 2147483646 w 129"/>
              <a:gd name="T41" fmla="*/ 2147483646 h 215"/>
              <a:gd name="T42" fmla="*/ 2147483646 w 129"/>
              <a:gd name="T43" fmla="*/ 2147483646 h 215"/>
              <a:gd name="T44" fmla="*/ 2147483646 w 129"/>
              <a:gd name="T45" fmla="*/ 2147483646 h 215"/>
              <a:gd name="T46" fmla="*/ 2147483646 w 129"/>
              <a:gd name="T47" fmla="*/ 0 h 215"/>
              <a:gd name="T48" fmla="*/ 2147483646 w 129"/>
              <a:gd name="T49" fmla="*/ 2147483646 h 215"/>
              <a:gd name="T50" fmla="*/ 2147483646 w 129"/>
              <a:gd name="T51" fmla="*/ 2147483646 h 215"/>
              <a:gd name="T52" fmla="*/ 0 w 129"/>
              <a:gd name="T53" fmla="*/ 2147483646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3" name="Freeform 276">
            <a:extLst>
              <a:ext uri="{FF2B5EF4-FFF2-40B4-BE49-F238E27FC236}">
                <a16:creationId xmlns:a16="http://schemas.microsoft.com/office/drawing/2014/main" id="{566CA4C5-8F69-EC4E-BC66-68A59AACA4F9}"/>
              </a:ext>
            </a:extLst>
          </p:cNvPr>
          <p:cNvSpPr>
            <a:spLocks/>
          </p:cNvSpPr>
          <p:nvPr/>
        </p:nvSpPr>
        <p:spPr bwMode="auto">
          <a:xfrm>
            <a:off x="7736682" y="3565061"/>
            <a:ext cx="22622" cy="35719"/>
          </a:xfrm>
          <a:custGeom>
            <a:avLst/>
            <a:gdLst>
              <a:gd name="T0" fmla="*/ 2147483646 w 118"/>
              <a:gd name="T1" fmla="*/ 0 h 179"/>
              <a:gd name="T2" fmla="*/ 2147483646 w 118"/>
              <a:gd name="T3" fmla="*/ 2147483646 h 179"/>
              <a:gd name="T4" fmla="*/ 2147483646 w 118"/>
              <a:gd name="T5" fmla="*/ 2147483646 h 179"/>
              <a:gd name="T6" fmla="*/ 2147483646 w 118"/>
              <a:gd name="T7" fmla="*/ 2147483646 h 179"/>
              <a:gd name="T8" fmla="*/ 2147483646 w 118"/>
              <a:gd name="T9" fmla="*/ 2147483646 h 179"/>
              <a:gd name="T10" fmla="*/ 0 w 118"/>
              <a:gd name="T11" fmla="*/ 2147483646 h 179"/>
              <a:gd name="T12" fmla="*/ 2147483646 w 118"/>
              <a:gd name="T13" fmla="*/ 2147483646 h 179"/>
              <a:gd name="T14" fmla="*/ 2147483646 w 118"/>
              <a:gd name="T15" fmla="*/ 2147483646 h 179"/>
              <a:gd name="T16" fmla="*/ 2147483646 w 118"/>
              <a:gd name="T17" fmla="*/ 2147483646 h 179"/>
              <a:gd name="T18" fmla="*/ 2147483646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4" name="Freeform 277">
            <a:extLst>
              <a:ext uri="{FF2B5EF4-FFF2-40B4-BE49-F238E27FC236}">
                <a16:creationId xmlns:a16="http://schemas.microsoft.com/office/drawing/2014/main" id="{F0FA2CD9-0455-9A45-9112-1B009D903A6F}"/>
              </a:ext>
            </a:extLst>
          </p:cNvPr>
          <p:cNvSpPr>
            <a:spLocks/>
          </p:cNvSpPr>
          <p:nvPr/>
        </p:nvSpPr>
        <p:spPr bwMode="auto">
          <a:xfrm>
            <a:off x="7697391" y="3444807"/>
            <a:ext cx="133350" cy="132160"/>
          </a:xfrm>
          <a:custGeom>
            <a:avLst/>
            <a:gdLst>
              <a:gd name="T0" fmla="*/ 2147483646 w 671"/>
              <a:gd name="T1" fmla="*/ 2147483646 h 670"/>
              <a:gd name="T2" fmla="*/ 2147483646 w 671"/>
              <a:gd name="T3" fmla="*/ 2147483646 h 670"/>
              <a:gd name="T4" fmla="*/ 2147483646 w 671"/>
              <a:gd name="T5" fmla="*/ 2147483646 h 670"/>
              <a:gd name="T6" fmla="*/ 2147483646 w 671"/>
              <a:gd name="T7" fmla="*/ 2147483646 h 670"/>
              <a:gd name="T8" fmla="*/ 2147483646 w 671"/>
              <a:gd name="T9" fmla="*/ 2147483646 h 670"/>
              <a:gd name="T10" fmla="*/ 2147483646 w 671"/>
              <a:gd name="T11" fmla="*/ 2147483646 h 670"/>
              <a:gd name="T12" fmla="*/ 2147483646 w 671"/>
              <a:gd name="T13" fmla="*/ 2147483646 h 670"/>
              <a:gd name="T14" fmla="*/ 2147483646 w 671"/>
              <a:gd name="T15" fmla="*/ 2147483646 h 670"/>
              <a:gd name="T16" fmla="*/ 2147483646 w 671"/>
              <a:gd name="T17" fmla="*/ 2147483646 h 670"/>
              <a:gd name="T18" fmla="*/ 2147483646 w 671"/>
              <a:gd name="T19" fmla="*/ 2147483646 h 670"/>
              <a:gd name="T20" fmla="*/ 2147483646 w 671"/>
              <a:gd name="T21" fmla="*/ 2147483646 h 670"/>
              <a:gd name="T22" fmla="*/ 2147483646 w 671"/>
              <a:gd name="T23" fmla="*/ 2147483646 h 670"/>
              <a:gd name="T24" fmla="*/ 2147483646 w 671"/>
              <a:gd name="T25" fmla="*/ 2147483646 h 670"/>
              <a:gd name="T26" fmla="*/ 2147483646 w 671"/>
              <a:gd name="T27" fmla="*/ 2147483646 h 670"/>
              <a:gd name="T28" fmla="*/ 2147483646 w 671"/>
              <a:gd name="T29" fmla="*/ 2147483646 h 670"/>
              <a:gd name="T30" fmla="*/ 2147483646 w 671"/>
              <a:gd name="T31" fmla="*/ 2147483646 h 670"/>
              <a:gd name="T32" fmla="*/ 2147483646 w 671"/>
              <a:gd name="T33" fmla="*/ 2147483646 h 670"/>
              <a:gd name="T34" fmla="*/ 2147483646 w 671"/>
              <a:gd name="T35" fmla="*/ 2147483646 h 670"/>
              <a:gd name="T36" fmla="*/ 2147483646 w 671"/>
              <a:gd name="T37" fmla="*/ 2147483646 h 670"/>
              <a:gd name="T38" fmla="*/ 2147483646 w 671"/>
              <a:gd name="T39" fmla="*/ 2147483646 h 670"/>
              <a:gd name="T40" fmla="*/ 2147483646 w 671"/>
              <a:gd name="T41" fmla="*/ 2147483646 h 670"/>
              <a:gd name="T42" fmla="*/ 2147483646 w 671"/>
              <a:gd name="T43" fmla="*/ 2147483646 h 670"/>
              <a:gd name="T44" fmla="*/ 2147483646 w 671"/>
              <a:gd name="T45" fmla="*/ 2147483646 h 670"/>
              <a:gd name="T46" fmla="*/ 2147483646 w 671"/>
              <a:gd name="T47" fmla="*/ 2147483646 h 670"/>
              <a:gd name="T48" fmla="*/ 2147483646 w 671"/>
              <a:gd name="T49" fmla="*/ 2147483646 h 670"/>
              <a:gd name="T50" fmla="*/ 2147483646 w 671"/>
              <a:gd name="T51" fmla="*/ 2147483646 h 670"/>
              <a:gd name="T52" fmla="*/ 2147483646 w 671"/>
              <a:gd name="T53" fmla="*/ 2147483646 h 670"/>
              <a:gd name="T54" fmla="*/ 2147483646 w 671"/>
              <a:gd name="T55" fmla="*/ 2147483646 h 670"/>
              <a:gd name="T56" fmla="*/ 2147483646 w 671"/>
              <a:gd name="T57" fmla="*/ 2147483646 h 670"/>
              <a:gd name="T58" fmla="*/ 2147483646 w 671"/>
              <a:gd name="T59" fmla="*/ 2147483646 h 670"/>
              <a:gd name="T60" fmla="*/ 2147483646 w 671"/>
              <a:gd name="T61" fmla="*/ 0 h 670"/>
              <a:gd name="T62" fmla="*/ 2147483646 w 671"/>
              <a:gd name="T63" fmla="*/ 2147483646 h 670"/>
              <a:gd name="T64" fmla="*/ 2147483646 w 671"/>
              <a:gd name="T65" fmla="*/ 2147483646 h 670"/>
              <a:gd name="T66" fmla="*/ 2147483646 w 671"/>
              <a:gd name="T67" fmla="*/ 2147483646 h 670"/>
              <a:gd name="T68" fmla="*/ 2147483646 w 671"/>
              <a:gd name="T69" fmla="*/ 2147483646 h 670"/>
              <a:gd name="T70" fmla="*/ 0 w 671"/>
              <a:gd name="T71" fmla="*/ 2147483646 h 670"/>
              <a:gd name="T72" fmla="*/ 2147483646 w 671"/>
              <a:gd name="T73" fmla="*/ 2147483646 h 670"/>
              <a:gd name="T74" fmla="*/ 2147483646 w 671"/>
              <a:gd name="T75" fmla="*/ 2147483646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315" name="Freeform 278">
            <a:extLst>
              <a:ext uri="{FF2B5EF4-FFF2-40B4-BE49-F238E27FC236}">
                <a16:creationId xmlns:a16="http://schemas.microsoft.com/office/drawing/2014/main" id="{2F924B78-204E-014C-A9AE-42CD6E63F126}"/>
              </a:ext>
            </a:extLst>
          </p:cNvPr>
          <p:cNvSpPr>
            <a:spLocks/>
          </p:cNvSpPr>
          <p:nvPr/>
        </p:nvSpPr>
        <p:spPr bwMode="auto">
          <a:xfrm>
            <a:off x="7700963" y="3445998"/>
            <a:ext cx="127397" cy="127397"/>
          </a:xfrm>
          <a:custGeom>
            <a:avLst/>
            <a:gdLst>
              <a:gd name="T0" fmla="*/ 2147483646 w 636"/>
              <a:gd name="T1" fmla="*/ 2147483646 h 643"/>
              <a:gd name="T2" fmla="*/ 2147483646 w 636"/>
              <a:gd name="T3" fmla="*/ 2147483646 h 643"/>
              <a:gd name="T4" fmla="*/ 2147483646 w 636"/>
              <a:gd name="T5" fmla="*/ 2147483646 h 643"/>
              <a:gd name="T6" fmla="*/ 2147483646 w 636"/>
              <a:gd name="T7" fmla="*/ 2147483646 h 643"/>
              <a:gd name="T8" fmla="*/ 2147483646 w 636"/>
              <a:gd name="T9" fmla="*/ 2147483646 h 643"/>
              <a:gd name="T10" fmla="*/ 2147483646 w 636"/>
              <a:gd name="T11" fmla="*/ 2147483646 h 643"/>
              <a:gd name="T12" fmla="*/ 2147483646 w 636"/>
              <a:gd name="T13" fmla="*/ 2147483646 h 643"/>
              <a:gd name="T14" fmla="*/ 2147483646 w 636"/>
              <a:gd name="T15" fmla="*/ 2147483646 h 643"/>
              <a:gd name="T16" fmla="*/ 2147483646 w 636"/>
              <a:gd name="T17" fmla="*/ 2147483646 h 643"/>
              <a:gd name="T18" fmla="*/ 2147483646 w 636"/>
              <a:gd name="T19" fmla="*/ 2147483646 h 643"/>
              <a:gd name="T20" fmla="*/ 2147483646 w 636"/>
              <a:gd name="T21" fmla="*/ 2147483646 h 643"/>
              <a:gd name="T22" fmla="*/ 2147483646 w 636"/>
              <a:gd name="T23" fmla="*/ 2147483646 h 643"/>
              <a:gd name="T24" fmla="*/ 2147483646 w 636"/>
              <a:gd name="T25" fmla="*/ 2147483646 h 643"/>
              <a:gd name="T26" fmla="*/ 2147483646 w 636"/>
              <a:gd name="T27" fmla="*/ 2147483646 h 643"/>
              <a:gd name="T28" fmla="*/ 2147483646 w 636"/>
              <a:gd name="T29" fmla="*/ 2147483646 h 643"/>
              <a:gd name="T30" fmla="*/ 2147483646 w 636"/>
              <a:gd name="T31" fmla="*/ 2147483646 h 643"/>
              <a:gd name="T32" fmla="*/ 2147483646 w 636"/>
              <a:gd name="T33" fmla="*/ 2147483646 h 643"/>
              <a:gd name="T34" fmla="*/ 2147483646 w 636"/>
              <a:gd name="T35" fmla="*/ 2147483646 h 643"/>
              <a:gd name="T36" fmla="*/ 2147483646 w 636"/>
              <a:gd name="T37" fmla="*/ 2147483646 h 643"/>
              <a:gd name="T38" fmla="*/ 2147483646 w 636"/>
              <a:gd name="T39" fmla="*/ 2147483646 h 643"/>
              <a:gd name="T40" fmla="*/ 2147483646 w 636"/>
              <a:gd name="T41" fmla="*/ 2147483646 h 643"/>
              <a:gd name="T42" fmla="*/ 2147483646 w 636"/>
              <a:gd name="T43" fmla="*/ 2147483646 h 643"/>
              <a:gd name="T44" fmla="*/ 2147483646 w 636"/>
              <a:gd name="T45" fmla="*/ 2147483646 h 643"/>
              <a:gd name="T46" fmla="*/ 2147483646 w 636"/>
              <a:gd name="T47" fmla="*/ 2147483646 h 643"/>
              <a:gd name="T48" fmla="*/ 2147483646 w 636"/>
              <a:gd name="T49" fmla="*/ 2147483646 h 643"/>
              <a:gd name="T50" fmla="*/ 2147483646 w 636"/>
              <a:gd name="T51" fmla="*/ 2147483646 h 643"/>
              <a:gd name="T52" fmla="*/ 2147483646 w 636"/>
              <a:gd name="T53" fmla="*/ 2147483646 h 643"/>
              <a:gd name="T54" fmla="*/ 2147483646 w 636"/>
              <a:gd name="T55" fmla="*/ 2147483646 h 643"/>
              <a:gd name="T56" fmla="*/ 2147483646 w 636"/>
              <a:gd name="T57" fmla="*/ 2147483646 h 643"/>
              <a:gd name="T58" fmla="*/ 2147483646 w 636"/>
              <a:gd name="T59" fmla="*/ 2147483646 h 643"/>
              <a:gd name="T60" fmla="*/ 2147483646 w 636"/>
              <a:gd name="T61" fmla="*/ 2147483646 h 643"/>
              <a:gd name="T62" fmla="*/ 2147483646 w 636"/>
              <a:gd name="T63" fmla="*/ 2147483646 h 643"/>
              <a:gd name="T64" fmla="*/ 2147483646 w 636"/>
              <a:gd name="T65" fmla="*/ 2147483646 h 643"/>
              <a:gd name="T66" fmla="*/ 2147483646 w 636"/>
              <a:gd name="T67" fmla="*/ 2147483646 h 643"/>
              <a:gd name="T68" fmla="*/ 2147483646 w 636"/>
              <a:gd name="T69" fmla="*/ 2147483646 h 643"/>
              <a:gd name="T70" fmla="*/ 2147483646 w 636"/>
              <a:gd name="T71" fmla="*/ 2147483646 h 643"/>
              <a:gd name="T72" fmla="*/ 2147483646 w 636"/>
              <a:gd name="T73" fmla="*/ 2147483646 h 643"/>
              <a:gd name="T74" fmla="*/ 2147483646 w 636"/>
              <a:gd name="T75" fmla="*/ 2147483646 h 643"/>
              <a:gd name="T76" fmla="*/ 2147483646 w 636"/>
              <a:gd name="T77" fmla="*/ 2147483646 h 643"/>
              <a:gd name="T78" fmla="*/ 2147483646 w 636"/>
              <a:gd name="T79" fmla="*/ 2147483646 h 643"/>
              <a:gd name="T80" fmla="*/ 2147483646 w 636"/>
              <a:gd name="T81" fmla="*/ 2147483646 h 643"/>
              <a:gd name="T82" fmla="*/ 2147483646 w 636"/>
              <a:gd name="T83" fmla="*/ 2147483646 h 643"/>
              <a:gd name="T84" fmla="*/ 2147483646 w 636"/>
              <a:gd name="T85" fmla="*/ 2147483646 h 643"/>
              <a:gd name="T86" fmla="*/ 2147483646 w 636"/>
              <a:gd name="T87" fmla="*/ 2147483646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24316" name="Group 279">
            <a:extLst>
              <a:ext uri="{FF2B5EF4-FFF2-40B4-BE49-F238E27FC236}">
                <a16:creationId xmlns:a16="http://schemas.microsoft.com/office/drawing/2014/main" id="{53E42663-6DE3-5146-81AD-F43362D79FE2}"/>
              </a:ext>
            </a:extLst>
          </p:cNvPr>
          <p:cNvGrpSpPr>
            <a:grpSpLocks/>
          </p:cNvGrpSpPr>
          <p:nvPr/>
        </p:nvGrpSpPr>
        <p:grpSpPr bwMode="auto">
          <a:xfrm>
            <a:off x="7434262" y="3768657"/>
            <a:ext cx="138113" cy="84535"/>
            <a:chOff x="5264" y="1904"/>
            <a:chExt cx="116" cy="71"/>
          </a:xfrm>
        </p:grpSpPr>
        <p:sp>
          <p:nvSpPr>
            <p:cNvPr id="224418" name="Freeform 280">
              <a:extLst>
                <a:ext uri="{FF2B5EF4-FFF2-40B4-BE49-F238E27FC236}">
                  <a16:creationId xmlns:a16="http://schemas.microsoft.com/office/drawing/2014/main" id="{36257AE7-8F8E-6742-8BEC-C6E7260A4788}"/>
                </a:ext>
              </a:extLst>
            </p:cNvPr>
            <p:cNvSpPr>
              <a:spLocks/>
            </p:cNvSpPr>
            <p:nvPr/>
          </p:nvSpPr>
          <p:spPr bwMode="auto">
            <a:xfrm>
              <a:off x="5264" y="1904"/>
              <a:ext cx="116" cy="71"/>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224419" name="Freeform 281">
              <a:extLst>
                <a:ext uri="{FF2B5EF4-FFF2-40B4-BE49-F238E27FC236}">
                  <a16:creationId xmlns:a16="http://schemas.microsoft.com/office/drawing/2014/main" id="{05CE9B46-BF31-7B4E-9DF0-279EE58EEA1E}"/>
                </a:ext>
              </a:extLst>
            </p:cNvPr>
            <p:cNvSpPr>
              <a:spLocks/>
            </p:cNvSpPr>
            <p:nvPr/>
          </p:nvSpPr>
          <p:spPr bwMode="auto">
            <a:xfrm>
              <a:off x="5269" y="1916"/>
              <a:ext cx="37" cy="9"/>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0" name="Freeform 282">
              <a:extLst>
                <a:ext uri="{FF2B5EF4-FFF2-40B4-BE49-F238E27FC236}">
                  <a16:creationId xmlns:a16="http://schemas.microsoft.com/office/drawing/2014/main" id="{B80B188E-C4E1-1F45-A550-7471AFC1A55E}"/>
                </a:ext>
              </a:extLst>
            </p:cNvPr>
            <p:cNvSpPr>
              <a:spLocks/>
            </p:cNvSpPr>
            <p:nvPr/>
          </p:nvSpPr>
          <p:spPr bwMode="auto">
            <a:xfrm>
              <a:off x="5289" y="1907"/>
              <a:ext cx="31"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1" name="Freeform 283">
              <a:extLst>
                <a:ext uri="{FF2B5EF4-FFF2-40B4-BE49-F238E27FC236}">
                  <a16:creationId xmlns:a16="http://schemas.microsoft.com/office/drawing/2014/main" id="{BD52B6A0-CD2D-5849-A4B1-87C6F531EC3A}"/>
                </a:ext>
              </a:extLst>
            </p:cNvPr>
            <p:cNvSpPr>
              <a:spLocks/>
            </p:cNvSpPr>
            <p:nvPr/>
          </p:nvSpPr>
          <p:spPr bwMode="auto">
            <a:xfrm>
              <a:off x="5295" y="1929"/>
              <a:ext cx="13"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2" name="Freeform 284">
              <a:extLst>
                <a:ext uri="{FF2B5EF4-FFF2-40B4-BE49-F238E27FC236}">
                  <a16:creationId xmlns:a16="http://schemas.microsoft.com/office/drawing/2014/main" id="{DA63185E-4BB8-AD42-95B0-DA6F97E9F682}"/>
                </a:ext>
              </a:extLst>
            </p:cNvPr>
            <p:cNvSpPr>
              <a:spLocks/>
            </p:cNvSpPr>
            <p:nvPr/>
          </p:nvSpPr>
          <p:spPr bwMode="auto">
            <a:xfrm>
              <a:off x="5268" y="1926"/>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3" name="Freeform 285">
              <a:extLst>
                <a:ext uri="{FF2B5EF4-FFF2-40B4-BE49-F238E27FC236}">
                  <a16:creationId xmlns:a16="http://schemas.microsoft.com/office/drawing/2014/main" id="{584EA383-6F03-CD42-9378-EB33F8E650FA}"/>
                </a:ext>
              </a:extLst>
            </p:cNvPr>
            <p:cNvSpPr>
              <a:spLocks/>
            </p:cNvSpPr>
            <p:nvPr/>
          </p:nvSpPr>
          <p:spPr bwMode="auto">
            <a:xfrm>
              <a:off x="5277" y="1940"/>
              <a:ext cx="3" cy="3"/>
            </a:xfrm>
            <a:custGeom>
              <a:avLst/>
              <a:gdLst>
                <a:gd name="T0" fmla="*/ 0 w 14"/>
                <a:gd name="T1" fmla="*/ 0 h 18"/>
                <a:gd name="T2" fmla="*/ 0 w 14"/>
                <a:gd name="T3" fmla="*/ 0 h 18"/>
                <a:gd name="T4" fmla="*/ 0 w 14"/>
                <a:gd name="T5" fmla="*/ 0 h 18"/>
                <a:gd name="T6" fmla="*/ 0 w 14"/>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18">
                  <a:moveTo>
                    <a:pt x="14" y="0"/>
                  </a:moveTo>
                  <a:lnTo>
                    <a:pt x="11" y="9"/>
                  </a:lnTo>
                  <a:lnTo>
                    <a:pt x="0" y="18"/>
                  </a:lnTo>
                  <a:lnTo>
                    <a:pt x="1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4" name="Freeform 286">
              <a:extLst>
                <a:ext uri="{FF2B5EF4-FFF2-40B4-BE49-F238E27FC236}">
                  <a16:creationId xmlns:a16="http://schemas.microsoft.com/office/drawing/2014/main" id="{673F33C7-206E-234D-9AC8-A256720DFD89}"/>
                </a:ext>
              </a:extLst>
            </p:cNvPr>
            <p:cNvSpPr>
              <a:spLocks/>
            </p:cNvSpPr>
            <p:nvPr/>
          </p:nvSpPr>
          <p:spPr bwMode="auto">
            <a:xfrm>
              <a:off x="5319" y="1921"/>
              <a:ext cx="6" cy="7"/>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5" name="Freeform 287">
              <a:extLst>
                <a:ext uri="{FF2B5EF4-FFF2-40B4-BE49-F238E27FC236}">
                  <a16:creationId xmlns:a16="http://schemas.microsoft.com/office/drawing/2014/main" id="{CD57CC9F-6C13-2543-AB05-9342118116E3}"/>
                </a:ext>
              </a:extLst>
            </p:cNvPr>
            <p:cNvSpPr>
              <a:spLocks/>
            </p:cNvSpPr>
            <p:nvPr/>
          </p:nvSpPr>
          <p:spPr bwMode="auto">
            <a:xfrm>
              <a:off x="5330" y="1921"/>
              <a:ext cx="19" cy="19"/>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6" name="Freeform 288">
              <a:extLst>
                <a:ext uri="{FF2B5EF4-FFF2-40B4-BE49-F238E27FC236}">
                  <a16:creationId xmlns:a16="http://schemas.microsoft.com/office/drawing/2014/main" id="{409E7FE0-1286-DC48-93A1-FEF069B6CADB}"/>
                </a:ext>
              </a:extLst>
            </p:cNvPr>
            <p:cNvSpPr>
              <a:spLocks/>
            </p:cNvSpPr>
            <p:nvPr/>
          </p:nvSpPr>
          <p:spPr bwMode="auto">
            <a:xfrm>
              <a:off x="5354" y="1948"/>
              <a:ext cx="4" cy="13"/>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27" name="Freeform 289">
              <a:extLst>
                <a:ext uri="{FF2B5EF4-FFF2-40B4-BE49-F238E27FC236}">
                  <a16:creationId xmlns:a16="http://schemas.microsoft.com/office/drawing/2014/main" id="{6FDA89B8-DEBB-B043-94BC-42F7C91C1A45}"/>
                </a:ext>
              </a:extLst>
            </p:cNvPr>
            <p:cNvSpPr>
              <a:spLocks/>
            </p:cNvSpPr>
            <p:nvPr/>
          </p:nvSpPr>
          <p:spPr bwMode="auto">
            <a:xfrm>
              <a:off x="5312" y="1934"/>
              <a:ext cx="2" cy="5"/>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17" name="Group 290">
            <a:extLst>
              <a:ext uri="{FF2B5EF4-FFF2-40B4-BE49-F238E27FC236}">
                <a16:creationId xmlns:a16="http://schemas.microsoft.com/office/drawing/2014/main" id="{C697FF1E-A7A9-6E4C-8ECB-D0A82E7EBF59}"/>
              </a:ext>
            </a:extLst>
          </p:cNvPr>
          <p:cNvGrpSpPr>
            <a:grpSpLocks/>
          </p:cNvGrpSpPr>
          <p:nvPr/>
        </p:nvGrpSpPr>
        <p:grpSpPr bwMode="auto">
          <a:xfrm>
            <a:off x="7550944" y="3582919"/>
            <a:ext cx="319088" cy="363141"/>
            <a:chOff x="5362" y="1748"/>
            <a:chExt cx="268" cy="305"/>
          </a:xfrm>
        </p:grpSpPr>
        <p:sp>
          <p:nvSpPr>
            <p:cNvPr id="224404" name="Freeform 291">
              <a:extLst>
                <a:ext uri="{FF2B5EF4-FFF2-40B4-BE49-F238E27FC236}">
                  <a16:creationId xmlns:a16="http://schemas.microsoft.com/office/drawing/2014/main" id="{4D79A577-AD53-C64F-8355-D0B1FFDFBF96}"/>
                </a:ext>
              </a:extLst>
            </p:cNvPr>
            <p:cNvSpPr>
              <a:spLocks/>
            </p:cNvSpPr>
            <p:nvPr/>
          </p:nvSpPr>
          <p:spPr bwMode="auto">
            <a:xfrm>
              <a:off x="5477" y="1748"/>
              <a:ext cx="8"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5" name="Freeform 292">
              <a:extLst>
                <a:ext uri="{FF2B5EF4-FFF2-40B4-BE49-F238E27FC236}">
                  <a16:creationId xmlns:a16="http://schemas.microsoft.com/office/drawing/2014/main" id="{FCCE049B-FF60-3141-A000-1C946815D72A}"/>
                </a:ext>
              </a:extLst>
            </p:cNvPr>
            <p:cNvSpPr>
              <a:spLocks/>
            </p:cNvSpPr>
            <p:nvPr/>
          </p:nvSpPr>
          <p:spPr bwMode="auto">
            <a:xfrm>
              <a:off x="5479" y="1758"/>
              <a:ext cx="2" cy="4"/>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6" name="Freeform 293">
              <a:extLst>
                <a:ext uri="{FF2B5EF4-FFF2-40B4-BE49-F238E27FC236}">
                  <a16:creationId xmlns:a16="http://schemas.microsoft.com/office/drawing/2014/main" id="{93043DE6-E71B-4E4E-9350-6A4DE346E652}"/>
                </a:ext>
              </a:extLst>
            </p:cNvPr>
            <p:cNvSpPr>
              <a:spLocks/>
            </p:cNvSpPr>
            <p:nvPr/>
          </p:nvSpPr>
          <p:spPr bwMode="auto">
            <a:xfrm>
              <a:off x="5444" y="1788"/>
              <a:ext cx="71" cy="180"/>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224407" name="Freeform 294">
              <a:extLst>
                <a:ext uri="{FF2B5EF4-FFF2-40B4-BE49-F238E27FC236}">
                  <a16:creationId xmlns:a16="http://schemas.microsoft.com/office/drawing/2014/main" id="{47FEC784-928D-FF46-9E52-7879241EFF81}"/>
                </a:ext>
              </a:extLst>
            </p:cNvPr>
            <p:cNvSpPr>
              <a:spLocks/>
            </p:cNvSpPr>
            <p:nvPr/>
          </p:nvSpPr>
          <p:spPr bwMode="auto">
            <a:xfrm>
              <a:off x="5362" y="1754"/>
              <a:ext cx="268" cy="29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0 h 1792"/>
                <a:gd name="T48" fmla="*/ 0 w 1606"/>
                <a:gd name="T49" fmla="*/ 0 h 1792"/>
                <a:gd name="T50" fmla="*/ 0 w 1606"/>
                <a:gd name="T51" fmla="*/ 0 h 1792"/>
                <a:gd name="T52" fmla="*/ 0 w 1606"/>
                <a:gd name="T53" fmla="*/ 0 h 1792"/>
                <a:gd name="T54" fmla="*/ 0 w 1606"/>
                <a:gd name="T55" fmla="*/ 0 h 1792"/>
                <a:gd name="T56" fmla="*/ 0 w 1606"/>
                <a:gd name="T57" fmla="*/ 0 h 1792"/>
                <a:gd name="T58" fmla="*/ 0 w 1606"/>
                <a:gd name="T59" fmla="*/ 0 h 1792"/>
                <a:gd name="T60" fmla="*/ 0 w 1606"/>
                <a:gd name="T61" fmla="*/ 0 h 1792"/>
                <a:gd name="T62" fmla="*/ 0 w 1606"/>
                <a:gd name="T63" fmla="*/ 0 h 1792"/>
                <a:gd name="T64" fmla="*/ 0 w 1606"/>
                <a:gd name="T65" fmla="*/ 0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24408" name="Freeform 295">
              <a:extLst>
                <a:ext uri="{FF2B5EF4-FFF2-40B4-BE49-F238E27FC236}">
                  <a16:creationId xmlns:a16="http://schemas.microsoft.com/office/drawing/2014/main" id="{655F9ED0-1616-404C-A8D8-B7BE7FD17A6C}"/>
                </a:ext>
              </a:extLst>
            </p:cNvPr>
            <p:cNvSpPr>
              <a:spLocks/>
            </p:cNvSpPr>
            <p:nvPr/>
          </p:nvSpPr>
          <p:spPr bwMode="auto">
            <a:xfrm>
              <a:off x="5456" y="1772"/>
              <a:ext cx="169" cy="278"/>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09" name="Freeform 296">
              <a:extLst>
                <a:ext uri="{FF2B5EF4-FFF2-40B4-BE49-F238E27FC236}">
                  <a16:creationId xmlns:a16="http://schemas.microsoft.com/office/drawing/2014/main" id="{593474DD-B229-3641-9CE5-97572D3596D3}"/>
                </a:ext>
              </a:extLst>
            </p:cNvPr>
            <p:cNvSpPr>
              <a:spLocks/>
            </p:cNvSpPr>
            <p:nvPr/>
          </p:nvSpPr>
          <p:spPr bwMode="auto">
            <a:xfrm>
              <a:off x="5563" y="1910"/>
              <a:ext cx="50" cy="129"/>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0" name="Freeform 297">
              <a:extLst>
                <a:ext uri="{FF2B5EF4-FFF2-40B4-BE49-F238E27FC236}">
                  <a16:creationId xmlns:a16="http://schemas.microsoft.com/office/drawing/2014/main" id="{7F4699BD-9B6A-FC49-8158-1EEC8776ED84}"/>
                </a:ext>
              </a:extLst>
            </p:cNvPr>
            <p:cNvSpPr>
              <a:spLocks/>
            </p:cNvSpPr>
            <p:nvPr/>
          </p:nvSpPr>
          <p:spPr bwMode="auto">
            <a:xfrm>
              <a:off x="5367" y="1806"/>
              <a:ext cx="195" cy="194"/>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1" name="Freeform 298">
              <a:extLst>
                <a:ext uri="{FF2B5EF4-FFF2-40B4-BE49-F238E27FC236}">
                  <a16:creationId xmlns:a16="http://schemas.microsoft.com/office/drawing/2014/main" id="{F81A6378-D17B-9649-900A-3ED680777E48}"/>
                </a:ext>
              </a:extLst>
            </p:cNvPr>
            <p:cNvSpPr>
              <a:spLocks/>
            </p:cNvSpPr>
            <p:nvPr/>
          </p:nvSpPr>
          <p:spPr bwMode="auto">
            <a:xfrm>
              <a:off x="5500" y="1878"/>
              <a:ext cx="49" cy="44"/>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2" name="Freeform 299">
              <a:extLst>
                <a:ext uri="{FF2B5EF4-FFF2-40B4-BE49-F238E27FC236}">
                  <a16:creationId xmlns:a16="http://schemas.microsoft.com/office/drawing/2014/main" id="{95445DC5-8DEF-0147-A769-20B961BBF66F}"/>
                </a:ext>
              </a:extLst>
            </p:cNvPr>
            <p:cNvSpPr>
              <a:spLocks/>
            </p:cNvSpPr>
            <p:nvPr/>
          </p:nvSpPr>
          <p:spPr bwMode="auto">
            <a:xfrm>
              <a:off x="5503" y="1842"/>
              <a:ext cx="44" cy="57"/>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3" name="Freeform 300">
              <a:extLst>
                <a:ext uri="{FF2B5EF4-FFF2-40B4-BE49-F238E27FC236}">
                  <a16:creationId xmlns:a16="http://schemas.microsoft.com/office/drawing/2014/main" id="{4DB9E619-13CB-8D44-B525-24ED9262EC52}"/>
                </a:ext>
              </a:extLst>
            </p:cNvPr>
            <p:cNvSpPr>
              <a:spLocks/>
            </p:cNvSpPr>
            <p:nvPr/>
          </p:nvSpPr>
          <p:spPr bwMode="auto">
            <a:xfrm>
              <a:off x="5494" y="1785"/>
              <a:ext cx="48" cy="34"/>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4" name="Freeform 301">
              <a:extLst>
                <a:ext uri="{FF2B5EF4-FFF2-40B4-BE49-F238E27FC236}">
                  <a16:creationId xmlns:a16="http://schemas.microsoft.com/office/drawing/2014/main" id="{701E6AFF-B80B-724B-AB02-C53A96C98D22}"/>
                </a:ext>
              </a:extLst>
            </p:cNvPr>
            <p:cNvSpPr>
              <a:spLocks/>
            </p:cNvSpPr>
            <p:nvPr/>
          </p:nvSpPr>
          <p:spPr bwMode="auto">
            <a:xfrm>
              <a:off x="5458" y="1846"/>
              <a:ext cx="27" cy="86"/>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5" name="Freeform 302">
              <a:extLst>
                <a:ext uri="{FF2B5EF4-FFF2-40B4-BE49-F238E27FC236}">
                  <a16:creationId xmlns:a16="http://schemas.microsoft.com/office/drawing/2014/main" id="{103FA20F-9730-7249-AC61-729FD4D7BF26}"/>
                </a:ext>
              </a:extLst>
            </p:cNvPr>
            <p:cNvSpPr>
              <a:spLocks/>
            </p:cNvSpPr>
            <p:nvPr/>
          </p:nvSpPr>
          <p:spPr bwMode="auto">
            <a:xfrm>
              <a:off x="5498" y="1939"/>
              <a:ext cx="48" cy="16"/>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6" name="Freeform 303">
              <a:extLst>
                <a:ext uri="{FF2B5EF4-FFF2-40B4-BE49-F238E27FC236}">
                  <a16:creationId xmlns:a16="http://schemas.microsoft.com/office/drawing/2014/main" id="{82D55516-1FA7-A948-8720-2F173D933055}"/>
                </a:ext>
              </a:extLst>
            </p:cNvPr>
            <p:cNvSpPr>
              <a:spLocks/>
            </p:cNvSpPr>
            <p:nvPr/>
          </p:nvSpPr>
          <p:spPr bwMode="auto">
            <a:xfrm>
              <a:off x="5458" y="1947"/>
              <a:ext cx="30" cy="36"/>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4417" name="Freeform 304">
              <a:extLst>
                <a:ext uri="{FF2B5EF4-FFF2-40B4-BE49-F238E27FC236}">
                  <a16:creationId xmlns:a16="http://schemas.microsoft.com/office/drawing/2014/main" id="{E2B5949F-2056-A64B-8E13-A57E62756DDE}"/>
                </a:ext>
              </a:extLst>
            </p:cNvPr>
            <p:cNvSpPr>
              <a:spLocks/>
            </p:cNvSpPr>
            <p:nvPr/>
          </p:nvSpPr>
          <p:spPr bwMode="auto">
            <a:xfrm>
              <a:off x="5506" y="1757"/>
              <a:ext cx="70" cy="44"/>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4318" name="Group 305">
            <a:extLst>
              <a:ext uri="{FF2B5EF4-FFF2-40B4-BE49-F238E27FC236}">
                <a16:creationId xmlns:a16="http://schemas.microsoft.com/office/drawing/2014/main" id="{81ABB550-E1A9-C642-93BD-559EB20EAB57}"/>
              </a:ext>
            </a:extLst>
          </p:cNvPr>
          <p:cNvGrpSpPr>
            <a:grpSpLocks/>
          </p:cNvGrpSpPr>
          <p:nvPr/>
        </p:nvGrpSpPr>
        <p:grpSpPr bwMode="auto">
          <a:xfrm>
            <a:off x="7728347" y="3835332"/>
            <a:ext cx="171450" cy="230981"/>
            <a:chOff x="5511" y="1960"/>
            <a:chExt cx="144" cy="194"/>
          </a:xfrm>
        </p:grpSpPr>
        <p:sp>
          <p:nvSpPr>
            <p:cNvPr id="224402" name="Freeform 306">
              <a:extLst>
                <a:ext uri="{FF2B5EF4-FFF2-40B4-BE49-F238E27FC236}">
                  <a16:creationId xmlns:a16="http://schemas.microsoft.com/office/drawing/2014/main" id="{9D0F5646-E4E3-7144-A218-CB0A36C85F7F}"/>
                </a:ext>
              </a:extLst>
            </p:cNvPr>
            <p:cNvSpPr>
              <a:spLocks/>
            </p:cNvSpPr>
            <p:nvPr/>
          </p:nvSpPr>
          <p:spPr bwMode="auto">
            <a:xfrm>
              <a:off x="5511" y="1960"/>
              <a:ext cx="144" cy="194"/>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224403" name="Freeform 307">
              <a:extLst>
                <a:ext uri="{FF2B5EF4-FFF2-40B4-BE49-F238E27FC236}">
                  <a16:creationId xmlns:a16="http://schemas.microsoft.com/office/drawing/2014/main" id="{E3C92F39-C5D4-C54A-91F3-DC2FBE686D28}"/>
                </a:ext>
              </a:extLst>
            </p:cNvPr>
            <p:cNvSpPr>
              <a:spLocks/>
            </p:cNvSpPr>
            <p:nvPr/>
          </p:nvSpPr>
          <p:spPr bwMode="auto">
            <a:xfrm>
              <a:off x="5528" y="1970"/>
              <a:ext cx="124" cy="177"/>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6948" name="Oval 308">
            <a:extLst>
              <a:ext uri="{FF2B5EF4-FFF2-40B4-BE49-F238E27FC236}">
                <a16:creationId xmlns:a16="http://schemas.microsoft.com/office/drawing/2014/main" id="{238FF1D5-4FE6-064B-A965-5101EAC5D0F9}"/>
              </a:ext>
            </a:extLst>
          </p:cNvPr>
          <p:cNvSpPr>
            <a:spLocks noChangeArrowheads="1"/>
          </p:cNvSpPr>
          <p:nvPr/>
        </p:nvSpPr>
        <p:spPr bwMode="auto">
          <a:xfrm>
            <a:off x="7172325" y="3648404"/>
            <a:ext cx="223838" cy="121444"/>
          </a:xfrm>
          <a:prstGeom prst="ellipse">
            <a:avLst/>
          </a:prstGeom>
          <a:solidFill>
            <a:schemeClr val="bg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49" name="Oval 309">
            <a:extLst>
              <a:ext uri="{FF2B5EF4-FFF2-40B4-BE49-F238E27FC236}">
                <a16:creationId xmlns:a16="http://schemas.microsoft.com/office/drawing/2014/main" id="{F2B5B294-045E-5A4C-B8FA-3F5509BFEEF0}"/>
              </a:ext>
            </a:extLst>
          </p:cNvPr>
          <p:cNvSpPr>
            <a:spLocks noChangeArrowheads="1"/>
          </p:cNvSpPr>
          <p:nvPr/>
        </p:nvSpPr>
        <p:spPr bwMode="auto">
          <a:xfrm>
            <a:off x="2481263" y="3444807"/>
            <a:ext cx="972741" cy="972741"/>
          </a:xfrm>
          <a:prstGeom prst="ellipse">
            <a:avLst/>
          </a:prstGeom>
          <a:solidFill>
            <a:srgbClr val="66FF66"/>
          </a:solidFill>
          <a:ln w="19050">
            <a:solidFill>
              <a:schemeClr val="folHlink"/>
            </a:solidFill>
            <a:round/>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24321" name="Group 310">
            <a:extLst>
              <a:ext uri="{FF2B5EF4-FFF2-40B4-BE49-F238E27FC236}">
                <a16:creationId xmlns:a16="http://schemas.microsoft.com/office/drawing/2014/main" id="{080B9358-D07E-8D40-BA40-D0B49211A93F}"/>
              </a:ext>
            </a:extLst>
          </p:cNvPr>
          <p:cNvGrpSpPr>
            <a:grpSpLocks/>
          </p:cNvGrpSpPr>
          <p:nvPr/>
        </p:nvGrpSpPr>
        <p:grpSpPr bwMode="auto">
          <a:xfrm>
            <a:off x="2768204" y="3526960"/>
            <a:ext cx="342900" cy="342900"/>
            <a:chOff x="2351" y="2975"/>
            <a:chExt cx="481" cy="433"/>
          </a:xfrm>
        </p:grpSpPr>
        <p:sp>
          <p:nvSpPr>
            <p:cNvPr id="1136951" name="Rectangle 311">
              <a:extLst>
                <a:ext uri="{FF2B5EF4-FFF2-40B4-BE49-F238E27FC236}">
                  <a16:creationId xmlns:a16="http://schemas.microsoft.com/office/drawing/2014/main" id="{57642CC4-D890-8444-93B8-B25ECBDA7532}"/>
                </a:ext>
              </a:extLst>
            </p:cNvPr>
            <p:cNvSpPr>
              <a:spLocks noChangeArrowheads="1"/>
            </p:cNvSpPr>
            <p:nvPr/>
          </p:nvSpPr>
          <p:spPr bwMode="auto">
            <a:xfrm rot="-5400000">
              <a:off x="2377" y="2953"/>
              <a:ext cx="431" cy="479"/>
            </a:xfrm>
            <a:prstGeom prst="rect">
              <a:avLst/>
            </a:prstGeom>
            <a:solidFill>
              <a:srgbClr val="CCECFF"/>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6952" name="Line 312">
              <a:extLst>
                <a:ext uri="{FF2B5EF4-FFF2-40B4-BE49-F238E27FC236}">
                  <a16:creationId xmlns:a16="http://schemas.microsoft.com/office/drawing/2014/main" id="{AEA8E281-05B7-BE47-A220-71345D023FAA}"/>
                </a:ext>
              </a:extLst>
            </p:cNvPr>
            <p:cNvSpPr>
              <a:spLocks noChangeShapeType="1"/>
            </p:cNvSpPr>
            <p:nvPr/>
          </p:nvSpPr>
          <p:spPr bwMode="auto">
            <a:xfrm rot="-10800000">
              <a:off x="2351" y="332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3" name="Line 313">
              <a:extLst>
                <a:ext uri="{FF2B5EF4-FFF2-40B4-BE49-F238E27FC236}">
                  <a16:creationId xmlns:a16="http://schemas.microsoft.com/office/drawing/2014/main" id="{653B2192-9BCF-D349-89E0-283CF04578AD}"/>
                </a:ext>
              </a:extLst>
            </p:cNvPr>
            <p:cNvSpPr>
              <a:spLocks noChangeShapeType="1"/>
            </p:cNvSpPr>
            <p:nvPr/>
          </p:nvSpPr>
          <p:spPr bwMode="auto">
            <a:xfrm rot="-10800000">
              <a:off x="2351" y="3234"/>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4" name="Line 314">
              <a:extLst>
                <a:ext uri="{FF2B5EF4-FFF2-40B4-BE49-F238E27FC236}">
                  <a16:creationId xmlns:a16="http://schemas.microsoft.com/office/drawing/2014/main" id="{3083F1D3-10A5-0E4E-92B2-15FA83A2A767}"/>
                </a:ext>
              </a:extLst>
            </p:cNvPr>
            <p:cNvSpPr>
              <a:spLocks noChangeShapeType="1"/>
            </p:cNvSpPr>
            <p:nvPr/>
          </p:nvSpPr>
          <p:spPr bwMode="auto">
            <a:xfrm rot="-10800000">
              <a:off x="2351" y="3148"/>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5" name="Line 315">
              <a:extLst>
                <a:ext uri="{FF2B5EF4-FFF2-40B4-BE49-F238E27FC236}">
                  <a16:creationId xmlns:a16="http://schemas.microsoft.com/office/drawing/2014/main" id="{65BCF21C-767E-CC4F-BC24-A38BCD4921A8}"/>
                </a:ext>
              </a:extLst>
            </p:cNvPr>
            <p:cNvSpPr>
              <a:spLocks noChangeShapeType="1"/>
            </p:cNvSpPr>
            <p:nvPr/>
          </p:nvSpPr>
          <p:spPr bwMode="auto">
            <a:xfrm rot="-10800000">
              <a:off x="2351" y="3061"/>
              <a:ext cx="479"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6" name="Line 316">
              <a:extLst>
                <a:ext uri="{FF2B5EF4-FFF2-40B4-BE49-F238E27FC236}">
                  <a16:creationId xmlns:a16="http://schemas.microsoft.com/office/drawing/2014/main" id="{EC701AC3-1CB2-4D45-B8CB-B0313C102FF6}"/>
                </a:ext>
              </a:extLst>
            </p:cNvPr>
            <p:cNvSpPr>
              <a:spLocks noChangeShapeType="1"/>
            </p:cNvSpPr>
            <p:nvPr/>
          </p:nvSpPr>
          <p:spPr bwMode="auto">
            <a:xfrm rot="-16200000">
              <a:off x="2519"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7" name="Line 317">
              <a:extLst>
                <a:ext uri="{FF2B5EF4-FFF2-40B4-BE49-F238E27FC236}">
                  <a16:creationId xmlns:a16="http://schemas.microsoft.com/office/drawing/2014/main" id="{A7D48646-AFDA-644F-9E85-9B66FE0B3703}"/>
                </a:ext>
              </a:extLst>
            </p:cNvPr>
            <p:cNvSpPr>
              <a:spLocks noChangeShapeType="1"/>
            </p:cNvSpPr>
            <p:nvPr/>
          </p:nvSpPr>
          <p:spPr bwMode="auto">
            <a:xfrm rot="-16200000">
              <a:off x="2423"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8" name="Line 318">
              <a:extLst>
                <a:ext uri="{FF2B5EF4-FFF2-40B4-BE49-F238E27FC236}">
                  <a16:creationId xmlns:a16="http://schemas.microsoft.com/office/drawing/2014/main" id="{0E100243-B40F-6E4E-B8D0-63D628A9A8C1}"/>
                </a:ext>
              </a:extLst>
            </p:cNvPr>
            <p:cNvSpPr>
              <a:spLocks noChangeShapeType="1"/>
            </p:cNvSpPr>
            <p:nvPr/>
          </p:nvSpPr>
          <p:spPr bwMode="auto">
            <a:xfrm rot="-16200000">
              <a:off x="2327"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59" name="Line 319">
              <a:extLst>
                <a:ext uri="{FF2B5EF4-FFF2-40B4-BE49-F238E27FC236}">
                  <a16:creationId xmlns:a16="http://schemas.microsoft.com/office/drawing/2014/main" id="{904A64A8-792F-B741-8799-3B41BEA2D422}"/>
                </a:ext>
              </a:extLst>
            </p:cNvPr>
            <p:cNvSpPr>
              <a:spLocks noChangeShapeType="1"/>
            </p:cNvSpPr>
            <p:nvPr/>
          </p:nvSpPr>
          <p:spPr bwMode="auto">
            <a:xfrm rot="-16200000">
              <a:off x="2230" y="3191"/>
              <a:ext cx="431"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22" name="Group 320">
            <a:extLst>
              <a:ext uri="{FF2B5EF4-FFF2-40B4-BE49-F238E27FC236}">
                <a16:creationId xmlns:a16="http://schemas.microsoft.com/office/drawing/2014/main" id="{C5FB34E5-B0AE-D54A-8180-BECF26DF93AD}"/>
              </a:ext>
            </a:extLst>
          </p:cNvPr>
          <p:cNvGrpSpPr>
            <a:grpSpLocks/>
          </p:cNvGrpSpPr>
          <p:nvPr/>
        </p:nvGrpSpPr>
        <p:grpSpPr bwMode="auto">
          <a:xfrm>
            <a:off x="2689622" y="3941298"/>
            <a:ext cx="547688" cy="342900"/>
            <a:chOff x="1296" y="768"/>
            <a:chExt cx="556" cy="336"/>
          </a:xfrm>
        </p:grpSpPr>
        <p:sp>
          <p:nvSpPr>
            <p:cNvPr id="1136961" name="Rectangle 321">
              <a:extLst>
                <a:ext uri="{FF2B5EF4-FFF2-40B4-BE49-F238E27FC236}">
                  <a16:creationId xmlns:a16="http://schemas.microsoft.com/office/drawing/2014/main" id="{403AC351-E0DD-894E-87ED-EAC179D52619}"/>
                </a:ext>
              </a:extLst>
            </p:cNvPr>
            <p:cNvSpPr>
              <a:spLocks noChangeArrowheads="1"/>
            </p:cNvSpPr>
            <p:nvPr/>
          </p:nvSpPr>
          <p:spPr bwMode="auto">
            <a:xfrm>
              <a:off x="1296" y="768"/>
              <a:ext cx="556" cy="336"/>
            </a:xfrm>
            <a:prstGeom prst="rect">
              <a:avLst/>
            </a:prstGeom>
            <a:solidFill>
              <a:srgbClr val="FFFF99"/>
            </a:solidFill>
            <a:ln w="1270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zh-CN" altLang="zh-CN" sz="1350">
                <a:solidFill>
                  <a:srgbClr val="333399"/>
                </a:solidFill>
                <a:latin typeface="Arial" panose="020B0604020202020204" pitchFamily="34" charset="0"/>
                <a:ea typeface="黑体" panose="02010609060101010101" pitchFamily="49" charset="-122"/>
                <a:cs typeface="黑体" panose="02010609060101010101" pitchFamily="49" charset="-122"/>
              </a:endParaRPr>
            </a:p>
          </p:txBody>
        </p:sp>
        <p:grpSp>
          <p:nvGrpSpPr>
            <p:cNvPr id="224371" name="Group 322">
              <a:extLst>
                <a:ext uri="{FF2B5EF4-FFF2-40B4-BE49-F238E27FC236}">
                  <a16:creationId xmlns:a16="http://schemas.microsoft.com/office/drawing/2014/main" id="{373AE19A-9C0E-D446-96CB-54EC8EF8B285}"/>
                </a:ext>
              </a:extLst>
            </p:cNvPr>
            <p:cNvGrpSpPr>
              <a:grpSpLocks/>
            </p:cNvGrpSpPr>
            <p:nvPr/>
          </p:nvGrpSpPr>
          <p:grpSpPr bwMode="auto">
            <a:xfrm>
              <a:off x="1367" y="829"/>
              <a:ext cx="393" cy="214"/>
              <a:chOff x="2928" y="3744"/>
              <a:chExt cx="528" cy="336"/>
            </a:xfrm>
          </p:grpSpPr>
          <p:grpSp>
            <p:nvGrpSpPr>
              <p:cNvPr id="224372" name="Group 323">
                <a:extLst>
                  <a:ext uri="{FF2B5EF4-FFF2-40B4-BE49-F238E27FC236}">
                    <a16:creationId xmlns:a16="http://schemas.microsoft.com/office/drawing/2014/main" id="{8351C7DA-5582-FD49-A754-76EED3B3519B}"/>
                  </a:ext>
                </a:extLst>
              </p:cNvPr>
              <p:cNvGrpSpPr>
                <a:grpSpLocks/>
              </p:cNvGrpSpPr>
              <p:nvPr/>
            </p:nvGrpSpPr>
            <p:grpSpPr bwMode="auto">
              <a:xfrm>
                <a:off x="3024" y="3744"/>
                <a:ext cx="432" cy="240"/>
                <a:chOff x="2736" y="3648"/>
                <a:chExt cx="432" cy="240"/>
              </a:xfrm>
            </p:grpSpPr>
            <p:grpSp>
              <p:nvGrpSpPr>
                <p:cNvPr id="224387" name="Group 324">
                  <a:extLst>
                    <a:ext uri="{FF2B5EF4-FFF2-40B4-BE49-F238E27FC236}">
                      <a16:creationId xmlns:a16="http://schemas.microsoft.com/office/drawing/2014/main" id="{438158C8-C1DE-7E42-8718-2B21F0C8D265}"/>
                    </a:ext>
                  </a:extLst>
                </p:cNvPr>
                <p:cNvGrpSpPr>
                  <a:grpSpLocks/>
                </p:cNvGrpSpPr>
                <p:nvPr/>
              </p:nvGrpSpPr>
              <p:grpSpPr bwMode="auto">
                <a:xfrm>
                  <a:off x="2736" y="3648"/>
                  <a:ext cx="432" cy="240"/>
                  <a:chOff x="2592" y="3504"/>
                  <a:chExt cx="576" cy="384"/>
                </a:xfrm>
              </p:grpSpPr>
              <p:sp>
                <p:nvSpPr>
                  <p:cNvPr id="1136965" name="Rectangle 325">
                    <a:extLst>
                      <a:ext uri="{FF2B5EF4-FFF2-40B4-BE49-F238E27FC236}">
                        <a16:creationId xmlns:a16="http://schemas.microsoft.com/office/drawing/2014/main" id="{23ECEDF5-81FB-2242-B1FC-6ED7AC0B55E0}"/>
                      </a:ext>
                    </a:extLst>
                  </p:cNvPr>
                  <p:cNvSpPr>
                    <a:spLocks noChangeArrowheads="1"/>
                  </p:cNvSpPr>
                  <p:nvPr/>
                </p:nvSpPr>
                <p:spPr bwMode="auto">
                  <a:xfrm>
                    <a:off x="2592" y="3503"/>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66" name="Freeform 326">
                    <a:extLst>
                      <a:ext uri="{FF2B5EF4-FFF2-40B4-BE49-F238E27FC236}">
                        <a16:creationId xmlns:a16="http://schemas.microsoft.com/office/drawing/2014/main" id="{D6C04B31-0D35-E940-A4C0-EBB71135C5FB}"/>
                      </a:ext>
                    </a:extLst>
                  </p:cNvPr>
                  <p:cNvSpPr>
                    <a:spLocks/>
                  </p:cNvSpPr>
                  <p:nvPr/>
                </p:nvSpPr>
                <p:spPr bwMode="auto">
                  <a:xfrm>
                    <a:off x="2592" y="3503"/>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67" name="Line 327">
                    <a:extLst>
                      <a:ext uri="{FF2B5EF4-FFF2-40B4-BE49-F238E27FC236}">
                        <a16:creationId xmlns:a16="http://schemas.microsoft.com/office/drawing/2014/main" id="{40DD2A8C-EAA8-D741-80DE-868DA8D61B39}"/>
                      </a:ext>
                    </a:extLst>
                  </p:cNvPr>
                  <p:cNvSpPr>
                    <a:spLocks noChangeShapeType="1"/>
                  </p:cNvSpPr>
                  <p:nvPr/>
                </p:nvSpPr>
                <p:spPr bwMode="auto">
                  <a:xfrm flipV="1">
                    <a:off x="2592"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68" name="Line 328">
                    <a:extLst>
                      <a:ext uri="{FF2B5EF4-FFF2-40B4-BE49-F238E27FC236}">
                        <a16:creationId xmlns:a16="http://schemas.microsoft.com/office/drawing/2014/main" id="{510DA3F3-CBEA-7C4D-826E-64FE48FCAFED}"/>
                      </a:ext>
                    </a:extLst>
                  </p:cNvPr>
                  <p:cNvSpPr>
                    <a:spLocks noChangeShapeType="1"/>
                  </p:cNvSpPr>
                  <p:nvPr/>
                </p:nvSpPr>
                <p:spPr bwMode="auto">
                  <a:xfrm flipH="1" flipV="1">
                    <a:off x="2937" y="3702"/>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69" name="Line 329">
                  <a:extLst>
                    <a:ext uri="{FF2B5EF4-FFF2-40B4-BE49-F238E27FC236}">
                      <a16:creationId xmlns:a16="http://schemas.microsoft.com/office/drawing/2014/main" id="{13A1485D-12C2-E64A-939C-F3D0E8A2B9A5}"/>
                    </a:ext>
                  </a:extLst>
                </p:cNvPr>
                <p:cNvSpPr>
                  <a:spLocks noChangeShapeType="1"/>
                </p:cNvSpPr>
                <p:nvPr/>
              </p:nvSpPr>
              <p:spPr bwMode="auto">
                <a:xfrm>
                  <a:off x="2736" y="3646"/>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73" name="Group 330">
                <a:extLst>
                  <a:ext uri="{FF2B5EF4-FFF2-40B4-BE49-F238E27FC236}">
                    <a16:creationId xmlns:a16="http://schemas.microsoft.com/office/drawing/2014/main" id="{C9158D4A-DE91-5447-88C4-F77104315306}"/>
                  </a:ext>
                </a:extLst>
              </p:cNvPr>
              <p:cNvGrpSpPr>
                <a:grpSpLocks/>
              </p:cNvGrpSpPr>
              <p:nvPr/>
            </p:nvGrpSpPr>
            <p:grpSpPr bwMode="auto">
              <a:xfrm>
                <a:off x="2976" y="3792"/>
                <a:ext cx="432" cy="240"/>
                <a:chOff x="2736" y="3648"/>
                <a:chExt cx="432" cy="240"/>
              </a:xfrm>
            </p:grpSpPr>
            <p:grpSp>
              <p:nvGrpSpPr>
                <p:cNvPr id="224381" name="Group 331">
                  <a:extLst>
                    <a:ext uri="{FF2B5EF4-FFF2-40B4-BE49-F238E27FC236}">
                      <a16:creationId xmlns:a16="http://schemas.microsoft.com/office/drawing/2014/main" id="{FE523039-DF63-EE49-A520-6198C305DE27}"/>
                    </a:ext>
                  </a:extLst>
                </p:cNvPr>
                <p:cNvGrpSpPr>
                  <a:grpSpLocks/>
                </p:cNvGrpSpPr>
                <p:nvPr/>
              </p:nvGrpSpPr>
              <p:grpSpPr bwMode="auto">
                <a:xfrm>
                  <a:off x="2736" y="3648"/>
                  <a:ext cx="432" cy="240"/>
                  <a:chOff x="2592" y="3504"/>
                  <a:chExt cx="576" cy="384"/>
                </a:xfrm>
              </p:grpSpPr>
              <p:sp>
                <p:nvSpPr>
                  <p:cNvPr id="1136972" name="Rectangle 332">
                    <a:extLst>
                      <a:ext uri="{FF2B5EF4-FFF2-40B4-BE49-F238E27FC236}">
                        <a16:creationId xmlns:a16="http://schemas.microsoft.com/office/drawing/2014/main" id="{D7333148-AD77-2B4C-B458-3C8BD14028FC}"/>
                      </a:ext>
                    </a:extLst>
                  </p:cNvPr>
                  <p:cNvSpPr>
                    <a:spLocks noChangeArrowheads="1"/>
                  </p:cNvSpPr>
                  <p:nvPr/>
                </p:nvSpPr>
                <p:spPr bwMode="auto">
                  <a:xfrm>
                    <a:off x="2613" y="3503"/>
                    <a:ext cx="554" cy="413"/>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73" name="Freeform 333">
                    <a:extLst>
                      <a:ext uri="{FF2B5EF4-FFF2-40B4-BE49-F238E27FC236}">
                        <a16:creationId xmlns:a16="http://schemas.microsoft.com/office/drawing/2014/main" id="{DCED02A0-CA42-054A-90B8-0539EB266E9A}"/>
                      </a:ext>
                    </a:extLst>
                  </p:cNvPr>
                  <p:cNvSpPr>
                    <a:spLocks/>
                  </p:cNvSpPr>
                  <p:nvPr/>
                </p:nvSpPr>
                <p:spPr bwMode="auto">
                  <a:xfrm>
                    <a:off x="2611" y="3503"/>
                    <a:ext cx="556" cy="243"/>
                  </a:xfrm>
                  <a:custGeom>
                    <a:avLst/>
                    <a:gdLst>
                      <a:gd name="T0" fmla="*/ 0 w 576"/>
                      <a:gd name="T1" fmla="*/ 0 h 240"/>
                      <a:gd name="T2" fmla="*/ 281 w 576"/>
                      <a:gd name="T3" fmla="*/ 243 h 240"/>
                      <a:gd name="T4" fmla="*/ 561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74" name="Line 334">
                    <a:extLst>
                      <a:ext uri="{FF2B5EF4-FFF2-40B4-BE49-F238E27FC236}">
                        <a16:creationId xmlns:a16="http://schemas.microsoft.com/office/drawing/2014/main" id="{A06FD46C-17AC-1B47-8319-0048B592DFAC}"/>
                      </a:ext>
                    </a:extLst>
                  </p:cNvPr>
                  <p:cNvSpPr>
                    <a:spLocks noChangeShapeType="1"/>
                  </p:cNvSpPr>
                  <p:nvPr/>
                </p:nvSpPr>
                <p:spPr bwMode="auto">
                  <a:xfrm flipV="1">
                    <a:off x="2613" y="3705"/>
                    <a:ext cx="217"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75" name="Line 335">
                    <a:extLst>
                      <a:ext uri="{FF2B5EF4-FFF2-40B4-BE49-F238E27FC236}">
                        <a16:creationId xmlns:a16="http://schemas.microsoft.com/office/drawing/2014/main" id="{023B1BD1-39AC-9745-BB03-F9EB921C4CBC}"/>
                      </a:ext>
                    </a:extLst>
                  </p:cNvPr>
                  <p:cNvSpPr>
                    <a:spLocks noChangeShapeType="1"/>
                  </p:cNvSpPr>
                  <p:nvPr/>
                </p:nvSpPr>
                <p:spPr bwMode="auto">
                  <a:xfrm flipH="1" flipV="1">
                    <a:off x="2936" y="3705"/>
                    <a:ext cx="232" cy="193"/>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76" name="Line 336">
                  <a:extLst>
                    <a:ext uri="{FF2B5EF4-FFF2-40B4-BE49-F238E27FC236}">
                      <a16:creationId xmlns:a16="http://schemas.microsoft.com/office/drawing/2014/main" id="{2EE4B18A-B20C-F949-B44F-779251CFFE1D}"/>
                    </a:ext>
                  </a:extLst>
                </p:cNvPr>
                <p:cNvSpPr>
                  <a:spLocks noChangeShapeType="1"/>
                </p:cNvSpPr>
                <p:nvPr/>
              </p:nvSpPr>
              <p:spPr bwMode="auto">
                <a:xfrm>
                  <a:off x="2740" y="3642"/>
                  <a:ext cx="416"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24374" name="Group 337">
                <a:extLst>
                  <a:ext uri="{FF2B5EF4-FFF2-40B4-BE49-F238E27FC236}">
                    <a16:creationId xmlns:a16="http://schemas.microsoft.com/office/drawing/2014/main" id="{762DD288-C51B-1E48-8E21-C548AF13EB1C}"/>
                  </a:ext>
                </a:extLst>
              </p:cNvPr>
              <p:cNvGrpSpPr>
                <a:grpSpLocks/>
              </p:cNvGrpSpPr>
              <p:nvPr/>
            </p:nvGrpSpPr>
            <p:grpSpPr bwMode="auto">
              <a:xfrm>
                <a:off x="2928" y="3840"/>
                <a:ext cx="432" cy="240"/>
                <a:chOff x="2736" y="3648"/>
                <a:chExt cx="432" cy="240"/>
              </a:xfrm>
            </p:grpSpPr>
            <p:grpSp>
              <p:nvGrpSpPr>
                <p:cNvPr id="224375" name="Group 338">
                  <a:extLst>
                    <a:ext uri="{FF2B5EF4-FFF2-40B4-BE49-F238E27FC236}">
                      <a16:creationId xmlns:a16="http://schemas.microsoft.com/office/drawing/2014/main" id="{79A6B4C3-74BA-3747-9FAF-93182A8CBA99}"/>
                    </a:ext>
                  </a:extLst>
                </p:cNvPr>
                <p:cNvGrpSpPr>
                  <a:grpSpLocks/>
                </p:cNvGrpSpPr>
                <p:nvPr/>
              </p:nvGrpSpPr>
              <p:grpSpPr bwMode="auto">
                <a:xfrm>
                  <a:off x="2736" y="3648"/>
                  <a:ext cx="432" cy="240"/>
                  <a:chOff x="2592" y="3504"/>
                  <a:chExt cx="576" cy="384"/>
                </a:xfrm>
              </p:grpSpPr>
              <p:sp>
                <p:nvSpPr>
                  <p:cNvPr id="1136979" name="Rectangle 339">
                    <a:extLst>
                      <a:ext uri="{FF2B5EF4-FFF2-40B4-BE49-F238E27FC236}">
                        <a16:creationId xmlns:a16="http://schemas.microsoft.com/office/drawing/2014/main" id="{B04EE5A0-BF9E-FB4A-B915-D4D5B887E452}"/>
                      </a:ext>
                    </a:extLst>
                  </p:cNvPr>
                  <p:cNvSpPr>
                    <a:spLocks noChangeArrowheads="1"/>
                  </p:cNvSpPr>
                  <p:nvPr/>
                </p:nvSpPr>
                <p:spPr bwMode="auto">
                  <a:xfrm>
                    <a:off x="2593" y="3505"/>
                    <a:ext cx="576" cy="384"/>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80" name="Freeform 340">
                    <a:extLst>
                      <a:ext uri="{FF2B5EF4-FFF2-40B4-BE49-F238E27FC236}">
                        <a16:creationId xmlns:a16="http://schemas.microsoft.com/office/drawing/2014/main" id="{F80D9278-5586-A54C-A517-FA486F80A0EC}"/>
                      </a:ext>
                    </a:extLst>
                  </p:cNvPr>
                  <p:cNvSpPr>
                    <a:spLocks/>
                  </p:cNvSpPr>
                  <p:nvPr/>
                </p:nvSpPr>
                <p:spPr bwMode="auto">
                  <a:xfrm>
                    <a:off x="2593" y="3505"/>
                    <a:ext cx="576" cy="240"/>
                  </a:xfrm>
                  <a:custGeom>
                    <a:avLst/>
                    <a:gdLst>
                      <a:gd name="T0" fmla="*/ 0 w 576"/>
                      <a:gd name="T1" fmla="*/ 0 h 240"/>
                      <a:gd name="T2" fmla="*/ 288 w 576"/>
                      <a:gd name="T3" fmla="*/ 240 h 240"/>
                      <a:gd name="T4" fmla="*/ 576 w 576"/>
                      <a:gd name="T5" fmla="*/ 0 h 240"/>
                      <a:gd name="T6" fmla="*/ 0 60000 65536"/>
                      <a:gd name="T7" fmla="*/ 0 60000 65536"/>
                      <a:gd name="T8" fmla="*/ 0 60000 65536"/>
                    </a:gdLst>
                    <a:ahLst/>
                    <a:cxnLst>
                      <a:cxn ang="T6">
                        <a:pos x="T0" y="T1"/>
                      </a:cxn>
                      <a:cxn ang="T7">
                        <a:pos x="T2" y="T3"/>
                      </a:cxn>
                      <a:cxn ang="T8">
                        <a:pos x="T4" y="T5"/>
                      </a:cxn>
                    </a:cxnLst>
                    <a:rect l="0" t="0" r="r" b="b"/>
                    <a:pathLst>
                      <a:path w="576" h="240">
                        <a:moveTo>
                          <a:pt x="0" y="0"/>
                        </a:moveTo>
                        <a:lnTo>
                          <a:pt x="288" y="240"/>
                        </a:lnTo>
                        <a:lnTo>
                          <a:pt x="576" y="0"/>
                        </a:lnTo>
                      </a:path>
                    </a:pathLst>
                  </a:custGeom>
                  <a:solidFill>
                    <a:srgbClr val="FFFF99"/>
                  </a:solidFill>
                  <a:ln w="9525">
                    <a:solidFill>
                      <a:schemeClr val="tx1"/>
                    </a:solidFill>
                    <a:round/>
                    <a:headEnd/>
                    <a:tailEnd/>
                  </a:ln>
                  <a:effectLst/>
                </p:spPr>
                <p:txBody>
                  <a:bodyPr wrap="none" anchor="ctr"/>
                  <a:lstStyle/>
                  <a:p>
                    <a:pPr>
                      <a:defRPr/>
                    </a:pPr>
                    <a:endParaRPr lang="zh-CN" altLang="en-US">
                      <a:cs typeface="+mn-cs"/>
                    </a:endParaRPr>
                  </a:p>
                </p:txBody>
              </p:sp>
              <p:sp>
                <p:nvSpPr>
                  <p:cNvPr id="1136981" name="Line 341">
                    <a:extLst>
                      <a:ext uri="{FF2B5EF4-FFF2-40B4-BE49-F238E27FC236}">
                        <a16:creationId xmlns:a16="http://schemas.microsoft.com/office/drawing/2014/main" id="{43768A30-7506-864C-8A4B-9679C43880B4}"/>
                      </a:ext>
                    </a:extLst>
                  </p:cNvPr>
                  <p:cNvSpPr>
                    <a:spLocks noChangeShapeType="1"/>
                  </p:cNvSpPr>
                  <p:nvPr/>
                </p:nvSpPr>
                <p:spPr bwMode="auto">
                  <a:xfrm flipV="1">
                    <a:off x="2593" y="3704"/>
                    <a:ext cx="236"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136982" name="Line 342">
                    <a:extLst>
                      <a:ext uri="{FF2B5EF4-FFF2-40B4-BE49-F238E27FC236}">
                        <a16:creationId xmlns:a16="http://schemas.microsoft.com/office/drawing/2014/main" id="{B1FC64DA-A7E4-5742-B7B1-8F639F77BB2F}"/>
                      </a:ext>
                    </a:extLst>
                  </p:cNvPr>
                  <p:cNvSpPr>
                    <a:spLocks noChangeShapeType="1"/>
                  </p:cNvSpPr>
                  <p:nvPr/>
                </p:nvSpPr>
                <p:spPr bwMode="auto">
                  <a:xfrm flipH="1" flipV="1">
                    <a:off x="2937" y="3704"/>
                    <a:ext cx="232" cy="1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136983" name="Line 343">
                  <a:extLst>
                    <a:ext uri="{FF2B5EF4-FFF2-40B4-BE49-F238E27FC236}">
                      <a16:creationId xmlns:a16="http://schemas.microsoft.com/office/drawing/2014/main" id="{42EDB551-620E-8F4A-8464-6216A6CB14C5}"/>
                    </a:ext>
                  </a:extLst>
                </p:cNvPr>
                <p:cNvSpPr>
                  <a:spLocks noChangeShapeType="1"/>
                </p:cNvSpPr>
                <p:nvPr/>
              </p:nvSpPr>
              <p:spPr bwMode="auto">
                <a:xfrm>
                  <a:off x="2736" y="3650"/>
                  <a:ext cx="42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grpSp>
      <p:sp>
        <p:nvSpPr>
          <p:cNvPr id="1136984" name="Freeform 344">
            <a:extLst>
              <a:ext uri="{FF2B5EF4-FFF2-40B4-BE49-F238E27FC236}">
                <a16:creationId xmlns:a16="http://schemas.microsoft.com/office/drawing/2014/main" id="{7DD45D28-9D3E-A04E-B075-B85AD7D8345D}"/>
              </a:ext>
            </a:extLst>
          </p:cNvPr>
          <p:cNvSpPr>
            <a:spLocks/>
          </p:cNvSpPr>
          <p:nvPr/>
        </p:nvSpPr>
        <p:spPr bwMode="auto">
          <a:xfrm>
            <a:off x="1838325" y="3700792"/>
            <a:ext cx="928688" cy="372665"/>
          </a:xfrm>
          <a:custGeom>
            <a:avLst/>
            <a:gdLst>
              <a:gd name="T0" fmla="*/ 0 w 780"/>
              <a:gd name="T1" fmla="*/ 157162 h 313"/>
              <a:gd name="T2" fmla="*/ 361950 w 780"/>
              <a:gd name="T3" fmla="*/ 20637 h 313"/>
              <a:gd name="T4" fmla="*/ 704850 w 780"/>
              <a:gd name="T5" fmla="*/ 30162 h 313"/>
              <a:gd name="T6" fmla="*/ 923925 w 780"/>
              <a:gd name="T7" fmla="*/ 106362 h 313"/>
              <a:gd name="T8" fmla="*/ 1162050 w 780"/>
              <a:gd name="T9" fmla="*/ 344487 h 313"/>
              <a:gd name="T10" fmla="*/ 1238250 w 780"/>
              <a:gd name="T11" fmla="*/ 496887 h 3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0" h="313">
                <a:moveTo>
                  <a:pt x="0" y="99"/>
                </a:moveTo>
                <a:cubicBezTo>
                  <a:pt x="38" y="85"/>
                  <a:pt x="154" y="26"/>
                  <a:pt x="228" y="13"/>
                </a:cubicBezTo>
                <a:cubicBezTo>
                  <a:pt x="302" y="0"/>
                  <a:pt x="385" y="10"/>
                  <a:pt x="444" y="19"/>
                </a:cubicBezTo>
                <a:cubicBezTo>
                  <a:pt x="503" y="28"/>
                  <a:pt x="534" y="34"/>
                  <a:pt x="582" y="67"/>
                </a:cubicBezTo>
                <a:cubicBezTo>
                  <a:pt x="630" y="100"/>
                  <a:pt x="699" y="176"/>
                  <a:pt x="732" y="217"/>
                </a:cubicBezTo>
                <a:cubicBezTo>
                  <a:pt x="765" y="258"/>
                  <a:pt x="768" y="289"/>
                  <a:pt x="780" y="313"/>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5" name="Freeform 345">
            <a:extLst>
              <a:ext uri="{FF2B5EF4-FFF2-40B4-BE49-F238E27FC236}">
                <a16:creationId xmlns:a16="http://schemas.microsoft.com/office/drawing/2014/main" id="{E5EF34F1-9890-1740-ACC2-7687974B4C3D}"/>
              </a:ext>
            </a:extLst>
          </p:cNvPr>
          <p:cNvSpPr>
            <a:spLocks/>
          </p:cNvSpPr>
          <p:nvPr/>
        </p:nvSpPr>
        <p:spPr bwMode="auto">
          <a:xfrm>
            <a:off x="2995613" y="3249544"/>
            <a:ext cx="3346847" cy="766763"/>
          </a:xfrm>
          <a:custGeom>
            <a:avLst/>
            <a:gdLst>
              <a:gd name="T0" fmla="*/ 0 w 2811"/>
              <a:gd name="T1" fmla="*/ 1022350 h 644"/>
              <a:gd name="T2" fmla="*/ 774700 w 2811"/>
              <a:gd name="T3" fmla="*/ 463550 h 644"/>
              <a:gd name="T4" fmla="*/ 1281113 w 2811"/>
              <a:gd name="T5" fmla="*/ 217488 h 644"/>
              <a:gd name="T6" fmla="*/ 1905000 w 2811"/>
              <a:gd name="T7" fmla="*/ 44450 h 644"/>
              <a:gd name="T8" fmla="*/ 2705100 w 2811"/>
              <a:gd name="T9" fmla="*/ 19050 h 644"/>
              <a:gd name="T10" fmla="*/ 3533775 w 2811"/>
              <a:gd name="T11" fmla="*/ 155575 h 644"/>
              <a:gd name="T12" fmla="*/ 4462463 w 2811"/>
              <a:gd name="T13" fmla="*/ 522288 h 6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11" h="644">
                <a:moveTo>
                  <a:pt x="0" y="644"/>
                </a:moveTo>
                <a:cubicBezTo>
                  <a:pt x="81" y="585"/>
                  <a:pt x="354" y="376"/>
                  <a:pt x="488" y="292"/>
                </a:cubicBezTo>
                <a:cubicBezTo>
                  <a:pt x="622" y="208"/>
                  <a:pt x="688" y="181"/>
                  <a:pt x="807" y="137"/>
                </a:cubicBezTo>
                <a:cubicBezTo>
                  <a:pt x="926" y="93"/>
                  <a:pt x="1051" y="49"/>
                  <a:pt x="1200" y="28"/>
                </a:cubicBezTo>
                <a:cubicBezTo>
                  <a:pt x="1349" y="7"/>
                  <a:pt x="1533" y="0"/>
                  <a:pt x="1704" y="12"/>
                </a:cubicBezTo>
                <a:cubicBezTo>
                  <a:pt x="1875" y="24"/>
                  <a:pt x="2042" y="45"/>
                  <a:pt x="2226" y="98"/>
                </a:cubicBezTo>
                <a:cubicBezTo>
                  <a:pt x="2410" y="151"/>
                  <a:pt x="2689" y="281"/>
                  <a:pt x="2811" y="329"/>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6" name="Freeform 346">
            <a:extLst>
              <a:ext uri="{FF2B5EF4-FFF2-40B4-BE49-F238E27FC236}">
                <a16:creationId xmlns:a16="http://schemas.microsoft.com/office/drawing/2014/main" id="{62BC0B9F-0E3E-1F4D-A21C-10E252572AEE}"/>
              </a:ext>
            </a:extLst>
          </p:cNvPr>
          <p:cNvSpPr>
            <a:spLocks/>
          </p:cNvSpPr>
          <p:nvPr/>
        </p:nvSpPr>
        <p:spPr bwMode="auto">
          <a:xfrm>
            <a:off x="6416279" y="3469810"/>
            <a:ext cx="865584" cy="260747"/>
          </a:xfrm>
          <a:custGeom>
            <a:avLst/>
            <a:gdLst>
              <a:gd name="T0" fmla="*/ 0 w 727"/>
              <a:gd name="T1" fmla="*/ 204787 h 219"/>
              <a:gd name="T2" fmla="*/ 230187 w 727"/>
              <a:gd name="T3" fmla="*/ 60325 h 219"/>
              <a:gd name="T4" fmla="*/ 363537 w 727"/>
              <a:gd name="T5" fmla="*/ 14287 h 219"/>
              <a:gd name="T6" fmla="*/ 487362 w 727"/>
              <a:gd name="T7" fmla="*/ 4762 h 219"/>
              <a:gd name="T8" fmla="*/ 606425 w 727"/>
              <a:gd name="T9" fmla="*/ 9525 h 219"/>
              <a:gd name="T10" fmla="*/ 763587 w 727"/>
              <a:gd name="T11" fmla="*/ 61912 h 219"/>
              <a:gd name="T12" fmla="*/ 1154112 w 727"/>
              <a:gd name="T13" fmla="*/ 347662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7" h="219">
                <a:moveTo>
                  <a:pt x="0" y="129"/>
                </a:moveTo>
                <a:cubicBezTo>
                  <a:pt x="24" y="114"/>
                  <a:pt x="107" y="58"/>
                  <a:pt x="145" y="38"/>
                </a:cubicBezTo>
                <a:cubicBezTo>
                  <a:pt x="183" y="18"/>
                  <a:pt x="202" y="15"/>
                  <a:pt x="229" y="9"/>
                </a:cubicBezTo>
                <a:cubicBezTo>
                  <a:pt x="256" y="3"/>
                  <a:pt x="282" y="3"/>
                  <a:pt x="307" y="3"/>
                </a:cubicBezTo>
                <a:cubicBezTo>
                  <a:pt x="332" y="3"/>
                  <a:pt x="353" y="0"/>
                  <a:pt x="382" y="6"/>
                </a:cubicBezTo>
                <a:cubicBezTo>
                  <a:pt x="411" y="12"/>
                  <a:pt x="423" y="3"/>
                  <a:pt x="481" y="39"/>
                </a:cubicBezTo>
                <a:cubicBezTo>
                  <a:pt x="539" y="75"/>
                  <a:pt x="676" y="182"/>
                  <a:pt x="727" y="219"/>
                </a:cubicBezTo>
              </a:path>
            </a:pathLst>
          </a:custGeom>
          <a:noFill/>
          <a:ln w="76200" cap="flat" cmpd="sng">
            <a:solidFill>
              <a:schemeClr val="hlink"/>
            </a:solidFill>
            <a:prstDash val="solid"/>
            <a:round/>
            <a:headEnd type="none" w="med" len="med"/>
            <a:tailEnd type="triangle" w="med" len="lg"/>
          </a:ln>
          <a:effectLst/>
        </p:spPr>
        <p:txBody>
          <a:bodyPr wrap="none" anchor="ctr"/>
          <a:lstStyle/>
          <a:p>
            <a:pPr>
              <a:defRPr/>
            </a:pPr>
            <a:endParaRPr lang="zh-CN" altLang="en-US">
              <a:cs typeface="+mn-cs"/>
            </a:endParaRPr>
          </a:p>
        </p:txBody>
      </p:sp>
      <p:sp>
        <p:nvSpPr>
          <p:cNvPr id="1136987" name="Text Box 347">
            <a:extLst>
              <a:ext uri="{FF2B5EF4-FFF2-40B4-BE49-F238E27FC236}">
                <a16:creationId xmlns:a16="http://schemas.microsoft.com/office/drawing/2014/main" id="{56899AEB-B266-834E-AD03-96DE1C8BEA5D}"/>
              </a:ext>
            </a:extLst>
          </p:cNvPr>
          <p:cNvSpPr txBox="1">
            <a:spLocks noChangeArrowheads="1"/>
          </p:cNvSpPr>
          <p:nvPr/>
        </p:nvSpPr>
        <p:spPr bwMode="auto">
          <a:xfrm>
            <a:off x="4491038" y="3009038"/>
            <a:ext cx="665567"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SMTP</a:t>
            </a:r>
          </a:p>
        </p:txBody>
      </p:sp>
      <p:sp>
        <p:nvSpPr>
          <p:cNvPr id="1136988" name="Text Box 348">
            <a:extLst>
              <a:ext uri="{FF2B5EF4-FFF2-40B4-BE49-F238E27FC236}">
                <a16:creationId xmlns:a16="http://schemas.microsoft.com/office/drawing/2014/main" id="{33ACA7DD-5AB6-DA4B-9A3A-A34A178EF054}"/>
              </a:ext>
            </a:extLst>
          </p:cNvPr>
          <p:cNvSpPr txBox="1">
            <a:spLocks noChangeArrowheads="1"/>
          </p:cNvSpPr>
          <p:nvPr/>
        </p:nvSpPr>
        <p:spPr bwMode="auto">
          <a:xfrm>
            <a:off x="1985963" y="3435282"/>
            <a:ext cx="665567"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SMTP</a:t>
            </a:r>
          </a:p>
        </p:txBody>
      </p:sp>
      <p:sp>
        <p:nvSpPr>
          <p:cNvPr id="1136989" name="Text Box 349">
            <a:extLst>
              <a:ext uri="{FF2B5EF4-FFF2-40B4-BE49-F238E27FC236}">
                <a16:creationId xmlns:a16="http://schemas.microsoft.com/office/drawing/2014/main" id="{307288C4-F2AE-3B4B-ABE0-029F2B1372CB}"/>
              </a:ext>
            </a:extLst>
          </p:cNvPr>
          <p:cNvSpPr txBox="1">
            <a:spLocks noChangeArrowheads="1"/>
          </p:cNvSpPr>
          <p:nvPr/>
        </p:nvSpPr>
        <p:spPr bwMode="auto">
          <a:xfrm>
            <a:off x="6542485" y="3223350"/>
            <a:ext cx="646331" cy="300082"/>
          </a:xfrm>
          <a:prstGeom prst="rect">
            <a:avLst/>
          </a:prstGeom>
          <a:noFill/>
          <a:ln>
            <a:noFill/>
          </a:ln>
          <a:effectLst/>
        </p:spPr>
        <p:txBody>
          <a:bodyPr wrap="none">
            <a:spAutoFit/>
          </a:bodyPr>
          <a:lstStyle/>
          <a:p>
            <a:pPr eaLnBrk="1" hangingPunct="1">
              <a:defRPr/>
            </a:pPr>
            <a:r>
              <a:rPr kumimoji="1" lang="en-US" altLang="zh-CN" sz="1350">
                <a:solidFill>
                  <a:srgbClr val="333399"/>
                </a:solidFill>
                <a:latin typeface="Arial" charset="0"/>
                <a:ea typeface="黑体" charset="-122"/>
              </a:rPr>
              <a:t>POP3</a:t>
            </a:r>
          </a:p>
        </p:txBody>
      </p:sp>
      <p:sp>
        <p:nvSpPr>
          <p:cNvPr id="224329" name="Text Box 350">
            <a:extLst>
              <a:ext uri="{FF2B5EF4-FFF2-40B4-BE49-F238E27FC236}">
                <a16:creationId xmlns:a16="http://schemas.microsoft.com/office/drawing/2014/main" id="{0D17CEBB-5076-0147-8F45-DF881EC1DF87}"/>
              </a:ext>
            </a:extLst>
          </p:cNvPr>
          <p:cNvSpPr txBox="1">
            <a:spLocks noChangeArrowheads="1"/>
          </p:cNvSpPr>
          <p:nvPr/>
        </p:nvSpPr>
        <p:spPr bwMode="auto">
          <a:xfrm>
            <a:off x="3052763" y="4647339"/>
            <a:ext cx="105028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   </a:t>
            </a:r>
            <a:r>
              <a:rPr kumimoji="1" lang="zh-CN" altLang="en-US" sz="1350">
                <a:latin typeface="Arial" panose="020B0604020202020204" pitchFamily="34" charset="0"/>
                <a:ea typeface="宋体" panose="02010600030101010101" pitchFamily="2" charset="-122"/>
              </a:rPr>
              <a:t>发送方</a:t>
            </a:r>
          </a:p>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邮件服务器</a:t>
            </a:r>
          </a:p>
        </p:txBody>
      </p:sp>
      <p:sp>
        <p:nvSpPr>
          <p:cNvPr id="1136991" name="Line 351">
            <a:extLst>
              <a:ext uri="{FF2B5EF4-FFF2-40B4-BE49-F238E27FC236}">
                <a16:creationId xmlns:a16="http://schemas.microsoft.com/office/drawing/2014/main" id="{3C711CE2-F71F-3F45-9E51-977721FC2D56}"/>
              </a:ext>
            </a:extLst>
          </p:cNvPr>
          <p:cNvSpPr>
            <a:spLocks noChangeShapeType="1"/>
          </p:cNvSpPr>
          <p:nvPr/>
        </p:nvSpPr>
        <p:spPr bwMode="auto">
          <a:xfrm flipV="1">
            <a:off x="7224713" y="3688885"/>
            <a:ext cx="89297" cy="556022"/>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2" name="Line 352">
            <a:extLst>
              <a:ext uri="{FF2B5EF4-FFF2-40B4-BE49-F238E27FC236}">
                <a16:creationId xmlns:a16="http://schemas.microsoft.com/office/drawing/2014/main" id="{6C4507C2-5D8A-904A-AE64-75B70297AC13}"/>
              </a:ext>
            </a:extLst>
          </p:cNvPr>
          <p:cNvSpPr>
            <a:spLocks noChangeShapeType="1"/>
          </p:cNvSpPr>
          <p:nvPr/>
        </p:nvSpPr>
        <p:spPr bwMode="auto">
          <a:xfrm flipV="1">
            <a:off x="2424113" y="4187757"/>
            <a:ext cx="457200" cy="457200"/>
          </a:xfrm>
          <a:prstGeom prst="line">
            <a:avLst/>
          </a:prstGeom>
          <a:noFill/>
          <a:ln w="12700">
            <a:solidFill>
              <a:schemeClr val="tx1"/>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3" name="Line 353">
            <a:extLst>
              <a:ext uri="{FF2B5EF4-FFF2-40B4-BE49-F238E27FC236}">
                <a16:creationId xmlns:a16="http://schemas.microsoft.com/office/drawing/2014/main" id="{DBF702D7-49A4-9844-9AFC-F5C6C754F218}"/>
              </a:ext>
            </a:extLst>
          </p:cNvPr>
          <p:cNvSpPr>
            <a:spLocks noChangeShapeType="1"/>
          </p:cNvSpPr>
          <p:nvPr/>
        </p:nvSpPr>
        <p:spPr bwMode="auto">
          <a:xfrm flipV="1">
            <a:off x="1719262" y="3831760"/>
            <a:ext cx="129779" cy="657225"/>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3" name="Text Box 354">
            <a:extLst>
              <a:ext uri="{FF2B5EF4-FFF2-40B4-BE49-F238E27FC236}">
                <a16:creationId xmlns:a16="http://schemas.microsoft.com/office/drawing/2014/main" id="{38E805ED-2429-4E40-807B-A705299BB7D5}"/>
              </a:ext>
            </a:extLst>
          </p:cNvPr>
          <p:cNvSpPr txBox="1">
            <a:spLocks noChangeArrowheads="1"/>
          </p:cNvSpPr>
          <p:nvPr/>
        </p:nvSpPr>
        <p:spPr bwMode="auto">
          <a:xfrm>
            <a:off x="1338263" y="4446123"/>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用户代理</a:t>
            </a:r>
          </a:p>
        </p:txBody>
      </p:sp>
      <p:sp>
        <p:nvSpPr>
          <p:cNvPr id="224334" name="Text Box 355">
            <a:extLst>
              <a:ext uri="{FF2B5EF4-FFF2-40B4-BE49-F238E27FC236}">
                <a16:creationId xmlns:a16="http://schemas.microsoft.com/office/drawing/2014/main" id="{BCE172D5-9E8B-0E4D-BF5E-D33972F48B1C}"/>
              </a:ext>
            </a:extLst>
          </p:cNvPr>
          <p:cNvSpPr txBox="1">
            <a:spLocks noChangeArrowheads="1"/>
          </p:cNvSpPr>
          <p:nvPr/>
        </p:nvSpPr>
        <p:spPr bwMode="auto">
          <a:xfrm>
            <a:off x="5624513" y="291021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用户邮箱</a:t>
            </a:r>
          </a:p>
        </p:txBody>
      </p:sp>
      <p:sp>
        <p:nvSpPr>
          <p:cNvPr id="1136996" name="Line 356">
            <a:extLst>
              <a:ext uri="{FF2B5EF4-FFF2-40B4-BE49-F238E27FC236}">
                <a16:creationId xmlns:a16="http://schemas.microsoft.com/office/drawing/2014/main" id="{F44836BB-9E78-D740-BE90-AD3A6C4ED9D0}"/>
              </a:ext>
            </a:extLst>
          </p:cNvPr>
          <p:cNvSpPr>
            <a:spLocks noChangeShapeType="1"/>
          </p:cNvSpPr>
          <p:nvPr/>
        </p:nvSpPr>
        <p:spPr bwMode="auto">
          <a:xfrm rot="10800000" flipH="1" flipV="1">
            <a:off x="6024562" y="3159057"/>
            <a:ext cx="329804" cy="333375"/>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6" name="Text Box 357">
            <a:extLst>
              <a:ext uri="{FF2B5EF4-FFF2-40B4-BE49-F238E27FC236}">
                <a16:creationId xmlns:a16="http://schemas.microsoft.com/office/drawing/2014/main" id="{4257814E-4C11-8444-AFA2-B04317F5649F}"/>
              </a:ext>
            </a:extLst>
          </p:cNvPr>
          <p:cNvSpPr txBox="1">
            <a:spLocks noChangeArrowheads="1"/>
          </p:cNvSpPr>
          <p:nvPr/>
        </p:nvSpPr>
        <p:spPr bwMode="auto">
          <a:xfrm>
            <a:off x="7372351" y="3138816"/>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接收方</a:t>
            </a:r>
          </a:p>
        </p:txBody>
      </p:sp>
      <p:sp>
        <p:nvSpPr>
          <p:cNvPr id="1136998" name="Line 358">
            <a:extLst>
              <a:ext uri="{FF2B5EF4-FFF2-40B4-BE49-F238E27FC236}">
                <a16:creationId xmlns:a16="http://schemas.microsoft.com/office/drawing/2014/main" id="{E8C215BA-7150-F744-B595-B8EB897F67A0}"/>
              </a:ext>
            </a:extLst>
          </p:cNvPr>
          <p:cNvSpPr>
            <a:spLocks noChangeShapeType="1"/>
          </p:cNvSpPr>
          <p:nvPr/>
        </p:nvSpPr>
        <p:spPr bwMode="auto">
          <a:xfrm flipV="1">
            <a:off x="5738813" y="4384211"/>
            <a:ext cx="446485" cy="302419"/>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6999" name="Line 359">
            <a:extLst>
              <a:ext uri="{FF2B5EF4-FFF2-40B4-BE49-F238E27FC236}">
                <a16:creationId xmlns:a16="http://schemas.microsoft.com/office/drawing/2014/main" id="{C51E5022-D6C3-3A41-A69F-3DBFCF026684}"/>
              </a:ext>
            </a:extLst>
          </p:cNvPr>
          <p:cNvSpPr>
            <a:spLocks noChangeShapeType="1"/>
          </p:cNvSpPr>
          <p:nvPr/>
        </p:nvSpPr>
        <p:spPr bwMode="auto">
          <a:xfrm flipH="1" flipV="1">
            <a:off x="3109912" y="4416357"/>
            <a:ext cx="328613" cy="278606"/>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39" name="Text Box 375">
            <a:extLst>
              <a:ext uri="{FF2B5EF4-FFF2-40B4-BE49-F238E27FC236}">
                <a16:creationId xmlns:a16="http://schemas.microsoft.com/office/drawing/2014/main" id="{1F42A06D-7529-0145-ADB2-149358265772}"/>
              </a:ext>
            </a:extLst>
          </p:cNvPr>
          <p:cNvSpPr txBox="1">
            <a:spLocks noChangeArrowheads="1"/>
          </p:cNvSpPr>
          <p:nvPr/>
        </p:nvSpPr>
        <p:spPr bwMode="auto">
          <a:xfrm>
            <a:off x="1859757" y="3234066"/>
            <a:ext cx="99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a:t>
            </a:r>
            <a:r>
              <a:rPr kumimoji="1" lang="zh-CN" altLang="en-US" sz="1350">
                <a:latin typeface="Arial" panose="020B0604020202020204" pitchFamily="34" charset="0"/>
                <a:ea typeface="宋体" panose="02010600030101010101" pitchFamily="2" charset="-122"/>
              </a:rPr>
              <a:t>发送邮件</a:t>
            </a:r>
            <a:r>
              <a:rPr kumimoji="1" lang="en-US" altLang="zh-CN" sz="1350">
                <a:latin typeface="Arial" panose="020B0604020202020204" pitchFamily="34" charset="0"/>
                <a:ea typeface="宋体" panose="02010600030101010101" pitchFamily="2" charset="-122"/>
              </a:rPr>
              <a:t>)</a:t>
            </a:r>
          </a:p>
        </p:txBody>
      </p:sp>
      <p:sp>
        <p:nvSpPr>
          <p:cNvPr id="224340" name="Text Box 376">
            <a:extLst>
              <a:ext uri="{FF2B5EF4-FFF2-40B4-BE49-F238E27FC236}">
                <a16:creationId xmlns:a16="http://schemas.microsoft.com/office/drawing/2014/main" id="{39D68A9A-2764-0040-9BC4-C0666A05C879}"/>
              </a:ext>
            </a:extLst>
          </p:cNvPr>
          <p:cNvSpPr txBox="1">
            <a:spLocks noChangeArrowheads="1"/>
          </p:cNvSpPr>
          <p:nvPr/>
        </p:nvSpPr>
        <p:spPr bwMode="auto">
          <a:xfrm>
            <a:off x="4229100" y="2772104"/>
            <a:ext cx="12234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（发送邮件）</a:t>
            </a:r>
          </a:p>
        </p:txBody>
      </p:sp>
      <p:sp>
        <p:nvSpPr>
          <p:cNvPr id="224341" name="Text Box 379">
            <a:extLst>
              <a:ext uri="{FF2B5EF4-FFF2-40B4-BE49-F238E27FC236}">
                <a16:creationId xmlns:a16="http://schemas.microsoft.com/office/drawing/2014/main" id="{C253B51C-E383-B142-B540-310DBB9A0417}"/>
              </a:ext>
            </a:extLst>
          </p:cNvPr>
          <p:cNvSpPr txBox="1">
            <a:spLocks noChangeArrowheads="1"/>
          </p:cNvSpPr>
          <p:nvPr/>
        </p:nvSpPr>
        <p:spPr bwMode="auto">
          <a:xfrm>
            <a:off x="6407944" y="2991179"/>
            <a:ext cx="9925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350">
                <a:latin typeface="Arial" panose="020B0604020202020204" pitchFamily="34" charset="0"/>
                <a:ea typeface="宋体" panose="02010600030101010101" pitchFamily="2" charset="-122"/>
              </a:rPr>
              <a:t>(</a:t>
            </a:r>
            <a:r>
              <a:rPr kumimoji="1" lang="zh-CN" altLang="en-US" sz="1350">
                <a:latin typeface="Arial" panose="020B0604020202020204" pitchFamily="34" charset="0"/>
                <a:ea typeface="宋体" panose="02010600030101010101" pitchFamily="2" charset="-122"/>
              </a:rPr>
              <a:t>读取邮件</a:t>
            </a:r>
            <a:r>
              <a:rPr kumimoji="1" lang="en-US" altLang="zh-CN" sz="1350">
                <a:latin typeface="Arial" panose="020B0604020202020204" pitchFamily="34" charset="0"/>
                <a:ea typeface="宋体" panose="02010600030101010101" pitchFamily="2" charset="-122"/>
              </a:rPr>
              <a:t>)</a:t>
            </a:r>
          </a:p>
        </p:txBody>
      </p:sp>
      <p:graphicFrame>
        <p:nvGraphicFramePr>
          <p:cNvPr id="224342" name="Object 383">
            <a:extLst>
              <a:ext uri="{FF2B5EF4-FFF2-40B4-BE49-F238E27FC236}">
                <a16:creationId xmlns:a16="http://schemas.microsoft.com/office/drawing/2014/main" id="{F4A3EB7B-2EB7-034E-BAE1-45E04E9956C1}"/>
              </a:ext>
            </a:extLst>
          </p:cNvPr>
          <p:cNvGraphicFramePr>
            <a:graphicFrameLocks noGrp="1" noChangeAspect="1"/>
          </p:cNvGraphicFramePr>
          <p:nvPr>
            <p:ph idx="1"/>
            <p:extLst>
              <p:ext uri="{D42A27DB-BD31-4B8C-83A1-F6EECF244321}">
                <p14:modId xmlns:p14="http://schemas.microsoft.com/office/powerpoint/2010/main" val="2231306511"/>
              </p:ext>
            </p:extLst>
          </p:nvPr>
        </p:nvGraphicFramePr>
        <p:xfrm>
          <a:off x="3762376" y="3463857"/>
          <a:ext cx="1889522" cy="1079897"/>
        </p:xfrm>
        <a:graphic>
          <a:graphicData uri="http://schemas.openxmlformats.org/presentationml/2006/ole">
            <mc:AlternateContent xmlns:mc="http://schemas.openxmlformats.org/markup-compatibility/2006">
              <mc:Choice xmlns:v="urn:schemas-microsoft-com:vml" Requires="v">
                <p:oleObj spid="_x0000_s210953" name="VISIO" r:id="rId4" imgW="3378200" imgH="1930400" progId="Visio.Drawing.6">
                  <p:embed/>
                </p:oleObj>
              </mc:Choice>
              <mc:Fallback>
                <p:oleObj name="VISIO" r:id="rId4" imgW="3378200" imgH="1930400" progId="Visio.Drawing.6">
                  <p:embed/>
                  <p:pic>
                    <p:nvPicPr>
                      <p:cNvPr id="224342" name="Object 383">
                        <a:extLst>
                          <a:ext uri="{FF2B5EF4-FFF2-40B4-BE49-F238E27FC236}">
                            <a16:creationId xmlns:a16="http://schemas.microsoft.com/office/drawing/2014/main" id="{F4A3EB7B-2EB7-034E-BAE1-45E04E9956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2376" y="3463857"/>
                        <a:ext cx="1889522" cy="1079897"/>
                      </a:xfrm>
                      <a:prstGeom prst="rect">
                        <a:avLst/>
                      </a:prstGeom>
                      <a:noFill/>
                      <a:ln>
                        <a:noFill/>
                      </a:ln>
                      <a:effectLst>
                        <a:outerShdw blurRad="63500" dist="2694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4343" name="Text Box 384">
            <a:extLst>
              <a:ext uri="{FF2B5EF4-FFF2-40B4-BE49-F238E27FC236}">
                <a16:creationId xmlns:a16="http://schemas.microsoft.com/office/drawing/2014/main" id="{F5EABDCE-A811-874F-BF1F-ED50DF5EBEFD}"/>
              </a:ext>
            </a:extLst>
          </p:cNvPr>
          <p:cNvSpPr txBox="1">
            <a:spLocks noChangeArrowheads="1"/>
          </p:cNvSpPr>
          <p:nvPr/>
        </p:nvSpPr>
        <p:spPr bwMode="auto">
          <a:xfrm>
            <a:off x="4408885" y="378532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350">
                <a:latin typeface="Arial" panose="020B0604020202020204" pitchFamily="34" charset="0"/>
                <a:ea typeface="宋体" panose="02010600030101010101" pitchFamily="2" charset="-122"/>
              </a:rPr>
              <a:t>因特网</a:t>
            </a:r>
          </a:p>
        </p:txBody>
      </p:sp>
      <p:sp>
        <p:nvSpPr>
          <p:cNvPr id="1137025" name="Rectangle 385">
            <a:extLst>
              <a:ext uri="{FF2B5EF4-FFF2-40B4-BE49-F238E27FC236}">
                <a16:creationId xmlns:a16="http://schemas.microsoft.com/office/drawing/2014/main" id="{AA3400C8-7198-834F-8636-057F01A960BA}"/>
              </a:ext>
            </a:extLst>
          </p:cNvPr>
          <p:cNvSpPr>
            <a:spLocks noChangeArrowheads="1"/>
          </p:cNvSpPr>
          <p:nvPr/>
        </p:nvSpPr>
        <p:spPr bwMode="auto">
          <a:xfrm>
            <a:off x="7272338" y="1501173"/>
            <a:ext cx="647700" cy="1296590"/>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6" name="Rectangle 386">
            <a:extLst>
              <a:ext uri="{FF2B5EF4-FFF2-40B4-BE49-F238E27FC236}">
                <a16:creationId xmlns:a16="http://schemas.microsoft.com/office/drawing/2014/main" id="{B49A68D3-A1D6-F946-980C-5E9F3606CEC6}"/>
              </a:ext>
            </a:extLst>
          </p:cNvPr>
          <p:cNvSpPr>
            <a:spLocks noChangeArrowheads="1"/>
          </p:cNvSpPr>
          <p:nvPr/>
        </p:nvSpPr>
        <p:spPr bwMode="auto">
          <a:xfrm>
            <a:off x="2574131" y="1492838"/>
            <a:ext cx="647700" cy="1304925"/>
          </a:xfrm>
          <a:prstGeom prst="rect">
            <a:avLst/>
          </a:prstGeom>
          <a:solidFill>
            <a:srgbClr val="66FF66"/>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7" name="Rectangle 387">
            <a:extLst>
              <a:ext uri="{FF2B5EF4-FFF2-40B4-BE49-F238E27FC236}">
                <a16:creationId xmlns:a16="http://schemas.microsoft.com/office/drawing/2014/main" id="{44705990-CF76-8748-A5EA-40DB8F6ACE9A}"/>
              </a:ext>
            </a:extLst>
          </p:cNvPr>
          <p:cNvSpPr>
            <a:spLocks noChangeArrowheads="1"/>
          </p:cNvSpPr>
          <p:nvPr/>
        </p:nvSpPr>
        <p:spPr bwMode="auto">
          <a:xfrm>
            <a:off x="1277541" y="1492838"/>
            <a:ext cx="647700" cy="1304925"/>
          </a:xfrm>
          <a:prstGeom prst="rect">
            <a:avLst/>
          </a:prstGeom>
          <a:solidFill>
            <a:srgbClr val="CCECFF"/>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137028" name="Line 388">
            <a:extLst>
              <a:ext uri="{FF2B5EF4-FFF2-40B4-BE49-F238E27FC236}">
                <a16:creationId xmlns:a16="http://schemas.microsoft.com/office/drawing/2014/main" id="{00C8B2EB-988F-4D4E-85BC-6009663DE86A}"/>
              </a:ext>
            </a:extLst>
          </p:cNvPr>
          <p:cNvSpPr>
            <a:spLocks noChangeShapeType="1"/>
          </p:cNvSpPr>
          <p:nvPr/>
        </p:nvSpPr>
        <p:spPr bwMode="auto">
          <a:xfrm>
            <a:off x="1731169" y="1825023"/>
            <a:ext cx="896541"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1137029" name="Text Box 389">
            <a:extLst>
              <a:ext uri="{FF2B5EF4-FFF2-40B4-BE49-F238E27FC236}">
                <a16:creationId xmlns:a16="http://schemas.microsoft.com/office/drawing/2014/main" id="{B27C239F-10A3-6543-A6CC-BA888499DE9C}"/>
              </a:ext>
            </a:extLst>
          </p:cNvPr>
          <p:cNvSpPr txBox="1">
            <a:spLocks noChangeArrowheads="1"/>
          </p:cNvSpPr>
          <p:nvPr/>
        </p:nvSpPr>
        <p:spPr bwMode="auto">
          <a:xfrm>
            <a:off x="1914525" y="1582136"/>
            <a:ext cx="612668"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SMTP</a:t>
            </a:r>
          </a:p>
        </p:txBody>
      </p:sp>
      <p:sp>
        <p:nvSpPr>
          <p:cNvPr id="1137030" name="Text Box 390">
            <a:extLst>
              <a:ext uri="{FF2B5EF4-FFF2-40B4-BE49-F238E27FC236}">
                <a16:creationId xmlns:a16="http://schemas.microsoft.com/office/drawing/2014/main" id="{66B34996-385E-3D44-8F8A-26E166584295}"/>
              </a:ext>
            </a:extLst>
          </p:cNvPr>
          <p:cNvSpPr txBox="1">
            <a:spLocks noChangeArrowheads="1"/>
          </p:cNvSpPr>
          <p:nvPr/>
        </p:nvSpPr>
        <p:spPr bwMode="auto">
          <a:xfrm>
            <a:off x="6725842" y="1571420"/>
            <a:ext cx="595035"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POP3</a:t>
            </a:r>
          </a:p>
        </p:txBody>
      </p:sp>
      <p:sp>
        <p:nvSpPr>
          <p:cNvPr id="224350" name="Text Box 391">
            <a:extLst>
              <a:ext uri="{FF2B5EF4-FFF2-40B4-BE49-F238E27FC236}">
                <a16:creationId xmlns:a16="http://schemas.microsoft.com/office/drawing/2014/main" id="{CC5EBC8D-8DA1-C64E-9883-3632CD36675A}"/>
              </a:ext>
            </a:extLst>
          </p:cNvPr>
          <p:cNvSpPr txBox="1">
            <a:spLocks noChangeArrowheads="1"/>
          </p:cNvSpPr>
          <p:nvPr/>
        </p:nvSpPr>
        <p:spPr bwMode="auto">
          <a:xfrm>
            <a:off x="1955245" y="1230901"/>
            <a:ext cx="4924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a:t>
            </a:r>
          </a:p>
        </p:txBody>
      </p:sp>
      <p:sp>
        <p:nvSpPr>
          <p:cNvPr id="224351" name="Text Box 392">
            <a:extLst>
              <a:ext uri="{FF2B5EF4-FFF2-40B4-BE49-F238E27FC236}">
                <a16:creationId xmlns:a16="http://schemas.microsoft.com/office/drawing/2014/main" id="{74038BB2-4F9B-4F4F-BBC3-58D5052146FE}"/>
              </a:ext>
            </a:extLst>
          </p:cNvPr>
          <p:cNvSpPr txBox="1">
            <a:spLocks noChangeArrowheads="1"/>
          </p:cNvSpPr>
          <p:nvPr/>
        </p:nvSpPr>
        <p:spPr bwMode="auto">
          <a:xfrm>
            <a:off x="3977878" y="2147682"/>
            <a:ext cx="12715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发送邮件 </a:t>
            </a:r>
            <a:r>
              <a:rPr kumimoji="1" lang="en-US" altLang="zh-CN" sz="1200">
                <a:solidFill>
                  <a:schemeClr val="folHlink"/>
                </a:solidFill>
                <a:latin typeface="Arial" panose="020B0604020202020204" pitchFamily="34" charset="0"/>
                <a:ea typeface="宋体" panose="02010600030101010101" pitchFamily="2" charset="-122"/>
              </a:rPr>
              <a:t>SMTP</a:t>
            </a:r>
          </a:p>
        </p:txBody>
      </p:sp>
      <p:sp>
        <p:nvSpPr>
          <p:cNvPr id="224352" name="Text Box 393">
            <a:extLst>
              <a:ext uri="{FF2B5EF4-FFF2-40B4-BE49-F238E27FC236}">
                <a16:creationId xmlns:a16="http://schemas.microsoft.com/office/drawing/2014/main" id="{2C1AAD95-4D82-3041-B4D4-D73BA34D7E35}"/>
              </a:ext>
            </a:extLst>
          </p:cNvPr>
          <p:cNvSpPr txBox="1">
            <a:spLocks noChangeArrowheads="1"/>
          </p:cNvSpPr>
          <p:nvPr/>
        </p:nvSpPr>
        <p:spPr bwMode="auto">
          <a:xfrm>
            <a:off x="6731794" y="1177323"/>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读取</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a:t>
            </a:r>
          </a:p>
        </p:txBody>
      </p:sp>
      <p:sp>
        <p:nvSpPr>
          <p:cNvPr id="224353" name="Text Box 394">
            <a:extLst>
              <a:ext uri="{FF2B5EF4-FFF2-40B4-BE49-F238E27FC236}">
                <a16:creationId xmlns:a16="http://schemas.microsoft.com/office/drawing/2014/main" id="{38CA8FB1-7EA8-B94D-9A3C-51BB3AFA0DF4}"/>
              </a:ext>
            </a:extLst>
          </p:cNvPr>
          <p:cNvSpPr txBox="1">
            <a:spLocks noChangeArrowheads="1"/>
          </p:cNvSpPr>
          <p:nvPr/>
        </p:nvSpPr>
        <p:spPr bwMode="auto">
          <a:xfrm>
            <a:off x="1980010" y="1823832"/>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54" name="Text Box 395">
            <a:extLst>
              <a:ext uri="{FF2B5EF4-FFF2-40B4-BE49-F238E27FC236}">
                <a16:creationId xmlns:a16="http://schemas.microsoft.com/office/drawing/2014/main" id="{C5FD08DA-2E91-1144-B4D9-7061B348E62E}"/>
              </a:ext>
            </a:extLst>
          </p:cNvPr>
          <p:cNvSpPr txBox="1">
            <a:spLocks noChangeArrowheads="1"/>
          </p:cNvSpPr>
          <p:nvPr/>
        </p:nvSpPr>
        <p:spPr bwMode="auto">
          <a:xfrm>
            <a:off x="6721079" y="1876220"/>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a:t>
            </a:r>
          </a:p>
          <a:p>
            <a:pP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55" name="Text Box 396">
            <a:extLst>
              <a:ext uri="{FF2B5EF4-FFF2-40B4-BE49-F238E27FC236}">
                <a16:creationId xmlns:a16="http://schemas.microsoft.com/office/drawing/2014/main" id="{152CC193-4591-DD4E-9D5F-9CB117F0F401}"/>
              </a:ext>
            </a:extLst>
          </p:cNvPr>
          <p:cNvSpPr txBox="1">
            <a:spLocks noChangeArrowheads="1"/>
          </p:cNvSpPr>
          <p:nvPr/>
        </p:nvSpPr>
        <p:spPr bwMode="auto">
          <a:xfrm>
            <a:off x="2392353" y="103563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发送方</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邮件服务器</a:t>
            </a:r>
          </a:p>
        </p:txBody>
      </p:sp>
      <p:sp>
        <p:nvSpPr>
          <p:cNvPr id="224356" name="Oval 397">
            <a:extLst>
              <a:ext uri="{FF2B5EF4-FFF2-40B4-BE49-F238E27FC236}">
                <a16:creationId xmlns:a16="http://schemas.microsoft.com/office/drawing/2014/main" id="{B42E957A-00D7-E042-94F2-79A684FC0BDA}"/>
              </a:ext>
            </a:extLst>
          </p:cNvPr>
          <p:cNvSpPr>
            <a:spLocks noChangeArrowheads="1"/>
          </p:cNvSpPr>
          <p:nvPr/>
        </p:nvSpPr>
        <p:spPr bwMode="auto">
          <a:xfrm>
            <a:off x="1331119" y="1554750"/>
            <a:ext cx="539354" cy="539354"/>
          </a:xfrm>
          <a:prstGeom prst="ellipse">
            <a:avLst/>
          </a:prstGeom>
          <a:solidFill>
            <a:srgbClr val="FFFF99"/>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57" name="Oval 398">
            <a:extLst>
              <a:ext uri="{FF2B5EF4-FFF2-40B4-BE49-F238E27FC236}">
                <a16:creationId xmlns:a16="http://schemas.microsoft.com/office/drawing/2014/main" id="{65D6F74A-0480-9845-AA09-7FFA476E2A07}"/>
              </a:ext>
            </a:extLst>
          </p:cNvPr>
          <p:cNvSpPr>
            <a:spLocks noChangeArrowheads="1"/>
          </p:cNvSpPr>
          <p:nvPr/>
        </p:nvSpPr>
        <p:spPr bwMode="auto">
          <a:xfrm>
            <a:off x="7325916" y="1554750"/>
            <a:ext cx="539353" cy="539354"/>
          </a:xfrm>
          <a:prstGeom prst="ellipse">
            <a:avLst/>
          </a:prstGeom>
          <a:solidFill>
            <a:srgbClr val="CCCC00"/>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POP3</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58" name="Text Box 399">
            <a:extLst>
              <a:ext uri="{FF2B5EF4-FFF2-40B4-BE49-F238E27FC236}">
                <a16:creationId xmlns:a16="http://schemas.microsoft.com/office/drawing/2014/main" id="{51210F31-7B44-0048-B0AF-C7001327D8EA}"/>
              </a:ext>
            </a:extLst>
          </p:cNvPr>
          <p:cNvSpPr txBox="1">
            <a:spLocks noChangeArrowheads="1"/>
          </p:cNvSpPr>
          <p:nvPr/>
        </p:nvSpPr>
        <p:spPr bwMode="auto">
          <a:xfrm>
            <a:off x="1175087" y="1035638"/>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发件人</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用户代理</a:t>
            </a:r>
          </a:p>
        </p:txBody>
      </p:sp>
      <p:sp>
        <p:nvSpPr>
          <p:cNvPr id="224359" name="Text Box 400">
            <a:extLst>
              <a:ext uri="{FF2B5EF4-FFF2-40B4-BE49-F238E27FC236}">
                <a16:creationId xmlns:a16="http://schemas.microsoft.com/office/drawing/2014/main" id="{74824D79-F145-BD42-AA21-EB237445B10A}"/>
              </a:ext>
            </a:extLst>
          </p:cNvPr>
          <p:cNvSpPr txBox="1">
            <a:spLocks noChangeArrowheads="1"/>
          </p:cNvSpPr>
          <p:nvPr/>
        </p:nvSpPr>
        <p:spPr bwMode="auto">
          <a:xfrm>
            <a:off x="5804685" y="1035638"/>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接收方</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邮件服务器</a:t>
            </a:r>
          </a:p>
        </p:txBody>
      </p:sp>
      <p:sp>
        <p:nvSpPr>
          <p:cNvPr id="1137041" name="Rectangle 401">
            <a:extLst>
              <a:ext uri="{FF2B5EF4-FFF2-40B4-BE49-F238E27FC236}">
                <a16:creationId xmlns:a16="http://schemas.microsoft.com/office/drawing/2014/main" id="{EBFC9760-5147-4048-86BC-5C93B31F7783}"/>
              </a:ext>
            </a:extLst>
          </p:cNvPr>
          <p:cNvSpPr>
            <a:spLocks noChangeArrowheads="1"/>
          </p:cNvSpPr>
          <p:nvPr/>
        </p:nvSpPr>
        <p:spPr bwMode="auto">
          <a:xfrm>
            <a:off x="5976938" y="1501173"/>
            <a:ext cx="647700" cy="1296590"/>
          </a:xfrm>
          <a:prstGeom prst="rect">
            <a:avLst/>
          </a:prstGeom>
          <a:solidFill>
            <a:srgbClr val="66FF66"/>
          </a:solidFill>
          <a:ln w="19050">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224361" name="Oval 402">
            <a:extLst>
              <a:ext uri="{FF2B5EF4-FFF2-40B4-BE49-F238E27FC236}">
                <a16:creationId xmlns:a16="http://schemas.microsoft.com/office/drawing/2014/main" id="{C5F21260-F933-8847-A07A-3AB7F9E41457}"/>
              </a:ext>
            </a:extLst>
          </p:cNvPr>
          <p:cNvSpPr>
            <a:spLocks noChangeArrowheads="1"/>
          </p:cNvSpPr>
          <p:nvPr/>
        </p:nvSpPr>
        <p:spPr bwMode="auto">
          <a:xfrm>
            <a:off x="6030516" y="2148873"/>
            <a:ext cx="539353" cy="539353"/>
          </a:xfrm>
          <a:prstGeom prst="ellipse">
            <a:avLst/>
          </a:prstGeom>
          <a:solidFill>
            <a:srgbClr val="FFCCFF"/>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224362" name="Oval 403">
            <a:extLst>
              <a:ext uri="{FF2B5EF4-FFF2-40B4-BE49-F238E27FC236}">
                <a16:creationId xmlns:a16="http://schemas.microsoft.com/office/drawing/2014/main" id="{13ED6133-C842-754B-90B4-A2E5D9CC8D6D}"/>
              </a:ext>
            </a:extLst>
          </p:cNvPr>
          <p:cNvSpPr>
            <a:spLocks noChangeArrowheads="1"/>
          </p:cNvSpPr>
          <p:nvPr/>
        </p:nvSpPr>
        <p:spPr bwMode="auto">
          <a:xfrm>
            <a:off x="6030516" y="1554750"/>
            <a:ext cx="539353" cy="539354"/>
          </a:xfrm>
          <a:prstGeom prst="ellipse">
            <a:avLst/>
          </a:prstGeom>
          <a:solidFill>
            <a:srgbClr val="FF99FF"/>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POP3</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1137044" name="Line 404">
            <a:extLst>
              <a:ext uri="{FF2B5EF4-FFF2-40B4-BE49-F238E27FC236}">
                <a16:creationId xmlns:a16="http://schemas.microsoft.com/office/drawing/2014/main" id="{D96B0300-E010-1746-92DA-9B80FB274725}"/>
              </a:ext>
            </a:extLst>
          </p:cNvPr>
          <p:cNvSpPr>
            <a:spLocks noChangeShapeType="1"/>
          </p:cNvSpPr>
          <p:nvPr/>
        </p:nvSpPr>
        <p:spPr bwMode="auto">
          <a:xfrm flipV="1">
            <a:off x="3113485" y="2419144"/>
            <a:ext cx="2915840"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64" name="Oval 405">
            <a:extLst>
              <a:ext uri="{FF2B5EF4-FFF2-40B4-BE49-F238E27FC236}">
                <a16:creationId xmlns:a16="http://schemas.microsoft.com/office/drawing/2014/main" id="{5979B867-AF4D-504C-9101-B6E0EA60C5F0}"/>
              </a:ext>
            </a:extLst>
          </p:cNvPr>
          <p:cNvSpPr>
            <a:spLocks noChangeArrowheads="1"/>
          </p:cNvSpPr>
          <p:nvPr/>
        </p:nvSpPr>
        <p:spPr bwMode="auto">
          <a:xfrm>
            <a:off x="2628900" y="1554750"/>
            <a:ext cx="539354" cy="539354"/>
          </a:xfrm>
          <a:prstGeom prst="ellipse">
            <a:avLst/>
          </a:prstGeom>
          <a:solidFill>
            <a:srgbClr val="FFCCFF"/>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服务器</a:t>
            </a:r>
          </a:p>
        </p:txBody>
      </p:sp>
      <p:sp>
        <p:nvSpPr>
          <p:cNvPr id="224365" name="Oval 406">
            <a:extLst>
              <a:ext uri="{FF2B5EF4-FFF2-40B4-BE49-F238E27FC236}">
                <a16:creationId xmlns:a16="http://schemas.microsoft.com/office/drawing/2014/main" id="{EDF2D82B-BF54-4241-BC56-BF5345D3A41F}"/>
              </a:ext>
            </a:extLst>
          </p:cNvPr>
          <p:cNvSpPr>
            <a:spLocks noChangeArrowheads="1"/>
          </p:cNvSpPr>
          <p:nvPr/>
        </p:nvSpPr>
        <p:spPr bwMode="auto">
          <a:xfrm>
            <a:off x="2628900" y="2148873"/>
            <a:ext cx="539354" cy="539353"/>
          </a:xfrm>
          <a:prstGeom prst="ellipse">
            <a:avLst/>
          </a:prstGeom>
          <a:solidFill>
            <a:srgbClr val="FFFF99"/>
          </a:solidFill>
          <a:ln w="9525">
            <a:solidFill>
              <a:schemeClr val="folHlink"/>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SMTP</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客户</a:t>
            </a:r>
          </a:p>
        </p:txBody>
      </p:sp>
      <p:sp>
        <p:nvSpPr>
          <p:cNvPr id="224366" name="Text Box 407">
            <a:extLst>
              <a:ext uri="{FF2B5EF4-FFF2-40B4-BE49-F238E27FC236}">
                <a16:creationId xmlns:a16="http://schemas.microsoft.com/office/drawing/2014/main" id="{6D1DA977-7906-E446-A060-8557F15313BE}"/>
              </a:ext>
            </a:extLst>
          </p:cNvPr>
          <p:cNvSpPr txBox="1">
            <a:spLocks noChangeArrowheads="1"/>
          </p:cNvSpPr>
          <p:nvPr/>
        </p:nvSpPr>
        <p:spPr bwMode="auto">
          <a:xfrm>
            <a:off x="7227034" y="1035638"/>
            <a:ext cx="8002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收件人</a:t>
            </a:r>
          </a:p>
          <a:p>
            <a:pPr algn="ctr" eaLnBrk="1" hangingPunct="1">
              <a:spcBef>
                <a:spcPct val="0"/>
              </a:spcBef>
              <a:buClrTx/>
              <a:buSzTx/>
              <a:buFontTx/>
              <a:buNone/>
            </a:pPr>
            <a:r>
              <a:rPr kumimoji="1" lang="zh-CN" altLang="en-US" sz="1200">
                <a:solidFill>
                  <a:schemeClr val="folHlink"/>
                </a:solidFill>
                <a:latin typeface="Arial" panose="020B0604020202020204" pitchFamily="34" charset="0"/>
                <a:ea typeface="宋体" panose="02010600030101010101" pitchFamily="2" charset="-122"/>
              </a:rPr>
              <a:t>用户代理</a:t>
            </a:r>
          </a:p>
        </p:txBody>
      </p:sp>
      <p:sp>
        <p:nvSpPr>
          <p:cNvPr id="1137048" name="Line 408">
            <a:extLst>
              <a:ext uri="{FF2B5EF4-FFF2-40B4-BE49-F238E27FC236}">
                <a16:creationId xmlns:a16="http://schemas.microsoft.com/office/drawing/2014/main" id="{8108A8EA-28C6-F34B-9D4D-A76E03C85EF4}"/>
              </a:ext>
            </a:extLst>
          </p:cNvPr>
          <p:cNvSpPr>
            <a:spLocks noChangeShapeType="1"/>
          </p:cNvSpPr>
          <p:nvPr/>
        </p:nvSpPr>
        <p:spPr bwMode="auto">
          <a:xfrm flipV="1">
            <a:off x="6569869" y="1825023"/>
            <a:ext cx="756047" cy="0"/>
          </a:xfrm>
          <a:prstGeom prst="line">
            <a:avLst/>
          </a:prstGeom>
          <a:noFill/>
          <a:ln w="762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24368" name="Text Box 409">
            <a:extLst>
              <a:ext uri="{FF2B5EF4-FFF2-40B4-BE49-F238E27FC236}">
                <a16:creationId xmlns:a16="http://schemas.microsoft.com/office/drawing/2014/main" id="{E5E8CD31-113A-A649-8057-1FFF31022B9E}"/>
              </a:ext>
            </a:extLst>
          </p:cNvPr>
          <p:cNvSpPr txBox="1">
            <a:spLocks noChangeArrowheads="1"/>
          </p:cNvSpPr>
          <p:nvPr/>
        </p:nvSpPr>
        <p:spPr bwMode="auto">
          <a:xfrm>
            <a:off x="4193382" y="2435814"/>
            <a:ext cx="8407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solidFill>
                  <a:schemeClr val="folHlink"/>
                </a:solidFill>
                <a:latin typeface="Arial" panose="020B0604020202020204" pitchFamily="34" charset="0"/>
                <a:ea typeface="宋体" panose="02010600030101010101" pitchFamily="2" charset="-122"/>
              </a:rPr>
              <a:t>TCP </a:t>
            </a:r>
            <a:r>
              <a:rPr kumimoji="1" lang="zh-CN" altLang="en-US" sz="1200">
                <a:solidFill>
                  <a:schemeClr val="folHlink"/>
                </a:solidFill>
                <a:latin typeface="Arial" panose="020B0604020202020204" pitchFamily="34" charset="0"/>
                <a:ea typeface="宋体" panose="02010600030101010101" pitchFamily="2" charset="-122"/>
              </a:rPr>
              <a:t>连接</a:t>
            </a:r>
          </a:p>
        </p:txBody>
      </p:sp>
      <p:sp>
        <p:nvSpPr>
          <p:cNvPr id="224369" name="幻灯片编号占位符 1">
            <a:extLst>
              <a:ext uri="{FF2B5EF4-FFF2-40B4-BE49-F238E27FC236}">
                <a16:creationId xmlns:a16="http://schemas.microsoft.com/office/drawing/2014/main" id="{15A061A8-D61A-6747-9701-C7CCA27DA8B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396585-68C0-D54E-B1DA-369EC71D56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257417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ED34FA84-B978-5440-85E4-F4E6B0FCD510}"/>
              </a:ext>
            </a:extLst>
          </p:cNvPr>
          <p:cNvSpPr>
            <a:spLocks noGrp="1" noChangeArrowheads="1"/>
          </p:cNvSpPr>
          <p:nvPr>
            <p:ph type="title"/>
          </p:nvPr>
        </p:nvSpPr>
        <p:spPr>
          <a:xfrm>
            <a:off x="180109" y="160735"/>
            <a:ext cx="7739929" cy="736997"/>
          </a:xfrm>
        </p:spPr>
        <p:txBody>
          <a:bodyPr/>
          <a:lstStyle/>
          <a:p>
            <a:pPr eaLnBrk="1" hangingPunct="1"/>
            <a:r>
              <a:rPr lang="zh-CN" altLang="en-US" dirty="0">
                <a:latin typeface="Times New Roman" panose="02020603050405020304" pitchFamily="18" charset="0"/>
                <a:ea typeface="宋体" panose="02010600030101010101" pitchFamily="2" charset="-122"/>
              </a:rPr>
              <a:t>用户代理 </a:t>
            </a:r>
            <a:r>
              <a:rPr lang="en-US" altLang="zh-CN" dirty="0">
                <a:latin typeface="Times New Roman" panose="02020603050405020304" pitchFamily="18" charset="0"/>
                <a:ea typeface="宋体" panose="02010600030101010101" pitchFamily="2" charset="-122"/>
              </a:rPr>
              <a:t>UA (User Agent)</a:t>
            </a:r>
          </a:p>
        </p:txBody>
      </p:sp>
      <p:sp>
        <p:nvSpPr>
          <p:cNvPr id="1138691" name="Rectangle 3">
            <a:extLst>
              <a:ext uri="{FF2B5EF4-FFF2-40B4-BE49-F238E27FC236}">
                <a16:creationId xmlns:a16="http://schemas.microsoft.com/office/drawing/2014/main" id="{2FF1064E-EC33-B442-8912-763F84A69E82}"/>
              </a:ext>
            </a:extLst>
          </p:cNvPr>
          <p:cNvSpPr>
            <a:spLocks noGrp="1" noChangeArrowheads="1"/>
          </p:cNvSpPr>
          <p:nvPr>
            <p:ph type="body" idx="1"/>
          </p:nvPr>
        </p:nvSpPr>
        <p:spPr>
          <a:xfrm>
            <a:off x="180108" y="1059657"/>
            <a:ext cx="8659091" cy="3780235"/>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用户代理 </a:t>
            </a:r>
            <a:r>
              <a:rPr lang="en-US" altLang="zh-CN" dirty="0">
                <a:latin typeface="Times New Roman" panose="02020603050405020304" pitchFamily="18" charset="0"/>
                <a:ea typeface="宋体" panose="02010600030101010101" pitchFamily="2" charset="-122"/>
              </a:rPr>
              <a:t>UA </a:t>
            </a:r>
            <a:r>
              <a:rPr lang="zh-CN" altLang="en-US" dirty="0">
                <a:latin typeface="Times New Roman" panose="02020603050405020304" pitchFamily="18" charset="0"/>
                <a:ea typeface="宋体" panose="02010600030101010101" pitchFamily="2" charset="-122"/>
              </a:rPr>
              <a:t>就是用户与电子邮件系统的接口，是</a:t>
            </a:r>
            <a:r>
              <a:rPr lang="zh-CN" altLang="en-US" dirty="0">
                <a:solidFill>
                  <a:srgbClr val="FF0000"/>
                </a:solidFill>
                <a:latin typeface="Times New Roman" panose="02020603050405020304" pitchFamily="18" charset="0"/>
                <a:ea typeface="宋体" panose="02010600030101010101" pitchFamily="2" charset="-122"/>
              </a:rPr>
              <a:t>电子邮件客户端软件</a:t>
            </a:r>
            <a:r>
              <a:rPr lang="zh-CN" altLang="en-US" dirty="0">
                <a:latin typeface="Times New Roman" panose="02020603050405020304" pitchFamily="18" charset="0"/>
                <a:ea typeface="宋体" panose="02010600030101010101" pitchFamily="2" charset="-122"/>
              </a:rPr>
              <a:t>。如</a:t>
            </a:r>
            <a:r>
              <a:rPr lang="en-US" altLang="zh-CN" dirty="0" err="1">
                <a:latin typeface="Times New Roman" panose="02020603050405020304" pitchFamily="18" charset="0"/>
                <a:ea typeface="宋体" panose="02010600030101010101" pitchFamily="2" charset="-122"/>
              </a:rPr>
              <a:t>Outlook,foxmail</a:t>
            </a:r>
            <a:r>
              <a:rPr lang="en-US" altLang="zh-CN" dirty="0">
                <a:latin typeface="Times New Roman" panose="02020603050405020304" pitchFamily="18" charset="0"/>
                <a:ea typeface="宋体" panose="02010600030101010101" pitchFamily="2" charset="-122"/>
              </a:rPr>
              <a:t>,</a:t>
            </a:r>
            <a:r>
              <a:rPr lang="mr-IN" altLang="zh-CN"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用户代理的功能：撰写、显示、处理和通信。</a:t>
            </a:r>
          </a:p>
          <a:p>
            <a:pPr eaLnBrk="1" hangingPunct="1">
              <a:lnSpc>
                <a:spcPct val="90000"/>
              </a:lnSpc>
            </a:pPr>
            <a:r>
              <a:rPr lang="zh-CN" altLang="en-US" dirty="0">
                <a:latin typeface="Times New Roman" panose="02020603050405020304" pitchFamily="18" charset="0"/>
                <a:ea typeface="宋体" panose="02010600030101010101" pitchFamily="2" charset="-122"/>
              </a:rPr>
              <a:t>邮件服务器的功能是发送和接收邮件，同时还要向发信人报告邮件传送的情况（已交付、被拒绝、丢失等）。</a:t>
            </a:r>
          </a:p>
          <a:p>
            <a:pPr eaLnBrk="1" hangingPunct="1">
              <a:lnSpc>
                <a:spcPct val="90000"/>
              </a:lnSpc>
            </a:pPr>
            <a:r>
              <a:rPr lang="zh-CN" altLang="en-US" dirty="0">
                <a:latin typeface="Times New Roman" panose="02020603050405020304" pitchFamily="18" charset="0"/>
                <a:ea typeface="宋体" panose="02010600030101010101" pitchFamily="2" charset="-122"/>
              </a:rPr>
              <a:t>邮件服务器按照</a:t>
            </a:r>
            <a:r>
              <a:rPr lang="zh-CN" altLang="en-US" dirty="0">
                <a:solidFill>
                  <a:srgbClr val="FF0000"/>
                </a:solidFill>
                <a:latin typeface="Times New Roman" panose="02020603050405020304" pitchFamily="18" charset="0"/>
                <a:ea typeface="宋体" panose="02010600030101010101" pitchFamily="2" charset="-122"/>
              </a:rPr>
              <a:t>客户</a:t>
            </a:r>
            <a:r>
              <a:rPr lang="zh-CN" altLang="en-US" dirty="0">
                <a:solidFill>
                  <a:srgbClr val="FF0000"/>
                </a:solidFill>
                <a:latin typeface="Times New Roman" panose="02020603050405020304" pitchFamily="18" charset="0"/>
                <a:ea typeface="宋体" panose="02010600030101010101" pitchFamily="2" charset="-122"/>
                <a:sym typeface="Symbol" pitchFamily="2" charset="2"/>
              </a:rPr>
              <a:t></a:t>
            </a:r>
            <a:r>
              <a:rPr lang="zh-CN" altLang="en-US" dirty="0">
                <a:solidFill>
                  <a:srgbClr val="FF0000"/>
                </a:solidFill>
                <a:latin typeface="Times New Roman" panose="02020603050405020304" pitchFamily="18" charset="0"/>
                <a:ea typeface="宋体" panose="02010600030101010101" pitchFamily="2" charset="-122"/>
              </a:rPr>
              <a:t>服务器</a:t>
            </a:r>
            <a:r>
              <a:rPr lang="zh-CN" altLang="en-US" dirty="0">
                <a:latin typeface="Times New Roman" panose="02020603050405020304" pitchFamily="18" charset="0"/>
                <a:ea typeface="宋体" panose="02010600030101010101" pitchFamily="2" charset="-122"/>
              </a:rPr>
              <a:t>方式工作。邮件服务器需要使用发送和读取两个不同的协议。</a:t>
            </a:r>
          </a:p>
        </p:txBody>
      </p:sp>
      <p:sp>
        <p:nvSpPr>
          <p:cNvPr id="226307" name="幻灯片编号占位符 1">
            <a:extLst>
              <a:ext uri="{FF2B5EF4-FFF2-40B4-BE49-F238E27FC236}">
                <a16:creationId xmlns:a16="http://schemas.microsoft.com/office/drawing/2014/main" id="{DF607748-AB44-9F40-BADC-E6CCF5D9C68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9DFDCAC-F3CF-6B4D-B82C-7BB5DEE65FC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67542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8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8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1"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B2FFEDE8-5F09-CA47-9862-B156FACA85EA}"/>
              </a:ext>
            </a:extLst>
          </p:cNvPr>
          <p:cNvSpPr>
            <a:spLocks noGrp="1" noChangeArrowheads="1"/>
          </p:cNvSpPr>
          <p:nvPr>
            <p:ph type="title"/>
          </p:nvPr>
        </p:nvSpPr>
        <p:spPr>
          <a:xfrm>
            <a:off x="152401" y="160735"/>
            <a:ext cx="7767638" cy="736997"/>
          </a:xfrm>
        </p:spPr>
        <p:txBody>
          <a:bodyPr/>
          <a:lstStyle/>
          <a:p>
            <a:pPr eaLnBrk="1" hangingPunct="1"/>
            <a:r>
              <a:rPr lang="zh-CN" altLang="en-US" dirty="0">
                <a:latin typeface="Times New Roman" panose="02020603050405020304" pitchFamily="18" charset="0"/>
                <a:ea typeface="宋体" panose="02010600030101010101" pitchFamily="2" charset="-122"/>
              </a:rPr>
              <a:t>应当注意</a:t>
            </a:r>
          </a:p>
        </p:txBody>
      </p:sp>
      <p:sp>
        <p:nvSpPr>
          <p:cNvPr id="228354" name="Rectangle 3">
            <a:extLst>
              <a:ext uri="{FF2B5EF4-FFF2-40B4-BE49-F238E27FC236}">
                <a16:creationId xmlns:a16="http://schemas.microsoft.com/office/drawing/2014/main" id="{E56047D9-F28F-314A-A0F0-3B9BA7BE6CD3}"/>
              </a:ext>
            </a:extLst>
          </p:cNvPr>
          <p:cNvSpPr>
            <a:spLocks noGrp="1" noChangeArrowheads="1"/>
          </p:cNvSpPr>
          <p:nvPr>
            <p:ph type="body" idx="1"/>
          </p:nvPr>
        </p:nvSpPr>
        <p:spPr>
          <a:xfrm>
            <a:off x="152400" y="1113235"/>
            <a:ext cx="8756073" cy="3402806"/>
          </a:xfrm>
        </p:spPr>
        <p:txBody>
          <a:bodyPr/>
          <a:lstStyle/>
          <a:p>
            <a:pPr eaLnBrk="1" hangingPunct="1"/>
            <a:r>
              <a:rPr lang="zh-CN" altLang="en-US" dirty="0">
                <a:ea typeface="宋体" panose="02010600030101010101" pitchFamily="2" charset="-122"/>
              </a:rPr>
              <a:t>一个邮件服务器既可以作为客户，也可以作为服务器。</a:t>
            </a:r>
          </a:p>
          <a:p>
            <a:pPr eaLnBrk="1" hangingPunct="1"/>
            <a:r>
              <a:rPr lang="zh-CN" altLang="en-US" dirty="0">
                <a:ea typeface="宋体" panose="02010600030101010101" pitchFamily="2" charset="-122"/>
              </a:rPr>
              <a:t>例如，当邮件服务器 </a:t>
            </a:r>
            <a:r>
              <a:rPr lang="en-US" altLang="zh-CN" dirty="0">
                <a:ea typeface="宋体" panose="02010600030101010101" pitchFamily="2" charset="-122"/>
              </a:rPr>
              <a:t>A </a:t>
            </a:r>
            <a:r>
              <a:rPr lang="zh-CN" altLang="en-US" dirty="0">
                <a:ea typeface="宋体" panose="02010600030101010101" pitchFamily="2" charset="-122"/>
              </a:rPr>
              <a:t>向另一个邮件服务器 </a:t>
            </a:r>
            <a:r>
              <a:rPr lang="en-US" altLang="zh-CN" dirty="0">
                <a:ea typeface="宋体" panose="02010600030101010101" pitchFamily="2" charset="-122"/>
              </a:rPr>
              <a:t>B </a:t>
            </a:r>
            <a:r>
              <a:rPr lang="zh-CN" altLang="en-US" dirty="0">
                <a:ea typeface="宋体" panose="02010600030101010101" pitchFamily="2" charset="-122"/>
              </a:rPr>
              <a:t>发送邮件时，邮件服务器 </a:t>
            </a:r>
            <a:r>
              <a:rPr lang="en-US" altLang="zh-CN" dirty="0">
                <a:ea typeface="宋体" panose="02010600030101010101" pitchFamily="2" charset="-122"/>
              </a:rPr>
              <a:t>A </a:t>
            </a:r>
            <a:r>
              <a:rPr lang="zh-CN" altLang="en-US" dirty="0">
                <a:ea typeface="宋体" panose="02010600030101010101" pitchFamily="2" charset="-122"/>
              </a:rPr>
              <a:t>就作为 </a:t>
            </a:r>
            <a:r>
              <a:rPr lang="en-US" altLang="zh-CN" dirty="0">
                <a:ea typeface="宋体" panose="02010600030101010101" pitchFamily="2" charset="-122"/>
              </a:rPr>
              <a:t>SMTP </a:t>
            </a:r>
            <a:r>
              <a:rPr lang="zh-CN" altLang="en-US" dirty="0">
                <a:ea typeface="宋体" panose="02010600030101010101" pitchFamily="2" charset="-122"/>
              </a:rPr>
              <a:t>客户，而 </a:t>
            </a:r>
            <a:r>
              <a:rPr lang="en-US" altLang="zh-CN" dirty="0">
                <a:ea typeface="宋体" panose="02010600030101010101" pitchFamily="2" charset="-122"/>
              </a:rPr>
              <a:t>B </a:t>
            </a:r>
            <a:r>
              <a:rPr lang="zh-CN" altLang="en-US" dirty="0">
                <a:ea typeface="宋体" panose="02010600030101010101" pitchFamily="2" charset="-122"/>
              </a:rPr>
              <a:t>是 </a:t>
            </a:r>
            <a:r>
              <a:rPr lang="en-US" altLang="zh-CN" dirty="0">
                <a:ea typeface="宋体" panose="02010600030101010101" pitchFamily="2" charset="-122"/>
              </a:rPr>
              <a:t>SMTP </a:t>
            </a:r>
            <a:r>
              <a:rPr lang="zh-CN" altLang="en-US" dirty="0">
                <a:ea typeface="宋体" panose="02010600030101010101" pitchFamily="2" charset="-122"/>
              </a:rPr>
              <a:t>服务器。</a:t>
            </a:r>
          </a:p>
          <a:p>
            <a:pPr eaLnBrk="1" hangingPunct="1"/>
            <a:r>
              <a:rPr lang="zh-CN" altLang="en-US" dirty="0">
                <a:ea typeface="宋体" panose="02010600030101010101" pitchFamily="2" charset="-122"/>
              </a:rPr>
              <a:t>当邮件服务器 </a:t>
            </a:r>
            <a:r>
              <a:rPr lang="en-US" altLang="zh-CN" dirty="0">
                <a:ea typeface="宋体" panose="02010600030101010101" pitchFamily="2" charset="-122"/>
              </a:rPr>
              <a:t>A </a:t>
            </a:r>
            <a:r>
              <a:rPr lang="zh-CN" altLang="en-US" dirty="0">
                <a:ea typeface="宋体" panose="02010600030101010101" pitchFamily="2" charset="-122"/>
              </a:rPr>
              <a:t>从另一个邮件服务器 </a:t>
            </a:r>
            <a:r>
              <a:rPr lang="en-US" altLang="zh-CN" dirty="0">
                <a:ea typeface="宋体" panose="02010600030101010101" pitchFamily="2" charset="-122"/>
              </a:rPr>
              <a:t>B </a:t>
            </a:r>
            <a:r>
              <a:rPr lang="zh-CN" altLang="en-US" dirty="0">
                <a:ea typeface="宋体" panose="02010600030101010101" pitchFamily="2" charset="-122"/>
              </a:rPr>
              <a:t>接收邮件时，邮件服务器 </a:t>
            </a:r>
            <a:r>
              <a:rPr lang="en-US" altLang="zh-CN" dirty="0">
                <a:ea typeface="宋体" panose="02010600030101010101" pitchFamily="2" charset="-122"/>
              </a:rPr>
              <a:t>A </a:t>
            </a:r>
            <a:r>
              <a:rPr lang="zh-CN" altLang="en-US" dirty="0">
                <a:ea typeface="宋体" panose="02010600030101010101" pitchFamily="2" charset="-122"/>
              </a:rPr>
              <a:t>就作为 </a:t>
            </a:r>
            <a:r>
              <a:rPr lang="en-US" altLang="zh-CN" dirty="0">
                <a:ea typeface="宋体" panose="02010600030101010101" pitchFamily="2" charset="-122"/>
              </a:rPr>
              <a:t>SMTP </a:t>
            </a:r>
            <a:r>
              <a:rPr lang="zh-CN" altLang="en-US" dirty="0">
                <a:ea typeface="宋体" panose="02010600030101010101" pitchFamily="2" charset="-122"/>
              </a:rPr>
              <a:t>服务器，而 </a:t>
            </a:r>
            <a:r>
              <a:rPr lang="en-US" altLang="zh-CN" dirty="0">
                <a:ea typeface="宋体" panose="02010600030101010101" pitchFamily="2" charset="-122"/>
              </a:rPr>
              <a:t>B </a:t>
            </a:r>
            <a:r>
              <a:rPr lang="zh-CN" altLang="en-US" dirty="0">
                <a:ea typeface="宋体" panose="02010600030101010101" pitchFamily="2" charset="-122"/>
              </a:rPr>
              <a:t>是 </a:t>
            </a:r>
            <a:r>
              <a:rPr lang="en-US" altLang="zh-CN" dirty="0">
                <a:ea typeface="宋体" panose="02010600030101010101" pitchFamily="2" charset="-122"/>
              </a:rPr>
              <a:t>SMTP </a:t>
            </a:r>
            <a:r>
              <a:rPr lang="zh-CN" altLang="en-US" dirty="0">
                <a:ea typeface="宋体" panose="02010600030101010101" pitchFamily="2" charset="-122"/>
              </a:rPr>
              <a:t>客户。</a:t>
            </a:r>
          </a:p>
        </p:txBody>
      </p:sp>
      <p:sp>
        <p:nvSpPr>
          <p:cNvPr id="228355" name="幻灯片编号占位符 1">
            <a:extLst>
              <a:ext uri="{FF2B5EF4-FFF2-40B4-BE49-F238E27FC236}">
                <a16:creationId xmlns:a16="http://schemas.microsoft.com/office/drawing/2014/main" id="{40BEDE98-4F94-5A4F-B313-1CA950E2453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5F63D0-9068-9E4E-8DD5-54A7094613E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14495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D3662CF4-3346-1843-8D28-B22AEC48F012}"/>
              </a:ext>
            </a:extLst>
          </p:cNvPr>
          <p:cNvSpPr>
            <a:spLocks noGrp="1" noChangeArrowheads="1"/>
          </p:cNvSpPr>
          <p:nvPr>
            <p:ph type="title"/>
          </p:nvPr>
        </p:nvSpPr>
        <p:spPr>
          <a:xfrm>
            <a:off x="166256" y="303610"/>
            <a:ext cx="7750212" cy="583081"/>
          </a:xfrm>
        </p:spPr>
        <p:txBody>
          <a:bodyPr/>
          <a:lstStyle/>
          <a:p>
            <a:pPr eaLnBrk="1" hangingPunct="1"/>
            <a:r>
              <a:rPr lang="zh-CN" altLang="en-US" sz="3000" dirty="0">
                <a:ea typeface="宋体" panose="02010600030101010101" pitchFamily="2" charset="-122"/>
              </a:rPr>
              <a:t>发送和接收电子邮件的几个重要步骤</a:t>
            </a:r>
          </a:p>
        </p:txBody>
      </p:sp>
      <p:sp>
        <p:nvSpPr>
          <p:cNvPr id="230402" name="Rectangle 3">
            <a:extLst>
              <a:ext uri="{FF2B5EF4-FFF2-40B4-BE49-F238E27FC236}">
                <a16:creationId xmlns:a16="http://schemas.microsoft.com/office/drawing/2014/main" id="{B06D942D-0101-0A4F-B079-69678A01D1E2}"/>
              </a:ext>
            </a:extLst>
          </p:cNvPr>
          <p:cNvSpPr>
            <a:spLocks noGrp="1" noChangeArrowheads="1"/>
          </p:cNvSpPr>
          <p:nvPr>
            <p:ph type="body" idx="1"/>
          </p:nvPr>
        </p:nvSpPr>
        <p:spPr>
          <a:xfrm>
            <a:off x="180116" y="1016253"/>
            <a:ext cx="8742217" cy="3292510"/>
          </a:xfrm>
        </p:spPr>
        <p:txBody>
          <a:bodyPr/>
          <a:lstStyle/>
          <a:p>
            <a:pPr marL="303610" indent="-303610" eaLnBrk="1" hangingPunct="1">
              <a:buNone/>
            </a:pPr>
            <a:r>
              <a:rPr lang="en-US" altLang="zh-CN" sz="2000" dirty="0">
                <a:ea typeface="宋体" panose="02010600030101010101" pitchFamily="2" charset="-122"/>
                <a:sym typeface="Wingdings"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发件人调用 </a:t>
            </a:r>
            <a:r>
              <a:rPr lang="en-US" altLang="zh-CN" sz="2000" dirty="0">
                <a:ea typeface="宋体" panose="02010600030101010101" pitchFamily="2" charset="-122"/>
              </a:rPr>
              <a:t>PC </a:t>
            </a:r>
            <a:r>
              <a:rPr lang="zh-CN" altLang="en-US" sz="2000" dirty="0">
                <a:ea typeface="宋体" panose="02010600030101010101" pitchFamily="2" charset="-122"/>
              </a:rPr>
              <a:t>中的用户代理撰写和编辑要发送的邮件。</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发件人的用户代理把邮件用 </a:t>
            </a:r>
            <a:r>
              <a:rPr lang="en-US" altLang="zh-CN" sz="2000" dirty="0">
                <a:ea typeface="宋体" panose="02010600030101010101" pitchFamily="2" charset="-122"/>
              </a:rPr>
              <a:t>SMTP </a:t>
            </a:r>
            <a:r>
              <a:rPr lang="zh-CN" altLang="en-US" sz="2000" dirty="0">
                <a:ea typeface="宋体" panose="02010600030101010101" pitchFamily="2" charset="-122"/>
              </a:rPr>
              <a:t>协议发给发送方邮件服务器，</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a:t>
            </a:r>
            <a:r>
              <a:rPr lang="en-US" altLang="zh-CN" sz="2000" dirty="0">
                <a:ea typeface="宋体" panose="02010600030101010101" pitchFamily="2" charset="-122"/>
              </a:rPr>
              <a:t>SMTP </a:t>
            </a:r>
            <a:r>
              <a:rPr lang="zh-CN" altLang="en-US" sz="2000" dirty="0">
                <a:ea typeface="宋体" panose="02010600030101010101" pitchFamily="2" charset="-122"/>
              </a:rPr>
              <a:t>服务器把邮件临时存放在邮件缓存队列中，等待发送。</a:t>
            </a:r>
          </a:p>
          <a:p>
            <a:pPr marL="303610" indent="-303610" eaLnBrk="1" hangingPunct="1">
              <a:buNone/>
            </a:pPr>
            <a:r>
              <a:rPr lang="zh-CN" altLang="en-US" sz="2000" dirty="0">
                <a:ea typeface="宋体" panose="02010600030101010101" pitchFamily="2" charset="-122"/>
                <a:sym typeface="Wingdings" pitchFamily="2" charset="2"/>
              </a:rPr>
              <a:t></a:t>
            </a:r>
            <a:r>
              <a:rPr lang="zh-CN" altLang="en-US" sz="2000" dirty="0">
                <a:ea typeface="宋体" panose="02010600030101010101" pitchFamily="2" charset="-122"/>
              </a:rPr>
              <a:t> 发送方邮件服务器的 </a:t>
            </a:r>
            <a:r>
              <a:rPr lang="en-US" altLang="zh-CN" sz="2000" dirty="0">
                <a:ea typeface="宋体" panose="02010600030101010101" pitchFamily="2" charset="-122"/>
              </a:rPr>
              <a:t>SMTP </a:t>
            </a:r>
            <a:r>
              <a:rPr lang="zh-CN" altLang="en-US" sz="2000" dirty="0">
                <a:ea typeface="宋体" panose="02010600030101010101" pitchFamily="2" charset="-122"/>
              </a:rPr>
              <a:t>客户与接收方邮件服务器的 </a:t>
            </a:r>
            <a:r>
              <a:rPr lang="en-US" altLang="zh-CN" sz="2000" dirty="0">
                <a:ea typeface="宋体" panose="02010600030101010101" pitchFamily="2" charset="-122"/>
              </a:rPr>
              <a:t>SMTP </a:t>
            </a:r>
            <a:r>
              <a:rPr lang="zh-CN" altLang="en-US" sz="2000" dirty="0">
                <a:ea typeface="宋体" panose="02010600030101010101" pitchFamily="2" charset="-122"/>
              </a:rPr>
              <a:t>服务器建立 </a:t>
            </a:r>
            <a:r>
              <a:rPr lang="en-US" altLang="zh-CN" sz="2000" dirty="0">
                <a:ea typeface="宋体" panose="02010600030101010101" pitchFamily="2" charset="-122"/>
              </a:rPr>
              <a:t>TCP </a:t>
            </a:r>
            <a:r>
              <a:rPr lang="zh-CN" altLang="en-US" sz="2000" dirty="0">
                <a:ea typeface="宋体" panose="02010600030101010101" pitchFamily="2" charset="-122"/>
              </a:rPr>
              <a:t>连接，然后就把邮件缓存队列中的邮件依次发送出去。</a:t>
            </a:r>
            <a:endParaRPr lang="en-US" altLang="zh-CN" sz="2000" dirty="0">
              <a:ea typeface="宋体" panose="02010600030101010101" pitchFamily="2" charset="-122"/>
            </a:endParaRPr>
          </a:p>
          <a:p>
            <a:pPr marL="372666" indent="-372666" eaLnBrk="1" hangingPunct="1">
              <a:buNone/>
            </a:pPr>
            <a:r>
              <a:rPr lang="en-US" altLang="zh-CN" sz="2000" dirty="0">
                <a:ea typeface="宋体" panose="02010600030101010101" pitchFamily="2" charset="-122"/>
                <a:sym typeface="Wingdings" pitchFamily="2" charset="2"/>
              </a:rPr>
              <a:t> </a:t>
            </a:r>
            <a:r>
              <a:rPr lang="zh-CN" altLang="en-US" sz="2000" dirty="0">
                <a:ea typeface="宋体" panose="02010600030101010101" pitchFamily="2" charset="-122"/>
              </a:rPr>
              <a:t>运行在接收方邮件服务器中的</a:t>
            </a:r>
            <a:r>
              <a:rPr lang="en-US" altLang="zh-CN" sz="2000" dirty="0">
                <a:ea typeface="宋体" panose="02010600030101010101" pitchFamily="2" charset="-122"/>
              </a:rPr>
              <a:t>SMTP</a:t>
            </a:r>
            <a:r>
              <a:rPr lang="zh-CN" altLang="en-US" sz="2000" dirty="0">
                <a:ea typeface="宋体" panose="02010600030101010101" pitchFamily="2" charset="-122"/>
              </a:rPr>
              <a:t>服务器进 程收到邮件后，把邮件放入收件人的用户邮箱中，等待收件人进行读取。 </a:t>
            </a:r>
          </a:p>
          <a:p>
            <a:pPr marL="372666" indent="-372666" eaLnBrk="1" hangingPunct="1">
              <a:buNone/>
            </a:pPr>
            <a:r>
              <a:rPr lang="zh-CN" altLang="en-US" sz="2000" dirty="0">
                <a:ea typeface="宋体" panose="02010600030101010101" pitchFamily="2" charset="-122"/>
                <a:sym typeface="Wingdings" pitchFamily="2" charset="2"/>
              </a:rPr>
              <a:t> </a:t>
            </a:r>
            <a:r>
              <a:rPr lang="zh-CN" altLang="en-US" sz="2000" dirty="0">
                <a:ea typeface="宋体" panose="02010600030101010101" pitchFamily="2" charset="-122"/>
              </a:rPr>
              <a:t>收件人在打算收信时，就运行 </a:t>
            </a:r>
            <a:r>
              <a:rPr lang="en-US" altLang="zh-CN" sz="2000" dirty="0">
                <a:ea typeface="宋体" panose="02010600030101010101" pitchFamily="2" charset="-122"/>
              </a:rPr>
              <a:t>PC </a:t>
            </a:r>
            <a:r>
              <a:rPr lang="zh-CN" altLang="en-US" sz="2000" dirty="0">
                <a:ea typeface="宋体" panose="02010600030101010101" pitchFamily="2" charset="-122"/>
              </a:rPr>
              <a:t>机中的用户代理，使用 </a:t>
            </a:r>
            <a:r>
              <a:rPr lang="en-US" altLang="zh-CN" sz="2000" dirty="0">
                <a:ea typeface="宋体" panose="02010600030101010101" pitchFamily="2" charset="-122"/>
              </a:rPr>
              <a:t>POP3</a:t>
            </a:r>
            <a:r>
              <a:rPr lang="zh-CN" altLang="en-US" sz="2000" dirty="0">
                <a:ea typeface="宋体" panose="02010600030101010101" pitchFamily="2" charset="-122"/>
              </a:rPr>
              <a:t>（或 </a:t>
            </a:r>
            <a:r>
              <a:rPr lang="en-US" altLang="zh-CN" sz="2000" dirty="0">
                <a:ea typeface="宋体" panose="02010600030101010101" pitchFamily="2" charset="-122"/>
              </a:rPr>
              <a:t>IMAP</a:t>
            </a:r>
            <a:r>
              <a:rPr lang="zh-CN" altLang="en-US" sz="2000" dirty="0">
                <a:ea typeface="宋体" panose="02010600030101010101" pitchFamily="2" charset="-122"/>
              </a:rPr>
              <a:t>）协议读取发送给自己的邮件。   </a:t>
            </a:r>
          </a:p>
        </p:txBody>
      </p:sp>
      <p:sp>
        <p:nvSpPr>
          <p:cNvPr id="230403" name="幻灯片编号占位符 1">
            <a:extLst>
              <a:ext uri="{FF2B5EF4-FFF2-40B4-BE49-F238E27FC236}">
                <a16:creationId xmlns:a16="http://schemas.microsoft.com/office/drawing/2014/main" id="{2215150E-1724-CE4F-AF11-366F39490103}"/>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594547-B6B3-A948-B44A-1D4963F5875B}"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tx1"/>
              </a:solidFill>
              <a:latin typeface="Tahoma" panose="020B0604030504040204" pitchFamily="34" charset="0"/>
              <a:ea typeface="宋体" panose="02010600030101010101" pitchFamily="2" charset="-122"/>
            </a:endParaRPr>
          </a:p>
        </p:txBody>
      </p:sp>
      <p:sp>
        <p:nvSpPr>
          <p:cNvPr id="5" name="Rectangle 3">
            <a:extLst>
              <a:ext uri="{FF2B5EF4-FFF2-40B4-BE49-F238E27FC236}">
                <a16:creationId xmlns:a16="http://schemas.microsoft.com/office/drawing/2014/main" id="{062581C9-8896-9344-AB4F-A5BD1472490A}"/>
              </a:ext>
            </a:extLst>
          </p:cNvPr>
          <p:cNvSpPr txBox="1">
            <a:spLocks noChangeArrowheads="1"/>
          </p:cNvSpPr>
          <p:nvPr/>
        </p:nvSpPr>
        <p:spPr bwMode="auto">
          <a:xfrm>
            <a:off x="180116" y="4572003"/>
            <a:ext cx="8977743" cy="3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273050" indent="-273050" algn="l" rtl="0" eaLnBrk="0" fontAlgn="base" hangingPunct="0">
              <a:lnSpc>
                <a:spcPct val="100000"/>
              </a:lnSpc>
              <a:spcBef>
                <a:spcPts val="750"/>
              </a:spcBef>
              <a:spcAft>
                <a:spcPct val="0"/>
              </a:spcAft>
              <a:buClr>
                <a:srgbClr val="3F762B"/>
              </a:buClr>
              <a:buFont typeface="Wingdings" pitchFamily="2" charset="2"/>
              <a:buChar char="l"/>
              <a:tabLst/>
              <a:defRPr sz="2400" baseline="0">
                <a:solidFill>
                  <a:schemeClr val="tx1"/>
                </a:solidFill>
                <a:latin typeface="Times New Roman" panose="02020603050405020304" pitchFamily="18" charset="0"/>
                <a:ea typeface="微软雅黑" panose="020B0503020204020204" pitchFamily="34" charset="-122"/>
                <a:cs typeface="+mn-cs"/>
                <a:sym typeface="Calibri" panose="020F0502020204030204" pitchFamily="34" charset="0"/>
              </a:defRPr>
            </a:lvl1pPr>
            <a:lvl2pPr marL="538163" indent="-254000" algn="l" rtl="0" eaLnBrk="0" fontAlgn="base" hangingPunct="0">
              <a:lnSpc>
                <a:spcPct val="100000"/>
              </a:lnSpc>
              <a:spcBef>
                <a:spcPts val="375"/>
              </a:spcBef>
              <a:spcAft>
                <a:spcPct val="0"/>
              </a:spcAft>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sym typeface="Calibri" panose="020F0502020204030204" pitchFamily="34" charset="0"/>
              </a:defRPr>
            </a:lvl2pPr>
            <a:lvl3pPr marL="893763" indent="-265113" algn="l" rtl="0" eaLnBrk="0" fontAlgn="base" hangingPunct="0">
              <a:lnSpc>
                <a:spcPct val="100000"/>
              </a:lnSpc>
              <a:spcBef>
                <a:spcPts val="375"/>
              </a:spcBef>
              <a:spcAft>
                <a:spcPct val="0"/>
              </a:spcAft>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sym typeface="Calibri" panose="020F0502020204030204" pitchFamily="34" charset="0"/>
              </a:defRPr>
            </a:lvl3pPr>
            <a:lvl4pPr marL="1208088" indent="-263525" algn="l" rtl="0" eaLnBrk="0" fontAlgn="base" hangingPunct="0">
              <a:lnSpc>
                <a:spcPct val="100000"/>
              </a:lnSpc>
              <a:spcBef>
                <a:spcPts val="375"/>
              </a:spcBef>
              <a:spcAft>
                <a:spcPct val="0"/>
              </a:spcAft>
              <a:buClr>
                <a:srgbClr val="3F762B"/>
              </a:buClr>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sym typeface="Calibri" panose="020F0502020204030204" pitchFamily="34" charset="0"/>
              </a:defRPr>
            </a:lvl4pPr>
            <a:lvl5pPr marL="1512888" indent="-233363" algn="l" rtl="0" eaLnBrk="0" fontAlgn="base" hangingPunct="0">
              <a:lnSpc>
                <a:spcPct val="100000"/>
              </a:lnSpc>
              <a:spcBef>
                <a:spcPts val="375"/>
              </a:spcBef>
              <a:spcAft>
                <a:spcPct val="0"/>
              </a:spcAft>
              <a:buClr>
                <a:srgbClr val="3F762B"/>
              </a:buClr>
              <a:buFont typeface="Wingdings" panose="05000000000000000000" pitchFamily="2" charset="2"/>
              <a:buChar char="n"/>
              <a:tabLst/>
              <a:defRPr sz="1800" baseline="0">
                <a:solidFill>
                  <a:schemeClr val="tx1"/>
                </a:solidFill>
                <a:latin typeface="Times New Roman" panose="02020603050405020304" pitchFamily="18" charset="0"/>
                <a:ea typeface="微软雅黑" panose="020B0503020204020204" pitchFamily="34" charset="-122"/>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a:lstStyle>
          <a:p>
            <a:pPr marL="372666" indent="-372666" eaLnBrk="1" hangingPunct="1">
              <a:buFont typeface="Wingdings" pitchFamily="2" charset="2"/>
              <a:buNone/>
            </a:pPr>
            <a:r>
              <a:rPr lang="zh-CN" altLang="en-US" kern="0" dirty="0">
                <a:solidFill>
                  <a:srgbClr val="C00000"/>
                </a:solidFill>
                <a:ea typeface="宋体" panose="02010600030101010101" pitchFamily="2" charset="-122"/>
              </a:rPr>
              <a:t>请注意，</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服务器和</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客户之间的通是由</a:t>
            </a:r>
            <a:r>
              <a:rPr lang="en-US" altLang="zh-CN" kern="0" dirty="0">
                <a:solidFill>
                  <a:srgbClr val="C00000"/>
                </a:solidFill>
                <a:ea typeface="宋体" panose="02010600030101010101" pitchFamily="2" charset="-122"/>
              </a:rPr>
              <a:t>POP3</a:t>
            </a:r>
            <a:r>
              <a:rPr lang="zh-CN" altLang="en-US" kern="0" dirty="0">
                <a:solidFill>
                  <a:srgbClr val="C00000"/>
                </a:solidFill>
                <a:ea typeface="宋体" panose="02010600030101010101" pitchFamily="2" charset="-122"/>
              </a:rPr>
              <a:t>客户发起的。</a:t>
            </a:r>
          </a:p>
        </p:txBody>
      </p:sp>
    </p:spTree>
    <p:extLst>
      <p:ext uri="{BB962C8B-B14F-4D97-AF65-F5344CB8AC3E}">
        <p14:creationId xmlns:p14="http://schemas.microsoft.com/office/powerpoint/2010/main" val="29514165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0659CEC7-4BF2-E748-A90C-8DCC8B179664}"/>
              </a:ext>
            </a:extLst>
          </p:cNvPr>
          <p:cNvSpPr>
            <a:spLocks noGrp="1" noChangeArrowheads="1"/>
          </p:cNvSpPr>
          <p:nvPr>
            <p:ph type="title"/>
          </p:nvPr>
        </p:nvSpPr>
        <p:spPr>
          <a:xfrm>
            <a:off x="166255" y="303609"/>
            <a:ext cx="7753783" cy="594123"/>
          </a:xfrm>
        </p:spPr>
        <p:txBody>
          <a:bodyPr/>
          <a:lstStyle/>
          <a:p>
            <a:pPr eaLnBrk="1" hangingPunct="1"/>
            <a:r>
              <a:rPr lang="zh-CN" altLang="en-US" dirty="0">
                <a:latin typeface="Times New Roman" panose="02020603050405020304" pitchFamily="18" charset="0"/>
                <a:ea typeface="宋体" panose="02010600030101010101" pitchFamily="2" charset="-122"/>
              </a:rPr>
              <a:t>电子邮件的组成</a:t>
            </a:r>
          </a:p>
        </p:txBody>
      </p:sp>
      <p:sp>
        <p:nvSpPr>
          <p:cNvPr id="1155075" name="Rectangle 3">
            <a:extLst>
              <a:ext uri="{FF2B5EF4-FFF2-40B4-BE49-F238E27FC236}">
                <a16:creationId xmlns:a16="http://schemas.microsoft.com/office/drawing/2014/main" id="{71A3E781-8754-644A-B49C-ECF1420E5BBB}"/>
              </a:ext>
            </a:extLst>
          </p:cNvPr>
          <p:cNvSpPr>
            <a:spLocks noGrp="1" noChangeArrowheads="1"/>
          </p:cNvSpPr>
          <p:nvPr>
            <p:ph type="body" idx="1"/>
          </p:nvPr>
        </p:nvSpPr>
        <p:spPr>
          <a:xfrm>
            <a:off x="166254" y="1113235"/>
            <a:ext cx="8714509" cy="3726656"/>
          </a:xfrm>
        </p:spPr>
        <p:txBody>
          <a:bodyPr/>
          <a:lstStyle/>
          <a:p>
            <a:pPr eaLnBrk="1" hangingPunct="1"/>
            <a:r>
              <a:rPr lang="zh-CN" altLang="en-US" dirty="0">
                <a:ea typeface="宋体" panose="02010600030101010101" pitchFamily="2" charset="-122"/>
              </a:rPr>
              <a:t>电子邮件由</a:t>
            </a:r>
            <a:r>
              <a:rPr lang="zh-CN" altLang="en-US" dirty="0">
                <a:solidFill>
                  <a:schemeClr val="hlink"/>
                </a:solidFill>
                <a:ea typeface="宋体" panose="02010600030101010101" pitchFamily="2" charset="-122"/>
              </a:rPr>
              <a:t>信封</a:t>
            </a:r>
            <a:r>
              <a:rPr lang="en-US" altLang="zh-CN" dirty="0">
                <a:ea typeface="宋体" panose="02010600030101010101" pitchFamily="2" charset="-122"/>
              </a:rPr>
              <a:t>(envelope)</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内容</a:t>
            </a:r>
            <a:r>
              <a:rPr lang="en-US" altLang="zh-CN" dirty="0">
                <a:ea typeface="宋体" panose="02010600030101010101" pitchFamily="2" charset="-122"/>
              </a:rPr>
              <a:t>(content)</a:t>
            </a:r>
            <a:r>
              <a:rPr lang="zh-CN" altLang="en-US" dirty="0">
                <a:ea typeface="宋体" panose="02010600030101010101" pitchFamily="2" charset="-122"/>
              </a:rPr>
              <a:t>两部分组成。</a:t>
            </a:r>
          </a:p>
          <a:p>
            <a:pPr eaLnBrk="1" hangingPunct="1"/>
            <a:r>
              <a:rPr lang="zh-CN" altLang="en-US" dirty="0">
                <a:ea typeface="宋体" panose="02010600030101010101" pitchFamily="2" charset="-122"/>
              </a:rPr>
              <a:t>电子邮件的传输程序根据邮件信封上的信息来传送邮件。用户在从自己的邮箱中读取邮件时才能见到邮件的内容。</a:t>
            </a:r>
          </a:p>
          <a:p>
            <a:pPr eaLnBrk="1" hangingPunct="1"/>
            <a:r>
              <a:rPr lang="zh-CN" altLang="en-US" dirty="0">
                <a:ea typeface="宋体" panose="02010600030101010101" pitchFamily="2" charset="-122"/>
              </a:rPr>
              <a:t>在邮件的信封上，最重要的就是收件人的地址。</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32451" name="幻灯片编号占位符 1">
            <a:extLst>
              <a:ext uri="{FF2B5EF4-FFF2-40B4-BE49-F238E27FC236}">
                <a16:creationId xmlns:a16="http://schemas.microsoft.com/office/drawing/2014/main" id="{2F754432-AE0C-6345-8A75-CB7BFE8B9F5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637D06E-9CE2-F245-852E-7F012392E64A}"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89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31201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5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5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507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90694A96-98A9-3042-983B-4884651BD326}"/>
              </a:ext>
            </a:extLst>
          </p:cNvPr>
          <p:cNvSpPr>
            <a:spLocks noGrp="1" noChangeArrowheads="1"/>
          </p:cNvSpPr>
          <p:nvPr>
            <p:ph type="title"/>
          </p:nvPr>
        </p:nvSpPr>
        <p:spPr>
          <a:xfrm>
            <a:off x="152401" y="195263"/>
            <a:ext cx="7823598" cy="702469"/>
          </a:xfrm>
        </p:spPr>
        <p:txBody>
          <a:bodyPr/>
          <a:lstStyle/>
          <a:p>
            <a:pPr eaLnBrk="1" hangingPunct="1"/>
            <a:r>
              <a:rPr lang="en-US" altLang="zh-CN" dirty="0">
                <a:latin typeface="Times New Roman" panose="02020603050405020304" pitchFamily="18" charset="0"/>
                <a:ea typeface="宋体" panose="02010600030101010101" pitchFamily="2" charset="-122"/>
              </a:rPr>
              <a:t>6.5.2  </a:t>
            </a:r>
            <a:r>
              <a:rPr lang="zh-CN" altLang="en-US" dirty="0">
                <a:latin typeface="Times New Roman" panose="02020603050405020304" pitchFamily="18" charset="0"/>
                <a:ea typeface="宋体" panose="02010600030101010101" pitchFamily="2" charset="-122"/>
              </a:rPr>
              <a:t>简单邮件传送协议 </a:t>
            </a:r>
            <a:r>
              <a:rPr lang="en-US" altLang="zh-CN" dirty="0">
                <a:latin typeface="Times New Roman" panose="02020603050405020304" pitchFamily="18" charset="0"/>
                <a:ea typeface="宋体" panose="02010600030101010101" pitchFamily="2" charset="-122"/>
              </a:rPr>
              <a:t>SMTP </a:t>
            </a:r>
          </a:p>
        </p:txBody>
      </p:sp>
      <p:sp>
        <p:nvSpPr>
          <p:cNvPr id="1159171" name="Rectangle 3">
            <a:extLst>
              <a:ext uri="{FF2B5EF4-FFF2-40B4-BE49-F238E27FC236}">
                <a16:creationId xmlns:a16="http://schemas.microsoft.com/office/drawing/2014/main" id="{85F81E00-92A5-CE4A-8271-F204E6DE02FE}"/>
              </a:ext>
            </a:extLst>
          </p:cNvPr>
          <p:cNvSpPr>
            <a:spLocks noGrp="1" noChangeArrowheads="1"/>
          </p:cNvSpPr>
          <p:nvPr>
            <p:ph type="body" idx="1"/>
          </p:nvPr>
        </p:nvSpPr>
        <p:spPr>
          <a:xfrm>
            <a:off x="152401" y="1113235"/>
            <a:ext cx="8714508" cy="3726656"/>
          </a:xfrm>
        </p:spPr>
        <p:txBody>
          <a:bodyPr/>
          <a:lstStyle/>
          <a:p>
            <a:pPr algn="just" eaLnBrk="1" hangingPunct="1"/>
            <a:r>
              <a:rPr lang="en-US" altLang="zh-CN" dirty="0">
                <a:ea typeface="宋体" panose="02010600030101010101" pitchFamily="2" charset="-122"/>
              </a:rPr>
              <a:t>SMTP </a:t>
            </a:r>
            <a:r>
              <a:rPr lang="zh-CN" altLang="en-US" dirty="0">
                <a:ea typeface="宋体" panose="02010600030101010101" pitchFamily="2" charset="-122"/>
              </a:rPr>
              <a:t>所规定的就是在两个相互通信的 </a:t>
            </a:r>
            <a:r>
              <a:rPr lang="en-US" altLang="zh-CN" dirty="0">
                <a:ea typeface="宋体" panose="02010600030101010101" pitchFamily="2" charset="-122"/>
              </a:rPr>
              <a:t>SMTP </a:t>
            </a:r>
            <a:r>
              <a:rPr lang="zh-CN" altLang="en-US" dirty="0">
                <a:ea typeface="宋体" panose="02010600030101010101" pitchFamily="2" charset="-122"/>
              </a:rPr>
              <a:t>进程之间应如何交换信息。</a:t>
            </a:r>
          </a:p>
          <a:p>
            <a:pPr algn="just" eaLnBrk="1" hangingPunct="1"/>
            <a:r>
              <a:rPr lang="zh-CN" altLang="en-US" dirty="0">
                <a:ea typeface="宋体" panose="02010600030101010101" pitchFamily="2" charset="-122"/>
              </a:rPr>
              <a:t>由于 </a:t>
            </a:r>
            <a:r>
              <a:rPr lang="en-US" altLang="zh-CN" dirty="0">
                <a:ea typeface="宋体" panose="02010600030101010101" pitchFamily="2" charset="-122"/>
              </a:rPr>
              <a:t>SMTP </a:t>
            </a:r>
            <a:r>
              <a:rPr lang="zh-CN" altLang="en-US" dirty="0">
                <a:ea typeface="宋体" panose="02010600030101010101" pitchFamily="2" charset="-122"/>
              </a:rPr>
              <a:t>使用客户服务器方式，因此负责发送邮件的 </a:t>
            </a:r>
            <a:r>
              <a:rPr lang="en-US" altLang="zh-CN" dirty="0">
                <a:ea typeface="宋体" panose="02010600030101010101" pitchFamily="2" charset="-122"/>
              </a:rPr>
              <a:t>SMTP </a:t>
            </a:r>
            <a:r>
              <a:rPr lang="zh-CN" altLang="en-US" dirty="0">
                <a:ea typeface="宋体" panose="02010600030101010101" pitchFamily="2" charset="-122"/>
              </a:rPr>
              <a:t>进程就是 </a:t>
            </a:r>
            <a:r>
              <a:rPr lang="en-US" altLang="zh-CN" dirty="0">
                <a:ea typeface="宋体" panose="02010600030101010101" pitchFamily="2" charset="-122"/>
              </a:rPr>
              <a:t>SMTP </a:t>
            </a:r>
            <a:r>
              <a:rPr lang="zh-CN" altLang="en-US" dirty="0">
                <a:ea typeface="宋体" panose="02010600030101010101" pitchFamily="2" charset="-122"/>
              </a:rPr>
              <a:t>客户，而负责接收邮件的 </a:t>
            </a:r>
            <a:r>
              <a:rPr lang="en-US" altLang="zh-CN" dirty="0">
                <a:ea typeface="宋体" panose="02010600030101010101" pitchFamily="2" charset="-122"/>
              </a:rPr>
              <a:t>SMTP </a:t>
            </a:r>
            <a:r>
              <a:rPr lang="zh-CN" altLang="en-US" dirty="0">
                <a:ea typeface="宋体" panose="02010600030101010101" pitchFamily="2" charset="-122"/>
              </a:rPr>
              <a:t>进程就是 </a:t>
            </a:r>
            <a:r>
              <a:rPr lang="en-US" altLang="zh-CN" dirty="0">
                <a:ea typeface="宋体" panose="02010600030101010101" pitchFamily="2" charset="-122"/>
              </a:rPr>
              <a:t>SMTP </a:t>
            </a:r>
            <a:r>
              <a:rPr lang="zh-CN" altLang="en-US" dirty="0">
                <a:ea typeface="宋体" panose="02010600030101010101" pitchFamily="2" charset="-122"/>
              </a:rPr>
              <a:t>服务器。</a:t>
            </a:r>
          </a:p>
          <a:p>
            <a:pPr algn="just" eaLnBrk="1" hangingPunct="1"/>
            <a:r>
              <a:rPr lang="en-US" altLang="zh-CN" dirty="0">
                <a:ea typeface="宋体" panose="02010600030101010101" pitchFamily="2" charset="-122"/>
              </a:rPr>
              <a:t>SMTP </a:t>
            </a:r>
            <a:r>
              <a:rPr lang="zh-CN" altLang="en-US" dirty="0">
                <a:ea typeface="宋体" panose="02010600030101010101" pitchFamily="2" charset="-122"/>
              </a:rPr>
              <a:t>规定了 </a:t>
            </a:r>
            <a:r>
              <a:rPr lang="en-US" altLang="zh-CN" dirty="0">
                <a:solidFill>
                  <a:srgbClr val="FF0000"/>
                </a:solidFill>
                <a:ea typeface="宋体" panose="02010600030101010101" pitchFamily="2" charset="-122"/>
              </a:rPr>
              <a:t>14 </a:t>
            </a:r>
            <a:r>
              <a:rPr lang="zh-CN" altLang="en-US" dirty="0">
                <a:solidFill>
                  <a:srgbClr val="FF0000"/>
                </a:solidFill>
                <a:ea typeface="宋体" panose="02010600030101010101" pitchFamily="2" charset="-122"/>
              </a:rPr>
              <a:t>条命令和 </a:t>
            </a:r>
            <a:r>
              <a:rPr lang="en-US" altLang="zh-CN" dirty="0">
                <a:solidFill>
                  <a:srgbClr val="FF0000"/>
                </a:solidFill>
                <a:ea typeface="宋体" panose="02010600030101010101" pitchFamily="2" charset="-122"/>
              </a:rPr>
              <a:t>21 </a:t>
            </a:r>
            <a:r>
              <a:rPr lang="zh-CN" altLang="en-US" dirty="0">
                <a:solidFill>
                  <a:srgbClr val="FF0000"/>
                </a:solidFill>
                <a:ea typeface="宋体" panose="02010600030101010101" pitchFamily="2" charset="-122"/>
              </a:rPr>
              <a:t>种应答信息</a:t>
            </a:r>
            <a:r>
              <a:rPr lang="zh-CN" altLang="en-US" dirty="0">
                <a:ea typeface="宋体" panose="02010600030101010101" pitchFamily="2" charset="-122"/>
              </a:rPr>
              <a:t>。每条命令用 </a:t>
            </a:r>
            <a:r>
              <a:rPr lang="en-US" altLang="zh-CN" dirty="0">
                <a:ea typeface="宋体" panose="02010600030101010101" pitchFamily="2" charset="-122"/>
              </a:rPr>
              <a:t>4 </a:t>
            </a:r>
            <a:r>
              <a:rPr lang="zh-CN" altLang="en-US" dirty="0">
                <a:ea typeface="宋体" panose="02010600030101010101" pitchFamily="2" charset="-122"/>
              </a:rPr>
              <a:t>个字母组成，而每一种应答信息一般只有一行信息，由一个 </a:t>
            </a:r>
            <a:r>
              <a:rPr lang="en-US" altLang="zh-CN" dirty="0">
                <a:ea typeface="宋体" panose="02010600030101010101" pitchFamily="2" charset="-122"/>
              </a:rPr>
              <a:t>3 </a:t>
            </a:r>
            <a:r>
              <a:rPr lang="zh-CN" altLang="en-US" dirty="0">
                <a:ea typeface="宋体" panose="02010600030101010101" pitchFamily="2" charset="-122"/>
              </a:rPr>
              <a:t>位数字的代码开始，后面附上（也可不附上）很简单的文字说明。</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36547" name="幻灯片编号占位符 1">
            <a:extLst>
              <a:ext uri="{FF2B5EF4-FFF2-40B4-BE49-F238E27FC236}">
                <a16:creationId xmlns:a16="http://schemas.microsoft.com/office/drawing/2014/main" id="{7A72521F-91D1-A345-BBF3-C5261BA8AE6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90A87CC-FC0A-7E4E-B483-62075B6E1B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728733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9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9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90D98033-7035-7E47-8865-C3A421C360D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通信的三个阶段 </a:t>
            </a:r>
          </a:p>
        </p:txBody>
      </p:sp>
      <p:sp>
        <p:nvSpPr>
          <p:cNvPr id="238594" name="Rectangle 3">
            <a:extLst>
              <a:ext uri="{FF2B5EF4-FFF2-40B4-BE49-F238E27FC236}">
                <a16:creationId xmlns:a16="http://schemas.microsoft.com/office/drawing/2014/main" id="{301DE28A-D1C9-A443-9563-1D2391AC846A}"/>
              </a:ext>
            </a:extLst>
          </p:cNvPr>
          <p:cNvSpPr>
            <a:spLocks noGrp="1" noChangeArrowheads="1"/>
          </p:cNvSpPr>
          <p:nvPr>
            <p:ph type="body" idx="1"/>
          </p:nvPr>
        </p:nvSpPr>
        <p:spPr>
          <a:xfrm>
            <a:off x="133564" y="1113235"/>
            <a:ext cx="8804952" cy="2970609"/>
          </a:xfrm>
        </p:spPr>
        <p:txBody>
          <a:bodyPr/>
          <a:lstStyle/>
          <a:p>
            <a:pPr eaLnBrk="1" hangingPunct="1">
              <a:buFont typeface="Wingdings" pitchFamily="2" charset="2"/>
              <a:buNone/>
            </a:pPr>
            <a:r>
              <a:rPr lang="en-US" altLang="zh-CN" dirty="0">
                <a:ea typeface="宋体" panose="02010600030101010101" pitchFamily="2" charset="-122"/>
              </a:rPr>
              <a:t>1. </a:t>
            </a:r>
            <a:r>
              <a:rPr lang="zh-CN" altLang="en-US" dirty="0">
                <a:ea typeface="宋体" panose="02010600030101010101" pitchFamily="2" charset="-122"/>
              </a:rPr>
              <a:t>连接建立：连接是在发送主机的 </a:t>
            </a:r>
            <a:r>
              <a:rPr lang="en-US" altLang="zh-CN" dirty="0">
                <a:ea typeface="宋体" panose="02010600030101010101" pitchFamily="2" charset="-122"/>
              </a:rPr>
              <a:t>SMTP </a:t>
            </a:r>
            <a:r>
              <a:rPr lang="zh-CN" altLang="en-US" dirty="0">
                <a:ea typeface="宋体" panose="02010600030101010101" pitchFamily="2" charset="-122"/>
              </a:rPr>
              <a:t>客户和接收主机的 </a:t>
            </a:r>
            <a:r>
              <a:rPr lang="en-US" altLang="zh-CN" dirty="0">
                <a:ea typeface="宋体" panose="02010600030101010101" pitchFamily="2" charset="-122"/>
              </a:rPr>
              <a:t>SMTP </a:t>
            </a:r>
            <a:r>
              <a:rPr lang="zh-CN" altLang="en-US" dirty="0">
                <a:ea typeface="宋体" panose="02010600030101010101" pitchFamily="2" charset="-122"/>
              </a:rPr>
              <a:t>服务器之间建立的。</a:t>
            </a:r>
            <a:r>
              <a:rPr lang="en-US" altLang="zh-CN" dirty="0">
                <a:ea typeface="宋体" panose="02010600030101010101" pitchFamily="2" charset="-122"/>
              </a:rPr>
              <a:t>SMTP</a:t>
            </a:r>
            <a:r>
              <a:rPr lang="zh-CN" altLang="en-US" dirty="0">
                <a:ea typeface="宋体" panose="02010600030101010101" pitchFamily="2" charset="-122"/>
              </a:rPr>
              <a:t>不使用中间的邮件服务器。</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a:p>
            <a:pPr eaLnBrk="1" hangingPunct="1">
              <a:buFont typeface="Wingdings" pitchFamily="2" charset="2"/>
              <a:buNone/>
            </a:pPr>
            <a:r>
              <a:rPr lang="en-US" altLang="zh-CN" dirty="0">
                <a:ea typeface="宋体" panose="02010600030101010101" pitchFamily="2" charset="-122"/>
              </a:rPr>
              <a:t>2. </a:t>
            </a:r>
            <a:r>
              <a:rPr lang="zh-CN" altLang="en-US" dirty="0">
                <a:ea typeface="宋体" panose="02010600030101010101" pitchFamily="2" charset="-122"/>
              </a:rPr>
              <a:t>邮件传送</a:t>
            </a:r>
          </a:p>
          <a:p>
            <a:pPr eaLnBrk="1" hangingPunct="1">
              <a:buFont typeface="Wingdings" pitchFamily="2" charset="2"/>
              <a:buNone/>
            </a:pPr>
            <a:r>
              <a:rPr lang="en-US" altLang="zh-CN" dirty="0">
                <a:ea typeface="宋体" panose="02010600030101010101" pitchFamily="2" charset="-122"/>
              </a:rPr>
              <a:t>3. </a:t>
            </a:r>
            <a:r>
              <a:rPr lang="zh-CN" altLang="en-US" dirty="0">
                <a:ea typeface="宋体" panose="02010600030101010101" pitchFamily="2" charset="-122"/>
              </a:rPr>
              <a:t>连接释放：邮件发送完毕后，</a:t>
            </a:r>
            <a:r>
              <a:rPr lang="en-US" altLang="zh-CN" dirty="0">
                <a:ea typeface="宋体" panose="02010600030101010101" pitchFamily="2" charset="-122"/>
              </a:rPr>
              <a:t>SMTP </a:t>
            </a:r>
            <a:r>
              <a:rPr lang="zh-CN" altLang="en-US" dirty="0">
                <a:ea typeface="宋体" panose="02010600030101010101" pitchFamily="2" charset="-122"/>
              </a:rPr>
              <a:t>应释放 </a:t>
            </a:r>
            <a:r>
              <a:rPr lang="en-US" altLang="zh-CN" dirty="0">
                <a:ea typeface="宋体" panose="02010600030101010101" pitchFamily="2" charset="-122"/>
              </a:rPr>
              <a:t>TCP </a:t>
            </a:r>
            <a:r>
              <a:rPr lang="zh-CN" altLang="en-US" dirty="0">
                <a:ea typeface="宋体" panose="02010600030101010101" pitchFamily="2" charset="-122"/>
              </a:rPr>
              <a:t>连接。 </a:t>
            </a:r>
          </a:p>
        </p:txBody>
      </p:sp>
      <p:sp>
        <p:nvSpPr>
          <p:cNvPr id="238595" name="幻灯片编号占位符 1">
            <a:extLst>
              <a:ext uri="{FF2B5EF4-FFF2-40B4-BE49-F238E27FC236}">
                <a16:creationId xmlns:a16="http://schemas.microsoft.com/office/drawing/2014/main" id="{5F544E24-078C-8445-8823-C5A1493728A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B54E2A-FB6C-194B-9939-26F600BA416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08508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9527A57E-ED74-5A48-A8F6-C16597ECB643}"/>
              </a:ext>
            </a:extLst>
          </p:cNvPr>
          <p:cNvSpPr>
            <a:spLocks noGrp="1" noChangeArrowheads="1"/>
          </p:cNvSpPr>
          <p:nvPr>
            <p:ph type="title"/>
          </p:nvPr>
        </p:nvSpPr>
        <p:spPr/>
        <p:txBody>
          <a:bodyPr/>
          <a:lstStyle/>
          <a:p>
            <a:pPr marL="628650" indent="-628650" eaLnBrk="1" hangingPunct="1"/>
            <a:r>
              <a:rPr lang="en-US" altLang="zh-CN" dirty="0">
                <a:latin typeface="Times New Roman" panose="02020603050405020304" pitchFamily="18" charset="0"/>
                <a:ea typeface="宋体" panose="02010600030101010101" pitchFamily="2" charset="-122"/>
              </a:rPr>
              <a:t>6.5.3  </a:t>
            </a:r>
            <a:r>
              <a:rPr lang="zh-CN" altLang="en-US" dirty="0">
                <a:latin typeface="Times New Roman" panose="02020603050405020304" pitchFamily="18" charset="0"/>
                <a:ea typeface="宋体" panose="02010600030101010101" pitchFamily="2" charset="-122"/>
              </a:rPr>
              <a:t>电子邮件的信息格式 </a:t>
            </a:r>
          </a:p>
        </p:txBody>
      </p:sp>
      <p:sp>
        <p:nvSpPr>
          <p:cNvPr id="1163267" name="Rectangle 3">
            <a:extLst>
              <a:ext uri="{FF2B5EF4-FFF2-40B4-BE49-F238E27FC236}">
                <a16:creationId xmlns:a16="http://schemas.microsoft.com/office/drawing/2014/main" id="{C41A59E7-A98B-8E40-B1CE-021F123F50AA}"/>
              </a:ext>
            </a:extLst>
          </p:cNvPr>
          <p:cNvSpPr>
            <a:spLocks noGrp="1" noChangeArrowheads="1"/>
          </p:cNvSpPr>
          <p:nvPr>
            <p:ph type="body" idx="1"/>
          </p:nvPr>
        </p:nvSpPr>
        <p:spPr>
          <a:xfrm>
            <a:off x="133564" y="1113235"/>
            <a:ext cx="8804952" cy="3888581"/>
          </a:xfrm>
        </p:spPr>
        <p:txBody>
          <a:bodyPr/>
          <a:lstStyle/>
          <a:p>
            <a:pPr algn="just" eaLnBrk="1" hangingPunct="1"/>
            <a:r>
              <a:rPr lang="zh-CN" altLang="en-US" dirty="0">
                <a:ea typeface="宋体" panose="02010600030101010101" pitchFamily="2" charset="-122"/>
              </a:rPr>
              <a:t>一个电子邮件分为</a:t>
            </a:r>
            <a:r>
              <a:rPr lang="zh-CN" altLang="en-US" dirty="0">
                <a:solidFill>
                  <a:schemeClr val="hlink"/>
                </a:solidFill>
                <a:ea typeface="宋体" panose="02010600030101010101" pitchFamily="2" charset="-122"/>
              </a:rPr>
              <a:t>信封</a:t>
            </a:r>
            <a:r>
              <a:rPr lang="zh-CN" altLang="en-US" dirty="0">
                <a:ea typeface="宋体" panose="02010600030101010101" pitchFamily="2" charset="-122"/>
              </a:rPr>
              <a:t>和</a:t>
            </a:r>
            <a:r>
              <a:rPr lang="zh-CN" altLang="en-US" dirty="0">
                <a:solidFill>
                  <a:schemeClr val="hlink"/>
                </a:solidFill>
                <a:ea typeface="宋体" panose="02010600030101010101" pitchFamily="2" charset="-122"/>
              </a:rPr>
              <a:t>内容</a:t>
            </a:r>
            <a:r>
              <a:rPr lang="zh-CN" altLang="en-US" dirty="0">
                <a:ea typeface="宋体" panose="02010600030101010101" pitchFamily="2" charset="-122"/>
              </a:rPr>
              <a:t>两大部分。</a:t>
            </a:r>
          </a:p>
          <a:p>
            <a:pPr algn="just" eaLnBrk="1" hangingPunct="1"/>
            <a:r>
              <a:rPr lang="en-US" altLang="zh-CN" dirty="0">
                <a:ea typeface="宋体" panose="02010600030101010101" pitchFamily="2" charset="-122"/>
              </a:rPr>
              <a:t>RFC 822 </a:t>
            </a:r>
            <a:r>
              <a:rPr lang="zh-CN" altLang="en-US" dirty="0">
                <a:ea typeface="宋体" panose="02010600030101010101" pitchFamily="2" charset="-122"/>
              </a:rPr>
              <a:t>只规定了邮件</a:t>
            </a:r>
            <a:r>
              <a:rPr lang="zh-CN" altLang="en-US" dirty="0">
                <a:solidFill>
                  <a:schemeClr val="hlink"/>
                </a:solidFill>
                <a:ea typeface="宋体" panose="02010600030101010101" pitchFamily="2" charset="-122"/>
              </a:rPr>
              <a:t>内容</a:t>
            </a:r>
            <a:r>
              <a:rPr lang="zh-CN" altLang="en-US" dirty="0">
                <a:ea typeface="宋体" panose="02010600030101010101" pitchFamily="2" charset="-122"/>
              </a:rPr>
              <a:t>中的</a:t>
            </a:r>
            <a:r>
              <a:rPr lang="zh-CN" altLang="en-US" dirty="0">
                <a:solidFill>
                  <a:schemeClr val="hlink"/>
                </a:solidFill>
                <a:ea typeface="宋体" panose="02010600030101010101" pitchFamily="2" charset="-122"/>
              </a:rPr>
              <a:t>首部</a:t>
            </a:r>
            <a:r>
              <a:rPr lang="en-US" altLang="zh-CN" dirty="0">
                <a:ea typeface="宋体" panose="02010600030101010101" pitchFamily="2" charset="-122"/>
              </a:rPr>
              <a:t>(header)</a:t>
            </a:r>
            <a:r>
              <a:rPr lang="zh-CN" altLang="en-US" dirty="0">
                <a:ea typeface="宋体" panose="02010600030101010101" pitchFamily="2" charset="-122"/>
              </a:rPr>
              <a:t>格式，而对邮件的</a:t>
            </a:r>
            <a:r>
              <a:rPr lang="zh-CN" altLang="en-US" dirty="0">
                <a:solidFill>
                  <a:schemeClr val="hlink"/>
                </a:solidFill>
                <a:ea typeface="宋体" panose="02010600030101010101" pitchFamily="2" charset="-122"/>
              </a:rPr>
              <a:t>主体</a:t>
            </a:r>
            <a:r>
              <a:rPr lang="en-US" altLang="zh-CN" dirty="0">
                <a:ea typeface="宋体" panose="02010600030101010101" pitchFamily="2" charset="-122"/>
              </a:rPr>
              <a:t>(body)</a:t>
            </a:r>
            <a:r>
              <a:rPr lang="zh-CN" altLang="en-US" dirty="0">
                <a:ea typeface="宋体" panose="02010600030101010101" pitchFamily="2" charset="-122"/>
              </a:rPr>
              <a:t>部分则让用户自由撰写。</a:t>
            </a:r>
          </a:p>
          <a:p>
            <a:pPr algn="just" eaLnBrk="1" hangingPunct="1"/>
            <a:r>
              <a:rPr lang="zh-CN" altLang="en-US" dirty="0">
                <a:ea typeface="宋体" panose="02010600030101010101" pitchFamily="2" charset="-122"/>
              </a:rPr>
              <a:t>用户写好首部后，邮件系统将自动地将信封所需的信息提取出来并写在信封上。所以用户不需要填写电子邮件信封上的信息。</a:t>
            </a:r>
          </a:p>
          <a:p>
            <a:pPr algn="just" eaLnBrk="1" hangingPunct="1"/>
            <a:r>
              <a:rPr lang="zh-CN" altLang="en-US" dirty="0">
                <a:ea typeface="宋体" panose="02010600030101010101" pitchFamily="2" charset="-122"/>
              </a:rPr>
              <a:t>邮件内容首部包括一些关键字，后面加上冒号。最重要的关键字是：</a:t>
            </a:r>
            <a:r>
              <a:rPr lang="en-US" altLang="zh-CN" dirty="0">
                <a:ea typeface="宋体" panose="02010600030101010101" pitchFamily="2" charset="-122"/>
              </a:rPr>
              <a:t>To </a:t>
            </a:r>
            <a:r>
              <a:rPr lang="zh-CN" altLang="en-US" dirty="0">
                <a:ea typeface="宋体" panose="02010600030101010101" pitchFamily="2" charset="-122"/>
              </a:rPr>
              <a:t>和 </a:t>
            </a:r>
            <a:r>
              <a:rPr lang="en-US" altLang="zh-CN" dirty="0">
                <a:ea typeface="宋体" panose="02010600030101010101" pitchFamily="2" charset="-122"/>
              </a:rPr>
              <a:t>Subject</a:t>
            </a:r>
            <a:r>
              <a:rPr lang="zh-CN" altLang="en-US" dirty="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40643" name="幻灯片编号占位符 1">
            <a:extLst>
              <a:ext uri="{FF2B5EF4-FFF2-40B4-BE49-F238E27FC236}">
                <a16:creationId xmlns:a16="http://schemas.microsoft.com/office/drawing/2014/main" id="{4DB29A29-40C1-174D-BC7C-7A171900987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37243E8-4F52-AB48-A491-C35F0275EB6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5689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32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3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63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a:extLst>
              <a:ext uri="{FF2B5EF4-FFF2-40B4-BE49-F238E27FC236}">
                <a16:creationId xmlns:a16="http://schemas.microsoft.com/office/drawing/2014/main" id="{68C9F660-5AD3-974E-A66C-90B43D8ECC75}"/>
              </a:ext>
            </a:extLst>
          </p:cNvPr>
          <p:cNvSpPr>
            <a:spLocks noGrp="1" noChangeArrowheads="1"/>
          </p:cNvSpPr>
          <p:nvPr>
            <p:ph type="title"/>
          </p:nvPr>
        </p:nvSpPr>
        <p:spPr>
          <a:xfrm>
            <a:off x="181733" y="233688"/>
            <a:ext cx="7684727" cy="647700"/>
          </a:xfrm>
        </p:spPr>
        <p:txBody>
          <a:bodyPr/>
          <a:lstStyle/>
          <a:p>
            <a:pPr eaLnBrk="1" hangingPunct="1"/>
            <a:r>
              <a:rPr lang="en-US" altLang="zh-CN" dirty="0">
                <a:latin typeface="Times New Roman" panose="02020603050405020304" pitchFamily="18" charset="0"/>
                <a:ea typeface="宋体" panose="02010600030101010101" pitchFamily="2" charset="-122"/>
              </a:rPr>
              <a:t>6.5.4  </a:t>
            </a:r>
            <a:r>
              <a:rPr lang="zh-CN" altLang="en-US" dirty="0">
                <a:latin typeface="Times New Roman" panose="02020603050405020304" pitchFamily="18" charset="0"/>
                <a:ea typeface="宋体" panose="02010600030101010101" pitchFamily="2" charset="-122"/>
              </a:rPr>
              <a:t>邮件读取协议</a:t>
            </a:r>
            <a:r>
              <a:rPr lang="en-US" altLang="zh-CN" dirty="0">
                <a:latin typeface="Times New Roman" panose="02020603050405020304" pitchFamily="18" charset="0"/>
                <a:ea typeface="宋体" panose="02010600030101010101" pitchFamily="2" charset="-122"/>
              </a:rPr>
              <a:t>POP3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IMAP</a:t>
            </a:r>
          </a:p>
        </p:txBody>
      </p:sp>
      <p:sp>
        <p:nvSpPr>
          <p:cNvPr id="1167363" name="Rectangle 3">
            <a:extLst>
              <a:ext uri="{FF2B5EF4-FFF2-40B4-BE49-F238E27FC236}">
                <a16:creationId xmlns:a16="http://schemas.microsoft.com/office/drawing/2014/main" id="{CC918FB8-F9A9-9842-84DB-E4C5F61B7B0C}"/>
              </a:ext>
            </a:extLst>
          </p:cNvPr>
          <p:cNvSpPr>
            <a:spLocks noGrp="1" noChangeArrowheads="1"/>
          </p:cNvSpPr>
          <p:nvPr>
            <p:ph type="body" idx="1"/>
          </p:nvPr>
        </p:nvSpPr>
        <p:spPr>
          <a:xfrm>
            <a:off x="181733" y="1113235"/>
            <a:ext cx="8712885" cy="3618309"/>
          </a:xfrm>
        </p:spPr>
        <p:txBody>
          <a:bodyPr/>
          <a:lstStyle/>
          <a:p>
            <a:pPr marL="457200" indent="-457200" algn="just" eaLnBrk="1" hangingPunct="1"/>
            <a:r>
              <a:rPr lang="zh-CN" altLang="en-US" dirty="0">
                <a:ea typeface="宋体" panose="02010600030101010101" pitchFamily="2" charset="-122"/>
              </a:rPr>
              <a:t>邮局协议</a:t>
            </a:r>
            <a:r>
              <a:rPr lang="zh-CN" altLang="en-US" sz="1100" dirty="0">
                <a:ea typeface="宋体" panose="02010600030101010101" pitchFamily="2" charset="-122"/>
              </a:rPr>
              <a:t> </a:t>
            </a:r>
            <a:r>
              <a:rPr lang="en-US" altLang="zh-CN" dirty="0">
                <a:ea typeface="宋体" panose="02010600030101010101" pitchFamily="2" charset="-122"/>
              </a:rPr>
              <a:t>POP</a:t>
            </a:r>
            <a:r>
              <a:rPr lang="en-US" altLang="zh-CN" sz="800" dirty="0">
                <a:ea typeface="宋体" panose="02010600030101010101" pitchFamily="2" charset="-122"/>
              </a:rPr>
              <a:t> </a:t>
            </a:r>
            <a:r>
              <a:rPr lang="zh-CN" altLang="en-US" dirty="0">
                <a:ea typeface="宋体" panose="02010600030101010101" pitchFamily="2" charset="-122"/>
              </a:rPr>
              <a:t>是一个非常简单、但功能有限的邮件读取协议，现在使用的是它的第三个版本 </a:t>
            </a:r>
            <a:r>
              <a:rPr lang="en-US" altLang="zh-CN" dirty="0">
                <a:ea typeface="宋体" panose="02010600030101010101" pitchFamily="2" charset="-122"/>
              </a:rPr>
              <a:t>POP3</a:t>
            </a:r>
            <a:r>
              <a:rPr lang="zh-CN" altLang="en-US" dirty="0">
                <a:ea typeface="宋体" panose="02010600030101010101" pitchFamily="2" charset="-122"/>
              </a:rPr>
              <a:t>。</a:t>
            </a:r>
          </a:p>
          <a:p>
            <a:pPr marL="457200" indent="-457200" algn="just" eaLnBrk="1" hangingPunct="1"/>
            <a:r>
              <a:rPr lang="en-US" altLang="zh-CN" dirty="0">
                <a:ea typeface="宋体" panose="02010600030101010101" pitchFamily="2" charset="-122"/>
              </a:rPr>
              <a:t>POP</a:t>
            </a:r>
            <a:r>
              <a:rPr lang="en-US" altLang="zh-CN" sz="1400" dirty="0">
                <a:ea typeface="宋体" panose="02010600030101010101" pitchFamily="2" charset="-122"/>
              </a:rPr>
              <a:t> </a:t>
            </a:r>
            <a:r>
              <a:rPr lang="zh-CN" altLang="en-US" dirty="0">
                <a:ea typeface="宋体" panose="02010600030101010101" pitchFamily="2" charset="-122"/>
              </a:rPr>
              <a:t>也使用客户服务器的工作方式。</a:t>
            </a:r>
          </a:p>
          <a:p>
            <a:pPr marL="457200" indent="-457200" algn="just" eaLnBrk="1" hangingPunct="1"/>
            <a:r>
              <a:rPr lang="zh-CN" altLang="en-US" dirty="0">
                <a:ea typeface="宋体" panose="02010600030101010101" pitchFamily="2" charset="-122"/>
              </a:rPr>
              <a:t>在接收邮件的用户</a:t>
            </a:r>
            <a:r>
              <a:rPr lang="zh-CN" altLang="en-US" sz="1400" dirty="0">
                <a:ea typeface="宋体" panose="02010600030101010101" pitchFamily="2" charset="-122"/>
              </a:rPr>
              <a:t> </a:t>
            </a:r>
            <a:r>
              <a:rPr lang="en-US" altLang="zh-CN" dirty="0">
                <a:solidFill>
                  <a:srgbClr val="FF0000"/>
                </a:solidFill>
                <a:ea typeface="宋体" panose="02010600030101010101" pitchFamily="2" charset="-122"/>
              </a:rPr>
              <a:t>PC</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机中必须运行</a:t>
            </a:r>
            <a:r>
              <a:rPr lang="zh-CN" altLang="en-US" sz="1400"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POP</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客户程序</a:t>
            </a:r>
            <a:r>
              <a:rPr lang="zh-CN" altLang="en-US" dirty="0">
                <a:ea typeface="宋体" panose="02010600030101010101" pitchFamily="2" charset="-122"/>
              </a:rPr>
              <a:t>，而在用户所连接的</a:t>
            </a:r>
            <a:r>
              <a:rPr lang="zh-CN" altLang="en-US" sz="1400" dirty="0">
                <a:ea typeface="宋体" panose="02010600030101010101" pitchFamily="2" charset="-122"/>
              </a:rPr>
              <a:t> </a:t>
            </a:r>
            <a:r>
              <a:rPr lang="en-US" altLang="zh-CN" dirty="0">
                <a:ea typeface="宋体" panose="02010600030101010101" pitchFamily="2" charset="-122"/>
              </a:rPr>
              <a:t>ISP</a:t>
            </a:r>
            <a:r>
              <a:rPr lang="en-US" altLang="zh-CN" sz="1400" dirty="0">
                <a:ea typeface="宋体" panose="02010600030101010101" pitchFamily="2" charset="-122"/>
              </a:rPr>
              <a:t> </a:t>
            </a:r>
            <a:r>
              <a:rPr lang="zh-CN" altLang="en-US" dirty="0">
                <a:ea typeface="宋体" panose="02010600030101010101" pitchFamily="2" charset="-122"/>
              </a:rPr>
              <a:t>的</a:t>
            </a:r>
            <a:r>
              <a:rPr lang="zh-CN" altLang="en-US" dirty="0">
                <a:solidFill>
                  <a:srgbClr val="FF0000"/>
                </a:solidFill>
                <a:ea typeface="宋体" panose="02010600030101010101" pitchFamily="2" charset="-122"/>
              </a:rPr>
              <a:t>邮件服务器中则运行</a:t>
            </a:r>
            <a:r>
              <a:rPr lang="zh-CN" altLang="en-US" sz="1400"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POP</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服务器程</a:t>
            </a:r>
            <a:r>
              <a:rPr lang="zh-CN" altLang="en-US" dirty="0">
                <a:ea typeface="宋体" panose="02010600030101010101" pitchFamily="2" charset="-122"/>
              </a:rPr>
              <a:t>序。</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44739" name="幻灯片编号占位符 1">
            <a:extLst>
              <a:ext uri="{FF2B5EF4-FFF2-40B4-BE49-F238E27FC236}">
                <a16:creationId xmlns:a16="http://schemas.microsoft.com/office/drawing/2014/main" id="{AC079E8C-2C49-5142-9F76-3716E723453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4D2A934-1C5F-8E45-8DE4-4FBF10D1D70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51846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6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BB42A991-2CF8-E84B-94C6-5BB2BFC12694}"/>
              </a:ext>
            </a:extLst>
          </p:cNvPr>
          <p:cNvSpPr>
            <a:spLocks noGrp="1" noChangeArrowheads="1"/>
          </p:cNvSpPr>
          <p:nvPr>
            <p:ph type="title"/>
          </p:nvPr>
        </p:nvSpPr>
        <p:spPr>
          <a:xfrm>
            <a:off x="180109" y="214313"/>
            <a:ext cx="7670873" cy="736997"/>
          </a:xfrm>
        </p:spPr>
        <p:txBody>
          <a:bodyPr/>
          <a:lstStyle/>
          <a:p>
            <a:pPr eaLnBrk="1" hangingPunct="1"/>
            <a:r>
              <a:rPr lang="en-US" altLang="zh-CN" sz="3000" dirty="0">
                <a:ea typeface="宋体" panose="02010600030101010101" pitchFamily="2" charset="-122"/>
              </a:rPr>
              <a:t>IMAP </a:t>
            </a:r>
            <a:r>
              <a:rPr lang="zh-CN" altLang="en-US" sz="3000" dirty="0">
                <a:ea typeface="宋体" panose="02010600030101010101" pitchFamily="2" charset="-122"/>
              </a:rPr>
              <a:t>协议</a:t>
            </a:r>
            <a:r>
              <a:rPr lang="en-US" altLang="zh-CN" sz="2700" dirty="0">
                <a:ea typeface="宋体" panose="02010600030101010101" pitchFamily="2" charset="-122"/>
              </a:rPr>
              <a:t>(Internet Message Access Protocol)</a:t>
            </a:r>
            <a:r>
              <a:rPr lang="en-US" altLang="zh-CN" sz="3000" dirty="0">
                <a:ea typeface="宋体" panose="02010600030101010101" pitchFamily="2" charset="-122"/>
              </a:rPr>
              <a:t> </a:t>
            </a:r>
          </a:p>
        </p:txBody>
      </p:sp>
      <p:sp>
        <p:nvSpPr>
          <p:cNvPr id="1169411" name="Rectangle 3">
            <a:extLst>
              <a:ext uri="{FF2B5EF4-FFF2-40B4-BE49-F238E27FC236}">
                <a16:creationId xmlns:a16="http://schemas.microsoft.com/office/drawing/2014/main" id="{440F71AA-89C5-E447-9DEA-2BBB3A5860FB}"/>
              </a:ext>
            </a:extLst>
          </p:cNvPr>
          <p:cNvSpPr>
            <a:spLocks noGrp="1" noChangeArrowheads="1"/>
          </p:cNvSpPr>
          <p:nvPr>
            <p:ph type="body" idx="1"/>
          </p:nvPr>
        </p:nvSpPr>
        <p:spPr>
          <a:xfrm>
            <a:off x="195588" y="1113235"/>
            <a:ext cx="8740593" cy="3402806"/>
          </a:xfrm>
        </p:spPr>
        <p:txBody>
          <a:bodyPr/>
          <a:lstStyle/>
          <a:p>
            <a:pPr eaLnBrk="1" hangingPunct="1"/>
            <a:r>
              <a:rPr lang="en-US" altLang="zh-CN" dirty="0">
                <a:ea typeface="宋体" panose="02010600030101010101" pitchFamily="2" charset="-122"/>
              </a:rPr>
              <a:t>IMAP </a:t>
            </a:r>
            <a:r>
              <a:rPr lang="zh-CN" altLang="en-US" dirty="0">
                <a:ea typeface="宋体" panose="02010600030101010101" pitchFamily="2" charset="-122"/>
              </a:rPr>
              <a:t>也是按客户服务器方式工作，现在较新的是版本 </a:t>
            </a:r>
            <a:r>
              <a:rPr lang="en-US" altLang="zh-CN" dirty="0">
                <a:ea typeface="宋体" panose="02010600030101010101" pitchFamily="2" charset="-122"/>
              </a:rPr>
              <a:t>4</a:t>
            </a:r>
            <a:r>
              <a:rPr lang="zh-CN" altLang="en-US" dirty="0">
                <a:ea typeface="宋体" panose="02010600030101010101" pitchFamily="2" charset="-122"/>
              </a:rPr>
              <a:t>，即 </a:t>
            </a:r>
            <a:r>
              <a:rPr lang="en-US" altLang="zh-CN" dirty="0">
                <a:ea typeface="宋体" panose="02010600030101010101" pitchFamily="2" charset="-122"/>
              </a:rPr>
              <a:t>IMAP4</a:t>
            </a:r>
            <a:r>
              <a:rPr lang="zh-CN" altLang="en-US" dirty="0">
                <a:ea typeface="宋体" panose="02010600030101010101" pitchFamily="2" charset="-122"/>
              </a:rPr>
              <a:t>。</a:t>
            </a:r>
          </a:p>
          <a:p>
            <a:pPr eaLnBrk="1" hangingPunct="1"/>
            <a:r>
              <a:rPr lang="zh-CN" altLang="en-US" dirty="0">
                <a:ea typeface="宋体" panose="02010600030101010101" pitchFamily="2" charset="-122"/>
              </a:rPr>
              <a:t>用户在自己的 </a:t>
            </a:r>
            <a:r>
              <a:rPr lang="en-US" altLang="zh-CN" dirty="0">
                <a:ea typeface="宋体" panose="02010600030101010101" pitchFamily="2" charset="-122"/>
              </a:rPr>
              <a:t>PC </a:t>
            </a:r>
            <a:r>
              <a:rPr lang="zh-CN" altLang="en-US" dirty="0">
                <a:ea typeface="宋体" panose="02010600030101010101" pitchFamily="2" charset="-122"/>
              </a:rPr>
              <a:t>机上就可以操纵 </a:t>
            </a:r>
            <a:r>
              <a:rPr lang="en-US" altLang="zh-CN" dirty="0">
                <a:ea typeface="宋体" panose="02010600030101010101" pitchFamily="2" charset="-122"/>
              </a:rPr>
              <a:t>ISP </a:t>
            </a:r>
            <a:r>
              <a:rPr lang="zh-CN" altLang="en-US" dirty="0">
                <a:ea typeface="宋体" panose="02010600030101010101" pitchFamily="2" charset="-122"/>
              </a:rPr>
              <a:t>的邮件服务器的邮箱，就像在本地操纵一样。</a:t>
            </a:r>
          </a:p>
          <a:p>
            <a:pPr eaLnBrk="1" hangingPunct="1"/>
            <a:r>
              <a:rPr lang="zh-CN" altLang="en-US" dirty="0">
                <a:ea typeface="宋体" panose="02010600030101010101" pitchFamily="2" charset="-122"/>
              </a:rPr>
              <a:t>因此 </a:t>
            </a:r>
            <a:r>
              <a:rPr lang="en-US" altLang="zh-CN" dirty="0">
                <a:ea typeface="宋体" panose="02010600030101010101" pitchFamily="2" charset="-122"/>
              </a:rPr>
              <a:t>IMAP </a:t>
            </a:r>
            <a:r>
              <a:rPr lang="zh-CN" altLang="en-US" dirty="0">
                <a:ea typeface="宋体" panose="02010600030101010101" pitchFamily="2" charset="-122"/>
              </a:rPr>
              <a:t>是一个</a:t>
            </a:r>
            <a:r>
              <a:rPr lang="zh-CN" altLang="en-US" dirty="0">
                <a:solidFill>
                  <a:srgbClr val="FF0000"/>
                </a:solidFill>
                <a:ea typeface="宋体" panose="02010600030101010101" pitchFamily="2" charset="-122"/>
              </a:rPr>
              <a:t>联机协议</a:t>
            </a:r>
            <a:r>
              <a:rPr lang="zh-CN" altLang="en-US" dirty="0">
                <a:ea typeface="宋体" panose="02010600030101010101" pitchFamily="2" charset="-122"/>
              </a:rPr>
              <a:t>。当用户 </a:t>
            </a:r>
            <a:r>
              <a:rPr lang="en-US" altLang="zh-CN" dirty="0">
                <a:ea typeface="宋体" panose="02010600030101010101" pitchFamily="2" charset="-122"/>
              </a:rPr>
              <a:t>PC </a:t>
            </a:r>
            <a:r>
              <a:rPr lang="zh-CN" altLang="en-US" dirty="0">
                <a:ea typeface="宋体" panose="02010600030101010101" pitchFamily="2" charset="-122"/>
              </a:rPr>
              <a:t>机上的 </a:t>
            </a:r>
            <a:r>
              <a:rPr lang="en-US" altLang="zh-CN" dirty="0">
                <a:ea typeface="宋体" panose="02010600030101010101" pitchFamily="2" charset="-122"/>
              </a:rPr>
              <a:t>IMAP </a:t>
            </a:r>
            <a:r>
              <a:rPr lang="zh-CN" altLang="en-US" dirty="0">
                <a:ea typeface="宋体" panose="02010600030101010101" pitchFamily="2" charset="-122"/>
              </a:rPr>
              <a:t>客户程序打开 </a:t>
            </a:r>
            <a:r>
              <a:rPr lang="en-US" altLang="zh-CN" dirty="0">
                <a:ea typeface="宋体" panose="02010600030101010101" pitchFamily="2" charset="-122"/>
              </a:rPr>
              <a:t>IMAP </a:t>
            </a:r>
            <a:r>
              <a:rPr lang="zh-CN" altLang="en-US" dirty="0">
                <a:ea typeface="宋体" panose="02010600030101010101" pitchFamily="2" charset="-122"/>
              </a:rPr>
              <a:t>服务器的邮箱时，用户就可看到邮件的首部。若用户需要打开某个邮件，则该邮件才传到用户的计算机上。</a:t>
            </a:r>
            <a:r>
              <a:rPr lang="zh-CN" altLang="en-US" sz="2800" dirty="0">
                <a:latin typeface="Times New Roman" panose="02020603050405020304" pitchFamily="18" charset="0"/>
                <a:ea typeface="宋体" panose="02010600030101010101" pitchFamily="2" charset="-122"/>
              </a:rPr>
              <a:t> </a:t>
            </a:r>
          </a:p>
        </p:txBody>
      </p:sp>
      <p:sp>
        <p:nvSpPr>
          <p:cNvPr id="246787" name="幻灯片编号占位符 1">
            <a:extLst>
              <a:ext uri="{FF2B5EF4-FFF2-40B4-BE49-F238E27FC236}">
                <a16:creationId xmlns:a16="http://schemas.microsoft.com/office/drawing/2014/main" id="{62E5DFB4-8A80-044F-9602-98A5DF7FB33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8DA204-48F1-1F4A-B99E-6B6DE1A7D38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0735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6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69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2">
            <a:extLst>
              <a:ext uri="{FF2B5EF4-FFF2-40B4-BE49-F238E27FC236}">
                <a16:creationId xmlns:a16="http://schemas.microsoft.com/office/drawing/2014/main" id="{9D3C96EB-7CA6-1046-83D8-BCA5B3AF2317}"/>
              </a:ext>
            </a:extLst>
          </p:cNvPr>
          <p:cNvSpPr>
            <a:spLocks noGrp="1" noChangeArrowheads="1"/>
          </p:cNvSpPr>
          <p:nvPr>
            <p:ph type="title"/>
          </p:nvPr>
        </p:nvSpPr>
        <p:spPr>
          <a:xfrm>
            <a:off x="180109" y="141685"/>
            <a:ext cx="7686351" cy="739378"/>
          </a:xfrm>
        </p:spPr>
        <p:txBody>
          <a:bodyPr/>
          <a:lstStyle/>
          <a:p>
            <a:pPr eaLnBrk="1" hangingPunct="1"/>
            <a:r>
              <a:rPr lang="en-US" altLang="zh-CN">
                <a:latin typeface="Times New Roman" panose="02020603050405020304" pitchFamily="18" charset="0"/>
                <a:ea typeface="宋体" panose="02010600030101010101" pitchFamily="2" charset="-122"/>
              </a:rPr>
              <a:t>IMAP </a:t>
            </a:r>
            <a:r>
              <a:rPr lang="zh-CN" altLang="en-US">
                <a:latin typeface="Times New Roman" panose="02020603050405020304" pitchFamily="18" charset="0"/>
                <a:ea typeface="宋体" panose="02010600030101010101" pitchFamily="2" charset="-122"/>
              </a:rPr>
              <a:t>的特点</a:t>
            </a:r>
            <a:endParaRPr lang="zh-CN" altLang="en-US" sz="3000">
              <a:ea typeface="宋体" panose="02010600030101010101" pitchFamily="2" charset="-122"/>
            </a:endParaRPr>
          </a:p>
        </p:txBody>
      </p:sp>
      <p:sp>
        <p:nvSpPr>
          <p:cNvPr id="248835" name="幻灯片编号占位符 1">
            <a:extLst>
              <a:ext uri="{FF2B5EF4-FFF2-40B4-BE49-F238E27FC236}">
                <a16:creationId xmlns:a16="http://schemas.microsoft.com/office/drawing/2014/main" id="{C65B9EEE-25FD-BE41-AB3C-17229A1D4AE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5F98921-5151-C846-8406-7710556E8E9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95</a:t>
            </a:fld>
            <a:endParaRPr lang="en-US" altLang="zh-CN" sz="1050">
              <a:solidFill>
                <a:schemeClr val="tx1"/>
              </a:solidFill>
              <a:latin typeface="Tahoma" panose="020B0604030504040204" pitchFamily="34" charset="0"/>
              <a:ea typeface="宋体" panose="02010600030101010101" pitchFamily="2" charset="-122"/>
            </a:endParaRPr>
          </a:p>
        </p:txBody>
      </p:sp>
      <p:pic>
        <p:nvPicPr>
          <p:cNvPr id="2" name="图片 1">
            <a:extLst>
              <a:ext uri="{FF2B5EF4-FFF2-40B4-BE49-F238E27FC236}">
                <a16:creationId xmlns:a16="http://schemas.microsoft.com/office/drawing/2014/main" id="{EE2B229B-0281-F642-9E32-461FCCE9F6B1}"/>
              </a:ext>
            </a:extLst>
          </p:cNvPr>
          <p:cNvPicPr>
            <a:picLocks noChangeAspect="1"/>
          </p:cNvPicPr>
          <p:nvPr/>
        </p:nvPicPr>
        <p:blipFill>
          <a:blip r:embed="rId3"/>
          <a:stretch>
            <a:fillRect/>
          </a:stretch>
        </p:blipFill>
        <p:spPr>
          <a:xfrm>
            <a:off x="1288472" y="953366"/>
            <a:ext cx="6913418" cy="3888798"/>
          </a:xfrm>
          <a:prstGeom prst="rect">
            <a:avLst/>
          </a:prstGeom>
        </p:spPr>
      </p:pic>
      <p:sp>
        <p:nvSpPr>
          <p:cNvPr id="3" name="文本框 2">
            <a:extLst>
              <a:ext uri="{FF2B5EF4-FFF2-40B4-BE49-F238E27FC236}">
                <a16:creationId xmlns:a16="http://schemas.microsoft.com/office/drawing/2014/main" id="{BD9EA1AE-D05A-624F-94BF-EC04B19D86B3}"/>
              </a:ext>
            </a:extLst>
          </p:cNvPr>
          <p:cNvSpPr txBox="1"/>
          <p:nvPr/>
        </p:nvSpPr>
        <p:spPr>
          <a:xfrm>
            <a:off x="124689" y="3685305"/>
            <a:ext cx="8925790" cy="1384995"/>
          </a:xfrm>
          <a:prstGeom prst="rect">
            <a:avLst/>
          </a:prstGeom>
          <a:solidFill>
            <a:schemeClr val="bg1">
              <a:lumMod val="85000"/>
            </a:schemeClr>
          </a:solidFill>
        </p:spPr>
        <p:txBody>
          <a:bodyPr wrap="square" rtlCol="0">
            <a:spAutoFit/>
          </a:bodyPr>
          <a:lstStyle/>
          <a:p>
            <a:pPr marL="285750" indent="-285750" algn="just" eaLnBrk="1" hangingPunct="1">
              <a:spcBef>
                <a:spcPts val="0"/>
              </a:spcBef>
              <a:buFont typeface="Wingdings" pitchFamily="2" charset="2"/>
              <a:buChar char="l"/>
            </a:pPr>
            <a:r>
              <a:rPr lang="en-US" altLang="zh-CN" sz="1400" dirty="0"/>
              <a:t>IMAP</a:t>
            </a:r>
            <a:r>
              <a:rPr lang="zh-CN" altLang="en-US" sz="1400" dirty="0"/>
              <a:t> 最大的好处就是用户可以在不同的地方使用不同的设备（手机、平板电脑、</a:t>
            </a:r>
            <a:r>
              <a:rPr lang="en-US" altLang="zh-CN" sz="1400" dirty="0"/>
              <a:t>PC</a:t>
            </a:r>
            <a:r>
              <a:rPr lang="zh-CN" altLang="en-US" sz="1400" dirty="0"/>
              <a:t>机等）随时上网阅读和处理自己的邮件。</a:t>
            </a:r>
          </a:p>
          <a:p>
            <a:pPr marL="285750" indent="-285750" algn="just" eaLnBrk="1" hangingPunct="1">
              <a:spcBef>
                <a:spcPts val="0"/>
              </a:spcBef>
              <a:buFont typeface="Wingdings" pitchFamily="2" charset="2"/>
              <a:buChar char="l"/>
            </a:pPr>
            <a:r>
              <a:rPr lang="en-US" altLang="zh-CN" sz="1400" dirty="0"/>
              <a:t>IMAP </a:t>
            </a:r>
            <a:r>
              <a:rPr lang="zh-CN" altLang="en-US" sz="1400" dirty="0"/>
              <a:t>还允许收件人只读取邮件中的某一个部分。例如，收到了一个带有视像附件（此文件可能很大）的邮件。为了节省时间，可以先下载邮件的正文部分，待以后有时间再读取或下载这个很长的附件。</a:t>
            </a:r>
          </a:p>
          <a:p>
            <a:pPr marL="285750" indent="-285750" algn="just" eaLnBrk="1" hangingPunct="1">
              <a:spcBef>
                <a:spcPts val="0"/>
              </a:spcBef>
              <a:buFont typeface="Wingdings" pitchFamily="2" charset="2"/>
              <a:buChar char="l"/>
            </a:pPr>
            <a:r>
              <a:rPr lang="en-US" altLang="zh-CN" sz="1400" dirty="0"/>
              <a:t>IMAP </a:t>
            </a:r>
            <a:r>
              <a:rPr lang="zh-CN" altLang="en-US" sz="1400" dirty="0"/>
              <a:t>的缺点是如果用户没有将邮件复制到自己的 </a:t>
            </a:r>
            <a:r>
              <a:rPr lang="en-US" altLang="zh-CN" sz="1400" dirty="0"/>
              <a:t>PC </a:t>
            </a:r>
            <a:r>
              <a:rPr lang="zh-CN" altLang="en-US" sz="1400" dirty="0"/>
              <a:t>上，则邮件一直是存放在 </a:t>
            </a:r>
            <a:r>
              <a:rPr lang="en-US" altLang="zh-CN" sz="1400" dirty="0"/>
              <a:t>IMAP </a:t>
            </a:r>
            <a:r>
              <a:rPr lang="zh-CN" altLang="en-US" sz="1400" dirty="0"/>
              <a:t>服务器上。因此用户需要经常与 </a:t>
            </a:r>
            <a:r>
              <a:rPr lang="en-US" altLang="zh-CN" sz="1400" dirty="0"/>
              <a:t>IMAP </a:t>
            </a:r>
            <a:r>
              <a:rPr lang="zh-CN" altLang="en-US" sz="1400" dirty="0"/>
              <a:t>服务器建立连接。  </a:t>
            </a:r>
          </a:p>
        </p:txBody>
      </p:sp>
    </p:spTree>
    <p:extLst>
      <p:ext uri="{BB962C8B-B14F-4D97-AF65-F5344CB8AC3E}">
        <p14:creationId xmlns:p14="http://schemas.microsoft.com/office/powerpoint/2010/main" val="2188229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标题 1">
            <a:extLst>
              <a:ext uri="{FF2B5EF4-FFF2-40B4-BE49-F238E27FC236}">
                <a16:creationId xmlns:a16="http://schemas.microsoft.com/office/drawing/2014/main" id="{4583C103-921F-8C48-930A-3CF2F57825F6}"/>
              </a:ext>
            </a:extLst>
          </p:cNvPr>
          <p:cNvSpPr>
            <a:spLocks noGrp="1" noChangeArrowheads="1"/>
          </p:cNvSpPr>
          <p:nvPr>
            <p:ph type="title"/>
          </p:nvPr>
        </p:nvSpPr>
        <p:spPr/>
        <p:txBody>
          <a:bodyPr/>
          <a:lstStyle/>
          <a:p>
            <a:r>
              <a:rPr lang="en-US" altLang="zh-CN">
                <a:latin typeface="Times New Roman" panose="02020603050405020304" pitchFamily="18" charset="0"/>
                <a:ea typeface="宋体" panose="02010600030101010101" pitchFamily="2" charset="-122"/>
              </a:rPr>
              <a:t>POP3</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IMAP</a:t>
            </a:r>
            <a:r>
              <a:rPr lang="zh-CN" altLang="en-US">
                <a:latin typeface="Times New Roman" panose="02020603050405020304" pitchFamily="18" charset="0"/>
                <a:ea typeface="宋体" panose="02010600030101010101" pitchFamily="2" charset="-122"/>
              </a:rPr>
              <a:t>的异同</a:t>
            </a:r>
            <a:endParaRPr kumimoji="1" lang="zh-CN" altLang="en-US">
              <a:latin typeface="Times New Roman" panose="02020603050405020304" pitchFamily="18" charset="0"/>
              <a:ea typeface="宋体" panose="02010600030101010101" pitchFamily="2" charset="-122"/>
            </a:endParaRPr>
          </a:p>
        </p:txBody>
      </p:sp>
      <p:sp>
        <p:nvSpPr>
          <p:cNvPr id="250882" name="内容占位符 2">
            <a:extLst>
              <a:ext uri="{FF2B5EF4-FFF2-40B4-BE49-F238E27FC236}">
                <a16:creationId xmlns:a16="http://schemas.microsoft.com/office/drawing/2014/main" id="{7E1F6A13-98B5-454C-9DBB-28778D6E6A1D}"/>
              </a:ext>
            </a:extLst>
          </p:cNvPr>
          <p:cNvSpPr>
            <a:spLocks noGrp="1" noChangeArrowheads="1"/>
          </p:cNvSpPr>
          <p:nvPr>
            <p:ph idx="1"/>
          </p:nvPr>
        </p:nvSpPr>
        <p:spPr>
          <a:xfrm>
            <a:off x="133563" y="1006078"/>
            <a:ext cx="8804953" cy="3995738"/>
          </a:xfrm>
        </p:spPr>
        <p:txBody>
          <a:bodyPr/>
          <a:lstStyle/>
          <a:p>
            <a:r>
              <a:rPr lang="zh-CN" altLang="en-US" sz="2000" dirty="0">
                <a:ea typeface="宋体" panose="02010600030101010101" pitchFamily="2" charset="-122"/>
              </a:rPr>
              <a:t>共同点</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a:t>
            </a:r>
            <a:r>
              <a:rPr lang="zh-CN" altLang="en-US" sz="1600" dirty="0">
                <a:ea typeface="宋体" panose="02010600030101010101" pitchFamily="2" charset="-122"/>
              </a:rPr>
              <a:t>和</a:t>
            </a:r>
            <a:r>
              <a:rPr lang="en-US" altLang="zh-CN" sz="1600" dirty="0">
                <a:ea typeface="宋体" panose="02010600030101010101" pitchFamily="2" charset="-122"/>
              </a:rPr>
              <a:t>IMAP</a:t>
            </a:r>
            <a:r>
              <a:rPr lang="zh-CN" altLang="en-US" sz="1600" dirty="0">
                <a:ea typeface="宋体" panose="02010600030101010101" pitchFamily="2" charset="-122"/>
              </a:rPr>
              <a:t>都是接收协议。可以在邮件客户端和电子邮件服务器之间用来访问消息。</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二者均可以使用</a:t>
            </a:r>
            <a:r>
              <a:rPr lang="en-US" altLang="zh-CN" sz="1600" dirty="0">
                <a:ea typeface="宋体" panose="02010600030101010101" pitchFamily="2" charset="-122"/>
              </a:rPr>
              <a:t>Outlook</a:t>
            </a:r>
            <a:r>
              <a:rPr lang="zh-CN" altLang="en-US" sz="1600" dirty="0">
                <a:ea typeface="宋体" panose="02010600030101010101" pitchFamily="2" charset="-122"/>
              </a:rPr>
              <a:t>等客户端邮件程序来管理邮件。 </a:t>
            </a:r>
          </a:p>
          <a:p>
            <a:r>
              <a:rPr lang="zh-CN" altLang="en-US" sz="2000" dirty="0">
                <a:ea typeface="宋体" panose="02010600030101010101" pitchFamily="2" charset="-122"/>
              </a:rPr>
              <a:t>区别</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IMAP</a:t>
            </a:r>
            <a:r>
              <a:rPr lang="zh-CN" altLang="en-US" sz="1600" dirty="0">
                <a:solidFill>
                  <a:srgbClr val="FF0000"/>
                </a:solidFill>
                <a:ea typeface="宋体" panose="02010600030101010101" pitchFamily="2" charset="-122"/>
              </a:rPr>
              <a:t>总是与邮件服务器同步</a:t>
            </a:r>
            <a:r>
              <a:rPr lang="zh-CN" altLang="en-US" sz="1600" dirty="0">
                <a:ea typeface="宋体" panose="02010600030101010101" pitchFamily="2" charset="-122"/>
              </a:rPr>
              <a:t>，以便在邮件客户端（</a:t>
            </a:r>
            <a:r>
              <a:rPr lang="en-US" altLang="zh-CN" sz="1600" dirty="0">
                <a:ea typeface="宋体" panose="02010600030101010101" pitchFamily="2" charset="-122"/>
              </a:rPr>
              <a:t>Outlook</a:t>
            </a:r>
            <a:r>
              <a:rPr lang="zh-CN" altLang="en-US" sz="1600" dirty="0">
                <a:ea typeface="宋体" panose="02010600030101010101" pitchFamily="2" charset="-122"/>
              </a:rPr>
              <a:t>，</a:t>
            </a:r>
            <a:r>
              <a:rPr lang="en-US" altLang="zh-CN" sz="1600" dirty="0" err="1">
                <a:ea typeface="宋体" panose="02010600030101010101" pitchFamily="2" charset="-122"/>
              </a:rPr>
              <a:t>Foxmail</a:t>
            </a:r>
            <a:r>
              <a:rPr lang="zh-CN" altLang="en-US" sz="1600" dirty="0">
                <a:ea typeface="宋体" panose="02010600030101010101" pitchFamily="2" charset="-122"/>
              </a:rPr>
              <a:t>）中做出的任何更改都会立即出现在</a:t>
            </a:r>
            <a:r>
              <a:rPr lang="en-US" altLang="zh-CN" sz="1600" dirty="0">
                <a:ea typeface="宋体" panose="02010600030101010101" pitchFamily="2" charset="-122"/>
              </a:rPr>
              <a:t>Webmail</a:t>
            </a:r>
            <a:r>
              <a:rPr lang="zh-CN" altLang="en-US" sz="1600" dirty="0">
                <a:ea typeface="宋体" panose="02010600030101010101" pitchFamily="2" charset="-122"/>
              </a:rPr>
              <a:t>收件箱中。</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在</a:t>
            </a:r>
            <a:r>
              <a:rPr lang="en-US" altLang="zh-CN" sz="1600" dirty="0">
                <a:ea typeface="宋体" panose="02010600030101010101" pitchFamily="2" charset="-122"/>
              </a:rPr>
              <a:t>POP3</a:t>
            </a:r>
            <a:r>
              <a:rPr lang="zh-CN" altLang="en-US" sz="1600" dirty="0">
                <a:ea typeface="宋体" panose="02010600030101010101" pitchFamily="2" charset="-122"/>
              </a:rPr>
              <a:t>中，邮件客户端帐户和邮件服务器</a:t>
            </a:r>
            <a:r>
              <a:rPr lang="zh-CN" altLang="en-US" sz="1600" dirty="0">
                <a:solidFill>
                  <a:srgbClr val="FF0000"/>
                </a:solidFill>
                <a:ea typeface="宋体" panose="02010600030101010101" pitchFamily="2" charset="-122"/>
              </a:rPr>
              <a:t>不同步</a:t>
            </a:r>
            <a:r>
              <a:rPr lang="zh-CN" altLang="en-US" sz="1600" dirty="0">
                <a:ea typeface="宋体" panose="02010600030101010101" pitchFamily="2" charset="-122"/>
              </a:rPr>
              <a:t>。这意味着在邮件客户端中对电子邮件帐户进行的任何更改都不会被转移到</a:t>
            </a:r>
            <a:r>
              <a:rPr lang="en-US" altLang="zh-CN" sz="1600" dirty="0">
                <a:ea typeface="宋体" panose="02010600030101010101" pitchFamily="2" charset="-122"/>
              </a:rPr>
              <a:t>Webmail</a:t>
            </a:r>
            <a:r>
              <a:rPr lang="zh-CN" altLang="en-US" sz="1600" dirty="0">
                <a:ea typeface="宋体" panose="02010600030101010101" pitchFamily="2" charset="-122"/>
              </a:rPr>
              <a:t>收件箱。</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 </a:t>
            </a:r>
            <a:r>
              <a:rPr lang="zh-CN" altLang="en-US" sz="1600" dirty="0">
                <a:ea typeface="宋体" panose="02010600030101010101" pitchFamily="2" charset="-122"/>
              </a:rPr>
              <a:t>更容易丢</a:t>
            </a:r>
            <a:r>
              <a:rPr lang="zh-CN" altLang="en-US" sz="1600" dirty="0">
                <a:solidFill>
                  <a:srgbClr val="FF0000"/>
                </a:solidFill>
                <a:ea typeface="宋体" panose="02010600030101010101" pitchFamily="2" charset="-122"/>
              </a:rPr>
              <a:t>失邮件或多次下载相同</a:t>
            </a:r>
            <a:r>
              <a:rPr lang="zh-CN" altLang="en-US" sz="1600" dirty="0">
                <a:ea typeface="宋体" panose="02010600030101010101" pitchFamily="2" charset="-122"/>
              </a:rPr>
              <a:t>的邮件</a:t>
            </a:r>
          </a:p>
          <a:p>
            <a:pPr marL="539354" lvl="1" indent="-265510">
              <a:buSzPct val="100000"/>
              <a:buFont typeface="Arial" panose="020B0604020202020204" pitchFamily="34" charset="0"/>
              <a:buAutoNum type="arabicPeriod"/>
            </a:pPr>
            <a:r>
              <a:rPr lang="en-US" altLang="zh-CN" sz="1600" dirty="0">
                <a:ea typeface="宋体" panose="02010600030101010101" pitchFamily="2" charset="-122"/>
              </a:rPr>
              <a:t>POP3</a:t>
            </a:r>
            <a:r>
              <a:rPr lang="zh-CN" altLang="en-US" sz="1600" dirty="0">
                <a:ea typeface="宋体" panose="02010600030101010101" pitchFamily="2" charset="-122"/>
              </a:rPr>
              <a:t>从服务器下载邮件到邮件客户端，并可以配置消息的状态（删除服务器上的消息，或者在指定时间在服务器上保留。</a:t>
            </a:r>
          </a:p>
          <a:p>
            <a:pPr marL="539354" lvl="1" indent="-265510">
              <a:buSzPct val="100000"/>
              <a:buFont typeface="Arial" panose="020B0604020202020204" pitchFamily="34" charset="0"/>
              <a:buAutoNum type="arabicPeriod"/>
            </a:pPr>
            <a:r>
              <a:rPr lang="zh-CN" altLang="en-US" sz="1600" dirty="0">
                <a:ea typeface="宋体" panose="02010600030101010101" pitchFamily="2" charset="-122"/>
              </a:rPr>
              <a:t>由于</a:t>
            </a:r>
            <a:r>
              <a:rPr lang="en-US" altLang="zh-CN" sz="1600" dirty="0">
                <a:ea typeface="宋体" panose="02010600030101010101" pitchFamily="2" charset="-122"/>
              </a:rPr>
              <a:t>IMAP</a:t>
            </a:r>
            <a:r>
              <a:rPr lang="zh-CN" altLang="en-US" sz="1600" dirty="0">
                <a:ea typeface="宋体" panose="02010600030101010101" pitchFamily="2" charset="-122"/>
              </a:rPr>
              <a:t>能够在邮件客户端和服务器之间同步消息和文件夹，这在多台计算机和设备上特别有用。比如，在手机上可以查看邮件，在</a:t>
            </a:r>
            <a:r>
              <a:rPr lang="en-US" altLang="zh-CN" sz="1600" dirty="0">
                <a:ea typeface="宋体" panose="02010600030101010101" pitchFamily="2" charset="-122"/>
              </a:rPr>
              <a:t>PC</a:t>
            </a:r>
            <a:r>
              <a:rPr lang="zh-CN" altLang="en-US" sz="1600" dirty="0">
                <a:ea typeface="宋体" panose="02010600030101010101" pitchFamily="2" charset="-122"/>
              </a:rPr>
              <a:t>上也可以查看邮件，跟踪消息状态。</a:t>
            </a:r>
          </a:p>
          <a:p>
            <a:pPr marL="539354" lvl="1" indent="-265510">
              <a:buNone/>
            </a:pPr>
            <a:endParaRPr kumimoji="1" lang="zh-CN" altLang="en-US" sz="1600" dirty="0">
              <a:ea typeface="宋体" panose="02010600030101010101" pitchFamily="2" charset="-122"/>
            </a:endParaRPr>
          </a:p>
        </p:txBody>
      </p:sp>
      <p:sp>
        <p:nvSpPr>
          <p:cNvPr id="250883" name="幻灯片编号占位符 3">
            <a:extLst>
              <a:ext uri="{FF2B5EF4-FFF2-40B4-BE49-F238E27FC236}">
                <a16:creationId xmlns:a16="http://schemas.microsoft.com/office/drawing/2014/main" id="{50E41B76-0207-A34F-BEB8-7D02DDEF7B7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CDDE7F7-2196-5140-AFB9-C01E6B77ED1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919975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119" name="Text Box 15">
            <a:extLst>
              <a:ext uri="{FF2B5EF4-FFF2-40B4-BE49-F238E27FC236}">
                <a16:creationId xmlns:a16="http://schemas.microsoft.com/office/drawing/2014/main" id="{C72AA1EB-EE1F-BF49-A40C-3D0450169734}"/>
              </a:ext>
            </a:extLst>
          </p:cNvPr>
          <p:cNvSpPr txBox="1">
            <a:spLocks noChangeArrowheads="1"/>
          </p:cNvSpPr>
          <p:nvPr/>
        </p:nvSpPr>
        <p:spPr bwMode="auto">
          <a:xfrm>
            <a:off x="6443231" y="3746717"/>
            <a:ext cx="78739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HTTP</a:t>
            </a:r>
          </a:p>
        </p:txBody>
      </p:sp>
      <p:sp>
        <p:nvSpPr>
          <p:cNvPr id="1199118" name="Text Box 14">
            <a:extLst>
              <a:ext uri="{FF2B5EF4-FFF2-40B4-BE49-F238E27FC236}">
                <a16:creationId xmlns:a16="http://schemas.microsoft.com/office/drawing/2014/main" id="{DA4C7ED0-C047-8049-8930-294FA34DC63B}"/>
              </a:ext>
            </a:extLst>
          </p:cNvPr>
          <p:cNvSpPr txBox="1">
            <a:spLocks noChangeArrowheads="1"/>
          </p:cNvSpPr>
          <p:nvPr/>
        </p:nvSpPr>
        <p:spPr bwMode="auto">
          <a:xfrm>
            <a:off x="1777172" y="3746717"/>
            <a:ext cx="78739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HTTP</a:t>
            </a:r>
          </a:p>
        </p:txBody>
      </p:sp>
      <p:sp>
        <p:nvSpPr>
          <p:cNvPr id="253955" name="Rectangle 2">
            <a:extLst>
              <a:ext uri="{FF2B5EF4-FFF2-40B4-BE49-F238E27FC236}">
                <a16:creationId xmlns:a16="http://schemas.microsoft.com/office/drawing/2014/main" id="{0EA96549-56CA-CC43-AAC4-902AE8D4C00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6.5.5  </a:t>
            </a:r>
            <a:r>
              <a:rPr lang="zh-CN" altLang="en-US" dirty="0">
                <a:latin typeface="Times New Roman" panose="02020603050405020304" pitchFamily="18" charset="0"/>
                <a:ea typeface="宋体" panose="02010600030101010101" pitchFamily="2" charset="-122"/>
              </a:rPr>
              <a:t>基于万维网的电子邮件</a:t>
            </a:r>
          </a:p>
        </p:txBody>
      </p:sp>
      <p:sp>
        <p:nvSpPr>
          <p:cNvPr id="253956" name="Rectangle 3">
            <a:extLst>
              <a:ext uri="{FF2B5EF4-FFF2-40B4-BE49-F238E27FC236}">
                <a16:creationId xmlns:a16="http://schemas.microsoft.com/office/drawing/2014/main" id="{B7FCEA2E-916A-854B-9F44-D6792EA2C065}"/>
              </a:ext>
            </a:extLst>
          </p:cNvPr>
          <p:cNvSpPr>
            <a:spLocks noGrp="1" noChangeArrowheads="1"/>
          </p:cNvSpPr>
          <p:nvPr>
            <p:ph type="body" idx="1"/>
          </p:nvPr>
        </p:nvSpPr>
        <p:spPr>
          <a:xfrm>
            <a:off x="133562" y="1137047"/>
            <a:ext cx="8804953" cy="1556581"/>
          </a:xfrm>
        </p:spPr>
        <p:txBody>
          <a:bodyPr/>
          <a:lstStyle/>
          <a:p>
            <a:pPr eaLnBrk="1" hangingPunct="1"/>
            <a:r>
              <a:rPr lang="zh-CN" altLang="en-US" dirty="0">
                <a:latin typeface="Times New Roman" panose="02020603050405020304" pitchFamily="18" charset="0"/>
                <a:ea typeface="宋体" panose="02010600030101010101" pitchFamily="2" charset="-122"/>
              </a:rPr>
              <a:t>电子邮件从 </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发送到网易邮件服务器是使用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a:t>
            </a:r>
          </a:p>
          <a:p>
            <a:pPr eaLnBrk="1" hangingPunct="1"/>
            <a:r>
              <a:rPr lang="zh-CN" altLang="en-US" dirty="0">
                <a:latin typeface="Times New Roman" panose="02020603050405020304" pitchFamily="18" charset="0"/>
                <a:ea typeface="宋体" panose="02010600030101010101" pitchFamily="2" charset="-122"/>
              </a:rPr>
              <a:t>两个邮件服务器之间的传送使用 </a:t>
            </a:r>
            <a:r>
              <a:rPr lang="en-US" altLang="zh-CN" dirty="0">
                <a:latin typeface="Times New Roman" panose="02020603050405020304" pitchFamily="18" charset="0"/>
                <a:ea typeface="宋体" panose="02010600030101010101" pitchFamily="2" charset="-122"/>
              </a:rPr>
              <a:t>SMTP</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邮件从新浪邮件服务器传送到 </a:t>
            </a:r>
            <a:r>
              <a:rPr lang="en-US" altLang="zh-CN" dirty="0">
                <a:latin typeface="Times New Roman" panose="02020603050405020304" pitchFamily="18" charset="0"/>
                <a:ea typeface="宋体" panose="02010600030101010101" pitchFamily="2" charset="-122"/>
              </a:rPr>
              <a:t>B </a:t>
            </a:r>
            <a:r>
              <a:rPr lang="zh-CN" altLang="en-US" dirty="0">
                <a:latin typeface="Times New Roman" panose="02020603050405020304" pitchFamily="18" charset="0"/>
                <a:ea typeface="宋体" panose="02010600030101010101" pitchFamily="2" charset="-122"/>
              </a:rPr>
              <a:t>是使用 </a:t>
            </a:r>
            <a:r>
              <a:rPr lang="en-US" altLang="zh-CN" dirty="0">
                <a:latin typeface="Times New Roman" panose="02020603050405020304" pitchFamily="18" charset="0"/>
                <a:ea typeface="宋体" panose="02010600030101010101" pitchFamily="2" charset="-122"/>
              </a:rPr>
              <a:t>HTTP </a:t>
            </a:r>
            <a:r>
              <a:rPr lang="zh-CN" altLang="en-US" dirty="0">
                <a:latin typeface="Times New Roman" panose="02020603050405020304" pitchFamily="18" charset="0"/>
                <a:ea typeface="宋体" panose="02010600030101010101" pitchFamily="2" charset="-122"/>
              </a:rPr>
              <a:t>协议。</a:t>
            </a:r>
          </a:p>
        </p:txBody>
      </p:sp>
      <p:sp>
        <p:nvSpPr>
          <p:cNvPr id="1199108" name="Text Box 4">
            <a:extLst>
              <a:ext uri="{FF2B5EF4-FFF2-40B4-BE49-F238E27FC236}">
                <a16:creationId xmlns:a16="http://schemas.microsoft.com/office/drawing/2014/main" id="{55A48FDB-61CE-E04E-886D-D37860E26168}"/>
              </a:ext>
            </a:extLst>
          </p:cNvPr>
          <p:cNvSpPr txBox="1">
            <a:spLocks noChangeArrowheads="1"/>
          </p:cNvSpPr>
          <p:nvPr/>
        </p:nvSpPr>
        <p:spPr bwMode="auto">
          <a:xfrm>
            <a:off x="1439033" y="3575267"/>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a:t>
            </a:r>
          </a:p>
        </p:txBody>
      </p:sp>
      <p:pic>
        <p:nvPicPr>
          <p:cNvPr id="253958" name="Picture 5">
            <a:extLst>
              <a:ext uri="{FF2B5EF4-FFF2-40B4-BE49-F238E27FC236}">
                <a16:creationId xmlns:a16="http://schemas.microsoft.com/office/drawing/2014/main" id="{DB64A10F-115E-D546-8A87-5D92F3BAB785}"/>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399743" y="3884830"/>
            <a:ext cx="298847" cy="32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59" name="Picture 6">
            <a:extLst>
              <a:ext uri="{FF2B5EF4-FFF2-40B4-BE49-F238E27FC236}">
                <a16:creationId xmlns:a16="http://schemas.microsoft.com/office/drawing/2014/main" id="{41BED05E-84B1-2147-A725-F4586F6210C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95142" y="3669326"/>
            <a:ext cx="423863" cy="74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60" name="Picture 7">
            <a:extLst>
              <a:ext uri="{FF2B5EF4-FFF2-40B4-BE49-F238E27FC236}">
                <a16:creationId xmlns:a16="http://schemas.microsoft.com/office/drawing/2014/main" id="{812B11D1-8DDA-354C-8F9A-CAF6FD907CF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805055" y="3669326"/>
            <a:ext cx="423863" cy="74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9112" name="Text Box 8">
            <a:extLst>
              <a:ext uri="{FF2B5EF4-FFF2-40B4-BE49-F238E27FC236}">
                <a16:creationId xmlns:a16="http://schemas.microsoft.com/office/drawing/2014/main" id="{A3699017-ABF4-C24A-8150-E4EA14BD2537}"/>
              </a:ext>
            </a:extLst>
          </p:cNvPr>
          <p:cNvSpPr txBox="1">
            <a:spLocks noChangeArrowheads="1"/>
          </p:cNvSpPr>
          <p:nvPr/>
        </p:nvSpPr>
        <p:spPr bwMode="auto">
          <a:xfrm>
            <a:off x="7373108" y="3574076"/>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B</a:t>
            </a:r>
          </a:p>
        </p:txBody>
      </p:sp>
      <p:pic>
        <p:nvPicPr>
          <p:cNvPr id="253962" name="Picture 9">
            <a:extLst>
              <a:ext uri="{FF2B5EF4-FFF2-40B4-BE49-F238E27FC236}">
                <a16:creationId xmlns:a16="http://schemas.microsoft.com/office/drawing/2014/main" id="{5FFDD7F7-14EA-554F-B09C-1F1F57BC8FA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333818" y="3883639"/>
            <a:ext cx="298847" cy="325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9114" name="Line 10">
            <a:extLst>
              <a:ext uri="{FF2B5EF4-FFF2-40B4-BE49-F238E27FC236}">
                <a16:creationId xmlns:a16="http://schemas.microsoft.com/office/drawing/2014/main" id="{1F2BF76A-FA29-154E-97A5-F1CDC895705D}"/>
              </a:ext>
            </a:extLst>
          </p:cNvPr>
          <p:cNvSpPr>
            <a:spLocks noChangeShapeType="1"/>
          </p:cNvSpPr>
          <p:nvPr/>
        </p:nvSpPr>
        <p:spPr bwMode="auto">
          <a:xfrm flipV="1">
            <a:off x="1635486" y="4101523"/>
            <a:ext cx="1114425" cy="9525"/>
          </a:xfrm>
          <a:prstGeom prst="line">
            <a:avLst/>
          </a:prstGeom>
          <a:noFill/>
          <a:ln w="762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5" name="Line 11">
            <a:extLst>
              <a:ext uri="{FF2B5EF4-FFF2-40B4-BE49-F238E27FC236}">
                <a16:creationId xmlns:a16="http://schemas.microsoft.com/office/drawing/2014/main" id="{33B9EF48-E2EB-7C4B-BD8E-D2E457F74D90}"/>
              </a:ext>
            </a:extLst>
          </p:cNvPr>
          <p:cNvSpPr>
            <a:spLocks noChangeShapeType="1"/>
          </p:cNvSpPr>
          <p:nvPr/>
        </p:nvSpPr>
        <p:spPr bwMode="auto">
          <a:xfrm flipV="1">
            <a:off x="3073762" y="4089618"/>
            <a:ext cx="2808685" cy="11906"/>
          </a:xfrm>
          <a:prstGeom prst="line">
            <a:avLst/>
          </a:prstGeom>
          <a:noFill/>
          <a:ln w="762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6" name="Line 12">
            <a:extLst>
              <a:ext uri="{FF2B5EF4-FFF2-40B4-BE49-F238E27FC236}">
                <a16:creationId xmlns:a16="http://schemas.microsoft.com/office/drawing/2014/main" id="{6CD40B04-11CD-C549-AC2A-F78C662A22D1}"/>
              </a:ext>
            </a:extLst>
          </p:cNvPr>
          <p:cNvSpPr>
            <a:spLocks noChangeShapeType="1"/>
          </p:cNvSpPr>
          <p:nvPr/>
        </p:nvSpPr>
        <p:spPr bwMode="auto">
          <a:xfrm flipV="1">
            <a:off x="6228918" y="4089618"/>
            <a:ext cx="1165622" cy="11906"/>
          </a:xfrm>
          <a:prstGeom prst="line">
            <a:avLst/>
          </a:prstGeom>
          <a:noFill/>
          <a:ln w="762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99117" name="Text Box 13">
            <a:extLst>
              <a:ext uri="{FF2B5EF4-FFF2-40B4-BE49-F238E27FC236}">
                <a16:creationId xmlns:a16="http://schemas.microsoft.com/office/drawing/2014/main" id="{87F90B7E-662A-354F-86FF-DB9AD6731301}"/>
              </a:ext>
            </a:extLst>
          </p:cNvPr>
          <p:cNvSpPr txBox="1">
            <a:spLocks noChangeArrowheads="1"/>
          </p:cNvSpPr>
          <p:nvPr/>
        </p:nvSpPr>
        <p:spPr bwMode="auto">
          <a:xfrm>
            <a:off x="4083412" y="3765767"/>
            <a:ext cx="825867"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SMTP</a:t>
            </a:r>
          </a:p>
        </p:txBody>
      </p:sp>
      <p:sp>
        <p:nvSpPr>
          <p:cNvPr id="253967" name="Text Box 16">
            <a:extLst>
              <a:ext uri="{FF2B5EF4-FFF2-40B4-BE49-F238E27FC236}">
                <a16:creationId xmlns:a16="http://schemas.microsoft.com/office/drawing/2014/main" id="{3BC38703-77C5-1149-ACF2-95DBE61878D3}"/>
              </a:ext>
            </a:extLst>
          </p:cNvPr>
          <p:cNvSpPr txBox="1">
            <a:spLocks noChangeArrowheads="1"/>
          </p:cNvSpPr>
          <p:nvPr/>
        </p:nvSpPr>
        <p:spPr bwMode="auto">
          <a:xfrm>
            <a:off x="2005638" y="3149024"/>
            <a:ext cx="180049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网易邮件服务器</a:t>
            </a:r>
          </a:p>
          <a:p>
            <a:pPr algn="ctr" eaLnBrk="1" hangingPunct="1">
              <a:lnSpc>
                <a:spcPct val="90000"/>
              </a:lnSpc>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mail.163.com</a:t>
            </a:r>
          </a:p>
        </p:txBody>
      </p:sp>
      <p:sp>
        <p:nvSpPr>
          <p:cNvPr id="253968" name="Text Box 17">
            <a:extLst>
              <a:ext uri="{FF2B5EF4-FFF2-40B4-BE49-F238E27FC236}">
                <a16:creationId xmlns:a16="http://schemas.microsoft.com/office/drawing/2014/main" id="{7D163666-C00F-0C46-A1DC-2CAF275D38D8}"/>
              </a:ext>
            </a:extLst>
          </p:cNvPr>
          <p:cNvSpPr txBox="1">
            <a:spLocks noChangeArrowheads="1"/>
          </p:cNvSpPr>
          <p:nvPr/>
        </p:nvSpPr>
        <p:spPr bwMode="auto">
          <a:xfrm>
            <a:off x="4981506" y="3149024"/>
            <a:ext cx="1903085"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lang="zh-CN" altLang="en-US" sz="1800">
                <a:solidFill>
                  <a:schemeClr val="folHlink"/>
                </a:solidFill>
                <a:latin typeface="Arial" panose="020B0604020202020204" pitchFamily="34" charset="0"/>
                <a:ea typeface="宋体" panose="02010600030101010101" pitchFamily="2" charset="-122"/>
              </a:rPr>
              <a:t>新浪邮件服务器</a:t>
            </a:r>
          </a:p>
          <a:p>
            <a:pPr algn="ctr" eaLnBrk="1" hangingPunct="1">
              <a:lnSpc>
                <a:spcPct val="90000"/>
              </a:lnSpc>
              <a:spcBef>
                <a:spcPct val="0"/>
              </a:spcBef>
              <a:buClrTx/>
              <a:buSzTx/>
              <a:buFontTx/>
              <a:buNone/>
            </a:pPr>
            <a:r>
              <a:rPr lang="en-US" altLang="zh-CN" sz="1800">
                <a:solidFill>
                  <a:schemeClr val="folHlink"/>
                </a:solidFill>
                <a:latin typeface="Arial" panose="020B0604020202020204" pitchFamily="34" charset="0"/>
                <a:ea typeface="宋体" panose="02010600030101010101" pitchFamily="2" charset="-122"/>
              </a:rPr>
              <a:t>mail.sina.com.cn</a:t>
            </a:r>
          </a:p>
        </p:txBody>
      </p:sp>
      <p:sp>
        <p:nvSpPr>
          <p:cNvPr id="253969" name="幻灯片编号占位符 1">
            <a:extLst>
              <a:ext uri="{FF2B5EF4-FFF2-40B4-BE49-F238E27FC236}">
                <a16:creationId xmlns:a16="http://schemas.microsoft.com/office/drawing/2014/main" id="{FD1E3666-2E5F-0D4D-A38E-EAFAB965C6D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48D62E3-5F54-2A45-A9F5-CC3BCF4B01D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43281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34DD5F7C-4347-8943-A8D8-2CA178DE097B}"/>
              </a:ext>
            </a:extLst>
          </p:cNvPr>
          <p:cNvSpPr>
            <a:spLocks noGrp="1" noChangeArrowheads="1"/>
          </p:cNvSpPr>
          <p:nvPr>
            <p:ph type="title"/>
          </p:nvPr>
        </p:nvSpPr>
        <p:spPr>
          <a:xfrm>
            <a:off x="180109" y="216153"/>
            <a:ext cx="7578004" cy="642829"/>
          </a:xfrm>
        </p:spPr>
        <p:txBody>
          <a:bodyPr/>
          <a:lstStyle/>
          <a:p>
            <a:pPr eaLnBrk="1" hangingPunct="1"/>
            <a:r>
              <a:rPr lang="en-US" altLang="zh-CN" sz="3000" dirty="0">
                <a:ea typeface="宋体" panose="02010600030101010101" pitchFamily="2" charset="-122"/>
              </a:rPr>
              <a:t>6.5.6  </a:t>
            </a:r>
            <a:r>
              <a:rPr lang="zh-CN" altLang="en-US" sz="3000" dirty="0">
                <a:ea typeface="宋体" panose="02010600030101010101" pitchFamily="2" charset="-122"/>
              </a:rPr>
              <a:t>通用因特网邮件扩充 </a:t>
            </a:r>
            <a:r>
              <a:rPr lang="en-US" altLang="zh-CN" sz="3000" dirty="0">
                <a:ea typeface="宋体" panose="02010600030101010101" pitchFamily="2" charset="-122"/>
              </a:rPr>
              <a:t>MIME</a:t>
            </a:r>
            <a:endParaRPr lang="zh-CN" altLang="en-US" sz="3000" dirty="0">
              <a:ea typeface="宋体" panose="02010600030101010101" pitchFamily="2" charset="-122"/>
            </a:endParaRPr>
          </a:p>
        </p:txBody>
      </p:sp>
      <p:sp>
        <p:nvSpPr>
          <p:cNvPr id="1175555" name="Rectangle 3">
            <a:extLst>
              <a:ext uri="{FF2B5EF4-FFF2-40B4-BE49-F238E27FC236}">
                <a16:creationId xmlns:a16="http://schemas.microsoft.com/office/drawing/2014/main" id="{B2FEBA35-A0F9-DE40-BB4A-4207E850829B}"/>
              </a:ext>
            </a:extLst>
          </p:cNvPr>
          <p:cNvSpPr>
            <a:spLocks noGrp="1" noChangeArrowheads="1"/>
          </p:cNvSpPr>
          <p:nvPr>
            <p:ph type="body" idx="1"/>
          </p:nvPr>
        </p:nvSpPr>
        <p:spPr>
          <a:xfrm>
            <a:off x="180109" y="1607126"/>
            <a:ext cx="8728364" cy="3124417"/>
          </a:xfrm>
        </p:spPr>
        <p:txBody>
          <a:bodyPr/>
          <a:lstStyle/>
          <a:p>
            <a:pPr algn="just" eaLnBrk="1" hangingPunct="1">
              <a:buFont typeface="Wingdings" pitchFamily="2" charset="2"/>
              <a:buNone/>
            </a:pPr>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有以下缺点：</a:t>
            </a:r>
          </a:p>
          <a:p>
            <a:pPr algn="just" eaLnBrk="1" hangingPunct="1"/>
            <a:r>
              <a:rPr lang="en-US" altLang="zh-CN" sz="2100" dirty="0">
                <a:ea typeface="宋体" panose="02010600030101010101" pitchFamily="2" charset="-122"/>
              </a:rPr>
              <a:t>SMTP </a:t>
            </a:r>
            <a:r>
              <a:rPr lang="zh-CN" altLang="en-US" sz="2100" dirty="0">
                <a:solidFill>
                  <a:srgbClr val="FF0000"/>
                </a:solidFill>
                <a:ea typeface="宋体" panose="02010600030101010101" pitchFamily="2" charset="-122"/>
              </a:rPr>
              <a:t>不能传送可执行文件或其他的二进制</a:t>
            </a:r>
            <a:r>
              <a:rPr lang="zh-CN" altLang="en-US" sz="2100" dirty="0">
                <a:ea typeface="宋体" panose="02010600030101010101" pitchFamily="2" charset="-122"/>
              </a:rPr>
              <a:t>对象。</a:t>
            </a:r>
          </a:p>
          <a:p>
            <a:pPr algn="just" eaLnBrk="1" hangingPunct="1"/>
            <a:r>
              <a:rPr lang="en-US" altLang="zh-CN" sz="2100" dirty="0">
                <a:ea typeface="宋体" panose="02010600030101010101" pitchFamily="2" charset="-122"/>
              </a:rPr>
              <a:t>SMTP </a:t>
            </a:r>
            <a:r>
              <a:rPr lang="zh-CN" altLang="en-US" sz="2100" dirty="0">
                <a:solidFill>
                  <a:srgbClr val="FF0000"/>
                </a:solidFill>
                <a:ea typeface="宋体" panose="02010600030101010101" pitchFamily="2" charset="-122"/>
              </a:rPr>
              <a:t>限于传送 </a:t>
            </a:r>
            <a:r>
              <a:rPr lang="en-US" altLang="zh-CN" sz="2100" dirty="0">
                <a:solidFill>
                  <a:srgbClr val="FF0000"/>
                </a:solidFill>
                <a:ea typeface="宋体" panose="02010600030101010101" pitchFamily="2" charset="-122"/>
              </a:rPr>
              <a:t>7 </a:t>
            </a:r>
            <a:r>
              <a:rPr lang="zh-CN" altLang="en-US" sz="2100" dirty="0">
                <a:solidFill>
                  <a:srgbClr val="FF0000"/>
                </a:solidFill>
                <a:ea typeface="宋体" panose="02010600030101010101" pitchFamily="2" charset="-122"/>
              </a:rPr>
              <a:t>位的 </a:t>
            </a:r>
            <a:r>
              <a:rPr lang="en-US" altLang="zh-CN" sz="2100" dirty="0">
                <a:solidFill>
                  <a:srgbClr val="FF0000"/>
                </a:solidFill>
                <a:ea typeface="宋体" panose="02010600030101010101" pitchFamily="2" charset="-122"/>
              </a:rPr>
              <a:t>ASCII </a:t>
            </a:r>
            <a:r>
              <a:rPr lang="zh-CN" altLang="en-US" sz="2100" dirty="0">
                <a:solidFill>
                  <a:srgbClr val="FF0000"/>
                </a:solidFill>
                <a:ea typeface="宋体" panose="02010600030101010101" pitchFamily="2" charset="-122"/>
              </a:rPr>
              <a:t>码</a:t>
            </a:r>
            <a:r>
              <a:rPr lang="zh-CN" altLang="en-US" sz="2100" dirty="0">
                <a:ea typeface="宋体" panose="02010600030101010101" pitchFamily="2" charset="-122"/>
              </a:rPr>
              <a:t>。许多其他非英语国家的文字（如中文、俄文，甚至带重音符号的法文或德文）就无法传送。</a:t>
            </a:r>
          </a:p>
          <a:p>
            <a:pPr algn="just" eaLnBrk="1" hangingPunct="1"/>
            <a:r>
              <a:rPr lang="en-US" altLang="zh-CN" sz="2100" dirty="0">
                <a:ea typeface="宋体" panose="02010600030101010101" pitchFamily="2" charset="-122"/>
              </a:rPr>
              <a:t>SMTP </a:t>
            </a:r>
            <a:r>
              <a:rPr lang="zh-CN" altLang="en-US" sz="2100" dirty="0">
                <a:ea typeface="宋体" panose="02010600030101010101" pitchFamily="2" charset="-122"/>
              </a:rPr>
              <a:t>服务器会拒绝</a:t>
            </a:r>
            <a:r>
              <a:rPr lang="zh-CN" altLang="en-US" sz="2100" dirty="0">
                <a:solidFill>
                  <a:srgbClr val="FF0000"/>
                </a:solidFill>
                <a:ea typeface="宋体" panose="02010600030101010101" pitchFamily="2" charset="-122"/>
              </a:rPr>
              <a:t>超过一定长度</a:t>
            </a:r>
            <a:r>
              <a:rPr lang="zh-CN" altLang="en-US" sz="2100" dirty="0">
                <a:ea typeface="宋体" panose="02010600030101010101" pitchFamily="2" charset="-122"/>
              </a:rPr>
              <a:t>的邮件。</a:t>
            </a:r>
          </a:p>
          <a:p>
            <a:pPr algn="just" eaLnBrk="1" hangingPunct="1"/>
            <a:r>
              <a:rPr lang="zh-CN" altLang="en-US" sz="2100" dirty="0">
                <a:ea typeface="宋体" panose="02010600030101010101" pitchFamily="2" charset="-122"/>
              </a:rPr>
              <a:t>某些 </a:t>
            </a:r>
            <a:r>
              <a:rPr lang="en-US" altLang="zh-CN" sz="2100" dirty="0">
                <a:ea typeface="宋体" panose="02010600030101010101" pitchFamily="2" charset="-122"/>
              </a:rPr>
              <a:t>SMTP </a:t>
            </a:r>
            <a:r>
              <a:rPr lang="zh-CN" altLang="en-US" sz="2100" dirty="0">
                <a:ea typeface="宋体" panose="02010600030101010101" pitchFamily="2" charset="-122"/>
              </a:rPr>
              <a:t>的实现并没有完全按照</a:t>
            </a:r>
            <a:r>
              <a:rPr lang="en-US" altLang="zh-CN" sz="2100" dirty="0">
                <a:ea typeface="宋体" panose="02010600030101010101" pitchFamily="2" charset="-122"/>
              </a:rPr>
              <a:t>[RFC 821]</a:t>
            </a:r>
            <a:r>
              <a:rPr lang="zh-CN" altLang="en-US" sz="2100" dirty="0">
                <a:ea typeface="宋体" panose="02010600030101010101" pitchFamily="2" charset="-122"/>
              </a:rPr>
              <a:t>的 </a:t>
            </a:r>
            <a:r>
              <a:rPr lang="en-US" altLang="zh-CN" sz="2100" dirty="0">
                <a:ea typeface="宋体" panose="02010600030101010101" pitchFamily="2" charset="-122"/>
              </a:rPr>
              <a:t>SMTP </a:t>
            </a:r>
            <a:r>
              <a:rPr lang="zh-CN" altLang="en-US" sz="2100" dirty="0">
                <a:ea typeface="宋体" panose="02010600030101010101" pitchFamily="2" charset="-122"/>
              </a:rPr>
              <a:t>标准。</a:t>
            </a:r>
            <a:r>
              <a:rPr lang="zh-CN" altLang="en-US" dirty="0">
                <a:latin typeface="Times New Roman" panose="02020603050405020304" pitchFamily="18" charset="0"/>
                <a:ea typeface="宋体" panose="02010600030101010101" pitchFamily="2" charset="-122"/>
              </a:rPr>
              <a:t>  </a:t>
            </a:r>
          </a:p>
        </p:txBody>
      </p:sp>
      <p:sp>
        <p:nvSpPr>
          <p:cNvPr id="254979" name="幻灯片编号占位符 1">
            <a:extLst>
              <a:ext uri="{FF2B5EF4-FFF2-40B4-BE49-F238E27FC236}">
                <a16:creationId xmlns:a16="http://schemas.microsoft.com/office/drawing/2014/main" id="{56D7A2F6-CDEF-0C46-BC7A-AC7AA04CD1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CB9F8A-B2B5-7743-B7B5-8D6017DFA08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93701C65-7164-E149-809B-CBDE6D343A15}"/>
              </a:ext>
            </a:extLst>
          </p:cNvPr>
          <p:cNvSpPr/>
          <p:nvPr/>
        </p:nvSpPr>
        <p:spPr>
          <a:xfrm>
            <a:off x="124689" y="986566"/>
            <a:ext cx="4572000" cy="584775"/>
          </a:xfrm>
          <a:prstGeom prst="rect">
            <a:avLst/>
          </a:prstGeom>
        </p:spPr>
        <p:txBody>
          <a:bodyPr>
            <a:spAutoFit/>
          </a:bodyPr>
          <a:lstStyle/>
          <a:p>
            <a:r>
              <a:rPr lang="en-US" altLang="zh-CN" sz="2800" dirty="0"/>
              <a:t>1.  MIME </a:t>
            </a:r>
            <a:r>
              <a:rPr lang="zh-CN" altLang="en-US" sz="2800" dirty="0"/>
              <a:t>概述</a:t>
            </a:r>
            <a:r>
              <a:rPr lang="zh-CN" altLang="en-US" sz="3200" dirty="0"/>
              <a:t> </a:t>
            </a:r>
            <a:endParaRPr lang="zh-CN" altLang="en-US" sz="2800" dirty="0"/>
          </a:p>
        </p:txBody>
      </p:sp>
    </p:spTree>
    <p:extLst>
      <p:ext uri="{BB962C8B-B14F-4D97-AF65-F5344CB8AC3E}">
        <p14:creationId xmlns:p14="http://schemas.microsoft.com/office/powerpoint/2010/main" val="3899405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5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5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555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5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555"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AB88E803-5475-2342-83A9-FD5855C2345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的特点</a:t>
            </a:r>
          </a:p>
        </p:txBody>
      </p:sp>
      <p:sp>
        <p:nvSpPr>
          <p:cNvPr id="257026" name="Rectangle 3">
            <a:extLst>
              <a:ext uri="{FF2B5EF4-FFF2-40B4-BE49-F238E27FC236}">
                <a16:creationId xmlns:a16="http://schemas.microsoft.com/office/drawing/2014/main" id="{A0CADE64-4386-1D49-BDBD-7AF0A70DBAA7}"/>
              </a:ext>
            </a:extLst>
          </p:cNvPr>
          <p:cNvSpPr>
            <a:spLocks noGrp="1" noChangeArrowheads="1"/>
          </p:cNvSpPr>
          <p:nvPr>
            <p:ph type="body" idx="1"/>
          </p:nvPr>
        </p:nvSpPr>
        <p:spPr>
          <a:xfrm>
            <a:off x="133563" y="1113235"/>
            <a:ext cx="8804953" cy="3564731"/>
          </a:xfrm>
        </p:spPr>
        <p:txBody>
          <a:bodyPr/>
          <a:lstStyle/>
          <a:p>
            <a:pPr algn="just" eaLnBrk="1" hangingPunct="1"/>
            <a:r>
              <a:rPr lang="en-US" altLang="zh-CN" dirty="0">
                <a:ea typeface="宋体" panose="02010600030101010101" pitchFamily="2" charset="-122"/>
              </a:rPr>
              <a:t>MIME </a:t>
            </a:r>
            <a:r>
              <a:rPr lang="zh-CN" altLang="en-US" dirty="0">
                <a:ea typeface="宋体" panose="02010600030101010101" pitchFamily="2" charset="-122"/>
              </a:rPr>
              <a:t>并</a:t>
            </a:r>
            <a:r>
              <a:rPr lang="zh-CN" altLang="en-US" dirty="0">
                <a:solidFill>
                  <a:srgbClr val="FF0000"/>
                </a:solidFill>
                <a:ea typeface="宋体" panose="02010600030101010101" pitchFamily="2" charset="-122"/>
              </a:rPr>
              <a:t>没有改动 </a:t>
            </a:r>
            <a:r>
              <a:rPr lang="en-US" altLang="zh-CN" dirty="0">
                <a:ea typeface="宋体" panose="02010600030101010101" pitchFamily="2" charset="-122"/>
              </a:rPr>
              <a:t>SMTP </a:t>
            </a:r>
            <a:r>
              <a:rPr lang="zh-CN" altLang="en-US" dirty="0">
                <a:ea typeface="宋体" panose="02010600030101010101" pitchFamily="2" charset="-122"/>
              </a:rPr>
              <a:t>或</a:t>
            </a:r>
            <a:r>
              <a:rPr lang="zh-CN" altLang="en-US" dirty="0">
                <a:solidFill>
                  <a:srgbClr val="FF0000"/>
                </a:solidFill>
                <a:ea typeface="宋体" panose="02010600030101010101" pitchFamily="2" charset="-122"/>
              </a:rPr>
              <a:t>取代</a:t>
            </a:r>
            <a:r>
              <a:rPr lang="zh-CN" altLang="en-US" dirty="0">
                <a:ea typeface="宋体" panose="02010600030101010101" pitchFamily="2" charset="-122"/>
              </a:rPr>
              <a:t>它。</a:t>
            </a:r>
          </a:p>
          <a:p>
            <a:pPr algn="just" eaLnBrk="1" hangingPunct="1"/>
            <a:r>
              <a:rPr lang="en-US" altLang="zh-CN" dirty="0">
                <a:ea typeface="宋体" panose="02010600030101010101" pitchFamily="2" charset="-122"/>
              </a:rPr>
              <a:t>MIME </a:t>
            </a:r>
            <a:r>
              <a:rPr lang="zh-CN" altLang="en-US" dirty="0">
                <a:ea typeface="宋体" panose="02010600030101010101" pitchFamily="2" charset="-122"/>
              </a:rPr>
              <a:t>的意图是继续使用目前的</a:t>
            </a:r>
            <a:r>
              <a:rPr lang="en-US" altLang="zh-CN" dirty="0">
                <a:ea typeface="宋体" panose="02010600030101010101" pitchFamily="2" charset="-122"/>
              </a:rPr>
              <a:t>[RFC 822]</a:t>
            </a:r>
            <a:r>
              <a:rPr lang="zh-CN" altLang="en-US" dirty="0">
                <a:ea typeface="宋体" panose="02010600030101010101" pitchFamily="2" charset="-122"/>
              </a:rPr>
              <a:t>格式，但</a:t>
            </a:r>
            <a:r>
              <a:rPr lang="zh-CN" altLang="en-US" dirty="0">
                <a:solidFill>
                  <a:srgbClr val="FF0000"/>
                </a:solidFill>
                <a:ea typeface="宋体" panose="02010600030101010101" pitchFamily="2" charset="-122"/>
              </a:rPr>
              <a:t>增加了邮件主体的结构</a:t>
            </a:r>
            <a:r>
              <a:rPr lang="zh-CN" altLang="en-US" dirty="0">
                <a:ea typeface="宋体" panose="02010600030101010101" pitchFamily="2" charset="-122"/>
              </a:rPr>
              <a:t>，并定义了传送</a:t>
            </a:r>
            <a:r>
              <a:rPr lang="zh-CN" altLang="en-US" dirty="0">
                <a:solidFill>
                  <a:srgbClr val="FF0000"/>
                </a:solidFill>
                <a:ea typeface="宋体" panose="02010600030101010101" pitchFamily="2" charset="-122"/>
              </a:rPr>
              <a:t>非 </a:t>
            </a:r>
            <a:r>
              <a:rPr lang="en-US" altLang="zh-CN" dirty="0">
                <a:solidFill>
                  <a:srgbClr val="FF0000"/>
                </a:solidFill>
                <a:ea typeface="宋体" panose="02010600030101010101" pitchFamily="2" charset="-122"/>
              </a:rPr>
              <a:t>ASCII </a:t>
            </a:r>
            <a:r>
              <a:rPr lang="zh-CN" altLang="en-US" dirty="0">
                <a:solidFill>
                  <a:srgbClr val="FF0000"/>
                </a:solidFill>
                <a:ea typeface="宋体" panose="02010600030101010101" pitchFamily="2" charset="-122"/>
              </a:rPr>
              <a:t>码的编码规则</a:t>
            </a:r>
            <a:r>
              <a:rPr lang="zh-CN" altLang="en-US" dirty="0">
                <a:ea typeface="宋体" panose="02010600030101010101" pitchFamily="2" charset="-122"/>
              </a:rPr>
              <a:t>。  </a:t>
            </a:r>
          </a:p>
        </p:txBody>
      </p:sp>
      <p:sp>
        <p:nvSpPr>
          <p:cNvPr id="257027" name="幻灯片编号占位符 1">
            <a:extLst>
              <a:ext uri="{FF2B5EF4-FFF2-40B4-BE49-F238E27FC236}">
                <a16:creationId xmlns:a16="http://schemas.microsoft.com/office/drawing/2014/main" id="{EA2B7646-69D7-3045-BFB7-1F68A0FDFA0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B292AA8-07F6-B94B-849F-FAF59CD8B1E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99</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429183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2">
            <a:extLst>
              <a:ext uri="{FF2B5EF4-FFF2-40B4-BE49-F238E27FC236}">
                <a16:creationId xmlns:a16="http://schemas.microsoft.com/office/drawing/2014/main" id="{F8E3A369-BDCD-A340-9CC4-B7752024D9BD}"/>
              </a:ext>
            </a:extLst>
          </p:cNvPr>
          <p:cNvSpPr>
            <a:spLocks noGrp="1" noChangeArrowheads="1"/>
          </p:cNvSpPr>
          <p:nvPr>
            <p:ph type="title"/>
          </p:nvPr>
        </p:nvSpPr>
        <p:spPr>
          <a:xfrm>
            <a:off x="180109" y="277094"/>
            <a:ext cx="7381551" cy="623019"/>
          </a:xfrm>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SMTP </a:t>
            </a:r>
            <a:r>
              <a:rPr lang="zh-CN" altLang="en-US" dirty="0">
                <a:latin typeface="Times New Roman" panose="02020603050405020304" pitchFamily="18" charset="0"/>
                <a:ea typeface="宋体" panose="02010600030101010101" pitchFamily="2" charset="-122"/>
              </a:rPr>
              <a:t>的关系 </a:t>
            </a:r>
          </a:p>
        </p:txBody>
      </p:sp>
      <p:sp>
        <p:nvSpPr>
          <p:cNvPr id="259074" name="Text Box 3">
            <a:extLst>
              <a:ext uri="{FF2B5EF4-FFF2-40B4-BE49-F238E27FC236}">
                <a16:creationId xmlns:a16="http://schemas.microsoft.com/office/drawing/2014/main" id="{C9539B7B-2A65-594E-8D2E-5D34173553E2}"/>
              </a:ext>
            </a:extLst>
          </p:cNvPr>
          <p:cNvSpPr txBox="1">
            <a:spLocks noChangeArrowheads="1"/>
          </p:cNvSpPr>
          <p:nvPr/>
        </p:nvSpPr>
        <p:spPr bwMode="auto">
          <a:xfrm>
            <a:off x="2378869" y="2165748"/>
            <a:ext cx="11662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非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75" name="Text Box 4">
            <a:extLst>
              <a:ext uri="{FF2B5EF4-FFF2-40B4-BE49-F238E27FC236}">
                <a16:creationId xmlns:a16="http://schemas.microsoft.com/office/drawing/2014/main" id="{606EBF4C-8689-0E4A-AA2E-2858D3A545AD}"/>
              </a:ext>
            </a:extLst>
          </p:cNvPr>
          <p:cNvSpPr txBox="1">
            <a:spLocks noChangeArrowheads="1"/>
          </p:cNvSpPr>
          <p:nvPr/>
        </p:nvSpPr>
        <p:spPr bwMode="auto">
          <a:xfrm>
            <a:off x="2389585" y="3300413"/>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1179653" name="Rectangle 5">
            <a:extLst>
              <a:ext uri="{FF2B5EF4-FFF2-40B4-BE49-F238E27FC236}">
                <a16:creationId xmlns:a16="http://schemas.microsoft.com/office/drawing/2014/main" id="{FC1F0C8C-A356-A24F-BA67-48ADCA3333B0}"/>
              </a:ext>
            </a:extLst>
          </p:cNvPr>
          <p:cNvSpPr>
            <a:spLocks noChangeArrowheads="1"/>
          </p:cNvSpPr>
          <p:nvPr/>
        </p:nvSpPr>
        <p:spPr bwMode="auto">
          <a:xfrm>
            <a:off x="1925242" y="2599135"/>
            <a:ext cx="887015" cy="447675"/>
          </a:xfrm>
          <a:prstGeom prst="rect">
            <a:avLst/>
          </a:prstGeom>
          <a:solidFill>
            <a:srgbClr val="FFCCFF"/>
          </a:solidFill>
          <a:ln w="9525">
            <a:solidFill>
              <a:srgbClr val="333399"/>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MIME</a:t>
            </a:r>
          </a:p>
        </p:txBody>
      </p:sp>
      <p:sp>
        <p:nvSpPr>
          <p:cNvPr id="1179654" name="Rectangle 6">
            <a:extLst>
              <a:ext uri="{FF2B5EF4-FFF2-40B4-BE49-F238E27FC236}">
                <a16:creationId xmlns:a16="http://schemas.microsoft.com/office/drawing/2014/main" id="{11A9FF97-335B-8141-9AF4-659EEF4AED69}"/>
              </a:ext>
            </a:extLst>
          </p:cNvPr>
          <p:cNvSpPr>
            <a:spLocks noChangeArrowheads="1"/>
          </p:cNvSpPr>
          <p:nvPr/>
        </p:nvSpPr>
        <p:spPr bwMode="auto">
          <a:xfrm>
            <a:off x="1925242" y="3852863"/>
            <a:ext cx="887015" cy="447675"/>
          </a:xfrm>
          <a:prstGeom prst="rect">
            <a:avLst/>
          </a:prstGeom>
          <a:solidFill>
            <a:srgbClr val="CCECFF"/>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179655" name="Rectangle 7">
            <a:extLst>
              <a:ext uri="{FF2B5EF4-FFF2-40B4-BE49-F238E27FC236}">
                <a16:creationId xmlns:a16="http://schemas.microsoft.com/office/drawing/2014/main" id="{8D11F502-BADE-4441-9179-F070E557DE09}"/>
              </a:ext>
            </a:extLst>
          </p:cNvPr>
          <p:cNvSpPr>
            <a:spLocks noChangeArrowheads="1"/>
          </p:cNvSpPr>
          <p:nvPr/>
        </p:nvSpPr>
        <p:spPr bwMode="auto">
          <a:xfrm>
            <a:off x="6438900" y="2599135"/>
            <a:ext cx="887016" cy="447675"/>
          </a:xfrm>
          <a:prstGeom prst="rect">
            <a:avLst/>
          </a:prstGeom>
          <a:solidFill>
            <a:srgbClr val="FFCCFF"/>
          </a:solidFill>
          <a:ln w="9525">
            <a:solidFill>
              <a:srgbClr val="333399"/>
            </a:solidFill>
            <a:miter lim="800000"/>
            <a:headEnd/>
            <a:tailEnd/>
          </a:ln>
          <a:effectLst>
            <a:outerShdw blurRad="63500" dist="53882" dir="2700000"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MIME</a:t>
            </a:r>
          </a:p>
        </p:txBody>
      </p:sp>
      <p:sp>
        <p:nvSpPr>
          <p:cNvPr id="1179656" name="Rectangle 8">
            <a:extLst>
              <a:ext uri="{FF2B5EF4-FFF2-40B4-BE49-F238E27FC236}">
                <a16:creationId xmlns:a16="http://schemas.microsoft.com/office/drawing/2014/main" id="{D883EBC3-A4E1-D34F-AA74-FF8D3032B9F9}"/>
              </a:ext>
            </a:extLst>
          </p:cNvPr>
          <p:cNvSpPr>
            <a:spLocks noChangeArrowheads="1"/>
          </p:cNvSpPr>
          <p:nvPr/>
        </p:nvSpPr>
        <p:spPr bwMode="auto">
          <a:xfrm>
            <a:off x="6438900" y="3852863"/>
            <a:ext cx="887016" cy="447675"/>
          </a:xfrm>
          <a:prstGeom prst="rect">
            <a:avLst/>
          </a:prstGeom>
          <a:solidFill>
            <a:srgbClr val="CCECFF"/>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p>
            <a:pPr algn="ctr" eaLnBrk="1" hangingPunct="1">
              <a:defRPr/>
            </a:pPr>
            <a:r>
              <a:rPr kumimoji="1" lang="en-US" altLang="zh-CN" sz="1500">
                <a:solidFill>
                  <a:srgbClr val="333399"/>
                </a:solidFill>
                <a:latin typeface="Arial" charset="0"/>
                <a:ea typeface="黑体" charset="-122"/>
              </a:rPr>
              <a:t>SMTP</a:t>
            </a:r>
          </a:p>
        </p:txBody>
      </p:sp>
      <p:sp>
        <p:nvSpPr>
          <p:cNvPr id="1179657" name="Line 9">
            <a:extLst>
              <a:ext uri="{FF2B5EF4-FFF2-40B4-BE49-F238E27FC236}">
                <a16:creationId xmlns:a16="http://schemas.microsoft.com/office/drawing/2014/main" id="{7D5F809A-FC33-864C-925B-D24BB71635CF}"/>
              </a:ext>
            </a:extLst>
          </p:cNvPr>
          <p:cNvSpPr>
            <a:spLocks noChangeShapeType="1"/>
          </p:cNvSpPr>
          <p:nvPr/>
        </p:nvSpPr>
        <p:spPr bwMode="auto">
          <a:xfrm>
            <a:off x="2825354" y="4076700"/>
            <a:ext cx="362783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58" name="Line 10">
            <a:extLst>
              <a:ext uri="{FF2B5EF4-FFF2-40B4-BE49-F238E27FC236}">
                <a16:creationId xmlns:a16="http://schemas.microsoft.com/office/drawing/2014/main" id="{D2332F86-92E0-AF47-85D1-49F805E7240C}"/>
              </a:ext>
            </a:extLst>
          </p:cNvPr>
          <p:cNvSpPr>
            <a:spLocks noChangeShapeType="1"/>
          </p:cNvSpPr>
          <p:nvPr/>
        </p:nvSpPr>
        <p:spPr bwMode="auto">
          <a:xfrm rot="5400000" flipH="1" flipV="1">
            <a:off x="1965127" y="3449837"/>
            <a:ext cx="806053"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59" name="Line 11">
            <a:extLst>
              <a:ext uri="{FF2B5EF4-FFF2-40B4-BE49-F238E27FC236}">
                <a16:creationId xmlns:a16="http://schemas.microsoft.com/office/drawing/2014/main" id="{2D3944E5-C489-6C46-B1A5-C188C7C851CC}"/>
              </a:ext>
            </a:extLst>
          </p:cNvPr>
          <p:cNvSpPr>
            <a:spLocks noChangeShapeType="1"/>
          </p:cNvSpPr>
          <p:nvPr/>
        </p:nvSpPr>
        <p:spPr bwMode="auto">
          <a:xfrm rot="5400000" flipH="1" flipV="1">
            <a:off x="6479977" y="3449837"/>
            <a:ext cx="806053"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60" name="Line 12">
            <a:extLst>
              <a:ext uri="{FF2B5EF4-FFF2-40B4-BE49-F238E27FC236}">
                <a16:creationId xmlns:a16="http://schemas.microsoft.com/office/drawing/2014/main" id="{47B0BB56-8790-B54F-AD46-DDEA9E793A42}"/>
              </a:ext>
            </a:extLst>
          </p:cNvPr>
          <p:cNvSpPr>
            <a:spLocks noChangeShapeType="1"/>
          </p:cNvSpPr>
          <p:nvPr/>
        </p:nvSpPr>
        <p:spPr bwMode="auto">
          <a:xfrm rot="16200000" flipV="1">
            <a:off x="2079427" y="2310408"/>
            <a:ext cx="57745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179661" name="Line 13">
            <a:extLst>
              <a:ext uri="{FF2B5EF4-FFF2-40B4-BE49-F238E27FC236}">
                <a16:creationId xmlns:a16="http://schemas.microsoft.com/office/drawing/2014/main" id="{9A20BB3A-0C59-C542-99EE-3CF92B140A93}"/>
              </a:ext>
            </a:extLst>
          </p:cNvPr>
          <p:cNvSpPr>
            <a:spLocks noChangeShapeType="1"/>
          </p:cNvSpPr>
          <p:nvPr/>
        </p:nvSpPr>
        <p:spPr bwMode="auto">
          <a:xfrm rot="16200000" flipV="1">
            <a:off x="6594277" y="2310408"/>
            <a:ext cx="57745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59085" name="Text Box 14">
            <a:extLst>
              <a:ext uri="{FF2B5EF4-FFF2-40B4-BE49-F238E27FC236}">
                <a16:creationId xmlns:a16="http://schemas.microsoft.com/office/drawing/2014/main" id="{8AF37D38-C901-0145-907B-F4C71CE3B434}"/>
              </a:ext>
            </a:extLst>
          </p:cNvPr>
          <p:cNvSpPr txBox="1">
            <a:spLocks noChangeArrowheads="1"/>
          </p:cNvSpPr>
          <p:nvPr/>
        </p:nvSpPr>
        <p:spPr bwMode="auto">
          <a:xfrm>
            <a:off x="5598319" y="3278982"/>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86" name="Text Box 15">
            <a:extLst>
              <a:ext uri="{FF2B5EF4-FFF2-40B4-BE49-F238E27FC236}">
                <a16:creationId xmlns:a16="http://schemas.microsoft.com/office/drawing/2014/main" id="{E036BF14-30B1-CD4E-99A3-DC3C28117B15}"/>
              </a:ext>
            </a:extLst>
          </p:cNvPr>
          <p:cNvSpPr txBox="1">
            <a:spLocks noChangeArrowheads="1"/>
          </p:cNvSpPr>
          <p:nvPr/>
        </p:nvSpPr>
        <p:spPr bwMode="auto">
          <a:xfrm>
            <a:off x="3843337" y="3759994"/>
            <a:ext cx="132658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7 </a:t>
            </a:r>
            <a:r>
              <a:rPr kumimoji="1" lang="zh-CN" altLang="en-US" sz="1500">
                <a:latin typeface="Arial" panose="020B0604020202020204" pitchFamily="34" charset="0"/>
                <a:ea typeface="宋体" panose="02010600030101010101" pitchFamily="2" charset="-122"/>
              </a:rPr>
              <a:t>位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259087" name="Text Box 16">
            <a:extLst>
              <a:ext uri="{FF2B5EF4-FFF2-40B4-BE49-F238E27FC236}">
                <a16:creationId xmlns:a16="http://schemas.microsoft.com/office/drawing/2014/main" id="{A5137F0D-28EB-3A46-A7F6-554E400866C0}"/>
              </a:ext>
            </a:extLst>
          </p:cNvPr>
          <p:cNvSpPr txBox="1">
            <a:spLocks noChangeArrowheads="1"/>
          </p:cNvSpPr>
          <p:nvPr/>
        </p:nvSpPr>
        <p:spPr bwMode="auto">
          <a:xfrm>
            <a:off x="5717382" y="2165748"/>
            <a:ext cx="116628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非 </a:t>
            </a:r>
            <a:r>
              <a:rPr kumimoji="1" lang="en-US" altLang="zh-CN" sz="1500">
                <a:latin typeface="Arial" panose="020B0604020202020204" pitchFamily="34" charset="0"/>
                <a:ea typeface="宋体" panose="02010600030101010101" pitchFamily="2" charset="-122"/>
              </a:rPr>
              <a:t>ASCII </a:t>
            </a:r>
            <a:r>
              <a:rPr kumimoji="1" lang="zh-CN" altLang="en-US" sz="1500">
                <a:latin typeface="Arial" panose="020B0604020202020204" pitchFamily="34" charset="0"/>
                <a:ea typeface="宋体" panose="02010600030101010101" pitchFamily="2" charset="-122"/>
              </a:rPr>
              <a:t>码</a:t>
            </a:r>
          </a:p>
        </p:txBody>
      </p:sp>
      <p:sp>
        <p:nvSpPr>
          <p:cNvPr id="1179665" name="Rectangle 17">
            <a:extLst>
              <a:ext uri="{FF2B5EF4-FFF2-40B4-BE49-F238E27FC236}">
                <a16:creationId xmlns:a16="http://schemas.microsoft.com/office/drawing/2014/main" id="{0EBAB122-3FBC-4E4A-B7DF-8BDBA138C623}"/>
              </a:ext>
            </a:extLst>
          </p:cNvPr>
          <p:cNvSpPr>
            <a:spLocks noChangeArrowheads="1"/>
          </p:cNvSpPr>
          <p:nvPr/>
        </p:nvSpPr>
        <p:spPr bwMode="auto">
          <a:xfrm>
            <a:off x="2006204" y="1672829"/>
            <a:ext cx="725090" cy="358378"/>
          </a:xfrm>
          <a:prstGeom prst="rect">
            <a:avLst/>
          </a:prstGeom>
          <a:solidFill>
            <a:srgbClr val="FFFF99"/>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用户</a:t>
            </a:r>
          </a:p>
        </p:txBody>
      </p:sp>
      <p:sp>
        <p:nvSpPr>
          <p:cNvPr id="1179666" name="Rectangle 18">
            <a:extLst>
              <a:ext uri="{FF2B5EF4-FFF2-40B4-BE49-F238E27FC236}">
                <a16:creationId xmlns:a16="http://schemas.microsoft.com/office/drawing/2014/main" id="{A61110E5-3EE6-C141-9B86-2C7BA9B9046C}"/>
              </a:ext>
            </a:extLst>
          </p:cNvPr>
          <p:cNvSpPr>
            <a:spLocks noChangeArrowheads="1"/>
          </p:cNvSpPr>
          <p:nvPr/>
        </p:nvSpPr>
        <p:spPr bwMode="auto">
          <a:xfrm>
            <a:off x="6519863" y="1672829"/>
            <a:ext cx="725091" cy="358378"/>
          </a:xfrm>
          <a:prstGeom prst="rect">
            <a:avLst/>
          </a:prstGeom>
          <a:solidFill>
            <a:srgbClr val="FFFF99"/>
          </a:solidFill>
          <a:ln w="9525">
            <a:solidFill>
              <a:srgbClr val="333399"/>
            </a:solidFill>
            <a:miter lim="800000"/>
            <a:headEnd/>
            <a:tailEnd/>
          </a:ln>
          <a:effectLst>
            <a:outerShdw blurRad="63500" dist="46662" dir="2115817" algn="ctr" rotWithShape="0">
              <a:schemeClr val="bg2">
                <a:alpha val="74997"/>
              </a:schemeClr>
            </a:outerShdw>
          </a:effectLst>
        </p:spPr>
        <p:txBody>
          <a:bodyPr wrap="none" anchor="ctr"/>
          <a:lstStyle>
            <a:lvl1pPr>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500">
                <a:solidFill>
                  <a:srgbClr val="333399"/>
                </a:solidFill>
                <a:latin typeface="Arial" panose="020B0604020202020204" pitchFamily="34" charset="0"/>
              </a:rPr>
              <a:t>用户</a:t>
            </a:r>
          </a:p>
        </p:txBody>
      </p:sp>
      <p:sp>
        <p:nvSpPr>
          <p:cNvPr id="259090" name="幻灯片编号占位符 1">
            <a:extLst>
              <a:ext uri="{FF2B5EF4-FFF2-40B4-BE49-F238E27FC236}">
                <a16:creationId xmlns:a16="http://schemas.microsoft.com/office/drawing/2014/main" id="{C311B088-AA43-BF47-97C3-919AF3AFDB0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FC36929-96AE-5846-996B-175366F80546}"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248547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2">
            <a:extLst>
              <a:ext uri="{FF2B5EF4-FFF2-40B4-BE49-F238E27FC236}">
                <a16:creationId xmlns:a16="http://schemas.microsoft.com/office/drawing/2014/main" id="{962394F8-A55D-6F47-85D4-01049247F054}"/>
              </a:ext>
            </a:extLst>
          </p:cNvPr>
          <p:cNvSpPr>
            <a:spLocks noGrp="1" noChangeArrowheads="1"/>
          </p:cNvSpPr>
          <p:nvPr>
            <p:ph type="title"/>
          </p:nvPr>
        </p:nvSpPr>
        <p:spPr>
          <a:xfrm>
            <a:off x="152401" y="250031"/>
            <a:ext cx="7402116" cy="701279"/>
          </a:xfrm>
        </p:spPr>
        <p:txBody>
          <a:bodyPr/>
          <a:lstStyle/>
          <a:p>
            <a:pPr eaLnBrk="1" hangingPunct="1"/>
            <a:r>
              <a:rPr lang="en-US" altLang="zh-CN" dirty="0">
                <a:latin typeface="Times New Roman" panose="02020603050405020304" pitchFamily="18" charset="0"/>
                <a:ea typeface="宋体" panose="02010600030101010101" pitchFamily="2" charset="-122"/>
              </a:rPr>
              <a:t>MIME </a:t>
            </a:r>
            <a:r>
              <a:rPr lang="zh-CN" altLang="en-US" dirty="0">
                <a:latin typeface="Times New Roman" panose="02020603050405020304" pitchFamily="18" charset="0"/>
                <a:ea typeface="宋体" panose="02010600030101010101" pitchFamily="2" charset="-122"/>
              </a:rPr>
              <a:t>主要包括三个部分 </a:t>
            </a:r>
          </a:p>
        </p:txBody>
      </p:sp>
      <p:sp>
        <p:nvSpPr>
          <p:cNvPr id="1181699" name="Rectangle 3">
            <a:extLst>
              <a:ext uri="{FF2B5EF4-FFF2-40B4-BE49-F238E27FC236}">
                <a16:creationId xmlns:a16="http://schemas.microsoft.com/office/drawing/2014/main" id="{A45D410E-311A-594F-86A8-02EF60CD6D64}"/>
              </a:ext>
            </a:extLst>
          </p:cNvPr>
          <p:cNvSpPr>
            <a:spLocks noGrp="1" noChangeArrowheads="1"/>
          </p:cNvSpPr>
          <p:nvPr>
            <p:ph type="body" idx="1"/>
          </p:nvPr>
        </p:nvSpPr>
        <p:spPr>
          <a:xfrm>
            <a:off x="152401" y="1113235"/>
            <a:ext cx="8700654" cy="3402806"/>
          </a:xfrm>
        </p:spPr>
        <p:txBody>
          <a:bodyPr/>
          <a:lstStyle/>
          <a:p>
            <a:pPr algn="just" eaLnBrk="1" hangingPunct="1">
              <a:lnSpc>
                <a:spcPct val="105000"/>
              </a:lnSpc>
            </a:pPr>
            <a:r>
              <a:rPr lang="en-US" altLang="zh-CN" dirty="0">
                <a:solidFill>
                  <a:srgbClr val="FF0000"/>
                </a:solidFill>
                <a:ea typeface="宋体" panose="02010600030101010101" pitchFamily="2" charset="-122"/>
              </a:rPr>
              <a:t>5</a:t>
            </a:r>
            <a:r>
              <a:rPr lang="en-US" altLang="zh-CN" sz="1400" dirty="0">
                <a:solidFill>
                  <a:srgbClr val="FF0000"/>
                </a:solidFill>
                <a:ea typeface="宋体" panose="02010600030101010101" pitchFamily="2" charset="-122"/>
              </a:rPr>
              <a:t> </a:t>
            </a:r>
            <a:r>
              <a:rPr lang="zh-CN" altLang="en-US" dirty="0">
                <a:solidFill>
                  <a:srgbClr val="FF0000"/>
                </a:solidFill>
                <a:ea typeface="宋体" panose="02010600030101010101" pitchFamily="2" charset="-122"/>
              </a:rPr>
              <a:t>个新的邮件首部字段</a:t>
            </a:r>
            <a:r>
              <a:rPr lang="zh-CN" altLang="en-US" dirty="0">
                <a:ea typeface="宋体" panose="02010600030101010101" pitchFamily="2" charset="-122"/>
              </a:rPr>
              <a:t>，它们可包含在</a:t>
            </a:r>
            <a:r>
              <a:rPr lang="en-US" altLang="zh-CN" dirty="0">
                <a:ea typeface="宋体" panose="02010600030101010101" pitchFamily="2" charset="-122"/>
              </a:rPr>
              <a:t>[RFC 822]</a:t>
            </a:r>
            <a:r>
              <a:rPr lang="zh-CN" altLang="en-US" dirty="0">
                <a:ea typeface="宋体" panose="02010600030101010101" pitchFamily="2" charset="-122"/>
              </a:rPr>
              <a:t>首部中。这些字段提供了有关邮件主体的信息。</a:t>
            </a:r>
          </a:p>
          <a:p>
            <a:pPr eaLnBrk="1" hangingPunct="1"/>
            <a:r>
              <a:rPr lang="zh-CN" altLang="en-US" dirty="0">
                <a:solidFill>
                  <a:srgbClr val="FF0000"/>
                </a:solidFill>
                <a:ea typeface="宋体" panose="02010600030101010101" pitchFamily="2" charset="-122"/>
              </a:rPr>
              <a:t>定义了许多邮件内容的格式</a:t>
            </a:r>
            <a:r>
              <a:rPr lang="zh-CN" altLang="en-US" dirty="0">
                <a:ea typeface="宋体" panose="02010600030101010101" pitchFamily="2" charset="-122"/>
              </a:rPr>
              <a:t>，对多媒体电子邮件的表示方法进行了标准化。</a:t>
            </a:r>
          </a:p>
          <a:p>
            <a:pPr eaLnBrk="1" hangingPunct="1"/>
            <a:r>
              <a:rPr lang="zh-CN" altLang="en-US" dirty="0">
                <a:solidFill>
                  <a:srgbClr val="FF0000"/>
                </a:solidFill>
                <a:ea typeface="宋体" panose="02010600030101010101" pitchFamily="2" charset="-122"/>
              </a:rPr>
              <a:t>定义了传送编码</a:t>
            </a:r>
            <a:r>
              <a:rPr lang="zh-CN" altLang="en-US" dirty="0">
                <a:ea typeface="宋体" panose="02010600030101010101" pitchFamily="2" charset="-122"/>
              </a:rPr>
              <a:t>，可对任何内容格式进行转换，而不会被邮件系统改变。</a:t>
            </a:r>
          </a:p>
        </p:txBody>
      </p:sp>
      <p:sp>
        <p:nvSpPr>
          <p:cNvPr id="261123" name="幻灯片编号占位符 1">
            <a:extLst>
              <a:ext uri="{FF2B5EF4-FFF2-40B4-BE49-F238E27FC236}">
                <a16:creationId xmlns:a16="http://schemas.microsoft.com/office/drawing/2014/main" id="{286A70B3-B4C1-224F-B11C-D8B00DF51D9B}"/>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87EBB2-1D73-6741-8468-032BA291134E}"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06087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16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1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3746" name="Rectangle 2">
            <a:extLst>
              <a:ext uri="{FF2B5EF4-FFF2-40B4-BE49-F238E27FC236}">
                <a16:creationId xmlns:a16="http://schemas.microsoft.com/office/drawing/2014/main" id="{2643777B-DB88-004D-BE7B-E461A0792F1C}"/>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7" name="Rectangle 3">
            <a:extLst>
              <a:ext uri="{FF2B5EF4-FFF2-40B4-BE49-F238E27FC236}">
                <a16:creationId xmlns:a16="http://schemas.microsoft.com/office/drawing/2014/main" id="{F6EE411D-7E6B-2940-87CF-CF8FFE5FE640}"/>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8" name="Rectangle 4">
            <a:extLst>
              <a:ext uri="{FF2B5EF4-FFF2-40B4-BE49-F238E27FC236}">
                <a16:creationId xmlns:a16="http://schemas.microsoft.com/office/drawing/2014/main" id="{4928BABA-EBC9-7147-AE14-EBC3CEDC1D7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49" name="Rectangle 5">
            <a:extLst>
              <a:ext uri="{FF2B5EF4-FFF2-40B4-BE49-F238E27FC236}">
                <a16:creationId xmlns:a16="http://schemas.microsoft.com/office/drawing/2014/main" id="{20963254-DBBD-8540-B061-416EA208B31F}"/>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3173" name="Rectangle 6">
            <a:extLst>
              <a:ext uri="{FF2B5EF4-FFF2-40B4-BE49-F238E27FC236}">
                <a16:creationId xmlns:a16="http://schemas.microsoft.com/office/drawing/2014/main" id="{8F105882-9D9D-BD42-98F1-BB47A720C3D3}"/>
              </a:ext>
            </a:extLst>
          </p:cNvPr>
          <p:cNvSpPr>
            <a:spLocks noGrp="1" noChangeArrowheads="1"/>
          </p:cNvSpPr>
          <p:nvPr>
            <p:ph type="title"/>
          </p:nvPr>
        </p:nvSpPr>
        <p:spPr>
          <a:xfrm>
            <a:off x="166255" y="160735"/>
            <a:ext cx="6997736" cy="777478"/>
          </a:xfrm>
        </p:spPr>
        <p:txBody>
          <a:bodyPr/>
          <a:lstStyle/>
          <a:p>
            <a:pPr eaLnBrk="1" hangingPunct="1"/>
            <a:r>
              <a:rPr lang="en-US" altLang="zh-CN" sz="3000" dirty="0">
                <a:ea typeface="宋体" panose="02010600030101010101" pitchFamily="2" charset="-122"/>
              </a:rPr>
              <a:t>MIME </a:t>
            </a:r>
            <a:r>
              <a:rPr lang="zh-CN" altLang="en-US" sz="3000" dirty="0">
                <a:ea typeface="宋体" panose="02010600030101010101" pitchFamily="2" charset="-122"/>
              </a:rPr>
              <a:t>增加 </a:t>
            </a:r>
            <a:r>
              <a:rPr lang="en-US" altLang="zh-CN" sz="3000" dirty="0">
                <a:ea typeface="宋体" panose="02010600030101010101" pitchFamily="2" charset="-122"/>
              </a:rPr>
              <a:t>5 </a:t>
            </a:r>
            <a:r>
              <a:rPr lang="zh-CN" altLang="en-US" sz="3000" dirty="0">
                <a:ea typeface="宋体" panose="02010600030101010101" pitchFamily="2" charset="-122"/>
              </a:rPr>
              <a:t>个新的邮件首部 </a:t>
            </a:r>
          </a:p>
        </p:txBody>
      </p:sp>
      <p:sp>
        <p:nvSpPr>
          <p:cNvPr id="263174" name="Rectangle 7">
            <a:extLst>
              <a:ext uri="{FF2B5EF4-FFF2-40B4-BE49-F238E27FC236}">
                <a16:creationId xmlns:a16="http://schemas.microsoft.com/office/drawing/2014/main" id="{D4220020-99C7-DD4B-B7C1-C979D9D60A69}"/>
              </a:ext>
            </a:extLst>
          </p:cNvPr>
          <p:cNvSpPr>
            <a:spLocks noGrp="1" noChangeArrowheads="1"/>
          </p:cNvSpPr>
          <p:nvPr>
            <p:ph type="body" idx="1"/>
          </p:nvPr>
        </p:nvSpPr>
        <p:spPr>
          <a:xfrm>
            <a:off x="166255" y="1098947"/>
            <a:ext cx="8700654" cy="3684984"/>
          </a:xfrm>
        </p:spPr>
        <p:txBody>
          <a:bodyPr/>
          <a:lstStyle/>
          <a:p>
            <a:pPr algn="just" eaLnBrk="1" hangingPunct="1"/>
            <a:r>
              <a:rPr lang="en-US" altLang="zh-CN" sz="2100" dirty="0">
                <a:ea typeface="宋体" panose="02010600030101010101" pitchFamily="2" charset="-122"/>
              </a:rPr>
              <a:t>MIME-Version: </a:t>
            </a:r>
            <a:r>
              <a:rPr lang="zh-CN" altLang="en-US" sz="2100" dirty="0">
                <a:ea typeface="宋体" panose="02010600030101010101" pitchFamily="2" charset="-122"/>
              </a:rPr>
              <a:t>标志 </a:t>
            </a:r>
            <a:r>
              <a:rPr lang="en-US" altLang="zh-CN" sz="2100" dirty="0">
                <a:ea typeface="宋体" panose="02010600030101010101" pitchFamily="2" charset="-122"/>
              </a:rPr>
              <a:t>MIME </a:t>
            </a:r>
            <a:r>
              <a:rPr lang="zh-CN" altLang="en-US" sz="2100" dirty="0">
                <a:ea typeface="宋体" panose="02010600030101010101" pitchFamily="2" charset="-122"/>
              </a:rPr>
              <a:t>的版本。现在的版本号是 </a:t>
            </a:r>
            <a:r>
              <a:rPr lang="en-US" altLang="zh-CN" sz="2100" dirty="0">
                <a:ea typeface="宋体" panose="02010600030101010101" pitchFamily="2" charset="-122"/>
              </a:rPr>
              <a:t>1.0</a:t>
            </a:r>
            <a:r>
              <a:rPr lang="zh-CN" altLang="en-US" sz="2100" dirty="0">
                <a:ea typeface="宋体" panose="02010600030101010101" pitchFamily="2" charset="-122"/>
              </a:rPr>
              <a:t>。若无此行，则为英文文本。</a:t>
            </a:r>
          </a:p>
          <a:p>
            <a:pPr algn="just" eaLnBrk="1" hangingPunct="1"/>
            <a:r>
              <a:rPr lang="en-US" altLang="zh-CN" sz="2100" dirty="0">
                <a:ea typeface="宋体" panose="02010600030101010101" pitchFamily="2" charset="-122"/>
              </a:rPr>
              <a:t>Content-Description: </a:t>
            </a:r>
            <a:r>
              <a:rPr lang="zh-CN" altLang="en-US" sz="2100" dirty="0">
                <a:ea typeface="宋体" panose="02010600030101010101" pitchFamily="2" charset="-122"/>
              </a:rPr>
              <a:t>这是可读字符串，说明此邮件是什么。和邮件的主题差不多。</a:t>
            </a:r>
          </a:p>
          <a:p>
            <a:pPr algn="just" eaLnBrk="1" hangingPunct="1"/>
            <a:r>
              <a:rPr lang="en-US" altLang="zh-CN" sz="2100" dirty="0">
                <a:ea typeface="宋体" panose="02010600030101010101" pitchFamily="2" charset="-122"/>
              </a:rPr>
              <a:t>Content-Id: </a:t>
            </a:r>
            <a:r>
              <a:rPr lang="zh-CN" altLang="en-US" sz="2100" dirty="0">
                <a:ea typeface="宋体" panose="02010600030101010101" pitchFamily="2" charset="-122"/>
              </a:rPr>
              <a:t>邮件的唯一标识符。 </a:t>
            </a:r>
          </a:p>
          <a:p>
            <a:pPr eaLnBrk="1" hangingPunct="1"/>
            <a:r>
              <a:rPr lang="en-US" altLang="zh-CN" sz="2100" dirty="0">
                <a:ea typeface="宋体" panose="02010600030101010101" pitchFamily="2" charset="-122"/>
              </a:rPr>
              <a:t>Content-Transfer-Encoding: </a:t>
            </a:r>
            <a:r>
              <a:rPr lang="zh-CN" altLang="en-US" sz="2100" dirty="0">
                <a:ea typeface="宋体" panose="02010600030101010101" pitchFamily="2" charset="-122"/>
              </a:rPr>
              <a:t>在传送时邮件的主体是如何编码的。</a:t>
            </a:r>
          </a:p>
          <a:p>
            <a:pPr eaLnBrk="1" hangingPunct="1"/>
            <a:r>
              <a:rPr lang="en-US" altLang="zh-CN" sz="2100" dirty="0">
                <a:ea typeface="宋体" panose="02010600030101010101" pitchFamily="2" charset="-122"/>
              </a:rPr>
              <a:t>Content-Type: </a:t>
            </a:r>
            <a:r>
              <a:rPr lang="zh-CN" altLang="en-US" sz="2100" dirty="0">
                <a:ea typeface="宋体" panose="02010600030101010101" pitchFamily="2" charset="-122"/>
              </a:rPr>
              <a:t>说明邮件的性质。 </a:t>
            </a:r>
          </a:p>
        </p:txBody>
      </p:sp>
      <p:sp>
        <p:nvSpPr>
          <p:cNvPr id="1183752" name="Rectangle 8">
            <a:extLst>
              <a:ext uri="{FF2B5EF4-FFF2-40B4-BE49-F238E27FC236}">
                <a16:creationId xmlns:a16="http://schemas.microsoft.com/office/drawing/2014/main" id="{36BDDF01-98E7-A645-B838-9C4F66632D3B}"/>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3753" name="Rectangle 9">
            <a:extLst>
              <a:ext uri="{FF2B5EF4-FFF2-40B4-BE49-F238E27FC236}">
                <a16:creationId xmlns:a16="http://schemas.microsoft.com/office/drawing/2014/main" id="{12F3E664-0743-8D44-BF36-091431DC71B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3177" name="幻灯片编号占位符 1">
            <a:extLst>
              <a:ext uri="{FF2B5EF4-FFF2-40B4-BE49-F238E27FC236}">
                <a16:creationId xmlns:a16="http://schemas.microsoft.com/office/drawing/2014/main" id="{31BF5A29-D6B3-1D4E-A34C-8843FD5D3991}"/>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B50E09-5069-CF4B-9D97-9F0766E0B4D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2357926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Rectangle 2">
            <a:extLst>
              <a:ext uri="{FF2B5EF4-FFF2-40B4-BE49-F238E27FC236}">
                <a16:creationId xmlns:a16="http://schemas.microsoft.com/office/drawing/2014/main" id="{538B1726-AD3E-F848-A202-C9C7A0212870}"/>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5" name="Rectangle 3">
            <a:extLst>
              <a:ext uri="{FF2B5EF4-FFF2-40B4-BE49-F238E27FC236}">
                <a16:creationId xmlns:a16="http://schemas.microsoft.com/office/drawing/2014/main" id="{9BF310C0-B5D9-8940-9ABB-538D86B2888B}"/>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6" name="Rectangle 4">
            <a:extLst>
              <a:ext uri="{FF2B5EF4-FFF2-40B4-BE49-F238E27FC236}">
                <a16:creationId xmlns:a16="http://schemas.microsoft.com/office/drawing/2014/main" id="{20BD9E3F-4BC3-4241-9BEA-A55ABAECB7D1}"/>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797" name="Rectangle 5">
            <a:extLst>
              <a:ext uri="{FF2B5EF4-FFF2-40B4-BE49-F238E27FC236}">
                <a16:creationId xmlns:a16="http://schemas.microsoft.com/office/drawing/2014/main" id="{FF169026-C2EA-BA47-B091-7004C368CC81}"/>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5221" name="Rectangle 6">
            <a:extLst>
              <a:ext uri="{FF2B5EF4-FFF2-40B4-BE49-F238E27FC236}">
                <a16:creationId xmlns:a16="http://schemas.microsoft.com/office/drawing/2014/main" id="{FB782E54-9A4D-D34F-B899-38EC28E6F776}"/>
              </a:ext>
            </a:extLst>
          </p:cNvPr>
          <p:cNvSpPr>
            <a:spLocks noGrp="1" noChangeArrowheads="1"/>
          </p:cNvSpPr>
          <p:nvPr>
            <p:ph type="title"/>
          </p:nvPr>
        </p:nvSpPr>
        <p:spPr>
          <a:xfrm>
            <a:off x="180109" y="160735"/>
            <a:ext cx="7739929" cy="683419"/>
          </a:xfrm>
        </p:spPr>
        <p:txBody>
          <a:bodyPr/>
          <a:lstStyle/>
          <a:p>
            <a:pPr eaLnBrk="1" hangingPunct="1"/>
            <a:r>
              <a:rPr lang="en-US" altLang="zh-CN" dirty="0">
                <a:ea typeface="宋体" panose="02010600030101010101" pitchFamily="2" charset="-122"/>
              </a:rPr>
              <a:t>2.  </a:t>
            </a:r>
            <a:r>
              <a:rPr lang="zh-CN" altLang="en-US" dirty="0">
                <a:ea typeface="宋体" panose="02010600030101010101" pitchFamily="2" charset="-122"/>
              </a:rPr>
              <a:t>内容传送编码</a:t>
            </a:r>
            <a:r>
              <a:rPr lang="en-US" altLang="zh-CN" dirty="0">
                <a:ea typeface="宋体" panose="02010600030101010101" pitchFamily="2" charset="-122"/>
              </a:rPr>
              <a:t>(Content-Transfer-Encoding) </a:t>
            </a:r>
          </a:p>
        </p:txBody>
      </p:sp>
      <p:sp>
        <p:nvSpPr>
          <p:cNvPr id="1185799" name="Rectangle 7">
            <a:extLst>
              <a:ext uri="{FF2B5EF4-FFF2-40B4-BE49-F238E27FC236}">
                <a16:creationId xmlns:a16="http://schemas.microsoft.com/office/drawing/2014/main" id="{28EF68BF-A44D-5049-8B97-6C713174A6F0}"/>
              </a:ext>
            </a:extLst>
          </p:cNvPr>
          <p:cNvSpPr>
            <a:spLocks noGrp="1" noChangeArrowheads="1"/>
          </p:cNvSpPr>
          <p:nvPr>
            <p:ph type="body" idx="1"/>
          </p:nvPr>
        </p:nvSpPr>
        <p:spPr>
          <a:xfrm>
            <a:off x="180108" y="1113235"/>
            <a:ext cx="8769927" cy="3409950"/>
          </a:xfrm>
        </p:spPr>
        <p:txBody>
          <a:bodyPr/>
          <a:lstStyle/>
          <a:p>
            <a:pPr algn="just" eaLnBrk="1" hangingPunct="1"/>
            <a:r>
              <a:rPr lang="zh-CN" altLang="en-US" sz="2100" dirty="0">
                <a:ea typeface="宋体" panose="02010600030101010101" pitchFamily="2" charset="-122"/>
              </a:rPr>
              <a:t>最简单的编码就是 </a:t>
            </a:r>
            <a:r>
              <a:rPr lang="en-US" altLang="zh-CN" sz="2100" dirty="0">
                <a:ea typeface="宋体" panose="02010600030101010101" pitchFamily="2" charset="-122"/>
              </a:rPr>
              <a:t>7 </a:t>
            </a:r>
            <a:r>
              <a:rPr lang="zh-CN" altLang="en-US" sz="2100" dirty="0">
                <a:ea typeface="宋体" panose="02010600030101010101" pitchFamily="2" charset="-122"/>
              </a:rPr>
              <a:t>位 </a:t>
            </a:r>
            <a:r>
              <a:rPr lang="en-US" altLang="zh-CN" sz="2100" dirty="0">
                <a:ea typeface="宋体" panose="02010600030101010101" pitchFamily="2" charset="-122"/>
              </a:rPr>
              <a:t>ASCII </a:t>
            </a:r>
            <a:r>
              <a:rPr lang="zh-CN" altLang="en-US" sz="2100" dirty="0">
                <a:ea typeface="宋体" panose="02010600030101010101" pitchFamily="2" charset="-122"/>
              </a:rPr>
              <a:t>码，而每行不能超过 </a:t>
            </a:r>
            <a:r>
              <a:rPr lang="en-US" altLang="zh-CN" sz="2100" dirty="0">
                <a:ea typeface="宋体" panose="02010600030101010101" pitchFamily="2" charset="-122"/>
              </a:rPr>
              <a:t>1000 </a:t>
            </a:r>
            <a:r>
              <a:rPr lang="zh-CN" altLang="en-US" sz="2100" dirty="0">
                <a:ea typeface="宋体" panose="02010600030101010101" pitchFamily="2" charset="-122"/>
              </a:rPr>
              <a:t>个字符。</a:t>
            </a:r>
            <a:r>
              <a:rPr lang="en-US" altLang="zh-CN" sz="2100" dirty="0">
                <a:ea typeface="宋体" panose="02010600030101010101" pitchFamily="2" charset="-122"/>
              </a:rPr>
              <a:t>MIME </a:t>
            </a:r>
            <a:r>
              <a:rPr lang="zh-CN" altLang="en-US" sz="2100" dirty="0">
                <a:ea typeface="宋体" panose="02010600030101010101" pitchFamily="2" charset="-122"/>
              </a:rPr>
              <a:t>对这种由 </a:t>
            </a:r>
            <a:r>
              <a:rPr lang="en-US" altLang="zh-CN" sz="2100" dirty="0">
                <a:ea typeface="宋体" panose="02010600030101010101" pitchFamily="2" charset="-122"/>
              </a:rPr>
              <a:t>ASCII </a:t>
            </a:r>
            <a:r>
              <a:rPr lang="zh-CN" altLang="en-US" sz="2100" dirty="0">
                <a:ea typeface="宋体" panose="02010600030101010101" pitchFamily="2" charset="-122"/>
              </a:rPr>
              <a:t>码构成的邮件主体不进行任何转换。 </a:t>
            </a:r>
          </a:p>
          <a:p>
            <a:pPr algn="just" eaLnBrk="1" hangingPunct="1"/>
            <a:r>
              <a:rPr lang="zh-CN" altLang="en-US" sz="2100" dirty="0">
                <a:ea typeface="宋体" panose="02010600030101010101" pitchFamily="2" charset="-122"/>
              </a:rPr>
              <a:t>另一种编码称为 </a:t>
            </a:r>
            <a:r>
              <a:rPr lang="en-US" altLang="zh-CN" sz="2100" dirty="0">
                <a:ea typeface="宋体" panose="02010600030101010101" pitchFamily="2" charset="-122"/>
              </a:rPr>
              <a:t>quoted-printable</a:t>
            </a:r>
            <a:r>
              <a:rPr lang="zh-CN" altLang="en-US" sz="2100" dirty="0">
                <a:ea typeface="宋体" panose="02010600030101010101" pitchFamily="2" charset="-122"/>
              </a:rPr>
              <a:t>，这种编码方法适用于当所传送的数据中只有少量的非 </a:t>
            </a:r>
            <a:r>
              <a:rPr lang="en-US" altLang="zh-CN" sz="2100" dirty="0">
                <a:ea typeface="宋体" panose="02010600030101010101" pitchFamily="2" charset="-122"/>
              </a:rPr>
              <a:t>ASCII </a:t>
            </a:r>
            <a:r>
              <a:rPr lang="zh-CN" altLang="en-US" sz="2100" dirty="0">
                <a:ea typeface="宋体" panose="02010600030101010101" pitchFamily="2" charset="-122"/>
              </a:rPr>
              <a:t>码。</a:t>
            </a:r>
          </a:p>
          <a:p>
            <a:pPr algn="just" eaLnBrk="1" hangingPunct="1"/>
            <a:r>
              <a:rPr lang="zh-CN" altLang="en-US" sz="2100" dirty="0">
                <a:ea typeface="宋体" panose="02010600030101010101" pitchFamily="2" charset="-122"/>
              </a:rPr>
              <a:t>对于任意的二进制文件，可用 </a:t>
            </a:r>
            <a:r>
              <a:rPr lang="en-US" altLang="zh-CN" sz="2100" dirty="0">
                <a:ea typeface="宋体" panose="02010600030101010101" pitchFamily="2" charset="-122"/>
              </a:rPr>
              <a:t>base64 </a:t>
            </a:r>
            <a:r>
              <a:rPr lang="zh-CN" altLang="en-US" sz="2100" dirty="0">
                <a:ea typeface="宋体" panose="02010600030101010101" pitchFamily="2" charset="-122"/>
              </a:rPr>
              <a:t>编码。</a:t>
            </a:r>
            <a:r>
              <a:rPr lang="zh-CN" altLang="en-US" dirty="0">
                <a:latin typeface="Times New Roman" panose="02020603050405020304" pitchFamily="18" charset="0"/>
                <a:ea typeface="宋体" panose="02010600030101010101" pitchFamily="2" charset="-122"/>
              </a:rPr>
              <a:t> </a:t>
            </a:r>
            <a:r>
              <a:rPr lang="zh-CN" altLang="en-US" sz="2100" dirty="0">
                <a:ea typeface="宋体" panose="02010600030101010101" pitchFamily="2" charset="-122"/>
              </a:rPr>
              <a:t> </a:t>
            </a:r>
          </a:p>
        </p:txBody>
      </p:sp>
      <p:sp>
        <p:nvSpPr>
          <p:cNvPr id="1185800" name="Rectangle 8">
            <a:extLst>
              <a:ext uri="{FF2B5EF4-FFF2-40B4-BE49-F238E27FC236}">
                <a16:creationId xmlns:a16="http://schemas.microsoft.com/office/drawing/2014/main" id="{93C4DCA2-9645-404D-AE10-0BD0D7648655}"/>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1185801" name="Rectangle 9">
            <a:extLst>
              <a:ext uri="{FF2B5EF4-FFF2-40B4-BE49-F238E27FC236}">
                <a16:creationId xmlns:a16="http://schemas.microsoft.com/office/drawing/2014/main" id="{6BC2C37E-0B1E-EC49-8083-2FA865A272E5}"/>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65225" name="幻灯片编号占位符 1">
            <a:extLst>
              <a:ext uri="{FF2B5EF4-FFF2-40B4-BE49-F238E27FC236}">
                <a16:creationId xmlns:a16="http://schemas.microsoft.com/office/drawing/2014/main" id="{F7143CAC-85AB-8F4B-AAFE-FC98BCE7065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48FE52-CC2B-1741-8304-ED319B2102AC}"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90031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579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857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43" name="Rectangle 3">
            <a:extLst>
              <a:ext uri="{FF2B5EF4-FFF2-40B4-BE49-F238E27FC236}">
                <a16:creationId xmlns:a16="http://schemas.microsoft.com/office/drawing/2014/main" id="{5C78C2F7-1DC5-4944-8248-4BA4091BE06C}"/>
              </a:ext>
            </a:extLst>
          </p:cNvPr>
          <p:cNvSpPr>
            <a:spLocks noGrp="1" noChangeArrowheads="1"/>
          </p:cNvSpPr>
          <p:nvPr>
            <p:ph idx="1"/>
          </p:nvPr>
        </p:nvSpPr>
        <p:spPr/>
        <p:txBody>
          <a:bodyPr/>
          <a:lstStyle/>
          <a:p>
            <a:pPr algn="just" eaLnBrk="1" hangingPunct="1">
              <a:lnSpc>
                <a:spcPct val="110000"/>
              </a:lnSpc>
            </a:pPr>
            <a:r>
              <a:rPr lang="en-US" altLang="zh-CN" sz="2100">
                <a:latin typeface="Times New Roman" panose="02020603050405020304" pitchFamily="18" charset="0"/>
                <a:ea typeface="宋体" panose="02010600030101010101" pitchFamily="2" charset="-122"/>
              </a:rPr>
              <a:t>MIME</a:t>
            </a:r>
            <a:r>
              <a:rPr lang="zh-CN" altLang="en-US" sz="2100">
                <a:latin typeface="Times New Roman" panose="02020603050405020304" pitchFamily="18" charset="0"/>
                <a:ea typeface="宋体" panose="02010600030101010101" pitchFamily="2" charset="-122"/>
              </a:rPr>
              <a:t>着标准规定 </a:t>
            </a:r>
            <a:r>
              <a:rPr lang="en-US" altLang="zh-CN" sz="2100">
                <a:latin typeface="Times New Roman" panose="02020603050405020304" pitchFamily="18" charset="0"/>
                <a:ea typeface="宋体" panose="02010600030101010101" pitchFamily="2" charset="-122"/>
              </a:rPr>
              <a:t>Content-Type </a:t>
            </a:r>
            <a:r>
              <a:rPr lang="zh-CN" altLang="en-US" sz="2100">
                <a:latin typeface="Times New Roman" panose="02020603050405020304" pitchFamily="18" charset="0"/>
                <a:ea typeface="宋体" panose="02010600030101010101" pitchFamily="2" charset="-122"/>
              </a:rPr>
              <a:t>说明必须含有两个标识符，即内容类型</a:t>
            </a:r>
            <a:r>
              <a:rPr lang="en-US" altLang="zh-CN" sz="2100">
                <a:latin typeface="Times New Roman" panose="02020603050405020304" pitchFamily="18" charset="0"/>
                <a:ea typeface="宋体" panose="02010600030101010101" pitchFamily="2" charset="-122"/>
              </a:rPr>
              <a:t>(type)</a:t>
            </a:r>
            <a:r>
              <a:rPr lang="zh-CN" altLang="en-US" sz="2100">
                <a:latin typeface="Times New Roman" panose="02020603050405020304" pitchFamily="18" charset="0"/>
                <a:ea typeface="宋体" panose="02010600030101010101" pitchFamily="2" charset="-122"/>
              </a:rPr>
              <a:t>和子类型</a:t>
            </a:r>
            <a:r>
              <a:rPr lang="en-US" altLang="zh-CN" sz="2100">
                <a:latin typeface="Times New Roman" panose="02020603050405020304" pitchFamily="18" charset="0"/>
                <a:ea typeface="宋体" panose="02010600030101010101" pitchFamily="2" charset="-122"/>
              </a:rPr>
              <a:t>(subtype)</a:t>
            </a:r>
            <a:r>
              <a:rPr lang="zh-CN" altLang="en-US" sz="2100">
                <a:latin typeface="Times New Roman" panose="02020603050405020304" pitchFamily="18" charset="0"/>
                <a:ea typeface="宋体" panose="02010600030101010101" pitchFamily="2" charset="-122"/>
              </a:rPr>
              <a:t>，中间用“</a:t>
            </a:r>
            <a:r>
              <a:rPr lang="en-US" altLang="zh-CN" sz="2100">
                <a:latin typeface="Times New Roman" panose="02020603050405020304" pitchFamily="18" charset="0"/>
                <a:ea typeface="宋体" panose="02010600030101010101" pitchFamily="2" charset="-122"/>
              </a:rPr>
              <a:t>/”</a:t>
            </a:r>
            <a:r>
              <a:rPr lang="zh-CN" altLang="en-US" sz="2100">
                <a:latin typeface="Times New Roman" panose="02020603050405020304" pitchFamily="18" charset="0"/>
                <a:ea typeface="宋体" panose="02010600030101010101" pitchFamily="2" charset="-122"/>
              </a:rPr>
              <a:t>分开。 </a:t>
            </a:r>
          </a:p>
          <a:p>
            <a:pPr algn="just" eaLnBrk="1" hangingPunct="1">
              <a:lnSpc>
                <a:spcPct val="110000"/>
              </a:lnSpc>
            </a:pPr>
            <a:r>
              <a:rPr lang="en-US" altLang="zh-CN" sz="2100">
                <a:latin typeface="Times New Roman" panose="02020603050405020304" pitchFamily="18" charset="0"/>
                <a:ea typeface="宋体" panose="02010600030101010101" pitchFamily="2" charset="-122"/>
              </a:rPr>
              <a:t>MIME </a:t>
            </a:r>
            <a:r>
              <a:rPr lang="zh-CN" altLang="en-US" sz="2100">
                <a:latin typeface="Times New Roman" panose="02020603050405020304" pitchFamily="18" charset="0"/>
                <a:ea typeface="宋体" panose="02010600030101010101" pitchFamily="2" charset="-122"/>
              </a:rPr>
              <a:t>标准定义了 </a:t>
            </a:r>
            <a:r>
              <a:rPr lang="en-US" altLang="zh-CN" sz="2100">
                <a:latin typeface="Times New Roman" panose="02020603050405020304" pitchFamily="18" charset="0"/>
                <a:ea typeface="宋体" panose="02010600030101010101" pitchFamily="2" charset="-122"/>
              </a:rPr>
              <a:t>7 </a:t>
            </a:r>
            <a:r>
              <a:rPr lang="zh-CN" altLang="en-US" sz="2100">
                <a:latin typeface="Times New Roman" panose="02020603050405020304" pitchFamily="18" charset="0"/>
                <a:ea typeface="宋体" panose="02010600030101010101" pitchFamily="2" charset="-122"/>
              </a:rPr>
              <a:t>个基本内容类型和 </a:t>
            </a:r>
            <a:r>
              <a:rPr lang="en-US" altLang="zh-CN" sz="2100">
                <a:latin typeface="Times New Roman" panose="02020603050405020304" pitchFamily="18" charset="0"/>
                <a:ea typeface="宋体" panose="02010600030101010101" pitchFamily="2" charset="-122"/>
              </a:rPr>
              <a:t>15 </a:t>
            </a:r>
            <a:r>
              <a:rPr lang="zh-CN" altLang="en-US" sz="2100">
                <a:latin typeface="Times New Roman" panose="02020603050405020304" pitchFamily="18" charset="0"/>
                <a:ea typeface="宋体" panose="02010600030101010101" pitchFamily="2" charset="-122"/>
              </a:rPr>
              <a:t>种子类型。 </a:t>
            </a:r>
          </a:p>
        </p:txBody>
      </p:sp>
      <p:sp>
        <p:nvSpPr>
          <p:cNvPr id="267267" name="幻灯片编号占位符 1">
            <a:extLst>
              <a:ext uri="{FF2B5EF4-FFF2-40B4-BE49-F238E27FC236}">
                <a16:creationId xmlns:a16="http://schemas.microsoft.com/office/drawing/2014/main" id="{27EDDABC-D731-A94E-8C75-C5894AAF284A}"/>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861D5F-4F83-5243-BBEE-6E96EBC7BD43}"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104</a:t>
            </a:fld>
            <a:endParaRPr lang="en-US" altLang="zh-CN" sz="1050">
              <a:solidFill>
                <a:schemeClr val="tx1"/>
              </a:solidFill>
              <a:latin typeface="Tahoma" panose="020B0604030504040204" pitchFamily="34" charset="0"/>
              <a:ea typeface="宋体" panose="02010600030101010101" pitchFamily="2" charset="-122"/>
            </a:endParaRPr>
          </a:p>
        </p:txBody>
      </p:sp>
      <p:sp>
        <p:nvSpPr>
          <p:cNvPr id="267265" name="Rectangle 2">
            <a:extLst>
              <a:ext uri="{FF2B5EF4-FFF2-40B4-BE49-F238E27FC236}">
                <a16:creationId xmlns:a16="http://schemas.microsoft.com/office/drawing/2014/main" id="{F36CCA8F-4FD8-E048-954D-1635934C9A0A}"/>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ea typeface="宋体" panose="02010600030101010101" pitchFamily="2" charset="-122"/>
              </a:rPr>
              <a:t>3.  </a:t>
            </a:r>
            <a:r>
              <a:rPr lang="zh-CN" altLang="en-US">
                <a:latin typeface="Times New Roman" panose="02020603050405020304" pitchFamily="18" charset="0"/>
                <a:ea typeface="宋体" panose="02010600030101010101" pitchFamily="2" charset="-122"/>
              </a:rPr>
              <a:t>内容类型 </a:t>
            </a:r>
          </a:p>
        </p:txBody>
      </p:sp>
    </p:spTree>
    <p:extLst>
      <p:ext uri="{BB962C8B-B14F-4D97-AF65-F5344CB8AC3E}">
        <p14:creationId xmlns:p14="http://schemas.microsoft.com/office/powerpoint/2010/main" val="1940364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878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a:extLst>
              <a:ext uri="{FF2B5EF4-FFF2-40B4-BE49-F238E27FC236}">
                <a16:creationId xmlns:a16="http://schemas.microsoft.com/office/drawing/2014/main" id="{E3C3E1AE-2CD1-6A44-8359-326B4DFD23CA}"/>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6.6  </a:t>
            </a:r>
            <a:r>
              <a:rPr lang="zh-CN" altLang="en-US" sz="3000" dirty="0">
                <a:ea typeface="宋体" panose="02010600030101010101" pitchFamily="2" charset="-122"/>
              </a:rPr>
              <a:t>动态主机配置协议 </a:t>
            </a:r>
            <a:r>
              <a:rPr lang="en-US" altLang="zh-CN" sz="3000" dirty="0">
                <a:ea typeface="宋体" panose="02010600030101010101" pitchFamily="2" charset="-122"/>
              </a:rPr>
              <a:t>DHCP</a:t>
            </a:r>
          </a:p>
        </p:txBody>
      </p:sp>
      <p:sp>
        <p:nvSpPr>
          <p:cNvPr id="715779" name="Rectangle 3">
            <a:extLst>
              <a:ext uri="{FF2B5EF4-FFF2-40B4-BE49-F238E27FC236}">
                <a16:creationId xmlns:a16="http://schemas.microsoft.com/office/drawing/2014/main" id="{231A9325-F922-F545-BA05-6E2A4BC04FE2}"/>
              </a:ext>
            </a:extLst>
          </p:cNvPr>
          <p:cNvSpPr>
            <a:spLocks noGrp="1" noChangeArrowheads="1"/>
          </p:cNvSpPr>
          <p:nvPr>
            <p:ph type="body" idx="1"/>
          </p:nvPr>
        </p:nvSpPr>
        <p:spPr>
          <a:xfrm>
            <a:off x="133564" y="1113235"/>
            <a:ext cx="8804952" cy="3726656"/>
          </a:xfrm>
        </p:spPr>
        <p:txBody>
          <a:bodyPr/>
          <a:lstStyle/>
          <a:p>
            <a:pPr eaLnBrk="1" hangingPunct="1"/>
            <a:r>
              <a:rPr lang="zh-CN" altLang="en-US" dirty="0">
                <a:latin typeface="Times New Roman" panose="02020603050405020304" pitchFamily="18" charset="0"/>
                <a:ea typeface="宋体" panose="02010600030101010101" pitchFamily="2" charset="-122"/>
              </a:rPr>
              <a:t>为了将</a:t>
            </a:r>
            <a:r>
              <a:rPr lang="zh-CN" altLang="en-US" dirty="0">
                <a:solidFill>
                  <a:srgbClr val="FF0000"/>
                </a:solidFill>
                <a:latin typeface="Times New Roman" panose="02020603050405020304" pitchFamily="18" charset="0"/>
                <a:ea typeface="宋体" panose="02010600030101010101" pitchFamily="2" charset="-122"/>
              </a:rPr>
              <a:t>软件协议做成通用的和便于移植</a:t>
            </a:r>
            <a:r>
              <a:rPr lang="zh-CN" altLang="en-US" dirty="0">
                <a:latin typeface="Times New Roman" panose="02020603050405020304" pitchFamily="18" charset="0"/>
                <a:ea typeface="宋体" panose="02010600030101010101" pitchFamily="2" charset="-122"/>
              </a:rPr>
              <a:t>，协议软件的编写者把</a:t>
            </a:r>
            <a:r>
              <a:rPr lang="zh-CN" altLang="en-US" dirty="0">
                <a:solidFill>
                  <a:srgbClr val="FF0000"/>
                </a:solidFill>
                <a:latin typeface="Times New Roman" panose="02020603050405020304" pitchFamily="18" charset="0"/>
                <a:ea typeface="宋体" panose="02010600030101010101" pitchFamily="2" charset="-122"/>
              </a:rPr>
              <a:t>协议软件参数化</a:t>
            </a:r>
            <a:r>
              <a:rPr lang="zh-CN" altLang="en-US" dirty="0">
                <a:latin typeface="Times New Roman" panose="02020603050405020304" pitchFamily="18" charset="0"/>
                <a:ea typeface="宋体" panose="02010600030101010101" pitchFamily="2" charset="-122"/>
              </a:rPr>
              <a:t>。这就使得在很多台计算机上使用同一个经过编译的二进制代码成为可能。</a:t>
            </a:r>
          </a:p>
          <a:p>
            <a:pPr eaLnBrk="1" hangingPunct="1"/>
            <a:r>
              <a:rPr lang="zh-CN" altLang="en-US" dirty="0">
                <a:latin typeface="Times New Roman" panose="02020603050405020304" pitchFamily="18" charset="0"/>
                <a:ea typeface="宋体" panose="02010600030101010101" pitchFamily="2" charset="-122"/>
              </a:rPr>
              <a:t>一台计算机和另一台计算机的区别，都可通过一些</a:t>
            </a:r>
            <a:r>
              <a:rPr lang="zh-CN" altLang="en-US" dirty="0">
                <a:solidFill>
                  <a:srgbClr val="FF0000"/>
                </a:solidFill>
                <a:latin typeface="Times New Roman" panose="02020603050405020304" pitchFamily="18" charset="0"/>
                <a:ea typeface="宋体" panose="02010600030101010101" pitchFamily="2" charset="-122"/>
              </a:rPr>
              <a:t>不同的参数来体现</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在软件协议运行之前，必须给每一个参数赋值。 </a:t>
            </a:r>
          </a:p>
        </p:txBody>
      </p:sp>
      <p:sp>
        <p:nvSpPr>
          <p:cNvPr id="269315" name="幻灯片编号占位符 1">
            <a:extLst>
              <a:ext uri="{FF2B5EF4-FFF2-40B4-BE49-F238E27FC236}">
                <a16:creationId xmlns:a16="http://schemas.microsoft.com/office/drawing/2014/main" id="{2FC5238C-AC26-AE46-AEA7-77FBD2161E54}"/>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9F785E5-3895-F14C-9106-C9DA72DBCE21}"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105</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64407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57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a:extLst>
              <a:ext uri="{FF2B5EF4-FFF2-40B4-BE49-F238E27FC236}">
                <a16:creationId xmlns:a16="http://schemas.microsoft.com/office/drawing/2014/main" id="{854DA6CB-3A34-FA4F-BB22-D4C8323A40D2}"/>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协议配置</a:t>
            </a:r>
          </a:p>
        </p:txBody>
      </p:sp>
      <p:sp>
        <p:nvSpPr>
          <p:cNvPr id="716803" name="Rectangle 3">
            <a:extLst>
              <a:ext uri="{FF2B5EF4-FFF2-40B4-BE49-F238E27FC236}">
                <a16:creationId xmlns:a16="http://schemas.microsoft.com/office/drawing/2014/main" id="{1BB48DBD-8A08-F94E-8656-78A7CDC7998C}"/>
              </a:ext>
            </a:extLst>
          </p:cNvPr>
          <p:cNvSpPr>
            <a:spLocks noGrp="1" noChangeArrowheads="1"/>
          </p:cNvSpPr>
          <p:nvPr>
            <p:ph type="body" idx="1"/>
          </p:nvPr>
        </p:nvSpPr>
        <p:spPr>
          <a:xfrm>
            <a:off x="277091" y="1012858"/>
            <a:ext cx="8661425" cy="3614022"/>
          </a:xfrm>
        </p:spPr>
        <p:txBody>
          <a:bodyPr/>
          <a:lstStyle/>
          <a:p>
            <a:pPr eaLnBrk="1" hangingPunct="1"/>
            <a:r>
              <a:rPr lang="zh-CN" altLang="en-US" dirty="0">
                <a:latin typeface="Times New Roman" panose="02020603050405020304" pitchFamily="18" charset="0"/>
                <a:ea typeface="宋体" panose="02010600030101010101" pitchFamily="2" charset="-122"/>
              </a:rPr>
              <a:t>在协议软件中给这些参数赋值的动作叫做</a:t>
            </a:r>
            <a:r>
              <a:rPr lang="zh-CN" altLang="en-US" dirty="0">
                <a:solidFill>
                  <a:schemeClr val="hlink"/>
                </a:solidFill>
                <a:latin typeface="Times New Roman" panose="02020603050405020304" pitchFamily="18" charset="0"/>
                <a:ea typeface="宋体" panose="02010600030101010101" pitchFamily="2" charset="-122"/>
              </a:rPr>
              <a:t>协议配置</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一个软件协议在使用之前必须是已正确配置的。</a:t>
            </a:r>
          </a:p>
          <a:p>
            <a:pPr eaLnBrk="1" hangingPunct="1"/>
            <a:r>
              <a:rPr lang="zh-CN" altLang="en-US" dirty="0">
                <a:latin typeface="Times New Roman" panose="02020603050405020304" pitchFamily="18" charset="0"/>
                <a:ea typeface="宋体" panose="02010600030101010101" pitchFamily="2" charset="-122"/>
              </a:rPr>
              <a:t>具体的配置信息有哪些则取决于协议栈。</a:t>
            </a:r>
            <a:endParaRPr lang="en-US" altLang="zh-CN" dirty="0">
              <a:latin typeface="Times New Roman" panose="02020603050405020304" pitchFamily="18" charset="0"/>
              <a:ea typeface="宋体" panose="02010600030101010101" pitchFamily="2" charset="-122"/>
            </a:endParaRPr>
          </a:p>
          <a:p>
            <a:pPr eaLnBrk="1" hangingPunct="1">
              <a:lnSpc>
                <a:spcPct val="90000"/>
              </a:lnSpc>
            </a:pPr>
            <a:r>
              <a:rPr lang="zh-CN" altLang="en-US" dirty="0">
                <a:ea typeface="宋体" panose="02010600030101010101" pitchFamily="2" charset="-122"/>
              </a:rPr>
              <a:t>需要配置的项目</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(1) IP </a:t>
            </a:r>
            <a:r>
              <a:rPr lang="zh-CN" altLang="en-US" dirty="0">
                <a:ea typeface="宋体" panose="02010600030101010101" pitchFamily="2" charset="-122"/>
              </a:rPr>
              <a:t>地址</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(2) </a:t>
            </a:r>
            <a:r>
              <a:rPr lang="zh-CN" altLang="en-US" dirty="0">
                <a:ea typeface="宋体" panose="02010600030101010101" pitchFamily="2" charset="-122"/>
              </a:rPr>
              <a:t>子网掩码</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(3) </a:t>
            </a:r>
            <a:r>
              <a:rPr lang="zh-CN" altLang="en-US" dirty="0">
                <a:ea typeface="宋体" panose="02010600030101010101" pitchFamily="2" charset="-122"/>
              </a:rPr>
              <a:t>默认路由器的 </a:t>
            </a:r>
            <a:r>
              <a:rPr lang="en-US" altLang="zh-CN" dirty="0">
                <a:ea typeface="宋体" panose="02010600030101010101" pitchFamily="2" charset="-122"/>
              </a:rPr>
              <a:t>IP </a:t>
            </a:r>
            <a:r>
              <a:rPr lang="zh-CN" altLang="en-US" dirty="0">
                <a:ea typeface="宋体" panose="02010600030101010101" pitchFamily="2" charset="-122"/>
              </a:rPr>
              <a:t>地址</a:t>
            </a:r>
          </a:p>
          <a:p>
            <a:pPr marL="312738" lvl="1" indent="-217488" eaLnBrk="1" hangingPunct="1">
              <a:lnSpc>
                <a:spcPct val="90000"/>
              </a:lnSpc>
              <a:buNone/>
            </a:pPr>
            <a:r>
              <a:rPr lang="zh-CN" altLang="en-US" dirty="0">
                <a:ea typeface="宋体" panose="02010600030101010101" pitchFamily="2" charset="-122"/>
              </a:rPr>
              <a:t>   </a:t>
            </a:r>
            <a:r>
              <a:rPr lang="en-US" altLang="zh-CN" dirty="0">
                <a:ea typeface="宋体" panose="02010600030101010101" pitchFamily="2" charset="-122"/>
              </a:rPr>
              <a:t>(4) </a:t>
            </a:r>
            <a:r>
              <a:rPr lang="zh-CN" altLang="en-US" dirty="0">
                <a:ea typeface="宋体" panose="02010600030101010101" pitchFamily="2" charset="-122"/>
              </a:rPr>
              <a:t>域名服务器的 </a:t>
            </a:r>
            <a:r>
              <a:rPr lang="en-US" altLang="zh-CN" dirty="0">
                <a:ea typeface="宋体" panose="02010600030101010101" pitchFamily="2" charset="-122"/>
              </a:rPr>
              <a:t>IP </a:t>
            </a:r>
            <a:r>
              <a:rPr lang="zh-CN" altLang="en-US" dirty="0">
                <a:ea typeface="宋体" panose="02010600030101010101" pitchFamily="2" charset="-122"/>
              </a:rPr>
              <a:t>地址</a:t>
            </a:r>
          </a:p>
          <a:p>
            <a:pPr eaLnBrk="1" hangingPunct="1">
              <a:lnSpc>
                <a:spcPct val="90000"/>
              </a:lnSpc>
            </a:pPr>
            <a:r>
              <a:rPr lang="zh-CN" altLang="en-US" dirty="0">
                <a:ea typeface="宋体" panose="02010600030101010101" pitchFamily="2" charset="-122"/>
              </a:rPr>
              <a:t>这些信息通常存储在一个配置文件中，计算机在引导过程中可以对这个文件进行存取。 </a:t>
            </a:r>
            <a:r>
              <a:rPr lang="zh-CN" altLang="en-US" dirty="0">
                <a:latin typeface="Times New Roman" panose="02020603050405020304" pitchFamily="18" charset="0"/>
                <a:ea typeface="宋体" panose="02010600030101010101" pitchFamily="2" charset="-122"/>
              </a:rPr>
              <a:t> </a:t>
            </a:r>
          </a:p>
        </p:txBody>
      </p:sp>
      <p:sp>
        <p:nvSpPr>
          <p:cNvPr id="271363" name="幻灯片编号占位符 1">
            <a:extLst>
              <a:ext uri="{FF2B5EF4-FFF2-40B4-BE49-F238E27FC236}">
                <a16:creationId xmlns:a16="http://schemas.microsoft.com/office/drawing/2014/main" id="{E9F1BD9A-C2E5-B545-9897-C2854858B88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93D9D52-D585-8848-95DA-C1ECF1285DE9}"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106</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6073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0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0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0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0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680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68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Rectangle 2">
            <a:extLst>
              <a:ext uri="{FF2B5EF4-FFF2-40B4-BE49-F238E27FC236}">
                <a16:creationId xmlns:a16="http://schemas.microsoft.com/office/drawing/2014/main" id="{D1AA3C29-7876-F04D-BC49-47331B8C87E6}"/>
              </a:ext>
            </a:extLst>
          </p:cNvPr>
          <p:cNvSpPr>
            <a:spLocks noGrp="1" noChangeArrowheads="1"/>
          </p:cNvSpPr>
          <p:nvPr>
            <p:ph type="title"/>
          </p:nvPr>
        </p:nvSpPr>
        <p:spPr>
          <a:xfrm>
            <a:off x="193965" y="195263"/>
            <a:ext cx="7726074" cy="736997"/>
          </a:xfrm>
        </p:spPr>
        <p:txBody>
          <a:bodyPr/>
          <a:lstStyle/>
          <a:p>
            <a:pPr eaLnBrk="1" hangingPunct="1"/>
            <a:r>
              <a:rPr lang="en-US" altLang="zh-CN" dirty="0">
                <a:latin typeface="Times New Roman" panose="02020603050405020304" pitchFamily="18" charset="0"/>
                <a:ea typeface="宋体" panose="02010600030101010101" pitchFamily="2" charset="-122"/>
              </a:rPr>
              <a:t>DHCP </a:t>
            </a:r>
            <a:r>
              <a:rPr lang="zh-CN" altLang="en-US" dirty="0">
                <a:latin typeface="Times New Roman" panose="02020603050405020304" pitchFamily="18" charset="0"/>
                <a:ea typeface="宋体" panose="02010600030101010101" pitchFamily="2" charset="-122"/>
              </a:rPr>
              <a:t>使用客户</a:t>
            </a:r>
            <a:r>
              <a:rPr lang="zh-CN" altLang="en-US"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服务器方式。</a:t>
            </a:r>
          </a:p>
        </p:txBody>
      </p:sp>
      <p:sp>
        <p:nvSpPr>
          <p:cNvPr id="721923" name="Rectangle 3">
            <a:extLst>
              <a:ext uri="{FF2B5EF4-FFF2-40B4-BE49-F238E27FC236}">
                <a16:creationId xmlns:a16="http://schemas.microsoft.com/office/drawing/2014/main" id="{85FAFCD2-AF69-6B45-B7CC-92806B90DA53}"/>
              </a:ext>
            </a:extLst>
          </p:cNvPr>
          <p:cNvSpPr>
            <a:spLocks noGrp="1" noChangeArrowheads="1"/>
          </p:cNvSpPr>
          <p:nvPr>
            <p:ph type="body" idx="1"/>
          </p:nvPr>
        </p:nvSpPr>
        <p:spPr>
          <a:xfrm>
            <a:off x="193965" y="1059657"/>
            <a:ext cx="8728362" cy="3780235"/>
          </a:xfrm>
        </p:spPr>
        <p:txBody>
          <a:bodyPr/>
          <a:lstStyle/>
          <a:p>
            <a:pPr eaLnBrk="1" hangingPunct="1"/>
            <a:r>
              <a:rPr lang="zh-CN" altLang="en-US" sz="2100" dirty="0">
                <a:ea typeface="宋体" panose="02010600030101010101" pitchFamily="2" charset="-122"/>
              </a:rPr>
              <a:t>需要 </a:t>
            </a:r>
            <a:r>
              <a:rPr lang="en-US" altLang="zh-CN" sz="2100" dirty="0">
                <a:ea typeface="宋体" panose="02010600030101010101" pitchFamily="2" charset="-122"/>
              </a:rPr>
              <a:t>IP </a:t>
            </a:r>
            <a:r>
              <a:rPr lang="zh-CN" altLang="en-US" sz="2100" dirty="0">
                <a:ea typeface="宋体" panose="02010600030101010101" pitchFamily="2" charset="-122"/>
              </a:rPr>
              <a:t>地址的主机在启动时就向 </a:t>
            </a:r>
            <a:r>
              <a:rPr lang="en-US" altLang="zh-CN" sz="2100" dirty="0">
                <a:ea typeface="宋体" panose="02010600030101010101" pitchFamily="2" charset="-122"/>
              </a:rPr>
              <a:t>DHCP </a:t>
            </a:r>
            <a:r>
              <a:rPr lang="zh-CN" altLang="en-US" sz="2100" dirty="0">
                <a:ea typeface="宋体" panose="02010600030101010101" pitchFamily="2" charset="-122"/>
              </a:rPr>
              <a:t>服务器</a:t>
            </a:r>
            <a:r>
              <a:rPr lang="zh-CN" altLang="en-US" sz="2100" dirty="0">
                <a:solidFill>
                  <a:srgbClr val="FF0000"/>
                </a:solidFill>
                <a:ea typeface="宋体" panose="02010600030101010101" pitchFamily="2" charset="-122"/>
              </a:rPr>
              <a:t>广播发送发现报文</a:t>
            </a:r>
            <a:r>
              <a:rPr lang="zh-CN" altLang="en-US" sz="2100" dirty="0">
                <a:ea typeface="宋体" panose="02010600030101010101" pitchFamily="2" charset="-122"/>
              </a:rPr>
              <a:t>（</a:t>
            </a:r>
            <a:r>
              <a:rPr lang="en-US" altLang="zh-CN" sz="2100" dirty="0">
                <a:ea typeface="宋体" panose="02010600030101010101" pitchFamily="2" charset="-122"/>
              </a:rPr>
              <a:t>DHCPDISCOVER</a:t>
            </a:r>
            <a:r>
              <a:rPr lang="zh-CN" altLang="en-US" sz="2100" dirty="0">
                <a:ea typeface="宋体" panose="02010600030101010101" pitchFamily="2" charset="-122"/>
              </a:rPr>
              <a:t>），这时该主机就成为 </a:t>
            </a:r>
            <a:r>
              <a:rPr lang="en-US" altLang="zh-CN" sz="2100" dirty="0">
                <a:ea typeface="宋体" panose="02010600030101010101" pitchFamily="2" charset="-122"/>
              </a:rPr>
              <a:t>DHCP </a:t>
            </a:r>
            <a:r>
              <a:rPr lang="zh-CN" altLang="en-US" sz="2100" dirty="0">
                <a:ea typeface="宋体" panose="02010600030101010101" pitchFamily="2" charset="-122"/>
              </a:rPr>
              <a:t>客户。</a:t>
            </a:r>
          </a:p>
          <a:p>
            <a:pPr eaLnBrk="1" hangingPunct="1"/>
            <a:r>
              <a:rPr lang="zh-CN" altLang="en-US" sz="2100" dirty="0">
                <a:ea typeface="宋体" panose="02010600030101010101" pitchFamily="2" charset="-122"/>
              </a:rPr>
              <a:t>本地网络上所有主机都能收到此广播报文，但只有 </a:t>
            </a:r>
            <a:r>
              <a:rPr lang="en-US" altLang="zh-CN" sz="2100" dirty="0">
                <a:solidFill>
                  <a:srgbClr val="FF0000"/>
                </a:solidFill>
                <a:ea typeface="宋体" panose="02010600030101010101" pitchFamily="2" charset="-122"/>
              </a:rPr>
              <a:t>DHCP </a:t>
            </a:r>
            <a:r>
              <a:rPr lang="zh-CN" altLang="en-US" sz="2100" dirty="0">
                <a:solidFill>
                  <a:srgbClr val="FF0000"/>
                </a:solidFill>
                <a:ea typeface="宋体" panose="02010600030101010101" pitchFamily="2" charset="-122"/>
              </a:rPr>
              <a:t>服务器才回答</a:t>
            </a:r>
            <a:r>
              <a:rPr lang="zh-CN" altLang="en-US" sz="2100" dirty="0">
                <a:ea typeface="宋体" panose="02010600030101010101" pitchFamily="2" charset="-122"/>
              </a:rPr>
              <a:t>此广播报文。</a:t>
            </a:r>
          </a:p>
          <a:p>
            <a:pPr eaLnBrk="1" hangingPunct="1"/>
            <a:r>
              <a:rPr lang="en-US" altLang="zh-CN" sz="2100" dirty="0">
                <a:ea typeface="宋体" panose="02010600030101010101" pitchFamily="2" charset="-122"/>
              </a:rPr>
              <a:t>DHCP </a:t>
            </a:r>
            <a:r>
              <a:rPr lang="zh-CN" altLang="en-US" sz="2100" dirty="0">
                <a:ea typeface="宋体" panose="02010600030101010101" pitchFamily="2" charset="-122"/>
              </a:rPr>
              <a:t>服务器先在其数据库中查找该计算机的配置信息。若找到，则返回找到的信息。若找不到，则从服务器的 </a:t>
            </a:r>
            <a:r>
              <a:rPr lang="en-US" altLang="zh-CN" sz="2100" dirty="0">
                <a:solidFill>
                  <a:srgbClr val="FF0000"/>
                </a:solidFill>
                <a:ea typeface="宋体" panose="02010600030101010101" pitchFamily="2" charset="-122"/>
              </a:rPr>
              <a:t>IP </a:t>
            </a:r>
            <a:r>
              <a:rPr lang="zh-CN" altLang="en-US" sz="2100" dirty="0">
                <a:solidFill>
                  <a:srgbClr val="FF0000"/>
                </a:solidFill>
                <a:ea typeface="宋体" panose="02010600030101010101" pitchFamily="2" charset="-122"/>
              </a:rPr>
              <a:t>地址池</a:t>
            </a:r>
            <a:r>
              <a:rPr lang="en-US" altLang="zh-CN" sz="2100" dirty="0">
                <a:solidFill>
                  <a:srgbClr val="FF0000"/>
                </a:solidFill>
                <a:ea typeface="宋体" panose="02010600030101010101" pitchFamily="2" charset="-122"/>
              </a:rPr>
              <a:t>(address pool)</a:t>
            </a:r>
            <a:r>
              <a:rPr lang="zh-CN" altLang="en-US" sz="2100" dirty="0">
                <a:solidFill>
                  <a:srgbClr val="FF0000"/>
                </a:solidFill>
                <a:ea typeface="宋体" panose="02010600030101010101" pitchFamily="2" charset="-122"/>
              </a:rPr>
              <a:t>中取一个地址</a:t>
            </a:r>
            <a:r>
              <a:rPr lang="zh-CN" altLang="en-US" sz="2100" dirty="0">
                <a:ea typeface="宋体" panose="02010600030101010101" pitchFamily="2" charset="-122"/>
              </a:rPr>
              <a:t>分配给该计算机。</a:t>
            </a:r>
            <a:r>
              <a:rPr lang="en-US" altLang="zh-CN" sz="2100" dirty="0">
                <a:ea typeface="宋体" panose="02010600030101010101" pitchFamily="2" charset="-122"/>
              </a:rPr>
              <a:t>DHCP </a:t>
            </a:r>
            <a:r>
              <a:rPr lang="zh-CN" altLang="en-US" sz="2100" dirty="0">
                <a:ea typeface="宋体" panose="02010600030101010101" pitchFamily="2" charset="-122"/>
              </a:rPr>
              <a:t>服务器的回答报文叫做提供报文（</a:t>
            </a:r>
            <a:r>
              <a:rPr lang="en-US" altLang="zh-CN" sz="2100" dirty="0">
                <a:ea typeface="宋体" panose="02010600030101010101" pitchFamily="2" charset="-122"/>
              </a:rPr>
              <a:t>DHCPOFFER</a:t>
            </a:r>
            <a:r>
              <a:rPr lang="zh-CN" altLang="en-US" sz="2100" dirty="0">
                <a:ea typeface="宋体" panose="02010600030101010101" pitchFamily="2" charset="-122"/>
              </a:rPr>
              <a:t>）。 </a:t>
            </a:r>
          </a:p>
        </p:txBody>
      </p:sp>
      <p:sp>
        <p:nvSpPr>
          <p:cNvPr id="277507" name="幻灯片编号占位符 1">
            <a:extLst>
              <a:ext uri="{FF2B5EF4-FFF2-40B4-BE49-F238E27FC236}">
                <a16:creationId xmlns:a16="http://schemas.microsoft.com/office/drawing/2014/main" id="{9B63158C-5C44-174C-9E11-940A8227E29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74ADB2D-0EE6-F744-9595-D82EEE041D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107</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57316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19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21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5" name="Rectangle 2">
            <a:extLst>
              <a:ext uri="{FF2B5EF4-FFF2-40B4-BE49-F238E27FC236}">
                <a16:creationId xmlns:a16="http://schemas.microsoft.com/office/drawing/2014/main" id="{EC2C36F7-D739-FA47-966A-4C49EC36E8A1}"/>
              </a:ext>
            </a:extLst>
          </p:cNvPr>
          <p:cNvSpPr>
            <a:spLocks noGrp="1" noChangeArrowheads="1"/>
          </p:cNvSpPr>
          <p:nvPr>
            <p:ph type="title"/>
          </p:nvPr>
        </p:nvSpPr>
        <p:spPr>
          <a:xfrm>
            <a:off x="166255" y="269083"/>
            <a:ext cx="7727589" cy="548336"/>
          </a:xfrm>
        </p:spPr>
        <p:txBody>
          <a:bodyPr/>
          <a:lstStyle/>
          <a:p>
            <a:pPr eaLnBrk="1" hangingPunct="1"/>
            <a:r>
              <a:rPr lang="en-US" altLang="zh-CN" dirty="0">
                <a:latin typeface="Times New Roman" panose="02020603050405020304" pitchFamily="18" charset="0"/>
                <a:ea typeface="宋体" panose="02010600030101010101" pitchFamily="2" charset="-122"/>
              </a:rPr>
              <a:t>6.7  </a:t>
            </a:r>
            <a:r>
              <a:rPr lang="zh-CN" altLang="en-US" dirty="0">
                <a:latin typeface="Times New Roman" panose="02020603050405020304" pitchFamily="18" charset="0"/>
                <a:ea typeface="宋体" panose="02010600030101010101" pitchFamily="2" charset="-122"/>
              </a:rPr>
              <a:t>简单网络管理协议 </a:t>
            </a:r>
            <a:r>
              <a:rPr lang="en-US" altLang="zh-CN" dirty="0">
                <a:latin typeface="Times New Roman" panose="02020603050405020304" pitchFamily="18" charset="0"/>
                <a:ea typeface="宋体" panose="02010600030101010101" pitchFamily="2" charset="-122"/>
              </a:rPr>
              <a:t>SNMP</a:t>
            </a:r>
            <a:endParaRPr lang="zh-CN" altLang="en-US" sz="3000" dirty="0">
              <a:ea typeface="宋体" panose="02010600030101010101" pitchFamily="2" charset="-122"/>
            </a:endParaRPr>
          </a:p>
        </p:txBody>
      </p:sp>
      <p:sp>
        <p:nvSpPr>
          <p:cNvPr id="308226" name="Rectangle 3">
            <a:extLst>
              <a:ext uri="{FF2B5EF4-FFF2-40B4-BE49-F238E27FC236}">
                <a16:creationId xmlns:a16="http://schemas.microsoft.com/office/drawing/2014/main" id="{35D4255E-20BA-484B-BBB6-3E1402339C1A}"/>
              </a:ext>
            </a:extLst>
          </p:cNvPr>
          <p:cNvSpPr>
            <a:spLocks noGrp="1" noChangeArrowheads="1"/>
          </p:cNvSpPr>
          <p:nvPr>
            <p:ph type="body" idx="1"/>
          </p:nvPr>
        </p:nvSpPr>
        <p:spPr>
          <a:xfrm>
            <a:off x="166255" y="1801091"/>
            <a:ext cx="8672945" cy="2714951"/>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网络管理</a:t>
            </a:r>
            <a:r>
              <a:rPr lang="zh-CN" altLang="en-US" dirty="0">
                <a:latin typeface="Times New Roman" panose="02020603050405020304" pitchFamily="18" charset="0"/>
                <a:ea typeface="宋体" panose="02010600030101010101" pitchFamily="2" charset="-122"/>
              </a:rPr>
              <a:t>包括对硬件、软件和人力的使用、综合与协调，以便对网络资源进行监视、测试、配置、分析、评价和控制，这样就能以合理的价格满足网络的一些需求，如实时运行性能，服务质量等。网络管理常简称为</a:t>
            </a:r>
            <a:r>
              <a:rPr lang="zh-CN" altLang="en-US" dirty="0">
                <a:solidFill>
                  <a:schemeClr val="hlink"/>
                </a:solidFill>
                <a:latin typeface="Times New Roman" panose="02020603050405020304" pitchFamily="18" charset="0"/>
                <a:ea typeface="宋体" panose="02010600030101010101" pitchFamily="2" charset="-122"/>
              </a:rPr>
              <a:t>网管</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网络管理并不是指对网络进行行政上的管理。</a:t>
            </a:r>
          </a:p>
        </p:txBody>
      </p:sp>
      <p:sp>
        <p:nvSpPr>
          <p:cNvPr id="308227" name="幻灯片编号占位符 1">
            <a:extLst>
              <a:ext uri="{FF2B5EF4-FFF2-40B4-BE49-F238E27FC236}">
                <a16:creationId xmlns:a16="http://schemas.microsoft.com/office/drawing/2014/main" id="{4F17194F-36E9-8440-B1E4-0C249DD1A8B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9192CC7-A790-F34B-B415-9A0B6A77B3A5}"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108</a:t>
            </a:fld>
            <a:endParaRPr lang="en-US" altLang="zh-CN" sz="1050">
              <a:solidFill>
                <a:schemeClr val="tx1"/>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D9398CBD-A78F-854E-9B92-F9017F559E86}"/>
              </a:ext>
            </a:extLst>
          </p:cNvPr>
          <p:cNvSpPr/>
          <p:nvPr/>
        </p:nvSpPr>
        <p:spPr>
          <a:xfrm>
            <a:off x="166255" y="1124589"/>
            <a:ext cx="4572000" cy="523220"/>
          </a:xfrm>
          <a:prstGeom prst="rect">
            <a:avLst/>
          </a:prstGeom>
        </p:spPr>
        <p:txBody>
          <a:bodyPr>
            <a:spAutoFit/>
          </a:bodyPr>
          <a:lstStyle/>
          <a:p>
            <a:r>
              <a:rPr lang="en-US" altLang="zh-CN" sz="2800" dirty="0"/>
              <a:t>6.7.1  </a:t>
            </a:r>
            <a:r>
              <a:rPr lang="zh-CN" altLang="en-US" sz="2800" dirty="0"/>
              <a:t>网络管理的基本概念</a:t>
            </a:r>
          </a:p>
        </p:txBody>
      </p:sp>
    </p:spTree>
    <p:extLst>
      <p:ext uri="{BB962C8B-B14F-4D97-AF65-F5344CB8AC3E}">
        <p14:creationId xmlns:p14="http://schemas.microsoft.com/office/powerpoint/2010/main" val="37794970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F2A67B3-E451-F241-AB07-545709B8947B}"/>
              </a:ext>
            </a:extLst>
          </p:cNvPr>
          <p:cNvSpPr>
            <a:spLocks noGrp="1"/>
          </p:cNvSpPr>
          <p:nvPr>
            <p:ph idx="1"/>
          </p:nvPr>
        </p:nvSpPr>
        <p:spPr/>
        <p:txBody>
          <a:bodyPr/>
          <a:lstStyle/>
          <a:p>
            <a:endParaRPr kumimoji="1" lang="zh-CN" altLang="en-US"/>
          </a:p>
        </p:txBody>
      </p:sp>
      <p:sp>
        <p:nvSpPr>
          <p:cNvPr id="310315" name="幻灯片编号占位符 1">
            <a:extLst>
              <a:ext uri="{FF2B5EF4-FFF2-40B4-BE49-F238E27FC236}">
                <a16:creationId xmlns:a16="http://schemas.microsoft.com/office/drawing/2014/main" id="{F35E13FA-8A6B-2242-85AE-79117327025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C7F0CD-0BD5-DB41-8076-3EBFAACBA7A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109</a:t>
            </a:fld>
            <a:endParaRPr lang="en-US" altLang="zh-CN" sz="1050">
              <a:solidFill>
                <a:schemeClr val="tx1"/>
              </a:solidFill>
              <a:latin typeface="Tahoma" panose="020B0604030504040204" pitchFamily="34" charset="0"/>
              <a:ea typeface="宋体" panose="02010600030101010101" pitchFamily="2" charset="-122"/>
            </a:endParaRPr>
          </a:p>
        </p:txBody>
      </p:sp>
      <p:sp>
        <p:nvSpPr>
          <p:cNvPr id="310273" name="Rectangle 4">
            <a:extLst>
              <a:ext uri="{FF2B5EF4-FFF2-40B4-BE49-F238E27FC236}">
                <a16:creationId xmlns:a16="http://schemas.microsoft.com/office/drawing/2014/main" id="{94CFAF2E-3346-004D-8285-90476328B26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网络管理的一般模型 </a:t>
            </a:r>
          </a:p>
        </p:txBody>
      </p:sp>
      <p:grpSp>
        <p:nvGrpSpPr>
          <p:cNvPr id="310274" name="Group 5">
            <a:extLst>
              <a:ext uri="{FF2B5EF4-FFF2-40B4-BE49-F238E27FC236}">
                <a16:creationId xmlns:a16="http://schemas.microsoft.com/office/drawing/2014/main" id="{4C99CFD1-CDB0-DD4C-ADF8-5B548848B6AB}"/>
              </a:ext>
            </a:extLst>
          </p:cNvPr>
          <p:cNvGrpSpPr>
            <a:grpSpLocks/>
          </p:cNvGrpSpPr>
          <p:nvPr/>
        </p:nvGrpSpPr>
        <p:grpSpPr bwMode="auto">
          <a:xfrm>
            <a:off x="5260181" y="3011091"/>
            <a:ext cx="1182291" cy="1504950"/>
            <a:chOff x="3072" y="2208"/>
            <a:chExt cx="1056" cy="1056"/>
          </a:xfrm>
        </p:grpSpPr>
        <p:grpSp>
          <p:nvGrpSpPr>
            <p:cNvPr id="310316" name="Group 6">
              <a:extLst>
                <a:ext uri="{FF2B5EF4-FFF2-40B4-BE49-F238E27FC236}">
                  <a16:creationId xmlns:a16="http://schemas.microsoft.com/office/drawing/2014/main" id="{80EF4208-E53D-274F-909D-36B38F6F4421}"/>
                </a:ext>
              </a:extLst>
            </p:cNvPr>
            <p:cNvGrpSpPr>
              <a:grpSpLocks/>
            </p:cNvGrpSpPr>
            <p:nvPr/>
          </p:nvGrpSpPr>
          <p:grpSpPr bwMode="auto">
            <a:xfrm flipH="1">
              <a:off x="3072" y="2543"/>
              <a:ext cx="888" cy="721"/>
              <a:chOff x="2565" y="2202"/>
              <a:chExt cx="355" cy="297"/>
            </a:xfrm>
          </p:grpSpPr>
          <p:sp>
            <p:nvSpPr>
              <p:cNvPr id="310456" name="Freeform 7">
                <a:extLst>
                  <a:ext uri="{FF2B5EF4-FFF2-40B4-BE49-F238E27FC236}">
                    <a16:creationId xmlns:a16="http://schemas.microsoft.com/office/drawing/2014/main" id="{2A19DD07-4880-9347-8426-9E416F6A8B22}"/>
                  </a:ext>
                </a:extLst>
              </p:cNvPr>
              <p:cNvSpPr>
                <a:spLocks/>
              </p:cNvSpPr>
              <p:nvPr/>
            </p:nvSpPr>
            <p:spPr bwMode="auto">
              <a:xfrm>
                <a:off x="2646" y="2242"/>
                <a:ext cx="125" cy="189"/>
              </a:xfrm>
              <a:custGeom>
                <a:avLst/>
                <a:gdLst>
                  <a:gd name="T0" fmla="*/ 0 w 876"/>
                  <a:gd name="T1" fmla="*/ 0 h 1326"/>
                  <a:gd name="T2" fmla="*/ 0 w 876"/>
                  <a:gd name="T3" fmla="*/ 0 h 1326"/>
                  <a:gd name="T4" fmla="*/ 0 w 876"/>
                  <a:gd name="T5" fmla="*/ 0 h 1326"/>
                  <a:gd name="T6" fmla="*/ 0 w 876"/>
                  <a:gd name="T7" fmla="*/ 0 h 13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6" h="1326">
                    <a:moveTo>
                      <a:pt x="582" y="23"/>
                    </a:moveTo>
                    <a:lnTo>
                      <a:pt x="876" y="1209"/>
                    </a:lnTo>
                    <a:lnTo>
                      <a:pt x="0" y="1326"/>
                    </a:lnTo>
                    <a:lnTo>
                      <a:pt x="22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10457" name="Group 8">
                <a:extLst>
                  <a:ext uri="{FF2B5EF4-FFF2-40B4-BE49-F238E27FC236}">
                    <a16:creationId xmlns:a16="http://schemas.microsoft.com/office/drawing/2014/main" id="{F904B8F0-63FA-EA4F-9938-B5981B256801}"/>
                  </a:ext>
                </a:extLst>
              </p:cNvPr>
              <p:cNvGrpSpPr>
                <a:grpSpLocks/>
              </p:cNvGrpSpPr>
              <p:nvPr/>
            </p:nvGrpSpPr>
            <p:grpSpPr bwMode="auto">
              <a:xfrm>
                <a:off x="2565" y="2202"/>
                <a:ext cx="351" cy="78"/>
                <a:chOff x="2565" y="2202"/>
                <a:chExt cx="351" cy="78"/>
              </a:xfrm>
            </p:grpSpPr>
            <p:sp>
              <p:nvSpPr>
                <p:cNvPr id="310459" name="Freeform 9">
                  <a:extLst>
                    <a:ext uri="{FF2B5EF4-FFF2-40B4-BE49-F238E27FC236}">
                      <a16:creationId xmlns:a16="http://schemas.microsoft.com/office/drawing/2014/main" id="{3197ED50-AD3B-9F4A-B41C-5812ADDDD17A}"/>
                    </a:ext>
                  </a:extLst>
                </p:cNvPr>
                <p:cNvSpPr>
                  <a:spLocks/>
                </p:cNvSpPr>
                <p:nvPr/>
              </p:nvSpPr>
              <p:spPr bwMode="auto">
                <a:xfrm>
                  <a:off x="2565" y="2202"/>
                  <a:ext cx="351" cy="66"/>
                </a:xfrm>
                <a:custGeom>
                  <a:avLst/>
                  <a:gdLst>
                    <a:gd name="T0" fmla="*/ 0 w 2454"/>
                    <a:gd name="T1" fmla="*/ 0 h 468"/>
                    <a:gd name="T2" fmla="*/ 0 w 2454"/>
                    <a:gd name="T3" fmla="*/ 0 h 468"/>
                    <a:gd name="T4" fmla="*/ 0 w 2454"/>
                    <a:gd name="T5" fmla="*/ 0 h 468"/>
                    <a:gd name="T6" fmla="*/ 0 w 2454"/>
                    <a:gd name="T7" fmla="*/ 0 h 468"/>
                    <a:gd name="T8" fmla="*/ 0 w 2454"/>
                    <a:gd name="T9" fmla="*/ 0 h 4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310460" name="Freeform 10">
                  <a:extLst>
                    <a:ext uri="{FF2B5EF4-FFF2-40B4-BE49-F238E27FC236}">
                      <a16:creationId xmlns:a16="http://schemas.microsoft.com/office/drawing/2014/main" id="{6BFAF861-1561-2446-921A-DCE9E722FD33}"/>
                    </a:ext>
                  </a:extLst>
                </p:cNvPr>
                <p:cNvSpPr>
                  <a:spLocks/>
                </p:cNvSpPr>
                <p:nvPr/>
              </p:nvSpPr>
              <p:spPr bwMode="auto">
                <a:xfrm>
                  <a:off x="2694" y="2236"/>
                  <a:ext cx="221" cy="44"/>
                </a:xfrm>
                <a:custGeom>
                  <a:avLst/>
                  <a:gdLst>
                    <a:gd name="T0" fmla="*/ 0 w 1542"/>
                    <a:gd name="T1" fmla="*/ 0 h 303"/>
                    <a:gd name="T2" fmla="*/ 0 w 1542"/>
                    <a:gd name="T3" fmla="*/ 0 h 303"/>
                    <a:gd name="T4" fmla="*/ 0 w 1542"/>
                    <a:gd name="T5" fmla="*/ 0 h 303"/>
                    <a:gd name="T6" fmla="*/ 0 w 1542"/>
                    <a:gd name="T7" fmla="*/ 0 h 303"/>
                    <a:gd name="T8" fmla="*/ 0 w 1542"/>
                    <a:gd name="T9" fmla="*/ 0 h 3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prstDash val="solid"/>
                  <a:round/>
                  <a:headEnd/>
                  <a:tailEnd/>
                </a:ln>
              </p:spPr>
              <p:txBody>
                <a:bodyPr/>
                <a:lstStyle/>
                <a:p>
                  <a:endParaRPr lang="zh-CN" altLang="en-US"/>
                </a:p>
              </p:txBody>
            </p:sp>
            <p:sp>
              <p:nvSpPr>
                <p:cNvPr id="310461" name="Freeform 11">
                  <a:extLst>
                    <a:ext uri="{FF2B5EF4-FFF2-40B4-BE49-F238E27FC236}">
                      <a16:creationId xmlns:a16="http://schemas.microsoft.com/office/drawing/2014/main" id="{19B718F0-5F94-D745-BDAA-04A44E09A686}"/>
                    </a:ext>
                  </a:extLst>
                </p:cNvPr>
                <p:cNvSpPr>
                  <a:spLocks/>
                </p:cNvSpPr>
                <p:nvPr/>
              </p:nvSpPr>
              <p:spPr bwMode="auto">
                <a:xfrm>
                  <a:off x="2565" y="2218"/>
                  <a:ext cx="129" cy="62"/>
                </a:xfrm>
                <a:custGeom>
                  <a:avLst/>
                  <a:gdLst>
                    <a:gd name="T0" fmla="*/ 0 w 906"/>
                    <a:gd name="T1" fmla="*/ 0 h 428"/>
                    <a:gd name="T2" fmla="*/ 0 w 906"/>
                    <a:gd name="T3" fmla="*/ 0 h 428"/>
                    <a:gd name="T4" fmla="*/ 0 w 906"/>
                    <a:gd name="T5" fmla="*/ 0 h 428"/>
                    <a:gd name="T6" fmla="*/ 0 w 906"/>
                    <a:gd name="T7" fmla="*/ 0 h 428"/>
                    <a:gd name="T8" fmla="*/ 0 w 906"/>
                    <a:gd name="T9" fmla="*/ 0 h 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6" h="428">
                      <a:moveTo>
                        <a:pt x="906" y="428"/>
                      </a:moveTo>
                      <a:lnTo>
                        <a:pt x="906" y="350"/>
                      </a:lnTo>
                      <a:lnTo>
                        <a:pt x="0" y="0"/>
                      </a:lnTo>
                      <a:lnTo>
                        <a:pt x="0" y="54"/>
                      </a:lnTo>
                      <a:lnTo>
                        <a:pt x="906" y="428"/>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310458" name="Freeform 12">
                <a:extLst>
                  <a:ext uri="{FF2B5EF4-FFF2-40B4-BE49-F238E27FC236}">
                    <a16:creationId xmlns:a16="http://schemas.microsoft.com/office/drawing/2014/main" id="{8A1BDCE9-BB4D-AC40-97C1-CFCCFBC5D4A3}"/>
                  </a:ext>
                </a:extLst>
              </p:cNvPr>
              <p:cNvSpPr>
                <a:spLocks/>
              </p:cNvSpPr>
              <p:nvPr/>
            </p:nvSpPr>
            <p:spPr bwMode="auto">
              <a:xfrm>
                <a:off x="2767" y="2256"/>
                <a:ext cx="153" cy="243"/>
              </a:xfrm>
              <a:custGeom>
                <a:avLst/>
                <a:gdLst>
                  <a:gd name="T0" fmla="*/ 0 w 1066"/>
                  <a:gd name="T1" fmla="*/ 0 h 1700"/>
                  <a:gd name="T2" fmla="*/ 0 w 1066"/>
                  <a:gd name="T3" fmla="*/ 0 h 1700"/>
                  <a:gd name="T4" fmla="*/ 0 w 1066"/>
                  <a:gd name="T5" fmla="*/ 0 h 1700"/>
                  <a:gd name="T6" fmla="*/ 0 w 1066"/>
                  <a:gd name="T7" fmla="*/ 0 h 17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6" h="1700">
                    <a:moveTo>
                      <a:pt x="589" y="0"/>
                    </a:moveTo>
                    <a:lnTo>
                      <a:pt x="1066" y="1569"/>
                    </a:lnTo>
                    <a:lnTo>
                      <a:pt x="0" y="1700"/>
                    </a:lnTo>
                    <a:lnTo>
                      <a:pt x="170" y="32"/>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10317" name="Group 13">
              <a:extLst>
                <a:ext uri="{FF2B5EF4-FFF2-40B4-BE49-F238E27FC236}">
                  <a16:creationId xmlns:a16="http://schemas.microsoft.com/office/drawing/2014/main" id="{99F3E91C-6F29-214D-98D2-A67266BC1CC2}"/>
                </a:ext>
              </a:extLst>
            </p:cNvPr>
            <p:cNvGrpSpPr>
              <a:grpSpLocks/>
            </p:cNvGrpSpPr>
            <p:nvPr/>
          </p:nvGrpSpPr>
          <p:grpSpPr bwMode="auto">
            <a:xfrm flipH="1">
              <a:off x="3225" y="2269"/>
              <a:ext cx="610" cy="417"/>
              <a:chOff x="2615" y="2089"/>
              <a:chExt cx="244" cy="172"/>
            </a:xfrm>
          </p:grpSpPr>
          <p:grpSp>
            <p:nvGrpSpPr>
              <p:cNvPr id="310405" name="Group 14">
                <a:extLst>
                  <a:ext uri="{FF2B5EF4-FFF2-40B4-BE49-F238E27FC236}">
                    <a16:creationId xmlns:a16="http://schemas.microsoft.com/office/drawing/2014/main" id="{1017771E-FB33-AB40-94C8-D4A1044DE52E}"/>
                  </a:ext>
                </a:extLst>
              </p:cNvPr>
              <p:cNvGrpSpPr>
                <a:grpSpLocks/>
              </p:cNvGrpSpPr>
              <p:nvPr/>
            </p:nvGrpSpPr>
            <p:grpSpPr bwMode="auto">
              <a:xfrm>
                <a:off x="2671" y="2089"/>
                <a:ext cx="188" cy="156"/>
                <a:chOff x="2671" y="2089"/>
                <a:chExt cx="188" cy="156"/>
              </a:xfrm>
            </p:grpSpPr>
            <p:grpSp>
              <p:nvGrpSpPr>
                <p:cNvPr id="310438" name="Group 15">
                  <a:extLst>
                    <a:ext uri="{FF2B5EF4-FFF2-40B4-BE49-F238E27FC236}">
                      <a16:creationId xmlns:a16="http://schemas.microsoft.com/office/drawing/2014/main" id="{80EDDFE9-D7E0-7546-A94A-61DE4DAC1D51}"/>
                    </a:ext>
                  </a:extLst>
                </p:cNvPr>
                <p:cNvGrpSpPr>
                  <a:grpSpLocks/>
                </p:cNvGrpSpPr>
                <p:nvPr/>
              </p:nvGrpSpPr>
              <p:grpSpPr bwMode="auto">
                <a:xfrm>
                  <a:off x="2671" y="2089"/>
                  <a:ext cx="188" cy="156"/>
                  <a:chOff x="2671" y="2089"/>
                  <a:chExt cx="188" cy="156"/>
                </a:xfrm>
              </p:grpSpPr>
              <p:grpSp>
                <p:nvGrpSpPr>
                  <p:cNvPr id="310447" name="Group 16">
                    <a:extLst>
                      <a:ext uri="{FF2B5EF4-FFF2-40B4-BE49-F238E27FC236}">
                        <a16:creationId xmlns:a16="http://schemas.microsoft.com/office/drawing/2014/main" id="{638DC0AC-C41A-484A-9C1F-0ED79A93A22D}"/>
                      </a:ext>
                    </a:extLst>
                  </p:cNvPr>
                  <p:cNvGrpSpPr>
                    <a:grpSpLocks/>
                  </p:cNvGrpSpPr>
                  <p:nvPr/>
                </p:nvGrpSpPr>
                <p:grpSpPr bwMode="auto">
                  <a:xfrm>
                    <a:off x="2671" y="2177"/>
                    <a:ext cx="188" cy="68"/>
                    <a:chOff x="2671" y="2177"/>
                    <a:chExt cx="188" cy="68"/>
                  </a:xfrm>
                </p:grpSpPr>
                <p:sp>
                  <p:nvSpPr>
                    <p:cNvPr id="310453" name="Freeform 17">
                      <a:extLst>
                        <a:ext uri="{FF2B5EF4-FFF2-40B4-BE49-F238E27FC236}">
                          <a16:creationId xmlns:a16="http://schemas.microsoft.com/office/drawing/2014/main" id="{92C746F8-D882-8746-9C72-37BADB4B602E}"/>
                        </a:ext>
                      </a:extLst>
                    </p:cNvPr>
                    <p:cNvSpPr>
                      <a:spLocks/>
                    </p:cNvSpPr>
                    <p:nvPr/>
                  </p:nvSpPr>
                  <p:spPr bwMode="auto">
                    <a:xfrm>
                      <a:off x="2671" y="2177"/>
                      <a:ext cx="108" cy="68"/>
                    </a:xfrm>
                    <a:custGeom>
                      <a:avLst/>
                      <a:gdLst>
                        <a:gd name="T0" fmla="*/ 0 w 758"/>
                        <a:gd name="T1" fmla="*/ 0 h 475"/>
                        <a:gd name="T2" fmla="*/ 0 w 758"/>
                        <a:gd name="T3" fmla="*/ 0 h 475"/>
                        <a:gd name="T4" fmla="*/ 0 w 758"/>
                        <a:gd name="T5" fmla="*/ 0 h 475"/>
                        <a:gd name="T6" fmla="*/ 0 w 758"/>
                        <a:gd name="T7" fmla="*/ 0 h 475"/>
                        <a:gd name="T8" fmla="*/ 0 w 758"/>
                        <a:gd name="T9" fmla="*/ 0 h 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8" h="475">
                          <a:moveTo>
                            <a:pt x="758" y="146"/>
                          </a:moveTo>
                          <a:lnTo>
                            <a:pt x="758" y="475"/>
                          </a:lnTo>
                          <a:lnTo>
                            <a:pt x="0" y="232"/>
                          </a:lnTo>
                          <a:lnTo>
                            <a:pt x="0" y="0"/>
                          </a:lnTo>
                          <a:lnTo>
                            <a:pt x="758" y="146"/>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310454" name="Freeform 18">
                      <a:extLst>
                        <a:ext uri="{FF2B5EF4-FFF2-40B4-BE49-F238E27FC236}">
                          <a16:creationId xmlns:a16="http://schemas.microsoft.com/office/drawing/2014/main" id="{689059FD-74BF-BB4A-A952-733E00EB8B66}"/>
                        </a:ext>
                      </a:extLst>
                    </p:cNvPr>
                    <p:cNvSpPr>
                      <a:spLocks/>
                    </p:cNvSpPr>
                    <p:nvPr/>
                  </p:nvSpPr>
                  <p:spPr bwMode="auto">
                    <a:xfrm>
                      <a:off x="2779" y="2193"/>
                      <a:ext cx="80" cy="52"/>
                    </a:xfrm>
                    <a:custGeom>
                      <a:avLst/>
                      <a:gdLst>
                        <a:gd name="T0" fmla="*/ 0 w 563"/>
                        <a:gd name="T1" fmla="*/ 0 h 362"/>
                        <a:gd name="T2" fmla="*/ 0 w 563"/>
                        <a:gd name="T3" fmla="*/ 0 h 362"/>
                        <a:gd name="T4" fmla="*/ 0 w 563"/>
                        <a:gd name="T5" fmla="*/ 0 h 362"/>
                        <a:gd name="T6" fmla="*/ 0 w 563"/>
                        <a:gd name="T7" fmla="*/ 0 h 362"/>
                        <a:gd name="T8" fmla="*/ 0 w 563"/>
                        <a:gd name="T9" fmla="*/ 0 h 3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3" h="362">
                          <a:moveTo>
                            <a:pt x="0" y="33"/>
                          </a:moveTo>
                          <a:lnTo>
                            <a:pt x="0" y="362"/>
                          </a:lnTo>
                          <a:lnTo>
                            <a:pt x="563" y="280"/>
                          </a:lnTo>
                          <a:lnTo>
                            <a:pt x="563" y="0"/>
                          </a:lnTo>
                          <a:lnTo>
                            <a:pt x="0" y="33"/>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55" name="Freeform 19">
                      <a:extLst>
                        <a:ext uri="{FF2B5EF4-FFF2-40B4-BE49-F238E27FC236}">
                          <a16:creationId xmlns:a16="http://schemas.microsoft.com/office/drawing/2014/main" id="{8049485B-A6CA-534B-95FB-A8F91A3EC0EC}"/>
                        </a:ext>
                      </a:extLst>
                    </p:cNvPr>
                    <p:cNvSpPr>
                      <a:spLocks/>
                    </p:cNvSpPr>
                    <p:nvPr/>
                  </p:nvSpPr>
                  <p:spPr bwMode="auto">
                    <a:xfrm>
                      <a:off x="2671" y="2177"/>
                      <a:ext cx="188" cy="21"/>
                    </a:xfrm>
                    <a:custGeom>
                      <a:avLst/>
                      <a:gdLst>
                        <a:gd name="T0" fmla="*/ 0 w 1321"/>
                        <a:gd name="T1" fmla="*/ 0 h 146"/>
                        <a:gd name="T2" fmla="*/ 0 w 1321"/>
                        <a:gd name="T3" fmla="*/ 0 h 146"/>
                        <a:gd name="T4" fmla="*/ 0 w 1321"/>
                        <a:gd name="T5" fmla="*/ 0 h 146"/>
                        <a:gd name="T6" fmla="*/ 0 w 1321"/>
                        <a:gd name="T7" fmla="*/ 0 h 146"/>
                        <a:gd name="T8" fmla="*/ 0 w 1321"/>
                        <a:gd name="T9" fmla="*/ 0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prstDash val="solid"/>
                      <a:round/>
                      <a:headEnd/>
                      <a:tailEnd/>
                    </a:ln>
                  </p:spPr>
                  <p:txBody>
                    <a:bodyPr/>
                    <a:lstStyle/>
                    <a:p>
                      <a:endParaRPr lang="zh-CN" altLang="en-US"/>
                    </a:p>
                  </p:txBody>
                </p:sp>
              </p:grpSp>
              <p:sp>
                <p:nvSpPr>
                  <p:cNvPr id="310448" name="Freeform 20">
                    <a:extLst>
                      <a:ext uri="{FF2B5EF4-FFF2-40B4-BE49-F238E27FC236}">
                        <a16:creationId xmlns:a16="http://schemas.microsoft.com/office/drawing/2014/main" id="{C0AE1021-343D-AE4D-99B5-88CB765669D8}"/>
                      </a:ext>
                    </a:extLst>
                  </p:cNvPr>
                  <p:cNvSpPr>
                    <a:spLocks/>
                  </p:cNvSpPr>
                  <p:nvPr/>
                </p:nvSpPr>
                <p:spPr bwMode="auto">
                  <a:xfrm>
                    <a:off x="2730" y="2171"/>
                    <a:ext cx="68" cy="20"/>
                  </a:xfrm>
                  <a:custGeom>
                    <a:avLst/>
                    <a:gdLst>
                      <a:gd name="T0" fmla="*/ 0 w 479"/>
                      <a:gd name="T1" fmla="*/ 0 h 136"/>
                      <a:gd name="T2" fmla="*/ 0 w 479"/>
                      <a:gd name="T3" fmla="*/ 0 h 136"/>
                      <a:gd name="T4" fmla="*/ 0 w 479"/>
                      <a:gd name="T5" fmla="*/ 0 h 136"/>
                      <a:gd name="T6" fmla="*/ 0 w 479"/>
                      <a:gd name="T7" fmla="*/ 0 h 136"/>
                      <a:gd name="T8" fmla="*/ 0 w 479"/>
                      <a:gd name="T9" fmla="*/ 0 h 136"/>
                      <a:gd name="T10" fmla="*/ 0 w 479"/>
                      <a:gd name="T11" fmla="*/ 0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prstDash val="solid"/>
                    <a:round/>
                    <a:headEnd/>
                    <a:tailEnd/>
                  </a:ln>
                </p:spPr>
                <p:txBody>
                  <a:bodyPr/>
                  <a:lstStyle/>
                  <a:p>
                    <a:endParaRPr lang="zh-CN" altLang="en-US"/>
                  </a:p>
                </p:txBody>
              </p:sp>
              <p:grpSp>
                <p:nvGrpSpPr>
                  <p:cNvPr id="310449" name="Group 21">
                    <a:extLst>
                      <a:ext uri="{FF2B5EF4-FFF2-40B4-BE49-F238E27FC236}">
                        <a16:creationId xmlns:a16="http://schemas.microsoft.com/office/drawing/2014/main" id="{1EA927B6-95B5-F247-9A36-53B37DB7346F}"/>
                      </a:ext>
                    </a:extLst>
                  </p:cNvPr>
                  <p:cNvGrpSpPr>
                    <a:grpSpLocks/>
                  </p:cNvGrpSpPr>
                  <p:nvPr/>
                </p:nvGrpSpPr>
                <p:grpSpPr bwMode="auto">
                  <a:xfrm>
                    <a:off x="2692" y="2089"/>
                    <a:ext cx="153" cy="97"/>
                    <a:chOff x="2692" y="2089"/>
                    <a:chExt cx="153" cy="97"/>
                  </a:xfrm>
                </p:grpSpPr>
                <p:sp>
                  <p:nvSpPr>
                    <p:cNvPr id="310450" name="Freeform 22">
                      <a:extLst>
                        <a:ext uri="{FF2B5EF4-FFF2-40B4-BE49-F238E27FC236}">
                          <a16:creationId xmlns:a16="http://schemas.microsoft.com/office/drawing/2014/main" id="{E0971D16-D21E-214C-B9FA-F4657A8E6A8B}"/>
                        </a:ext>
                      </a:extLst>
                    </p:cNvPr>
                    <p:cNvSpPr>
                      <a:spLocks/>
                    </p:cNvSpPr>
                    <p:nvPr/>
                  </p:nvSpPr>
                  <p:spPr bwMode="auto">
                    <a:xfrm>
                      <a:off x="2692" y="2089"/>
                      <a:ext cx="88" cy="95"/>
                    </a:xfrm>
                    <a:custGeom>
                      <a:avLst/>
                      <a:gdLst>
                        <a:gd name="T0" fmla="*/ 0 w 612"/>
                        <a:gd name="T1" fmla="*/ 0 h 664"/>
                        <a:gd name="T2" fmla="*/ 0 w 612"/>
                        <a:gd name="T3" fmla="*/ 0 h 664"/>
                        <a:gd name="T4" fmla="*/ 0 w 612"/>
                        <a:gd name="T5" fmla="*/ 0 h 664"/>
                        <a:gd name="T6" fmla="*/ 0 w 612"/>
                        <a:gd name="T7" fmla="*/ 0 h 664"/>
                        <a:gd name="T8" fmla="*/ 0 w 612"/>
                        <a:gd name="T9" fmla="*/ 0 h 6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2" h="664">
                          <a:moveTo>
                            <a:pt x="525" y="664"/>
                          </a:moveTo>
                          <a:lnTo>
                            <a:pt x="612" y="22"/>
                          </a:lnTo>
                          <a:lnTo>
                            <a:pt x="85" y="0"/>
                          </a:lnTo>
                          <a:lnTo>
                            <a:pt x="0" y="572"/>
                          </a:lnTo>
                          <a:lnTo>
                            <a:pt x="525" y="664"/>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310451" name="Freeform 23">
                      <a:extLst>
                        <a:ext uri="{FF2B5EF4-FFF2-40B4-BE49-F238E27FC236}">
                          <a16:creationId xmlns:a16="http://schemas.microsoft.com/office/drawing/2014/main" id="{77476830-D025-1A4A-BB62-C68D165D37A0}"/>
                        </a:ext>
                      </a:extLst>
                    </p:cNvPr>
                    <p:cNvSpPr>
                      <a:spLocks/>
                    </p:cNvSpPr>
                    <p:nvPr/>
                  </p:nvSpPr>
                  <p:spPr bwMode="auto">
                    <a:xfrm>
                      <a:off x="2767" y="2092"/>
                      <a:ext cx="78" cy="94"/>
                    </a:xfrm>
                    <a:custGeom>
                      <a:avLst/>
                      <a:gdLst>
                        <a:gd name="T0" fmla="*/ 0 w 543"/>
                        <a:gd name="T1" fmla="*/ 0 h 660"/>
                        <a:gd name="T2" fmla="*/ 0 w 543"/>
                        <a:gd name="T3" fmla="*/ 0 h 660"/>
                        <a:gd name="T4" fmla="*/ 0 w 543"/>
                        <a:gd name="T5" fmla="*/ 0 h 660"/>
                        <a:gd name="T6" fmla="*/ 0 w 543"/>
                        <a:gd name="T7" fmla="*/ 0 h 660"/>
                        <a:gd name="T8" fmla="*/ 0 w 543"/>
                        <a:gd name="T9" fmla="*/ 0 h 6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 h="660">
                          <a:moveTo>
                            <a:pt x="87" y="0"/>
                          </a:moveTo>
                          <a:lnTo>
                            <a:pt x="543" y="146"/>
                          </a:lnTo>
                          <a:lnTo>
                            <a:pt x="479" y="660"/>
                          </a:lnTo>
                          <a:lnTo>
                            <a:pt x="0" y="643"/>
                          </a:lnTo>
                          <a:lnTo>
                            <a:pt x="87"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52" name="Freeform 24">
                      <a:extLst>
                        <a:ext uri="{FF2B5EF4-FFF2-40B4-BE49-F238E27FC236}">
                          <a16:creationId xmlns:a16="http://schemas.microsoft.com/office/drawing/2014/main" id="{3A2E7230-91C2-9240-9279-E0BC325505AC}"/>
                        </a:ext>
                      </a:extLst>
                    </p:cNvPr>
                    <p:cNvSpPr>
                      <a:spLocks/>
                    </p:cNvSpPr>
                    <p:nvPr/>
                  </p:nvSpPr>
                  <p:spPr bwMode="auto">
                    <a:xfrm>
                      <a:off x="2702" y="2098"/>
                      <a:ext cx="63" cy="72"/>
                    </a:xfrm>
                    <a:custGeom>
                      <a:avLst/>
                      <a:gdLst>
                        <a:gd name="T0" fmla="*/ 0 w 440"/>
                        <a:gd name="T1" fmla="*/ 0 h 499"/>
                        <a:gd name="T2" fmla="*/ 0 w 440"/>
                        <a:gd name="T3" fmla="*/ 0 h 499"/>
                        <a:gd name="T4" fmla="*/ 0 w 440"/>
                        <a:gd name="T5" fmla="*/ 0 h 499"/>
                        <a:gd name="T6" fmla="*/ 0 w 440"/>
                        <a:gd name="T7" fmla="*/ 0 h 499"/>
                        <a:gd name="T8" fmla="*/ 0 w 44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0" h="499">
                          <a:moveTo>
                            <a:pt x="440" y="22"/>
                          </a:moveTo>
                          <a:lnTo>
                            <a:pt x="378" y="499"/>
                          </a:lnTo>
                          <a:lnTo>
                            <a:pt x="0" y="443"/>
                          </a:lnTo>
                          <a:lnTo>
                            <a:pt x="65" y="0"/>
                          </a:lnTo>
                          <a:lnTo>
                            <a:pt x="440" y="22"/>
                          </a:lnTo>
                          <a:close/>
                        </a:path>
                      </a:pathLst>
                    </a:custGeom>
                    <a:solidFill>
                      <a:srgbClr val="00C0C0"/>
                    </a:solidFill>
                    <a:ln w="1588">
                      <a:solidFill>
                        <a:srgbClr val="000000"/>
                      </a:solidFill>
                      <a:prstDash val="solid"/>
                      <a:round/>
                      <a:headEnd/>
                      <a:tailEnd/>
                    </a:ln>
                  </p:spPr>
                  <p:txBody>
                    <a:bodyPr/>
                    <a:lstStyle/>
                    <a:p>
                      <a:endParaRPr lang="zh-CN" altLang="en-US"/>
                    </a:p>
                  </p:txBody>
                </p:sp>
              </p:grpSp>
            </p:grpSp>
            <p:grpSp>
              <p:nvGrpSpPr>
                <p:cNvPr id="310439" name="Group 25">
                  <a:extLst>
                    <a:ext uri="{FF2B5EF4-FFF2-40B4-BE49-F238E27FC236}">
                      <a16:creationId xmlns:a16="http://schemas.microsoft.com/office/drawing/2014/main" id="{D95B0980-595F-6343-825E-A1E803F806C5}"/>
                    </a:ext>
                  </a:extLst>
                </p:cNvPr>
                <p:cNvGrpSpPr>
                  <a:grpSpLocks/>
                </p:cNvGrpSpPr>
                <p:nvPr/>
              </p:nvGrpSpPr>
              <p:grpSpPr bwMode="auto">
                <a:xfrm>
                  <a:off x="2678" y="2184"/>
                  <a:ext cx="62" cy="44"/>
                  <a:chOff x="2678" y="2184"/>
                  <a:chExt cx="62" cy="44"/>
                </a:xfrm>
              </p:grpSpPr>
              <p:sp>
                <p:nvSpPr>
                  <p:cNvPr id="310440" name="Freeform 26">
                    <a:extLst>
                      <a:ext uri="{FF2B5EF4-FFF2-40B4-BE49-F238E27FC236}">
                        <a16:creationId xmlns:a16="http://schemas.microsoft.com/office/drawing/2014/main" id="{3746B02F-832E-CB4B-9CA9-C811B69B4FA4}"/>
                      </a:ext>
                    </a:extLst>
                  </p:cNvPr>
                  <p:cNvSpPr>
                    <a:spLocks/>
                  </p:cNvSpPr>
                  <p:nvPr/>
                </p:nvSpPr>
                <p:spPr bwMode="auto">
                  <a:xfrm>
                    <a:off x="2678" y="2184"/>
                    <a:ext cx="62" cy="44"/>
                  </a:xfrm>
                  <a:custGeom>
                    <a:avLst/>
                    <a:gdLst>
                      <a:gd name="T0" fmla="*/ 0 w 431"/>
                      <a:gd name="T1" fmla="*/ 0 h 311"/>
                      <a:gd name="T2" fmla="*/ 0 w 431"/>
                      <a:gd name="T3" fmla="*/ 0 h 311"/>
                      <a:gd name="T4" fmla="*/ 0 w 431"/>
                      <a:gd name="T5" fmla="*/ 0 h 311"/>
                      <a:gd name="T6" fmla="*/ 0 w 431"/>
                      <a:gd name="T7" fmla="*/ 0 h 311"/>
                      <a:gd name="T8" fmla="*/ 0 w 431"/>
                      <a:gd name="T9" fmla="*/ 0 h 3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1" h="311">
                        <a:moveTo>
                          <a:pt x="0" y="0"/>
                        </a:moveTo>
                        <a:lnTo>
                          <a:pt x="431" y="94"/>
                        </a:lnTo>
                        <a:lnTo>
                          <a:pt x="431" y="311"/>
                        </a:lnTo>
                        <a:lnTo>
                          <a:pt x="0" y="176"/>
                        </a:lnTo>
                        <a:lnTo>
                          <a:pt x="0"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441" name="Line 27">
                    <a:extLst>
                      <a:ext uri="{FF2B5EF4-FFF2-40B4-BE49-F238E27FC236}">
                        <a16:creationId xmlns:a16="http://schemas.microsoft.com/office/drawing/2014/main" id="{C5738D45-4EC9-3D47-93FD-EB04933AA179}"/>
                      </a:ext>
                    </a:extLst>
                  </p:cNvPr>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2" name="Line 28">
                    <a:extLst>
                      <a:ext uri="{FF2B5EF4-FFF2-40B4-BE49-F238E27FC236}">
                        <a16:creationId xmlns:a16="http://schemas.microsoft.com/office/drawing/2014/main" id="{05002261-F3DC-DB44-95E1-EAE517923AAA}"/>
                      </a:ext>
                    </a:extLst>
                  </p:cNvPr>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3" name="Line 29">
                    <a:extLst>
                      <a:ext uri="{FF2B5EF4-FFF2-40B4-BE49-F238E27FC236}">
                        <a16:creationId xmlns:a16="http://schemas.microsoft.com/office/drawing/2014/main" id="{E61E7800-E276-154F-BB0B-5F9FBB49E1D8}"/>
                      </a:ext>
                    </a:extLst>
                  </p:cNvPr>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4" name="Line 30">
                    <a:extLst>
                      <a:ext uri="{FF2B5EF4-FFF2-40B4-BE49-F238E27FC236}">
                        <a16:creationId xmlns:a16="http://schemas.microsoft.com/office/drawing/2014/main" id="{796A0357-98CC-724D-8E0E-F301FA4EF97A}"/>
                      </a:ext>
                    </a:extLst>
                  </p:cNvPr>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5" name="Line 31">
                    <a:extLst>
                      <a:ext uri="{FF2B5EF4-FFF2-40B4-BE49-F238E27FC236}">
                        <a16:creationId xmlns:a16="http://schemas.microsoft.com/office/drawing/2014/main" id="{C557D1B1-BF33-2143-92E0-667F3B1C4D6C}"/>
                      </a:ext>
                    </a:extLst>
                  </p:cNvPr>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46" name="Line 32">
                    <a:extLst>
                      <a:ext uri="{FF2B5EF4-FFF2-40B4-BE49-F238E27FC236}">
                        <a16:creationId xmlns:a16="http://schemas.microsoft.com/office/drawing/2014/main" id="{841946E7-FE00-6444-A8F2-F7252D69372B}"/>
                      </a:ext>
                    </a:extLst>
                  </p:cNvPr>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10406" name="Group 33">
                <a:extLst>
                  <a:ext uri="{FF2B5EF4-FFF2-40B4-BE49-F238E27FC236}">
                    <a16:creationId xmlns:a16="http://schemas.microsoft.com/office/drawing/2014/main" id="{D29810D7-2AB2-2E41-B4E0-2B2A07C66C2E}"/>
                  </a:ext>
                </a:extLst>
              </p:cNvPr>
              <p:cNvGrpSpPr>
                <a:grpSpLocks/>
              </p:cNvGrpSpPr>
              <p:nvPr/>
            </p:nvGrpSpPr>
            <p:grpSpPr bwMode="auto">
              <a:xfrm>
                <a:off x="2615" y="2185"/>
                <a:ext cx="147" cy="76"/>
                <a:chOff x="2615" y="2185"/>
                <a:chExt cx="147" cy="76"/>
              </a:xfrm>
            </p:grpSpPr>
            <p:grpSp>
              <p:nvGrpSpPr>
                <p:cNvPr id="310407" name="Group 34">
                  <a:extLst>
                    <a:ext uri="{FF2B5EF4-FFF2-40B4-BE49-F238E27FC236}">
                      <a16:creationId xmlns:a16="http://schemas.microsoft.com/office/drawing/2014/main" id="{2A87B90F-FFE7-F44F-805C-9E573C5BB742}"/>
                    </a:ext>
                  </a:extLst>
                </p:cNvPr>
                <p:cNvGrpSpPr>
                  <a:grpSpLocks/>
                </p:cNvGrpSpPr>
                <p:nvPr/>
              </p:nvGrpSpPr>
              <p:grpSpPr bwMode="auto">
                <a:xfrm>
                  <a:off x="2729" y="2226"/>
                  <a:ext cx="24" cy="18"/>
                  <a:chOff x="2729" y="2226"/>
                  <a:chExt cx="24" cy="18"/>
                </a:xfrm>
              </p:grpSpPr>
              <p:sp>
                <p:nvSpPr>
                  <p:cNvPr id="310436" name="Freeform 35">
                    <a:extLst>
                      <a:ext uri="{FF2B5EF4-FFF2-40B4-BE49-F238E27FC236}">
                        <a16:creationId xmlns:a16="http://schemas.microsoft.com/office/drawing/2014/main" id="{EA51356F-21C1-BC49-A65C-6A27C26CE690}"/>
                      </a:ext>
                    </a:extLst>
                  </p:cNvPr>
                  <p:cNvSpPr>
                    <a:spLocks/>
                  </p:cNvSpPr>
                  <p:nvPr/>
                </p:nvSpPr>
                <p:spPr bwMode="auto">
                  <a:xfrm>
                    <a:off x="2746" y="2226"/>
                    <a:ext cx="7" cy="18"/>
                  </a:xfrm>
                  <a:custGeom>
                    <a:avLst/>
                    <a:gdLst>
                      <a:gd name="T0" fmla="*/ 0 w 48"/>
                      <a:gd name="T1" fmla="*/ 0 h 126"/>
                      <a:gd name="T2" fmla="*/ 0 w 48"/>
                      <a:gd name="T3" fmla="*/ 0 h 126"/>
                      <a:gd name="T4" fmla="*/ 0 w 48"/>
                      <a:gd name="T5" fmla="*/ 0 h 126"/>
                      <a:gd name="T6" fmla="*/ 0 w 48"/>
                      <a:gd name="T7" fmla="*/ 0 h 126"/>
                      <a:gd name="T8" fmla="*/ 0 w 48"/>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26">
                        <a:moveTo>
                          <a:pt x="33" y="0"/>
                        </a:moveTo>
                        <a:lnTo>
                          <a:pt x="48" y="118"/>
                        </a:lnTo>
                        <a:lnTo>
                          <a:pt x="13" y="126"/>
                        </a:lnTo>
                        <a:lnTo>
                          <a:pt x="0" y="6"/>
                        </a:lnTo>
                        <a:lnTo>
                          <a:pt x="3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437" name="Freeform 36">
                    <a:extLst>
                      <a:ext uri="{FF2B5EF4-FFF2-40B4-BE49-F238E27FC236}">
                        <a16:creationId xmlns:a16="http://schemas.microsoft.com/office/drawing/2014/main" id="{7D8FCE5F-BAAA-FA4C-B98B-DAE427B7057D}"/>
                      </a:ext>
                    </a:extLst>
                  </p:cNvPr>
                  <p:cNvSpPr>
                    <a:spLocks/>
                  </p:cNvSpPr>
                  <p:nvPr/>
                </p:nvSpPr>
                <p:spPr bwMode="auto">
                  <a:xfrm>
                    <a:off x="2729" y="2229"/>
                    <a:ext cx="19" cy="15"/>
                  </a:xfrm>
                  <a:custGeom>
                    <a:avLst/>
                    <a:gdLst>
                      <a:gd name="T0" fmla="*/ 0 w 132"/>
                      <a:gd name="T1" fmla="*/ 0 h 109"/>
                      <a:gd name="T2" fmla="*/ 0 w 132"/>
                      <a:gd name="T3" fmla="*/ 0 h 109"/>
                      <a:gd name="T4" fmla="*/ 0 w 132"/>
                      <a:gd name="T5" fmla="*/ 0 h 109"/>
                      <a:gd name="T6" fmla="*/ 0 w 132"/>
                      <a:gd name="T7" fmla="*/ 0 h 109"/>
                      <a:gd name="T8" fmla="*/ 0 w 132"/>
                      <a:gd name="T9" fmla="*/ 0 h 109"/>
                      <a:gd name="T10" fmla="*/ 0 w 132"/>
                      <a:gd name="T11" fmla="*/ 0 h 109"/>
                      <a:gd name="T12" fmla="*/ 0 w 132"/>
                      <a:gd name="T13" fmla="*/ 0 h 1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prstDash val="solid"/>
                    <a:round/>
                    <a:headEnd/>
                    <a:tailEnd/>
                  </a:ln>
                </p:spPr>
                <p:txBody>
                  <a:bodyPr/>
                  <a:lstStyle/>
                  <a:p>
                    <a:endParaRPr lang="zh-CN" altLang="en-US"/>
                  </a:p>
                </p:txBody>
              </p:sp>
            </p:grpSp>
            <p:grpSp>
              <p:nvGrpSpPr>
                <p:cNvPr id="310408" name="Group 37">
                  <a:extLst>
                    <a:ext uri="{FF2B5EF4-FFF2-40B4-BE49-F238E27FC236}">
                      <a16:creationId xmlns:a16="http://schemas.microsoft.com/office/drawing/2014/main" id="{438B74B3-BCC4-9646-BE97-465F33382359}"/>
                    </a:ext>
                  </a:extLst>
                </p:cNvPr>
                <p:cNvGrpSpPr>
                  <a:grpSpLocks/>
                </p:cNvGrpSpPr>
                <p:nvPr/>
              </p:nvGrpSpPr>
              <p:grpSpPr bwMode="auto">
                <a:xfrm>
                  <a:off x="2615" y="2185"/>
                  <a:ext cx="147" cy="76"/>
                  <a:chOff x="2615" y="2185"/>
                  <a:chExt cx="147" cy="76"/>
                </a:xfrm>
              </p:grpSpPr>
              <p:sp>
                <p:nvSpPr>
                  <p:cNvPr id="310409" name="Freeform 38">
                    <a:extLst>
                      <a:ext uri="{FF2B5EF4-FFF2-40B4-BE49-F238E27FC236}">
                        <a16:creationId xmlns:a16="http://schemas.microsoft.com/office/drawing/2014/main" id="{11D53761-FBE9-7F49-A34E-F9BBE2F79BB5}"/>
                      </a:ext>
                    </a:extLst>
                  </p:cNvPr>
                  <p:cNvSpPr>
                    <a:spLocks/>
                  </p:cNvSpPr>
                  <p:nvPr/>
                </p:nvSpPr>
                <p:spPr bwMode="auto">
                  <a:xfrm>
                    <a:off x="2616" y="2185"/>
                    <a:ext cx="144" cy="67"/>
                  </a:xfrm>
                  <a:custGeom>
                    <a:avLst/>
                    <a:gdLst>
                      <a:gd name="T0" fmla="*/ 0 w 1009"/>
                      <a:gd name="T1" fmla="*/ 0 h 471"/>
                      <a:gd name="T2" fmla="*/ 0 w 1009"/>
                      <a:gd name="T3" fmla="*/ 0 h 471"/>
                      <a:gd name="T4" fmla="*/ 0 w 1009"/>
                      <a:gd name="T5" fmla="*/ 0 h 471"/>
                      <a:gd name="T6" fmla="*/ 0 w 1009"/>
                      <a:gd name="T7" fmla="*/ 0 h 471"/>
                      <a:gd name="T8" fmla="*/ 0 w 1009"/>
                      <a:gd name="T9" fmla="*/ 0 h 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310410" name="Freeform 39">
                    <a:extLst>
                      <a:ext uri="{FF2B5EF4-FFF2-40B4-BE49-F238E27FC236}">
                        <a16:creationId xmlns:a16="http://schemas.microsoft.com/office/drawing/2014/main" id="{6A3E2463-4EA2-774F-925E-5C8C7DF43DA1}"/>
                      </a:ext>
                    </a:extLst>
                  </p:cNvPr>
                  <p:cNvSpPr>
                    <a:spLocks/>
                  </p:cNvSpPr>
                  <p:nvPr/>
                </p:nvSpPr>
                <p:spPr bwMode="auto">
                  <a:xfrm>
                    <a:off x="2690" y="2213"/>
                    <a:ext cx="72" cy="48"/>
                  </a:xfrm>
                  <a:custGeom>
                    <a:avLst/>
                    <a:gdLst>
                      <a:gd name="T0" fmla="*/ 0 w 505"/>
                      <a:gd name="T1" fmla="*/ 0 h 333"/>
                      <a:gd name="T2" fmla="*/ 0 w 505"/>
                      <a:gd name="T3" fmla="*/ 0 h 333"/>
                      <a:gd name="T4" fmla="*/ 0 w 505"/>
                      <a:gd name="T5" fmla="*/ 0 h 333"/>
                      <a:gd name="T6" fmla="*/ 0 w 505"/>
                      <a:gd name="T7" fmla="*/ 0 h 333"/>
                      <a:gd name="T8" fmla="*/ 0 w 505"/>
                      <a:gd name="T9" fmla="*/ 0 h 3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5" h="333">
                        <a:moveTo>
                          <a:pt x="487" y="0"/>
                        </a:moveTo>
                        <a:lnTo>
                          <a:pt x="0" y="276"/>
                        </a:lnTo>
                        <a:lnTo>
                          <a:pt x="14" y="333"/>
                        </a:lnTo>
                        <a:lnTo>
                          <a:pt x="505" y="53"/>
                        </a:lnTo>
                        <a:lnTo>
                          <a:pt x="487"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411" name="Freeform 40">
                    <a:extLst>
                      <a:ext uri="{FF2B5EF4-FFF2-40B4-BE49-F238E27FC236}">
                        <a16:creationId xmlns:a16="http://schemas.microsoft.com/office/drawing/2014/main" id="{8495656E-E895-634E-A10E-F93DAC6E7AAE}"/>
                      </a:ext>
                    </a:extLst>
                  </p:cNvPr>
                  <p:cNvSpPr>
                    <a:spLocks/>
                  </p:cNvSpPr>
                  <p:nvPr/>
                </p:nvSpPr>
                <p:spPr bwMode="auto">
                  <a:xfrm>
                    <a:off x="2615" y="2214"/>
                    <a:ext cx="77" cy="47"/>
                  </a:xfrm>
                  <a:custGeom>
                    <a:avLst/>
                    <a:gdLst>
                      <a:gd name="T0" fmla="*/ 0 w 540"/>
                      <a:gd name="T1" fmla="*/ 0 h 327"/>
                      <a:gd name="T2" fmla="*/ 0 w 540"/>
                      <a:gd name="T3" fmla="*/ 0 h 327"/>
                      <a:gd name="T4" fmla="*/ 0 w 540"/>
                      <a:gd name="T5" fmla="*/ 0 h 327"/>
                      <a:gd name="T6" fmla="*/ 0 w 540"/>
                      <a:gd name="T7" fmla="*/ 0 h 327"/>
                      <a:gd name="T8" fmla="*/ 0 w 540"/>
                      <a:gd name="T9" fmla="*/ 0 h 3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0" h="327">
                        <a:moveTo>
                          <a:pt x="540" y="327"/>
                        </a:moveTo>
                        <a:lnTo>
                          <a:pt x="524" y="266"/>
                        </a:lnTo>
                        <a:lnTo>
                          <a:pt x="0" y="0"/>
                        </a:lnTo>
                        <a:lnTo>
                          <a:pt x="19" y="49"/>
                        </a:lnTo>
                        <a:lnTo>
                          <a:pt x="540" y="32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412" name="Freeform 41">
                    <a:extLst>
                      <a:ext uri="{FF2B5EF4-FFF2-40B4-BE49-F238E27FC236}">
                        <a16:creationId xmlns:a16="http://schemas.microsoft.com/office/drawing/2014/main" id="{60CF0A5C-EA22-F744-9535-0D6AA0B4EE7B}"/>
                      </a:ext>
                    </a:extLst>
                  </p:cNvPr>
                  <p:cNvSpPr>
                    <a:spLocks/>
                  </p:cNvSpPr>
                  <p:nvPr/>
                </p:nvSpPr>
                <p:spPr bwMode="auto">
                  <a:xfrm>
                    <a:off x="2674" y="2217"/>
                    <a:ext cx="57" cy="29"/>
                  </a:xfrm>
                  <a:custGeom>
                    <a:avLst/>
                    <a:gdLst>
                      <a:gd name="T0" fmla="*/ 0 w 405"/>
                      <a:gd name="T1" fmla="*/ 0 h 207"/>
                      <a:gd name="T2" fmla="*/ 0 w 405"/>
                      <a:gd name="T3" fmla="*/ 0 h 207"/>
                      <a:gd name="T4" fmla="*/ 0 w 405"/>
                      <a:gd name="T5" fmla="*/ 0 h 207"/>
                      <a:gd name="T6" fmla="*/ 0 w 405"/>
                      <a:gd name="T7" fmla="*/ 0 h 207"/>
                      <a:gd name="T8" fmla="*/ 0 w 405"/>
                      <a:gd name="T9" fmla="*/ 0 h 2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3" name="Freeform 42">
                    <a:extLst>
                      <a:ext uri="{FF2B5EF4-FFF2-40B4-BE49-F238E27FC236}">
                        <a16:creationId xmlns:a16="http://schemas.microsoft.com/office/drawing/2014/main" id="{7399113B-0123-D846-8C90-A174C10B2814}"/>
                      </a:ext>
                    </a:extLst>
                  </p:cNvPr>
                  <p:cNvSpPr>
                    <a:spLocks/>
                  </p:cNvSpPr>
                  <p:nvPr/>
                </p:nvSpPr>
                <p:spPr bwMode="auto">
                  <a:xfrm>
                    <a:off x="2622" y="2196"/>
                    <a:ext cx="86" cy="39"/>
                  </a:xfrm>
                  <a:custGeom>
                    <a:avLst/>
                    <a:gdLst>
                      <a:gd name="T0" fmla="*/ 0 w 597"/>
                      <a:gd name="T1" fmla="*/ 0 h 278"/>
                      <a:gd name="T2" fmla="*/ 0 w 597"/>
                      <a:gd name="T3" fmla="*/ 0 h 278"/>
                      <a:gd name="T4" fmla="*/ 0 w 597"/>
                      <a:gd name="T5" fmla="*/ 0 h 278"/>
                      <a:gd name="T6" fmla="*/ 0 w 597"/>
                      <a:gd name="T7" fmla="*/ 0 h 278"/>
                      <a:gd name="T8" fmla="*/ 0 w 597"/>
                      <a:gd name="T9" fmla="*/ 0 h 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4" name="Freeform 43">
                    <a:extLst>
                      <a:ext uri="{FF2B5EF4-FFF2-40B4-BE49-F238E27FC236}">
                        <a16:creationId xmlns:a16="http://schemas.microsoft.com/office/drawing/2014/main" id="{783889D6-3082-7A4E-9674-5DED73B2867C}"/>
                      </a:ext>
                    </a:extLst>
                  </p:cNvPr>
                  <p:cNvSpPr>
                    <a:spLocks/>
                  </p:cNvSpPr>
                  <p:nvPr/>
                </p:nvSpPr>
                <p:spPr bwMode="auto">
                  <a:xfrm>
                    <a:off x="2659" y="2187"/>
                    <a:ext cx="94" cy="36"/>
                  </a:xfrm>
                  <a:custGeom>
                    <a:avLst/>
                    <a:gdLst>
                      <a:gd name="T0" fmla="*/ 0 w 658"/>
                      <a:gd name="T1" fmla="*/ 0 h 254"/>
                      <a:gd name="T2" fmla="*/ 0 w 658"/>
                      <a:gd name="T3" fmla="*/ 0 h 254"/>
                      <a:gd name="T4" fmla="*/ 0 w 658"/>
                      <a:gd name="T5" fmla="*/ 0 h 254"/>
                      <a:gd name="T6" fmla="*/ 0 w 658"/>
                      <a:gd name="T7" fmla="*/ 0 h 254"/>
                      <a:gd name="T8" fmla="*/ 0 w 658"/>
                      <a:gd name="T9" fmla="*/ 0 h 2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15" name="Line 44">
                    <a:extLst>
                      <a:ext uri="{FF2B5EF4-FFF2-40B4-BE49-F238E27FC236}">
                        <a16:creationId xmlns:a16="http://schemas.microsoft.com/office/drawing/2014/main" id="{A9744D96-F05A-1949-AFB4-726F29EA51EF}"/>
                      </a:ext>
                    </a:extLst>
                  </p:cNvPr>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6" name="Line 45">
                    <a:extLst>
                      <a:ext uri="{FF2B5EF4-FFF2-40B4-BE49-F238E27FC236}">
                        <a16:creationId xmlns:a16="http://schemas.microsoft.com/office/drawing/2014/main" id="{30D2EDAF-5E4A-B649-90B0-05C6853388B5}"/>
                      </a:ext>
                    </a:extLst>
                  </p:cNvPr>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7" name="Line 46">
                    <a:extLst>
                      <a:ext uri="{FF2B5EF4-FFF2-40B4-BE49-F238E27FC236}">
                        <a16:creationId xmlns:a16="http://schemas.microsoft.com/office/drawing/2014/main" id="{03A57D4C-8F13-3546-B27F-4A1B25123AB3}"/>
                      </a:ext>
                    </a:extLst>
                  </p:cNvPr>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8" name="Line 47">
                    <a:extLst>
                      <a:ext uri="{FF2B5EF4-FFF2-40B4-BE49-F238E27FC236}">
                        <a16:creationId xmlns:a16="http://schemas.microsoft.com/office/drawing/2014/main" id="{D5958BB0-0CDE-9D43-8E54-17CC7B8A953C}"/>
                      </a:ext>
                    </a:extLst>
                  </p:cNvPr>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19" name="Line 48">
                    <a:extLst>
                      <a:ext uri="{FF2B5EF4-FFF2-40B4-BE49-F238E27FC236}">
                        <a16:creationId xmlns:a16="http://schemas.microsoft.com/office/drawing/2014/main" id="{F005E101-3FD1-0B43-9449-F74277FE5519}"/>
                      </a:ext>
                    </a:extLst>
                  </p:cNvPr>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0" name="Line 49">
                    <a:extLst>
                      <a:ext uri="{FF2B5EF4-FFF2-40B4-BE49-F238E27FC236}">
                        <a16:creationId xmlns:a16="http://schemas.microsoft.com/office/drawing/2014/main" id="{E04DADFC-26CD-A84C-AD0A-927D9C3FBB49}"/>
                      </a:ext>
                    </a:extLst>
                  </p:cNvPr>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1" name="Line 50">
                    <a:extLst>
                      <a:ext uri="{FF2B5EF4-FFF2-40B4-BE49-F238E27FC236}">
                        <a16:creationId xmlns:a16="http://schemas.microsoft.com/office/drawing/2014/main" id="{4B786D25-1CA7-7646-BF36-CE861E91FCDD}"/>
                      </a:ext>
                    </a:extLst>
                  </p:cNvPr>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2" name="Line 51">
                    <a:extLst>
                      <a:ext uri="{FF2B5EF4-FFF2-40B4-BE49-F238E27FC236}">
                        <a16:creationId xmlns:a16="http://schemas.microsoft.com/office/drawing/2014/main" id="{F61FBB5D-E6EC-F648-8F02-45573E787A84}"/>
                      </a:ext>
                    </a:extLst>
                  </p:cNvPr>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3" name="Line 52">
                    <a:extLst>
                      <a:ext uri="{FF2B5EF4-FFF2-40B4-BE49-F238E27FC236}">
                        <a16:creationId xmlns:a16="http://schemas.microsoft.com/office/drawing/2014/main" id="{8229B388-B491-564A-B4AF-72F4A508A1C7}"/>
                      </a:ext>
                    </a:extLst>
                  </p:cNvPr>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4" name="Line 53">
                    <a:extLst>
                      <a:ext uri="{FF2B5EF4-FFF2-40B4-BE49-F238E27FC236}">
                        <a16:creationId xmlns:a16="http://schemas.microsoft.com/office/drawing/2014/main" id="{12F925EF-4733-EB4A-A877-417BBD0EB9E0}"/>
                      </a:ext>
                    </a:extLst>
                  </p:cNvPr>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5" name="Line 54">
                    <a:extLst>
                      <a:ext uri="{FF2B5EF4-FFF2-40B4-BE49-F238E27FC236}">
                        <a16:creationId xmlns:a16="http://schemas.microsoft.com/office/drawing/2014/main" id="{2EB6F0BF-33CF-1445-AD53-8C2B42E27414}"/>
                      </a:ext>
                    </a:extLst>
                  </p:cNvPr>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6" name="Line 55">
                    <a:extLst>
                      <a:ext uri="{FF2B5EF4-FFF2-40B4-BE49-F238E27FC236}">
                        <a16:creationId xmlns:a16="http://schemas.microsoft.com/office/drawing/2014/main" id="{4B2AE25F-A662-F541-91EC-3764D2C750ED}"/>
                      </a:ext>
                    </a:extLst>
                  </p:cNvPr>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7" name="Line 56">
                    <a:extLst>
                      <a:ext uri="{FF2B5EF4-FFF2-40B4-BE49-F238E27FC236}">
                        <a16:creationId xmlns:a16="http://schemas.microsoft.com/office/drawing/2014/main" id="{5673814A-68A4-3E43-B47F-916E8A889041}"/>
                      </a:ext>
                    </a:extLst>
                  </p:cNvPr>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8" name="Line 57">
                    <a:extLst>
                      <a:ext uri="{FF2B5EF4-FFF2-40B4-BE49-F238E27FC236}">
                        <a16:creationId xmlns:a16="http://schemas.microsoft.com/office/drawing/2014/main" id="{3783736E-F601-F047-A77C-53EE3803CE47}"/>
                      </a:ext>
                    </a:extLst>
                  </p:cNvPr>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29" name="Line 58">
                    <a:extLst>
                      <a:ext uri="{FF2B5EF4-FFF2-40B4-BE49-F238E27FC236}">
                        <a16:creationId xmlns:a16="http://schemas.microsoft.com/office/drawing/2014/main" id="{7E670772-A331-454F-B64D-AF4CC81D9DF5}"/>
                      </a:ext>
                    </a:extLst>
                  </p:cNvPr>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0" name="Line 59">
                    <a:extLst>
                      <a:ext uri="{FF2B5EF4-FFF2-40B4-BE49-F238E27FC236}">
                        <a16:creationId xmlns:a16="http://schemas.microsoft.com/office/drawing/2014/main" id="{D5360583-56C9-8E42-9560-516E47864CD4}"/>
                      </a:ext>
                    </a:extLst>
                  </p:cNvPr>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1" name="Line 60">
                    <a:extLst>
                      <a:ext uri="{FF2B5EF4-FFF2-40B4-BE49-F238E27FC236}">
                        <a16:creationId xmlns:a16="http://schemas.microsoft.com/office/drawing/2014/main" id="{17689977-3D46-CF40-AFD3-9B716DCB8CB5}"/>
                      </a:ext>
                    </a:extLst>
                  </p:cNvPr>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2" name="Line 61">
                    <a:extLst>
                      <a:ext uri="{FF2B5EF4-FFF2-40B4-BE49-F238E27FC236}">
                        <a16:creationId xmlns:a16="http://schemas.microsoft.com/office/drawing/2014/main" id="{46C163DB-53E8-474B-AE40-5B993C3B12B6}"/>
                      </a:ext>
                    </a:extLst>
                  </p:cNvPr>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3" name="Line 62">
                    <a:extLst>
                      <a:ext uri="{FF2B5EF4-FFF2-40B4-BE49-F238E27FC236}">
                        <a16:creationId xmlns:a16="http://schemas.microsoft.com/office/drawing/2014/main" id="{F2BF347E-30BB-6B48-909C-F88229BD11AE}"/>
                      </a:ext>
                    </a:extLst>
                  </p:cNvPr>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4" name="Line 63">
                    <a:extLst>
                      <a:ext uri="{FF2B5EF4-FFF2-40B4-BE49-F238E27FC236}">
                        <a16:creationId xmlns:a16="http://schemas.microsoft.com/office/drawing/2014/main" id="{2B4E8D1A-E182-FD4B-BDA3-A9877F2FDC0A}"/>
                      </a:ext>
                    </a:extLst>
                  </p:cNvPr>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0435" name="Line 64">
                    <a:extLst>
                      <a:ext uri="{FF2B5EF4-FFF2-40B4-BE49-F238E27FC236}">
                        <a16:creationId xmlns:a16="http://schemas.microsoft.com/office/drawing/2014/main" id="{D5A76A0E-D652-2C44-AE6F-F9E811A94072}"/>
                      </a:ext>
                    </a:extLst>
                  </p:cNvPr>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310318" name="Group 65">
              <a:extLst>
                <a:ext uri="{FF2B5EF4-FFF2-40B4-BE49-F238E27FC236}">
                  <a16:creationId xmlns:a16="http://schemas.microsoft.com/office/drawing/2014/main" id="{EF51C2CF-56ED-1E46-9CE7-6DC82D083E87}"/>
                </a:ext>
              </a:extLst>
            </p:cNvPr>
            <p:cNvGrpSpPr>
              <a:grpSpLocks/>
            </p:cNvGrpSpPr>
            <p:nvPr/>
          </p:nvGrpSpPr>
          <p:grpSpPr bwMode="auto">
            <a:xfrm flipH="1">
              <a:off x="3808" y="2431"/>
              <a:ext cx="87" cy="168"/>
              <a:chOff x="2591" y="2156"/>
              <a:chExt cx="35" cy="69"/>
            </a:xfrm>
          </p:grpSpPr>
          <p:sp>
            <p:nvSpPr>
              <p:cNvPr id="310403" name="Freeform 66">
                <a:extLst>
                  <a:ext uri="{FF2B5EF4-FFF2-40B4-BE49-F238E27FC236}">
                    <a16:creationId xmlns:a16="http://schemas.microsoft.com/office/drawing/2014/main" id="{AA480710-BF0B-2948-8A1C-6295F18735C9}"/>
                  </a:ext>
                </a:extLst>
              </p:cNvPr>
              <p:cNvSpPr>
                <a:spLocks/>
              </p:cNvSpPr>
              <p:nvPr/>
            </p:nvSpPr>
            <p:spPr bwMode="auto">
              <a:xfrm>
                <a:off x="2591" y="2156"/>
                <a:ext cx="35" cy="69"/>
              </a:xfrm>
              <a:custGeom>
                <a:avLst/>
                <a:gdLst>
                  <a:gd name="T0" fmla="*/ 0 w 246"/>
                  <a:gd name="T1" fmla="*/ 0 h 485"/>
                  <a:gd name="T2" fmla="*/ 0 w 246"/>
                  <a:gd name="T3" fmla="*/ 0 h 485"/>
                  <a:gd name="T4" fmla="*/ 0 w 246"/>
                  <a:gd name="T5" fmla="*/ 0 h 485"/>
                  <a:gd name="T6" fmla="*/ 0 w 246"/>
                  <a:gd name="T7" fmla="*/ 0 h 485"/>
                  <a:gd name="T8" fmla="*/ 0 w 246"/>
                  <a:gd name="T9" fmla="*/ 0 h 485"/>
                  <a:gd name="T10" fmla="*/ 0 w 246"/>
                  <a:gd name="T11" fmla="*/ 0 h 485"/>
                  <a:gd name="T12" fmla="*/ 0 w 246"/>
                  <a:gd name="T13" fmla="*/ 0 h 485"/>
                  <a:gd name="T14" fmla="*/ 0 w 246"/>
                  <a:gd name="T15" fmla="*/ 0 h 485"/>
                  <a:gd name="T16" fmla="*/ 0 w 246"/>
                  <a:gd name="T17" fmla="*/ 0 h 485"/>
                  <a:gd name="T18" fmla="*/ 0 w 246"/>
                  <a:gd name="T19" fmla="*/ 0 h 485"/>
                  <a:gd name="T20" fmla="*/ 0 w 246"/>
                  <a:gd name="T21" fmla="*/ 0 h 485"/>
                  <a:gd name="T22" fmla="*/ 0 w 246"/>
                  <a:gd name="T23" fmla="*/ 0 h 4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310404" name="Freeform 67">
                <a:extLst>
                  <a:ext uri="{FF2B5EF4-FFF2-40B4-BE49-F238E27FC236}">
                    <a16:creationId xmlns:a16="http://schemas.microsoft.com/office/drawing/2014/main" id="{55FDF686-CF9D-8749-BBBE-D154746A6ED6}"/>
                  </a:ext>
                </a:extLst>
              </p:cNvPr>
              <p:cNvSpPr>
                <a:spLocks/>
              </p:cNvSpPr>
              <p:nvPr/>
            </p:nvSpPr>
            <p:spPr bwMode="auto">
              <a:xfrm>
                <a:off x="2596" y="2162"/>
                <a:ext cx="28" cy="49"/>
              </a:xfrm>
              <a:custGeom>
                <a:avLst/>
                <a:gdLst>
                  <a:gd name="T0" fmla="*/ 0 w 193"/>
                  <a:gd name="T1" fmla="*/ 0 h 346"/>
                  <a:gd name="T2" fmla="*/ 0 w 193"/>
                  <a:gd name="T3" fmla="*/ 0 h 346"/>
                  <a:gd name="T4" fmla="*/ 0 w 193"/>
                  <a:gd name="T5" fmla="*/ 0 h 346"/>
                  <a:gd name="T6" fmla="*/ 0 w 193"/>
                  <a:gd name="T7" fmla="*/ 0 h 346"/>
                  <a:gd name="T8" fmla="*/ 0 w 193"/>
                  <a:gd name="T9" fmla="*/ 0 h 346"/>
                  <a:gd name="T10" fmla="*/ 0 w 193"/>
                  <a:gd name="T11" fmla="*/ 0 h 346"/>
                  <a:gd name="T12" fmla="*/ 0 w 193"/>
                  <a:gd name="T13" fmla="*/ 0 h 346"/>
                  <a:gd name="T14" fmla="*/ 0 w 193"/>
                  <a:gd name="T15" fmla="*/ 0 h 346"/>
                  <a:gd name="T16" fmla="*/ 0 w 193"/>
                  <a:gd name="T17" fmla="*/ 0 h 346"/>
                  <a:gd name="T18" fmla="*/ 0 w 193"/>
                  <a:gd name="T19" fmla="*/ 0 h 346"/>
                  <a:gd name="T20" fmla="*/ 0 w 193"/>
                  <a:gd name="T21" fmla="*/ 0 h 346"/>
                  <a:gd name="T22" fmla="*/ 0 w 193"/>
                  <a:gd name="T23" fmla="*/ 0 h 346"/>
                  <a:gd name="T24" fmla="*/ 0 w 193"/>
                  <a:gd name="T25" fmla="*/ 0 h 346"/>
                  <a:gd name="T26" fmla="*/ 0 w 193"/>
                  <a:gd name="T27" fmla="*/ 0 h 346"/>
                  <a:gd name="T28" fmla="*/ 0 w 193"/>
                  <a:gd name="T29" fmla="*/ 0 h 346"/>
                  <a:gd name="T30" fmla="*/ 0 w 193"/>
                  <a:gd name="T31" fmla="*/ 0 h 346"/>
                  <a:gd name="T32" fmla="*/ 0 w 193"/>
                  <a:gd name="T33" fmla="*/ 0 h 346"/>
                  <a:gd name="T34" fmla="*/ 0 w 193"/>
                  <a:gd name="T35" fmla="*/ 0 h 346"/>
                  <a:gd name="T36" fmla="*/ 0 w 193"/>
                  <a:gd name="T37" fmla="*/ 0 h 346"/>
                  <a:gd name="T38" fmla="*/ 0 w 193"/>
                  <a:gd name="T39" fmla="*/ 0 h 346"/>
                  <a:gd name="T40" fmla="*/ 0 w 193"/>
                  <a:gd name="T41" fmla="*/ 0 h 346"/>
                  <a:gd name="T42" fmla="*/ 0 w 193"/>
                  <a:gd name="T43" fmla="*/ 0 h 346"/>
                  <a:gd name="T44" fmla="*/ 0 w 193"/>
                  <a:gd name="T45" fmla="*/ 0 h 346"/>
                  <a:gd name="T46" fmla="*/ 0 w 193"/>
                  <a:gd name="T47" fmla="*/ 0 h 346"/>
                  <a:gd name="T48" fmla="*/ 0 w 193"/>
                  <a:gd name="T49" fmla="*/ 0 h 346"/>
                  <a:gd name="T50" fmla="*/ 0 w 193"/>
                  <a:gd name="T51" fmla="*/ 0 h 346"/>
                  <a:gd name="T52" fmla="*/ 0 w 193"/>
                  <a:gd name="T53" fmla="*/ 0 h 346"/>
                  <a:gd name="T54" fmla="*/ 0 w 193"/>
                  <a:gd name="T55" fmla="*/ 0 h 3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19" name="Group 68">
              <a:extLst>
                <a:ext uri="{FF2B5EF4-FFF2-40B4-BE49-F238E27FC236}">
                  <a16:creationId xmlns:a16="http://schemas.microsoft.com/office/drawing/2014/main" id="{96495C81-0AE6-E240-AC7C-7AD84571C6A7}"/>
                </a:ext>
              </a:extLst>
            </p:cNvPr>
            <p:cNvGrpSpPr>
              <a:grpSpLocks/>
            </p:cNvGrpSpPr>
            <p:nvPr/>
          </p:nvGrpSpPr>
          <p:grpSpPr bwMode="auto">
            <a:xfrm flipH="1">
              <a:off x="3798" y="2334"/>
              <a:ext cx="112" cy="119"/>
              <a:chOff x="2585" y="2116"/>
              <a:chExt cx="45" cy="49"/>
            </a:xfrm>
          </p:grpSpPr>
          <p:sp>
            <p:nvSpPr>
              <p:cNvPr id="310388" name="Freeform 69">
                <a:extLst>
                  <a:ext uri="{FF2B5EF4-FFF2-40B4-BE49-F238E27FC236}">
                    <a16:creationId xmlns:a16="http://schemas.microsoft.com/office/drawing/2014/main" id="{4A2C9B26-ECBE-EC45-B1A4-018AB6E3C237}"/>
                  </a:ext>
                </a:extLst>
              </p:cNvPr>
              <p:cNvSpPr>
                <a:spLocks/>
              </p:cNvSpPr>
              <p:nvPr/>
            </p:nvSpPr>
            <p:spPr bwMode="auto">
              <a:xfrm>
                <a:off x="2597" y="2120"/>
                <a:ext cx="33" cy="45"/>
              </a:xfrm>
              <a:custGeom>
                <a:avLst/>
                <a:gdLst>
                  <a:gd name="T0" fmla="*/ 0 w 228"/>
                  <a:gd name="T1" fmla="*/ 0 h 319"/>
                  <a:gd name="T2" fmla="*/ 0 w 228"/>
                  <a:gd name="T3" fmla="*/ 0 h 319"/>
                  <a:gd name="T4" fmla="*/ 0 w 228"/>
                  <a:gd name="T5" fmla="*/ 0 h 319"/>
                  <a:gd name="T6" fmla="*/ 0 w 228"/>
                  <a:gd name="T7" fmla="*/ 0 h 319"/>
                  <a:gd name="T8" fmla="*/ 0 w 228"/>
                  <a:gd name="T9" fmla="*/ 0 h 319"/>
                  <a:gd name="T10" fmla="*/ 0 w 228"/>
                  <a:gd name="T11" fmla="*/ 0 h 319"/>
                  <a:gd name="T12" fmla="*/ 0 w 228"/>
                  <a:gd name="T13" fmla="*/ 0 h 319"/>
                  <a:gd name="T14" fmla="*/ 0 w 228"/>
                  <a:gd name="T15" fmla="*/ 0 h 319"/>
                  <a:gd name="T16" fmla="*/ 0 w 228"/>
                  <a:gd name="T17" fmla="*/ 0 h 319"/>
                  <a:gd name="T18" fmla="*/ 0 w 228"/>
                  <a:gd name="T19" fmla="*/ 0 h 319"/>
                  <a:gd name="T20" fmla="*/ 0 w 228"/>
                  <a:gd name="T21" fmla="*/ 0 h 319"/>
                  <a:gd name="T22" fmla="*/ 0 w 228"/>
                  <a:gd name="T23" fmla="*/ 0 h 319"/>
                  <a:gd name="T24" fmla="*/ 0 w 228"/>
                  <a:gd name="T25" fmla="*/ 0 h 319"/>
                  <a:gd name="T26" fmla="*/ 0 w 228"/>
                  <a:gd name="T27" fmla="*/ 0 h 319"/>
                  <a:gd name="T28" fmla="*/ 0 w 228"/>
                  <a:gd name="T29" fmla="*/ 0 h 319"/>
                  <a:gd name="T30" fmla="*/ 0 w 228"/>
                  <a:gd name="T31" fmla="*/ 0 h 319"/>
                  <a:gd name="T32" fmla="*/ 0 w 228"/>
                  <a:gd name="T33" fmla="*/ 0 h 319"/>
                  <a:gd name="T34" fmla="*/ 0 w 228"/>
                  <a:gd name="T35" fmla="*/ 0 h 319"/>
                  <a:gd name="T36" fmla="*/ 0 w 228"/>
                  <a:gd name="T37" fmla="*/ 0 h 319"/>
                  <a:gd name="T38" fmla="*/ 0 w 228"/>
                  <a:gd name="T39" fmla="*/ 0 h 319"/>
                  <a:gd name="T40" fmla="*/ 0 w 228"/>
                  <a:gd name="T41" fmla="*/ 0 h 319"/>
                  <a:gd name="T42" fmla="*/ 0 w 228"/>
                  <a:gd name="T43" fmla="*/ 0 h 319"/>
                  <a:gd name="T44" fmla="*/ 0 w 228"/>
                  <a:gd name="T45" fmla="*/ 0 h 319"/>
                  <a:gd name="T46" fmla="*/ 0 w 228"/>
                  <a:gd name="T47" fmla="*/ 0 h 319"/>
                  <a:gd name="T48" fmla="*/ 0 w 228"/>
                  <a:gd name="T49" fmla="*/ 0 h 319"/>
                  <a:gd name="T50" fmla="*/ 0 w 228"/>
                  <a:gd name="T51" fmla="*/ 0 h 319"/>
                  <a:gd name="T52" fmla="*/ 0 w 228"/>
                  <a:gd name="T53" fmla="*/ 0 h 319"/>
                  <a:gd name="T54" fmla="*/ 0 w 228"/>
                  <a:gd name="T55" fmla="*/ 0 h 319"/>
                  <a:gd name="T56" fmla="*/ 0 w 228"/>
                  <a:gd name="T57" fmla="*/ 0 h 319"/>
                  <a:gd name="T58" fmla="*/ 0 w 228"/>
                  <a:gd name="T59" fmla="*/ 0 h 319"/>
                  <a:gd name="T60" fmla="*/ 0 w 228"/>
                  <a:gd name="T61" fmla="*/ 0 h 319"/>
                  <a:gd name="T62" fmla="*/ 0 w 228"/>
                  <a:gd name="T63" fmla="*/ 0 h 319"/>
                  <a:gd name="T64" fmla="*/ 0 w 228"/>
                  <a:gd name="T65" fmla="*/ 0 h 319"/>
                  <a:gd name="T66" fmla="*/ 0 w 228"/>
                  <a:gd name="T67" fmla="*/ 0 h 319"/>
                  <a:gd name="T68" fmla="*/ 0 w 228"/>
                  <a:gd name="T69" fmla="*/ 0 h 319"/>
                  <a:gd name="T70" fmla="*/ 0 w 228"/>
                  <a:gd name="T71" fmla="*/ 0 h 319"/>
                  <a:gd name="T72" fmla="*/ 0 w 228"/>
                  <a:gd name="T73" fmla="*/ 0 h 319"/>
                  <a:gd name="T74" fmla="*/ 0 w 228"/>
                  <a:gd name="T75" fmla="*/ 0 h 319"/>
                  <a:gd name="T76" fmla="*/ 0 w 228"/>
                  <a:gd name="T77" fmla="*/ 0 h 319"/>
                  <a:gd name="T78" fmla="*/ 0 w 228"/>
                  <a:gd name="T79" fmla="*/ 0 h 319"/>
                  <a:gd name="T80" fmla="*/ 0 w 228"/>
                  <a:gd name="T81" fmla="*/ 0 h 319"/>
                  <a:gd name="T82" fmla="*/ 0 w 228"/>
                  <a:gd name="T83" fmla="*/ 0 h 319"/>
                  <a:gd name="T84" fmla="*/ 0 w 228"/>
                  <a:gd name="T85" fmla="*/ 0 h 319"/>
                  <a:gd name="T86" fmla="*/ 0 w 228"/>
                  <a:gd name="T87" fmla="*/ 0 h 319"/>
                  <a:gd name="T88" fmla="*/ 0 w 228"/>
                  <a:gd name="T89" fmla="*/ 0 h 319"/>
                  <a:gd name="T90" fmla="*/ 0 w 228"/>
                  <a:gd name="T91" fmla="*/ 0 h 319"/>
                  <a:gd name="T92" fmla="*/ 0 w 228"/>
                  <a:gd name="T93" fmla="*/ 0 h 319"/>
                  <a:gd name="T94" fmla="*/ 0 w 228"/>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89" name="Freeform 70">
                <a:extLst>
                  <a:ext uri="{FF2B5EF4-FFF2-40B4-BE49-F238E27FC236}">
                    <a16:creationId xmlns:a16="http://schemas.microsoft.com/office/drawing/2014/main" id="{ACBAFE0D-5F58-D843-B9A7-14CB15501C99}"/>
                  </a:ext>
                </a:extLst>
              </p:cNvPr>
              <p:cNvSpPr>
                <a:spLocks/>
              </p:cNvSpPr>
              <p:nvPr/>
            </p:nvSpPr>
            <p:spPr bwMode="auto">
              <a:xfrm>
                <a:off x="2612" y="2123"/>
                <a:ext cx="16" cy="17"/>
              </a:xfrm>
              <a:custGeom>
                <a:avLst/>
                <a:gdLst>
                  <a:gd name="T0" fmla="*/ 0 w 115"/>
                  <a:gd name="T1" fmla="*/ 0 h 120"/>
                  <a:gd name="T2" fmla="*/ 0 w 115"/>
                  <a:gd name="T3" fmla="*/ 0 h 120"/>
                  <a:gd name="T4" fmla="*/ 0 w 115"/>
                  <a:gd name="T5" fmla="*/ 0 h 120"/>
                  <a:gd name="T6" fmla="*/ 0 w 115"/>
                  <a:gd name="T7" fmla="*/ 0 h 120"/>
                  <a:gd name="T8" fmla="*/ 0 w 115"/>
                  <a:gd name="T9" fmla="*/ 0 h 120"/>
                  <a:gd name="T10" fmla="*/ 0 w 115"/>
                  <a:gd name="T11" fmla="*/ 0 h 120"/>
                  <a:gd name="T12" fmla="*/ 0 w 115"/>
                  <a:gd name="T13" fmla="*/ 0 h 120"/>
                  <a:gd name="T14" fmla="*/ 0 w 115"/>
                  <a:gd name="T15" fmla="*/ 0 h 120"/>
                  <a:gd name="T16" fmla="*/ 0 w 115"/>
                  <a:gd name="T17" fmla="*/ 0 h 120"/>
                  <a:gd name="T18" fmla="*/ 0 w 115"/>
                  <a:gd name="T19" fmla="*/ 0 h 120"/>
                  <a:gd name="T20" fmla="*/ 0 w 115"/>
                  <a:gd name="T21" fmla="*/ 0 h 120"/>
                  <a:gd name="T22" fmla="*/ 0 w 115"/>
                  <a:gd name="T23" fmla="*/ 0 h 120"/>
                  <a:gd name="T24" fmla="*/ 0 w 115"/>
                  <a:gd name="T25" fmla="*/ 0 h 120"/>
                  <a:gd name="T26" fmla="*/ 0 w 115"/>
                  <a:gd name="T27" fmla="*/ 0 h 120"/>
                  <a:gd name="T28" fmla="*/ 0 w 115"/>
                  <a:gd name="T29" fmla="*/ 0 h 120"/>
                  <a:gd name="T30" fmla="*/ 0 w 115"/>
                  <a:gd name="T31" fmla="*/ 0 h 120"/>
                  <a:gd name="T32" fmla="*/ 0 w 115"/>
                  <a:gd name="T33" fmla="*/ 0 h 120"/>
                  <a:gd name="T34" fmla="*/ 0 w 115"/>
                  <a:gd name="T35" fmla="*/ 0 h 120"/>
                  <a:gd name="T36" fmla="*/ 0 w 115"/>
                  <a:gd name="T37" fmla="*/ 0 h 120"/>
                  <a:gd name="T38" fmla="*/ 0 w 115"/>
                  <a:gd name="T39" fmla="*/ 0 h 120"/>
                  <a:gd name="T40" fmla="*/ 0 w 115"/>
                  <a:gd name="T41" fmla="*/ 0 h 120"/>
                  <a:gd name="T42" fmla="*/ 0 w 115"/>
                  <a:gd name="T43" fmla="*/ 0 h 120"/>
                  <a:gd name="T44" fmla="*/ 0 w 115"/>
                  <a:gd name="T45" fmla="*/ 0 h 120"/>
                  <a:gd name="T46" fmla="*/ 0 w 115"/>
                  <a:gd name="T47" fmla="*/ 0 h 120"/>
                  <a:gd name="T48" fmla="*/ 0 w 115"/>
                  <a:gd name="T49" fmla="*/ 0 h 120"/>
                  <a:gd name="T50" fmla="*/ 0 w 115"/>
                  <a:gd name="T51" fmla="*/ 0 h 120"/>
                  <a:gd name="T52" fmla="*/ 0 w 115"/>
                  <a:gd name="T53" fmla="*/ 0 h 120"/>
                  <a:gd name="T54" fmla="*/ 0 w 115"/>
                  <a:gd name="T55" fmla="*/ 0 h 120"/>
                  <a:gd name="T56" fmla="*/ 0 w 115"/>
                  <a:gd name="T57" fmla="*/ 0 h 120"/>
                  <a:gd name="T58" fmla="*/ 0 w 115"/>
                  <a:gd name="T59" fmla="*/ 0 h 120"/>
                  <a:gd name="T60" fmla="*/ 0 w 115"/>
                  <a:gd name="T61" fmla="*/ 0 h 120"/>
                  <a:gd name="T62" fmla="*/ 0 w 115"/>
                  <a:gd name="T63" fmla="*/ 0 h 120"/>
                  <a:gd name="T64" fmla="*/ 0 w 115"/>
                  <a:gd name="T65" fmla="*/ 0 h 120"/>
                  <a:gd name="T66" fmla="*/ 0 w 115"/>
                  <a:gd name="T67" fmla="*/ 0 h 120"/>
                  <a:gd name="T68" fmla="*/ 0 w 115"/>
                  <a:gd name="T69" fmla="*/ 0 h 120"/>
                  <a:gd name="T70" fmla="*/ 0 w 115"/>
                  <a:gd name="T71" fmla="*/ 0 h 120"/>
                  <a:gd name="T72" fmla="*/ 0 w 115"/>
                  <a:gd name="T73" fmla="*/ 0 h 120"/>
                  <a:gd name="T74" fmla="*/ 0 w 115"/>
                  <a:gd name="T75" fmla="*/ 0 h 120"/>
                  <a:gd name="T76" fmla="*/ 0 w 115"/>
                  <a:gd name="T77" fmla="*/ 0 h 120"/>
                  <a:gd name="T78" fmla="*/ 0 w 115"/>
                  <a:gd name="T79" fmla="*/ 0 h 120"/>
                  <a:gd name="T80" fmla="*/ 0 w 115"/>
                  <a:gd name="T81" fmla="*/ 0 h 120"/>
                  <a:gd name="T82" fmla="*/ 0 w 115"/>
                  <a:gd name="T83" fmla="*/ 0 h 120"/>
                  <a:gd name="T84" fmla="*/ 0 w 115"/>
                  <a:gd name="T85" fmla="*/ 0 h 120"/>
                  <a:gd name="T86" fmla="*/ 0 w 115"/>
                  <a:gd name="T87" fmla="*/ 0 h 120"/>
                  <a:gd name="T88" fmla="*/ 0 w 115"/>
                  <a:gd name="T89" fmla="*/ 0 h 120"/>
                  <a:gd name="T90" fmla="*/ 0 w 115"/>
                  <a:gd name="T91" fmla="*/ 0 h 120"/>
                  <a:gd name="T92" fmla="*/ 0 w 115"/>
                  <a:gd name="T93" fmla="*/ 0 h 120"/>
                  <a:gd name="T94" fmla="*/ 0 w 115"/>
                  <a:gd name="T95" fmla="*/ 0 h 120"/>
                  <a:gd name="T96" fmla="*/ 0 w 115"/>
                  <a:gd name="T97" fmla="*/ 0 h 120"/>
                  <a:gd name="T98" fmla="*/ 0 w 115"/>
                  <a:gd name="T99" fmla="*/ 0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0" name="Freeform 71">
                <a:extLst>
                  <a:ext uri="{FF2B5EF4-FFF2-40B4-BE49-F238E27FC236}">
                    <a16:creationId xmlns:a16="http://schemas.microsoft.com/office/drawing/2014/main" id="{7892A8A9-7942-7B4D-A4D3-24FF8F1042BF}"/>
                  </a:ext>
                </a:extLst>
              </p:cNvPr>
              <p:cNvSpPr>
                <a:spLocks/>
              </p:cNvSpPr>
              <p:nvPr/>
            </p:nvSpPr>
            <p:spPr bwMode="auto">
              <a:xfrm>
                <a:off x="2615" y="2132"/>
                <a:ext cx="3" cy="1"/>
              </a:xfrm>
              <a:custGeom>
                <a:avLst/>
                <a:gdLst>
                  <a:gd name="T0" fmla="*/ 0 w 18"/>
                  <a:gd name="T1" fmla="*/ 0 h 5"/>
                  <a:gd name="T2" fmla="*/ 0 w 18"/>
                  <a:gd name="T3" fmla="*/ 0 h 5"/>
                  <a:gd name="T4" fmla="*/ 0 w 18"/>
                  <a:gd name="T5" fmla="*/ 0 h 5"/>
                  <a:gd name="T6" fmla="*/ 0 w 18"/>
                  <a:gd name="T7" fmla="*/ 0 h 5"/>
                  <a:gd name="T8" fmla="*/ 0 w 18"/>
                  <a:gd name="T9" fmla="*/ 0 h 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1" name="Freeform 72">
                <a:extLst>
                  <a:ext uri="{FF2B5EF4-FFF2-40B4-BE49-F238E27FC236}">
                    <a16:creationId xmlns:a16="http://schemas.microsoft.com/office/drawing/2014/main" id="{3622E590-5479-0A44-9073-B89333C17B11}"/>
                  </a:ext>
                </a:extLst>
              </p:cNvPr>
              <p:cNvSpPr>
                <a:spLocks/>
              </p:cNvSpPr>
              <p:nvPr/>
            </p:nvSpPr>
            <p:spPr bwMode="auto">
              <a:xfrm>
                <a:off x="2619" y="2135"/>
                <a:ext cx="3" cy="1"/>
              </a:xfrm>
              <a:custGeom>
                <a:avLst/>
                <a:gdLst>
                  <a:gd name="T0" fmla="*/ 0 w 24"/>
                  <a:gd name="T1" fmla="*/ 0 h 8"/>
                  <a:gd name="T2" fmla="*/ 0 w 24"/>
                  <a:gd name="T3" fmla="*/ 0 h 8"/>
                  <a:gd name="T4" fmla="*/ 0 w 24"/>
                  <a:gd name="T5" fmla="*/ 0 h 8"/>
                  <a:gd name="T6" fmla="*/ 0 w 24"/>
                  <a:gd name="T7" fmla="*/ 0 h 8"/>
                  <a:gd name="T8" fmla="*/ 0 w 24"/>
                  <a:gd name="T9" fmla="*/ 0 h 8"/>
                  <a:gd name="T10" fmla="*/ 0 w 24"/>
                  <a:gd name="T11" fmla="*/ 0 h 8"/>
                  <a:gd name="T12" fmla="*/ 0 w 24"/>
                  <a:gd name="T13" fmla="*/ 0 h 8"/>
                  <a:gd name="T14" fmla="*/ 0 w 24"/>
                  <a:gd name="T15" fmla="*/ 0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2" name="Freeform 73">
                <a:extLst>
                  <a:ext uri="{FF2B5EF4-FFF2-40B4-BE49-F238E27FC236}">
                    <a16:creationId xmlns:a16="http://schemas.microsoft.com/office/drawing/2014/main" id="{B1EEBBE5-E0FF-CB4B-AB1D-17CE6562A013}"/>
                  </a:ext>
                </a:extLst>
              </p:cNvPr>
              <p:cNvSpPr>
                <a:spLocks/>
              </p:cNvSpPr>
              <p:nvPr/>
            </p:nvSpPr>
            <p:spPr bwMode="auto">
              <a:xfrm>
                <a:off x="2625" y="2137"/>
                <a:ext cx="2" cy="1"/>
              </a:xfrm>
              <a:custGeom>
                <a:avLst/>
                <a:gdLst>
                  <a:gd name="T0" fmla="*/ 0 w 18"/>
                  <a:gd name="T1" fmla="*/ 0 h 4"/>
                  <a:gd name="T2" fmla="*/ 0 w 18"/>
                  <a:gd name="T3" fmla="*/ 0 h 4"/>
                  <a:gd name="T4" fmla="*/ 0 w 18"/>
                  <a:gd name="T5" fmla="*/ 0 h 4"/>
                  <a:gd name="T6" fmla="*/ 0 w 18"/>
                  <a:gd name="T7" fmla="*/ 0 h 4"/>
                  <a:gd name="T8" fmla="*/ 0 w 18"/>
                  <a:gd name="T9" fmla="*/ 0 h 4"/>
                  <a:gd name="T10" fmla="*/ 0 w 18"/>
                  <a:gd name="T11" fmla="*/ 0 h 4"/>
                  <a:gd name="T12" fmla="*/ 0 w 18"/>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3" name="Freeform 74">
                <a:extLst>
                  <a:ext uri="{FF2B5EF4-FFF2-40B4-BE49-F238E27FC236}">
                    <a16:creationId xmlns:a16="http://schemas.microsoft.com/office/drawing/2014/main" id="{BDEFBE8B-361C-3344-8A57-1161E709489A}"/>
                  </a:ext>
                </a:extLst>
              </p:cNvPr>
              <p:cNvSpPr>
                <a:spLocks/>
              </p:cNvSpPr>
              <p:nvPr/>
            </p:nvSpPr>
            <p:spPr bwMode="auto">
              <a:xfrm>
                <a:off x="2614" y="2139"/>
                <a:ext cx="4" cy="10"/>
              </a:xfrm>
              <a:custGeom>
                <a:avLst/>
                <a:gdLst>
                  <a:gd name="T0" fmla="*/ 0 w 28"/>
                  <a:gd name="T1" fmla="*/ 0 h 67"/>
                  <a:gd name="T2" fmla="*/ 0 w 28"/>
                  <a:gd name="T3" fmla="*/ 0 h 67"/>
                  <a:gd name="T4" fmla="*/ 0 w 28"/>
                  <a:gd name="T5" fmla="*/ 0 h 67"/>
                  <a:gd name="T6" fmla="*/ 0 w 28"/>
                  <a:gd name="T7" fmla="*/ 0 h 67"/>
                  <a:gd name="T8" fmla="*/ 0 w 28"/>
                  <a:gd name="T9" fmla="*/ 0 h 67"/>
                  <a:gd name="T10" fmla="*/ 0 w 28"/>
                  <a:gd name="T11" fmla="*/ 0 h 67"/>
                  <a:gd name="T12" fmla="*/ 0 w 28"/>
                  <a:gd name="T13" fmla="*/ 0 h 67"/>
                  <a:gd name="T14" fmla="*/ 0 w 28"/>
                  <a:gd name="T15" fmla="*/ 0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4" name="Freeform 75">
                <a:extLst>
                  <a:ext uri="{FF2B5EF4-FFF2-40B4-BE49-F238E27FC236}">
                    <a16:creationId xmlns:a16="http://schemas.microsoft.com/office/drawing/2014/main" id="{D34479B1-219A-7747-BB95-999E8EE97716}"/>
                  </a:ext>
                </a:extLst>
              </p:cNvPr>
              <p:cNvSpPr>
                <a:spLocks/>
              </p:cNvSpPr>
              <p:nvPr/>
            </p:nvSpPr>
            <p:spPr bwMode="auto">
              <a:xfrm>
                <a:off x="2604" y="2135"/>
                <a:ext cx="7" cy="4"/>
              </a:xfrm>
              <a:custGeom>
                <a:avLst/>
                <a:gdLst>
                  <a:gd name="T0" fmla="*/ 0 w 45"/>
                  <a:gd name="T1" fmla="*/ 0 h 22"/>
                  <a:gd name="T2" fmla="*/ 0 w 45"/>
                  <a:gd name="T3" fmla="*/ 0 h 22"/>
                  <a:gd name="T4" fmla="*/ 0 w 45"/>
                  <a:gd name="T5" fmla="*/ 0 h 22"/>
                  <a:gd name="T6" fmla="*/ 0 w 45"/>
                  <a:gd name="T7" fmla="*/ 0 h 22"/>
                  <a:gd name="T8" fmla="*/ 0 w 45"/>
                  <a:gd name="T9" fmla="*/ 0 h 22"/>
                  <a:gd name="T10" fmla="*/ 0 w 45"/>
                  <a:gd name="T11" fmla="*/ 0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5" name="Freeform 76">
                <a:extLst>
                  <a:ext uri="{FF2B5EF4-FFF2-40B4-BE49-F238E27FC236}">
                    <a16:creationId xmlns:a16="http://schemas.microsoft.com/office/drawing/2014/main" id="{39038402-93AF-4C4F-A63A-B5BFDAF27913}"/>
                  </a:ext>
                </a:extLst>
              </p:cNvPr>
              <p:cNvSpPr>
                <a:spLocks/>
              </p:cNvSpPr>
              <p:nvPr/>
            </p:nvSpPr>
            <p:spPr bwMode="auto">
              <a:xfrm>
                <a:off x="2612" y="2150"/>
                <a:ext cx="5" cy="4"/>
              </a:xfrm>
              <a:custGeom>
                <a:avLst/>
                <a:gdLst>
                  <a:gd name="T0" fmla="*/ 0 w 35"/>
                  <a:gd name="T1" fmla="*/ 0 h 30"/>
                  <a:gd name="T2" fmla="*/ 0 w 35"/>
                  <a:gd name="T3" fmla="*/ 0 h 30"/>
                  <a:gd name="T4" fmla="*/ 0 w 35"/>
                  <a:gd name="T5" fmla="*/ 0 h 30"/>
                  <a:gd name="T6" fmla="*/ 0 w 35"/>
                  <a:gd name="T7" fmla="*/ 0 h 30"/>
                  <a:gd name="T8" fmla="*/ 0 w 35"/>
                  <a:gd name="T9" fmla="*/ 0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6" name="Freeform 77">
                <a:extLst>
                  <a:ext uri="{FF2B5EF4-FFF2-40B4-BE49-F238E27FC236}">
                    <a16:creationId xmlns:a16="http://schemas.microsoft.com/office/drawing/2014/main" id="{64F6C609-0414-8A42-9049-10A73A6AB529}"/>
                  </a:ext>
                </a:extLst>
              </p:cNvPr>
              <p:cNvSpPr>
                <a:spLocks/>
              </p:cNvSpPr>
              <p:nvPr/>
            </p:nvSpPr>
            <p:spPr bwMode="auto">
              <a:xfrm>
                <a:off x="2619" y="2147"/>
                <a:ext cx="5" cy="5"/>
              </a:xfrm>
              <a:custGeom>
                <a:avLst/>
                <a:gdLst>
                  <a:gd name="T0" fmla="*/ 0 w 35"/>
                  <a:gd name="T1" fmla="*/ 0 h 31"/>
                  <a:gd name="T2" fmla="*/ 0 w 35"/>
                  <a:gd name="T3" fmla="*/ 0 h 31"/>
                  <a:gd name="T4" fmla="*/ 0 w 35"/>
                  <a:gd name="T5" fmla="*/ 0 h 31"/>
                  <a:gd name="T6" fmla="*/ 0 w 35"/>
                  <a:gd name="T7" fmla="*/ 0 h 31"/>
                  <a:gd name="T8" fmla="*/ 0 w 35"/>
                  <a:gd name="T9" fmla="*/ 0 h 31"/>
                  <a:gd name="T10" fmla="*/ 0 w 35"/>
                  <a:gd name="T11" fmla="*/ 0 h 31"/>
                  <a:gd name="T12" fmla="*/ 0 w 35"/>
                  <a:gd name="T13" fmla="*/ 0 h 31"/>
                  <a:gd name="T14" fmla="*/ 0 w 35"/>
                  <a:gd name="T15" fmla="*/ 0 h 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97" name="Freeform 78">
                <a:extLst>
                  <a:ext uri="{FF2B5EF4-FFF2-40B4-BE49-F238E27FC236}">
                    <a16:creationId xmlns:a16="http://schemas.microsoft.com/office/drawing/2014/main" id="{57F1B216-C0C4-EC4A-98B4-114353944084}"/>
                  </a:ext>
                </a:extLst>
              </p:cNvPr>
              <p:cNvSpPr>
                <a:spLocks/>
              </p:cNvSpPr>
              <p:nvPr/>
            </p:nvSpPr>
            <p:spPr bwMode="auto">
              <a:xfrm>
                <a:off x="2585" y="2116"/>
                <a:ext cx="26" cy="21"/>
              </a:xfrm>
              <a:custGeom>
                <a:avLst/>
                <a:gdLst>
                  <a:gd name="T0" fmla="*/ 0 w 179"/>
                  <a:gd name="T1" fmla="*/ 0 h 141"/>
                  <a:gd name="T2" fmla="*/ 0 w 179"/>
                  <a:gd name="T3" fmla="*/ 0 h 141"/>
                  <a:gd name="T4" fmla="*/ 0 w 179"/>
                  <a:gd name="T5" fmla="*/ 0 h 141"/>
                  <a:gd name="T6" fmla="*/ 0 w 179"/>
                  <a:gd name="T7" fmla="*/ 0 h 141"/>
                  <a:gd name="T8" fmla="*/ 0 w 179"/>
                  <a:gd name="T9" fmla="*/ 0 h 141"/>
                  <a:gd name="T10" fmla="*/ 0 w 179"/>
                  <a:gd name="T11" fmla="*/ 0 h 141"/>
                  <a:gd name="T12" fmla="*/ 0 w 179"/>
                  <a:gd name="T13" fmla="*/ 0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prstDash val="solid"/>
                <a:round/>
                <a:headEnd/>
                <a:tailEnd/>
              </a:ln>
            </p:spPr>
            <p:txBody>
              <a:bodyPr/>
              <a:lstStyle/>
              <a:p>
                <a:endParaRPr lang="zh-CN" altLang="en-US"/>
              </a:p>
            </p:txBody>
          </p:sp>
          <p:sp>
            <p:nvSpPr>
              <p:cNvPr id="310398" name="Oval 79">
                <a:extLst>
                  <a:ext uri="{FF2B5EF4-FFF2-40B4-BE49-F238E27FC236}">
                    <a16:creationId xmlns:a16="http://schemas.microsoft.com/office/drawing/2014/main" id="{D33EE33A-2C96-CF4E-BC1F-F8E4DA2063D4}"/>
                  </a:ext>
                </a:extLst>
              </p:cNvPr>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sp>
            <p:nvSpPr>
              <p:cNvPr id="310399" name="Freeform 80">
                <a:extLst>
                  <a:ext uri="{FF2B5EF4-FFF2-40B4-BE49-F238E27FC236}">
                    <a16:creationId xmlns:a16="http://schemas.microsoft.com/office/drawing/2014/main" id="{CBEEC4FE-7B41-634A-9E15-1360D876C6B7}"/>
                  </a:ext>
                </a:extLst>
              </p:cNvPr>
              <p:cNvSpPr>
                <a:spLocks/>
              </p:cNvSpPr>
              <p:nvPr/>
            </p:nvSpPr>
            <p:spPr bwMode="auto">
              <a:xfrm>
                <a:off x="2597" y="2127"/>
                <a:ext cx="7" cy="14"/>
              </a:xfrm>
              <a:custGeom>
                <a:avLst/>
                <a:gdLst>
                  <a:gd name="T0" fmla="*/ 0 w 46"/>
                  <a:gd name="T1" fmla="*/ 0 h 100"/>
                  <a:gd name="T2" fmla="*/ 0 w 46"/>
                  <a:gd name="T3" fmla="*/ 0 h 100"/>
                  <a:gd name="T4" fmla="*/ 0 w 46"/>
                  <a:gd name="T5" fmla="*/ 0 h 100"/>
                  <a:gd name="T6" fmla="*/ 0 w 46"/>
                  <a:gd name="T7" fmla="*/ 0 h 100"/>
                  <a:gd name="T8" fmla="*/ 0 w 46"/>
                  <a:gd name="T9" fmla="*/ 0 h 100"/>
                  <a:gd name="T10" fmla="*/ 0 w 46"/>
                  <a:gd name="T11" fmla="*/ 0 h 100"/>
                  <a:gd name="T12" fmla="*/ 0 w 46"/>
                  <a:gd name="T13" fmla="*/ 0 h 100"/>
                  <a:gd name="T14" fmla="*/ 0 w 46"/>
                  <a:gd name="T15" fmla="*/ 0 h 100"/>
                  <a:gd name="T16" fmla="*/ 0 w 46"/>
                  <a:gd name="T17" fmla="*/ 0 h 100"/>
                  <a:gd name="T18" fmla="*/ 0 w 46"/>
                  <a:gd name="T19" fmla="*/ 0 h 100"/>
                  <a:gd name="T20" fmla="*/ 0 w 46"/>
                  <a:gd name="T21" fmla="*/ 0 h 100"/>
                  <a:gd name="T22" fmla="*/ 0 w 46"/>
                  <a:gd name="T23" fmla="*/ 0 h 100"/>
                  <a:gd name="T24" fmla="*/ 0 w 46"/>
                  <a:gd name="T25" fmla="*/ 0 h 100"/>
                  <a:gd name="T26" fmla="*/ 0 w 46"/>
                  <a:gd name="T27" fmla="*/ 0 h 100"/>
                  <a:gd name="T28" fmla="*/ 0 w 46"/>
                  <a:gd name="T29" fmla="*/ 0 h 100"/>
                  <a:gd name="T30" fmla="*/ 0 w 46"/>
                  <a:gd name="T31" fmla="*/ 0 h 1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400" name="Freeform 81">
                <a:extLst>
                  <a:ext uri="{FF2B5EF4-FFF2-40B4-BE49-F238E27FC236}">
                    <a16:creationId xmlns:a16="http://schemas.microsoft.com/office/drawing/2014/main" id="{9A8FB8A3-5806-D64D-9281-786D818004F6}"/>
                  </a:ext>
                </a:extLst>
              </p:cNvPr>
              <p:cNvSpPr>
                <a:spLocks/>
              </p:cNvSpPr>
              <p:nvPr/>
            </p:nvSpPr>
            <p:spPr bwMode="auto">
              <a:xfrm>
                <a:off x="2600" y="2137"/>
                <a:ext cx="4" cy="4"/>
              </a:xfrm>
              <a:custGeom>
                <a:avLst/>
                <a:gdLst>
                  <a:gd name="T0" fmla="*/ 0 w 31"/>
                  <a:gd name="T1" fmla="*/ 0 h 31"/>
                  <a:gd name="T2" fmla="*/ 0 w 31"/>
                  <a:gd name="T3" fmla="*/ 0 h 31"/>
                  <a:gd name="T4" fmla="*/ 0 w 31"/>
                  <a:gd name="T5" fmla="*/ 0 h 31"/>
                  <a:gd name="T6" fmla="*/ 0 w 31"/>
                  <a:gd name="T7" fmla="*/ 0 h 31"/>
                  <a:gd name="T8" fmla="*/ 0 w 31"/>
                  <a:gd name="T9" fmla="*/ 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401" name="Freeform 82">
                <a:extLst>
                  <a:ext uri="{FF2B5EF4-FFF2-40B4-BE49-F238E27FC236}">
                    <a16:creationId xmlns:a16="http://schemas.microsoft.com/office/drawing/2014/main" id="{84433E7E-3800-8048-BEDB-F7F9A951E474}"/>
                  </a:ext>
                </a:extLst>
              </p:cNvPr>
              <p:cNvSpPr>
                <a:spLocks/>
              </p:cNvSpPr>
              <p:nvPr/>
            </p:nvSpPr>
            <p:spPr bwMode="auto">
              <a:xfrm>
                <a:off x="2607" y="2120"/>
                <a:ext cx="6" cy="12"/>
              </a:xfrm>
              <a:custGeom>
                <a:avLst/>
                <a:gdLst>
                  <a:gd name="T0" fmla="*/ 0 w 42"/>
                  <a:gd name="T1" fmla="*/ 0 h 87"/>
                  <a:gd name="T2" fmla="*/ 0 w 42"/>
                  <a:gd name="T3" fmla="*/ 0 h 87"/>
                  <a:gd name="T4" fmla="*/ 0 w 42"/>
                  <a:gd name="T5" fmla="*/ 0 h 87"/>
                  <a:gd name="T6" fmla="*/ 0 w 42"/>
                  <a:gd name="T7" fmla="*/ 0 h 87"/>
                  <a:gd name="T8" fmla="*/ 0 w 42"/>
                  <a:gd name="T9" fmla="*/ 0 h 87"/>
                  <a:gd name="T10" fmla="*/ 0 w 42"/>
                  <a:gd name="T11" fmla="*/ 0 h 87"/>
                  <a:gd name="T12" fmla="*/ 0 w 42"/>
                  <a:gd name="T13" fmla="*/ 0 h 87"/>
                  <a:gd name="T14" fmla="*/ 0 w 42"/>
                  <a:gd name="T15" fmla="*/ 0 h 87"/>
                  <a:gd name="T16" fmla="*/ 0 w 42"/>
                  <a:gd name="T17" fmla="*/ 0 h 87"/>
                  <a:gd name="T18" fmla="*/ 0 w 42"/>
                  <a:gd name="T19" fmla="*/ 0 h 87"/>
                  <a:gd name="T20" fmla="*/ 0 w 42"/>
                  <a:gd name="T21" fmla="*/ 0 h 87"/>
                  <a:gd name="T22" fmla="*/ 0 w 42"/>
                  <a:gd name="T23" fmla="*/ 0 h 87"/>
                  <a:gd name="T24" fmla="*/ 0 w 42"/>
                  <a:gd name="T25" fmla="*/ 0 h 87"/>
                  <a:gd name="T26" fmla="*/ 0 w 42"/>
                  <a:gd name="T27" fmla="*/ 0 h 87"/>
                  <a:gd name="T28" fmla="*/ 0 w 42"/>
                  <a:gd name="T29" fmla="*/ 0 h 87"/>
                  <a:gd name="T30" fmla="*/ 0 w 42"/>
                  <a:gd name="T31" fmla="*/ 0 h 87"/>
                  <a:gd name="T32" fmla="*/ 0 w 42"/>
                  <a:gd name="T33" fmla="*/ 0 h 87"/>
                  <a:gd name="T34" fmla="*/ 0 w 42"/>
                  <a:gd name="T35" fmla="*/ 0 h 87"/>
                  <a:gd name="T36" fmla="*/ 0 w 42"/>
                  <a:gd name="T37" fmla="*/ 0 h 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402" name="Freeform 83">
                <a:extLst>
                  <a:ext uri="{FF2B5EF4-FFF2-40B4-BE49-F238E27FC236}">
                    <a16:creationId xmlns:a16="http://schemas.microsoft.com/office/drawing/2014/main" id="{1C9D899D-D100-F24C-BE4F-C2563F0CECCC}"/>
                  </a:ext>
                </a:extLst>
              </p:cNvPr>
              <p:cNvSpPr>
                <a:spLocks/>
              </p:cNvSpPr>
              <p:nvPr/>
            </p:nvSpPr>
            <p:spPr bwMode="auto">
              <a:xfrm>
                <a:off x="2609" y="2128"/>
                <a:ext cx="3" cy="3"/>
              </a:xfrm>
              <a:custGeom>
                <a:avLst/>
                <a:gdLst>
                  <a:gd name="T0" fmla="*/ 0 w 21"/>
                  <a:gd name="T1" fmla="*/ 0 h 19"/>
                  <a:gd name="T2" fmla="*/ 0 w 21"/>
                  <a:gd name="T3" fmla="*/ 0 h 19"/>
                  <a:gd name="T4" fmla="*/ 0 w 21"/>
                  <a:gd name="T5" fmla="*/ 0 h 19"/>
                  <a:gd name="T6" fmla="*/ 0 w 21"/>
                  <a:gd name="T7" fmla="*/ 0 h 19"/>
                  <a:gd name="T8" fmla="*/ 0 w 21"/>
                  <a:gd name="T9" fmla="*/ 0 h 19"/>
                  <a:gd name="T10" fmla="*/ 0 w 21"/>
                  <a:gd name="T11" fmla="*/ 0 h 19"/>
                  <a:gd name="T12" fmla="*/ 0 w 21"/>
                  <a:gd name="T13" fmla="*/ 0 h 19"/>
                  <a:gd name="T14" fmla="*/ 0 w 21"/>
                  <a:gd name="T15" fmla="*/ 0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0" name="Group 84">
              <a:extLst>
                <a:ext uri="{FF2B5EF4-FFF2-40B4-BE49-F238E27FC236}">
                  <a16:creationId xmlns:a16="http://schemas.microsoft.com/office/drawing/2014/main" id="{5044B519-A942-B84D-A10C-9E08CCF0039A}"/>
                </a:ext>
              </a:extLst>
            </p:cNvPr>
            <p:cNvGrpSpPr>
              <a:grpSpLocks/>
            </p:cNvGrpSpPr>
            <p:nvPr/>
          </p:nvGrpSpPr>
          <p:grpSpPr bwMode="auto">
            <a:xfrm flipH="1">
              <a:off x="3535" y="3121"/>
              <a:ext cx="220" cy="111"/>
              <a:chOff x="2647" y="2440"/>
              <a:chExt cx="88" cy="46"/>
            </a:xfrm>
          </p:grpSpPr>
          <p:sp>
            <p:nvSpPr>
              <p:cNvPr id="310383" name="Freeform 85">
                <a:extLst>
                  <a:ext uri="{FF2B5EF4-FFF2-40B4-BE49-F238E27FC236}">
                    <a16:creationId xmlns:a16="http://schemas.microsoft.com/office/drawing/2014/main" id="{C88B56C9-F0FD-FE4A-A6E2-D1899B7650F2}"/>
                  </a:ext>
                </a:extLst>
              </p:cNvPr>
              <p:cNvSpPr>
                <a:spLocks/>
              </p:cNvSpPr>
              <p:nvPr/>
            </p:nvSpPr>
            <p:spPr bwMode="auto">
              <a:xfrm>
                <a:off x="2647" y="2440"/>
                <a:ext cx="88" cy="46"/>
              </a:xfrm>
              <a:custGeom>
                <a:avLst/>
                <a:gdLst>
                  <a:gd name="T0" fmla="*/ 0 w 616"/>
                  <a:gd name="T1" fmla="*/ 0 h 319"/>
                  <a:gd name="T2" fmla="*/ 0 w 616"/>
                  <a:gd name="T3" fmla="*/ 0 h 319"/>
                  <a:gd name="T4" fmla="*/ 0 w 616"/>
                  <a:gd name="T5" fmla="*/ 0 h 319"/>
                  <a:gd name="T6" fmla="*/ 0 w 616"/>
                  <a:gd name="T7" fmla="*/ 0 h 319"/>
                  <a:gd name="T8" fmla="*/ 0 w 616"/>
                  <a:gd name="T9" fmla="*/ 0 h 319"/>
                  <a:gd name="T10" fmla="*/ 0 w 616"/>
                  <a:gd name="T11" fmla="*/ 0 h 319"/>
                  <a:gd name="T12" fmla="*/ 0 w 616"/>
                  <a:gd name="T13" fmla="*/ 0 h 319"/>
                  <a:gd name="T14" fmla="*/ 0 w 616"/>
                  <a:gd name="T15" fmla="*/ 0 h 319"/>
                  <a:gd name="T16" fmla="*/ 0 w 616"/>
                  <a:gd name="T17" fmla="*/ 0 h 319"/>
                  <a:gd name="T18" fmla="*/ 0 w 616"/>
                  <a:gd name="T19" fmla="*/ 0 h 319"/>
                  <a:gd name="T20" fmla="*/ 0 w 616"/>
                  <a:gd name="T21" fmla="*/ 0 h 319"/>
                  <a:gd name="T22" fmla="*/ 0 w 616"/>
                  <a:gd name="T23" fmla="*/ 0 h 319"/>
                  <a:gd name="T24" fmla="*/ 0 w 616"/>
                  <a:gd name="T25" fmla="*/ 0 h 319"/>
                  <a:gd name="T26" fmla="*/ 0 w 616"/>
                  <a:gd name="T27" fmla="*/ 0 h 319"/>
                  <a:gd name="T28" fmla="*/ 0 w 616"/>
                  <a:gd name="T29" fmla="*/ 0 h 319"/>
                  <a:gd name="T30" fmla="*/ 0 w 616"/>
                  <a:gd name="T31" fmla="*/ 0 h 319"/>
                  <a:gd name="T32" fmla="*/ 0 w 616"/>
                  <a:gd name="T33" fmla="*/ 0 h 319"/>
                  <a:gd name="T34" fmla="*/ 0 w 616"/>
                  <a:gd name="T35" fmla="*/ 0 h 319"/>
                  <a:gd name="T36" fmla="*/ 0 w 616"/>
                  <a:gd name="T37" fmla="*/ 0 h 319"/>
                  <a:gd name="T38" fmla="*/ 0 w 616"/>
                  <a:gd name="T39" fmla="*/ 0 h 31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84" name="Freeform 86">
                <a:extLst>
                  <a:ext uri="{FF2B5EF4-FFF2-40B4-BE49-F238E27FC236}">
                    <a16:creationId xmlns:a16="http://schemas.microsoft.com/office/drawing/2014/main" id="{FEB50E95-16C6-8F4D-9A64-1BD2908B5E4A}"/>
                  </a:ext>
                </a:extLst>
              </p:cNvPr>
              <p:cNvSpPr>
                <a:spLocks/>
              </p:cNvSpPr>
              <p:nvPr/>
            </p:nvSpPr>
            <p:spPr bwMode="auto">
              <a:xfrm>
                <a:off x="2677" y="2457"/>
                <a:ext cx="26" cy="14"/>
              </a:xfrm>
              <a:custGeom>
                <a:avLst/>
                <a:gdLst>
                  <a:gd name="T0" fmla="*/ 0 w 185"/>
                  <a:gd name="T1" fmla="*/ 0 h 99"/>
                  <a:gd name="T2" fmla="*/ 0 w 185"/>
                  <a:gd name="T3" fmla="*/ 0 h 99"/>
                  <a:gd name="T4" fmla="*/ 0 w 185"/>
                  <a:gd name="T5" fmla="*/ 0 h 99"/>
                  <a:gd name="T6" fmla="*/ 0 w 185"/>
                  <a:gd name="T7" fmla="*/ 0 h 99"/>
                  <a:gd name="T8" fmla="*/ 0 w 185"/>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5" name="Freeform 87">
                <a:extLst>
                  <a:ext uri="{FF2B5EF4-FFF2-40B4-BE49-F238E27FC236}">
                    <a16:creationId xmlns:a16="http://schemas.microsoft.com/office/drawing/2014/main" id="{4129A059-21AD-AF4D-A125-B64CF6ED9177}"/>
                  </a:ext>
                </a:extLst>
              </p:cNvPr>
              <p:cNvSpPr>
                <a:spLocks/>
              </p:cNvSpPr>
              <p:nvPr/>
            </p:nvSpPr>
            <p:spPr bwMode="auto">
              <a:xfrm>
                <a:off x="2703" y="2467"/>
                <a:ext cx="30" cy="8"/>
              </a:xfrm>
              <a:custGeom>
                <a:avLst/>
                <a:gdLst>
                  <a:gd name="T0" fmla="*/ 0 w 209"/>
                  <a:gd name="T1" fmla="*/ 0 h 61"/>
                  <a:gd name="T2" fmla="*/ 0 w 209"/>
                  <a:gd name="T3" fmla="*/ 0 h 61"/>
                  <a:gd name="T4" fmla="*/ 0 w 209"/>
                  <a:gd name="T5" fmla="*/ 0 h 61"/>
                  <a:gd name="T6" fmla="*/ 0 w 209"/>
                  <a:gd name="T7" fmla="*/ 0 h 61"/>
                  <a:gd name="T8" fmla="*/ 0 w 209"/>
                  <a:gd name="T9" fmla="*/ 0 h 61"/>
                  <a:gd name="T10" fmla="*/ 0 w 209"/>
                  <a:gd name="T11" fmla="*/ 0 h 61"/>
                  <a:gd name="T12" fmla="*/ 0 w 209"/>
                  <a:gd name="T13" fmla="*/ 0 h 6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6" name="Freeform 88">
                <a:extLst>
                  <a:ext uri="{FF2B5EF4-FFF2-40B4-BE49-F238E27FC236}">
                    <a16:creationId xmlns:a16="http://schemas.microsoft.com/office/drawing/2014/main" id="{1182EAE7-3AA6-5847-BA70-E0B1ED98DEE4}"/>
                  </a:ext>
                </a:extLst>
              </p:cNvPr>
              <p:cNvSpPr>
                <a:spLocks/>
              </p:cNvSpPr>
              <p:nvPr/>
            </p:nvSpPr>
            <p:spPr bwMode="auto">
              <a:xfrm>
                <a:off x="2648" y="2457"/>
                <a:ext cx="85" cy="27"/>
              </a:xfrm>
              <a:custGeom>
                <a:avLst/>
                <a:gdLst>
                  <a:gd name="T0" fmla="*/ 0 w 597"/>
                  <a:gd name="T1" fmla="*/ 0 h 188"/>
                  <a:gd name="T2" fmla="*/ 0 w 597"/>
                  <a:gd name="T3" fmla="*/ 0 h 188"/>
                  <a:gd name="T4" fmla="*/ 0 w 597"/>
                  <a:gd name="T5" fmla="*/ 0 h 188"/>
                  <a:gd name="T6" fmla="*/ 0 w 597"/>
                  <a:gd name="T7" fmla="*/ 0 h 188"/>
                  <a:gd name="T8" fmla="*/ 0 w 597"/>
                  <a:gd name="T9" fmla="*/ 0 h 188"/>
                  <a:gd name="T10" fmla="*/ 0 w 597"/>
                  <a:gd name="T11" fmla="*/ 0 h 188"/>
                  <a:gd name="T12" fmla="*/ 0 w 597"/>
                  <a:gd name="T13" fmla="*/ 0 h 188"/>
                  <a:gd name="T14" fmla="*/ 0 w 597"/>
                  <a:gd name="T15" fmla="*/ 0 h 188"/>
                  <a:gd name="T16" fmla="*/ 0 w 597"/>
                  <a:gd name="T17" fmla="*/ 0 h 188"/>
                  <a:gd name="T18" fmla="*/ 0 w 597"/>
                  <a:gd name="T19" fmla="*/ 0 h 188"/>
                  <a:gd name="T20" fmla="*/ 0 w 597"/>
                  <a:gd name="T21" fmla="*/ 0 h 188"/>
                  <a:gd name="T22" fmla="*/ 0 w 597"/>
                  <a:gd name="T23" fmla="*/ 0 h 188"/>
                  <a:gd name="T24" fmla="*/ 0 w 597"/>
                  <a:gd name="T25" fmla="*/ 0 h 188"/>
                  <a:gd name="T26" fmla="*/ 0 w 597"/>
                  <a:gd name="T27" fmla="*/ 0 h 188"/>
                  <a:gd name="T28" fmla="*/ 0 w 597"/>
                  <a:gd name="T29" fmla="*/ 0 h 188"/>
                  <a:gd name="T30" fmla="*/ 0 w 597"/>
                  <a:gd name="T31" fmla="*/ 0 h 188"/>
                  <a:gd name="T32" fmla="*/ 0 w 597"/>
                  <a:gd name="T33" fmla="*/ 0 h 188"/>
                  <a:gd name="T34" fmla="*/ 0 w 597"/>
                  <a:gd name="T35" fmla="*/ 0 h 188"/>
                  <a:gd name="T36" fmla="*/ 0 w 597"/>
                  <a:gd name="T37" fmla="*/ 0 h 1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7" name="Freeform 89">
                <a:extLst>
                  <a:ext uri="{FF2B5EF4-FFF2-40B4-BE49-F238E27FC236}">
                    <a16:creationId xmlns:a16="http://schemas.microsoft.com/office/drawing/2014/main" id="{FDA00D89-03CB-0C44-9802-18DCA8CC199C}"/>
                  </a:ext>
                </a:extLst>
              </p:cNvPr>
              <p:cNvSpPr>
                <a:spLocks/>
              </p:cNvSpPr>
              <p:nvPr/>
            </p:nvSpPr>
            <p:spPr bwMode="auto">
              <a:xfrm>
                <a:off x="2654" y="2441"/>
                <a:ext cx="28" cy="22"/>
              </a:xfrm>
              <a:custGeom>
                <a:avLst/>
                <a:gdLst>
                  <a:gd name="T0" fmla="*/ 0 w 196"/>
                  <a:gd name="T1" fmla="*/ 0 h 154"/>
                  <a:gd name="T2" fmla="*/ 0 w 196"/>
                  <a:gd name="T3" fmla="*/ 0 h 154"/>
                  <a:gd name="T4" fmla="*/ 0 w 196"/>
                  <a:gd name="T5" fmla="*/ 0 h 154"/>
                  <a:gd name="T6" fmla="*/ 0 w 196"/>
                  <a:gd name="T7" fmla="*/ 0 h 154"/>
                  <a:gd name="T8" fmla="*/ 0 w 196"/>
                  <a:gd name="T9" fmla="*/ 0 h 154"/>
                  <a:gd name="T10" fmla="*/ 0 w 196"/>
                  <a:gd name="T11" fmla="*/ 0 h 154"/>
                  <a:gd name="T12" fmla="*/ 0 w 196"/>
                  <a:gd name="T13" fmla="*/ 0 h 154"/>
                  <a:gd name="T14" fmla="*/ 0 w 196"/>
                  <a:gd name="T15" fmla="*/ 0 h 154"/>
                  <a:gd name="T16" fmla="*/ 0 w 196"/>
                  <a:gd name="T17" fmla="*/ 0 h 154"/>
                  <a:gd name="T18" fmla="*/ 0 w 196"/>
                  <a:gd name="T19" fmla="*/ 0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1" name="Group 90">
              <a:extLst>
                <a:ext uri="{FF2B5EF4-FFF2-40B4-BE49-F238E27FC236}">
                  <a16:creationId xmlns:a16="http://schemas.microsoft.com/office/drawing/2014/main" id="{A5740B29-25A0-B947-B023-E9158FC5776B}"/>
                </a:ext>
              </a:extLst>
            </p:cNvPr>
            <p:cNvGrpSpPr>
              <a:grpSpLocks/>
            </p:cNvGrpSpPr>
            <p:nvPr/>
          </p:nvGrpSpPr>
          <p:grpSpPr bwMode="auto">
            <a:xfrm flipH="1">
              <a:off x="3658" y="2929"/>
              <a:ext cx="92" cy="221"/>
              <a:chOff x="2649" y="2361"/>
              <a:chExt cx="37" cy="91"/>
            </a:xfrm>
          </p:grpSpPr>
          <p:sp>
            <p:nvSpPr>
              <p:cNvPr id="310381" name="Freeform 91">
                <a:extLst>
                  <a:ext uri="{FF2B5EF4-FFF2-40B4-BE49-F238E27FC236}">
                    <a16:creationId xmlns:a16="http://schemas.microsoft.com/office/drawing/2014/main" id="{9C25C847-A6B3-7946-8019-FFD60C474751}"/>
                  </a:ext>
                </a:extLst>
              </p:cNvPr>
              <p:cNvSpPr>
                <a:spLocks/>
              </p:cNvSpPr>
              <p:nvPr/>
            </p:nvSpPr>
            <p:spPr bwMode="auto">
              <a:xfrm>
                <a:off x="2649" y="2361"/>
                <a:ext cx="37" cy="91"/>
              </a:xfrm>
              <a:custGeom>
                <a:avLst/>
                <a:gdLst>
                  <a:gd name="T0" fmla="*/ 0 w 260"/>
                  <a:gd name="T1" fmla="*/ 0 h 637"/>
                  <a:gd name="T2" fmla="*/ 0 w 260"/>
                  <a:gd name="T3" fmla="*/ 0 h 637"/>
                  <a:gd name="T4" fmla="*/ 0 w 260"/>
                  <a:gd name="T5" fmla="*/ 0 h 637"/>
                  <a:gd name="T6" fmla="*/ 0 w 260"/>
                  <a:gd name="T7" fmla="*/ 0 h 637"/>
                  <a:gd name="T8" fmla="*/ 0 w 260"/>
                  <a:gd name="T9" fmla="*/ 0 h 637"/>
                  <a:gd name="T10" fmla="*/ 0 w 260"/>
                  <a:gd name="T11" fmla="*/ 0 h 637"/>
                  <a:gd name="T12" fmla="*/ 0 w 260"/>
                  <a:gd name="T13" fmla="*/ 0 h 637"/>
                  <a:gd name="T14" fmla="*/ 0 w 260"/>
                  <a:gd name="T15" fmla="*/ 0 h 63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82" name="Freeform 92">
                <a:extLst>
                  <a:ext uri="{FF2B5EF4-FFF2-40B4-BE49-F238E27FC236}">
                    <a16:creationId xmlns:a16="http://schemas.microsoft.com/office/drawing/2014/main" id="{2256F4A7-1388-3B46-B5C7-B5512646BDA6}"/>
                  </a:ext>
                </a:extLst>
              </p:cNvPr>
              <p:cNvSpPr>
                <a:spLocks/>
              </p:cNvSpPr>
              <p:nvPr/>
            </p:nvSpPr>
            <p:spPr bwMode="auto">
              <a:xfrm>
                <a:off x="2652" y="2362"/>
                <a:ext cx="32" cy="87"/>
              </a:xfrm>
              <a:custGeom>
                <a:avLst/>
                <a:gdLst>
                  <a:gd name="T0" fmla="*/ 0 w 225"/>
                  <a:gd name="T1" fmla="*/ 0 h 612"/>
                  <a:gd name="T2" fmla="*/ 0 w 225"/>
                  <a:gd name="T3" fmla="*/ 0 h 612"/>
                  <a:gd name="T4" fmla="*/ 0 w 225"/>
                  <a:gd name="T5" fmla="*/ 0 h 612"/>
                  <a:gd name="T6" fmla="*/ 0 w 225"/>
                  <a:gd name="T7" fmla="*/ 0 h 612"/>
                  <a:gd name="T8" fmla="*/ 0 w 225"/>
                  <a:gd name="T9" fmla="*/ 0 h 612"/>
                  <a:gd name="T10" fmla="*/ 0 w 225"/>
                  <a:gd name="T11" fmla="*/ 0 h 612"/>
                  <a:gd name="T12" fmla="*/ 0 w 225"/>
                  <a:gd name="T13" fmla="*/ 0 h 612"/>
                  <a:gd name="T14" fmla="*/ 0 w 225"/>
                  <a:gd name="T15" fmla="*/ 0 h 6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22" name="Group 93">
              <a:extLst>
                <a:ext uri="{FF2B5EF4-FFF2-40B4-BE49-F238E27FC236}">
                  <a16:creationId xmlns:a16="http://schemas.microsoft.com/office/drawing/2014/main" id="{A6573224-1CE3-FF45-8457-EA7DDE885328}"/>
                </a:ext>
              </a:extLst>
            </p:cNvPr>
            <p:cNvGrpSpPr>
              <a:grpSpLocks/>
            </p:cNvGrpSpPr>
            <p:nvPr/>
          </p:nvGrpSpPr>
          <p:grpSpPr bwMode="auto">
            <a:xfrm flipH="1">
              <a:off x="3477" y="3152"/>
              <a:ext cx="226" cy="112"/>
              <a:chOff x="2668" y="2453"/>
              <a:chExt cx="90" cy="46"/>
            </a:xfrm>
          </p:grpSpPr>
          <p:sp>
            <p:nvSpPr>
              <p:cNvPr id="310376" name="Freeform 94">
                <a:extLst>
                  <a:ext uri="{FF2B5EF4-FFF2-40B4-BE49-F238E27FC236}">
                    <a16:creationId xmlns:a16="http://schemas.microsoft.com/office/drawing/2014/main" id="{6445070A-463D-B548-BFBC-579CAF3311D7}"/>
                  </a:ext>
                </a:extLst>
              </p:cNvPr>
              <p:cNvSpPr>
                <a:spLocks/>
              </p:cNvSpPr>
              <p:nvPr/>
            </p:nvSpPr>
            <p:spPr bwMode="auto">
              <a:xfrm>
                <a:off x="2668" y="2453"/>
                <a:ext cx="90" cy="46"/>
              </a:xfrm>
              <a:custGeom>
                <a:avLst/>
                <a:gdLst>
                  <a:gd name="T0" fmla="*/ 0 w 627"/>
                  <a:gd name="T1" fmla="*/ 0 h 320"/>
                  <a:gd name="T2" fmla="*/ 0 w 627"/>
                  <a:gd name="T3" fmla="*/ 0 h 320"/>
                  <a:gd name="T4" fmla="*/ 0 w 627"/>
                  <a:gd name="T5" fmla="*/ 0 h 320"/>
                  <a:gd name="T6" fmla="*/ 0 w 627"/>
                  <a:gd name="T7" fmla="*/ 0 h 320"/>
                  <a:gd name="T8" fmla="*/ 0 w 627"/>
                  <a:gd name="T9" fmla="*/ 0 h 320"/>
                  <a:gd name="T10" fmla="*/ 0 w 627"/>
                  <a:gd name="T11" fmla="*/ 0 h 320"/>
                  <a:gd name="T12" fmla="*/ 0 w 627"/>
                  <a:gd name="T13" fmla="*/ 0 h 320"/>
                  <a:gd name="T14" fmla="*/ 0 w 627"/>
                  <a:gd name="T15" fmla="*/ 0 h 320"/>
                  <a:gd name="T16" fmla="*/ 0 w 627"/>
                  <a:gd name="T17" fmla="*/ 0 h 320"/>
                  <a:gd name="T18" fmla="*/ 0 w 627"/>
                  <a:gd name="T19" fmla="*/ 0 h 320"/>
                  <a:gd name="T20" fmla="*/ 0 w 627"/>
                  <a:gd name="T21" fmla="*/ 0 h 320"/>
                  <a:gd name="T22" fmla="*/ 0 w 627"/>
                  <a:gd name="T23" fmla="*/ 0 h 320"/>
                  <a:gd name="T24" fmla="*/ 0 w 627"/>
                  <a:gd name="T25" fmla="*/ 0 h 320"/>
                  <a:gd name="T26" fmla="*/ 0 w 627"/>
                  <a:gd name="T27" fmla="*/ 0 h 320"/>
                  <a:gd name="T28" fmla="*/ 0 w 627"/>
                  <a:gd name="T29" fmla="*/ 0 h 320"/>
                  <a:gd name="T30" fmla="*/ 0 w 627"/>
                  <a:gd name="T31" fmla="*/ 0 h 320"/>
                  <a:gd name="T32" fmla="*/ 0 w 627"/>
                  <a:gd name="T33" fmla="*/ 0 h 320"/>
                  <a:gd name="T34" fmla="*/ 0 w 627"/>
                  <a:gd name="T35" fmla="*/ 0 h 320"/>
                  <a:gd name="T36" fmla="*/ 0 w 627"/>
                  <a:gd name="T37" fmla="*/ 0 h 320"/>
                  <a:gd name="T38" fmla="*/ 0 w 627"/>
                  <a:gd name="T39" fmla="*/ 0 h 32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77" name="Freeform 95">
                <a:extLst>
                  <a:ext uri="{FF2B5EF4-FFF2-40B4-BE49-F238E27FC236}">
                    <a16:creationId xmlns:a16="http://schemas.microsoft.com/office/drawing/2014/main" id="{2C32B495-E9CE-C643-A510-BFEA03FC6FEB}"/>
                  </a:ext>
                </a:extLst>
              </p:cNvPr>
              <p:cNvSpPr>
                <a:spLocks/>
              </p:cNvSpPr>
              <p:nvPr/>
            </p:nvSpPr>
            <p:spPr bwMode="auto">
              <a:xfrm>
                <a:off x="2698" y="2470"/>
                <a:ext cx="27" cy="14"/>
              </a:xfrm>
              <a:custGeom>
                <a:avLst/>
                <a:gdLst>
                  <a:gd name="T0" fmla="*/ 0 w 187"/>
                  <a:gd name="T1" fmla="*/ 0 h 99"/>
                  <a:gd name="T2" fmla="*/ 0 w 187"/>
                  <a:gd name="T3" fmla="*/ 0 h 99"/>
                  <a:gd name="T4" fmla="*/ 0 w 187"/>
                  <a:gd name="T5" fmla="*/ 0 h 99"/>
                  <a:gd name="T6" fmla="*/ 0 w 187"/>
                  <a:gd name="T7" fmla="*/ 0 h 99"/>
                  <a:gd name="T8" fmla="*/ 0 w 187"/>
                  <a:gd name="T9" fmla="*/ 0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8" name="Freeform 96">
                <a:extLst>
                  <a:ext uri="{FF2B5EF4-FFF2-40B4-BE49-F238E27FC236}">
                    <a16:creationId xmlns:a16="http://schemas.microsoft.com/office/drawing/2014/main" id="{3A516382-8A65-6347-A7EA-6D3B55AC965F}"/>
                  </a:ext>
                </a:extLst>
              </p:cNvPr>
              <p:cNvSpPr>
                <a:spLocks/>
              </p:cNvSpPr>
              <p:nvPr/>
            </p:nvSpPr>
            <p:spPr bwMode="auto">
              <a:xfrm>
                <a:off x="2725" y="2480"/>
                <a:ext cx="30" cy="8"/>
              </a:xfrm>
              <a:custGeom>
                <a:avLst/>
                <a:gdLst>
                  <a:gd name="T0" fmla="*/ 0 w 212"/>
                  <a:gd name="T1" fmla="*/ 0 h 59"/>
                  <a:gd name="T2" fmla="*/ 0 w 212"/>
                  <a:gd name="T3" fmla="*/ 0 h 59"/>
                  <a:gd name="T4" fmla="*/ 0 w 212"/>
                  <a:gd name="T5" fmla="*/ 0 h 59"/>
                  <a:gd name="T6" fmla="*/ 0 w 212"/>
                  <a:gd name="T7" fmla="*/ 0 h 59"/>
                  <a:gd name="T8" fmla="*/ 0 w 212"/>
                  <a:gd name="T9" fmla="*/ 0 h 59"/>
                  <a:gd name="T10" fmla="*/ 0 w 212"/>
                  <a:gd name="T11" fmla="*/ 0 h 59"/>
                  <a:gd name="T12" fmla="*/ 0 w 212"/>
                  <a:gd name="T13" fmla="*/ 0 h 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9" name="Freeform 97">
                <a:extLst>
                  <a:ext uri="{FF2B5EF4-FFF2-40B4-BE49-F238E27FC236}">
                    <a16:creationId xmlns:a16="http://schemas.microsoft.com/office/drawing/2014/main" id="{589E03FD-E42E-3643-B48F-A1ED72028E85}"/>
                  </a:ext>
                </a:extLst>
              </p:cNvPr>
              <p:cNvSpPr>
                <a:spLocks/>
              </p:cNvSpPr>
              <p:nvPr/>
            </p:nvSpPr>
            <p:spPr bwMode="auto">
              <a:xfrm>
                <a:off x="2669" y="2470"/>
                <a:ext cx="87" cy="27"/>
              </a:xfrm>
              <a:custGeom>
                <a:avLst/>
                <a:gdLst>
                  <a:gd name="T0" fmla="*/ 0 w 605"/>
                  <a:gd name="T1" fmla="*/ 0 h 189"/>
                  <a:gd name="T2" fmla="*/ 0 w 605"/>
                  <a:gd name="T3" fmla="*/ 0 h 189"/>
                  <a:gd name="T4" fmla="*/ 0 w 605"/>
                  <a:gd name="T5" fmla="*/ 0 h 189"/>
                  <a:gd name="T6" fmla="*/ 0 w 605"/>
                  <a:gd name="T7" fmla="*/ 0 h 189"/>
                  <a:gd name="T8" fmla="*/ 0 w 605"/>
                  <a:gd name="T9" fmla="*/ 0 h 189"/>
                  <a:gd name="T10" fmla="*/ 0 w 605"/>
                  <a:gd name="T11" fmla="*/ 0 h 189"/>
                  <a:gd name="T12" fmla="*/ 0 w 605"/>
                  <a:gd name="T13" fmla="*/ 0 h 189"/>
                  <a:gd name="T14" fmla="*/ 0 w 605"/>
                  <a:gd name="T15" fmla="*/ 0 h 189"/>
                  <a:gd name="T16" fmla="*/ 0 w 605"/>
                  <a:gd name="T17" fmla="*/ 0 h 189"/>
                  <a:gd name="T18" fmla="*/ 0 w 605"/>
                  <a:gd name="T19" fmla="*/ 0 h 189"/>
                  <a:gd name="T20" fmla="*/ 0 w 605"/>
                  <a:gd name="T21" fmla="*/ 0 h 189"/>
                  <a:gd name="T22" fmla="*/ 0 w 605"/>
                  <a:gd name="T23" fmla="*/ 0 h 189"/>
                  <a:gd name="T24" fmla="*/ 0 w 605"/>
                  <a:gd name="T25" fmla="*/ 0 h 189"/>
                  <a:gd name="T26" fmla="*/ 0 w 605"/>
                  <a:gd name="T27" fmla="*/ 0 h 189"/>
                  <a:gd name="T28" fmla="*/ 0 w 605"/>
                  <a:gd name="T29" fmla="*/ 0 h 189"/>
                  <a:gd name="T30" fmla="*/ 0 w 605"/>
                  <a:gd name="T31" fmla="*/ 0 h 189"/>
                  <a:gd name="T32" fmla="*/ 0 w 605"/>
                  <a:gd name="T33" fmla="*/ 0 h 189"/>
                  <a:gd name="T34" fmla="*/ 0 w 605"/>
                  <a:gd name="T35" fmla="*/ 0 h 189"/>
                  <a:gd name="T36" fmla="*/ 0 w 605"/>
                  <a:gd name="T37" fmla="*/ 0 h 1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80" name="Freeform 98">
                <a:extLst>
                  <a:ext uri="{FF2B5EF4-FFF2-40B4-BE49-F238E27FC236}">
                    <a16:creationId xmlns:a16="http://schemas.microsoft.com/office/drawing/2014/main" id="{DBE710FC-424F-0B44-91C7-E1C11ADFE65A}"/>
                  </a:ext>
                </a:extLst>
              </p:cNvPr>
              <p:cNvSpPr>
                <a:spLocks/>
              </p:cNvSpPr>
              <p:nvPr/>
            </p:nvSpPr>
            <p:spPr bwMode="auto">
              <a:xfrm>
                <a:off x="2675" y="2454"/>
                <a:ext cx="29" cy="22"/>
              </a:xfrm>
              <a:custGeom>
                <a:avLst/>
                <a:gdLst>
                  <a:gd name="T0" fmla="*/ 0 w 200"/>
                  <a:gd name="T1" fmla="*/ 0 h 153"/>
                  <a:gd name="T2" fmla="*/ 0 w 200"/>
                  <a:gd name="T3" fmla="*/ 0 h 153"/>
                  <a:gd name="T4" fmla="*/ 0 w 200"/>
                  <a:gd name="T5" fmla="*/ 0 h 153"/>
                  <a:gd name="T6" fmla="*/ 0 w 200"/>
                  <a:gd name="T7" fmla="*/ 0 h 153"/>
                  <a:gd name="T8" fmla="*/ 0 w 200"/>
                  <a:gd name="T9" fmla="*/ 0 h 153"/>
                  <a:gd name="T10" fmla="*/ 0 w 200"/>
                  <a:gd name="T11" fmla="*/ 0 h 153"/>
                  <a:gd name="T12" fmla="*/ 0 w 200"/>
                  <a:gd name="T13" fmla="*/ 0 h 153"/>
                  <a:gd name="T14" fmla="*/ 0 w 200"/>
                  <a:gd name="T15" fmla="*/ 0 h 153"/>
                  <a:gd name="T16" fmla="*/ 0 w 200"/>
                  <a:gd name="T17" fmla="*/ 0 h 153"/>
                  <a:gd name="T18" fmla="*/ 0 w 200"/>
                  <a:gd name="T19" fmla="*/ 0 h 1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23" name="Rectangle 99">
              <a:extLst>
                <a:ext uri="{FF2B5EF4-FFF2-40B4-BE49-F238E27FC236}">
                  <a16:creationId xmlns:a16="http://schemas.microsoft.com/office/drawing/2014/main" id="{3469BE9D-5293-B54C-AA0C-165AB2D38D24}"/>
                </a:ext>
              </a:extLst>
            </p:cNvPr>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2700">
                <a:solidFill>
                  <a:schemeClr val="tx1"/>
                </a:solidFill>
                <a:latin typeface="Tahoma" panose="020B0604030504040204" pitchFamily="34" charset="0"/>
                <a:ea typeface="宋体" panose="02010600030101010101" pitchFamily="2" charset="-122"/>
              </a:endParaRPr>
            </a:p>
          </p:txBody>
        </p:sp>
        <p:grpSp>
          <p:nvGrpSpPr>
            <p:cNvPr id="310324" name="Group 100">
              <a:extLst>
                <a:ext uri="{FF2B5EF4-FFF2-40B4-BE49-F238E27FC236}">
                  <a16:creationId xmlns:a16="http://schemas.microsoft.com/office/drawing/2014/main" id="{7173FC16-41CA-444E-93A5-0DB15206C557}"/>
                </a:ext>
              </a:extLst>
            </p:cNvPr>
            <p:cNvGrpSpPr>
              <a:grpSpLocks/>
            </p:cNvGrpSpPr>
            <p:nvPr/>
          </p:nvGrpSpPr>
          <p:grpSpPr bwMode="auto">
            <a:xfrm flipH="1">
              <a:off x="3710" y="2866"/>
              <a:ext cx="353" cy="121"/>
              <a:chOff x="2524" y="2335"/>
              <a:chExt cx="141" cy="50"/>
            </a:xfrm>
          </p:grpSpPr>
          <p:sp>
            <p:nvSpPr>
              <p:cNvPr id="310374" name="Freeform 101">
                <a:extLst>
                  <a:ext uri="{FF2B5EF4-FFF2-40B4-BE49-F238E27FC236}">
                    <a16:creationId xmlns:a16="http://schemas.microsoft.com/office/drawing/2014/main" id="{E280BE33-54D8-AE4B-8CE7-B11E81EF41A7}"/>
                  </a:ext>
                </a:extLst>
              </p:cNvPr>
              <p:cNvSpPr>
                <a:spLocks/>
              </p:cNvSpPr>
              <p:nvPr/>
            </p:nvSpPr>
            <p:spPr bwMode="auto">
              <a:xfrm>
                <a:off x="2524" y="2335"/>
                <a:ext cx="141" cy="50"/>
              </a:xfrm>
              <a:custGeom>
                <a:avLst/>
                <a:gdLst>
                  <a:gd name="T0" fmla="*/ 0 w 987"/>
                  <a:gd name="T1" fmla="*/ 0 h 347"/>
                  <a:gd name="T2" fmla="*/ 0 w 987"/>
                  <a:gd name="T3" fmla="*/ 0 h 347"/>
                  <a:gd name="T4" fmla="*/ 0 w 987"/>
                  <a:gd name="T5" fmla="*/ 0 h 347"/>
                  <a:gd name="T6" fmla="*/ 0 w 987"/>
                  <a:gd name="T7" fmla="*/ 0 h 347"/>
                  <a:gd name="T8" fmla="*/ 0 w 987"/>
                  <a:gd name="T9" fmla="*/ 0 h 347"/>
                  <a:gd name="T10" fmla="*/ 0 w 987"/>
                  <a:gd name="T11" fmla="*/ 0 h 347"/>
                  <a:gd name="T12" fmla="*/ 0 w 987"/>
                  <a:gd name="T13" fmla="*/ 0 h 347"/>
                  <a:gd name="T14" fmla="*/ 0 w 987"/>
                  <a:gd name="T15" fmla="*/ 0 h 3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375" name="Freeform 102">
                <a:extLst>
                  <a:ext uri="{FF2B5EF4-FFF2-40B4-BE49-F238E27FC236}">
                    <a16:creationId xmlns:a16="http://schemas.microsoft.com/office/drawing/2014/main" id="{D436F290-442F-EF41-BC8B-03463DF4092A}"/>
                  </a:ext>
                </a:extLst>
              </p:cNvPr>
              <p:cNvSpPr>
                <a:spLocks/>
              </p:cNvSpPr>
              <p:nvPr/>
            </p:nvSpPr>
            <p:spPr bwMode="auto">
              <a:xfrm>
                <a:off x="2527" y="2354"/>
                <a:ext cx="135" cy="28"/>
              </a:xfrm>
              <a:custGeom>
                <a:avLst/>
                <a:gdLst>
                  <a:gd name="T0" fmla="*/ 0 w 940"/>
                  <a:gd name="T1" fmla="*/ 0 h 199"/>
                  <a:gd name="T2" fmla="*/ 0 w 940"/>
                  <a:gd name="T3" fmla="*/ 0 h 199"/>
                  <a:gd name="T4" fmla="*/ 0 w 940"/>
                  <a:gd name="T5" fmla="*/ 0 h 199"/>
                  <a:gd name="T6" fmla="*/ 0 w 940"/>
                  <a:gd name="T7" fmla="*/ 0 h 199"/>
                  <a:gd name="T8" fmla="*/ 0 w 940"/>
                  <a:gd name="T9" fmla="*/ 0 h 199"/>
                  <a:gd name="T10" fmla="*/ 0 w 940"/>
                  <a:gd name="T11" fmla="*/ 0 h 199"/>
                  <a:gd name="T12" fmla="*/ 0 w 940"/>
                  <a:gd name="T13" fmla="*/ 0 h 199"/>
                  <a:gd name="T14" fmla="*/ 0 w 940"/>
                  <a:gd name="T15" fmla="*/ 0 h 199"/>
                  <a:gd name="T16" fmla="*/ 0 w 940"/>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25" name="Freeform 103">
              <a:extLst>
                <a:ext uri="{FF2B5EF4-FFF2-40B4-BE49-F238E27FC236}">
                  <a16:creationId xmlns:a16="http://schemas.microsoft.com/office/drawing/2014/main" id="{DC0EFAAD-C6A1-AA42-A159-F603B5CF7114}"/>
                </a:ext>
              </a:extLst>
            </p:cNvPr>
            <p:cNvSpPr>
              <a:spLocks/>
            </p:cNvSpPr>
            <p:nvPr/>
          </p:nvSpPr>
          <p:spPr bwMode="auto">
            <a:xfrm flipH="1">
              <a:off x="3592" y="2740"/>
              <a:ext cx="481" cy="437"/>
            </a:xfrm>
            <a:custGeom>
              <a:avLst/>
              <a:gdLst>
                <a:gd name="T0" fmla="*/ 0 w 1344"/>
                <a:gd name="T1" fmla="*/ 0 h 1258"/>
                <a:gd name="T2" fmla="*/ 0 w 1344"/>
                <a:gd name="T3" fmla="*/ 0 h 1258"/>
                <a:gd name="T4" fmla="*/ 0 w 1344"/>
                <a:gd name="T5" fmla="*/ 0 h 1258"/>
                <a:gd name="T6" fmla="*/ 0 w 1344"/>
                <a:gd name="T7" fmla="*/ 0 h 1258"/>
                <a:gd name="T8" fmla="*/ 0 w 1344"/>
                <a:gd name="T9" fmla="*/ 0 h 1258"/>
                <a:gd name="T10" fmla="*/ 0 w 1344"/>
                <a:gd name="T11" fmla="*/ 0 h 1258"/>
                <a:gd name="T12" fmla="*/ 0 w 1344"/>
                <a:gd name="T13" fmla="*/ 0 h 1258"/>
                <a:gd name="T14" fmla="*/ 0 w 1344"/>
                <a:gd name="T15" fmla="*/ 0 h 1258"/>
                <a:gd name="T16" fmla="*/ 0 w 1344"/>
                <a:gd name="T17" fmla="*/ 0 h 1258"/>
                <a:gd name="T18" fmla="*/ 0 w 1344"/>
                <a:gd name="T19" fmla="*/ 0 h 1258"/>
                <a:gd name="T20" fmla="*/ 0 w 1344"/>
                <a:gd name="T21" fmla="*/ 0 h 1258"/>
                <a:gd name="T22" fmla="*/ 0 w 1344"/>
                <a:gd name="T23" fmla="*/ 0 h 1258"/>
                <a:gd name="T24" fmla="*/ 0 w 1344"/>
                <a:gd name="T25" fmla="*/ 0 h 1258"/>
                <a:gd name="T26" fmla="*/ 0 w 1344"/>
                <a:gd name="T27" fmla="*/ 0 h 1258"/>
                <a:gd name="T28" fmla="*/ 0 w 1344"/>
                <a:gd name="T29" fmla="*/ 0 h 1258"/>
                <a:gd name="T30" fmla="*/ 0 w 1344"/>
                <a:gd name="T31" fmla="*/ 0 h 1258"/>
                <a:gd name="T32" fmla="*/ 0 w 1344"/>
                <a:gd name="T33" fmla="*/ 0 h 1258"/>
                <a:gd name="T34" fmla="*/ 0 w 1344"/>
                <a:gd name="T35" fmla="*/ 0 h 1258"/>
                <a:gd name="T36" fmla="*/ 0 w 1344"/>
                <a:gd name="T37" fmla="*/ 0 h 1258"/>
                <a:gd name="T38" fmla="*/ 0 w 1344"/>
                <a:gd name="T39" fmla="*/ 0 h 1258"/>
                <a:gd name="T40" fmla="*/ 0 w 1344"/>
                <a:gd name="T41" fmla="*/ 0 h 1258"/>
                <a:gd name="T42" fmla="*/ 0 w 1344"/>
                <a:gd name="T43" fmla="*/ 0 h 1258"/>
                <a:gd name="T44" fmla="*/ 0 w 1344"/>
                <a:gd name="T45" fmla="*/ 0 h 1258"/>
                <a:gd name="T46" fmla="*/ 0 w 1344"/>
                <a:gd name="T47" fmla="*/ 0 h 1258"/>
                <a:gd name="T48" fmla="*/ 0 w 1344"/>
                <a:gd name="T49" fmla="*/ 0 h 1258"/>
                <a:gd name="T50" fmla="*/ 0 w 1344"/>
                <a:gd name="T51" fmla="*/ 0 h 1258"/>
                <a:gd name="T52" fmla="*/ 0 w 1344"/>
                <a:gd name="T53" fmla="*/ 0 h 1258"/>
                <a:gd name="T54" fmla="*/ 0 w 1344"/>
                <a:gd name="T55" fmla="*/ 0 h 1258"/>
                <a:gd name="T56" fmla="*/ 0 w 1344"/>
                <a:gd name="T57" fmla="*/ 0 h 1258"/>
                <a:gd name="T58" fmla="*/ 0 w 1344"/>
                <a:gd name="T59" fmla="*/ 0 h 1258"/>
                <a:gd name="T60" fmla="*/ 0 w 1344"/>
                <a:gd name="T61" fmla="*/ 0 h 1258"/>
                <a:gd name="T62" fmla="*/ 0 w 1344"/>
                <a:gd name="T63" fmla="*/ 0 h 1258"/>
                <a:gd name="T64" fmla="*/ 0 w 1344"/>
                <a:gd name="T65" fmla="*/ 0 h 1258"/>
                <a:gd name="T66" fmla="*/ 0 w 1344"/>
                <a:gd name="T67" fmla="*/ 0 h 1258"/>
                <a:gd name="T68" fmla="*/ 0 w 1344"/>
                <a:gd name="T69" fmla="*/ 0 h 1258"/>
                <a:gd name="T70" fmla="*/ 0 w 1344"/>
                <a:gd name="T71" fmla="*/ 0 h 1258"/>
                <a:gd name="T72" fmla="*/ 0 w 1344"/>
                <a:gd name="T73" fmla="*/ 0 h 1258"/>
                <a:gd name="T74" fmla="*/ 0 w 1344"/>
                <a:gd name="T75" fmla="*/ 0 h 1258"/>
                <a:gd name="T76" fmla="*/ 0 w 1344"/>
                <a:gd name="T77" fmla="*/ 0 h 1258"/>
                <a:gd name="T78" fmla="*/ 0 w 1344"/>
                <a:gd name="T79" fmla="*/ 0 h 1258"/>
                <a:gd name="T80" fmla="*/ 0 w 1344"/>
                <a:gd name="T81" fmla="*/ 0 h 1258"/>
                <a:gd name="T82" fmla="*/ 0 w 1344"/>
                <a:gd name="T83" fmla="*/ 0 h 1258"/>
                <a:gd name="T84" fmla="*/ 0 w 1344"/>
                <a:gd name="T85" fmla="*/ 0 h 1258"/>
                <a:gd name="T86" fmla="*/ 0 w 1344"/>
                <a:gd name="T87" fmla="*/ 0 h 1258"/>
                <a:gd name="T88" fmla="*/ 0 w 1344"/>
                <a:gd name="T89" fmla="*/ 0 h 1258"/>
                <a:gd name="T90" fmla="*/ 0 w 1344"/>
                <a:gd name="T91" fmla="*/ 0 h 1258"/>
                <a:gd name="T92" fmla="*/ 0 w 1344"/>
                <a:gd name="T93" fmla="*/ 0 h 1258"/>
                <a:gd name="T94" fmla="*/ 0 w 1344"/>
                <a:gd name="T95" fmla="*/ 0 h 1258"/>
                <a:gd name="T96" fmla="*/ 0 w 1344"/>
                <a:gd name="T97" fmla="*/ 0 h 1258"/>
                <a:gd name="T98" fmla="*/ 0 w 1344"/>
                <a:gd name="T99" fmla="*/ 0 h 1258"/>
                <a:gd name="T100" fmla="*/ 0 w 1344"/>
                <a:gd name="T101" fmla="*/ 0 h 1258"/>
                <a:gd name="T102" fmla="*/ 0 w 1344"/>
                <a:gd name="T103" fmla="*/ 0 h 1258"/>
                <a:gd name="T104" fmla="*/ 0 w 1344"/>
                <a:gd name="T105" fmla="*/ 0 h 1258"/>
                <a:gd name="T106" fmla="*/ 0 w 1344"/>
                <a:gd name="T107" fmla="*/ 0 h 1258"/>
                <a:gd name="T108" fmla="*/ 0 w 1344"/>
                <a:gd name="T109" fmla="*/ 0 h 1258"/>
                <a:gd name="T110" fmla="*/ 0 w 1344"/>
                <a:gd name="T111" fmla="*/ 0 h 1258"/>
                <a:gd name="T112" fmla="*/ 0 w 1344"/>
                <a:gd name="T113" fmla="*/ 0 h 12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310326" name="Freeform 104">
              <a:extLst>
                <a:ext uri="{FF2B5EF4-FFF2-40B4-BE49-F238E27FC236}">
                  <a16:creationId xmlns:a16="http://schemas.microsoft.com/office/drawing/2014/main" id="{982BA079-1300-3A47-84A8-8D26AACC0E07}"/>
                </a:ext>
              </a:extLst>
            </p:cNvPr>
            <p:cNvSpPr>
              <a:spLocks/>
            </p:cNvSpPr>
            <p:nvPr/>
          </p:nvSpPr>
          <p:spPr bwMode="auto">
            <a:xfrm flipH="1">
              <a:off x="3597" y="2759"/>
              <a:ext cx="471" cy="410"/>
            </a:xfrm>
            <a:custGeom>
              <a:avLst/>
              <a:gdLst>
                <a:gd name="T0" fmla="*/ 0 w 1314"/>
                <a:gd name="T1" fmla="*/ 0 h 1188"/>
                <a:gd name="T2" fmla="*/ 0 w 1314"/>
                <a:gd name="T3" fmla="*/ 0 h 1188"/>
                <a:gd name="T4" fmla="*/ 0 w 1314"/>
                <a:gd name="T5" fmla="*/ 0 h 1188"/>
                <a:gd name="T6" fmla="*/ 0 w 1314"/>
                <a:gd name="T7" fmla="*/ 0 h 1188"/>
                <a:gd name="T8" fmla="*/ 0 w 1314"/>
                <a:gd name="T9" fmla="*/ 0 h 1188"/>
                <a:gd name="T10" fmla="*/ 0 w 1314"/>
                <a:gd name="T11" fmla="*/ 0 h 1188"/>
                <a:gd name="T12" fmla="*/ 0 w 1314"/>
                <a:gd name="T13" fmla="*/ 0 h 1188"/>
                <a:gd name="T14" fmla="*/ 0 w 1314"/>
                <a:gd name="T15" fmla="*/ 0 h 1188"/>
                <a:gd name="T16" fmla="*/ 0 w 1314"/>
                <a:gd name="T17" fmla="*/ 0 h 1188"/>
                <a:gd name="T18" fmla="*/ 0 w 1314"/>
                <a:gd name="T19" fmla="*/ 0 h 1188"/>
                <a:gd name="T20" fmla="*/ 0 w 1314"/>
                <a:gd name="T21" fmla="*/ 0 h 1188"/>
                <a:gd name="T22" fmla="*/ 0 w 1314"/>
                <a:gd name="T23" fmla="*/ 0 h 1188"/>
                <a:gd name="T24" fmla="*/ 0 w 1314"/>
                <a:gd name="T25" fmla="*/ 0 h 1188"/>
                <a:gd name="T26" fmla="*/ 0 w 1314"/>
                <a:gd name="T27" fmla="*/ 0 h 1188"/>
                <a:gd name="T28" fmla="*/ 0 w 1314"/>
                <a:gd name="T29" fmla="*/ 0 h 1188"/>
                <a:gd name="T30" fmla="*/ 0 w 1314"/>
                <a:gd name="T31" fmla="*/ 0 h 1188"/>
                <a:gd name="T32" fmla="*/ 0 w 1314"/>
                <a:gd name="T33" fmla="*/ 0 h 1188"/>
                <a:gd name="T34" fmla="*/ 0 w 1314"/>
                <a:gd name="T35" fmla="*/ 0 h 1188"/>
                <a:gd name="T36" fmla="*/ 0 w 1314"/>
                <a:gd name="T37" fmla="*/ 0 h 1188"/>
                <a:gd name="T38" fmla="*/ 0 w 1314"/>
                <a:gd name="T39" fmla="*/ 0 h 1188"/>
                <a:gd name="T40" fmla="*/ 0 w 1314"/>
                <a:gd name="T41" fmla="*/ 0 h 1188"/>
                <a:gd name="T42" fmla="*/ 0 w 1314"/>
                <a:gd name="T43" fmla="*/ 0 h 1188"/>
                <a:gd name="T44" fmla="*/ 0 w 1314"/>
                <a:gd name="T45" fmla="*/ 0 h 1188"/>
                <a:gd name="T46" fmla="*/ 0 w 1314"/>
                <a:gd name="T47" fmla="*/ 0 h 1188"/>
                <a:gd name="T48" fmla="*/ 0 w 1314"/>
                <a:gd name="T49" fmla="*/ 0 h 1188"/>
                <a:gd name="T50" fmla="*/ 0 w 1314"/>
                <a:gd name="T51" fmla="*/ 0 h 1188"/>
                <a:gd name="T52" fmla="*/ 0 w 1314"/>
                <a:gd name="T53" fmla="*/ 0 h 1188"/>
                <a:gd name="T54" fmla="*/ 0 w 1314"/>
                <a:gd name="T55" fmla="*/ 0 h 1188"/>
                <a:gd name="T56" fmla="*/ 0 w 1314"/>
                <a:gd name="T57" fmla="*/ 0 h 1188"/>
                <a:gd name="T58" fmla="*/ 0 w 1314"/>
                <a:gd name="T59" fmla="*/ 0 h 1188"/>
                <a:gd name="T60" fmla="*/ 0 w 1314"/>
                <a:gd name="T61" fmla="*/ 0 h 1188"/>
                <a:gd name="T62" fmla="*/ 0 w 1314"/>
                <a:gd name="T63" fmla="*/ 0 h 1188"/>
                <a:gd name="T64" fmla="*/ 0 w 1314"/>
                <a:gd name="T65" fmla="*/ 0 h 1188"/>
                <a:gd name="T66" fmla="*/ 0 w 1314"/>
                <a:gd name="T67" fmla="*/ 0 h 1188"/>
                <a:gd name="T68" fmla="*/ 0 w 1314"/>
                <a:gd name="T69" fmla="*/ 0 h 1188"/>
                <a:gd name="T70" fmla="*/ 0 w 1314"/>
                <a:gd name="T71" fmla="*/ 0 h 1188"/>
                <a:gd name="T72" fmla="*/ 0 w 1314"/>
                <a:gd name="T73" fmla="*/ 0 h 1188"/>
                <a:gd name="T74" fmla="*/ 0 w 1314"/>
                <a:gd name="T75" fmla="*/ 0 h 1188"/>
                <a:gd name="T76" fmla="*/ 0 w 1314"/>
                <a:gd name="T77" fmla="*/ 0 h 118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7" name="Freeform 105">
              <a:extLst>
                <a:ext uri="{FF2B5EF4-FFF2-40B4-BE49-F238E27FC236}">
                  <a16:creationId xmlns:a16="http://schemas.microsoft.com/office/drawing/2014/main" id="{2E9A9DA7-8190-FE4B-B029-7B15D83DF717}"/>
                </a:ext>
              </a:extLst>
            </p:cNvPr>
            <p:cNvSpPr>
              <a:spLocks/>
            </p:cNvSpPr>
            <p:nvPr/>
          </p:nvSpPr>
          <p:spPr bwMode="auto">
            <a:xfrm flipH="1">
              <a:off x="3938" y="2827"/>
              <a:ext cx="65" cy="10"/>
            </a:xfrm>
            <a:custGeom>
              <a:avLst/>
              <a:gdLst>
                <a:gd name="T0" fmla="*/ 0 w 179"/>
                <a:gd name="T1" fmla="*/ 0 h 30"/>
                <a:gd name="T2" fmla="*/ 0 w 179"/>
                <a:gd name="T3" fmla="*/ 0 h 30"/>
                <a:gd name="T4" fmla="*/ 0 w 179"/>
                <a:gd name="T5" fmla="*/ 0 h 30"/>
                <a:gd name="T6" fmla="*/ 0 w 179"/>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8" name="Freeform 106">
              <a:extLst>
                <a:ext uri="{FF2B5EF4-FFF2-40B4-BE49-F238E27FC236}">
                  <a16:creationId xmlns:a16="http://schemas.microsoft.com/office/drawing/2014/main" id="{B2165D0B-0BB7-4049-9D5F-74F7E0A278F8}"/>
                </a:ext>
              </a:extLst>
            </p:cNvPr>
            <p:cNvSpPr>
              <a:spLocks/>
            </p:cNvSpPr>
            <p:nvPr/>
          </p:nvSpPr>
          <p:spPr bwMode="auto">
            <a:xfrm flipH="1">
              <a:off x="4028" y="2808"/>
              <a:ext cx="37" cy="14"/>
            </a:xfrm>
            <a:custGeom>
              <a:avLst/>
              <a:gdLst>
                <a:gd name="T0" fmla="*/ 0 w 109"/>
                <a:gd name="T1" fmla="*/ 0 h 36"/>
                <a:gd name="T2" fmla="*/ 0 w 109"/>
                <a:gd name="T3" fmla="*/ 0 h 36"/>
                <a:gd name="T4" fmla="*/ 0 w 109"/>
                <a:gd name="T5" fmla="*/ 0 h 36"/>
                <a:gd name="T6" fmla="*/ 0 w 109"/>
                <a:gd name="T7" fmla="*/ 0 h 36"/>
                <a:gd name="T8" fmla="*/ 0 w 10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29" name="Freeform 107">
              <a:extLst>
                <a:ext uri="{FF2B5EF4-FFF2-40B4-BE49-F238E27FC236}">
                  <a16:creationId xmlns:a16="http://schemas.microsoft.com/office/drawing/2014/main" id="{A1324B9F-137E-FA46-9AAC-72E3BE82A28E}"/>
                </a:ext>
              </a:extLst>
            </p:cNvPr>
            <p:cNvSpPr>
              <a:spLocks/>
            </p:cNvSpPr>
            <p:nvPr/>
          </p:nvSpPr>
          <p:spPr bwMode="auto">
            <a:xfrm flipH="1">
              <a:off x="3843" y="2798"/>
              <a:ext cx="60" cy="31"/>
            </a:xfrm>
            <a:custGeom>
              <a:avLst/>
              <a:gdLst>
                <a:gd name="T0" fmla="*/ 0 w 167"/>
                <a:gd name="T1" fmla="*/ 0 h 91"/>
                <a:gd name="T2" fmla="*/ 0 w 167"/>
                <a:gd name="T3" fmla="*/ 0 h 91"/>
                <a:gd name="T4" fmla="*/ 0 w 167"/>
                <a:gd name="T5" fmla="*/ 0 h 91"/>
                <a:gd name="T6" fmla="*/ 0 w 167"/>
                <a:gd name="T7" fmla="*/ 0 h 91"/>
                <a:gd name="T8" fmla="*/ 0 w 167"/>
                <a:gd name="T9" fmla="*/ 0 h 91"/>
                <a:gd name="T10" fmla="*/ 0 w 167"/>
                <a:gd name="T11" fmla="*/ 0 h 91"/>
                <a:gd name="T12" fmla="*/ 0 w 167"/>
                <a:gd name="T13" fmla="*/ 0 h 91"/>
                <a:gd name="T14" fmla="*/ 0 w 167"/>
                <a:gd name="T15" fmla="*/ 0 h 91"/>
                <a:gd name="T16" fmla="*/ 0 w 167"/>
                <a:gd name="T17" fmla="*/ 0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0" name="Freeform 108">
              <a:extLst>
                <a:ext uri="{FF2B5EF4-FFF2-40B4-BE49-F238E27FC236}">
                  <a16:creationId xmlns:a16="http://schemas.microsoft.com/office/drawing/2014/main" id="{609EC66B-EBA7-BB46-BFB6-FADE9E26C695}"/>
                </a:ext>
              </a:extLst>
            </p:cNvPr>
            <p:cNvSpPr>
              <a:spLocks/>
            </p:cNvSpPr>
            <p:nvPr/>
          </p:nvSpPr>
          <p:spPr bwMode="auto">
            <a:xfrm flipH="1">
              <a:off x="3648" y="2871"/>
              <a:ext cx="195" cy="48"/>
            </a:xfrm>
            <a:custGeom>
              <a:avLst/>
              <a:gdLst>
                <a:gd name="T0" fmla="*/ 0 w 544"/>
                <a:gd name="T1" fmla="*/ 0 h 136"/>
                <a:gd name="T2" fmla="*/ 0 w 544"/>
                <a:gd name="T3" fmla="*/ 0 h 136"/>
                <a:gd name="T4" fmla="*/ 0 w 544"/>
                <a:gd name="T5" fmla="*/ 0 h 136"/>
                <a:gd name="T6" fmla="*/ 0 w 544"/>
                <a:gd name="T7" fmla="*/ 0 h 136"/>
                <a:gd name="T8" fmla="*/ 0 w 544"/>
                <a:gd name="T9" fmla="*/ 0 h 136"/>
                <a:gd name="T10" fmla="*/ 0 w 544"/>
                <a:gd name="T11" fmla="*/ 0 h 136"/>
                <a:gd name="T12" fmla="*/ 0 w 544"/>
                <a:gd name="T13" fmla="*/ 0 h 136"/>
                <a:gd name="T14" fmla="*/ 0 w 544"/>
                <a:gd name="T15" fmla="*/ 0 h 136"/>
                <a:gd name="T16" fmla="*/ 0 w 544"/>
                <a:gd name="T17" fmla="*/ 0 h 136"/>
                <a:gd name="T18" fmla="*/ 0 w 544"/>
                <a:gd name="T19" fmla="*/ 0 h 136"/>
                <a:gd name="T20" fmla="*/ 0 w 544"/>
                <a:gd name="T21" fmla="*/ 0 h 136"/>
                <a:gd name="T22" fmla="*/ 0 w 544"/>
                <a:gd name="T23" fmla="*/ 0 h 136"/>
                <a:gd name="T24" fmla="*/ 0 w 544"/>
                <a:gd name="T25" fmla="*/ 0 h 136"/>
                <a:gd name="T26" fmla="*/ 0 w 544"/>
                <a:gd name="T27" fmla="*/ 0 h 1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1" name="Freeform 109">
              <a:extLst>
                <a:ext uri="{FF2B5EF4-FFF2-40B4-BE49-F238E27FC236}">
                  <a16:creationId xmlns:a16="http://schemas.microsoft.com/office/drawing/2014/main" id="{8D8F8058-E547-254C-94E7-A83FB0020842}"/>
                </a:ext>
              </a:extLst>
            </p:cNvPr>
            <p:cNvSpPr>
              <a:spLocks/>
            </p:cNvSpPr>
            <p:nvPr/>
          </p:nvSpPr>
          <p:spPr bwMode="auto">
            <a:xfrm flipH="1">
              <a:off x="3868" y="2235"/>
              <a:ext cx="170" cy="179"/>
            </a:xfrm>
            <a:custGeom>
              <a:avLst/>
              <a:gdLst>
                <a:gd name="T0" fmla="*/ 0 w 472"/>
                <a:gd name="T1" fmla="*/ 0 h 520"/>
                <a:gd name="T2" fmla="*/ 0 w 472"/>
                <a:gd name="T3" fmla="*/ 0 h 520"/>
                <a:gd name="T4" fmla="*/ 0 w 472"/>
                <a:gd name="T5" fmla="*/ 0 h 520"/>
                <a:gd name="T6" fmla="*/ 0 w 472"/>
                <a:gd name="T7" fmla="*/ 0 h 520"/>
                <a:gd name="T8" fmla="*/ 0 w 472"/>
                <a:gd name="T9" fmla="*/ 0 h 520"/>
                <a:gd name="T10" fmla="*/ 0 w 472"/>
                <a:gd name="T11" fmla="*/ 0 h 520"/>
                <a:gd name="T12" fmla="*/ 0 w 472"/>
                <a:gd name="T13" fmla="*/ 0 h 520"/>
                <a:gd name="T14" fmla="*/ 0 w 472"/>
                <a:gd name="T15" fmla="*/ 0 h 520"/>
                <a:gd name="T16" fmla="*/ 0 w 472"/>
                <a:gd name="T17" fmla="*/ 0 h 520"/>
                <a:gd name="T18" fmla="*/ 0 w 472"/>
                <a:gd name="T19" fmla="*/ 0 h 520"/>
                <a:gd name="T20" fmla="*/ 0 w 472"/>
                <a:gd name="T21" fmla="*/ 0 h 520"/>
                <a:gd name="T22" fmla="*/ 0 w 472"/>
                <a:gd name="T23" fmla="*/ 0 h 520"/>
                <a:gd name="T24" fmla="*/ 0 w 472"/>
                <a:gd name="T25" fmla="*/ 0 h 520"/>
                <a:gd name="T26" fmla="*/ 0 w 472"/>
                <a:gd name="T27" fmla="*/ 0 h 520"/>
                <a:gd name="T28" fmla="*/ 0 w 472"/>
                <a:gd name="T29" fmla="*/ 0 h 520"/>
                <a:gd name="T30" fmla="*/ 0 w 472"/>
                <a:gd name="T31" fmla="*/ 0 h 520"/>
                <a:gd name="T32" fmla="*/ 0 w 472"/>
                <a:gd name="T33" fmla="*/ 0 h 520"/>
                <a:gd name="T34" fmla="*/ 0 w 472"/>
                <a:gd name="T35" fmla="*/ 0 h 520"/>
                <a:gd name="T36" fmla="*/ 0 w 472"/>
                <a:gd name="T37" fmla="*/ 0 h 520"/>
                <a:gd name="T38" fmla="*/ 0 w 472"/>
                <a:gd name="T39" fmla="*/ 0 h 520"/>
                <a:gd name="T40" fmla="*/ 0 w 472"/>
                <a:gd name="T41" fmla="*/ 0 h 520"/>
                <a:gd name="T42" fmla="*/ 0 w 472"/>
                <a:gd name="T43" fmla="*/ 0 h 520"/>
                <a:gd name="T44" fmla="*/ 0 w 472"/>
                <a:gd name="T45" fmla="*/ 0 h 520"/>
                <a:gd name="T46" fmla="*/ 0 w 472"/>
                <a:gd name="T47" fmla="*/ 0 h 520"/>
                <a:gd name="T48" fmla="*/ 0 w 472"/>
                <a:gd name="T49" fmla="*/ 0 h 520"/>
                <a:gd name="T50" fmla="*/ 0 w 472"/>
                <a:gd name="T51" fmla="*/ 0 h 520"/>
                <a:gd name="T52" fmla="*/ 0 w 472"/>
                <a:gd name="T53" fmla="*/ 0 h 520"/>
                <a:gd name="T54" fmla="*/ 0 w 472"/>
                <a:gd name="T55" fmla="*/ 0 h 520"/>
                <a:gd name="T56" fmla="*/ 0 w 472"/>
                <a:gd name="T57" fmla="*/ 0 h 520"/>
                <a:gd name="T58" fmla="*/ 0 w 472"/>
                <a:gd name="T59" fmla="*/ 0 h 520"/>
                <a:gd name="T60" fmla="*/ 0 w 472"/>
                <a:gd name="T61" fmla="*/ 0 h 520"/>
                <a:gd name="T62" fmla="*/ 0 w 472"/>
                <a:gd name="T63" fmla="*/ 0 h 520"/>
                <a:gd name="T64" fmla="*/ 0 w 472"/>
                <a:gd name="T65" fmla="*/ 0 h 520"/>
                <a:gd name="T66" fmla="*/ 0 w 472"/>
                <a:gd name="T67" fmla="*/ 0 h 520"/>
                <a:gd name="T68" fmla="*/ 0 w 472"/>
                <a:gd name="T69" fmla="*/ 0 h 520"/>
                <a:gd name="T70" fmla="*/ 0 w 472"/>
                <a:gd name="T71" fmla="*/ 0 h 5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32" name="Freeform 110">
              <a:extLst>
                <a:ext uri="{FF2B5EF4-FFF2-40B4-BE49-F238E27FC236}">
                  <a16:creationId xmlns:a16="http://schemas.microsoft.com/office/drawing/2014/main" id="{57712F8F-F5C6-834C-AA56-C24F81E1EC6E}"/>
                </a:ext>
              </a:extLst>
            </p:cNvPr>
            <p:cNvSpPr>
              <a:spLocks/>
            </p:cNvSpPr>
            <p:nvPr/>
          </p:nvSpPr>
          <p:spPr bwMode="auto">
            <a:xfrm flipH="1">
              <a:off x="3878" y="2342"/>
              <a:ext cx="10" cy="2"/>
            </a:xfrm>
            <a:custGeom>
              <a:avLst/>
              <a:gdLst>
                <a:gd name="T0" fmla="*/ 0 w 26"/>
                <a:gd name="T1" fmla="*/ 0 h 5"/>
                <a:gd name="T2" fmla="*/ 0 w 26"/>
                <a:gd name="T3" fmla="*/ 0 h 5"/>
                <a:gd name="T4" fmla="*/ 0 w 26"/>
                <a:gd name="T5" fmla="*/ 0 h 5"/>
                <a:gd name="T6" fmla="*/ 0 w 26"/>
                <a:gd name="T7" fmla="*/ 0 h 5"/>
                <a:gd name="T8" fmla="*/ 0 w 26"/>
                <a:gd name="T9" fmla="*/ 0 h 5"/>
                <a:gd name="T10" fmla="*/ 0 w 26"/>
                <a:gd name="T11" fmla="*/ 0 h 5"/>
                <a:gd name="T12" fmla="*/ 0 w 26"/>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3" name="Freeform 111">
              <a:extLst>
                <a:ext uri="{FF2B5EF4-FFF2-40B4-BE49-F238E27FC236}">
                  <a16:creationId xmlns:a16="http://schemas.microsoft.com/office/drawing/2014/main" id="{2FA13E9E-22A6-D243-8A41-20F0703ED4C7}"/>
                </a:ext>
              </a:extLst>
            </p:cNvPr>
            <p:cNvSpPr>
              <a:spLocks/>
            </p:cNvSpPr>
            <p:nvPr/>
          </p:nvSpPr>
          <p:spPr bwMode="auto">
            <a:xfrm flipH="1">
              <a:off x="3888" y="2334"/>
              <a:ext cx="2" cy="8"/>
            </a:xfrm>
            <a:custGeom>
              <a:avLst/>
              <a:gdLst>
                <a:gd name="T0" fmla="*/ 0 w 10"/>
                <a:gd name="T1" fmla="*/ 0 h 19"/>
                <a:gd name="T2" fmla="*/ 0 w 10"/>
                <a:gd name="T3" fmla="*/ 0 h 19"/>
                <a:gd name="T4" fmla="*/ 0 w 10"/>
                <a:gd name="T5" fmla="*/ 0 h 19"/>
                <a:gd name="T6" fmla="*/ 0 w 10"/>
                <a:gd name="T7" fmla="*/ 0 h 19"/>
                <a:gd name="T8" fmla="*/ 0 w 10"/>
                <a:gd name="T9" fmla="*/ 0 h 19"/>
                <a:gd name="T10" fmla="*/ 0 w 10"/>
                <a:gd name="T11" fmla="*/ 0 h 19"/>
                <a:gd name="T12" fmla="*/ 0 w 10"/>
                <a:gd name="T13" fmla="*/ 0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4" name="Freeform 112">
              <a:extLst>
                <a:ext uri="{FF2B5EF4-FFF2-40B4-BE49-F238E27FC236}">
                  <a16:creationId xmlns:a16="http://schemas.microsoft.com/office/drawing/2014/main" id="{4B272AA3-CEE8-CE4B-9F3D-BCD7E778D319}"/>
                </a:ext>
              </a:extLst>
            </p:cNvPr>
            <p:cNvSpPr>
              <a:spLocks/>
            </p:cNvSpPr>
            <p:nvPr/>
          </p:nvSpPr>
          <p:spPr bwMode="auto">
            <a:xfrm flipH="1">
              <a:off x="3893" y="2312"/>
              <a:ext cx="5" cy="15"/>
            </a:xfrm>
            <a:custGeom>
              <a:avLst/>
              <a:gdLst>
                <a:gd name="T0" fmla="*/ 0 w 11"/>
                <a:gd name="T1" fmla="*/ 0 h 38"/>
                <a:gd name="T2" fmla="*/ 0 w 11"/>
                <a:gd name="T3" fmla="*/ 0 h 38"/>
                <a:gd name="T4" fmla="*/ 0 w 11"/>
                <a:gd name="T5" fmla="*/ 0 h 38"/>
                <a:gd name="T6" fmla="*/ 0 w 11"/>
                <a:gd name="T7" fmla="*/ 0 h 38"/>
                <a:gd name="T8" fmla="*/ 0 w 11"/>
                <a:gd name="T9" fmla="*/ 0 h 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5" name="Freeform 113">
              <a:extLst>
                <a:ext uri="{FF2B5EF4-FFF2-40B4-BE49-F238E27FC236}">
                  <a16:creationId xmlns:a16="http://schemas.microsoft.com/office/drawing/2014/main" id="{20A892E3-7CA8-2F4E-88BB-B3E49FA199DC}"/>
                </a:ext>
              </a:extLst>
            </p:cNvPr>
            <p:cNvSpPr>
              <a:spLocks/>
            </p:cNvSpPr>
            <p:nvPr/>
          </p:nvSpPr>
          <p:spPr bwMode="auto">
            <a:xfrm flipH="1">
              <a:off x="3898" y="2300"/>
              <a:ext cx="17" cy="10"/>
            </a:xfrm>
            <a:custGeom>
              <a:avLst/>
              <a:gdLst>
                <a:gd name="T0" fmla="*/ 0 w 50"/>
                <a:gd name="T1" fmla="*/ 0 h 32"/>
                <a:gd name="T2" fmla="*/ 0 w 50"/>
                <a:gd name="T3" fmla="*/ 0 h 32"/>
                <a:gd name="T4" fmla="*/ 0 w 50"/>
                <a:gd name="T5" fmla="*/ 0 h 32"/>
                <a:gd name="T6" fmla="*/ 0 w 50"/>
                <a:gd name="T7" fmla="*/ 0 h 32"/>
                <a:gd name="T8" fmla="*/ 0 w 50"/>
                <a:gd name="T9" fmla="*/ 0 h 32"/>
                <a:gd name="T10" fmla="*/ 0 w 50"/>
                <a:gd name="T11" fmla="*/ 0 h 32"/>
                <a:gd name="T12" fmla="*/ 0 w 50"/>
                <a:gd name="T13" fmla="*/ 0 h 32"/>
                <a:gd name="T14" fmla="*/ 0 w 50"/>
                <a:gd name="T15" fmla="*/ 0 h 32"/>
                <a:gd name="T16" fmla="*/ 0 w 50"/>
                <a:gd name="T17" fmla="*/ 0 h 32"/>
                <a:gd name="T18" fmla="*/ 0 w 50"/>
                <a:gd name="T19" fmla="*/ 0 h 32"/>
                <a:gd name="T20" fmla="*/ 0 w 50"/>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6" name="Freeform 114">
              <a:extLst>
                <a:ext uri="{FF2B5EF4-FFF2-40B4-BE49-F238E27FC236}">
                  <a16:creationId xmlns:a16="http://schemas.microsoft.com/office/drawing/2014/main" id="{7F3C0C63-5817-8441-BA6E-A895CFCC8F18}"/>
                </a:ext>
              </a:extLst>
            </p:cNvPr>
            <p:cNvSpPr>
              <a:spLocks/>
            </p:cNvSpPr>
            <p:nvPr/>
          </p:nvSpPr>
          <p:spPr bwMode="auto">
            <a:xfrm flipH="1">
              <a:off x="3893" y="2283"/>
              <a:ext cx="30" cy="10"/>
            </a:xfrm>
            <a:custGeom>
              <a:avLst/>
              <a:gdLst>
                <a:gd name="T0" fmla="*/ 0 w 86"/>
                <a:gd name="T1" fmla="*/ 0 h 31"/>
                <a:gd name="T2" fmla="*/ 0 w 86"/>
                <a:gd name="T3" fmla="*/ 0 h 31"/>
                <a:gd name="T4" fmla="*/ 0 w 86"/>
                <a:gd name="T5" fmla="*/ 0 h 31"/>
                <a:gd name="T6" fmla="*/ 0 w 86"/>
                <a:gd name="T7" fmla="*/ 0 h 31"/>
                <a:gd name="T8" fmla="*/ 0 w 86"/>
                <a:gd name="T9" fmla="*/ 0 h 31"/>
                <a:gd name="T10" fmla="*/ 0 w 86"/>
                <a:gd name="T11" fmla="*/ 0 h 31"/>
                <a:gd name="T12" fmla="*/ 0 w 86"/>
                <a:gd name="T13" fmla="*/ 0 h 31"/>
                <a:gd name="T14" fmla="*/ 0 w 86"/>
                <a:gd name="T15" fmla="*/ 0 h 31"/>
                <a:gd name="T16" fmla="*/ 0 w 86"/>
                <a:gd name="T17" fmla="*/ 0 h 31"/>
                <a:gd name="T18" fmla="*/ 0 w 86"/>
                <a:gd name="T19" fmla="*/ 0 h 31"/>
                <a:gd name="T20" fmla="*/ 0 w 86"/>
                <a:gd name="T21" fmla="*/ 0 h 31"/>
                <a:gd name="T22" fmla="*/ 0 w 86"/>
                <a:gd name="T23" fmla="*/ 0 h 31"/>
                <a:gd name="T24" fmla="*/ 0 w 86"/>
                <a:gd name="T25" fmla="*/ 0 h 31"/>
                <a:gd name="T26" fmla="*/ 0 w 86"/>
                <a:gd name="T27" fmla="*/ 0 h 31"/>
                <a:gd name="T28" fmla="*/ 0 w 86"/>
                <a:gd name="T29" fmla="*/ 0 h 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7" name="Freeform 115">
              <a:extLst>
                <a:ext uri="{FF2B5EF4-FFF2-40B4-BE49-F238E27FC236}">
                  <a16:creationId xmlns:a16="http://schemas.microsoft.com/office/drawing/2014/main" id="{76B07447-EC0D-DE41-99E9-D97BB1147B45}"/>
                </a:ext>
              </a:extLst>
            </p:cNvPr>
            <p:cNvSpPr>
              <a:spLocks/>
            </p:cNvSpPr>
            <p:nvPr/>
          </p:nvSpPr>
          <p:spPr bwMode="auto">
            <a:xfrm flipH="1">
              <a:off x="3963" y="2298"/>
              <a:ext cx="17" cy="34"/>
            </a:xfrm>
            <a:custGeom>
              <a:avLst/>
              <a:gdLst>
                <a:gd name="T0" fmla="*/ 0 w 49"/>
                <a:gd name="T1" fmla="*/ 0 h 101"/>
                <a:gd name="T2" fmla="*/ 0 w 49"/>
                <a:gd name="T3" fmla="*/ 0 h 101"/>
                <a:gd name="T4" fmla="*/ 0 w 49"/>
                <a:gd name="T5" fmla="*/ 0 h 101"/>
                <a:gd name="T6" fmla="*/ 0 w 49"/>
                <a:gd name="T7" fmla="*/ 0 h 101"/>
                <a:gd name="T8" fmla="*/ 0 w 49"/>
                <a:gd name="T9" fmla="*/ 0 h 101"/>
                <a:gd name="T10" fmla="*/ 0 w 49"/>
                <a:gd name="T11" fmla="*/ 0 h 101"/>
                <a:gd name="T12" fmla="*/ 0 w 49"/>
                <a:gd name="T13" fmla="*/ 0 h 101"/>
                <a:gd name="T14" fmla="*/ 0 w 49"/>
                <a:gd name="T15" fmla="*/ 0 h 101"/>
                <a:gd name="T16" fmla="*/ 0 w 49"/>
                <a:gd name="T17" fmla="*/ 0 h 101"/>
                <a:gd name="T18" fmla="*/ 0 w 49"/>
                <a:gd name="T19" fmla="*/ 0 h 101"/>
                <a:gd name="T20" fmla="*/ 0 w 49"/>
                <a:gd name="T21" fmla="*/ 0 h 101"/>
                <a:gd name="T22" fmla="*/ 0 w 49"/>
                <a:gd name="T23" fmla="*/ 0 h 101"/>
                <a:gd name="T24" fmla="*/ 0 w 49"/>
                <a:gd name="T25" fmla="*/ 0 h 101"/>
                <a:gd name="T26" fmla="*/ 0 w 49"/>
                <a:gd name="T27" fmla="*/ 0 h 101"/>
                <a:gd name="T28" fmla="*/ 0 w 49"/>
                <a:gd name="T29" fmla="*/ 0 h 101"/>
                <a:gd name="T30" fmla="*/ 0 w 49"/>
                <a:gd name="T31" fmla="*/ 0 h 101"/>
                <a:gd name="T32" fmla="*/ 0 w 49"/>
                <a:gd name="T33" fmla="*/ 0 h 101"/>
                <a:gd name="T34" fmla="*/ 0 w 49"/>
                <a:gd name="T35" fmla="*/ 0 h 101"/>
                <a:gd name="T36" fmla="*/ 0 w 49"/>
                <a:gd name="T37" fmla="*/ 0 h 101"/>
                <a:gd name="T38" fmla="*/ 0 w 49"/>
                <a:gd name="T39" fmla="*/ 0 h 101"/>
                <a:gd name="T40" fmla="*/ 0 w 49"/>
                <a:gd name="T41" fmla="*/ 0 h 101"/>
                <a:gd name="T42" fmla="*/ 0 w 49"/>
                <a:gd name="T43" fmla="*/ 0 h 101"/>
                <a:gd name="T44" fmla="*/ 0 w 49"/>
                <a:gd name="T45" fmla="*/ 0 h 10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8" name="Freeform 116">
              <a:extLst>
                <a:ext uri="{FF2B5EF4-FFF2-40B4-BE49-F238E27FC236}">
                  <a16:creationId xmlns:a16="http://schemas.microsoft.com/office/drawing/2014/main" id="{6D67844E-9335-524A-B51E-1B97C3109260}"/>
                </a:ext>
              </a:extLst>
            </p:cNvPr>
            <p:cNvSpPr>
              <a:spLocks/>
            </p:cNvSpPr>
            <p:nvPr/>
          </p:nvSpPr>
          <p:spPr bwMode="auto">
            <a:xfrm flipH="1">
              <a:off x="3958" y="2293"/>
              <a:ext cx="27" cy="46"/>
            </a:xfrm>
            <a:custGeom>
              <a:avLst/>
              <a:gdLst>
                <a:gd name="T0" fmla="*/ 0 w 82"/>
                <a:gd name="T1" fmla="*/ 0 h 137"/>
                <a:gd name="T2" fmla="*/ 0 w 82"/>
                <a:gd name="T3" fmla="*/ 0 h 137"/>
                <a:gd name="T4" fmla="*/ 0 w 82"/>
                <a:gd name="T5" fmla="*/ 0 h 137"/>
                <a:gd name="T6" fmla="*/ 0 w 82"/>
                <a:gd name="T7" fmla="*/ 0 h 137"/>
                <a:gd name="T8" fmla="*/ 0 w 82"/>
                <a:gd name="T9" fmla="*/ 0 h 137"/>
                <a:gd name="T10" fmla="*/ 0 w 82"/>
                <a:gd name="T11" fmla="*/ 0 h 137"/>
                <a:gd name="T12" fmla="*/ 0 w 82"/>
                <a:gd name="T13" fmla="*/ 0 h 137"/>
                <a:gd name="T14" fmla="*/ 0 w 82"/>
                <a:gd name="T15" fmla="*/ 0 h 137"/>
                <a:gd name="T16" fmla="*/ 0 w 82"/>
                <a:gd name="T17" fmla="*/ 0 h 137"/>
                <a:gd name="T18" fmla="*/ 0 w 82"/>
                <a:gd name="T19" fmla="*/ 0 h 137"/>
                <a:gd name="T20" fmla="*/ 0 w 82"/>
                <a:gd name="T21" fmla="*/ 0 h 137"/>
                <a:gd name="T22" fmla="*/ 0 w 82"/>
                <a:gd name="T23" fmla="*/ 0 h 137"/>
                <a:gd name="T24" fmla="*/ 0 w 82"/>
                <a:gd name="T25" fmla="*/ 0 h 137"/>
                <a:gd name="T26" fmla="*/ 0 w 82"/>
                <a:gd name="T27" fmla="*/ 0 h 137"/>
                <a:gd name="T28" fmla="*/ 0 w 82"/>
                <a:gd name="T29" fmla="*/ 0 h 137"/>
                <a:gd name="T30" fmla="*/ 0 w 82"/>
                <a:gd name="T31" fmla="*/ 0 h 137"/>
                <a:gd name="T32" fmla="*/ 0 w 82"/>
                <a:gd name="T33" fmla="*/ 0 h 137"/>
                <a:gd name="T34" fmla="*/ 0 w 82"/>
                <a:gd name="T35" fmla="*/ 0 h 137"/>
                <a:gd name="T36" fmla="*/ 0 w 82"/>
                <a:gd name="T37" fmla="*/ 0 h 137"/>
                <a:gd name="T38" fmla="*/ 0 w 82"/>
                <a:gd name="T39" fmla="*/ 0 h 137"/>
                <a:gd name="T40" fmla="*/ 0 w 82"/>
                <a:gd name="T41" fmla="*/ 0 h 137"/>
                <a:gd name="T42" fmla="*/ 0 w 82"/>
                <a:gd name="T43" fmla="*/ 0 h 137"/>
                <a:gd name="T44" fmla="*/ 0 w 82"/>
                <a:gd name="T45" fmla="*/ 0 h 137"/>
                <a:gd name="T46" fmla="*/ 0 w 82"/>
                <a:gd name="T47" fmla="*/ 0 h 137"/>
                <a:gd name="T48" fmla="*/ 0 w 82"/>
                <a:gd name="T49" fmla="*/ 0 h 137"/>
                <a:gd name="T50" fmla="*/ 0 w 82"/>
                <a:gd name="T51" fmla="*/ 0 h 137"/>
                <a:gd name="T52" fmla="*/ 0 w 82"/>
                <a:gd name="T53" fmla="*/ 0 h 1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39" name="Freeform 117">
              <a:extLst>
                <a:ext uri="{FF2B5EF4-FFF2-40B4-BE49-F238E27FC236}">
                  <a16:creationId xmlns:a16="http://schemas.microsoft.com/office/drawing/2014/main" id="{0FE18E84-1B56-824B-BD32-77E20D75EE77}"/>
                </a:ext>
              </a:extLst>
            </p:cNvPr>
            <p:cNvSpPr>
              <a:spLocks/>
            </p:cNvSpPr>
            <p:nvPr/>
          </p:nvSpPr>
          <p:spPr bwMode="auto">
            <a:xfrm flipH="1">
              <a:off x="3943" y="2344"/>
              <a:ext cx="25" cy="39"/>
            </a:xfrm>
            <a:custGeom>
              <a:avLst/>
              <a:gdLst>
                <a:gd name="T0" fmla="*/ 0 w 74"/>
                <a:gd name="T1" fmla="*/ 0 h 115"/>
                <a:gd name="T2" fmla="*/ 0 w 74"/>
                <a:gd name="T3" fmla="*/ 0 h 115"/>
                <a:gd name="T4" fmla="*/ 0 w 74"/>
                <a:gd name="T5" fmla="*/ 0 h 115"/>
                <a:gd name="T6" fmla="*/ 0 w 74"/>
                <a:gd name="T7" fmla="*/ 0 h 115"/>
                <a:gd name="T8" fmla="*/ 0 w 74"/>
                <a:gd name="T9" fmla="*/ 0 h 115"/>
                <a:gd name="T10" fmla="*/ 0 w 74"/>
                <a:gd name="T11" fmla="*/ 0 h 115"/>
                <a:gd name="T12" fmla="*/ 0 w 74"/>
                <a:gd name="T13" fmla="*/ 0 h 115"/>
                <a:gd name="T14" fmla="*/ 0 w 74"/>
                <a:gd name="T15" fmla="*/ 0 h 115"/>
                <a:gd name="T16" fmla="*/ 0 w 74"/>
                <a:gd name="T17" fmla="*/ 0 h 115"/>
                <a:gd name="T18" fmla="*/ 0 w 74"/>
                <a:gd name="T19" fmla="*/ 0 h 1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0" name="Freeform 118">
              <a:extLst>
                <a:ext uri="{FF2B5EF4-FFF2-40B4-BE49-F238E27FC236}">
                  <a16:creationId xmlns:a16="http://schemas.microsoft.com/office/drawing/2014/main" id="{756A82D4-45EF-884F-90EB-557324752538}"/>
                </a:ext>
              </a:extLst>
            </p:cNvPr>
            <p:cNvSpPr>
              <a:spLocks/>
            </p:cNvSpPr>
            <p:nvPr/>
          </p:nvSpPr>
          <p:spPr bwMode="auto">
            <a:xfrm flipH="1">
              <a:off x="3898" y="2208"/>
              <a:ext cx="152" cy="151"/>
            </a:xfrm>
            <a:custGeom>
              <a:avLst/>
              <a:gdLst>
                <a:gd name="T0" fmla="*/ 0 w 427"/>
                <a:gd name="T1" fmla="*/ 0 h 431"/>
                <a:gd name="T2" fmla="*/ 0 w 427"/>
                <a:gd name="T3" fmla="*/ 0 h 431"/>
                <a:gd name="T4" fmla="*/ 0 w 427"/>
                <a:gd name="T5" fmla="*/ 0 h 431"/>
                <a:gd name="T6" fmla="*/ 0 w 427"/>
                <a:gd name="T7" fmla="*/ 0 h 431"/>
                <a:gd name="T8" fmla="*/ 0 w 427"/>
                <a:gd name="T9" fmla="*/ 0 h 431"/>
                <a:gd name="T10" fmla="*/ 0 w 427"/>
                <a:gd name="T11" fmla="*/ 0 h 431"/>
                <a:gd name="T12" fmla="*/ 0 w 427"/>
                <a:gd name="T13" fmla="*/ 0 h 431"/>
                <a:gd name="T14" fmla="*/ 0 w 427"/>
                <a:gd name="T15" fmla="*/ 0 h 431"/>
                <a:gd name="T16" fmla="*/ 0 w 427"/>
                <a:gd name="T17" fmla="*/ 0 h 431"/>
                <a:gd name="T18" fmla="*/ 0 w 427"/>
                <a:gd name="T19" fmla="*/ 0 h 431"/>
                <a:gd name="T20" fmla="*/ 0 w 427"/>
                <a:gd name="T21" fmla="*/ 0 h 431"/>
                <a:gd name="T22" fmla="*/ 0 w 427"/>
                <a:gd name="T23" fmla="*/ 0 h 431"/>
                <a:gd name="T24" fmla="*/ 0 w 427"/>
                <a:gd name="T25" fmla="*/ 0 h 431"/>
                <a:gd name="T26" fmla="*/ 0 w 427"/>
                <a:gd name="T27" fmla="*/ 0 h 431"/>
                <a:gd name="T28" fmla="*/ 0 w 427"/>
                <a:gd name="T29" fmla="*/ 0 h 431"/>
                <a:gd name="T30" fmla="*/ 0 w 427"/>
                <a:gd name="T31" fmla="*/ 0 h 431"/>
                <a:gd name="T32" fmla="*/ 0 w 427"/>
                <a:gd name="T33" fmla="*/ 0 h 431"/>
                <a:gd name="T34" fmla="*/ 0 w 427"/>
                <a:gd name="T35" fmla="*/ 0 h 431"/>
                <a:gd name="T36" fmla="*/ 0 w 427"/>
                <a:gd name="T37" fmla="*/ 0 h 431"/>
                <a:gd name="T38" fmla="*/ 0 w 427"/>
                <a:gd name="T39" fmla="*/ 0 h 431"/>
                <a:gd name="T40" fmla="*/ 0 w 427"/>
                <a:gd name="T41" fmla="*/ 0 h 431"/>
                <a:gd name="T42" fmla="*/ 0 w 427"/>
                <a:gd name="T43" fmla="*/ 0 h 431"/>
                <a:gd name="T44" fmla="*/ 0 w 427"/>
                <a:gd name="T45" fmla="*/ 0 h 431"/>
                <a:gd name="T46" fmla="*/ 0 w 427"/>
                <a:gd name="T47" fmla="*/ 0 h 431"/>
                <a:gd name="T48" fmla="*/ 0 w 427"/>
                <a:gd name="T49" fmla="*/ 0 h 431"/>
                <a:gd name="T50" fmla="*/ 0 w 427"/>
                <a:gd name="T51" fmla="*/ 0 h 431"/>
                <a:gd name="T52" fmla="*/ 0 w 427"/>
                <a:gd name="T53" fmla="*/ 0 h 431"/>
                <a:gd name="T54" fmla="*/ 0 w 427"/>
                <a:gd name="T55" fmla="*/ 0 h 431"/>
                <a:gd name="T56" fmla="*/ 0 w 427"/>
                <a:gd name="T57" fmla="*/ 0 h 431"/>
                <a:gd name="T58" fmla="*/ 0 w 427"/>
                <a:gd name="T59" fmla="*/ 0 h 431"/>
                <a:gd name="T60" fmla="*/ 0 w 427"/>
                <a:gd name="T61" fmla="*/ 0 h 431"/>
                <a:gd name="T62" fmla="*/ 0 w 427"/>
                <a:gd name="T63" fmla="*/ 0 h 431"/>
                <a:gd name="T64" fmla="*/ 0 w 427"/>
                <a:gd name="T65" fmla="*/ 0 h 431"/>
                <a:gd name="T66" fmla="*/ 0 w 427"/>
                <a:gd name="T67" fmla="*/ 0 h 431"/>
                <a:gd name="T68" fmla="*/ 0 w 427"/>
                <a:gd name="T69" fmla="*/ 0 h 431"/>
                <a:gd name="T70" fmla="*/ 0 w 427"/>
                <a:gd name="T71" fmla="*/ 0 h 431"/>
                <a:gd name="T72" fmla="*/ 0 w 427"/>
                <a:gd name="T73" fmla="*/ 0 h 431"/>
                <a:gd name="T74" fmla="*/ 0 w 427"/>
                <a:gd name="T75" fmla="*/ 0 h 43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1" name="Freeform 119">
              <a:extLst>
                <a:ext uri="{FF2B5EF4-FFF2-40B4-BE49-F238E27FC236}">
                  <a16:creationId xmlns:a16="http://schemas.microsoft.com/office/drawing/2014/main" id="{3C31B59F-F7CA-1D4C-85CC-C2EFB390C9AE}"/>
                </a:ext>
              </a:extLst>
            </p:cNvPr>
            <p:cNvSpPr>
              <a:spLocks/>
            </p:cNvSpPr>
            <p:nvPr/>
          </p:nvSpPr>
          <p:spPr bwMode="auto">
            <a:xfrm flipH="1">
              <a:off x="3903" y="2210"/>
              <a:ext cx="145" cy="144"/>
            </a:xfrm>
            <a:custGeom>
              <a:avLst/>
              <a:gdLst>
                <a:gd name="T0" fmla="*/ 0 w 405"/>
                <a:gd name="T1" fmla="*/ 0 h 413"/>
                <a:gd name="T2" fmla="*/ 0 w 405"/>
                <a:gd name="T3" fmla="*/ 0 h 413"/>
                <a:gd name="T4" fmla="*/ 0 w 405"/>
                <a:gd name="T5" fmla="*/ 0 h 413"/>
                <a:gd name="T6" fmla="*/ 0 w 405"/>
                <a:gd name="T7" fmla="*/ 0 h 413"/>
                <a:gd name="T8" fmla="*/ 0 w 405"/>
                <a:gd name="T9" fmla="*/ 0 h 413"/>
                <a:gd name="T10" fmla="*/ 0 w 405"/>
                <a:gd name="T11" fmla="*/ 0 h 413"/>
                <a:gd name="T12" fmla="*/ 0 w 405"/>
                <a:gd name="T13" fmla="*/ 0 h 413"/>
                <a:gd name="T14" fmla="*/ 0 w 405"/>
                <a:gd name="T15" fmla="*/ 0 h 413"/>
                <a:gd name="T16" fmla="*/ 0 w 405"/>
                <a:gd name="T17" fmla="*/ 0 h 413"/>
                <a:gd name="T18" fmla="*/ 0 w 405"/>
                <a:gd name="T19" fmla="*/ 0 h 413"/>
                <a:gd name="T20" fmla="*/ 0 w 405"/>
                <a:gd name="T21" fmla="*/ 0 h 413"/>
                <a:gd name="T22" fmla="*/ 0 w 405"/>
                <a:gd name="T23" fmla="*/ 0 h 413"/>
                <a:gd name="T24" fmla="*/ 0 w 405"/>
                <a:gd name="T25" fmla="*/ 0 h 413"/>
                <a:gd name="T26" fmla="*/ 0 w 405"/>
                <a:gd name="T27" fmla="*/ 0 h 413"/>
                <a:gd name="T28" fmla="*/ 0 w 405"/>
                <a:gd name="T29" fmla="*/ 0 h 413"/>
                <a:gd name="T30" fmla="*/ 0 w 405"/>
                <a:gd name="T31" fmla="*/ 0 h 413"/>
                <a:gd name="T32" fmla="*/ 0 w 405"/>
                <a:gd name="T33" fmla="*/ 0 h 413"/>
                <a:gd name="T34" fmla="*/ 0 w 405"/>
                <a:gd name="T35" fmla="*/ 0 h 413"/>
                <a:gd name="T36" fmla="*/ 0 w 405"/>
                <a:gd name="T37" fmla="*/ 0 h 413"/>
                <a:gd name="T38" fmla="*/ 0 w 405"/>
                <a:gd name="T39" fmla="*/ 0 h 413"/>
                <a:gd name="T40" fmla="*/ 0 w 405"/>
                <a:gd name="T41" fmla="*/ 0 h 413"/>
                <a:gd name="T42" fmla="*/ 0 w 405"/>
                <a:gd name="T43" fmla="*/ 0 h 413"/>
                <a:gd name="T44" fmla="*/ 0 w 405"/>
                <a:gd name="T45" fmla="*/ 0 h 413"/>
                <a:gd name="T46" fmla="*/ 0 w 405"/>
                <a:gd name="T47" fmla="*/ 0 h 413"/>
                <a:gd name="T48" fmla="*/ 0 w 405"/>
                <a:gd name="T49" fmla="*/ 0 h 413"/>
                <a:gd name="T50" fmla="*/ 0 w 405"/>
                <a:gd name="T51" fmla="*/ 0 h 413"/>
                <a:gd name="T52" fmla="*/ 0 w 405"/>
                <a:gd name="T53" fmla="*/ 0 h 413"/>
                <a:gd name="T54" fmla="*/ 0 w 405"/>
                <a:gd name="T55" fmla="*/ 0 h 413"/>
                <a:gd name="T56" fmla="*/ 0 w 405"/>
                <a:gd name="T57" fmla="*/ 0 h 413"/>
                <a:gd name="T58" fmla="*/ 0 w 405"/>
                <a:gd name="T59" fmla="*/ 0 h 413"/>
                <a:gd name="T60" fmla="*/ 0 w 405"/>
                <a:gd name="T61" fmla="*/ 0 h 413"/>
                <a:gd name="T62" fmla="*/ 0 w 405"/>
                <a:gd name="T63" fmla="*/ 0 h 413"/>
                <a:gd name="T64" fmla="*/ 0 w 405"/>
                <a:gd name="T65" fmla="*/ 0 h 413"/>
                <a:gd name="T66" fmla="*/ 0 w 405"/>
                <a:gd name="T67" fmla="*/ 0 h 413"/>
                <a:gd name="T68" fmla="*/ 0 w 405"/>
                <a:gd name="T69" fmla="*/ 0 h 413"/>
                <a:gd name="T70" fmla="*/ 0 w 405"/>
                <a:gd name="T71" fmla="*/ 0 h 413"/>
                <a:gd name="T72" fmla="*/ 0 w 405"/>
                <a:gd name="T73" fmla="*/ 0 h 413"/>
                <a:gd name="T74" fmla="*/ 0 w 405"/>
                <a:gd name="T75" fmla="*/ 0 h 413"/>
                <a:gd name="T76" fmla="*/ 0 w 405"/>
                <a:gd name="T77" fmla="*/ 0 h 413"/>
                <a:gd name="T78" fmla="*/ 0 w 405"/>
                <a:gd name="T79" fmla="*/ 0 h 413"/>
                <a:gd name="T80" fmla="*/ 0 w 405"/>
                <a:gd name="T81" fmla="*/ 0 h 413"/>
                <a:gd name="T82" fmla="*/ 0 w 405"/>
                <a:gd name="T83" fmla="*/ 0 h 413"/>
                <a:gd name="T84" fmla="*/ 0 w 405"/>
                <a:gd name="T85" fmla="*/ 0 h 413"/>
                <a:gd name="T86" fmla="*/ 0 w 405"/>
                <a:gd name="T87" fmla="*/ 0 h 4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310342" name="Group 120">
              <a:extLst>
                <a:ext uri="{FF2B5EF4-FFF2-40B4-BE49-F238E27FC236}">
                  <a16:creationId xmlns:a16="http://schemas.microsoft.com/office/drawing/2014/main" id="{C494CB16-C000-3241-A5DD-AF197657926A}"/>
                </a:ext>
              </a:extLst>
            </p:cNvPr>
            <p:cNvGrpSpPr>
              <a:grpSpLocks/>
            </p:cNvGrpSpPr>
            <p:nvPr/>
          </p:nvGrpSpPr>
          <p:grpSpPr bwMode="auto">
            <a:xfrm flipH="1">
              <a:off x="3595" y="2572"/>
              <a:ext cx="158" cy="95"/>
              <a:chOff x="2648" y="2214"/>
              <a:chExt cx="63" cy="39"/>
            </a:xfrm>
          </p:grpSpPr>
          <p:sp>
            <p:nvSpPr>
              <p:cNvPr id="310364" name="Freeform 121">
                <a:extLst>
                  <a:ext uri="{FF2B5EF4-FFF2-40B4-BE49-F238E27FC236}">
                    <a16:creationId xmlns:a16="http://schemas.microsoft.com/office/drawing/2014/main" id="{6F30BBC7-E37C-594C-A87F-5DD2B4B86D0B}"/>
                  </a:ext>
                </a:extLst>
              </p:cNvPr>
              <p:cNvSpPr>
                <a:spLocks/>
              </p:cNvSpPr>
              <p:nvPr/>
            </p:nvSpPr>
            <p:spPr bwMode="auto">
              <a:xfrm>
                <a:off x="2648" y="2214"/>
                <a:ext cx="63" cy="39"/>
              </a:xfrm>
              <a:custGeom>
                <a:avLst/>
                <a:gdLst>
                  <a:gd name="T0" fmla="*/ 0 w 443"/>
                  <a:gd name="T1" fmla="*/ 0 h 274"/>
                  <a:gd name="T2" fmla="*/ 0 w 443"/>
                  <a:gd name="T3" fmla="*/ 0 h 274"/>
                  <a:gd name="T4" fmla="*/ 0 w 443"/>
                  <a:gd name="T5" fmla="*/ 0 h 274"/>
                  <a:gd name="T6" fmla="*/ 0 w 443"/>
                  <a:gd name="T7" fmla="*/ 0 h 274"/>
                  <a:gd name="T8" fmla="*/ 0 w 443"/>
                  <a:gd name="T9" fmla="*/ 0 h 274"/>
                  <a:gd name="T10" fmla="*/ 0 w 443"/>
                  <a:gd name="T11" fmla="*/ 0 h 274"/>
                  <a:gd name="T12" fmla="*/ 0 w 443"/>
                  <a:gd name="T13" fmla="*/ 0 h 274"/>
                  <a:gd name="T14" fmla="*/ 0 w 443"/>
                  <a:gd name="T15" fmla="*/ 0 h 274"/>
                  <a:gd name="T16" fmla="*/ 0 w 443"/>
                  <a:gd name="T17" fmla="*/ 0 h 274"/>
                  <a:gd name="T18" fmla="*/ 0 w 443"/>
                  <a:gd name="T19" fmla="*/ 0 h 274"/>
                  <a:gd name="T20" fmla="*/ 0 w 443"/>
                  <a:gd name="T21" fmla="*/ 0 h 274"/>
                  <a:gd name="T22" fmla="*/ 0 w 443"/>
                  <a:gd name="T23" fmla="*/ 0 h 274"/>
                  <a:gd name="T24" fmla="*/ 0 w 443"/>
                  <a:gd name="T25" fmla="*/ 0 h 274"/>
                  <a:gd name="T26" fmla="*/ 0 w 443"/>
                  <a:gd name="T27" fmla="*/ 0 h 274"/>
                  <a:gd name="T28" fmla="*/ 0 w 443"/>
                  <a:gd name="T29" fmla="*/ 0 h 274"/>
                  <a:gd name="T30" fmla="*/ 0 w 443"/>
                  <a:gd name="T31" fmla="*/ 0 h 274"/>
                  <a:gd name="T32" fmla="*/ 0 w 443"/>
                  <a:gd name="T33" fmla="*/ 0 h 274"/>
                  <a:gd name="T34" fmla="*/ 0 w 443"/>
                  <a:gd name="T35" fmla="*/ 0 h 274"/>
                  <a:gd name="T36" fmla="*/ 0 w 443"/>
                  <a:gd name="T37" fmla="*/ 0 h 274"/>
                  <a:gd name="T38" fmla="*/ 0 w 443"/>
                  <a:gd name="T39" fmla="*/ 0 h 274"/>
                  <a:gd name="T40" fmla="*/ 0 w 443"/>
                  <a:gd name="T41" fmla="*/ 0 h 274"/>
                  <a:gd name="T42" fmla="*/ 0 w 443"/>
                  <a:gd name="T43" fmla="*/ 0 h 274"/>
                  <a:gd name="T44" fmla="*/ 0 w 443"/>
                  <a:gd name="T45" fmla="*/ 0 h 274"/>
                  <a:gd name="T46" fmla="*/ 0 w 443"/>
                  <a:gd name="T47" fmla="*/ 0 h 274"/>
                  <a:gd name="T48" fmla="*/ 0 w 443"/>
                  <a:gd name="T49" fmla="*/ 0 h 274"/>
                  <a:gd name="T50" fmla="*/ 0 w 443"/>
                  <a:gd name="T51" fmla="*/ 0 h 274"/>
                  <a:gd name="T52" fmla="*/ 0 w 443"/>
                  <a:gd name="T53" fmla="*/ 0 h 274"/>
                  <a:gd name="T54" fmla="*/ 0 w 443"/>
                  <a:gd name="T55" fmla="*/ 0 h 274"/>
                  <a:gd name="T56" fmla="*/ 0 w 443"/>
                  <a:gd name="T57" fmla="*/ 0 h 274"/>
                  <a:gd name="T58" fmla="*/ 0 w 443"/>
                  <a:gd name="T59" fmla="*/ 0 h 274"/>
                  <a:gd name="T60" fmla="*/ 0 w 443"/>
                  <a:gd name="T61" fmla="*/ 0 h 274"/>
                  <a:gd name="T62" fmla="*/ 0 w 443"/>
                  <a:gd name="T63" fmla="*/ 0 h 274"/>
                  <a:gd name="T64" fmla="*/ 0 w 443"/>
                  <a:gd name="T65" fmla="*/ 0 h 274"/>
                  <a:gd name="T66" fmla="*/ 0 w 443"/>
                  <a:gd name="T67" fmla="*/ 0 h 274"/>
                  <a:gd name="T68" fmla="*/ 0 w 443"/>
                  <a:gd name="T69" fmla="*/ 0 h 274"/>
                  <a:gd name="T70" fmla="*/ 0 w 443"/>
                  <a:gd name="T71" fmla="*/ 0 h 274"/>
                  <a:gd name="T72" fmla="*/ 0 w 443"/>
                  <a:gd name="T73" fmla="*/ 0 h 274"/>
                  <a:gd name="T74" fmla="*/ 0 w 443"/>
                  <a:gd name="T75" fmla="*/ 0 h 274"/>
                  <a:gd name="T76" fmla="*/ 0 w 443"/>
                  <a:gd name="T77" fmla="*/ 0 h 274"/>
                  <a:gd name="T78" fmla="*/ 0 w 443"/>
                  <a:gd name="T79" fmla="*/ 0 h 274"/>
                  <a:gd name="T80" fmla="*/ 0 w 443"/>
                  <a:gd name="T81" fmla="*/ 0 h 274"/>
                  <a:gd name="T82" fmla="*/ 0 w 443"/>
                  <a:gd name="T83" fmla="*/ 0 h 274"/>
                  <a:gd name="T84" fmla="*/ 0 w 443"/>
                  <a:gd name="T85" fmla="*/ 0 h 274"/>
                  <a:gd name="T86" fmla="*/ 0 w 443"/>
                  <a:gd name="T87" fmla="*/ 0 h 274"/>
                  <a:gd name="T88" fmla="*/ 0 w 443"/>
                  <a:gd name="T89" fmla="*/ 0 h 274"/>
                  <a:gd name="T90" fmla="*/ 0 w 443"/>
                  <a:gd name="T91" fmla="*/ 0 h 274"/>
                  <a:gd name="T92" fmla="*/ 0 w 443"/>
                  <a:gd name="T93" fmla="*/ 0 h 274"/>
                  <a:gd name="T94" fmla="*/ 0 w 443"/>
                  <a:gd name="T95" fmla="*/ 0 h 274"/>
                  <a:gd name="T96" fmla="*/ 0 w 443"/>
                  <a:gd name="T97" fmla="*/ 0 h 274"/>
                  <a:gd name="T98" fmla="*/ 0 w 443"/>
                  <a:gd name="T99" fmla="*/ 0 h 2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310365" name="Freeform 122">
                <a:extLst>
                  <a:ext uri="{FF2B5EF4-FFF2-40B4-BE49-F238E27FC236}">
                    <a16:creationId xmlns:a16="http://schemas.microsoft.com/office/drawing/2014/main" id="{11DCA8C4-8684-184F-A365-3BB57F9331D8}"/>
                  </a:ext>
                </a:extLst>
              </p:cNvPr>
              <p:cNvSpPr>
                <a:spLocks/>
              </p:cNvSpPr>
              <p:nvPr/>
            </p:nvSpPr>
            <p:spPr bwMode="auto">
              <a:xfrm>
                <a:off x="2688" y="2221"/>
                <a:ext cx="20" cy="5"/>
              </a:xfrm>
              <a:custGeom>
                <a:avLst/>
                <a:gdLst>
                  <a:gd name="T0" fmla="*/ 0 w 141"/>
                  <a:gd name="T1" fmla="*/ 0 h 32"/>
                  <a:gd name="T2" fmla="*/ 0 w 141"/>
                  <a:gd name="T3" fmla="*/ 0 h 32"/>
                  <a:gd name="T4" fmla="*/ 0 w 141"/>
                  <a:gd name="T5" fmla="*/ 0 h 32"/>
                  <a:gd name="T6" fmla="*/ 0 w 141"/>
                  <a:gd name="T7" fmla="*/ 0 h 32"/>
                  <a:gd name="T8" fmla="*/ 0 w 141"/>
                  <a:gd name="T9" fmla="*/ 0 h 32"/>
                  <a:gd name="T10" fmla="*/ 0 w 141"/>
                  <a:gd name="T11" fmla="*/ 0 h 32"/>
                  <a:gd name="T12" fmla="*/ 0 w 141"/>
                  <a:gd name="T13" fmla="*/ 0 h 32"/>
                  <a:gd name="T14" fmla="*/ 0 w 141"/>
                  <a:gd name="T15" fmla="*/ 0 h 32"/>
                  <a:gd name="T16" fmla="*/ 0 w 141"/>
                  <a:gd name="T17" fmla="*/ 0 h 32"/>
                  <a:gd name="T18" fmla="*/ 0 w 141"/>
                  <a:gd name="T19" fmla="*/ 0 h 32"/>
                  <a:gd name="T20" fmla="*/ 0 w 141"/>
                  <a:gd name="T21" fmla="*/ 0 h 32"/>
                  <a:gd name="T22" fmla="*/ 0 w 141"/>
                  <a:gd name="T23" fmla="*/ 0 h 32"/>
                  <a:gd name="T24" fmla="*/ 0 w 141"/>
                  <a:gd name="T25" fmla="*/ 0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6" name="Freeform 123">
                <a:extLst>
                  <a:ext uri="{FF2B5EF4-FFF2-40B4-BE49-F238E27FC236}">
                    <a16:creationId xmlns:a16="http://schemas.microsoft.com/office/drawing/2014/main" id="{84AD673A-EFB8-3A40-BEA0-0C73B72EBD70}"/>
                  </a:ext>
                </a:extLst>
              </p:cNvPr>
              <p:cNvSpPr>
                <a:spLocks/>
              </p:cNvSpPr>
              <p:nvPr/>
            </p:nvSpPr>
            <p:spPr bwMode="auto">
              <a:xfrm>
                <a:off x="2680" y="2216"/>
                <a:ext cx="17" cy="3"/>
              </a:xfrm>
              <a:custGeom>
                <a:avLst/>
                <a:gdLst>
                  <a:gd name="T0" fmla="*/ 0 w 119"/>
                  <a:gd name="T1" fmla="*/ 0 h 22"/>
                  <a:gd name="T2" fmla="*/ 0 w 119"/>
                  <a:gd name="T3" fmla="*/ 0 h 22"/>
                  <a:gd name="T4" fmla="*/ 0 w 119"/>
                  <a:gd name="T5" fmla="*/ 0 h 22"/>
                  <a:gd name="T6" fmla="*/ 0 w 119"/>
                  <a:gd name="T7" fmla="*/ 0 h 22"/>
                  <a:gd name="T8" fmla="*/ 0 w 119"/>
                  <a:gd name="T9" fmla="*/ 0 h 22"/>
                  <a:gd name="T10" fmla="*/ 0 w 119"/>
                  <a:gd name="T11" fmla="*/ 0 h 22"/>
                  <a:gd name="T12" fmla="*/ 0 w 119"/>
                  <a:gd name="T13" fmla="*/ 0 h 22"/>
                  <a:gd name="T14" fmla="*/ 0 w 119"/>
                  <a:gd name="T15" fmla="*/ 0 h 22"/>
                  <a:gd name="T16" fmla="*/ 0 w 119"/>
                  <a:gd name="T17" fmla="*/ 0 h 22"/>
                  <a:gd name="T18" fmla="*/ 0 w 119"/>
                  <a:gd name="T19" fmla="*/ 0 h 22"/>
                  <a:gd name="T20" fmla="*/ 0 w 119"/>
                  <a:gd name="T21" fmla="*/ 0 h 22"/>
                  <a:gd name="T22" fmla="*/ 0 w 119"/>
                  <a:gd name="T23" fmla="*/ 0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7" name="Freeform 124">
                <a:extLst>
                  <a:ext uri="{FF2B5EF4-FFF2-40B4-BE49-F238E27FC236}">
                    <a16:creationId xmlns:a16="http://schemas.microsoft.com/office/drawing/2014/main" id="{68B2038E-6C45-CE4E-94DC-6A27FACABA19}"/>
                  </a:ext>
                </a:extLst>
              </p:cNvPr>
              <p:cNvSpPr>
                <a:spLocks/>
              </p:cNvSpPr>
              <p:nvPr/>
            </p:nvSpPr>
            <p:spPr bwMode="auto">
              <a:xfrm>
                <a:off x="2687" y="2228"/>
                <a:ext cx="7" cy="2"/>
              </a:xfrm>
              <a:custGeom>
                <a:avLst/>
                <a:gdLst>
                  <a:gd name="T0" fmla="*/ 0 w 48"/>
                  <a:gd name="T1" fmla="*/ 0 h 11"/>
                  <a:gd name="T2" fmla="*/ 0 w 48"/>
                  <a:gd name="T3" fmla="*/ 0 h 11"/>
                  <a:gd name="T4" fmla="*/ 0 w 48"/>
                  <a:gd name="T5" fmla="*/ 0 h 11"/>
                  <a:gd name="T6" fmla="*/ 0 w 48"/>
                  <a:gd name="T7" fmla="*/ 0 h 11"/>
                  <a:gd name="T8" fmla="*/ 0 w 48"/>
                  <a:gd name="T9" fmla="*/ 0 h 11"/>
                  <a:gd name="T10" fmla="*/ 0 w 48"/>
                  <a:gd name="T11" fmla="*/ 0 h 11"/>
                  <a:gd name="T12" fmla="*/ 0 w 48"/>
                  <a:gd name="T13" fmla="*/ 0 h 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8" name="Freeform 125">
                <a:extLst>
                  <a:ext uri="{FF2B5EF4-FFF2-40B4-BE49-F238E27FC236}">
                    <a16:creationId xmlns:a16="http://schemas.microsoft.com/office/drawing/2014/main" id="{E0C2D70B-3570-5C4E-805A-7A2B8EBBB47C}"/>
                  </a:ext>
                </a:extLst>
              </p:cNvPr>
              <p:cNvSpPr>
                <a:spLocks/>
              </p:cNvSpPr>
              <p:nvPr/>
            </p:nvSpPr>
            <p:spPr bwMode="auto">
              <a:xfrm>
                <a:off x="2707" y="2227"/>
                <a:ext cx="2" cy="3"/>
              </a:xfrm>
              <a:custGeom>
                <a:avLst/>
                <a:gdLst>
                  <a:gd name="T0" fmla="*/ 0 w 10"/>
                  <a:gd name="T1" fmla="*/ 0 h 21"/>
                  <a:gd name="T2" fmla="*/ 0 w 10"/>
                  <a:gd name="T3" fmla="*/ 0 h 21"/>
                  <a:gd name="T4" fmla="*/ 0 w 10"/>
                  <a:gd name="T5" fmla="*/ 0 h 21"/>
                  <a:gd name="T6" fmla="*/ 0 w 10"/>
                  <a:gd name="T7" fmla="*/ 0 h 21"/>
                  <a:gd name="T8" fmla="*/ 0 w 10"/>
                  <a:gd name="T9" fmla="*/ 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9" name="Freeform 126">
                <a:extLst>
                  <a:ext uri="{FF2B5EF4-FFF2-40B4-BE49-F238E27FC236}">
                    <a16:creationId xmlns:a16="http://schemas.microsoft.com/office/drawing/2014/main" id="{91B61FAE-70F8-964D-ADDE-2BC5053B227A}"/>
                  </a:ext>
                </a:extLst>
              </p:cNvPr>
              <p:cNvSpPr>
                <a:spLocks/>
              </p:cNvSpPr>
              <p:nvPr/>
            </p:nvSpPr>
            <p:spPr bwMode="auto">
              <a:xfrm>
                <a:off x="2702" y="2234"/>
                <a:ext cx="2" cy="1"/>
              </a:xfrm>
              <a:custGeom>
                <a:avLst/>
                <a:gdLst>
                  <a:gd name="T0" fmla="*/ 0 w 9"/>
                  <a:gd name="T1" fmla="*/ 0 h 11"/>
                  <a:gd name="T2" fmla="*/ 0 w 9"/>
                  <a:gd name="T3" fmla="*/ 0 h 11"/>
                  <a:gd name="T4" fmla="*/ 0 w 9"/>
                  <a:gd name="T5" fmla="*/ 0 h 11"/>
                  <a:gd name="T6" fmla="*/ 0 w 9"/>
                  <a:gd name="T7" fmla="*/ 0 h 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0" name="Freeform 127">
                <a:extLst>
                  <a:ext uri="{FF2B5EF4-FFF2-40B4-BE49-F238E27FC236}">
                    <a16:creationId xmlns:a16="http://schemas.microsoft.com/office/drawing/2014/main" id="{22C4122F-EBC8-2749-BDF0-19D3D5E0CD28}"/>
                  </a:ext>
                </a:extLst>
              </p:cNvPr>
              <p:cNvSpPr>
                <a:spLocks/>
              </p:cNvSpPr>
              <p:nvPr/>
            </p:nvSpPr>
            <p:spPr bwMode="auto">
              <a:xfrm>
                <a:off x="2678" y="2224"/>
                <a:ext cx="3" cy="4"/>
              </a:xfrm>
              <a:custGeom>
                <a:avLst/>
                <a:gdLst>
                  <a:gd name="T0" fmla="*/ 0 w 23"/>
                  <a:gd name="T1" fmla="*/ 0 h 27"/>
                  <a:gd name="T2" fmla="*/ 0 w 23"/>
                  <a:gd name="T3" fmla="*/ 0 h 27"/>
                  <a:gd name="T4" fmla="*/ 0 w 23"/>
                  <a:gd name="T5" fmla="*/ 0 h 27"/>
                  <a:gd name="T6" fmla="*/ 0 w 23"/>
                  <a:gd name="T7" fmla="*/ 0 h 27"/>
                  <a:gd name="T8" fmla="*/ 0 w 23"/>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1" name="Freeform 128">
                <a:extLst>
                  <a:ext uri="{FF2B5EF4-FFF2-40B4-BE49-F238E27FC236}">
                    <a16:creationId xmlns:a16="http://schemas.microsoft.com/office/drawing/2014/main" id="{B5414975-07DA-E64F-B35B-23178705B3B1}"/>
                  </a:ext>
                </a:extLst>
              </p:cNvPr>
              <p:cNvSpPr>
                <a:spLocks/>
              </p:cNvSpPr>
              <p:nvPr/>
            </p:nvSpPr>
            <p:spPr bwMode="auto">
              <a:xfrm>
                <a:off x="2665" y="2224"/>
                <a:ext cx="10" cy="10"/>
              </a:xfrm>
              <a:custGeom>
                <a:avLst/>
                <a:gdLst>
                  <a:gd name="T0" fmla="*/ 0 w 71"/>
                  <a:gd name="T1" fmla="*/ 0 h 73"/>
                  <a:gd name="T2" fmla="*/ 0 w 71"/>
                  <a:gd name="T3" fmla="*/ 0 h 73"/>
                  <a:gd name="T4" fmla="*/ 0 w 71"/>
                  <a:gd name="T5" fmla="*/ 0 h 73"/>
                  <a:gd name="T6" fmla="*/ 0 w 71"/>
                  <a:gd name="T7" fmla="*/ 0 h 73"/>
                  <a:gd name="T8" fmla="*/ 0 w 71"/>
                  <a:gd name="T9" fmla="*/ 0 h 73"/>
                  <a:gd name="T10" fmla="*/ 0 w 71"/>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2" name="Freeform 129">
                <a:extLst>
                  <a:ext uri="{FF2B5EF4-FFF2-40B4-BE49-F238E27FC236}">
                    <a16:creationId xmlns:a16="http://schemas.microsoft.com/office/drawing/2014/main" id="{5078F536-B8A6-9D4E-9F14-D1EC564A8B27}"/>
                  </a:ext>
                </a:extLst>
              </p:cNvPr>
              <p:cNvSpPr>
                <a:spLocks/>
              </p:cNvSpPr>
              <p:nvPr/>
            </p:nvSpPr>
            <p:spPr bwMode="auto">
              <a:xfrm>
                <a:off x="2660" y="2238"/>
                <a:ext cx="2" cy="8"/>
              </a:xfrm>
              <a:custGeom>
                <a:avLst/>
                <a:gdLst>
                  <a:gd name="T0" fmla="*/ 0 w 16"/>
                  <a:gd name="T1" fmla="*/ 0 h 53"/>
                  <a:gd name="T2" fmla="*/ 0 w 16"/>
                  <a:gd name="T3" fmla="*/ 0 h 53"/>
                  <a:gd name="T4" fmla="*/ 0 w 16"/>
                  <a:gd name="T5" fmla="*/ 0 h 53"/>
                  <a:gd name="T6" fmla="*/ 0 w 16"/>
                  <a:gd name="T7" fmla="*/ 0 h 53"/>
                  <a:gd name="T8" fmla="*/ 0 w 16"/>
                  <a:gd name="T9" fmla="*/ 0 h 53"/>
                  <a:gd name="T10" fmla="*/ 0 w 16"/>
                  <a:gd name="T11" fmla="*/ 0 h 53"/>
                  <a:gd name="T12" fmla="*/ 0 w 16"/>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73" name="Freeform 130">
                <a:extLst>
                  <a:ext uri="{FF2B5EF4-FFF2-40B4-BE49-F238E27FC236}">
                    <a16:creationId xmlns:a16="http://schemas.microsoft.com/office/drawing/2014/main" id="{F8174035-1FFF-F241-9B35-B123FFEC285D}"/>
                  </a:ext>
                </a:extLst>
              </p:cNvPr>
              <p:cNvSpPr>
                <a:spLocks/>
              </p:cNvSpPr>
              <p:nvPr/>
            </p:nvSpPr>
            <p:spPr bwMode="auto">
              <a:xfrm>
                <a:off x="2684" y="2231"/>
                <a:ext cx="1" cy="2"/>
              </a:xfrm>
              <a:custGeom>
                <a:avLst/>
                <a:gdLst>
                  <a:gd name="T0" fmla="*/ 0 w 8"/>
                  <a:gd name="T1" fmla="*/ 0 h 19"/>
                  <a:gd name="T2" fmla="*/ 0 w 8"/>
                  <a:gd name="T3" fmla="*/ 0 h 19"/>
                  <a:gd name="T4" fmla="*/ 0 w 8"/>
                  <a:gd name="T5" fmla="*/ 0 h 19"/>
                  <a:gd name="T6" fmla="*/ 0 w 8"/>
                  <a:gd name="T7" fmla="*/ 0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43" name="Group 131">
              <a:extLst>
                <a:ext uri="{FF2B5EF4-FFF2-40B4-BE49-F238E27FC236}">
                  <a16:creationId xmlns:a16="http://schemas.microsoft.com/office/drawing/2014/main" id="{F1C98DA9-B58D-BD49-9F37-E63792CDAEE8}"/>
                </a:ext>
              </a:extLst>
            </p:cNvPr>
            <p:cNvGrpSpPr>
              <a:grpSpLocks/>
            </p:cNvGrpSpPr>
            <p:nvPr/>
          </p:nvGrpSpPr>
          <p:grpSpPr bwMode="auto">
            <a:xfrm flipH="1">
              <a:off x="3730" y="2363"/>
              <a:ext cx="365" cy="408"/>
              <a:chOff x="2511" y="2128"/>
              <a:chExt cx="146" cy="168"/>
            </a:xfrm>
          </p:grpSpPr>
          <p:sp>
            <p:nvSpPr>
              <p:cNvPr id="310350" name="Freeform 132">
                <a:extLst>
                  <a:ext uri="{FF2B5EF4-FFF2-40B4-BE49-F238E27FC236}">
                    <a16:creationId xmlns:a16="http://schemas.microsoft.com/office/drawing/2014/main" id="{306023F9-EEE3-9A43-AF84-D03A814AEEF0}"/>
                  </a:ext>
                </a:extLst>
              </p:cNvPr>
              <p:cNvSpPr>
                <a:spLocks/>
              </p:cNvSpPr>
              <p:nvPr/>
            </p:nvSpPr>
            <p:spPr bwMode="auto">
              <a:xfrm>
                <a:off x="2590" y="2128"/>
                <a:ext cx="5" cy="4"/>
              </a:xfrm>
              <a:custGeom>
                <a:avLst/>
                <a:gdLst>
                  <a:gd name="T0" fmla="*/ 0 w 32"/>
                  <a:gd name="T1" fmla="*/ 0 h 23"/>
                  <a:gd name="T2" fmla="*/ 0 w 32"/>
                  <a:gd name="T3" fmla="*/ 0 h 23"/>
                  <a:gd name="T4" fmla="*/ 0 w 32"/>
                  <a:gd name="T5" fmla="*/ 0 h 23"/>
                  <a:gd name="T6" fmla="*/ 0 w 32"/>
                  <a:gd name="T7" fmla="*/ 0 h 23"/>
                  <a:gd name="T8" fmla="*/ 0 w 32"/>
                  <a:gd name="T9" fmla="*/ 0 h 23"/>
                  <a:gd name="T10" fmla="*/ 0 w 32"/>
                  <a:gd name="T11" fmla="*/ 0 h 23"/>
                  <a:gd name="T12" fmla="*/ 0 w 32"/>
                  <a:gd name="T13" fmla="*/ 0 h 23"/>
                  <a:gd name="T14" fmla="*/ 0 w 32"/>
                  <a:gd name="T15" fmla="*/ 0 h 2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1" name="Freeform 133">
                <a:extLst>
                  <a:ext uri="{FF2B5EF4-FFF2-40B4-BE49-F238E27FC236}">
                    <a16:creationId xmlns:a16="http://schemas.microsoft.com/office/drawing/2014/main" id="{A297DD80-3FFF-504A-AB56-F942CEBEE831}"/>
                  </a:ext>
                </a:extLst>
              </p:cNvPr>
              <p:cNvSpPr>
                <a:spLocks/>
              </p:cNvSpPr>
              <p:nvPr/>
            </p:nvSpPr>
            <p:spPr bwMode="auto">
              <a:xfrm>
                <a:off x="2592" y="2134"/>
                <a:ext cx="2" cy="2"/>
              </a:xfrm>
              <a:custGeom>
                <a:avLst/>
                <a:gdLst>
                  <a:gd name="T0" fmla="*/ 0 w 8"/>
                  <a:gd name="T1" fmla="*/ 0 h 15"/>
                  <a:gd name="T2" fmla="*/ 0 w 8"/>
                  <a:gd name="T3" fmla="*/ 0 h 15"/>
                  <a:gd name="T4" fmla="*/ 0 w 8"/>
                  <a:gd name="T5" fmla="*/ 0 h 15"/>
                  <a:gd name="T6" fmla="*/ 0 w 8"/>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2" name="Freeform 134">
                <a:extLst>
                  <a:ext uri="{FF2B5EF4-FFF2-40B4-BE49-F238E27FC236}">
                    <a16:creationId xmlns:a16="http://schemas.microsoft.com/office/drawing/2014/main" id="{13B93F79-D68B-7044-9197-A6CB9E55601E}"/>
                  </a:ext>
                </a:extLst>
              </p:cNvPr>
              <p:cNvSpPr>
                <a:spLocks/>
              </p:cNvSpPr>
              <p:nvPr/>
            </p:nvSpPr>
            <p:spPr bwMode="auto">
              <a:xfrm>
                <a:off x="2574" y="2150"/>
                <a:ext cx="39" cy="99"/>
              </a:xfrm>
              <a:custGeom>
                <a:avLst/>
                <a:gdLst>
                  <a:gd name="T0" fmla="*/ 0 w 274"/>
                  <a:gd name="T1" fmla="*/ 0 h 693"/>
                  <a:gd name="T2" fmla="*/ 0 w 274"/>
                  <a:gd name="T3" fmla="*/ 0 h 693"/>
                  <a:gd name="T4" fmla="*/ 0 w 274"/>
                  <a:gd name="T5" fmla="*/ 0 h 693"/>
                  <a:gd name="T6" fmla="*/ 0 w 274"/>
                  <a:gd name="T7" fmla="*/ 0 h 693"/>
                  <a:gd name="T8" fmla="*/ 0 w 274"/>
                  <a:gd name="T9" fmla="*/ 0 h 693"/>
                  <a:gd name="T10" fmla="*/ 0 w 274"/>
                  <a:gd name="T11" fmla="*/ 0 h 693"/>
                  <a:gd name="T12" fmla="*/ 0 w 274"/>
                  <a:gd name="T13" fmla="*/ 0 h 693"/>
                  <a:gd name="T14" fmla="*/ 0 w 274"/>
                  <a:gd name="T15" fmla="*/ 0 h 693"/>
                  <a:gd name="T16" fmla="*/ 0 w 274"/>
                  <a:gd name="T17" fmla="*/ 0 h 693"/>
                  <a:gd name="T18" fmla="*/ 0 w 274"/>
                  <a:gd name="T19" fmla="*/ 0 h 6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310353" name="Freeform 135">
                <a:extLst>
                  <a:ext uri="{FF2B5EF4-FFF2-40B4-BE49-F238E27FC236}">
                    <a16:creationId xmlns:a16="http://schemas.microsoft.com/office/drawing/2014/main" id="{685065BE-BDC0-474E-829E-985BF5214AB6}"/>
                  </a:ext>
                </a:extLst>
              </p:cNvPr>
              <p:cNvSpPr>
                <a:spLocks/>
              </p:cNvSpPr>
              <p:nvPr/>
            </p:nvSpPr>
            <p:spPr bwMode="auto">
              <a:xfrm>
                <a:off x="2511" y="2131"/>
                <a:ext cx="146" cy="165"/>
              </a:xfrm>
              <a:custGeom>
                <a:avLst/>
                <a:gdLst>
                  <a:gd name="T0" fmla="*/ 0 w 1023"/>
                  <a:gd name="T1" fmla="*/ 0 h 1154"/>
                  <a:gd name="T2" fmla="*/ 0 w 1023"/>
                  <a:gd name="T3" fmla="*/ 0 h 1154"/>
                  <a:gd name="T4" fmla="*/ 0 w 1023"/>
                  <a:gd name="T5" fmla="*/ 0 h 1154"/>
                  <a:gd name="T6" fmla="*/ 0 w 1023"/>
                  <a:gd name="T7" fmla="*/ 0 h 1154"/>
                  <a:gd name="T8" fmla="*/ 0 w 1023"/>
                  <a:gd name="T9" fmla="*/ 0 h 1154"/>
                  <a:gd name="T10" fmla="*/ 0 w 1023"/>
                  <a:gd name="T11" fmla="*/ 0 h 1154"/>
                  <a:gd name="T12" fmla="*/ 0 w 1023"/>
                  <a:gd name="T13" fmla="*/ 0 h 1154"/>
                  <a:gd name="T14" fmla="*/ 0 w 1023"/>
                  <a:gd name="T15" fmla="*/ 0 h 1154"/>
                  <a:gd name="T16" fmla="*/ 0 w 1023"/>
                  <a:gd name="T17" fmla="*/ 0 h 1154"/>
                  <a:gd name="T18" fmla="*/ 0 w 1023"/>
                  <a:gd name="T19" fmla="*/ 0 h 1154"/>
                  <a:gd name="T20" fmla="*/ 0 w 1023"/>
                  <a:gd name="T21" fmla="*/ 0 h 1154"/>
                  <a:gd name="T22" fmla="*/ 0 w 1023"/>
                  <a:gd name="T23" fmla="*/ 0 h 1154"/>
                  <a:gd name="T24" fmla="*/ 0 w 1023"/>
                  <a:gd name="T25" fmla="*/ 0 h 1154"/>
                  <a:gd name="T26" fmla="*/ 0 w 1023"/>
                  <a:gd name="T27" fmla="*/ 0 h 1154"/>
                  <a:gd name="T28" fmla="*/ 0 w 1023"/>
                  <a:gd name="T29" fmla="*/ 0 h 1154"/>
                  <a:gd name="T30" fmla="*/ 0 w 1023"/>
                  <a:gd name="T31" fmla="*/ 0 h 1154"/>
                  <a:gd name="T32" fmla="*/ 0 w 1023"/>
                  <a:gd name="T33" fmla="*/ 0 h 1154"/>
                  <a:gd name="T34" fmla="*/ 0 w 1023"/>
                  <a:gd name="T35" fmla="*/ 0 h 1154"/>
                  <a:gd name="T36" fmla="*/ 0 w 1023"/>
                  <a:gd name="T37" fmla="*/ 0 h 1154"/>
                  <a:gd name="T38" fmla="*/ 0 w 1023"/>
                  <a:gd name="T39" fmla="*/ 0 h 1154"/>
                  <a:gd name="T40" fmla="*/ 0 w 1023"/>
                  <a:gd name="T41" fmla="*/ 0 h 1154"/>
                  <a:gd name="T42" fmla="*/ 0 w 1023"/>
                  <a:gd name="T43" fmla="*/ 0 h 1154"/>
                  <a:gd name="T44" fmla="*/ 0 w 1023"/>
                  <a:gd name="T45" fmla="*/ 0 h 1154"/>
                  <a:gd name="T46" fmla="*/ 0 w 1023"/>
                  <a:gd name="T47" fmla="*/ 0 h 1154"/>
                  <a:gd name="T48" fmla="*/ 0 w 1023"/>
                  <a:gd name="T49" fmla="*/ 0 h 1154"/>
                  <a:gd name="T50" fmla="*/ 0 w 1023"/>
                  <a:gd name="T51" fmla="*/ 0 h 1154"/>
                  <a:gd name="T52" fmla="*/ 0 w 1023"/>
                  <a:gd name="T53" fmla="*/ 0 h 1154"/>
                  <a:gd name="T54" fmla="*/ 0 w 1023"/>
                  <a:gd name="T55" fmla="*/ 0 h 1154"/>
                  <a:gd name="T56" fmla="*/ 0 w 1023"/>
                  <a:gd name="T57" fmla="*/ 0 h 1154"/>
                  <a:gd name="T58" fmla="*/ 0 w 1023"/>
                  <a:gd name="T59" fmla="*/ 0 h 1154"/>
                  <a:gd name="T60" fmla="*/ 0 w 1023"/>
                  <a:gd name="T61" fmla="*/ 0 h 1154"/>
                  <a:gd name="T62" fmla="*/ 0 w 1023"/>
                  <a:gd name="T63" fmla="*/ 0 h 1154"/>
                  <a:gd name="T64" fmla="*/ 0 w 1023"/>
                  <a:gd name="T65" fmla="*/ 0 h 1154"/>
                  <a:gd name="T66" fmla="*/ 0 w 1023"/>
                  <a:gd name="T67" fmla="*/ 0 h 1154"/>
                  <a:gd name="T68" fmla="*/ 0 w 1023"/>
                  <a:gd name="T69" fmla="*/ 0 h 1154"/>
                  <a:gd name="T70" fmla="*/ 0 w 1023"/>
                  <a:gd name="T71" fmla="*/ 0 h 1154"/>
                  <a:gd name="T72" fmla="*/ 0 w 1023"/>
                  <a:gd name="T73" fmla="*/ 0 h 1154"/>
                  <a:gd name="T74" fmla="*/ 0 w 1023"/>
                  <a:gd name="T75" fmla="*/ 0 h 1154"/>
                  <a:gd name="T76" fmla="*/ 0 w 1023"/>
                  <a:gd name="T77" fmla="*/ 0 h 1154"/>
                  <a:gd name="T78" fmla="*/ 0 w 1023"/>
                  <a:gd name="T79" fmla="*/ 0 h 1154"/>
                  <a:gd name="T80" fmla="*/ 0 w 1023"/>
                  <a:gd name="T81" fmla="*/ 0 h 1154"/>
                  <a:gd name="T82" fmla="*/ 0 w 1023"/>
                  <a:gd name="T83" fmla="*/ 0 h 1154"/>
                  <a:gd name="T84" fmla="*/ 0 w 1023"/>
                  <a:gd name="T85" fmla="*/ 0 h 1154"/>
                  <a:gd name="T86" fmla="*/ 0 w 1023"/>
                  <a:gd name="T87" fmla="*/ 0 h 1154"/>
                  <a:gd name="T88" fmla="*/ 0 w 1023"/>
                  <a:gd name="T89" fmla="*/ 0 h 1154"/>
                  <a:gd name="T90" fmla="*/ 0 w 1023"/>
                  <a:gd name="T91" fmla="*/ 0 h 11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310354" name="Freeform 136">
                <a:extLst>
                  <a:ext uri="{FF2B5EF4-FFF2-40B4-BE49-F238E27FC236}">
                    <a16:creationId xmlns:a16="http://schemas.microsoft.com/office/drawing/2014/main" id="{71568C54-9894-414C-B628-A766B2CDD1B9}"/>
                  </a:ext>
                </a:extLst>
              </p:cNvPr>
              <p:cNvSpPr>
                <a:spLocks/>
              </p:cNvSpPr>
              <p:nvPr/>
            </p:nvSpPr>
            <p:spPr bwMode="auto">
              <a:xfrm>
                <a:off x="2514" y="2141"/>
                <a:ext cx="92" cy="154"/>
              </a:xfrm>
              <a:custGeom>
                <a:avLst/>
                <a:gdLst>
                  <a:gd name="T0" fmla="*/ 0 w 646"/>
                  <a:gd name="T1" fmla="*/ 0 h 1075"/>
                  <a:gd name="T2" fmla="*/ 0 w 646"/>
                  <a:gd name="T3" fmla="*/ 0 h 1075"/>
                  <a:gd name="T4" fmla="*/ 0 w 646"/>
                  <a:gd name="T5" fmla="*/ 0 h 1075"/>
                  <a:gd name="T6" fmla="*/ 0 w 646"/>
                  <a:gd name="T7" fmla="*/ 0 h 1075"/>
                  <a:gd name="T8" fmla="*/ 0 w 646"/>
                  <a:gd name="T9" fmla="*/ 0 h 1075"/>
                  <a:gd name="T10" fmla="*/ 0 w 646"/>
                  <a:gd name="T11" fmla="*/ 0 h 1075"/>
                  <a:gd name="T12" fmla="*/ 0 w 646"/>
                  <a:gd name="T13" fmla="*/ 0 h 1075"/>
                  <a:gd name="T14" fmla="*/ 0 w 646"/>
                  <a:gd name="T15" fmla="*/ 0 h 1075"/>
                  <a:gd name="T16" fmla="*/ 0 w 646"/>
                  <a:gd name="T17" fmla="*/ 0 h 1075"/>
                  <a:gd name="T18" fmla="*/ 0 w 646"/>
                  <a:gd name="T19" fmla="*/ 0 h 1075"/>
                  <a:gd name="T20" fmla="*/ 0 w 646"/>
                  <a:gd name="T21" fmla="*/ 0 h 1075"/>
                  <a:gd name="T22" fmla="*/ 0 w 646"/>
                  <a:gd name="T23" fmla="*/ 0 h 1075"/>
                  <a:gd name="T24" fmla="*/ 0 w 646"/>
                  <a:gd name="T25" fmla="*/ 0 h 1075"/>
                  <a:gd name="T26" fmla="*/ 0 w 646"/>
                  <a:gd name="T27" fmla="*/ 0 h 1075"/>
                  <a:gd name="T28" fmla="*/ 0 w 646"/>
                  <a:gd name="T29" fmla="*/ 0 h 1075"/>
                  <a:gd name="T30" fmla="*/ 0 w 646"/>
                  <a:gd name="T31" fmla="*/ 0 h 1075"/>
                  <a:gd name="T32" fmla="*/ 0 w 646"/>
                  <a:gd name="T33" fmla="*/ 0 h 1075"/>
                  <a:gd name="T34" fmla="*/ 0 w 646"/>
                  <a:gd name="T35" fmla="*/ 0 h 1075"/>
                  <a:gd name="T36" fmla="*/ 0 w 646"/>
                  <a:gd name="T37" fmla="*/ 0 h 1075"/>
                  <a:gd name="T38" fmla="*/ 0 w 646"/>
                  <a:gd name="T39" fmla="*/ 0 h 1075"/>
                  <a:gd name="T40" fmla="*/ 0 w 646"/>
                  <a:gd name="T41" fmla="*/ 0 h 1075"/>
                  <a:gd name="T42" fmla="*/ 0 w 646"/>
                  <a:gd name="T43" fmla="*/ 0 h 1075"/>
                  <a:gd name="T44" fmla="*/ 0 w 646"/>
                  <a:gd name="T45" fmla="*/ 0 h 1075"/>
                  <a:gd name="T46" fmla="*/ 0 w 646"/>
                  <a:gd name="T47" fmla="*/ 0 h 1075"/>
                  <a:gd name="T48" fmla="*/ 0 w 646"/>
                  <a:gd name="T49" fmla="*/ 0 h 1075"/>
                  <a:gd name="T50" fmla="*/ 0 w 646"/>
                  <a:gd name="T51" fmla="*/ 0 h 1075"/>
                  <a:gd name="T52" fmla="*/ 0 w 646"/>
                  <a:gd name="T53" fmla="*/ 0 h 1075"/>
                  <a:gd name="T54" fmla="*/ 0 w 646"/>
                  <a:gd name="T55" fmla="*/ 0 h 1075"/>
                  <a:gd name="T56" fmla="*/ 0 w 646"/>
                  <a:gd name="T57" fmla="*/ 0 h 1075"/>
                  <a:gd name="T58" fmla="*/ 0 w 646"/>
                  <a:gd name="T59" fmla="*/ 0 h 1075"/>
                  <a:gd name="T60" fmla="*/ 0 w 646"/>
                  <a:gd name="T61" fmla="*/ 0 h 1075"/>
                  <a:gd name="T62" fmla="*/ 0 w 646"/>
                  <a:gd name="T63" fmla="*/ 0 h 1075"/>
                  <a:gd name="T64" fmla="*/ 0 w 646"/>
                  <a:gd name="T65" fmla="*/ 0 h 1075"/>
                  <a:gd name="T66" fmla="*/ 0 w 646"/>
                  <a:gd name="T67" fmla="*/ 0 h 1075"/>
                  <a:gd name="T68" fmla="*/ 0 w 646"/>
                  <a:gd name="T69" fmla="*/ 0 h 1075"/>
                  <a:gd name="T70" fmla="*/ 0 w 646"/>
                  <a:gd name="T71" fmla="*/ 0 h 1075"/>
                  <a:gd name="T72" fmla="*/ 0 w 646"/>
                  <a:gd name="T73" fmla="*/ 0 h 1075"/>
                  <a:gd name="T74" fmla="*/ 0 w 646"/>
                  <a:gd name="T75" fmla="*/ 0 h 1075"/>
                  <a:gd name="T76" fmla="*/ 0 w 646"/>
                  <a:gd name="T77" fmla="*/ 0 h 10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5" name="Freeform 137">
                <a:extLst>
                  <a:ext uri="{FF2B5EF4-FFF2-40B4-BE49-F238E27FC236}">
                    <a16:creationId xmlns:a16="http://schemas.microsoft.com/office/drawing/2014/main" id="{5A319FFA-6C4D-2046-B065-005D47E32724}"/>
                  </a:ext>
                </a:extLst>
              </p:cNvPr>
              <p:cNvSpPr>
                <a:spLocks/>
              </p:cNvSpPr>
              <p:nvPr/>
            </p:nvSpPr>
            <p:spPr bwMode="auto">
              <a:xfrm>
                <a:off x="2520" y="2218"/>
                <a:ext cx="27" cy="70"/>
              </a:xfrm>
              <a:custGeom>
                <a:avLst/>
                <a:gdLst>
                  <a:gd name="T0" fmla="*/ 0 w 188"/>
                  <a:gd name="T1" fmla="*/ 0 h 496"/>
                  <a:gd name="T2" fmla="*/ 0 w 188"/>
                  <a:gd name="T3" fmla="*/ 0 h 496"/>
                  <a:gd name="T4" fmla="*/ 0 w 188"/>
                  <a:gd name="T5" fmla="*/ 0 h 496"/>
                  <a:gd name="T6" fmla="*/ 0 w 188"/>
                  <a:gd name="T7" fmla="*/ 0 h 496"/>
                  <a:gd name="T8" fmla="*/ 0 w 188"/>
                  <a:gd name="T9" fmla="*/ 0 h 496"/>
                  <a:gd name="T10" fmla="*/ 0 w 188"/>
                  <a:gd name="T11" fmla="*/ 0 h 496"/>
                  <a:gd name="T12" fmla="*/ 0 w 188"/>
                  <a:gd name="T13" fmla="*/ 0 h 496"/>
                  <a:gd name="T14" fmla="*/ 0 w 188"/>
                  <a:gd name="T15" fmla="*/ 0 h 496"/>
                  <a:gd name="T16" fmla="*/ 0 w 188"/>
                  <a:gd name="T17" fmla="*/ 0 h 496"/>
                  <a:gd name="T18" fmla="*/ 0 w 188"/>
                  <a:gd name="T19" fmla="*/ 0 h 496"/>
                  <a:gd name="T20" fmla="*/ 0 w 188"/>
                  <a:gd name="T21" fmla="*/ 0 h 496"/>
                  <a:gd name="T22" fmla="*/ 0 w 188"/>
                  <a:gd name="T23" fmla="*/ 0 h 496"/>
                  <a:gd name="T24" fmla="*/ 0 w 188"/>
                  <a:gd name="T25" fmla="*/ 0 h 496"/>
                  <a:gd name="T26" fmla="*/ 0 w 188"/>
                  <a:gd name="T27" fmla="*/ 0 h 49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6" name="Freeform 138">
                <a:extLst>
                  <a:ext uri="{FF2B5EF4-FFF2-40B4-BE49-F238E27FC236}">
                    <a16:creationId xmlns:a16="http://schemas.microsoft.com/office/drawing/2014/main" id="{C20E96A9-5A18-4147-989F-0A5E73B15C64}"/>
                  </a:ext>
                </a:extLst>
              </p:cNvPr>
              <p:cNvSpPr>
                <a:spLocks/>
              </p:cNvSpPr>
              <p:nvPr/>
            </p:nvSpPr>
            <p:spPr bwMode="auto">
              <a:xfrm>
                <a:off x="2548" y="2160"/>
                <a:ext cx="107" cy="107"/>
              </a:xfrm>
              <a:custGeom>
                <a:avLst/>
                <a:gdLst>
                  <a:gd name="T0" fmla="*/ 0 w 747"/>
                  <a:gd name="T1" fmla="*/ 0 h 747"/>
                  <a:gd name="T2" fmla="*/ 0 w 747"/>
                  <a:gd name="T3" fmla="*/ 0 h 747"/>
                  <a:gd name="T4" fmla="*/ 0 w 747"/>
                  <a:gd name="T5" fmla="*/ 0 h 747"/>
                  <a:gd name="T6" fmla="*/ 0 w 747"/>
                  <a:gd name="T7" fmla="*/ 0 h 747"/>
                  <a:gd name="T8" fmla="*/ 0 w 747"/>
                  <a:gd name="T9" fmla="*/ 0 h 747"/>
                  <a:gd name="T10" fmla="*/ 0 w 747"/>
                  <a:gd name="T11" fmla="*/ 0 h 747"/>
                  <a:gd name="T12" fmla="*/ 0 w 747"/>
                  <a:gd name="T13" fmla="*/ 0 h 747"/>
                  <a:gd name="T14" fmla="*/ 0 w 747"/>
                  <a:gd name="T15" fmla="*/ 0 h 747"/>
                  <a:gd name="T16" fmla="*/ 0 w 747"/>
                  <a:gd name="T17" fmla="*/ 0 h 747"/>
                  <a:gd name="T18" fmla="*/ 0 w 747"/>
                  <a:gd name="T19" fmla="*/ 0 h 747"/>
                  <a:gd name="T20" fmla="*/ 0 w 747"/>
                  <a:gd name="T21" fmla="*/ 0 h 747"/>
                  <a:gd name="T22" fmla="*/ 0 w 747"/>
                  <a:gd name="T23" fmla="*/ 0 h 747"/>
                  <a:gd name="T24" fmla="*/ 0 w 747"/>
                  <a:gd name="T25" fmla="*/ 0 h 747"/>
                  <a:gd name="T26" fmla="*/ 0 w 747"/>
                  <a:gd name="T27" fmla="*/ 0 h 747"/>
                  <a:gd name="T28" fmla="*/ 0 w 747"/>
                  <a:gd name="T29" fmla="*/ 0 h 747"/>
                  <a:gd name="T30" fmla="*/ 0 w 747"/>
                  <a:gd name="T31" fmla="*/ 0 h 747"/>
                  <a:gd name="T32" fmla="*/ 0 w 747"/>
                  <a:gd name="T33" fmla="*/ 0 h 747"/>
                  <a:gd name="T34" fmla="*/ 0 w 747"/>
                  <a:gd name="T35" fmla="*/ 0 h 747"/>
                  <a:gd name="T36" fmla="*/ 0 w 747"/>
                  <a:gd name="T37" fmla="*/ 0 h 747"/>
                  <a:gd name="T38" fmla="*/ 0 w 747"/>
                  <a:gd name="T39" fmla="*/ 0 h 747"/>
                  <a:gd name="T40" fmla="*/ 0 w 747"/>
                  <a:gd name="T41" fmla="*/ 0 h 747"/>
                  <a:gd name="T42" fmla="*/ 0 w 747"/>
                  <a:gd name="T43" fmla="*/ 0 h 747"/>
                  <a:gd name="T44" fmla="*/ 0 w 747"/>
                  <a:gd name="T45" fmla="*/ 0 h 747"/>
                  <a:gd name="T46" fmla="*/ 0 w 747"/>
                  <a:gd name="T47" fmla="*/ 0 h 747"/>
                  <a:gd name="T48" fmla="*/ 0 w 747"/>
                  <a:gd name="T49" fmla="*/ 0 h 747"/>
                  <a:gd name="T50" fmla="*/ 0 w 747"/>
                  <a:gd name="T51" fmla="*/ 0 h 747"/>
                  <a:gd name="T52" fmla="*/ 0 w 747"/>
                  <a:gd name="T53" fmla="*/ 0 h 747"/>
                  <a:gd name="T54" fmla="*/ 0 w 747"/>
                  <a:gd name="T55" fmla="*/ 0 h 747"/>
                  <a:gd name="T56" fmla="*/ 0 w 747"/>
                  <a:gd name="T57" fmla="*/ 0 h 747"/>
                  <a:gd name="T58" fmla="*/ 0 w 747"/>
                  <a:gd name="T59" fmla="*/ 0 h 747"/>
                  <a:gd name="T60" fmla="*/ 0 w 747"/>
                  <a:gd name="T61" fmla="*/ 0 h 747"/>
                  <a:gd name="T62" fmla="*/ 0 w 747"/>
                  <a:gd name="T63" fmla="*/ 0 h 747"/>
                  <a:gd name="T64" fmla="*/ 0 w 747"/>
                  <a:gd name="T65" fmla="*/ 0 h 747"/>
                  <a:gd name="T66" fmla="*/ 0 w 747"/>
                  <a:gd name="T67" fmla="*/ 0 h 747"/>
                  <a:gd name="T68" fmla="*/ 0 w 747"/>
                  <a:gd name="T69" fmla="*/ 0 h 747"/>
                  <a:gd name="T70" fmla="*/ 0 w 747"/>
                  <a:gd name="T71" fmla="*/ 0 h 747"/>
                  <a:gd name="T72" fmla="*/ 0 w 747"/>
                  <a:gd name="T73" fmla="*/ 0 h 747"/>
                  <a:gd name="T74" fmla="*/ 0 w 747"/>
                  <a:gd name="T75" fmla="*/ 0 h 747"/>
                  <a:gd name="T76" fmla="*/ 0 w 747"/>
                  <a:gd name="T77" fmla="*/ 0 h 747"/>
                  <a:gd name="T78" fmla="*/ 0 w 747"/>
                  <a:gd name="T79" fmla="*/ 0 h 747"/>
                  <a:gd name="T80" fmla="*/ 0 w 747"/>
                  <a:gd name="T81" fmla="*/ 0 h 747"/>
                  <a:gd name="T82" fmla="*/ 0 w 747"/>
                  <a:gd name="T83" fmla="*/ 0 h 747"/>
                  <a:gd name="T84" fmla="*/ 0 w 747"/>
                  <a:gd name="T85" fmla="*/ 0 h 747"/>
                  <a:gd name="T86" fmla="*/ 0 w 747"/>
                  <a:gd name="T87" fmla="*/ 0 h 747"/>
                  <a:gd name="T88" fmla="*/ 0 w 747"/>
                  <a:gd name="T89" fmla="*/ 0 h 747"/>
                  <a:gd name="T90" fmla="*/ 0 w 747"/>
                  <a:gd name="T91" fmla="*/ 0 h 747"/>
                  <a:gd name="T92" fmla="*/ 0 w 747"/>
                  <a:gd name="T93" fmla="*/ 0 h 747"/>
                  <a:gd name="T94" fmla="*/ 0 w 747"/>
                  <a:gd name="T95" fmla="*/ 0 h 747"/>
                  <a:gd name="T96" fmla="*/ 0 w 747"/>
                  <a:gd name="T97" fmla="*/ 0 h 747"/>
                  <a:gd name="T98" fmla="*/ 0 w 747"/>
                  <a:gd name="T99" fmla="*/ 0 h 747"/>
                  <a:gd name="T100" fmla="*/ 0 w 747"/>
                  <a:gd name="T101" fmla="*/ 0 h 747"/>
                  <a:gd name="T102" fmla="*/ 0 w 747"/>
                  <a:gd name="T103" fmla="*/ 0 h 747"/>
                  <a:gd name="T104" fmla="*/ 0 w 747"/>
                  <a:gd name="T105" fmla="*/ 0 h 747"/>
                  <a:gd name="T106" fmla="*/ 0 w 747"/>
                  <a:gd name="T107" fmla="*/ 0 h 747"/>
                  <a:gd name="T108" fmla="*/ 0 w 747"/>
                  <a:gd name="T109" fmla="*/ 0 h 747"/>
                  <a:gd name="T110" fmla="*/ 0 w 747"/>
                  <a:gd name="T111" fmla="*/ 0 h 74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7" name="Freeform 139">
                <a:extLst>
                  <a:ext uri="{FF2B5EF4-FFF2-40B4-BE49-F238E27FC236}">
                    <a16:creationId xmlns:a16="http://schemas.microsoft.com/office/drawing/2014/main" id="{6A2C76DA-4CE5-2347-9F2D-FF5F22F13E6D}"/>
                  </a:ext>
                </a:extLst>
              </p:cNvPr>
              <p:cNvSpPr>
                <a:spLocks/>
              </p:cNvSpPr>
              <p:nvPr/>
            </p:nvSpPr>
            <p:spPr bwMode="auto">
              <a:xfrm>
                <a:off x="2555" y="2200"/>
                <a:ext cx="27" cy="24"/>
              </a:xfrm>
              <a:custGeom>
                <a:avLst/>
                <a:gdLst>
                  <a:gd name="T0" fmla="*/ 0 w 188"/>
                  <a:gd name="T1" fmla="*/ 0 h 168"/>
                  <a:gd name="T2" fmla="*/ 0 w 188"/>
                  <a:gd name="T3" fmla="*/ 0 h 168"/>
                  <a:gd name="T4" fmla="*/ 0 w 188"/>
                  <a:gd name="T5" fmla="*/ 0 h 168"/>
                  <a:gd name="T6" fmla="*/ 0 w 188"/>
                  <a:gd name="T7" fmla="*/ 0 h 168"/>
                  <a:gd name="T8" fmla="*/ 0 w 188"/>
                  <a:gd name="T9" fmla="*/ 0 h 168"/>
                  <a:gd name="T10" fmla="*/ 0 w 188"/>
                  <a:gd name="T11" fmla="*/ 0 h 168"/>
                  <a:gd name="T12" fmla="*/ 0 w 188"/>
                  <a:gd name="T13" fmla="*/ 0 h 168"/>
                  <a:gd name="T14" fmla="*/ 0 w 188"/>
                  <a:gd name="T15" fmla="*/ 0 h 168"/>
                  <a:gd name="T16" fmla="*/ 0 w 188"/>
                  <a:gd name="T17" fmla="*/ 0 h 168"/>
                  <a:gd name="T18" fmla="*/ 0 w 188"/>
                  <a:gd name="T19" fmla="*/ 0 h 168"/>
                  <a:gd name="T20" fmla="*/ 0 w 188"/>
                  <a:gd name="T21" fmla="*/ 0 h 168"/>
                  <a:gd name="T22" fmla="*/ 0 w 188"/>
                  <a:gd name="T23" fmla="*/ 0 h 168"/>
                  <a:gd name="T24" fmla="*/ 0 w 188"/>
                  <a:gd name="T25" fmla="*/ 0 h 168"/>
                  <a:gd name="T26" fmla="*/ 0 w 188"/>
                  <a:gd name="T27" fmla="*/ 0 h 168"/>
                  <a:gd name="T28" fmla="*/ 0 w 188"/>
                  <a:gd name="T29" fmla="*/ 0 h 168"/>
                  <a:gd name="T30" fmla="*/ 0 w 188"/>
                  <a:gd name="T31" fmla="*/ 0 h 168"/>
                  <a:gd name="T32" fmla="*/ 0 w 188"/>
                  <a:gd name="T33" fmla="*/ 0 h 168"/>
                  <a:gd name="T34" fmla="*/ 0 w 188"/>
                  <a:gd name="T35" fmla="*/ 0 h 168"/>
                  <a:gd name="T36" fmla="*/ 0 w 188"/>
                  <a:gd name="T37" fmla="*/ 0 h 168"/>
                  <a:gd name="T38" fmla="*/ 0 w 188"/>
                  <a:gd name="T39" fmla="*/ 0 h 168"/>
                  <a:gd name="T40" fmla="*/ 0 w 188"/>
                  <a:gd name="T41" fmla="*/ 0 h 168"/>
                  <a:gd name="T42" fmla="*/ 0 w 188"/>
                  <a:gd name="T43" fmla="*/ 0 h 168"/>
                  <a:gd name="T44" fmla="*/ 0 w 188"/>
                  <a:gd name="T45" fmla="*/ 0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8" name="Freeform 140">
                <a:extLst>
                  <a:ext uri="{FF2B5EF4-FFF2-40B4-BE49-F238E27FC236}">
                    <a16:creationId xmlns:a16="http://schemas.microsoft.com/office/drawing/2014/main" id="{B55D749D-A9A1-C741-8228-9EFAB737A919}"/>
                  </a:ext>
                </a:extLst>
              </p:cNvPr>
              <p:cNvSpPr>
                <a:spLocks/>
              </p:cNvSpPr>
              <p:nvPr/>
            </p:nvSpPr>
            <p:spPr bwMode="auto">
              <a:xfrm>
                <a:off x="2556" y="2180"/>
                <a:ext cx="25" cy="32"/>
              </a:xfrm>
              <a:custGeom>
                <a:avLst/>
                <a:gdLst>
                  <a:gd name="T0" fmla="*/ 0 w 171"/>
                  <a:gd name="T1" fmla="*/ 0 h 221"/>
                  <a:gd name="T2" fmla="*/ 0 w 171"/>
                  <a:gd name="T3" fmla="*/ 0 h 221"/>
                  <a:gd name="T4" fmla="*/ 0 w 171"/>
                  <a:gd name="T5" fmla="*/ 0 h 221"/>
                  <a:gd name="T6" fmla="*/ 0 w 171"/>
                  <a:gd name="T7" fmla="*/ 0 h 221"/>
                  <a:gd name="T8" fmla="*/ 0 w 171"/>
                  <a:gd name="T9" fmla="*/ 0 h 221"/>
                  <a:gd name="T10" fmla="*/ 0 w 171"/>
                  <a:gd name="T11" fmla="*/ 0 h 221"/>
                  <a:gd name="T12" fmla="*/ 0 w 171"/>
                  <a:gd name="T13" fmla="*/ 0 h 221"/>
                  <a:gd name="T14" fmla="*/ 0 w 171"/>
                  <a:gd name="T15" fmla="*/ 0 h 221"/>
                  <a:gd name="T16" fmla="*/ 0 w 171"/>
                  <a:gd name="T17" fmla="*/ 0 h 221"/>
                  <a:gd name="T18" fmla="*/ 0 w 171"/>
                  <a:gd name="T19" fmla="*/ 0 h 221"/>
                  <a:gd name="T20" fmla="*/ 0 w 171"/>
                  <a:gd name="T21" fmla="*/ 0 h 221"/>
                  <a:gd name="T22" fmla="*/ 0 w 171"/>
                  <a:gd name="T23" fmla="*/ 0 h 221"/>
                  <a:gd name="T24" fmla="*/ 0 w 171"/>
                  <a:gd name="T25" fmla="*/ 0 h 221"/>
                  <a:gd name="T26" fmla="*/ 0 w 171"/>
                  <a:gd name="T27" fmla="*/ 0 h 221"/>
                  <a:gd name="T28" fmla="*/ 0 w 171"/>
                  <a:gd name="T29" fmla="*/ 0 h 221"/>
                  <a:gd name="T30" fmla="*/ 0 w 171"/>
                  <a:gd name="T31" fmla="*/ 0 h 221"/>
                  <a:gd name="T32" fmla="*/ 0 w 171"/>
                  <a:gd name="T33" fmla="*/ 0 h 2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59" name="Freeform 141">
                <a:extLst>
                  <a:ext uri="{FF2B5EF4-FFF2-40B4-BE49-F238E27FC236}">
                    <a16:creationId xmlns:a16="http://schemas.microsoft.com/office/drawing/2014/main" id="{C7A9F175-F8EE-6F46-887D-12507F947BA7}"/>
                  </a:ext>
                </a:extLst>
              </p:cNvPr>
              <p:cNvSpPr>
                <a:spLocks/>
              </p:cNvSpPr>
              <p:nvPr/>
            </p:nvSpPr>
            <p:spPr bwMode="auto">
              <a:xfrm>
                <a:off x="2559" y="2149"/>
                <a:ext cx="26" cy="18"/>
              </a:xfrm>
              <a:custGeom>
                <a:avLst/>
                <a:gdLst>
                  <a:gd name="T0" fmla="*/ 0 w 182"/>
                  <a:gd name="T1" fmla="*/ 0 h 127"/>
                  <a:gd name="T2" fmla="*/ 0 w 182"/>
                  <a:gd name="T3" fmla="*/ 0 h 127"/>
                  <a:gd name="T4" fmla="*/ 0 w 182"/>
                  <a:gd name="T5" fmla="*/ 0 h 127"/>
                  <a:gd name="T6" fmla="*/ 0 w 182"/>
                  <a:gd name="T7" fmla="*/ 0 h 127"/>
                  <a:gd name="T8" fmla="*/ 0 w 182"/>
                  <a:gd name="T9" fmla="*/ 0 h 127"/>
                  <a:gd name="T10" fmla="*/ 0 w 182"/>
                  <a:gd name="T11" fmla="*/ 0 h 127"/>
                  <a:gd name="T12" fmla="*/ 0 w 182"/>
                  <a:gd name="T13" fmla="*/ 0 h 127"/>
                  <a:gd name="T14" fmla="*/ 0 w 182"/>
                  <a:gd name="T15" fmla="*/ 0 h 127"/>
                  <a:gd name="T16" fmla="*/ 0 w 182"/>
                  <a:gd name="T17" fmla="*/ 0 h 127"/>
                  <a:gd name="T18" fmla="*/ 0 w 182"/>
                  <a:gd name="T19" fmla="*/ 0 h 1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0" name="Freeform 142">
                <a:extLst>
                  <a:ext uri="{FF2B5EF4-FFF2-40B4-BE49-F238E27FC236}">
                    <a16:creationId xmlns:a16="http://schemas.microsoft.com/office/drawing/2014/main" id="{212EE52B-5028-6449-A5DB-A9D74359A59A}"/>
                  </a:ext>
                </a:extLst>
              </p:cNvPr>
              <p:cNvSpPr>
                <a:spLocks/>
              </p:cNvSpPr>
              <p:nvPr/>
            </p:nvSpPr>
            <p:spPr bwMode="auto">
              <a:xfrm>
                <a:off x="2590" y="2182"/>
                <a:ext cx="15" cy="48"/>
              </a:xfrm>
              <a:custGeom>
                <a:avLst/>
                <a:gdLst>
                  <a:gd name="T0" fmla="*/ 0 w 102"/>
                  <a:gd name="T1" fmla="*/ 0 h 331"/>
                  <a:gd name="T2" fmla="*/ 0 w 102"/>
                  <a:gd name="T3" fmla="*/ 0 h 331"/>
                  <a:gd name="T4" fmla="*/ 0 w 102"/>
                  <a:gd name="T5" fmla="*/ 0 h 331"/>
                  <a:gd name="T6" fmla="*/ 0 w 102"/>
                  <a:gd name="T7" fmla="*/ 0 h 331"/>
                  <a:gd name="T8" fmla="*/ 0 w 102"/>
                  <a:gd name="T9" fmla="*/ 0 h 331"/>
                  <a:gd name="T10" fmla="*/ 0 w 102"/>
                  <a:gd name="T11" fmla="*/ 0 h 331"/>
                  <a:gd name="T12" fmla="*/ 0 w 102"/>
                  <a:gd name="T13" fmla="*/ 0 h 331"/>
                  <a:gd name="T14" fmla="*/ 0 w 102"/>
                  <a:gd name="T15" fmla="*/ 0 h 331"/>
                  <a:gd name="T16" fmla="*/ 0 w 102"/>
                  <a:gd name="T17" fmla="*/ 0 h 331"/>
                  <a:gd name="T18" fmla="*/ 0 w 102"/>
                  <a:gd name="T19" fmla="*/ 0 h 331"/>
                  <a:gd name="T20" fmla="*/ 0 w 102"/>
                  <a:gd name="T21" fmla="*/ 0 h 331"/>
                  <a:gd name="T22" fmla="*/ 0 w 102"/>
                  <a:gd name="T23" fmla="*/ 0 h 331"/>
                  <a:gd name="T24" fmla="*/ 0 w 102"/>
                  <a:gd name="T25" fmla="*/ 0 h 331"/>
                  <a:gd name="T26" fmla="*/ 0 w 102"/>
                  <a:gd name="T27" fmla="*/ 0 h 331"/>
                  <a:gd name="T28" fmla="*/ 0 w 102"/>
                  <a:gd name="T29" fmla="*/ 0 h 331"/>
                  <a:gd name="T30" fmla="*/ 0 w 102"/>
                  <a:gd name="T31" fmla="*/ 0 h 331"/>
                  <a:gd name="T32" fmla="*/ 0 w 102"/>
                  <a:gd name="T33" fmla="*/ 0 h 331"/>
                  <a:gd name="T34" fmla="*/ 0 w 102"/>
                  <a:gd name="T35" fmla="*/ 0 h 331"/>
                  <a:gd name="T36" fmla="*/ 0 w 102"/>
                  <a:gd name="T37" fmla="*/ 0 h 3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1" name="Freeform 143">
                <a:extLst>
                  <a:ext uri="{FF2B5EF4-FFF2-40B4-BE49-F238E27FC236}">
                    <a16:creationId xmlns:a16="http://schemas.microsoft.com/office/drawing/2014/main" id="{809CEF9B-F13E-5D4D-90A5-E63525FF1347}"/>
                  </a:ext>
                </a:extLst>
              </p:cNvPr>
              <p:cNvSpPr>
                <a:spLocks/>
              </p:cNvSpPr>
              <p:nvPr/>
            </p:nvSpPr>
            <p:spPr bwMode="auto">
              <a:xfrm>
                <a:off x="2557" y="2233"/>
                <a:ext cx="26" cy="9"/>
              </a:xfrm>
              <a:custGeom>
                <a:avLst/>
                <a:gdLst>
                  <a:gd name="T0" fmla="*/ 0 w 185"/>
                  <a:gd name="T1" fmla="*/ 0 h 62"/>
                  <a:gd name="T2" fmla="*/ 0 w 185"/>
                  <a:gd name="T3" fmla="*/ 0 h 62"/>
                  <a:gd name="T4" fmla="*/ 0 w 185"/>
                  <a:gd name="T5" fmla="*/ 0 h 62"/>
                  <a:gd name="T6" fmla="*/ 0 w 185"/>
                  <a:gd name="T7" fmla="*/ 0 h 62"/>
                  <a:gd name="T8" fmla="*/ 0 w 185"/>
                  <a:gd name="T9" fmla="*/ 0 h 62"/>
                  <a:gd name="T10" fmla="*/ 0 w 185"/>
                  <a:gd name="T11" fmla="*/ 0 h 62"/>
                  <a:gd name="T12" fmla="*/ 0 w 185"/>
                  <a:gd name="T13" fmla="*/ 0 h 62"/>
                  <a:gd name="T14" fmla="*/ 0 w 185"/>
                  <a:gd name="T15" fmla="*/ 0 h 62"/>
                  <a:gd name="T16" fmla="*/ 0 w 185"/>
                  <a:gd name="T17" fmla="*/ 0 h 62"/>
                  <a:gd name="T18" fmla="*/ 0 w 185"/>
                  <a:gd name="T19" fmla="*/ 0 h 62"/>
                  <a:gd name="T20" fmla="*/ 0 w 185"/>
                  <a:gd name="T21" fmla="*/ 0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2" name="Freeform 144">
                <a:extLst>
                  <a:ext uri="{FF2B5EF4-FFF2-40B4-BE49-F238E27FC236}">
                    <a16:creationId xmlns:a16="http://schemas.microsoft.com/office/drawing/2014/main" id="{C15A6256-F511-3A4F-ABEE-D679181BF5F7}"/>
                  </a:ext>
                </a:extLst>
              </p:cNvPr>
              <p:cNvSpPr>
                <a:spLocks/>
              </p:cNvSpPr>
              <p:nvPr/>
            </p:nvSpPr>
            <p:spPr bwMode="auto">
              <a:xfrm>
                <a:off x="2589" y="2238"/>
                <a:ext cx="16" cy="20"/>
              </a:xfrm>
              <a:custGeom>
                <a:avLst/>
                <a:gdLst>
                  <a:gd name="T0" fmla="*/ 0 w 111"/>
                  <a:gd name="T1" fmla="*/ 0 h 138"/>
                  <a:gd name="T2" fmla="*/ 0 w 111"/>
                  <a:gd name="T3" fmla="*/ 0 h 138"/>
                  <a:gd name="T4" fmla="*/ 0 w 111"/>
                  <a:gd name="T5" fmla="*/ 0 h 138"/>
                  <a:gd name="T6" fmla="*/ 0 w 111"/>
                  <a:gd name="T7" fmla="*/ 0 h 138"/>
                  <a:gd name="T8" fmla="*/ 0 w 111"/>
                  <a:gd name="T9" fmla="*/ 0 h 138"/>
                  <a:gd name="T10" fmla="*/ 0 w 111"/>
                  <a:gd name="T11" fmla="*/ 0 h 138"/>
                  <a:gd name="T12" fmla="*/ 0 w 111"/>
                  <a:gd name="T13" fmla="*/ 0 h 138"/>
                  <a:gd name="T14" fmla="*/ 0 w 111"/>
                  <a:gd name="T15" fmla="*/ 0 h 138"/>
                  <a:gd name="T16" fmla="*/ 0 w 111"/>
                  <a:gd name="T17" fmla="*/ 0 h 138"/>
                  <a:gd name="T18" fmla="*/ 0 w 111"/>
                  <a:gd name="T19" fmla="*/ 0 h 138"/>
                  <a:gd name="T20" fmla="*/ 0 w 111"/>
                  <a:gd name="T21" fmla="*/ 0 h 138"/>
                  <a:gd name="T22" fmla="*/ 0 w 111"/>
                  <a:gd name="T23" fmla="*/ 0 h 138"/>
                  <a:gd name="T24" fmla="*/ 0 w 111"/>
                  <a:gd name="T25" fmla="*/ 0 h 1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63" name="Freeform 145">
                <a:extLst>
                  <a:ext uri="{FF2B5EF4-FFF2-40B4-BE49-F238E27FC236}">
                    <a16:creationId xmlns:a16="http://schemas.microsoft.com/office/drawing/2014/main" id="{B2805A6A-D3F8-C447-BD8A-5434B3872469}"/>
                  </a:ext>
                </a:extLst>
              </p:cNvPr>
              <p:cNvSpPr>
                <a:spLocks/>
              </p:cNvSpPr>
              <p:nvPr/>
            </p:nvSpPr>
            <p:spPr bwMode="auto">
              <a:xfrm>
                <a:off x="2541" y="2133"/>
                <a:ext cx="38" cy="24"/>
              </a:xfrm>
              <a:custGeom>
                <a:avLst/>
                <a:gdLst>
                  <a:gd name="T0" fmla="*/ 0 w 266"/>
                  <a:gd name="T1" fmla="*/ 0 h 167"/>
                  <a:gd name="T2" fmla="*/ 0 w 266"/>
                  <a:gd name="T3" fmla="*/ 0 h 167"/>
                  <a:gd name="T4" fmla="*/ 0 w 266"/>
                  <a:gd name="T5" fmla="*/ 0 h 167"/>
                  <a:gd name="T6" fmla="*/ 0 w 266"/>
                  <a:gd name="T7" fmla="*/ 0 h 167"/>
                  <a:gd name="T8" fmla="*/ 0 w 266"/>
                  <a:gd name="T9" fmla="*/ 0 h 167"/>
                  <a:gd name="T10" fmla="*/ 0 w 266"/>
                  <a:gd name="T11" fmla="*/ 0 h 167"/>
                  <a:gd name="T12" fmla="*/ 0 w 266"/>
                  <a:gd name="T13" fmla="*/ 0 h 167"/>
                  <a:gd name="T14" fmla="*/ 0 w 266"/>
                  <a:gd name="T15" fmla="*/ 0 h 167"/>
                  <a:gd name="T16" fmla="*/ 0 w 266"/>
                  <a:gd name="T17" fmla="*/ 0 h 167"/>
                  <a:gd name="T18" fmla="*/ 0 w 266"/>
                  <a:gd name="T19" fmla="*/ 0 h 167"/>
                  <a:gd name="T20" fmla="*/ 0 w 266"/>
                  <a:gd name="T21" fmla="*/ 0 h 167"/>
                  <a:gd name="T22" fmla="*/ 0 w 266"/>
                  <a:gd name="T23" fmla="*/ 0 h 1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0344" name="Group 146">
              <a:extLst>
                <a:ext uri="{FF2B5EF4-FFF2-40B4-BE49-F238E27FC236}">
                  <a16:creationId xmlns:a16="http://schemas.microsoft.com/office/drawing/2014/main" id="{29A27046-5BC3-AC41-AF1F-8AF266D9D339}"/>
                </a:ext>
              </a:extLst>
            </p:cNvPr>
            <p:cNvGrpSpPr>
              <a:grpSpLocks/>
            </p:cNvGrpSpPr>
            <p:nvPr/>
          </p:nvGrpSpPr>
          <p:grpSpPr bwMode="auto">
            <a:xfrm flipH="1">
              <a:off x="3933" y="2647"/>
              <a:ext cx="195" cy="260"/>
              <a:chOff x="2498" y="2245"/>
              <a:chExt cx="78" cy="107"/>
            </a:xfrm>
          </p:grpSpPr>
          <p:sp>
            <p:nvSpPr>
              <p:cNvPr id="310348" name="Freeform 147">
                <a:extLst>
                  <a:ext uri="{FF2B5EF4-FFF2-40B4-BE49-F238E27FC236}">
                    <a16:creationId xmlns:a16="http://schemas.microsoft.com/office/drawing/2014/main" id="{B5A17347-B6FE-9348-A79C-1363912B39B9}"/>
                  </a:ext>
                </a:extLst>
              </p:cNvPr>
              <p:cNvSpPr>
                <a:spLocks/>
              </p:cNvSpPr>
              <p:nvPr/>
            </p:nvSpPr>
            <p:spPr bwMode="auto">
              <a:xfrm>
                <a:off x="2498" y="2245"/>
                <a:ext cx="78" cy="107"/>
              </a:xfrm>
              <a:custGeom>
                <a:avLst/>
                <a:gdLst>
                  <a:gd name="T0" fmla="*/ 0 w 551"/>
                  <a:gd name="T1" fmla="*/ 0 h 750"/>
                  <a:gd name="T2" fmla="*/ 0 w 551"/>
                  <a:gd name="T3" fmla="*/ 0 h 750"/>
                  <a:gd name="T4" fmla="*/ 0 w 551"/>
                  <a:gd name="T5" fmla="*/ 0 h 750"/>
                  <a:gd name="T6" fmla="*/ 0 w 551"/>
                  <a:gd name="T7" fmla="*/ 0 h 750"/>
                  <a:gd name="T8" fmla="*/ 0 w 551"/>
                  <a:gd name="T9" fmla="*/ 0 h 750"/>
                  <a:gd name="T10" fmla="*/ 0 w 551"/>
                  <a:gd name="T11" fmla="*/ 0 h 750"/>
                  <a:gd name="T12" fmla="*/ 0 w 551"/>
                  <a:gd name="T13" fmla="*/ 0 h 750"/>
                  <a:gd name="T14" fmla="*/ 0 w 551"/>
                  <a:gd name="T15" fmla="*/ 0 h 750"/>
                  <a:gd name="T16" fmla="*/ 0 w 551"/>
                  <a:gd name="T17" fmla="*/ 0 h 750"/>
                  <a:gd name="T18" fmla="*/ 0 w 551"/>
                  <a:gd name="T19" fmla="*/ 0 h 750"/>
                  <a:gd name="T20" fmla="*/ 0 w 551"/>
                  <a:gd name="T21" fmla="*/ 0 h 750"/>
                  <a:gd name="T22" fmla="*/ 0 w 551"/>
                  <a:gd name="T23" fmla="*/ 0 h 750"/>
                  <a:gd name="T24" fmla="*/ 0 w 551"/>
                  <a:gd name="T25" fmla="*/ 0 h 750"/>
                  <a:gd name="T26" fmla="*/ 0 w 551"/>
                  <a:gd name="T27" fmla="*/ 0 h 750"/>
                  <a:gd name="T28" fmla="*/ 0 w 551"/>
                  <a:gd name="T29" fmla="*/ 0 h 750"/>
                  <a:gd name="T30" fmla="*/ 0 w 551"/>
                  <a:gd name="T31" fmla="*/ 0 h 750"/>
                  <a:gd name="T32" fmla="*/ 0 w 551"/>
                  <a:gd name="T33" fmla="*/ 0 h 750"/>
                  <a:gd name="T34" fmla="*/ 0 w 551"/>
                  <a:gd name="T35" fmla="*/ 0 h 750"/>
                  <a:gd name="T36" fmla="*/ 0 w 551"/>
                  <a:gd name="T37" fmla="*/ 0 h 750"/>
                  <a:gd name="T38" fmla="*/ 0 w 551"/>
                  <a:gd name="T39" fmla="*/ 0 h 750"/>
                  <a:gd name="T40" fmla="*/ 0 w 551"/>
                  <a:gd name="T41" fmla="*/ 0 h 750"/>
                  <a:gd name="T42" fmla="*/ 0 w 551"/>
                  <a:gd name="T43" fmla="*/ 0 h 750"/>
                  <a:gd name="T44" fmla="*/ 0 w 551"/>
                  <a:gd name="T45" fmla="*/ 0 h 750"/>
                  <a:gd name="T46" fmla="*/ 0 w 551"/>
                  <a:gd name="T47" fmla="*/ 0 h 7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310349" name="Freeform 148">
                <a:extLst>
                  <a:ext uri="{FF2B5EF4-FFF2-40B4-BE49-F238E27FC236}">
                    <a16:creationId xmlns:a16="http://schemas.microsoft.com/office/drawing/2014/main" id="{C054C192-3494-7B4C-ADBD-62C502ACD190}"/>
                  </a:ext>
                </a:extLst>
              </p:cNvPr>
              <p:cNvSpPr>
                <a:spLocks/>
              </p:cNvSpPr>
              <p:nvPr/>
            </p:nvSpPr>
            <p:spPr bwMode="auto">
              <a:xfrm>
                <a:off x="2499" y="2250"/>
                <a:ext cx="68" cy="98"/>
              </a:xfrm>
              <a:custGeom>
                <a:avLst/>
                <a:gdLst>
                  <a:gd name="T0" fmla="*/ 0 w 474"/>
                  <a:gd name="T1" fmla="*/ 0 h 687"/>
                  <a:gd name="T2" fmla="*/ 0 w 474"/>
                  <a:gd name="T3" fmla="*/ 0 h 687"/>
                  <a:gd name="T4" fmla="*/ 0 w 474"/>
                  <a:gd name="T5" fmla="*/ 0 h 687"/>
                  <a:gd name="T6" fmla="*/ 0 w 474"/>
                  <a:gd name="T7" fmla="*/ 0 h 687"/>
                  <a:gd name="T8" fmla="*/ 0 w 474"/>
                  <a:gd name="T9" fmla="*/ 0 h 687"/>
                  <a:gd name="T10" fmla="*/ 0 w 474"/>
                  <a:gd name="T11" fmla="*/ 0 h 687"/>
                  <a:gd name="T12" fmla="*/ 0 w 474"/>
                  <a:gd name="T13" fmla="*/ 0 h 687"/>
                  <a:gd name="T14" fmla="*/ 0 w 474"/>
                  <a:gd name="T15" fmla="*/ 0 h 687"/>
                  <a:gd name="T16" fmla="*/ 0 w 474"/>
                  <a:gd name="T17" fmla="*/ 0 h 687"/>
                  <a:gd name="T18" fmla="*/ 0 w 474"/>
                  <a:gd name="T19" fmla="*/ 0 h 687"/>
                  <a:gd name="T20" fmla="*/ 0 w 474"/>
                  <a:gd name="T21" fmla="*/ 0 h 687"/>
                  <a:gd name="T22" fmla="*/ 0 w 474"/>
                  <a:gd name="T23" fmla="*/ 0 h 687"/>
                  <a:gd name="T24" fmla="*/ 0 w 474"/>
                  <a:gd name="T25" fmla="*/ 0 h 687"/>
                  <a:gd name="T26" fmla="*/ 0 w 474"/>
                  <a:gd name="T27" fmla="*/ 0 h 687"/>
                  <a:gd name="T28" fmla="*/ 0 w 474"/>
                  <a:gd name="T29" fmla="*/ 0 h 687"/>
                  <a:gd name="T30" fmla="*/ 0 w 474"/>
                  <a:gd name="T31" fmla="*/ 0 h 687"/>
                  <a:gd name="T32" fmla="*/ 0 w 474"/>
                  <a:gd name="T33" fmla="*/ 0 h 687"/>
                  <a:gd name="T34" fmla="*/ 0 w 474"/>
                  <a:gd name="T35" fmla="*/ 0 h 687"/>
                  <a:gd name="T36" fmla="*/ 0 w 474"/>
                  <a:gd name="T37" fmla="*/ 0 h 687"/>
                  <a:gd name="T38" fmla="*/ 0 w 474"/>
                  <a:gd name="T39" fmla="*/ 0 h 687"/>
                  <a:gd name="T40" fmla="*/ 0 w 474"/>
                  <a:gd name="T41" fmla="*/ 0 h 6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10345" name="Freeform 149">
              <a:extLst>
                <a:ext uri="{FF2B5EF4-FFF2-40B4-BE49-F238E27FC236}">
                  <a16:creationId xmlns:a16="http://schemas.microsoft.com/office/drawing/2014/main" id="{84F993C5-D530-4146-A7C5-45C1B966D5AC}"/>
                </a:ext>
              </a:extLst>
            </p:cNvPr>
            <p:cNvSpPr>
              <a:spLocks/>
            </p:cNvSpPr>
            <p:nvPr/>
          </p:nvSpPr>
          <p:spPr bwMode="auto">
            <a:xfrm flipH="1">
              <a:off x="3633" y="2944"/>
              <a:ext cx="15" cy="218"/>
            </a:xfrm>
            <a:custGeom>
              <a:avLst/>
              <a:gdLst>
                <a:gd name="T0" fmla="*/ 0 w 39"/>
                <a:gd name="T1" fmla="*/ 0 h 631"/>
                <a:gd name="T2" fmla="*/ 0 w 39"/>
                <a:gd name="T3" fmla="*/ 0 h 631"/>
                <a:gd name="T4" fmla="*/ 0 w 39"/>
                <a:gd name="T5" fmla="*/ 0 h 631"/>
                <a:gd name="T6" fmla="*/ 0 w 39"/>
                <a:gd name="T7" fmla="*/ 0 h 631"/>
                <a:gd name="T8" fmla="*/ 0 w 39"/>
                <a:gd name="T9" fmla="*/ 0 h 631"/>
                <a:gd name="T10" fmla="*/ 0 w 39"/>
                <a:gd name="T11" fmla="*/ 0 h 631"/>
                <a:gd name="T12" fmla="*/ 0 w 39"/>
                <a:gd name="T13" fmla="*/ 0 h 631"/>
                <a:gd name="T14" fmla="*/ 0 w 39"/>
                <a:gd name="T15" fmla="*/ 0 h 631"/>
                <a:gd name="T16" fmla="*/ 0 w 39"/>
                <a:gd name="T17" fmla="*/ 0 h 631"/>
                <a:gd name="T18" fmla="*/ 0 w 39"/>
                <a:gd name="T19" fmla="*/ 0 h 631"/>
                <a:gd name="T20" fmla="*/ 0 w 39"/>
                <a:gd name="T21" fmla="*/ 0 h 631"/>
                <a:gd name="T22" fmla="*/ 0 w 39"/>
                <a:gd name="T23" fmla="*/ 0 h 631"/>
                <a:gd name="T24" fmla="*/ 0 w 39"/>
                <a:gd name="T25" fmla="*/ 0 h 631"/>
                <a:gd name="T26" fmla="*/ 0 w 39"/>
                <a:gd name="T27" fmla="*/ 0 h 631"/>
                <a:gd name="T28" fmla="*/ 0 w 39"/>
                <a:gd name="T29" fmla="*/ 0 h 6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6" name="Freeform 150">
              <a:extLst>
                <a:ext uri="{FF2B5EF4-FFF2-40B4-BE49-F238E27FC236}">
                  <a16:creationId xmlns:a16="http://schemas.microsoft.com/office/drawing/2014/main" id="{A77A73B8-1219-0F42-B206-254BE0A1ED16}"/>
                </a:ext>
              </a:extLst>
            </p:cNvPr>
            <p:cNvSpPr>
              <a:spLocks/>
            </p:cNvSpPr>
            <p:nvPr/>
          </p:nvSpPr>
          <p:spPr bwMode="auto">
            <a:xfrm flipH="1">
              <a:off x="3668" y="2946"/>
              <a:ext cx="37" cy="10"/>
            </a:xfrm>
            <a:custGeom>
              <a:avLst/>
              <a:gdLst>
                <a:gd name="T0" fmla="*/ 0 w 100"/>
                <a:gd name="T1" fmla="*/ 0 h 32"/>
                <a:gd name="T2" fmla="*/ 0 w 100"/>
                <a:gd name="T3" fmla="*/ 0 h 32"/>
                <a:gd name="T4" fmla="*/ 0 w 100"/>
                <a:gd name="T5" fmla="*/ 0 h 32"/>
                <a:gd name="T6" fmla="*/ 0 w 100"/>
                <a:gd name="T7" fmla="*/ 0 h 32"/>
                <a:gd name="T8" fmla="*/ 0 w 100"/>
                <a:gd name="T9" fmla="*/ 0 h 32"/>
                <a:gd name="T10" fmla="*/ 0 w 100"/>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0347" name="Freeform 151">
              <a:extLst>
                <a:ext uri="{FF2B5EF4-FFF2-40B4-BE49-F238E27FC236}">
                  <a16:creationId xmlns:a16="http://schemas.microsoft.com/office/drawing/2014/main" id="{30A557A7-F3FC-FC47-ACAF-D4B38CBFEAC4}"/>
                </a:ext>
              </a:extLst>
            </p:cNvPr>
            <p:cNvSpPr>
              <a:spLocks/>
            </p:cNvSpPr>
            <p:nvPr/>
          </p:nvSpPr>
          <p:spPr bwMode="auto">
            <a:xfrm flipH="1">
              <a:off x="3805" y="2376"/>
              <a:ext cx="48" cy="126"/>
            </a:xfrm>
            <a:custGeom>
              <a:avLst/>
              <a:gdLst>
                <a:gd name="T0" fmla="*/ 0 w 134"/>
                <a:gd name="T1" fmla="*/ 0 h 366"/>
                <a:gd name="T2" fmla="*/ 0 w 134"/>
                <a:gd name="T3" fmla="*/ 0 h 366"/>
                <a:gd name="T4" fmla="*/ 0 w 134"/>
                <a:gd name="T5" fmla="*/ 0 h 366"/>
                <a:gd name="T6" fmla="*/ 0 w 134"/>
                <a:gd name="T7" fmla="*/ 0 h 366"/>
                <a:gd name="T8" fmla="*/ 0 w 134"/>
                <a:gd name="T9" fmla="*/ 0 h 366"/>
                <a:gd name="T10" fmla="*/ 0 w 134"/>
                <a:gd name="T11" fmla="*/ 0 h 366"/>
                <a:gd name="T12" fmla="*/ 0 w 134"/>
                <a:gd name="T13" fmla="*/ 0 h 366"/>
                <a:gd name="T14" fmla="*/ 0 w 134"/>
                <a:gd name="T15" fmla="*/ 0 h 366"/>
                <a:gd name="T16" fmla="*/ 0 w 134"/>
                <a:gd name="T17" fmla="*/ 0 h 366"/>
                <a:gd name="T18" fmla="*/ 0 w 134"/>
                <a:gd name="T19" fmla="*/ 0 h 366"/>
                <a:gd name="T20" fmla="*/ 0 w 134"/>
                <a:gd name="T21" fmla="*/ 0 h 366"/>
                <a:gd name="T22" fmla="*/ 0 w 134"/>
                <a:gd name="T23" fmla="*/ 0 h 366"/>
                <a:gd name="T24" fmla="*/ 0 w 134"/>
                <a:gd name="T25" fmla="*/ 0 h 366"/>
                <a:gd name="T26" fmla="*/ 0 w 134"/>
                <a:gd name="T27" fmla="*/ 0 h 366"/>
                <a:gd name="T28" fmla="*/ 0 w 134"/>
                <a:gd name="T29" fmla="*/ 0 h 366"/>
                <a:gd name="T30" fmla="*/ 0 w 134"/>
                <a:gd name="T31" fmla="*/ 0 h 366"/>
                <a:gd name="T32" fmla="*/ 0 w 134"/>
                <a:gd name="T33" fmla="*/ 0 h 366"/>
                <a:gd name="T34" fmla="*/ 0 w 134"/>
                <a:gd name="T35" fmla="*/ 0 h 366"/>
                <a:gd name="T36" fmla="*/ 0 w 134"/>
                <a:gd name="T37" fmla="*/ 0 h 366"/>
                <a:gd name="T38" fmla="*/ 0 w 134"/>
                <a:gd name="T39" fmla="*/ 0 h 366"/>
                <a:gd name="T40" fmla="*/ 0 w 134"/>
                <a:gd name="T41" fmla="*/ 0 h 366"/>
                <a:gd name="T42" fmla="*/ 0 w 134"/>
                <a:gd name="T43" fmla="*/ 0 h 366"/>
                <a:gd name="T44" fmla="*/ 0 w 134"/>
                <a:gd name="T45" fmla="*/ 0 h 366"/>
                <a:gd name="T46" fmla="*/ 0 w 134"/>
                <a:gd name="T47" fmla="*/ 0 h 366"/>
                <a:gd name="T48" fmla="*/ 0 w 134"/>
                <a:gd name="T49" fmla="*/ 0 h 3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39480" name="Line 152">
            <a:extLst>
              <a:ext uri="{FF2B5EF4-FFF2-40B4-BE49-F238E27FC236}">
                <a16:creationId xmlns:a16="http://schemas.microsoft.com/office/drawing/2014/main" id="{DA033562-A32E-7241-AC50-C12DAB8D738A}"/>
              </a:ext>
            </a:extLst>
          </p:cNvPr>
          <p:cNvSpPr>
            <a:spLocks noChangeShapeType="1"/>
          </p:cNvSpPr>
          <p:nvPr/>
        </p:nvSpPr>
        <p:spPr bwMode="auto">
          <a:xfrm rot="10800000" flipV="1">
            <a:off x="6442472" y="2258616"/>
            <a:ext cx="9846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1" name="Line 153">
            <a:extLst>
              <a:ext uri="{FF2B5EF4-FFF2-40B4-BE49-F238E27FC236}">
                <a16:creationId xmlns:a16="http://schemas.microsoft.com/office/drawing/2014/main" id="{95F8E789-BE14-9C46-81A3-FCAE4A0336EC}"/>
              </a:ext>
            </a:extLst>
          </p:cNvPr>
          <p:cNvSpPr>
            <a:spLocks noChangeShapeType="1"/>
          </p:cNvSpPr>
          <p:nvPr/>
        </p:nvSpPr>
        <p:spPr bwMode="auto">
          <a:xfrm rot="5400000">
            <a:off x="5500093" y="3048596"/>
            <a:ext cx="5274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77" name="Text Box 154">
            <a:extLst>
              <a:ext uri="{FF2B5EF4-FFF2-40B4-BE49-F238E27FC236}">
                <a16:creationId xmlns:a16="http://schemas.microsoft.com/office/drawing/2014/main" id="{51FCF2DD-2C2F-934F-9E61-953D20A03399}"/>
              </a:ext>
            </a:extLst>
          </p:cNvPr>
          <p:cNvSpPr txBox="1">
            <a:spLocks noChangeArrowheads="1"/>
          </p:cNvSpPr>
          <p:nvPr/>
        </p:nvSpPr>
        <p:spPr bwMode="auto">
          <a:xfrm>
            <a:off x="4779169" y="3248025"/>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管理站</a:t>
            </a:r>
          </a:p>
        </p:txBody>
      </p:sp>
      <p:sp>
        <p:nvSpPr>
          <p:cNvPr id="739483" name="Line 155">
            <a:extLst>
              <a:ext uri="{FF2B5EF4-FFF2-40B4-BE49-F238E27FC236}">
                <a16:creationId xmlns:a16="http://schemas.microsoft.com/office/drawing/2014/main" id="{9D5B664E-C40E-0046-9327-4C173BB3C209}"/>
              </a:ext>
            </a:extLst>
          </p:cNvPr>
          <p:cNvSpPr>
            <a:spLocks noChangeShapeType="1"/>
          </p:cNvSpPr>
          <p:nvPr/>
        </p:nvSpPr>
        <p:spPr bwMode="auto">
          <a:xfrm rot="10800000">
            <a:off x="2699147" y="2033587"/>
            <a:ext cx="984647" cy="225029"/>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pic>
        <p:nvPicPr>
          <p:cNvPr id="310279" name="Picture 156">
            <a:extLst>
              <a:ext uri="{FF2B5EF4-FFF2-40B4-BE49-F238E27FC236}">
                <a16:creationId xmlns:a16="http://schemas.microsoft.com/office/drawing/2014/main" id="{0F2BA3DC-5D43-7540-870F-787C0756AB0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9016" y="1506141"/>
            <a:ext cx="1271588" cy="88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80" name="Picture 157">
            <a:extLst>
              <a:ext uri="{FF2B5EF4-FFF2-40B4-BE49-F238E27FC236}">
                <a16:creationId xmlns:a16="http://schemas.microsoft.com/office/drawing/2014/main" id="{0B4D058D-0CF0-C84C-983B-62A9150BD72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8729" y="2936081"/>
            <a:ext cx="553640" cy="977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486" name="Line 158">
            <a:extLst>
              <a:ext uri="{FF2B5EF4-FFF2-40B4-BE49-F238E27FC236}">
                <a16:creationId xmlns:a16="http://schemas.microsoft.com/office/drawing/2014/main" id="{25D7BD3D-B97D-9B4C-96BE-54C438B8E9E6}"/>
              </a:ext>
            </a:extLst>
          </p:cNvPr>
          <p:cNvSpPr>
            <a:spLocks noChangeShapeType="1"/>
          </p:cNvSpPr>
          <p:nvPr/>
        </p:nvSpPr>
        <p:spPr bwMode="auto">
          <a:xfrm rot="5400000">
            <a:off x="615136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7" name="Line 159">
            <a:extLst>
              <a:ext uri="{FF2B5EF4-FFF2-40B4-BE49-F238E27FC236}">
                <a16:creationId xmlns:a16="http://schemas.microsoft.com/office/drawing/2014/main" id="{7C9AFC5E-6C5E-EB41-8B4A-D16BA52CA914}"/>
              </a:ext>
            </a:extLst>
          </p:cNvPr>
          <p:cNvSpPr>
            <a:spLocks noChangeShapeType="1"/>
          </p:cNvSpPr>
          <p:nvPr/>
        </p:nvSpPr>
        <p:spPr bwMode="auto">
          <a:xfrm rot="5400000">
            <a:off x="367486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8" name="Line 160">
            <a:extLst>
              <a:ext uri="{FF2B5EF4-FFF2-40B4-BE49-F238E27FC236}">
                <a16:creationId xmlns:a16="http://schemas.microsoft.com/office/drawing/2014/main" id="{A4E24ADA-2312-4542-948B-80D499EBA26D}"/>
              </a:ext>
            </a:extLst>
          </p:cNvPr>
          <p:cNvSpPr>
            <a:spLocks noChangeShapeType="1"/>
          </p:cNvSpPr>
          <p:nvPr/>
        </p:nvSpPr>
        <p:spPr bwMode="auto">
          <a:xfrm rot="5400000">
            <a:off x="4969074" y="2559249"/>
            <a:ext cx="451247"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89" name="Line 161">
            <a:extLst>
              <a:ext uri="{FF2B5EF4-FFF2-40B4-BE49-F238E27FC236}">
                <a16:creationId xmlns:a16="http://schemas.microsoft.com/office/drawing/2014/main" id="{AE2DE57A-430B-9149-BDF8-9C9BABBC7978}"/>
              </a:ext>
            </a:extLst>
          </p:cNvPr>
          <p:cNvSpPr>
            <a:spLocks noChangeShapeType="1"/>
          </p:cNvSpPr>
          <p:nvPr/>
        </p:nvSpPr>
        <p:spPr bwMode="auto">
          <a:xfrm rot="5400000">
            <a:off x="3294459" y="2912270"/>
            <a:ext cx="254794"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85" name="Text Box 162">
            <a:extLst>
              <a:ext uri="{FF2B5EF4-FFF2-40B4-BE49-F238E27FC236}">
                <a16:creationId xmlns:a16="http://schemas.microsoft.com/office/drawing/2014/main" id="{5E649A76-B7DE-C542-BCE0-ABE1262992A2}"/>
              </a:ext>
            </a:extLst>
          </p:cNvPr>
          <p:cNvSpPr txBox="1">
            <a:spLocks noChangeArrowheads="1"/>
          </p:cNvSpPr>
          <p:nvPr/>
        </p:nvSpPr>
        <p:spPr bwMode="auto">
          <a:xfrm>
            <a:off x="1976438" y="1737123"/>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因特网</a:t>
            </a:r>
          </a:p>
        </p:txBody>
      </p:sp>
      <p:sp>
        <p:nvSpPr>
          <p:cNvPr id="739491" name="Line 163">
            <a:extLst>
              <a:ext uri="{FF2B5EF4-FFF2-40B4-BE49-F238E27FC236}">
                <a16:creationId xmlns:a16="http://schemas.microsoft.com/office/drawing/2014/main" id="{F95C6FEA-DE28-974F-8081-E23659320C47}"/>
              </a:ext>
            </a:extLst>
          </p:cNvPr>
          <p:cNvSpPr>
            <a:spLocks noChangeShapeType="1"/>
          </p:cNvSpPr>
          <p:nvPr/>
        </p:nvSpPr>
        <p:spPr bwMode="auto">
          <a:xfrm>
            <a:off x="2917032" y="2772966"/>
            <a:ext cx="4574381" cy="0"/>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92" name="Rectangle 164">
            <a:extLst>
              <a:ext uri="{FF2B5EF4-FFF2-40B4-BE49-F238E27FC236}">
                <a16:creationId xmlns:a16="http://schemas.microsoft.com/office/drawing/2014/main" id="{A342BDEF-EB07-9446-BB49-40F42BD96614}"/>
              </a:ext>
            </a:extLst>
          </p:cNvPr>
          <p:cNvSpPr>
            <a:spLocks noChangeArrowheads="1"/>
          </p:cNvSpPr>
          <p:nvPr/>
        </p:nvSpPr>
        <p:spPr bwMode="auto">
          <a:xfrm>
            <a:off x="2867025" y="2737248"/>
            <a:ext cx="64294" cy="73819"/>
          </a:xfrm>
          <a:prstGeom prst="rect">
            <a:avLst/>
          </a:prstGeom>
          <a:solidFill>
            <a:schemeClr val="tx2"/>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9493" name="Rectangle 165">
            <a:extLst>
              <a:ext uri="{FF2B5EF4-FFF2-40B4-BE49-F238E27FC236}">
                <a16:creationId xmlns:a16="http://schemas.microsoft.com/office/drawing/2014/main" id="{22409D0B-0330-FE44-8D05-A0982A1EE31D}"/>
              </a:ext>
            </a:extLst>
          </p:cNvPr>
          <p:cNvSpPr>
            <a:spLocks noChangeArrowheads="1"/>
          </p:cNvSpPr>
          <p:nvPr/>
        </p:nvSpPr>
        <p:spPr bwMode="auto">
          <a:xfrm>
            <a:off x="7468791" y="2736057"/>
            <a:ext cx="64294" cy="75010"/>
          </a:xfrm>
          <a:prstGeom prst="rect">
            <a:avLst/>
          </a:prstGeom>
          <a:solidFill>
            <a:schemeClr val="tx2"/>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10289" name="Text Box 166">
            <a:extLst>
              <a:ext uri="{FF2B5EF4-FFF2-40B4-BE49-F238E27FC236}">
                <a16:creationId xmlns:a16="http://schemas.microsoft.com/office/drawing/2014/main" id="{99E0D9BF-E398-4544-AEAD-745D5AC7576D}"/>
              </a:ext>
            </a:extLst>
          </p:cNvPr>
          <p:cNvSpPr txBox="1">
            <a:spLocks noChangeArrowheads="1"/>
          </p:cNvSpPr>
          <p:nvPr/>
        </p:nvSpPr>
        <p:spPr bwMode="auto">
          <a:xfrm>
            <a:off x="6442473" y="3149203"/>
            <a:ext cx="72151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网络</a:t>
            </a:r>
          </a:p>
          <a:p>
            <a:pPr algn="ct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管理员      </a:t>
            </a:r>
          </a:p>
        </p:txBody>
      </p:sp>
      <p:sp>
        <p:nvSpPr>
          <p:cNvPr id="310290" name="Text Box 167">
            <a:extLst>
              <a:ext uri="{FF2B5EF4-FFF2-40B4-BE49-F238E27FC236}">
                <a16:creationId xmlns:a16="http://schemas.microsoft.com/office/drawing/2014/main" id="{5F5F3FDA-E285-4E42-9408-B19B216ABD63}"/>
              </a:ext>
            </a:extLst>
          </p:cNvPr>
          <p:cNvSpPr txBox="1">
            <a:spLocks noChangeArrowheads="1"/>
          </p:cNvSpPr>
          <p:nvPr/>
        </p:nvSpPr>
        <p:spPr bwMode="auto">
          <a:xfrm>
            <a:off x="2305051" y="3124200"/>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291" name="Text Box 168">
            <a:extLst>
              <a:ext uri="{FF2B5EF4-FFF2-40B4-BE49-F238E27FC236}">
                <a16:creationId xmlns:a16="http://schemas.microsoft.com/office/drawing/2014/main" id="{F5190E13-3DC7-C541-AE7E-F0EE1D81C49A}"/>
              </a:ext>
            </a:extLst>
          </p:cNvPr>
          <p:cNvSpPr txBox="1">
            <a:spLocks noChangeArrowheads="1"/>
          </p:cNvSpPr>
          <p:nvPr/>
        </p:nvSpPr>
        <p:spPr bwMode="auto">
          <a:xfrm>
            <a:off x="1714500" y="3813573"/>
            <a:ext cx="35891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管理程序（运行 </a:t>
            </a:r>
            <a:r>
              <a:rPr kumimoji="1" lang="en-US" altLang="zh-CN" sz="1500">
                <a:latin typeface="Arial" panose="020B0604020202020204" pitchFamily="34" charset="0"/>
                <a:ea typeface="宋体" panose="02010600030101010101" pitchFamily="2" charset="-122"/>
              </a:rPr>
              <a:t>SNMP </a:t>
            </a:r>
            <a:r>
              <a:rPr kumimoji="1" lang="zh-CN" altLang="en-US" sz="1500">
                <a:latin typeface="Arial" panose="020B0604020202020204" pitchFamily="34" charset="0"/>
                <a:ea typeface="宋体" panose="02010600030101010101" pitchFamily="2" charset="-122"/>
              </a:rPr>
              <a:t>客户程序）</a:t>
            </a:r>
          </a:p>
        </p:txBody>
      </p:sp>
      <p:sp>
        <p:nvSpPr>
          <p:cNvPr id="310292" name="Text Box 169">
            <a:extLst>
              <a:ext uri="{FF2B5EF4-FFF2-40B4-BE49-F238E27FC236}">
                <a16:creationId xmlns:a16="http://schemas.microsoft.com/office/drawing/2014/main" id="{0D590B3C-2FDF-2946-83DD-BB080D604709}"/>
              </a:ext>
            </a:extLst>
          </p:cNvPr>
          <p:cNvSpPr txBox="1">
            <a:spLocks noChangeArrowheads="1"/>
          </p:cNvSpPr>
          <p:nvPr/>
        </p:nvSpPr>
        <p:spPr bwMode="auto">
          <a:xfrm>
            <a:off x="1714500" y="4177904"/>
            <a:ext cx="37815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代理程序（运行 </a:t>
            </a:r>
            <a:r>
              <a:rPr kumimoji="1" lang="en-US" altLang="zh-CN" sz="1500">
                <a:latin typeface="Arial" panose="020B0604020202020204" pitchFamily="34" charset="0"/>
                <a:ea typeface="宋体" panose="02010600030101010101" pitchFamily="2" charset="-122"/>
              </a:rPr>
              <a:t>SNMP </a:t>
            </a:r>
            <a:r>
              <a:rPr kumimoji="1" lang="zh-CN" altLang="en-US" sz="1500">
                <a:latin typeface="Arial" panose="020B0604020202020204" pitchFamily="34" charset="0"/>
                <a:ea typeface="宋体" panose="02010600030101010101" pitchFamily="2" charset="-122"/>
              </a:rPr>
              <a:t>服务器程序）</a:t>
            </a:r>
          </a:p>
        </p:txBody>
      </p:sp>
      <p:pic>
        <p:nvPicPr>
          <p:cNvPr id="310293" name="Picture 170">
            <a:extLst>
              <a:ext uri="{FF2B5EF4-FFF2-40B4-BE49-F238E27FC236}">
                <a16:creationId xmlns:a16="http://schemas.microsoft.com/office/drawing/2014/main" id="{AF6F2385-61FD-344D-96D1-FA0B4F2057D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937522" y="1908573"/>
            <a:ext cx="519113" cy="602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94" name="Picture 171">
            <a:extLst>
              <a:ext uri="{FF2B5EF4-FFF2-40B4-BE49-F238E27FC236}">
                <a16:creationId xmlns:a16="http://schemas.microsoft.com/office/drawing/2014/main" id="{39EE3DBA-902D-734D-89E1-C69950867CA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8310" y="2108597"/>
            <a:ext cx="577453" cy="35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500" name="Oval 172">
            <a:extLst>
              <a:ext uri="{FF2B5EF4-FFF2-40B4-BE49-F238E27FC236}">
                <a16:creationId xmlns:a16="http://schemas.microsoft.com/office/drawing/2014/main" id="{0E03A10F-30D9-7746-A770-87CAA773FCCC}"/>
              </a:ext>
            </a:extLst>
          </p:cNvPr>
          <p:cNvSpPr>
            <a:spLocks noChangeArrowheads="1"/>
          </p:cNvSpPr>
          <p:nvPr/>
        </p:nvSpPr>
        <p:spPr bwMode="auto">
          <a:xfrm>
            <a:off x="3881438" y="2216944"/>
            <a:ext cx="283369" cy="19169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1" name="Oval 173">
            <a:extLst>
              <a:ext uri="{FF2B5EF4-FFF2-40B4-BE49-F238E27FC236}">
                <a16:creationId xmlns:a16="http://schemas.microsoft.com/office/drawing/2014/main" id="{A1701D92-7C0D-F047-AB71-3A99B584FB68}"/>
              </a:ext>
            </a:extLst>
          </p:cNvPr>
          <p:cNvSpPr>
            <a:spLocks noChangeArrowheads="1"/>
          </p:cNvSpPr>
          <p:nvPr/>
        </p:nvSpPr>
        <p:spPr bwMode="auto">
          <a:xfrm>
            <a:off x="3334941" y="3420667"/>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pic>
        <p:nvPicPr>
          <p:cNvPr id="310297" name="Picture 175">
            <a:extLst>
              <a:ext uri="{FF2B5EF4-FFF2-40B4-BE49-F238E27FC236}">
                <a16:creationId xmlns:a16="http://schemas.microsoft.com/office/drawing/2014/main" id="{4A61DED8-D22B-FB42-93EE-B34C6744D08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1473" y="2108597"/>
            <a:ext cx="577453" cy="35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504" name="Oval 176">
            <a:extLst>
              <a:ext uri="{FF2B5EF4-FFF2-40B4-BE49-F238E27FC236}">
                <a16:creationId xmlns:a16="http://schemas.microsoft.com/office/drawing/2014/main" id="{E4FAFAD4-4846-734F-8762-4FFDF1935E02}"/>
              </a:ext>
            </a:extLst>
          </p:cNvPr>
          <p:cNvSpPr>
            <a:spLocks noChangeArrowheads="1"/>
          </p:cNvSpPr>
          <p:nvPr/>
        </p:nvSpPr>
        <p:spPr bwMode="auto">
          <a:xfrm>
            <a:off x="6126957" y="2216944"/>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5" name="Oval 177">
            <a:extLst>
              <a:ext uri="{FF2B5EF4-FFF2-40B4-BE49-F238E27FC236}">
                <a16:creationId xmlns:a16="http://schemas.microsoft.com/office/drawing/2014/main" id="{F070F51E-E532-3044-976D-A53FC9B1BF10}"/>
              </a:ext>
            </a:extLst>
          </p:cNvPr>
          <p:cNvSpPr>
            <a:spLocks noChangeArrowheads="1"/>
          </p:cNvSpPr>
          <p:nvPr/>
        </p:nvSpPr>
        <p:spPr bwMode="auto">
          <a:xfrm>
            <a:off x="5063729" y="2258617"/>
            <a:ext cx="282178"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06" name="Oval 178">
            <a:extLst>
              <a:ext uri="{FF2B5EF4-FFF2-40B4-BE49-F238E27FC236}">
                <a16:creationId xmlns:a16="http://schemas.microsoft.com/office/drawing/2014/main" id="{C26E02E6-127E-BD42-93A5-D04742D504C9}"/>
              </a:ext>
            </a:extLst>
          </p:cNvPr>
          <p:cNvSpPr>
            <a:spLocks noChangeArrowheads="1"/>
          </p:cNvSpPr>
          <p:nvPr/>
        </p:nvSpPr>
        <p:spPr bwMode="auto">
          <a:xfrm>
            <a:off x="5523310" y="3086100"/>
            <a:ext cx="327422" cy="226219"/>
          </a:xfrm>
          <a:prstGeom prst="ellipse">
            <a:avLst/>
          </a:prstGeom>
          <a:solidFill>
            <a:srgbClr val="99FF66"/>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M</a:t>
            </a:r>
          </a:p>
        </p:txBody>
      </p:sp>
      <p:pic>
        <p:nvPicPr>
          <p:cNvPr id="310301" name="Picture 179">
            <a:extLst>
              <a:ext uri="{FF2B5EF4-FFF2-40B4-BE49-F238E27FC236}">
                <a16:creationId xmlns:a16="http://schemas.microsoft.com/office/drawing/2014/main" id="{2BF9F571-68E7-1440-AD8A-17004C3FFBA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296150" y="1807369"/>
            <a:ext cx="519113" cy="601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0302" name="Text Box 180">
            <a:extLst>
              <a:ext uri="{FF2B5EF4-FFF2-40B4-BE49-F238E27FC236}">
                <a16:creationId xmlns:a16="http://schemas.microsoft.com/office/drawing/2014/main" id="{A5FA3FEB-DE3C-6242-B348-06EC26A6C1F7}"/>
              </a:ext>
            </a:extLst>
          </p:cNvPr>
          <p:cNvSpPr txBox="1">
            <a:spLocks noChangeArrowheads="1"/>
          </p:cNvSpPr>
          <p:nvPr/>
        </p:nvSpPr>
        <p:spPr bwMode="auto">
          <a:xfrm>
            <a:off x="3454004" y="1816894"/>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03" name="Text Box 181">
            <a:extLst>
              <a:ext uri="{FF2B5EF4-FFF2-40B4-BE49-F238E27FC236}">
                <a16:creationId xmlns:a16="http://schemas.microsoft.com/office/drawing/2014/main" id="{86764A41-BB43-054B-8220-5DD7632FC908}"/>
              </a:ext>
            </a:extLst>
          </p:cNvPr>
          <p:cNvSpPr txBox="1">
            <a:spLocks noChangeArrowheads="1"/>
          </p:cNvSpPr>
          <p:nvPr/>
        </p:nvSpPr>
        <p:spPr bwMode="auto">
          <a:xfrm>
            <a:off x="4735117" y="1628775"/>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04" name="Text Box 182">
            <a:extLst>
              <a:ext uri="{FF2B5EF4-FFF2-40B4-BE49-F238E27FC236}">
                <a16:creationId xmlns:a16="http://schemas.microsoft.com/office/drawing/2014/main" id="{A2C630EE-E16F-DE4D-835B-4E33165361A3}"/>
              </a:ext>
            </a:extLst>
          </p:cNvPr>
          <p:cNvSpPr txBox="1">
            <a:spLocks noChangeArrowheads="1"/>
          </p:cNvSpPr>
          <p:nvPr/>
        </p:nvSpPr>
        <p:spPr bwMode="auto">
          <a:xfrm>
            <a:off x="5904310" y="1841898"/>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739511" name="Oval 183">
            <a:extLst>
              <a:ext uri="{FF2B5EF4-FFF2-40B4-BE49-F238E27FC236}">
                <a16:creationId xmlns:a16="http://schemas.microsoft.com/office/drawing/2014/main" id="{3B9A8B5A-B7EF-2149-AA03-B2FD1900BBF7}"/>
              </a:ext>
            </a:extLst>
          </p:cNvPr>
          <p:cNvSpPr>
            <a:spLocks noChangeArrowheads="1"/>
          </p:cNvSpPr>
          <p:nvPr/>
        </p:nvSpPr>
        <p:spPr bwMode="auto">
          <a:xfrm>
            <a:off x="1385887" y="3843338"/>
            <a:ext cx="328613" cy="226219"/>
          </a:xfrm>
          <a:prstGeom prst="ellipse">
            <a:avLst/>
          </a:prstGeom>
          <a:solidFill>
            <a:srgbClr val="99FF66"/>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M</a:t>
            </a:r>
          </a:p>
        </p:txBody>
      </p:sp>
      <p:sp>
        <p:nvSpPr>
          <p:cNvPr id="739512" name="Oval 184">
            <a:extLst>
              <a:ext uri="{FF2B5EF4-FFF2-40B4-BE49-F238E27FC236}">
                <a16:creationId xmlns:a16="http://schemas.microsoft.com/office/drawing/2014/main" id="{EA87745B-882D-2D4E-8674-9C7741CD82D3}"/>
              </a:ext>
            </a:extLst>
          </p:cNvPr>
          <p:cNvSpPr>
            <a:spLocks noChangeArrowheads="1"/>
          </p:cNvSpPr>
          <p:nvPr/>
        </p:nvSpPr>
        <p:spPr bwMode="auto">
          <a:xfrm>
            <a:off x="1385887" y="4181475"/>
            <a:ext cx="328613" cy="226219"/>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739513" name="Freeform 185">
            <a:extLst>
              <a:ext uri="{FF2B5EF4-FFF2-40B4-BE49-F238E27FC236}">
                <a16:creationId xmlns:a16="http://schemas.microsoft.com/office/drawing/2014/main" id="{F2ACCB57-3D5C-9A4F-8D8C-91AF96B38B06}"/>
              </a:ext>
            </a:extLst>
          </p:cNvPr>
          <p:cNvSpPr>
            <a:spLocks/>
          </p:cNvSpPr>
          <p:nvPr/>
        </p:nvSpPr>
        <p:spPr bwMode="auto">
          <a:xfrm>
            <a:off x="3618310" y="3212306"/>
            <a:ext cx="1893094" cy="325041"/>
          </a:xfrm>
          <a:custGeom>
            <a:avLst/>
            <a:gdLst>
              <a:gd name="T0" fmla="*/ 2524125 w 1384"/>
              <a:gd name="T1" fmla="*/ 0 h 208"/>
              <a:gd name="T2" fmla="*/ 0 w 1384"/>
              <a:gd name="T3" fmla="*/ 433388 h 208"/>
              <a:gd name="T4" fmla="*/ 0 60000 65536"/>
              <a:gd name="T5" fmla="*/ 0 60000 65536"/>
            </a:gdLst>
            <a:ahLst/>
            <a:cxnLst>
              <a:cxn ang="T4">
                <a:pos x="T0" y="T1"/>
              </a:cxn>
              <a:cxn ang="T5">
                <a:pos x="T2" y="T3"/>
              </a:cxn>
            </a:cxnLst>
            <a:rect l="0" t="0" r="r" b="b"/>
            <a:pathLst>
              <a:path w="1384" h="208">
                <a:moveTo>
                  <a:pt x="1384" y="0"/>
                </a:moveTo>
                <a:cubicBezTo>
                  <a:pt x="1153" y="33"/>
                  <a:pt x="288" y="165"/>
                  <a:pt x="0" y="208"/>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4" name="Freeform 186">
            <a:extLst>
              <a:ext uri="{FF2B5EF4-FFF2-40B4-BE49-F238E27FC236}">
                <a16:creationId xmlns:a16="http://schemas.microsoft.com/office/drawing/2014/main" id="{FFC3E5BF-DC14-4744-B7DC-65FEA06ED8E2}"/>
              </a:ext>
            </a:extLst>
          </p:cNvPr>
          <p:cNvSpPr>
            <a:spLocks/>
          </p:cNvSpPr>
          <p:nvPr/>
        </p:nvSpPr>
        <p:spPr bwMode="auto">
          <a:xfrm>
            <a:off x="4155282" y="2371725"/>
            <a:ext cx="1378744" cy="777479"/>
          </a:xfrm>
          <a:custGeom>
            <a:avLst/>
            <a:gdLst>
              <a:gd name="T0" fmla="*/ 1838325 w 1008"/>
              <a:gd name="T1" fmla="*/ 1036638 h 496"/>
              <a:gd name="T2" fmla="*/ 0 w 1008"/>
              <a:gd name="T3" fmla="*/ 0 h 496"/>
              <a:gd name="T4" fmla="*/ 0 60000 65536"/>
              <a:gd name="T5" fmla="*/ 0 60000 65536"/>
            </a:gdLst>
            <a:ahLst/>
            <a:cxnLst>
              <a:cxn ang="T4">
                <a:pos x="T0" y="T1"/>
              </a:cxn>
              <a:cxn ang="T5">
                <a:pos x="T2" y="T3"/>
              </a:cxn>
            </a:cxnLst>
            <a:rect l="0" t="0" r="r" b="b"/>
            <a:pathLst>
              <a:path w="1008" h="496">
                <a:moveTo>
                  <a:pt x="1008" y="496"/>
                </a:moveTo>
                <a:cubicBezTo>
                  <a:pt x="841" y="413"/>
                  <a:pt x="210" y="103"/>
                  <a:pt x="0"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5" name="Freeform 187">
            <a:extLst>
              <a:ext uri="{FF2B5EF4-FFF2-40B4-BE49-F238E27FC236}">
                <a16:creationId xmlns:a16="http://schemas.microsoft.com/office/drawing/2014/main" id="{C539DFB9-E5C7-0D42-908E-D6E5D4E1C110}"/>
              </a:ext>
            </a:extLst>
          </p:cNvPr>
          <p:cNvSpPr>
            <a:spLocks/>
          </p:cNvSpPr>
          <p:nvPr/>
        </p:nvSpPr>
        <p:spPr bwMode="auto">
          <a:xfrm>
            <a:off x="5216128" y="2459832"/>
            <a:ext cx="404813" cy="664369"/>
          </a:xfrm>
          <a:custGeom>
            <a:avLst/>
            <a:gdLst>
              <a:gd name="T0" fmla="*/ 539750 w 296"/>
              <a:gd name="T1" fmla="*/ 885825 h 424"/>
              <a:gd name="T2" fmla="*/ 0 w 296"/>
              <a:gd name="T3" fmla="*/ 0 h 424"/>
              <a:gd name="T4" fmla="*/ 0 60000 65536"/>
              <a:gd name="T5" fmla="*/ 0 60000 65536"/>
            </a:gdLst>
            <a:ahLst/>
            <a:cxnLst>
              <a:cxn ang="T4">
                <a:pos x="T0" y="T1"/>
              </a:cxn>
              <a:cxn ang="T5">
                <a:pos x="T2" y="T3"/>
              </a:cxn>
            </a:cxnLst>
            <a:rect l="0" t="0" r="r" b="b"/>
            <a:pathLst>
              <a:path w="296" h="424">
                <a:moveTo>
                  <a:pt x="296" y="424"/>
                </a:moveTo>
                <a:cubicBezTo>
                  <a:pt x="245" y="354"/>
                  <a:pt x="62" y="88"/>
                  <a:pt x="0"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6" name="Freeform 188">
            <a:extLst>
              <a:ext uri="{FF2B5EF4-FFF2-40B4-BE49-F238E27FC236}">
                <a16:creationId xmlns:a16="http://schemas.microsoft.com/office/drawing/2014/main" id="{8D5CF2B2-C560-234F-B15D-8596397B03DD}"/>
              </a:ext>
            </a:extLst>
          </p:cNvPr>
          <p:cNvSpPr>
            <a:spLocks/>
          </p:cNvSpPr>
          <p:nvPr/>
        </p:nvSpPr>
        <p:spPr bwMode="auto">
          <a:xfrm>
            <a:off x="5719762" y="2408635"/>
            <a:ext cx="482204" cy="677465"/>
          </a:xfrm>
          <a:custGeom>
            <a:avLst/>
            <a:gdLst>
              <a:gd name="T0" fmla="*/ 0 w 352"/>
              <a:gd name="T1" fmla="*/ 903287 h 432"/>
              <a:gd name="T2" fmla="*/ 642938 w 352"/>
              <a:gd name="T3" fmla="*/ 0 h 432"/>
              <a:gd name="T4" fmla="*/ 0 60000 65536"/>
              <a:gd name="T5" fmla="*/ 0 60000 65536"/>
            </a:gdLst>
            <a:ahLst/>
            <a:cxnLst>
              <a:cxn ang="T4">
                <a:pos x="T0" y="T1"/>
              </a:cxn>
              <a:cxn ang="T5">
                <a:pos x="T2" y="T3"/>
              </a:cxn>
            </a:cxnLst>
            <a:rect l="0" t="0" r="r" b="b"/>
            <a:pathLst>
              <a:path w="352" h="432">
                <a:moveTo>
                  <a:pt x="0" y="432"/>
                </a:moveTo>
                <a:cubicBezTo>
                  <a:pt x="59" y="360"/>
                  <a:pt x="279" y="90"/>
                  <a:pt x="352"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7" name="Freeform 189">
            <a:extLst>
              <a:ext uri="{FF2B5EF4-FFF2-40B4-BE49-F238E27FC236}">
                <a16:creationId xmlns:a16="http://schemas.microsoft.com/office/drawing/2014/main" id="{EDB61DF3-9EB0-E543-83F8-E8757068C8DE}"/>
              </a:ext>
            </a:extLst>
          </p:cNvPr>
          <p:cNvSpPr>
            <a:spLocks/>
          </p:cNvSpPr>
          <p:nvPr/>
        </p:nvSpPr>
        <p:spPr bwMode="auto">
          <a:xfrm>
            <a:off x="5850732" y="2308622"/>
            <a:ext cx="1489472" cy="827484"/>
          </a:xfrm>
          <a:custGeom>
            <a:avLst/>
            <a:gdLst>
              <a:gd name="T0" fmla="*/ 0 w 1088"/>
              <a:gd name="T1" fmla="*/ 1103312 h 528"/>
              <a:gd name="T2" fmla="*/ 1985963 w 1088"/>
              <a:gd name="T3" fmla="*/ 0 h 528"/>
              <a:gd name="T4" fmla="*/ 0 60000 65536"/>
              <a:gd name="T5" fmla="*/ 0 60000 65536"/>
            </a:gdLst>
            <a:ahLst/>
            <a:cxnLst>
              <a:cxn ang="T4">
                <a:pos x="T0" y="T1"/>
              </a:cxn>
              <a:cxn ang="T5">
                <a:pos x="T2" y="T3"/>
              </a:cxn>
            </a:cxnLst>
            <a:rect l="0" t="0" r="r" b="b"/>
            <a:pathLst>
              <a:path w="1088" h="528">
                <a:moveTo>
                  <a:pt x="0" y="528"/>
                </a:moveTo>
                <a:cubicBezTo>
                  <a:pt x="181" y="441"/>
                  <a:pt x="861" y="110"/>
                  <a:pt x="1088" y="0"/>
                </a:cubicBezTo>
              </a:path>
            </a:pathLst>
          </a:custGeom>
          <a:noFill/>
          <a:ln w="28575" cap="flat" cmpd="sng">
            <a:solidFill>
              <a:srgbClr val="333399"/>
            </a:solidFill>
            <a:prstDash val="dash"/>
            <a:round/>
            <a:headEnd type="triangle" w="med" len="lg"/>
            <a:tailEnd type="triangle" w="med" len="lg"/>
          </a:ln>
          <a:effectLst/>
        </p:spPr>
        <p:txBody>
          <a:bodyPr wrap="none" anchor="ctr"/>
          <a:lstStyle/>
          <a:p>
            <a:pPr>
              <a:defRPr/>
            </a:pPr>
            <a:endParaRPr lang="zh-CN" altLang="en-US">
              <a:cs typeface="+mn-cs"/>
            </a:endParaRPr>
          </a:p>
        </p:txBody>
      </p:sp>
      <p:sp>
        <p:nvSpPr>
          <p:cNvPr id="739518" name="Oval 190">
            <a:extLst>
              <a:ext uri="{FF2B5EF4-FFF2-40B4-BE49-F238E27FC236}">
                <a16:creationId xmlns:a16="http://schemas.microsoft.com/office/drawing/2014/main" id="{05D46F79-A195-A64B-8FD3-20C2826363DC}"/>
              </a:ext>
            </a:extLst>
          </p:cNvPr>
          <p:cNvSpPr>
            <a:spLocks noChangeArrowheads="1"/>
          </p:cNvSpPr>
          <p:nvPr/>
        </p:nvSpPr>
        <p:spPr bwMode="auto">
          <a:xfrm>
            <a:off x="7296150" y="2140744"/>
            <a:ext cx="283369" cy="192881"/>
          </a:xfrm>
          <a:prstGeom prst="ellipse">
            <a:avLst/>
          </a:prstGeom>
          <a:solidFill>
            <a:srgbClr val="FFFF99"/>
          </a:solidFill>
          <a:ln w="9525">
            <a:solidFill>
              <a:schemeClr val="tx1"/>
            </a:solidFill>
            <a:round/>
            <a:headEnd/>
            <a:tailEnd/>
          </a:ln>
          <a:effectLst/>
        </p:spPr>
        <p:txBody>
          <a:bodyPr wrap="none" anchor="ctr"/>
          <a:lstStyle/>
          <a:p>
            <a:pPr algn="ctr" eaLnBrk="1" hangingPunct="1">
              <a:defRPr/>
            </a:pPr>
            <a:r>
              <a:rPr kumimoji="1" lang="en-US" altLang="zh-CN" sz="1500">
                <a:solidFill>
                  <a:srgbClr val="333399"/>
                </a:solidFill>
                <a:latin typeface="Arial" charset="0"/>
                <a:ea typeface="黑体" charset="-122"/>
              </a:rPr>
              <a:t>A</a:t>
            </a:r>
          </a:p>
        </p:txBody>
      </p:sp>
      <p:sp>
        <p:nvSpPr>
          <p:cNvPr id="310313" name="Text Box 191">
            <a:extLst>
              <a:ext uri="{FF2B5EF4-FFF2-40B4-BE49-F238E27FC236}">
                <a16:creationId xmlns:a16="http://schemas.microsoft.com/office/drawing/2014/main" id="{BF2EAABC-BB91-B141-9256-5B169C1A1F90}"/>
              </a:ext>
            </a:extLst>
          </p:cNvPr>
          <p:cNvSpPr txBox="1">
            <a:spLocks noChangeArrowheads="1"/>
          </p:cNvSpPr>
          <p:nvPr/>
        </p:nvSpPr>
        <p:spPr bwMode="auto">
          <a:xfrm>
            <a:off x="7097317" y="1540669"/>
            <a:ext cx="10070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被管设备</a:t>
            </a:r>
          </a:p>
        </p:txBody>
      </p:sp>
      <p:sp>
        <p:nvSpPr>
          <p:cNvPr id="310314" name="Text Box 192">
            <a:extLst>
              <a:ext uri="{FF2B5EF4-FFF2-40B4-BE49-F238E27FC236}">
                <a16:creationId xmlns:a16="http://schemas.microsoft.com/office/drawing/2014/main" id="{41D909A5-D994-8F4C-89AA-6EDC5ED4B883}"/>
              </a:ext>
            </a:extLst>
          </p:cNvPr>
          <p:cNvSpPr txBox="1">
            <a:spLocks noChangeArrowheads="1"/>
          </p:cNvSpPr>
          <p:nvPr/>
        </p:nvSpPr>
        <p:spPr bwMode="auto">
          <a:xfrm rot="21072954">
            <a:off x="3919926" y="2981669"/>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网管协议</a:t>
            </a:r>
          </a:p>
        </p:txBody>
      </p:sp>
    </p:spTree>
    <p:extLst>
      <p:ext uri="{BB962C8B-B14F-4D97-AF65-F5344CB8AC3E}">
        <p14:creationId xmlns:p14="http://schemas.microsoft.com/office/powerpoint/2010/main" val="41949793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1" name="Rectangle 2">
            <a:extLst>
              <a:ext uri="{FF2B5EF4-FFF2-40B4-BE49-F238E27FC236}">
                <a16:creationId xmlns:a16="http://schemas.microsoft.com/office/drawing/2014/main" id="{FB16B328-15D4-6D4C-B59E-28A9DF51A340}"/>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ea typeface="宋体" panose="02010600030101010101" pitchFamily="2" charset="-122"/>
              </a:rPr>
              <a:t>网络管理模型中的主要构件 </a:t>
            </a:r>
          </a:p>
        </p:txBody>
      </p:sp>
      <p:sp>
        <p:nvSpPr>
          <p:cNvPr id="312322" name="Rectangle 3">
            <a:extLst>
              <a:ext uri="{FF2B5EF4-FFF2-40B4-BE49-F238E27FC236}">
                <a16:creationId xmlns:a16="http://schemas.microsoft.com/office/drawing/2014/main" id="{F34EC621-A5F7-5243-895C-2F27562F28FB}"/>
              </a:ext>
            </a:extLst>
          </p:cNvPr>
          <p:cNvSpPr>
            <a:spLocks noGrp="1" noChangeArrowheads="1"/>
          </p:cNvSpPr>
          <p:nvPr>
            <p:ph type="body" idx="1"/>
          </p:nvPr>
        </p:nvSpPr>
        <p:spPr>
          <a:xfrm>
            <a:off x="133563" y="1113235"/>
            <a:ext cx="8804953" cy="3402806"/>
          </a:xfrm>
        </p:spPr>
        <p:txBody>
          <a:bodyPr/>
          <a:lstStyle/>
          <a:p>
            <a:pPr eaLnBrk="1" hangingPunct="1"/>
            <a:r>
              <a:rPr lang="zh-CN" altLang="en-US" dirty="0">
                <a:solidFill>
                  <a:schemeClr val="hlink"/>
                </a:solidFill>
                <a:ea typeface="宋体" panose="02010600030101010101" pitchFamily="2" charset="-122"/>
              </a:rPr>
              <a:t>管理站</a:t>
            </a:r>
            <a:r>
              <a:rPr lang="zh-CN" altLang="en-US" dirty="0">
                <a:ea typeface="宋体" panose="02010600030101010101" pitchFamily="2" charset="-122"/>
              </a:rPr>
              <a:t>也常称为</a:t>
            </a:r>
            <a:r>
              <a:rPr lang="zh-CN" altLang="en-US" dirty="0">
                <a:solidFill>
                  <a:schemeClr val="hlink"/>
                </a:solidFill>
                <a:ea typeface="宋体" panose="02010600030101010101" pitchFamily="2" charset="-122"/>
              </a:rPr>
              <a:t>网络运行中心</a:t>
            </a:r>
            <a:r>
              <a:rPr lang="zh-CN" altLang="en-US" dirty="0">
                <a:ea typeface="宋体" panose="02010600030101010101" pitchFamily="2" charset="-122"/>
              </a:rPr>
              <a:t> </a:t>
            </a:r>
            <a:r>
              <a:rPr lang="en-US" altLang="zh-CN" dirty="0">
                <a:ea typeface="宋体" panose="02010600030101010101" pitchFamily="2" charset="-122"/>
              </a:rPr>
              <a:t>NOC (Network Operations Center)</a:t>
            </a:r>
            <a:r>
              <a:rPr lang="zh-CN" altLang="en-US" dirty="0">
                <a:ea typeface="宋体" panose="02010600030101010101" pitchFamily="2" charset="-122"/>
              </a:rPr>
              <a:t>，是网络管理系统的核心。</a:t>
            </a:r>
          </a:p>
          <a:p>
            <a:pPr eaLnBrk="1" hangingPunct="1"/>
            <a:r>
              <a:rPr lang="zh-CN" altLang="en-US" dirty="0">
                <a:solidFill>
                  <a:schemeClr val="hlink"/>
                </a:solidFill>
                <a:ea typeface="宋体" panose="02010600030101010101" pitchFamily="2" charset="-122"/>
              </a:rPr>
              <a:t>管理程序</a:t>
            </a:r>
            <a:r>
              <a:rPr lang="zh-CN" altLang="en-US" dirty="0">
                <a:ea typeface="宋体" panose="02010600030101010101" pitchFamily="2" charset="-122"/>
              </a:rPr>
              <a:t>在运行时就成为</a:t>
            </a:r>
            <a:r>
              <a:rPr lang="zh-CN" altLang="en-US" dirty="0">
                <a:solidFill>
                  <a:schemeClr val="hlink"/>
                </a:solidFill>
                <a:ea typeface="宋体" panose="02010600030101010101" pitchFamily="2" charset="-122"/>
              </a:rPr>
              <a:t>管理进程</a:t>
            </a:r>
            <a:r>
              <a:rPr lang="zh-CN" altLang="en-US" dirty="0">
                <a:ea typeface="宋体" panose="02010600030101010101" pitchFamily="2" charset="-122"/>
              </a:rPr>
              <a:t>。</a:t>
            </a:r>
          </a:p>
          <a:p>
            <a:pPr eaLnBrk="1" hangingPunct="1"/>
            <a:r>
              <a:rPr lang="zh-CN" altLang="en-US" dirty="0">
                <a:ea typeface="宋体" panose="02010600030101010101" pitchFamily="2" charset="-122"/>
              </a:rPr>
              <a:t>管理站（硬件）或管理程序（软件）都可称为</a:t>
            </a:r>
            <a:r>
              <a:rPr lang="zh-CN" altLang="en-US" dirty="0">
                <a:solidFill>
                  <a:schemeClr val="hlink"/>
                </a:solidFill>
                <a:ea typeface="宋体" panose="02010600030101010101" pitchFamily="2" charset="-122"/>
              </a:rPr>
              <a:t>管理者</a:t>
            </a:r>
            <a:r>
              <a:rPr lang="en-US" altLang="zh-CN" dirty="0">
                <a:ea typeface="宋体" panose="02010600030101010101" pitchFamily="2" charset="-122"/>
              </a:rPr>
              <a:t>(manager)</a:t>
            </a:r>
            <a:r>
              <a:rPr lang="zh-CN" altLang="en-US" dirty="0">
                <a:ea typeface="宋体" panose="02010600030101010101" pitchFamily="2" charset="-122"/>
              </a:rPr>
              <a:t>。</a:t>
            </a:r>
          </a:p>
          <a:p>
            <a:pPr eaLnBrk="1" hangingPunct="1"/>
            <a:r>
              <a:rPr lang="en-US" altLang="zh-CN" dirty="0">
                <a:solidFill>
                  <a:schemeClr val="hlink"/>
                </a:solidFill>
                <a:ea typeface="宋体" panose="02010600030101010101" pitchFamily="2" charset="-122"/>
              </a:rPr>
              <a:t>Manager </a:t>
            </a:r>
            <a:r>
              <a:rPr lang="zh-CN" altLang="en-US" dirty="0">
                <a:ea typeface="宋体" panose="02010600030101010101" pitchFamily="2" charset="-122"/>
              </a:rPr>
              <a:t>不是指人而是指</a:t>
            </a:r>
            <a:r>
              <a:rPr lang="zh-CN" altLang="en-US" dirty="0">
                <a:solidFill>
                  <a:srgbClr val="FF0000"/>
                </a:solidFill>
                <a:ea typeface="宋体" panose="02010600030101010101" pitchFamily="2" charset="-122"/>
              </a:rPr>
              <a:t>机器或软件</a:t>
            </a:r>
            <a:r>
              <a:rPr lang="zh-CN" altLang="en-US" dirty="0">
                <a:ea typeface="宋体" panose="02010600030101010101" pitchFamily="2" charset="-122"/>
              </a:rPr>
              <a:t>。</a:t>
            </a:r>
          </a:p>
          <a:p>
            <a:pPr eaLnBrk="1" hangingPunct="1"/>
            <a:r>
              <a:rPr lang="zh-CN" altLang="en-US" dirty="0">
                <a:solidFill>
                  <a:schemeClr val="hlink"/>
                </a:solidFill>
                <a:ea typeface="宋体" panose="02010600030101010101" pitchFamily="2" charset="-122"/>
              </a:rPr>
              <a:t>网络管理员</a:t>
            </a:r>
            <a:r>
              <a:rPr lang="en-US" altLang="zh-CN" dirty="0">
                <a:ea typeface="宋体" panose="02010600030101010101" pitchFamily="2" charset="-122"/>
              </a:rPr>
              <a:t>(administrator) </a:t>
            </a:r>
            <a:r>
              <a:rPr lang="zh-CN" altLang="en-US" dirty="0">
                <a:ea typeface="宋体" panose="02010600030101010101" pitchFamily="2" charset="-122"/>
              </a:rPr>
              <a:t>指的是</a:t>
            </a:r>
            <a:r>
              <a:rPr lang="zh-CN" altLang="en-US" dirty="0">
                <a:solidFill>
                  <a:srgbClr val="FF0000"/>
                </a:solidFill>
                <a:ea typeface="宋体" panose="02010600030101010101" pitchFamily="2" charset="-122"/>
              </a:rPr>
              <a:t>人</a:t>
            </a:r>
            <a:r>
              <a:rPr lang="zh-CN" altLang="en-US" dirty="0">
                <a:ea typeface="宋体" panose="02010600030101010101" pitchFamily="2" charset="-122"/>
              </a:rPr>
              <a:t>。大型网络往往实行多级管理，因而有多个管理者，而一个管理者一般只管理本地网络的设备。</a:t>
            </a:r>
          </a:p>
        </p:txBody>
      </p:sp>
      <p:sp>
        <p:nvSpPr>
          <p:cNvPr id="312323" name="幻灯片编号占位符 1">
            <a:extLst>
              <a:ext uri="{FF2B5EF4-FFF2-40B4-BE49-F238E27FC236}">
                <a16:creationId xmlns:a16="http://schemas.microsoft.com/office/drawing/2014/main" id="{E0DC219B-4B56-6540-B6F4-D0EE2426F78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D1F51A-B170-C34F-B9F4-150F6423AA9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110</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794172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Rectangle 2">
            <a:extLst>
              <a:ext uri="{FF2B5EF4-FFF2-40B4-BE49-F238E27FC236}">
                <a16:creationId xmlns:a16="http://schemas.microsoft.com/office/drawing/2014/main" id="{9C235CCD-BFB2-F344-BE98-9E5D93E5C9B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网络管理协议 </a:t>
            </a:r>
          </a:p>
        </p:txBody>
      </p:sp>
      <p:sp>
        <p:nvSpPr>
          <p:cNvPr id="318466" name="Rectangle 3">
            <a:extLst>
              <a:ext uri="{FF2B5EF4-FFF2-40B4-BE49-F238E27FC236}">
                <a16:creationId xmlns:a16="http://schemas.microsoft.com/office/drawing/2014/main" id="{5E123133-DDF2-D048-BACA-FBADB580E840}"/>
              </a:ext>
            </a:extLst>
          </p:cNvPr>
          <p:cNvSpPr>
            <a:spLocks noGrp="1" noChangeArrowheads="1"/>
          </p:cNvSpPr>
          <p:nvPr>
            <p:ph type="body" idx="1"/>
          </p:nvPr>
        </p:nvSpPr>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网络管理协议</a:t>
            </a:r>
            <a:r>
              <a:rPr lang="zh-CN" altLang="en-US">
                <a:latin typeface="Times New Roman" panose="02020603050405020304" pitchFamily="18" charset="0"/>
                <a:ea typeface="宋体" panose="02010600030101010101" pitchFamily="2" charset="-122"/>
              </a:rPr>
              <a:t>，简称为</a:t>
            </a:r>
            <a:r>
              <a:rPr lang="zh-CN" altLang="en-US">
                <a:solidFill>
                  <a:schemeClr val="hlink"/>
                </a:solidFill>
                <a:latin typeface="Times New Roman" panose="02020603050405020304" pitchFamily="18" charset="0"/>
                <a:ea typeface="宋体" panose="02010600030101010101" pitchFamily="2" charset="-122"/>
              </a:rPr>
              <a:t>网管协议</a:t>
            </a:r>
            <a:r>
              <a:rPr lang="zh-CN" altLang="en-US">
                <a:latin typeface="Times New Roman" panose="02020603050405020304" pitchFamily="18" charset="0"/>
                <a:ea typeface="宋体" panose="02010600030101010101" pitchFamily="2" charset="-122"/>
              </a:rPr>
              <a:t>。</a:t>
            </a:r>
          </a:p>
          <a:p>
            <a:pPr eaLnBrk="1" hangingPunct="1"/>
            <a:r>
              <a:rPr lang="zh-CN" altLang="en-US">
                <a:latin typeface="Times New Roman" panose="02020603050405020304" pitchFamily="18" charset="0"/>
                <a:ea typeface="宋体" panose="02010600030101010101" pitchFamily="2" charset="-122"/>
              </a:rPr>
              <a:t>需要注意的是，并不是网管协议本身来管理网络。网管协议就是管理程序和代理程序之间进行通信的规则。</a:t>
            </a:r>
          </a:p>
          <a:p>
            <a:pPr eaLnBrk="1" hangingPunct="1"/>
            <a:r>
              <a:rPr lang="zh-CN" altLang="en-US">
                <a:latin typeface="Times New Roman" panose="02020603050405020304" pitchFamily="18" charset="0"/>
                <a:ea typeface="宋体" panose="02010600030101010101" pitchFamily="2" charset="-122"/>
              </a:rPr>
              <a:t>网络管理员利用网管协议通过管理站对网络中的被管设备进行管理。 </a:t>
            </a:r>
          </a:p>
        </p:txBody>
      </p:sp>
      <p:sp>
        <p:nvSpPr>
          <p:cNvPr id="318467" name="幻灯片编号占位符 1">
            <a:extLst>
              <a:ext uri="{FF2B5EF4-FFF2-40B4-BE49-F238E27FC236}">
                <a16:creationId xmlns:a16="http://schemas.microsoft.com/office/drawing/2014/main" id="{6D798921-12CA-9F43-9D91-27B27F1E33C0}"/>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0CDAB9-E559-E041-BEBB-9C942D37F56D}"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111</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453612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3" name="Rectangle 2">
            <a:extLst>
              <a:ext uri="{FF2B5EF4-FFF2-40B4-BE49-F238E27FC236}">
                <a16:creationId xmlns:a16="http://schemas.microsoft.com/office/drawing/2014/main" id="{5E108DAD-DE27-2048-BDF1-01C22FC44BDF}"/>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客户服务器方式</a:t>
            </a:r>
          </a:p>
        </p:txBody>
      </p:sp>
      <p:sp>
        <p:nvSpPr>
          <p:cNvPr id="320514" name="Rectangle 3">
            <a:extLst>
              <a:ext uri="{FF2B5EF4-FFF2-40B4-BE49-F238E27FC236}">
                <a16:creationId xmlns:a16="http://schemas.microsoft.com/office/drawing/2014/main" id="{295AC37C-5F2A-5745-95BB-3633D4C08BE4}"/>
              </a:ext>
            </a:extLst>
          </p:cNvPr>
          <p:cNvSpPr>
            <a:spLocks noGrp="1" noChangeArrowheads="1"/>
          </p:cNvSpPr>
          <p:nvPr>
            <p:ph type="body" idx="1"/>
          </p:nvPr>
        </p:nvSpPr>
        <p:spPr>
          <a:xfrm>
            <a:off x="133562" y="1113235"/>
            <a:ext cx="8804953" cy="3673078"/>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管理程序和代理程序按</a:t>
            </a:r>
            <a:r>
              <a:rPr lang="zh-CN" altLang="en-US" dirty="0">
                <a:solidFill>
                  <a:schemeClr val="hlink"/>
                </a:solidFill>
                <a:latin typeface="Times New Roman" panose="02020603050405020304" pitchFamily="18" charset="0"/>
                <a:ea typeface="宋体" panose="02010600030101010101" pitchFamily="2" charset="-122"/>
              </a:rPr>
              <a:t>客户服务器方式</a:t>
            </a:r>
            <a:r>
              <a:rPr lang="zh-CN" altLang="en-US" dirty="0">
                <a:latin typeface="Times New Roman" panose="02020603050405020304" pitchFamily="18" charset="0"/>
                <a:ea typeface="宋体" panose="02010600030101010101" pitchFamily="2" charset="-122"/>
              </a:rPr>
              <a:t>工作。</a:t>
            </a:r>
          </a:p>
          <a:p>
            <a:pPr eaLnBrk="1" hangingPunct="1">
              <a:lnSpc>
                <a:spcPct val="90000"/>
              </a:lnSpc>
            </a:pPr>
            <a:r>
              <a:rPr lang="zh-CN" altLang="en-US" dirty="0">
                <a:latin typeface="Times New Roman" panose="02020603050405020304" pitchFamily="18" charset="0"/>
                <a:ea typeface="宋体" panose="02010600030101010101" pitchFamily="2" charset="-122"/>
              </a:rPr>
              <a:t>管理程序运行 </a:t>
            </a:r>
            <a:r>
              <a:rPr lang="en-US" altLang="zh-CN" dirty="0">
                <a:solidFill>
                  <a:schemeClr val="hlink"/>
                </a:solidFill>
                <a:latin typeface="Times New Roman" panose="02020603050405020304" pitchFamily="18" charset="0"/>
                <a:ea typeface="宋体" panose="02010600030101010101" pitchFamily="2" charset="-122"/>
              </a:rPr>
              <a:t>SNMP </a:t>
            </a:r>
            <a:r>
              <a:rPr lang="zh-CN" altLang="en-US" dirty="0">
                <a:solidFill>
                  <a:schemeClr val="hlink"/>
                </a:solidFill>
                <a:latin typeface="Times New Roman" panose="02020603050405020304" pitchFamily="18" charset="0"/>
                <a:ea typeface="宋体" panose="02010600030101010101" pitchFamily="2" charset="-122"/>
              </a:rPr>
              <a:t>客户程序</a:t>
            </a:r>
            <a:r>
              <a:rPr lang="zh-CN" altLang="en-US" dirty="0">
                <a:latin typeface="Times New Roman" panose="02020603050405020304" pitchFamily="18" charset="0"/>
                <a:ea typeface="宋体" panose="02010600030101010101" pitchFamily="2" charset="-122"/>
              </a:rPr>
              <a:t>，向某个代理程序发出请求（或命令），代理程序运行 </a:t>
            </a:r>
            <a:r>
              <a:rPr lang="en-US" altLang="zh-CN" dirty="0">
                <a:solidFill>
                  <a:schemeClr val="hlink"/>
                </a:solidFill>
                <a:latin typeface="Times New Roman" panose="02020603050405020304" pitchFamily="18" charset="0"/>
                <a:ea typeface="宋体" panose="02010600030101010101" pitchFamily="2" charset="-122"/>
              </a:rPr>
              <a:t>SNMP </a:t>
            </a:r>
            <a:r>
              <a:rPr lang="zh-CN" altLang="en-US" dirty="0">
                <a:solidFill>
                  <a:schemeClr val="hlink"/>
                </a:solidFill>
                <a:latin typeface="Times New Roman" panose="02020603050405020304" pitchFamily="18" charset="0"/>
                <a:ea typeface="宋体" panose="02010600030101010101" pitchFamily="2" charset="-122"/>
              </a:rPr>
              <a:t>服务器程序</a:t>
            </a:r>
            <a:r>
              <a:rPr lang="zh-CN" altLang="en-US" dirty="0">
                <a:latin typeface="Times New Roman" panose="02020603050405020304" pitchFamily="18" charset="0"/>
                <a:ea typeface="宋体" panose="02010600030101010101" pitchFamily="2" charset="-122"/>
              </a:rPr>
              <a:t>，返回响应（或执行某个动作）。</a:t>
            </a:r>
          </a:p>
          <a:p>
            <a:pPr eaLnBrk="1" hangingPunct="1">
              <a:lnSpc>
                <a:spcPct val="90000"/>
              </a:lnSpc>
            </a:pPr>
            <a:r>
              <a:rPr lang="zh-CN" altLang="en-US" dirty="0">
                <a:latin typeface="Times New Roman" panose="02020603050405020304" pitchFamily="18" charset="0"/>
                <a:ea typeface="宋体" panose="02010600030101010101" pitchFamily="2" charset="-122"/>
              </a:rPr>
              <a:t>在网管系统中往往是一个（或少数几个）客户程序与很多的服务器程序进行交互。</a:t>
            </a:r>
          </a:p>
        </p:txBody>
      </p:sp>
      <p:sp>
        <p:nvSpPr>
          <p:cNvPr id="320515" name="幻灯片编号占位符 1">
            <a:extLst>
              <a:ext uri="{FF2B5EF4-FFF2-40B4-BE49-F238E27FC236}">
                <a16:creationId xmlns:a16="http://schemas.microsoft.com/office/drawing/2014/main" id="{6FE78FFA-C3EE-B344-8EB8-E7821AD25D3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8E3C843-90C2-974C-99A4-D04C9F6784B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112</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5640318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5" name="Rectangle 2">
            <a:extLst>
              <a:ext uri="{FF2B5EF4-FFF2-40B4-BE49-F238E27FC236}">
                <a16:creationId xmlns:a16="http://schemas.microsoft.com/office/drawing/2014/main" id="{640F15AF-958D-414C-B55E-698657D62335}"/>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的指导思想</a:t>
            </a:r>
          </a:p>
        </p:txBody>
      </p:sp>
      <p:sp>
        <p:nvSpPr>
          <p:cNvPr id="323586" name="Rectangle 3">
            <a:extLst>
              <a:ext uri="{FF2B5EF4-FFF2-40B4-BE49-F238E27FC236}">
                <a16:creationId xmlns:a16="http://schemas.microsoft.com/office/drawing/2014/main" id="{B6FFB30A-B516-0246-9AB6-CE823C74851A}"/>
              </a:ext>
            </a:extLst>
          </p:cNvPr>
          <p:cNvSpPr>
            <a:spLocks noGrp="1" noChangeArrowheads="1"/>
          </p:cNvSpPr>
          <p:nvPr>
            <p:ph type="body" idx="1"/>
          </p:nvPr>
        </p:nvSpPr>
        <p:spPr>
          <a:xfrm>
            <a:off x="290946" y="1113235"/>
            <a:ext cx="8647570" cy="3673078"/>
          </a:xfrm>
        </p:spPr>
        <p:txBody>
          <a:bodyPr/>
          <a:lstStyle/>
          <a:p>
            <a:pPr eaLnBrk="1" hangingPunct="1"/>
            <a:r>
              <a:rPr lang="en-US" altLang="zh-CN" dirty="0">
                <a:ea typeface="宋体" panose="02010600030101010101" pitchFamily="2" charset="-122"/>
              </a:rPr>
              <a:t>SNMP </a:t>
            </a:r>
            <a:r>
              <a:rPr lang="zh-CN" altLang="en-US" dirty="0">
                <a:ea typeface="宋体" panose="02010600030101010101" pitchFamily="2" charset="-122"/>
              </a:rPr>
              <a:t>最重要的指导思想就是要尽可能简单。</a:t>
            </a:r>
          </a:p>
          <a:p>
            <a:pPr eaLnBrk="1" hangingPunct="1"/>
            <a:r>
              <a:rPr lang="en-US" altLang="zh-CN" dirty="0">
                <a:ea typeface="宋体" panose="02010600030101010101" pitchFamily="2" charset="-122"/>
              </a:rPr>
              <a:t>SNMP </a:t>
            </a:r>
            <a:r>
              <a:rPr lang="zh-CN" altLang="en-US" dirty="0">
                <a:ea typeface="宋体" panose="02010600030101010101" pitchFamily="2" charset="-122"/>
              </a:rPr>
              <a:t>的基本功能包括</a:t>
            </a:r>
            <a:r>
              <a:rPr lang="zh-CN" altLang="en-US" dirty="0">
                <a:solidFill>
                  <a:srgbClr val="FF0000"/>
                </a:solidFill>
                <a:ea typeface="宋体" panose="02010600030101010101" pitchFamily="2" charset="-122"/>
              </a:rPr>
              <a:t>监视网络性能、检测分析网络差错和配置网络设备</a:t>
            </a:r>
            <a:r>
              <a:rPr lang="zh-CN" altLang="en-US" dirty="0">
                <a:ea typeface="宋体" panose="02010600030101010101" pitchFamily="2" charset="-122"/>
              </a:rPr>
              <a:t>等。</a:t>
            </a:r>
          </a:p>
          <a:p>
            <a:pPr eaLnBrk="1" hangingPunct="1"/>
            <a:r>
              <a:rPr lang="zh-CN" altLang="en-US" dirty="0">
                <a:ea typeface="宋体" panose="02010600030101010101" pitchFamily="2" charset="-122"/>
              </a:rPr>
              <a:t>在网络正常工作时，</a:t>
            </a:r>
            <a:r>
              <a:rPr lang="en-US" altLang="zh-CN" dirty="0">
                <a:ea typeface="宋体" panose="02010600030101010101" pitchFamily="2" charset="-122"/>
              </a:rPr>
              <a:t>SNMP </a:t>
            </a:r>
            <a:r>
              <a:rPr lang="zh-CN" altLang="en-US" dirty="0">
                <a:ea typeface="宋体" panose="02010600030101010101" pitchFamily="2" charset="-122"/>
              </a:rPr>
              <a:t>可实现</a:t>
            </a:r>
            <a:r>
              <a:rPr lang="zh-CN" altLang="en-US" dirty="0">
                <a:solidFill>
                  <a:srgbClr val="FF0000"/>
                </a:solidFill>
                <a:ea typeface="宋体" panose="02010600030101010101" pitchFamily="2" charset="-122"/>
              </a:rPr>
              <a:t>统计、配置、和测试</a:t>
            </a:r>
            <a:r>
              <a:rPr lang="zh-CN" altLang="en-US" dirty="0">
                <a:ea typeface="宋体" panose="02010600030101010101" pitchFamily="2" charset="-122"/>
              </a:rPr>
              <a:t>等功能。当网络出故障时，可实现各种</a:t>
            </a:r>
            <a:r>
              <a:rPr lang="zh-CN" altLang="en-US" dirty="0">
                <a:solidFill>
                  <a:srgbClr val="FF0000"/>
                </a:solidFill>
                <a:ea typeface="宋体" panose="02010600030101010101" pitchFamily="2" charset="-122"/>
              </a:rPr>
              <a:t>差错检测和恢复</a:t>
            </a:r>
            <a:r>
              <a:rPr lang="zh-CN" altLang="en-US" dirty="0">
                <a:ea typeface="宋体" panose="02010600030101010101" pitchFamily="2" charset="-122"/>
              </a:rPr>
              <a:t>功能。</a:t>
            </a:r>
          </a:p>
          <a:p>
            <a:pPr eaLnBrk="1" hangingPunct="1"/>
            <a:r>
              <a:rPr lang="zh-CN" altLang="en-US" dirty="0">
                <a:ea typeface="宋体" panose="02010600030101010101" pitchFamily="2" charset="-122"/>
              </a:rPr>
              <a:t>虽然 </a:t>
            </a:r>
            <a:r>
              <a:rPr lang="en-US" altLang="zh-CN" dirty="0">
                <a:ea typeface="宋体" panose="02010600030101010101" pitchFamily="2" charset="-122"/>
              </a:rPr>
              <a:t>SNMP </a:t>
            </a:r>
            <a:r>
              <a:rPr lang="zh-CN" altLang="en-US" dirty="0">
                <a:ea typeface="宋体" panose="02010600030101010101" pitchFamily="2" charset="-122"/>
              </a:rPr>
              <a:t>是在 </a:t>
            </a:r>
            <a:r>
              <a:rPr lang="en-US" altLang="zh-CN" dirty="0">
                <a:ea typeface="宋体" panose="02010600030101010101" pitchFamily="2" charset="-122"/>
              </a:rPr>
              <a:t>TCP/IP </a:t>
            </a:r>
            <a:r>
              <a:rPr lang="zh-CN" altLang="en-US" dirty="0">
                <a:ea typeface="宋体" panose="02010600030101010101" pitchFamily="2" charset="-122"/>
              </a:rPr>
              <a:t>基础上的网络管理协议，但也可扩展到其他类型的网络设备上。 </a:t>
            </a:r>
          </a:p>
        </p:txBody>
      </p:sp>
      <p:sp>
        <p:nvSpPr>
          <p:cNvPr id="323587" name="幻灯片编号占位符 1">
            <a:extLst>
              <a:ext uri="{FF2B5EF4-FFF2-40B4-BE49-F238E27FC236}">
                <a16:creationId xmlns:a16="http://schemas.microsoft.com/office/drawing/2014/main" id="{227322A3-DB86-F745-A50A-64C05F5CDD66}"/>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AC8CB4-0BBF-2942-A4CB-B07E688F9C34}"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113</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0778972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1" name="Rectangle 2">
            <a:extLst>
              <a:ext uri="{FF2B5EF4-FFF2-40B4-BE49-F238E27FC236}">
                <a16:creationId xmlns:a16="http://schemas.microsoft.com/office/drawing/2014/main" id="{ED1655BD-4ED9-9C4A-8023-9DD21078DA03}"/>
              </a:ext>
            </a:extLst>
          </p:cNvPr>
          <p:cNvSpPr>
            <a:spLocks noGrp="1" noChangeArrowheads="1"/>
          </p:cNvSpPr>
          <p:nvPr>
            <p:ph type="title"/>
          </p:nvPr>
        </p:nvSpPr>
        <p:spPr>
          <a:xfrm>
            <a:off x="133563" y="330274"/>
            <a:ext cx="7806716" cy="500241"/>
          </a:xfrm>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的网络管理由三个部分组成 </a:t>
            </a:r>
          </a:p>
        </p:txBody>
      </p:sp>
      <p:sp>
        <p:nvSpPr>
          <p:cNvPr id="327682" name="Rectangle 3">
            <a:extLst>
              <a:ext uri="{FF2B5EF4-FFF2-40B4-BE49-F238E27FC236}">
                <a16:creationId xmlns:a16="http://schemas.microsoft.com/office/drawing/2014/main" id="{CFA52E1A-241F-114D-A726-EFFAB93D3EF9}"/>
              </a:ext>
            </a:extLst>
          </p:cNvPr>
          <p:cNvSpPr>
            <a:spLocks noGrp="1" noChangeArrowheads="1"/>
          </p:cNvSpPr>
          <p:nvPr>
            <p:ph type="body" idx="1"/>
          </p:nvPr>
        </p:nvSpPr>
        <p:spPr/>
        <p:txBody>
          <a:bodyPr/>
          <a:lstStyle/>
          <a:p>
            <a:pPr eaLnBrk="1" hangingPunct="1"/>
            <a:r>
              <a:rPr lang="en-US" altLang="zh-CN" dirty="0">
                <a:latin typeface="Times New Roman" panose="02020603050405020304" pitchFamily="18" charset="0"/>
                <a:ea typeface="宋体" panose="02010600030101010101" pitchFamily="2" charset="-122"/>
              </a:rPr>
              <a:t>SNMP </a:t>
            </a:r>
            <a:r>
              <a:rPr lang="zh-CN" altLang="en-US" dirty="0">
                <a:latin typeface="Times New Roman" panose="02020603050405020304" pitchFamily="18" charset="0"/>
                <a:ea typeface="宋体" panose="02010600030101010101" pitchFamily="2" charset="-122"/>
              </a:rPr>
              <a:t>本身</a:t>
            </a:r>
          </a:p>
          <a:p>
            <a:pPr eaLnBrk="1" hangingPunct="1"/>
            <a:r>
              <a:rPr lang="zh-CN" altLang="en-US" dirty="0">
                <a:latin typeface="Times New Roman" panose="02020603050405020304" pitchFamily="18" charset="0"/>
                <a:ea typeface="宋体" panose="02010600030101010101" pitchFamily="2" charset="-122"/>
              </a:rPr>
              <a:t>管理信息结构 </a:t>
            </a:r>
            <a:r>
              <a:rPr lang="en-US" altLang="zh-CN" dirty="0">
                <a:solidFill>
                  <a:srgbClr val="FF0000"/>
                </a:solidFill>
                <a:latin typeface="Times New Roman" panose="02020603050405020304" pitchFamily="18" charset="0"/>
                <a:ea typeface="宋体" panose="02010600030101010101" pitchFamily="2" charset="-122"/>
              </a:rPr>
              <a:t>SMI</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(Structure of Management Information)</a:t>
            </a:r>
          </a:p>
          <a:p>
            <a:pPr eaLnBrk="1" hangingPunct="1"/>
            <a:r>
              <a:rPr lang="zh-CN" altLang="en-US" dirty="0">
                <a:latin typeface="Times New Roman" panose="02020603050405020304" pitchFamily="18" charset="0"/>
                <a:ea typeface="宋体" panose="02010600030101010101" pitchFamily="2" charset="-122"/>
              </a:rPr>
              <a:t>管理信息库 </a:t>
            </a:r>
            <a:r>
              <a:rPr lang="en-US" altLang="zh-CN" dirty="0">
                <a:latin typeface="Times New Roman" panose="02020603050405020304" pitchFamily="18" charset="0"/>
                <a:ea typeface="宋体" panose="02010600030101010101" pitchFamily="2" charset="-122"/>
              </a:rPr>
              <a:t>MIB</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(Management Information Base)</a:t>
            </a:r>
            <a:r>
              <a:rPr lang="zh-CN" altLang="en-US" dirty="0">
                <a:latin typeface="Times New Roman" panose="02020603050405020304" pitchFamily="18" charset="0"/>
                <a:ea typeface="宋体" panose="02010600030101010101" pitchFamily="2" charset="-122"/>
              </a:rPr>
              <a:t>。 </a:t>
            </a:r>
          </a:p>
        </p:txBody>
      </p:sp>
      <p:sp>
        <p:nvSpPr>
          <p:cNvPr id="327683" name="幻灯片编号占位符 1">
            <a:extLst>
              <a:ext uri="{FF2B5EF4-FFF2-40B4-BE49-F238E27FC236}">
                <a16:creationId xmlns:a16="http://schemas.microsoft.com/office/drawing/2014/main" id="{97A49411-860A-3147-A210-759FEB0F627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4A97A8-AFF7-3742-B2BF-05791E3968AF}"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114</a:t>
            </a:fld>
            <a:endParaRPr lang="en-US" altLang="zh-CN" sz="10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022430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5" name="灯片编号占位符 3">
            <a:extLst>
              <a:ext uri="{FF2B5EF4-FFF2-40B4-BE49-F238E27FC236}">
                <a16:creationId xmlns:a16="http://schemas.microsoft.com/office/drawing/2014/main" id="{2AA54FA0-9A1A-4C49-AE30-F520ECC24812}"/>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9902C22-2F37-C645-8B50-11F3CBD865C8}" type="slidenum">
              <a:rPr lang="en-US" altLang="zh-CN" sz="1050">
                <a:solidFill>
                  <a:schemeClr val="tx1"/>
                </a:solidFill>
                <a:latin typeface="Tahoma" panose="020B0604030504040204" pitchFamily="34" charset="0"/>
                <a:ea typeface="宋体" panose="02010600030101010101" pitchFamily="2" charset="-122"/>
              </a:rPr>
              <a:pPr>
                <a:spcBef>
                  <a:spcPct val="0"/>
                </a:spcBef>
                <a:buClrTx/>
                <a:buSzTx/>
                <a:buFontTx/>
                <a:buNone/>
              </a:pPr>
              <a:t>115</a:t>
            </a:fld>
            <a:endParaRPr lang="en-US" altLang="zh-CN" sz="1050">
              <a:solidFill>
                <a:schemeClr val="tx1"/>
              </a:solidFill>
              <a:latin typeface="Tahoma" panose="020B0604030504040204" pitchFamily="34" charset="0"/>
              <a:ea typeface="宋体" panose="02010600030101010101" pitchFamily="2" charset="-122"/>
            </a:endParaRPr>
          </a:p>
        </p:txBody>
      </p:sp>
      <p:sp>
        <p:nvSpPr>
          <p:cNvPr id="338946" name="Rectangle 2">
            <a:extLst>
              <a:ext uri="{FF2B5EF4-FFF2-40B4-BE49-F238E27FC236}">
                <a16:creationId xmlns:a16="http://schemas.microsoft.com/office/drawing/2014/main" id="{B0C56A6D-B7E0-0549-94F6-A8EE6536C5E5}"/>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本章小结</a:t>
            </a:r>
          </a:p>
        </p:txBody>
      </p:sp>
      <p:sp>
        <p:nvSpPr>
          <p:cNvPr id="338947" name="Rectangle 3">
            <a:extLst>
              <a:ext uri="{FF2B5EF4-FFF2-40B4-BE49-F238E27FC236}">
                <a16:creationId xmlns:a16="http://schemas.microsoft.com/office/drawing/2014/main" id="{60EA945F-B271-2648-AE8D-CB40B7E90BA4}"/>
              </a:ext>
            </a:extLst>
          </p:cNvPr>
          <p:cNvSpPr>
            <a:spLocks noGrp="1" noChangeArrowheads="1"/>
          </p:cNvSpPr>
          <p:nvPr>
            <p:ph type="body" idx="1"/>
          </p:nvPr>
        </p:nvSpPr>
        <p:spPr/>
        <p:txBody>
          <a:bodyPr/>
          <a:lstStyle/>
          <a:p>
            <a:pPr eaLnBrk="1" hangingPunct="1">
              <a:lnSpc>
                <a:spcPct val="80000"/>
              </a:lnSpc>
            </a:pPr>
            <a:r>
              <a:rPr lang="en-US" altLang="zh-CN">
                <a:latin typeface="微软雅黑" panose="020B0503020204020204" pitchFamily="34" charset="-122"/>
                <a:ea typeface="宋体" panose="02010600030101010101" pitchFamily="2" charset="-122"/>
              </a:rPr>
              <a:t>Internet</a:t>
            </a:r>
            <a:r>
              <a:rPr lang="zh-CN" altLang="en-US">
                <a:latin typeface="微软雅黑" panose="020B0503020204020204" pitchFamily="34" charset="-122"/>
                <a:ea typeface="宋体" panose="02010600030101010101" pitchFamily="2" charset="-122"/>
              </a:rPr>
              <a:t>上的传统应用</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电子邮件相关协议</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远程登录和文件传输</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万维网</a:t>
            </a:r>
            <a:endParaRPr lang="en-US" altLang="zh-CN">
              <a:latin typeface="微软雅黑" panose="020B0503020204020204" pitchFamily="34" charset="-122"/>
              <a:ea typeface="宋体" panose="02010600030101010101" pitchFamily="2" charset="-122"/>
            </a:endParaRPr>
          </a:p>
          <a:p>
            <a:pPr lvl="1" eaLnBrk="1" hangingPunct="1">
              <a:lnSpc>
                <a:spcPct val="80000"/>
              </a:lnSpc>
            </a:pPr>
            <a:r>
              <a:rPr lang="zh-CN" altLang="en-US">
                <a:latin typeface="微软雅黑" panose="020B0503020204020204" pitchFamily="34" charset="-122"/>
                <a:ea typeface="宋体" panose="02010600030101010101" pitchFamily="2" charset="-122"/>
              </a:rPr>
              <a:t>域名服务</a:t>
            </a:r>
            <a:endParaRPr lang="en-US" altLang="zh-CN">
              <a:latin typeface="微软雅黑" panose="020B0503020204020204" pitchFamily="34" charset="-122"/>
              <a:ea typeface="宋体" panose="02010600030101010101" pitchFamily="2" charset="-122"/>
            </a:endParaRPr>
          </a:p>
          <a:p>
            <a:pPr eaLnBrk="1" hangingPunct="1">
              <a:lnSpc>
                <a:spcPct val="80000"/>
              </a:lnSpc>
            </a:pPr>
            <a:r>
              <a:rPr lang="zh-CN" altLang="en-US">
                <a:latin typeface="微软雅黑" panose="020B0503020204020204" pitchFamily="34" charset="-122"/>
                <a:ea typeface="宋体" panose="02010600030101010101" pitchFamily="2" charset="-122"/>
              </a:rPr>
              <a:t>网络管理</a:t>
            </a:r>
            <a:r>
              <a:rPr lang="en-US" altLang="zh-CN">
                <a:latin typeface="微软雅黑" panose="020B0503020204020204" pitchFamily="34" charset="-122"/>
                <a:ea typeface="宋体" panose="02010600030101010101" pitchFamily="2" charset="-122"/>
              </a:rPr>
              <a:t>SNMP</a:t>
            </a:r>
          </a:p>
        </p:txBody>
      </p:sp>
    </p:spTree>
    <p:extLst>
      <p:ext uri="{BB962C8B-B14F-4D97-AF65-F5344CB8AC3E}">
        <p14:creationId xmlns:p14="http://schemas.microsoft.com/office/powerpoint/2010/main" val="270676221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92134EE-0B75-5746-8691-3058808175D5}"/>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116</a:t>
            </a:fld>
            <a:endParaRPr lang="zh-CN" altLang="en-US" sz="1400"/>
          </a:p>
        </p:txBody>
      </p:sp>
      <p:sp>
        <p:nvSpPr>
          <p:cNvPr id="3" name="文本框 2">
            <a:extLst>
              <a:ext uri="{FF2B5EF4-FFF2-40B4-BE49-F238E27FC236}">
                <a16:creationId xmlns:a16="http://schemas.microsoft.com/office/drawing/2014/main" id="{4826FD9D-A50B-5447-B703-7172C5196766}"/>
              </a:ext>
            </a:extLst>
          </p:cNvPr>
          <p:cNvSpPr txBox="1"/>
          <p:nvPr/>
        </p:nvSpPr>
        <p:spPr>
          <a:xfrm>
            <a:off x="2354580" y="1676638"/>
            <a:ext cx="4434840" cy="1998111"/>
          </a:xfrm>
          <a:prstGeom prst="rect">
            <a:avLst/>
          </a:prstGeom>
          <a:noFill/>
        </p:spPr>
        <p:txBody>
          <a:bodyPr wrap="square" rtlCol="0">
            <a:spAutoFit/>
          </a:bodyPr>
          <a:lstStyle/>
          <a:p>
            <a:pPr algn="ctr"/>
            <a:r>
              <a:rPr kumimoji="1" lang="en-US" altLang="zh-CN" sz="4400" dirty="0">
                <a:latin typeface="Zapfino" panose="03030300040707070C03" pitchFamily="66" charset="0"/>
              </a:rPr>
              <a:t>END!</a:t>
            </a:r>
            <a:endParaRPr kumimoji="1" lang="zh-CN" altLang="en-US" sz="4400" dirty="0">
              <a:latin typeface="Zapfino" panose="03030300040707070C03" pitchFamily="66" charset="0"/>
            </a:endParaRPr>
          </a:p>
        </p:txBody>
      </p:sp>
    </p:spTree>
    <p:extLst>
      <p:ext uri="{BB962C8B-B14F-4D97-AF65-F5344CB8AC3E}">
        <p14:creationId xmlns:p14="http://schemas.microsoft.com/office/powerpoint/2010/main" val="4189558272"/>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43610</TotalTime>
  <Pages>0</Pages>
  <Words>9474</Words>
  <Characters>0</Characters>
  <Application>Microsoft Macintosh PowerPoint</Application>
  <DocSecurity>0</DocSecurity>
  <PresentationFormat>全屏显示(16:9)</PresentationFormat>
  <Lines>0</Lines>
  <Paragraphs>1098</Paragraphs>
  <Slides>116</Slides>
  <Notes>89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116</vt:i4>
      </vt:variant>
    </vt:vector>
  </HeadingPairs>
  <TitlesOfParts>
    <vt:vector size="129" baseType="lpstr">
      <vt:lpstr>微软雅黑</vt:lpstr>
      <vt:lpstr>Calibri Light</vt:lpstr>
      <vt:lpstr>黑体</vt:lpstr>
      <vt:lpstr>宋体</vt:lpstr>
      <vt:lpstr>Calibri</vt:lpstr>
      <vt:lpstr>Zapfino</vt:lpstr>
      <vt:lpstr>Wingdings</vt:lpstr>
      <vt:lpstr>Times New Roman</vt:lpstr>
      <vt:lpstr>Arial</vt:lpstr>
      <vt:lpstr>Courier New</vt:lpstr>
      <vt:lpstr>Tahoma</vt:lpstr>
      <vt:lpstr>自定义设计方案</vt:lpstr>
      <vt:lpstr>VISIO</vt:lpstr>
      <vt:lpstr>计算机网络（第 6/7/8 版）</vt:lpstr>
      <vt:lpstr>第 6 章  应用层</vt:lpstr>
      <vt:lpstr>第 6 章  应用层（续）</vt:lpstr>
      <vt:lpstr>应用层协议的特点 </vt:lpstr>
      <vt:lpstr>6.1  域名系统 DNS</vt:lpstr>
      <vt:lpstr>6.1.2   因特网的域名结构</vt:lpstr>
      <vt:lpstr>域名只是个逻辑概念</vt:lpstr>
      <vt:lpstr>顶级域名 TLD(Top Level Domain)</vt:lpstr>
      <vt:lpstr>顶级域名 TLD （续）</vt:lpstr>
      <vt:lpstr>新增加了下列的通用顶级域名 </vt:lpstr>
      <vt:lpstr>因特网的域名空间 </vt:lpstr>
      <vt:lpstr>6.1.3  域名服务器 </vt:lpstr>
      <vt:lpstr>区的不同划分方法举例 </vt:lpstr>
      <vt:lpstr>树状结构的 DNS 域名服务器 </vt:lpstr>
      <vt:lpstr>域名服务器有以下四种类型 </vt:lpstr>
      <vt:lpstr>根域名服务器——最高层次的域名服务器</vt:lpstr>
      <vt:lpstr>根域名服务器共有 13 套装置（不是 13 个机器）</vt:lpstr>
      <vt:lpstr>举例：根域名服务器 f 的地点分布图（2012年5月） </vt:lpstr>
      <vt:lpstr>顶级域名服务器（即 TLD 服务器） </vt:lpstr>
      <vt:lpstr>权限域名服务器 </vt:lpstr>
      <vt:lpstr>本地域名服务器 </vt:lpstr>
      <vt:lpstr>域名的解析过程（重要） </vt:lpstr>
      <vt:lpstr>本地域名服务器采用迭代查询 </vt:lpstr>
      <vt:lpstr>本地域名服务器采用递归查询（比较少用） </vt:lpstr>
      <vt:lpstr>名字的高速缓存 </vt:lpstr>
      <vt:lpstr>6.2  文件传送协议</vt:lpstr>
      <vt:lpstr>文件传送并非很简单的问题</vt:lpstr>
      <vt:lpstr>6.2.2  FTP 的基本工作原理 </vt:lpstr>
      <vt:lpstr>FTP 特点</vt:lpstr>
      <vt:lpstr>主进程的工作步骤如下</vt:lpstr>
      <vt:lpstr>两个连接</vt:lpstr>
      <vt:lpstr>FTP 使用的两个 TCP 连接 </vt:lpstr>
      <vt:lpstr> 两个不同的端口号 </vt:lpstr>
      <vt:lpstr> 使用两个不同端口号的好处 </vt:lpstr>
      <vt:lpstr>6.3  远程终端协议 TELNET</vt:lpstr>
      <vt:lpstr>客户服务器方式</vt:lpstr>
      <vt:lpstr>TELNET 使用网络虚拟终端 NVT 格式 </vt:lpstr>
      <vt:lpstr>网络虚拟终端 NVT 格式 </vt:lpstr>
      <vt:lpstr>6.4  万维网 WWW</vt:lpstr>
      <vt:lpstr>万维网提供分布式服务 </vt:lpstr>
      <vt:lpstr>超媒体与超文本</vt:lpstr>
      <vt:lpstr>万维网的工作方式 </vt:lpstr>
      <vt:lpstr>万维网必须解决的问题 </vt:lpstr>
      <vt:lpstr>万维网必须解决的问题 </vt:lpstr>
      <vt:lpstr>万维网必须解决的问题 </vt:lpstr>
      <vt:lpstr>万维网必须解决的问题 </vt:lpstr>
      <vt:lpstr>6.4.2  统一资源定位符 URL</vt:lpstr>
      <vt:lpstr>URL 的一般形式 </vt:lpstr>
      <vt:lpstr>6.4.3  超文本传送协议 HTTP</vt:lpstr>
      <vt:lpstr>万维网的工作过程 </vt:lpstr>
      <vt:lpstr>用户点击鼠标后所发生的事件 </vt:lpstr>
      <vt:lpstr>HTTP 的主要特点 </vt:lpstr>
      <vt:lpstr>请求一个万维网文档所需的时间 </vt:lpstr>
      <vt:lpstr>持续连接(persistent connection)</vt:lpstr>
      <vt:lpstr>持续连接的两种工作方式</vt:lpstr>
      <vt:lpstr>代理服务器(proxy server) </vt:lpstr>
      <vt:lpstr>使用高速缓存可减少访问因特网服务器的时延 </vt:lpstr>
      <vt:lpstr>使用高速缓存的情况</vt:lpstr>
      <vt:lpstr>使用高速缓存的情况</vt:lpstr>
      <vt:lpstr>使用高速缓存的情况</vt:lpstr>
      <vt:lpstr>使用高速缓存的情况</vt:lpstr>
      <vt:lpstr>使用高速缓存的情况</vt:lpstr>
      <vt:lpstr>3.  HTTP 的报文</vt:lpstr>
      <vt:lpstr>HTTP 请求报文的一些方法 </vt:lpstr>
      <vt:lpstr>状态码都是三位数字 </vt:lpstr>
      <vt:lpstr>4. 在服务器上存放用户的信息</vt:lpstr>
      <vt:lpstr>6.4.4  万维网的文档</vt:lpstr>
      <vt:lpstr>HTML 文档 </vt:lpstr>
      <vt:lpstr>两种不同的链接</vt:lpstr>
      <vt:lpstr>2.  动态万维网文档 </vt:lpstr>
      <vt:lpstr>万维网服务器功能的扩充 </vt:lpstr>
      <vt:lpstr>扩充了功能的万维网服务器 </vt:lpstr>
      <vt:lpstr>通用网关接口CGI(Common Gateway Interface) </vt:lpstr>
      <vt:lpstr>CGI 程序</vt:lpstr>
      <vt:lpstr>3.  活动万维网文档</vt:lpstr>
      <vt:lpstr>活动文档在客户端创建 </vt:lpstr>
      <vt:lpstr>用 Java 技术创建活动文档 </vt:lpstr>
      <vt:lpstr>6.4.5  万维网的信息检索系统</vt:lpstr>
      <vt:lpstr>分类目录搜索 </vt:lpstr>
      <vt:lpstr>一些著名的搜索引擎 </vt:lpstr>
      <vt:lpstr>垂直搜索引擎(Vertical Search Engine) </vt:lpstr>
      <vt:lpstr>6.4.6  博客、微博和轻博</vt:lpstr>
      <vt:lpstr>6.5  电子邮件</vt:lpstr>
      <vt:lpstr>电子邮件的一些标准</vt:lpstr>
      <vt:lpstr>电子邮件的最主要的组成构件 </vt:lpstr>
      <vt:lpstr>用户代理 UA (User Agent)</vt:lpstr>
      <vt:lpstr>应当注意</vt:lpstr>
      <vt:lpstr>发送和接收电子邮件的几个重要步骤</vt:lpstr>
      <vt:lpstr>电子邮件的组成</vt:lpstr>
      <vt:lpstr>6.5.2  简单邮件传送协议 SMTP </vt:lpstr>
      <vt:lpstr>SMTP 通信的三个阶段 </vt:lpstr>
      <vt:lpstr>6.5.3  电子邮件的信息格式 </vt:lpstr>
      <vt:lpstr>6.5.4  邮件读取协议POP3 和 IMAP</vt:lpstr>
      <vt:lpstr>IMAP 协议(Internet Message Access Protocol) </vt:lpstr>
      <vt:lpstr>IMAP 的特点</vt:lpstr>
      <vt:lpstr>POP3和IMAP的异同</vt:lpstr>
      <vt:lpstr>6.5.5  基于万维网的电子邮件</vt:lpstr>
      <vt:lpstr>6.5.6  通用因特网邮件扩充 MIME</vt:lpstr>
      <vt:lpstr>MIME 的特点</vt:lpstr>
      <vt:lpstr>MIME 和 SMTP 的关系 </vt:lpstr>
      <vt:lpstr>MIME 主要包括三个部分 </vt:lpstr>
      <vt:lpstr>MIME 增加 5 个新的邮件首部 </vt:lpstr>
      <vt:lpstr>2.  内容传送编码(Content-Transfer-Encoding) </vt:lpstr>
      <vt:lpstr>3.  内容类型 </vt:lpstr>
      <vt:lpstr>6.6  动态主机配置协议 DHCP</vt:lpstr>
      <vt:lpstr>协议配置</vt:lpstr>
      <vt:lpstr>DHCP 使用客户服务器方式。</vt:lpstr>
      <vt:lpstr>6.7  简单网络管理协议 SNMP</vt:lpstr>
      <vt:lpstr>网络管理的一般模型 </vt:lpstr>
      <vt:lpstr>网络管理模型中的主要构件 </vt:lpstr>
      <vt:lpstr>网络管理协议 </vt:lpstr>
      <vt:lpstr>客户服务器方式</vt:lpstr>
      <vt:lpstr>SNMP 的指导思想</vt:lpstr>
      <vt:lpstr>SNMP 的网络管理由三个部分组成 </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912</cp:revision>
  <cp:lastPrinted>2015-10-13T11:51:46Z</cp:lastPrinted>
  <dcterms:created xsi:type="dcterms:W3CDTF">2014-11-23T16:31:00Z</dcterms:created>
  <dcterms:modified xsi:type="dcterms:W3CDTF">2024-09-20T10:51:33Z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