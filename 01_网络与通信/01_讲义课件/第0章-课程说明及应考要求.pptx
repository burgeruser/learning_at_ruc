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73" r:id="rId14"/>
    <p:sldId id="293" r:id="rId15"/>
  </p:sldIdLst>
  <p:sldSz cx="9144000" cy="5143500" type="screen16x9"/>
  <p:notesSz cx="6797675" cy="9928225"/>
  <p:embeddedFontLst>
    <p:embeddedFont>
      <p:font typeface="宋体" panose="02010600030101010101" pitchFamily="2" charset="-122"/>
      <p:regular r:id="rId18"/>
    </p:embeddedFont>
    <p:embeddedFont>
      <p:font typeface="微软雅黑" panose="020B0503020204020204" pitchFamily="34" charset="-122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Comic Sans MS" panose="030F0902030302020204" pitchFamily="66" charset="0"/>
      <p:regular r:id="rId27"/>
    </p:embeddedFont>
    <p:embeddedFont>
      <p:font typeface="KaiTi" panose="02010609060101010101" pitchFamily="49" charset="-122"/>
      <p:regular r:id="rId28"/>
    </p:embeddedFont>
    <p:embeddedFont>
      <p:font typeface="Tahoma" panose="020B0604030504040204" pitchFamily="34" charset="0"/>
      <p:regular r:id="rId29"/>
      <p:bold r:id="rId30"/>
    </p:embeddedFont>
  </p:embeddedFont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indent="1143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indent="228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indent="3429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indent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0">
          <p15:clr>
            <a:srgbClr val="A4A3A4"/>
          </p15:clr>
        </p15:guide>
        <p15:guide id="2" orient="horz" pos="2964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orient="horz" pos="1875">
          <p15:clr>
            <a:srgbClr val="A4A3A4"/>
          </p15:clr>
        </p15:guide>
        <p15:guide id="5" orient="horz" pos="599">
          <p15:clr>
            <a:srgbClr val="A4A3A4"/>
          </p15:clr>
        </p15:guide>
        <p15:guide id="6" pos="2863">
          <p15:clr>
            <a:srgbClr val="A4A3A4"/>
          </p15:clr>
        </p15:guide>
        <p15:guide id="7" pos="5261">
          <p15:clr>
            <a:srgbClr val="A4A3A4"/>
          </p15:clr>
        </p15:guide>
        <p15:guide id="8" pos="482">
          <p15:clr>
            <a:srgbClr val="A4A3A4"/>
          </p15:clr>
        </p15:guide>
        <p15:guide id="9" pos="2046">
          <p15:clr>
            <a:srgbClr val="A4A3A4"/>
          </p15:clr>
        </p15:guide>
        <p15:guide id="10" pos="36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003366"/>
    <a:srgbClr val="9966FF"/>
    <a:srgbClr val="3ABADA"/>
    <a:srgbClr val="6600CC"/>
    <a:srgbClr val="6600FF"/>
    <a:srgbClr val="E7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84" autoAdjust="0"/>
    <p:restoredTop sz="82962" autoAdjust="0"/>
  </p:normalViewPr>
  <p:slideViewPr>
    <p:cSldViewPr snapToGrid="0">
      <p:cViewPr varScale="1">
        <p:scale>
          <a:sx n="112" d="100"/>
          <a:sy n="112" d="100"/>
        </p:scale>
        <p:origin x="864" y="184"/>
      </p:cViewPr>
      <p:guideLst>
        <p:guide orient="horz" pos="260"/>
        <p:guide orient="horz" pos="2964"/>
        <p:guide orient="horz" pos="1620"/>
        <p:guide orient="horz" pos="1875"/>
        <p:guide orient="horz" pos="599"/>
        <p:guide pos="2863"/>
        <p:guide pos="5261"/>
        <p:guide pos="482"/>
        <p:guide pos="2046"/>
        <p:guide pos="3662"/>
      </p:guideLst>
    </p:cSldViewPr>
  </p:slideViewPr>
  <p:outlineViewPr>
    <p:cViewPr>
      <p:scale>
        <a:sx n="33" d="100"/>
        <a:sy n="33" d="100"/>
      </p:scale>
      <p:origin x="0" y="-1287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46C050B-EDE1-4E64-BFC8-BB6C51180921}" type="datetimeFigureOut">
              <a:rPr lang="zh-CN" altLang="en-US"/>
              <a:pPr>
                <a:defRPr/>
              </a:pPr>
              <a:t>2021/2/25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7BD07B2-4669-4520-A96E-E20D5AA829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0889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5E0B26B-5408-4645-A28B-9030BE5E4237}" type="datetimeFigureOut">
              <a:rPr lang="zh-CN" altLang="en-US"/>
              <a:pPr>
                <a:defRPr/>
              </a:pPr>
              <a:t>2021/2/25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ACC0ED1-A15A-4A3F-8477-BD4711CED9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123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64B827D1-0F8A-5D48-AB78-481E466275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B75849AC-D3C1-5842-A7D0-F7DBE8A6CCE5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2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A15EF8BA-3033-1045-8D5B-CBCD29F7B9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9E13117-BECD-E041-8279-E4BF69181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6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66800B2E-1DC9-454D-8205-C50F39FC9A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C3C4FF88-1FA8-8941-BF06-0C9016C465C7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5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511BB8B1-D11F-FB4C-9E63-566F6C83A7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F8F2F79-CAC3-B543-B3B0-56C6302CE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05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CC0ED1-A15A-4A3F-8477-BD4711CED9F9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558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2A52A02D-764A-304F-B5D9-32B8864206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D02E3EF2-18CD-7A49-B3CD-B6956AACC505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8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3B3F9F38-59A8-834D-B883-2E0BC8964A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E839952-CC3C-7346-92F4-579B42F63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949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412ACD78-4622-304D-9381-53195AA78A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FDB2E1E9-CD86-2B42-AFDE-1D0058303FBB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10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5D50EEE0-DBE1-2240-872D-46A7A398D0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0A5AABB-9F27-DA4E-8222-A67E6E595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331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504F515E-35FA-4A45-B0AD-7DF2C82794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 defTabSz="990600"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fld id="{5B8E54F6-D690-D641-A1D9-390607EC099C}" type="slidenum">
              <a:rPr kumimoji="0" lang="en-US" altLang="zh-CN" sz="1300">
                <a:solidFill>
                  <a:schemeClr val="tx1"/>
                </a:solidFill>
                <a:latin typeface="Arial" panose="020B0604020202020204" pitchFamily="34" charset="0"/>
              </a:rPr>
              <a:pPr/>
              <a:t>13</a:t>
            </a:fld>
            <a:endParaRPr kumimoji="0" lang="en-US" altLang="zh-CN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2734BE0-4423-9D45-8869-49FD5B99D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17E15B2-DC1C-EA40-AC9B-F3FF86F9F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335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D5C0BC42-EF27-463F-9615-4680CD467AA5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95031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"/>
          <p:cNvGrpSpPr>
            <a:grpSpLocks/>
          </p:cNvGrpSpPr>
          <p:nvPr userDrawn="1"/>
        </p:nvGrpSpPr>
        <p:grpSpPr bwMode="auto">
          <a:xfrm>
            <a:off x="8077200" y="247650"/>
            <a:ext cx="642938" cy="571500"/>
            <a:chOff x="8086750" y="247634"/>
            <a:chExt cx="642942" cy="571504"/>
          </a:xfrm>
        </p:grpSpPr>
        <p:sp>
          <p:nvSpPr>
            <p:cNvPr id="5" name="矩形 4"/>
            <p:cNvSpPr/>
            <p:nvPr userDrawn="1"/>
          </p:nvSpPr>
          <p:spPr>
            <a:xfrm>
              <a:off x="8543953" y="247634"/>
              <a:ext cx="171451" cy="17145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8229626" y="247634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8586816" y="533386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8301064" y="461949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8086750" y="676262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10" name="组合 1"/>
          <p:cNvGrpSpPr>
            <a:grpSpLocks/>
          </p:cNvGrpSpPr>
          <p:nvPr userDrawn="1"/>
        </p:nvGrpSpPr>
        <p:grpSpPr bwMode="auto">
          <a:xfrm>
            <a:off x="160255" y="872395"/>
            <a:ext cx="8803047" cy="82961"/>
            <a:chOff x="0" y="0"/>
            <a:chExt cx="10080625" cy="103239"/>
          </a:xfrm>
        </p:grpSpPr>
        <p:sp>
          <p:nvSpPr>
            <p:cNvPr id="11" name="矩形 2"/>
            <p:cNvSpPr>
              <a:spLocks noChangeArrowheads="1"/>
            </p:cNvSpPr>
            <p:nvPr/>
          </p:nvSpPr>
          <p:spPr bwMode="auto">
            <a:xfrm>
              <a:off x="0" y="0"/>
              <a:ext cx="1983524" cy="103239"/>
            </a:xfrm>
            <a:prstGeom prst="rect">
              <a:avLst/>
            </a:prstGeom>
            <a:solidFill>
              <a:srgbClr val="3F76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直接连接符 3"/>
            <p:cNvSpPr>
              <a:spLocks noChangeShapeType="1"/>
            </p:cNvSpPr>
            <p:nvPr/>
          </p:nvSpPr>
          <p:spPr bwMode="auto">
            <a:xfrm flipV="1">
              <a:off x="1983524" y="77429"/>
              <a:ext cx="8097101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563" y="1104900"/>
            <a:ext cx="8804953" cy="3708326"/>
          </a:xfrm>
        </p:spPr>
        <p:txBody>
          <a:bodyPr/>
          <a:lstStyle>
            <a:lvl1pPr marL="273050" indent="-273050">
              <a:lnSpc>
                <a:spcPct val="100000"/>
              </a:lnSpc>
              <a:buFont typeface="Wingdings" pitchFamily="2" charset="2"/>
              <a:buChar char="l"/>
              <a:tabLst/>
              <a:defRPr sz="240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538163" indent="-254000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Ø"/>
              <a:tabLst/>
              <a:defRPr sz="2000" baseline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893763" indent="-265113">
              <a:lnSpc>
                <a:spcPct val="100000"/>
              </a:lnSpc>
              <a:buClr>
                <a:srgbClr val="002060"/>
              </a:buClr>
              <a:buFont typeface="Wingdings" pitchFamily="2" charset="2"/>
              <a:buChar char="u"/>
              <a:tabLst/>
              <a:defRPr sz="1800" baseline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208088" indent="-263525">
              <a:lnSpc>
                <a:spcPct val="100000"/>
              </a:lnSpc>
              <a:buFont typeface="Wingdings" pitchFamily="2" charset="2"/>
              <a:buChar char="ü"/>
              <a:tabLst/>
              <a:defRPr sz="1800" baseline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1512888" indent="-233363">
              <a:lnSpc>
                <a:spcPct val="100000"/>
              </a:lnSpc>
              <a:tabLst/>
              <a:defRPr sz="180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" name="灯片编号占位符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77262" y="4868863"/>
            <a:ext cx="528637" cy="274637"/>
          </a:xfrm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C50E9340-F481-4835-BB46-3567A1160972}" type="slidenum">
              <a:rPr lang="zh-CN" altLang="en-US"/>
              <a:pPr>
                <a:defRPr/>
              </a:pPr>
              <a:t>‹#›</a:t>
            </a:fld>
            <a:endParaRPr lang="zh-CN" altLang="en-US" sz="1400" dirty="0"/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133563" y="254319"/>
            <a:ext cx="8804953" cy="647700"/>
          </a:xfrm>
        </p:spPr>
        <p:txBody>
          <a:bodyPr/>
          <a:lstStyle>
            <a:lvl1pPr>
              <a:defRPr sz="3200" b="0"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6098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0"/>
          <p:cNvGrpSpPr>
            <a:grpSpLocks/>
          </p:cNvGrpSpPr>
          <p:nvPr userDrawn="1"/>
        </p:nvGrpSpPr>
        <p:grpSpPr bwMode="auto">
          <a:xfrm>
            <a:off x="8077200" y="247650"/>
            <a:ext cx="642938" cy="571500"/>
            <a:chOff x="8086750" y="247634"/>
            <a:chExt cx="642942" cy="571504"/>
          </a:xfrm>
        </p:grpSpPr>
        <p:sp>
          <p:nvSpPr>
            <p:cNvPr id="6" name="矩形 5"/>
            <p:cNvSpPr/>
            <p:nvPr userDrawn="1"/>
          </p:nvSpPr>
          <p:spPr>
            <a:xfrm>
              <a:off x="8543953" y="247634"/>
              <a:ext cx="171451" cy="17145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8229626" y="247634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8586816" y="533386"/>
              <a:ext cx="142876" cy="1428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8301064" y="461949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8086750" y="676262"/>
              <a:ext cx="142876" cy="14287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11" name="组合 1"/>
          <p:cNvGrpSpPr>
            <a:grpSpLocks/>
          </p:cNvGrpSpPr>
          <p:nvPr userDrawn="1"/>
        </p:nvGrpSpPr>
        <p:grpSpPr bwMode="auto">
          <a:xfrm>
            <a:off x="216819" y="864992"/>
            <a:ext cx="8464960" cy="65089"/>
            <a:chOff x="0" y="0"/>
            <a:chExt cx="10080625" cy="103239"/>
          </a:xfrm>
        </p:grpSpPr>
        <p:sp>
          <p:nvSpPr>
            <p:cNvPr id="12" name="矩形 2"/>
            <p:cNvSpPr>
              <a:spLocks noChangeArrowheads="1"/>
            </p:cNvSpPr>
            <p:nvPr/>
          </p:nvSpPr>
          <p:spPr bwMode="auto">
            <a:xfrm>
              <a:off x="0" y="0"/>
              <a:ext cx="1983524" cy="103239"/>
            </a:xfrm>
            <a:prstGeom prst="rect">
              <a:avLst/>
            </a:prstGeom>
            <a:solidFill>
              <a:srgbClr val="3F76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直接连接符 3"/>
            <p:cNvSpPr>
              <a:spLocks noChangeShapeType="1"/>
            </p:cNvSpPr>
            <p:nvPr/>
          </p:nvSpPr>
          <p:spPr bwMode="auto">
            <a:xfrm flipV="1">
              <a:off x="1983524" y="77429"/>
              <a:ext cx="8097101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122" y="274638"/>
            <a:ext cx="8607016" cy="609601"/>
          </a:xfrm>
        </p:spPr>
        <p:txBody>
          <a:bodyPr/>
          <a:lstStyle>
            <a:lvl1pPr>
              <a:defRPr sz="28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3122" y="1028700"/>
            <a:ext cx="4401728" cy="3863340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Wingdings" pitchFamily="2" charset="2"/>
              <a:buChar char="l"/>
              <a:defRPr sz="2100"/>
            </a:lvl1pPr>
            <a:lvl2pPr marL="685800" indent="-342900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Ø"/>
              <a:defRPr sz="1800">
                <a:solidFill>
                  <a:srgbClr val="C00000"/>
                </a:solidFill>
              </a:defRPr>
            </a:lvl2pPr>
            <a:lvl3pPr marL="1028700" indent="-342900">
              <a:lnSpc>
                <a:spcPct val="100000"/>
              </a:lnSpc>
              <a:buClr>
                <a:srgbClr val="0070C0"/>
              </a:buClr>
              <a:buFont typeface="Wingdings" pitchFamily="2" charset="2"/>
              <a:buChar char="u"/>
              <a:defRPr sz="1500">
                <a:solidFill>
                  <a:srgbClr val="0070C0"/>
                </a:solidFill>
              </a:defRPr>
            </a:lvl3pPr>
            <a:lvl4pPr marL="1371600" indent="-342900">
              <a:lnSpc>
                <a:spcPct val="100000"/>
              </a:lnSpc>
              <a:buFont typeface="Wingdings" pitchFamily="2" charset="2"/>
              <a:buChar char="ü"/>
              <a:defRPr sz="1400">
                <a:solidFill>
                  <a:schemeClr val="accent1"/>
                </a:solidFill>
              </a:defRPr>
            </a:lvl4pPr>
            <a:lvl5pPr marL="1714500" indent="-342900">
              <a:lnSpc>
                <a:spcPct val="100000"/>
              </a:lnSpc>
              <a:buFont typeface="Wingdings" pitchFamily="2" charset="2"/>
              <a:buChar char="p"/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49" y="1028700"/>
            <a:ext cx="4269753" cy="3863340"/>
          </a:xfrm>
        </p:spPr>
        <p:txBody>
          <a:bodyPr/>
          <a:lstStyle>
            <a:lvl1pPr marL="3429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210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6858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800" dirty="0">
                <a:solidFill>
                  <a:srgbClr val="C00000"/>
                </a:solidFill>
                <a:latin typeface="+mn-ea"/>
                <a:ea typeface="+mn-ea"/>
                <a:sym typeface="Calibri" panose="020F0502020204030204" pitchFamily="34" charset="0"/>
              </a:defRPr>
            </a:lvl2pPr>
            <a:lvl3pPr marL="10287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500" dirty="0">
                <a:solidFill>
                  <a:srgbClr val="0070C0"/>
                </a:solidFill>
                <a:latin typeface="+mn-ea"/>
                <a:ea typeface="+mn-ea"/>
                <a:sym typeface="Calibri" panose="020F0502020204030204" pitchFamily="34" charset="0"/>
              </a:defRPr>
            </a:lvl3pPr>
            <a:lvl4pPr marL="13716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400" dirty="0">
                <a:solidFill>
                  <a:schemeClr val="accent1"/>
                </a:solidFill>
                <a:latin typeface="+mn-ea"/>
                <a:ea typeface="+mn-ea"/>
                <a:sym typeface="Calibri" panose="020F0502020204030204" pitchFamily="34" charset="0"/>
              </a:defRPr>
            </a:lvl4pPr>
            <a:lvl5pPr marL="1714500" indent="-342900" algn="l" rtl="0" eaLnBrk="0" fontAlgn="base" hangingPunct="0">
              <a:lnSpc>
                <a:spcPct val="100000"/>
              </a:lnSpc>
              <a:spcAft>
                <a:spcPct val="0"/>
              </a:spcAft>
              <a:buFont typeface="Wingdings" pitchFamily="2" charset="2"/>
              <a:defRPr lang="zh-CN" altLang="en-US" sz="1400" dirty="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marL="342900" lvl="0" indent="-342900" algn="l" rtl="0" eaLnBrk="0" fontAlgn="base" hangingPunct="0">
              <a:lnSpc>
                <a:spcPct val="100000"/>
              </a:lnSpc>
              <a:spcBef>
                <a:spcPts val="750"/>
              </a:spcBef>
              <a:spcAft>
                <a:spcPct val="0"/>
              </a:spcAft>
              <a:buClr>
                <a:srgbClr val="3F762B"/>
              </a:buClr>
              <a:buFont typeface="Wingdings" pitchFamily="2" charset="2"/>
              <a:buChar char="l"/>
            </a:pPr>
            <a:r>
              <a:rPr lang="zh-CN" altLang="en-US" dirty="0"/>
              <a:t>单击此处编辑母版文本样式</a:t>
            </a:r>
          </a:p>
          <a:p>
            <a:pPr marL="685800" lvl="1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dirty="0"/>
              <a:t>第二级</a:t>
            </a:r>
          </a:p>
          <a:p>
            <a:pPr marL="1028700" lvl="2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/>
              <a:t>第三级</a:t>
            </a:r>
          </a:p>
          <a:p>
            <a:pPr marL="1371600" lvl="3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itchFamily="2" charset="2"/>
              <a:buChar char="ü"/>
            </a:pPr>
            <a:r>
              <a:rPr lang="zh-CN" altLang="en-US" dirty="0"/>
              <a:t>第四级</a:t>
            </a:r>
          </a:p>
          <a:p>
            <a:pPr marL="1714500" lvl="4" indent="-342900" algn="l" rtl="0" eaLnBrk="0" fontAlgn="base" hangingPunct="0">
              <a:lnSpc>
                <a:spcPct val="10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itchFamily="2" charset="2"/>
              <a:buChar char="p"/>
            </a:pPr>
            <a:r>
              <a:rPr lang="zh-CN" altLang="en-US" dirty="0"/>
              <a:t>第五级</a:t>
            </a:r>
          </a:p>
        </p:txBody>
      </p:sp>
      <p:sp>
        <p:nvSpPr>
          <p:cNvPr id="14" name="灯片编号占位符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81778" y="4868863"/>
            <a:ext cx="424121" cy="274637"/>
          </a:xfrm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AA8417A7-6640-4A8D-B5CB-4C6531206FA7}" type="slidenum">
              <a:rPr lang="zh-CN" altLang="en-US"/>
              <a:pPr>
                <a:defRPr/>
              </a:pPr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7538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710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710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25A64131-0B9F-4DFD-BA54-781528EAC636}" type="slidenum">
              <a:rPr lang="zh-CN" altLang="en-US"/>
              <a:pPr>
                <a:defRPr/>
              </a:pPr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5724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3979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3979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628" y="1151335"/>
            <a:ext cx="4042172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4628" y="1631156"/>
            <a:ext cx="4042172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0AA2B5F-D50E-471C-818F-E555865E9438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47305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414EEDC2-B28F-4732-A1A2-D191721D09FE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333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A5789380-00E9-4AE5-AB7C-F2ED5ABAC363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50241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3008710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448" y="204788"/>
            <a:ext cx="511135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6"/>
            <a:ext cx="3008710" cy="351829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CBD04581-45B2-4FB5-88F5-FC7C0857ADB2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773948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1891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1891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1891" y="4025503"/>
            <a:ext cx="5486400" cy="60364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7E5BF29-83EB-4F5A-B881-8F89B5025731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4240094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7DC13C36-27F2-455C-9692-68C09D675194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5350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0B9ABE1-3756-4DC5-A8E7-A897F4F6505B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153255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4756150"/>
            <a:ext cx="20574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028950" y="4756150"/>
            <a:ext cx="3086100" cy="274638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charset="0"/>
              <a:buNone/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4756150"/>
            <a:ext cx="2057400" cy="274638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1BED966B-A667-4019-92AC-739406FFC366}" type="slidenum">
              <a:rPr lang="zh-CN" altLang="en-US"/>
              <a:pPr>
                <a:defRPr/>
              </a:pPr>
              <a:t>‹#›</a:t>
            </a:fld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192279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047750"/>
            <a:ext cx="5715000" cy="3581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53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276350"/>
            <a:ext cx="5715000" cy="335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23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2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 Light" panose="020F0302020204030204" pitchFamily="34" charset="0"/>
              </a:rPr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994525" y="48688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9B2D4FF2-4AC7-41C9-A20C-4C4B558FB8A5}" type="slidenum">
              <a:rPr lang="zh-CN" altLang="en-US"/>
              <a:pPr>
                <a:defRPr/>
              </a:pPr>
              <a:t>‹#›</a:t>
            </a:fld>
            <a:endParaRPr lang="zh-CN" altLang="en-US" sz="10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  <p:sldLayoutId id="2147483985" r:id="rId13"/>
    <p:sldLayoutId id="2147483986" r:id="rId14"/>
    <p:sldLayoutId id="2147483987" r:id="rId15"/>
  </p:sldLayoutIdLst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ea"/>
          <a:ea typeface="+mj-ea"/>
          <a:cs typeface="+mj-cs"/>
          <a:sym typeface="Calibri Light" panose="020F0302020204030204" pitchFamily="34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sym typeface="Calibri Light" panose="020F0302020204030204" pitchFamily="34" charset="0"/>
        </a:defRPr>
      </a:lvl5pPr>
      <a:lvl6pPr marL="10287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6pPr>
      <a:lvl7pPr marL="1371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7pPr>
      <a:lvl8pPr marL="17145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8pPr>
      <a:lvl9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charset="0"/>
          <a:ea typeface="宋体" pitchFamily="2" charset="-122"/>
          <a:sym typeface="Calibri Light" charset="0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ts val="750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3200">
          <a:solidFill>
            <a:schemeClr val="tx1"/>
          </a:solidFill>
          <a:latin typeface="+mn-ea"/>
          <a:ea typeface="+mn-ea"/>
          <a:cs typeface="+mn-cs"/>
          <a:sym typeface="Calibri" panose="020F0502020204030204" pitchFamily="34" charset="0"/>
        </a:defRPr>
      </a:lvl1pPr>
      <a:lvl2pPr marL="6858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2pPr>
      <a:lvl3pPr marL="10287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4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3pPr>
      <a:lvl4pPr marL="13716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4pPr>
      <a:lvl5pPr marL="1714500" indent="-342900" algn="l" rtl="0" eaLnBrk="0" fontAlgn="base" hangingPunct="0">
        <a:lnSpc>
          <a:spcPct val="150000"/>
        </a:lnSpc>
        <a:spcBef>
          <a:spcPts val="375"/>
        </a:spcBef>
        <a:spcAft>
          <a:spcPct val="0"/>
        </a:spcAft>
        <a:buClr>
          <a:srgbClr val="3F762B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ea"/>
          <a:ea typeface="+mn-ea"/>
          <a:sym typeface="Calibri" panose="020F0502020204030204" pitchFamily="34" charset="0"/>
        </a:defRPr>
      </a:lvl5pPr>
      <a:lvl6pPr marL="18859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2288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25717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29146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40"/>
          <p:cNvSpPr>
            <a:spLocks noChangeShapeType="1"/>
          </p:cNvSpPr>
          <p:nvPr/>
        </p:nvSpPr>
        <p:spPr bwMode="auto">
          <a:xfrm>
            <a:off x="723899" y="2571750"/>
            <a:ext cx="8001351" cy="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  <a:headEnd/>
            <a:tailEnd/>
          </a:ln>
        </p:spPr>
        <p:txBody>
          <a:bodyPr/>
          <a:lstStyle/>
          <a:p>
            <a:pPr algn="ctr" eaLnBrk="1" hangingPunct="1">
              <a:buFont typeface="Arial" charset="0"/>
              <a:buNone/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pic>
        <p:nvPicPr>
          <p:cNvPr id="16390" name="Picture 6" descr="C:\Documents and Settings\liujianmin\桌面\20150609114837767_easyicon_net_51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938" y="1514475"/>
            <a:ext cx="896937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1" name="标题 1"/>
          <p:cNvSpPr>
            <a:spLocks noGrp="1"/>
          </p:cNvSpPr>
          <p:nvPr>
            <p:ph type="ctrTitle"/>
          </p:nvPr>
        </p:nvSpPr>
        <p:spPr>
          <a:xfrm>
            <a:off x="260634" y="2045492"/>
            <a:ext cx="8622732" cy="446090"/>
          </a:xfrm>
        </p:spPr>
        <p:txBody>
          <a:bodyPr/>
          <a:lstStyle/>
          <a:p>
            <a:pPr marL="0" indent="0" algn="ctr"/>
            <a:r>
              <a:rPr lang="en-US" altLang="zh-CN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《</a:t>
            </a:r>
            <a:r>
              <a:rPr lang="zh-CN" altLang="en-US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网络与通信</a:t>
            </a:r>
            <a:r>
              <a:rPr lang="en-US" altLang="zh-CN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》</a:t>
            </a:r>
            <a:r>
              <a:rPr lang="zh-CN" altLang="en-US" sz="3600" b="0" dirty="0">
                <a:solidFill>
                  <a:schemeClr val="tx2"/>
                </a:solidFill>
                <a:latin typeface="微软雅黑" panose="020B0503020204020204" pitchFamily="34" charset="-122"/>
              </a:rPr>
              <a:t>课程说明及应试内容要求</a:t>
            </a:r>
            <a:endParaRPr lang="zh-CN" altLang="en-US" sz="3600" dirty="0"/>
          </a:p>
        </p:txBody>
      </p:sp>
      <p:sp>
        <p:nvSpPr>
          <p:cNvPr id="1639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6576522-8DB5-418E-B823-EEF24C19AD59}" type="slidenum">
              <a:rPr lang="zh-CN" altLang="en-US" smtClean="0"/>
              <a:pPr/>
              <a:t>1</a:t>
            </a:fld>
            <a:endParaRPr lang="zh-CN" altLang="en-US" sz="1400"/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D42A1A6B-7DF1-2C4E-B436-B2F0C84E9C32}"/>
              </a:ext>
            </a:extLst>
          </p:cNvPr>
          <p:cNvSpPr txBox="1">
            <a:spLocks/>
          </p:cNvSpPr>
          <p:nvPr/>
        </p:nvSpPr>
        <p:spPr bwMode="auto">
          <a:xfrm>
            <a:off x="1958645" y="2777045"/>
            <a:ext cx="5226709" cy="88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lnSpc>
                <a:spcPct val="150000"/>
              </a:lnSpc>
              <a:spcBef>
                <a:spcPts val="750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3200">
                <a:solidFill>
                  <a:schemeClr val="tx1"/>
                </a:solidFill>
                <a:latin typeface="+mn-ea"/>
                <a:ea typeface="+mn-ea"/>
                <a:cs typeface="+mn-cs"/>
                <a:sym typeface="Calibri" panose="020F0502020204030204" pitchFamily="34" charset="0"/>
              </a:defRPr>
            </a:lvl1pPr>
            <a:lvl2pPr marL="3429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8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2pPr>
            <a:lvl3pPr marL="6858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3pPr>
            <a:lvl4pPr marL="10287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4pPr>
            <a:lvl5pPr marL="1371600" indent="0" algn="ctr" rtl="0" eaLnBrk="0" fontAlgn="base" hangingPunct="0">
              <a:lnSpc>
                <a:spcPct val="150000"/>
              </a:lnSpc>
              <a:spcBef>
                <a:spcPts val="375"/>
              </a:spcBef>
              <a:spcAft>
                <a:spcPct val="0"/>
              </a:spcAft>
              <a:buClr>
                <a:srgbClr val="3F762B"/>
              </a:buClr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  <a:latin typeface="+mn-ea"/>
                <a:ea typeface="+mn-ea"/>
                <a:sym typeface="Calibri" panose="020F0502020204030204" pitchFamily="34" charset="0"/>
              </a:defRPr>
            </a:lvl5pPr>
            <a:lvl6pPr marL="17145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0574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24003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2743200" indent="0" algn="ctr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None/>
              <a:defRPr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zh-CN" altLang="en-US" kern="0" dirty="0">
                <a:latin typeface="KaiTi" panose="02010609060101010101" pitchFamily="49" charset="-122"/>
                <a:ea typeface="KaiTi" panose="02010609060101010101" pitchFamily="49" charset="-122"/>
              </a:rPr>
              <a:t>何  军</a:t>
            </a:r>
            <a:endParaRPr lang="en-US" altLang="zh-CN" kern="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  <a:cs typeface="黑体" panose="02010609060101010101" pitchFamily="49" charset="-122"/>
              </a:rPr>
              <a:t>中国人民大学信息学院</a:t>
            </a:r>
            <a:endParaRPr lang="en-US" altLang="zh-CN" kern="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defRPr/>
            </a:pPr>
            <a:r>
              <a:rPr lang="en-US" altLang="zh-CN" sz="2800" b="1" kern="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hejun@ruc.edu.cn</a:t>
            </a:r>
            <a:endParaRPr lang="en-US" altLang="zh-CN" sz="2800" b="1" kern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3">
            <a:extLst>
              <a:ext uri="{FF2B5EF4-FFF2-40B4-BE49-F238E27FC236}">
                <a16:creationId xmlns:a16="http://schemas.microsoft.com/office/drawing/2014/main" id="{17CEB6C8-97FE-8D41-9FF0-0B043D498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56FEA6-EBA7-3145-B950-61F38B960755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AE67D7C-FB31-F449-A57C-3161FD79C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>
                <a:latin typeface="微软雅黑" panose="020B0503020204020204" pitchFamily="34" charset="-122"/>
              </a:rPr>
              <a:t>课程的任务、目的和基本要求</a:t>
            </a:r>
            <a:endParaRPr kumimoji="0" lang="zh-CN" altLang="en-US">
              <a:latin typeface="微软雅黑" panose="020B0503020204020204" pitchFamily="34" charset="-122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ADF0B51-AE32-3641-A274-E69B6CDB8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了解网络与通讯的基本概念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掌握网络分层协议的基本工作原理及其所采用的技术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学会计算机网络的一些基本设计方法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了解典型计算机网络（</a:t>
            </a:r>
            <a:r>
              <a:rPr lang="en-US" altLang="zh-CN" sz="2100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）的特点和具体实现</a:t>
            </a:r>
          </a:p>
          <a:p>
            <a:r>
              <a:rPr lang="zh-CN" altLang="en-US" sz="2100">
                <a:latin typeface="微软雅黑" panose="020B0503020204020204" pitchFamily="34" charset="-122"/>
                <a:cs typeface="黑体" panose="02010609060101010101" pitchFamily="49" charset="-122"/>
              </a:rPr>
              <a:t>为以后网络及其应用的专题学习和研究打下基础</a:t>
            </a:r>
          </a:p>
        </p:txBody>
      </p:sp>
    </p:spTree>
    <p:extLst>
      <p:ext uri="{BB962C8B-B14F-4D97-AF65-F5344CB8AC3E}">
        <p14:creationId xmlns:p14="http://schemas.microsoft.com/office/powerpoint/2010/main" val="229921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1254861B-F397-0848-8F72-E697843758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700" dirty="0">
                <a:latin typeface="微软雅黑" panose="020B0503020204020204" pitchFamily="34" charset="-122"/>
              </a:rPr>
              <a:t>同等学力人员申请硕士学位学科综合水平全国统一考试</a:t>
            </a:r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FC7DBC38-E473-BF4B-BEFD-060B9D568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7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计算机科学与技术试卷</a:t>
            </a:r>
            <a:r>
              <a:rPr lang="zh-CN" altLang="en-US" sz="2700" dirty="0">
                <a:latin typeface="Arial" panose="020B0604020202020204" pitchFamily="34" charset="0"/>
                <a:cs typeface="黑体" panose="02010609060101010101" pitchFamily="49" charset="-122"/>
              </a:rPr>
              <a:t> </a:t>
            </a:r>
            <a:endParaRPr lang="zh-CN" altLang="en-US" sz="27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</a:rPr>
              <a:t>第一部分 数学基础课程 （共</a:t>
            </a:r>
            <a:r>
              <a:rPr lang="en-US" altLang="zh-CN" dirty="0">
                <a:latin typeface="微软雅黑" panose="020B0503020204020204" pitchFamily="34" charset="-122"/>
              </a:rPr>
              <a:t>40</a:t>
            </a:r>
            <a:r>
              <a:rPr lang="zh-CN" altLang="en-US" dirty="0">
                <a:latin typeface="微软雅黑" panose="020B0503020204020204" pitchFamily="34" charset="-122"/>
              </a:rPr>
              <a:t>分）</a:t>
            </a:r>
            <a:r>
              <a:rPr lang="zh-CN" altLang="en-US" dirty="0">
                <a:latin typeface="Arial" panose="020B0604020202020204" pitchFamily="34" charset="0"/>
              </a:rPr>
              <a:t> </a:t>
            </a:r>
            <a:endParaRPr lang="zh-CN" altLang="en-US" dirty="0">
              <a:latin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</a:rPr>
              <a:t>第二部分 专业知识课程</a:t>
            </a:r>
            <a:r>
              <a:rPr lang="zh-CN" altLang="en-US" dirty="0">
                <a:latin typeface="Arial" panose="020B0604020202020204" pitchFamily="34" charset="0"/>
              </a:rPr>
              <a:t> </a:t>
            </a:r>
            <a:r>
              <a:rPr lang="zh-CN" altLang="en-US" dirty="0">
                <a:latin typeface="微软雅黑" panose="020B0503020204020204" pitchFamily="34" charset="-122"/>
              </a:rPr>
              <a:t>（任选二科，每科</a:t>
            </a:r>
            <a:r>
              <a:rPr lang="en-US" altLang="zh-CN" dirty="0">
                <a:latin typeface="微软雅黑" panose="020B0503020204020204" pitchFamily="34" charset="-122"/>
              </a:rPr>
              <a:t>30</a:t>
            </a:r>
            <a:r>
              <a:rPr lang="zh-CN" altLang="en-US" dirty="0">
                <a:latin typeface="微软雅黑" panose="020B0503020204020204" pitchFamily="34" charset="-122"/>
              </a:rPr>
              <a:t>分）</a:t>
            </a: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Ⅰ</a:t>
            </a:r>
            <a:r>
              <a:rPr lang="zh-CN" altLang="en-US" sz="2100" dirty="0">
                <a:latin typeface="微软雅黑" panose="020B0503020204020204" pitchFamily="34" charset="-122"/>
              </a:rPr>
              <a:t>．计算机系统结构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solidFill>
                  <a:srgbClr val="FF0000"/>
                </a:solidFill>
                <a:latin typeface="微软雅黑" panose="020B0503020204020204" pitchFamily="34" charset="-122"/>
              </a:rPr>
              <a:t>Ⅱ</a:t>
            </a:r>
            <a:r>
              <a:rPr lang="zh-CN" altLang="en-US" sz="2100" dirty="0">
                <a:solidFill>
                  <a:srgbClr val="FF0000"/>
                </a:solidFill>
                <a:latin typeface="微软雅黑" panose="020B0503020204020204" pitchFamily="34" charset="-122"/>
              </a:rPr>
              <a:t>．计算机网络</a:t>
            </a:r>
            <a:r>
              <a:rPr lang="zh-CN" altLang="en-US" sz="2100" dirty="0">
                <a:solidFill>
                  <a:srgbClr val="FF0000"/>
                </a:solidFill>
                <a:latin typeface="Arial" panose="020B0604020202020204" pitchFamily="34" charset="0"/>
              </a:rPr>
              <a:t> </a:t>
            </a:r>
            <a:endParaRPr lang="zh-CN" altLang="en-US" sz="2100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Ⅲ</a:t>
            </a:r>
            <a:r>
              <a:rPr lang="zh-CN" altLang="en-US" sz="2100" dirty="0">
                <a:latin typeface="微软雅黑" panose="020B0503020204020204" pitchFamily="34" charset="-122"/>
              </a:rPr>
              <a:t>．软件工程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Ⅳ</a:t>
            </a:r>
            <a:r>
              <a:rPr lang="zh-CN" altLang="en-US" sz="2100" dirty="0">
                <a:latin typeface="微软雅黑" panose="020B0503020204020204" pitchFamily="34" charset="-122"/>
              </a:rPr>
              <a:t>．人工智能原理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  <a:p>
            <a:pPr lvl="2"/>
            <a:r>
              <a:rPr lang="en-US" altLang="zh-CN" sz="2100" dirty="0">
                <a:latin typeface="微软雅黑" panose="020B0503020204020204" pitchFamily="34" charset="-122"/>
              </a:rPr>
              <a:t>Ⅴ</a:t>
            </a:r>
            <a:r>
              <a:rPr lang="zh-CN" altLang="en-US" sz="2100" dirty="0">
                <a:latin typeface="微软雅黑" panose="020B0503020204020204" pitchFamily="34" charset="-122"/>
              </a:rPr>
              <a:t>．计算机图形学</a:t>
            </a:r>
            <a:r>
              <a:rPr lang="zh-CN" altLang="en-US" sz="2100" dirty="0">
                <a:latin typeface="Arial" panose="020B0604020202020204" pitchFamily="34" charset="0"/>
              </a:rPr>
              <a:t> </a:t>
            </a:r>
            <a:endParaRPr lang="zh-CN" altLang="en-US" sz="2100" dirty="0">
              <a:latin typeface="微软雅黑" panose="020B0503020204020204" pitchFamily="34" charset="-122"/>
            </a:endParaRPr>
          </a:p>
        </p:txBody>
      </p:sp>
      <p:sp>
        <p:nvSpPr>
          <p:cNvPr id="19459" name="幻灯片编号占位符 3">
            <a:extLst>
              <a:ext uri="{FF2B5EF4-FFF2-40B4-BE49-F238E27FC236}">
                <a16:creationId xmlns:a16="http://schemas.microsoft.com/office/drawing/2014/main" id="{5AF9DCD1-7244-194F-A3A3-8D62EE86A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79DD59-A9C7-FE4E-8D76-6CCF8D587516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pic>
        <p:nvPicPr>
          <p:cNvPr id="19460" name="图片 1">
            <a:extLst>
              <a:ext uri="{FF2B5EF4-FFF2-40B4-BE49-F238E27FC236}">
                <a16:creationId xmlns:a16="http://schemas.microsoft.com/office/drawing/2014/main" id="{47A0A18D-3802-D240-AA35-A11883CAD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477" y="1240722"/>
            <a:ext cx="2408652" cy="3436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723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2C5BFE7F-C342-9349-849B-F88D7BB0C1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微软雅黑" panose="020B0503020204020204" pitchFamily="34" charset="-122"/>
              </a:rPr>
              <a:t>《</a:t>
            </a:r>
            <a:r>
              <a:rPr lang="zh-CN" altLang="en-US">
                <a:latin typeface="微软雅黑" panose="020B0503020204020204" pitchFamily="34" charset="-122"/>
              </a:rPr>
              <a:t>计算机网络</a:t>
            </a:r>
            <a:r>
              <a:rPr lang="en-US" altLang="zh-CN">
                <a:latin typeface="微软雅黑" panose="020B0503020204020204" pitchFamily="34" charset="-122"/>
              </a:rPr>
              <a:t>》</a:t>
            </a:r>
            <a:r>
              <a:rPr lang="zh-CN" altLang="zh-CN">
                <a:latin typeface="微软雅黑" panose="020B0503020204020204" pitchFamily="34" charset="-122"/>
              </a:rPr>
              <a:t>考试大纲</a:t>
            </a:r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20482" name="内容占位符 2">
            <a:extLst>
              <a:ext uri="{FF2B5EF4-FFF2-40B4-BE49-F238E27FC236}">
                <a16:creationId xmlns:a16="http://schemas.microsoft.com/office/drawing/2014/main" id="{73C6E743-1A31-3245-9909-17DF863918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0030" y="1006078"/>
            <a:ext cx="8698485" cy="3833813"/>
          </a:xfrm>
        </p:spPr>
        <p:txBody>
          <a:bodyPr/>
          <a:lstStyle/>
          <a:p>
            <a:r>
              <a:rPr lang="zh-CN" altLang="zh-CN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要求考生对计算机网络体系结构和各层协议有较深人的了解。掌握数据通信的基础知识，局域网与广域网的基本概念和实用技术。以及网络管理与安全方面的知识。</a:t>
            </a:r>
          </a:p>
          <a:p>
            <a:r>
              <a:rPr lang="zh-CN" altLang="zh-CN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主要内容包括：</a:t>
            </a: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1.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zh-CN" altLang="zh-CN" sz="1800" dirty="0">
                <a:latin typeface="微软雅黑" panose="020B0503020204020204" pitchFamily="34" charset="-122"/>
              </a:rPr>
              <a:t>计算机网络和网络体系结构的概念</a:t>
            </a:r>
            <a:r>
              <a:rPr lang="zh-CN" altLang="en-US" sz="1800" dirty="0">
                <a:latin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概述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2.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zh-CN" altLang="zh-CN" sz="1800" dirty="0">
                <a:latin typeface="微软雅黑" panose="020B0503020204020204" pitchFamily="34" charset="-122"/>
              </a:rPr>
              <a:t>数据通信的基础知识</a:t>
            </a:r>
            <a:r>
              <a:rPr lang="zh-CN" altLang="en-US" sz="1800" dirty="0">
                <a:latin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物理层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3.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</a:rPr>
              <a:t>Internet</a:t>
            </a:r>
            <a:r>
              <a:rPr lang="zh-CN" altLang="en-US" sz="1800" dirty="0">
                <a:latin typeface="微软雅黑" panose="020B0503020204020204" pitchFamily="34" charset="-122"/>
              </a:rPr>
              <a:t>的</a:t>
            </a:r>
            <a:r>
              <a:rPr lang="zh-CN" altLang="zh-CN" sz="1800" dirty="0">
                <a:latin typeface="微软雅黑" panose="020B0503020204020204" pitchFamily="34" charset="-122"/>
              </a:rPr>
              <a:t>体系结构和</a:t>
            </a:r>
            <a:r>
              <a:rPr lang="zh-CN" altLang="en-US" sz="1800" dirty="0">
                <a:latin typeface="微软雅黑" panose="020B0503020204020204" pitchFamily="34" charset="-122"/>
              </a:rPr>
              <a:t>各层协议（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网络层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4.</a:t>
            </a:r>
            <a:r>
              <a:rPr lang="zh-CN" altLang="en-US" sz="1800" dirty="0">
                <a:latin typeface="微软雅黑" panose="020B0503020204020204" pitchFamily="34" charset="-122"/>
              </a:rPr>
              <a:t> 网络互联技术（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网络层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5.</a:t>
            </a:r>
            <a:r>
              <a:rPr lang="zh-CN" altLang="en-US" sz="1800" dirty="0">
                <a:latin typeface="微软雅黑" panose="020B0503020204020204" pitchFamily="34" charset="-122"/>
              </a:rPr>
              <a:t> 典型网络应用（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6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应用层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marL="300038" lvl="1" indent="0">
              <a:buNone/>
            </a:pPr>
            <a:r>
              <a:rPr lang="en-US" altLang="zh-CN" sz="1800" dirty="0">
                <a:latin typeface="微软雅黑" panose="020B0503020204020204" pitchFamily="34" charset="-122"/>
              </a:rPr>
              <a:t>6.</a:t>
            </a:r>
            <a:r>
              <a:rPr lang="zh-CN" altLang="en-US" sz="1800" dirty="0">
                <a:latin typeface="微软雅黑" panose="020B0503020204020204" pitchFamily="34" charset="-122"/>
              </a:rPr>
              <a:t> </a:t>
            </a:r>
            <a:r>
              <a:rPr lang="zh-CN" altLang="zh-CN" sz="1800" dirty="0">
                <a:latin typeface="微软雅黑" panose="020B0503020204020204" pitchFamily="34" charset="-122"/>
              </a:rPr>
              <a:t>网络安全的概念和协议</a:t>
            </a:r>
            <a:r>
              <a:rPr lang="zh-CN" altLang="en-US" sz="1800" dirty="0">
                <a:latin typeface="微软雅黑" panose="020B0503020204020204" pitchFamily="34" charset="-122"/>
              </a:rPr>
              <a:t>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7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</a:rPr>
              <a:t>章 网络安全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zh-CN" altLang="zh-CN" sz="1800" dirty="0">
              <a:latin typeface="微软雅黑" panose="020B0503020204020204" pitchFamily="34" charset="-122"/>
            </a:endParaRPr>
          </a:p>
          <a:p>
            <a:endParaRPr lang="zh-CN" altLang="en-US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20483" name="幻灯片编号占位符 3">
            <a:extLst>
              <a:ext uri="{FF2B5EF4-FFF2-40B4-BE49-F238E27FC236}">
                <a16:creationId xmlns:a16="http://schemas.microsoft.com/office/drawing/2014/main" id="{64D41213-F9A4-FA48-9552-D85B966A83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D962C2-F5E1-A64E-B322-EE99D6152BBA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669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4">
            <a:extLst>
              <a:ext uri="{FF2B5EF4-FFF2-40B4-BE49-F238E27FC236}">
                <a16:creationId xmlns:a16="http://schemas.microsoft.com/office/drawing/2014/main" id="{146D67D1-F883-C24F-B162-481EC6346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325916" y="4893469"/>
            <a:ext cx="675084" cy="25003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81F551-0603-4542-A7C5-2A2FCA29A8FB}" type="slidenum">
              <a:rPr kumimoji="0" lang="en-US" altLang="zh-CN" sz="105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CN" sz="105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DCD5F36E-A1BB-7444-BF15-8C30B1FEF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692" y="105967"/>
            <a:ext cx="7908607" cy="736997"/>
          </a:xfrm>
        </p:spPr>
        <p:txBody>
          <a:bodyPr/>
          <a:lstStyle/>
          <a:p>
            <a:pPr marL="257175" indent="-257175"/>
            <a:r>
              <a:rPr lang="zh-CN" altLang="en-US">
                <a:latin typeface="微软雅黑" panose="020B0503020204020204" pitchFamily="34" charset="-122"/>
              </a:rPr>
              <a:t>一、</a:t>
            </a:r>
            <a:r>
              <a:rPr lang="zh-CN" altLang="zh-CN">
                <a:latin typeface="微软雅黑" panose="020B0503020204020204" pitchFamily="34" charset="-122"/>
              </a:rPr>
              <a:t>计算机网络的</a:t>
            </a:r>
            <a:r>
              <a:rPr lang="zh-CN" altLang="en-US">
                <a:latin typeface="微软雅黑" panose="020B0503020204020204" pitchFamily="34" charset="-122"/>
              </a:rPr>
              <a:t>基本</a:t>
            </a:r>
            <a:r>
              <a:rPr lang="zh-CN" altLang="zh-CN">
                <a:latin typeface="微软雅黑" panose="020B0503020204020204" pitchFamily="34" charset="-122"/>
              </a:rPr>
              <a:t>概念和网络体系结构</a:t>
            </a:r>
          </a:p>
        </p:txBody>
      </p:sp>
      <p:sp>
        <p:nvSpPr>
          <p:cNvPr id="578563" name="Rectangle 3">
            <a:extLst>
              <a:ext uri="{FF2B5EF4-FFF2-40B4-BE49-F238E27FC236}">
                <a16:creationId xmlns:a16="http://schemas.microsoft.com/office/drawing/2014/main" id="{E1B39180-3A56-3642-B987-5AB0B13584D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6692" y="1006079"/>
            <a:ext cx="8525828" cy="3974306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计算机网络的基本概念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计算机网络概述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计算机网络的概念、组成与功能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计算机网络的分类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计算机网络与互联网的发展历史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计算机网络的标准化工作及相关组织</a:t>
            </a:r>
            <a:endParaRPr lang="en-US" altLang="zh-CN" sz="2100" dirty="0">
              <a:latin typeface="微软雅黑" panose="020B0503020204020204" pitchFamily="34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计算机网络体系结构</a:t>
            </a:r>
          </a:p>
          <a:p>
            <a:pPr lvl="1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计算机网络体系结构与参考模型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计算机网络分层结构</a:t>
            </a:r>
          </a:p>
          <a:p>
            <a:pPr lvl="2" eaLnBrk="1" hangingPunct="1">
              <a:spcBef>
                <a:spcPts val="300"/>
              </a:spcBef>
            </a:pPr>
            <a:r>
              <a:rPr lang="zh-CN" altLang="zh-CN" dirty="0">
                <a:latin typeface="微软雅黑" panose="020B0503020204020204" pitchFamily="34" charset="-122"/>
              </a:rPr>
              <a:t>计算机网络协议、接口、服务等概念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zh-CN" dirty="0">
                <a:latin typeface="微软雅黑" panose="020B0503020204020204" pitchFamily="34" charset="-122"/>
              </a:rPr>
              <a:t>ISO/OSI</a:t>
            </a:r>
            <a:r>
              <a:rPr lang="zh-CN" altLang="zh-CN" dirty="0">
                <a:latin typeface="微软雅黑" panose="020B0503020204020204" pitchFamily="34" charset="-122"/>
              </a:rPr>
              <a:t>参考模型和</a:t>
            </a:r>
            <a:r>
              <a:rPr lang="en-US" altLang="zh-CN" dirty="0">
                <a:latin typeface="微软雅黑" panose="020B0503020204020204" pitchFamily="34" charset="-122"/>
              </a:rPr>
              <a:t>TCP/IP</a:t>
            </a:r>
            <a:r>
              <a:rPr lang="zh-CN" altLang="zh-CN" dirty="0">
                <a:latin typeface="微软雅黑" panose="020B0503020204020204" pitchFamily="34" charset="-122"/>
              </a:rPr>
              <a:t>模型</a:t>
            </a:r>
          </a:p>
          <a:p>
            <a:pPr eaLnBrk="1" hangingPunct="1">
              <a:spcBef>
                <a:spcPts val="300"/>
              </a:spcBef>
            </a:pP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网络性能指标</a:t>
            </a:r>
          </a:p>
          <a:p>
            <a:pPr lvl="1" eaLnBrk="1" hangingPunct="1">
              <a:spcBef>
                <a:spcPts val="300"/>
              </a:spcBef>
            </a:pPr>
            <a:r>
              <a:rPr lang="zh-CN" altLang="en-US" dirty="0">
                <a:latin typeface="微软雅黑" panose="020B0503020204020204" pitchFamily="34" charset="-122"/>
              </a:rPr>
              <a:t>带宽、时迟、时延带宽积</a:t>
            </a:r>
          </a:p>
        </p:txBody>
      </p:sp>
    </p:spTree>
    <p:extLst>
      <p:ext uri="{BB962C8B-B14F-4D97-AF65-F5344CB8AC3E}">
        <p14:creationId xmlns:p14="http://schemas.microsoft.com/office/powerpoint/2010/main" val="375026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78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8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8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8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78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78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78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78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8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8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63D1F2-F033-154B-B8E6-4FB029E65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1800" dirty="0">
                <a:latin typeface="微软雅黑" panose="020B0503020204020204" pitchFamily="34" charset="-122"/>
              </a:rPr>
              <a:t>通信基础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信道、信号、宽带、码元、波特、速率等基本概念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奈奎斯特定理与香农定理</a:t>
            </a:r>
          </a:p>
          <a:p>
            <a:pPr eaLnBrk="1" hangingPunct="1"/>
            <a:r>
              <a:rPr lang="zh-CN" altLang="zh-CN" sz="1800" dirty="0">
                <a:latin typeface="微软雅黑" panose="020B0503020204020204" pitchFamily="34" charset="-122"/>
              </a:rPr>
              <a:t>传输介质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双绞线、同轴电缆、光纤与无线传输介质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物理层接口的特性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buClr>
                <a:schemeClr val="folHlink"/>
              </a:buClr>
              <a:buSzPct val="60000"/>
            </a:pPr>
            <a:r>
              <a:rPr lang="zh-CN" altLang="en-US" sz="1800" dirty="0">
                <a:latin typeface="微软雅黑" panose="020B0503020204020204" pitchFamily="34" charset="-122"/>
              </a:rPr>
              <a:t>信道复用技术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频分多路复用、时分多路复用、波分多路复用、码分多路复用的概念和基本原理。</a:t>
            </a:r>
          </a:p>
          <a:p>
            <a:pPr eaLnBrk="1" hangingPunct="1"/>
            <a:r>
              <a:rPr lang="zh-CN" altLang="zh-CN" sz="1800" dirty="0">
                <a:latin typeface="微软雅黑" panose="020B0503020204020204" pitchFamily="34" charset="-122"/>
              </a:rPr>
              <a:t>物理层设备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中继器</a:t>
            </a:r>
          </a:p>
          <a:p>
            <a:pPr lvl="1" eaLnBrk="1" hangingPunct="1"/>
            <a:r>
              <a:rPr lang="zh-CN" altLang="zh-CN" sz="1800" dirty="0">
                <a:latin typeface="微软雅黑" panose="020B0503020204020204" pitchFamily="34" charset="-122"/>
              </a:rPr>
              <a:t>集线器</a:t>
            </a:r>
          </a:p>
        </p:txBody>
      </p:sp>
      <p:sp>
        <p:nvSpPr>
          <p:cNvPr id="23553" name="幻灯片编号占位符 1">
            <a:extLst>
              <a:ext uri="{FF2B5EF4-FFF2-40B4-BE49-F238E27FC236}">
                <a16:creationId xmlns:a16="http://schemas.microsoft.com/office/drawing/2014/main" id="{F2AAA6FF-A5F8-EF48-A5C5-18094ED0D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8550D3-2C3C-AE44-B71C-C04EFADDFD59}" type="slidenum">
              <a:rPr kumimoji="0" lang="zh-CN" altLang="en-US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zh-CN" altLang="en-US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DEED99B-0D96-614B-8449-231D498F0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二</a:t>
            </a:r>
            <a:r>
              <a:rPr lang="en-US" altLang="zh-CN" dirty="0">
                <a:latin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</a:rPr>
              <a:t> 物理层及</a:t>
            </a:r>
            <a:r>
              <a:rPr lang="zh-CN" altLang="zh-CN" dirty="0">
                <a:latin typeface="微软雅黑" panose="020B0503020204020204" pitchFamily="34" charset="-122"/>
              </a:rPr>
              <a:t>数据通信的基础知识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321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71A77-045F-AD43-82CD-65AA92F85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62" y="979169"/>
            <a:ext cx="8804953" cy="3708326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zh-CN" sz="2000" dirty="0">
                <a:latin typeface="微软雅黑" panose="020B0503020204020204" pitchFamily="34" charset="-122"/>
              </a:rPr>
              <a:t>数据链路层的功能</a:t>
            </a:r>
          </a:p>
          <a:p>
            <a:pPr eaLnBrk="1" hangingPunct="1">
              <a:spcBef>
                <a:spcPct val="0"/>
              </a:spcBef>
            </a:pPr>
            <a:r>
              <a:rPr lang="zh-CN" altLang="zh-CN" sz="2000" dirty="0">
                <a:latin typeface="微软雅黑" panose="020B0503020204020204" pitchFamily="34" charset="-122"/>
              </a:rPr>
              <a:t>组帧</a:t>
            </a:r>
          </a:p>
          <a:p>
            <a:pPr eaLnBrk="1" hangingPunct="1">
              <a:spcBef>
                <a:spcPct val="0"/>
              </a:spcBef>
            </a:pPr>
            <a:r>
              <a:rPr lang="zh-CN" altLang="zh-CN" sz="2000" dirty="0">
                <a:latin typeface="微软雅黑" panose="020B0503020204020204" pitchFamily="34" charset="-122"/>
              </a:rPr>
              <a:t>差错控制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检错编码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纠错编码</a:t>
            </a:r>
          </a:p>
          <a:p>
            <a:pPr eaLnBrk="1" hangingPunct="1">
              <a:spcBef>
                <a:spcPct val="0"/>
              </a:spcBef>
              <a:buSzPct val="100000"/>
              <a:buFont typeface="Wingdings" pitchFamily="2" charset="2"/>
              <a:buChar char="Ø"/>
            </a:pPr>
            <a:r>
              <a:rPr lang="zh-CN" altLang="zh-CN" sz="2000" dirty="0">
                <a:latin typeface="微软雅黑" panose="020B0503020204020204" pitchFamily="34" charset="-122"/>
              </a:rPr>
              <a:t>随</a:t>
            </a:r>
            <a:r>
              <a:rPr lang="zh-CN" altLang="en-US" sz="2000" dirty="0">
                <a:latin typeface="微软雅黑" panose="020B0503020204020204" pitchFamily="34" charset="-122"/>
              </a:rPr>
              <a:t>机</a:t>
            </a:r>
            <a:r>
              <a:rPr lang="zh-CN" altLang="zh-CN" sz="2000" dirty="0">
                <a:latin typeface="微软雅黑" panose="020B0503020204020204" pitchFamily="34" charset="-122"/>
              </a:rPr>
              <a:t>访问介质访问控制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en-US" altLang="zh-CN" sz="1500" dirty="0">
                <a:latin typeface="微软雅黑" panose="020B0503020204020204" pitchFamily="34" charset="-122"/>
              </a:rPr>
              <a:t>CSMA/CD</a:t>
            </a:r>
            <a:r>
              <a:rPr lang="zh-CN" altLang="zh-CN" sz="1500" dirty="0">
                <a:latin typeface="微软雅黑" panose="020B0503020204020204" pitchFamily="34" charset="-122"/>
              </a:rPr>
              <a:t>协议</a:t>
            </a:r>
          </a:p>
          <a:p>
            <a:pPr eaLnBrk="1" hangingPunct="1">
              <a:spcBef>
                <a:spcPct val="0"/>
              </a:spcBef>
              <a:buSzPct val="100000"/>
            </a:pPr>
            <a:r>
              <a:rPr lang="zh-CN" altLang="en-US" sz="2000" dirty="0">
                <a:latin typeface="微软雅黑" panose="020B0503020204020204" pitchFamily="34" charset="-122"/>
              </a:rPr>
              <a:t>常见</a:t>
            </a:r>
            <a:r>
              <a:rPr lang="zh-CN" altLang="zh-CN" sz="2000" dirty="0">
                <a:latin typeface="微软雅黑" panose="020B0503020204020204" pitchFamily="34" charset="-122"/>
              </a:rPr>
              <a:t>数据链路层</a:t>
            </a:r>
            <a:r>
              <a:rPr lang="zh-CN" altLang="en-US" sz="2000" dirty="0">
                <a:latin typeface="微软雅黑" panose="020B0503020204020204" pitchFamily="34" charset="-122"/>
              </a:rPr>
              <a:t>协议</a:t>
            </a:r>
            <a:endParaRPr lang="en-US" altLang="zh-CN" sz="20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en-US" altLang="zh-CN" sz="1500" dirty="0">
                <a:latin typeface="微软雅黑" panose="020B0503020204020204" pitchFamily="34" charset="-122"/>
              </a:rPr>
              <a:t>PPP</a:t>
            </a:r>
            <a:r>
              <a:rPr lang="zh-CN" altLang="zh-CN" sz="1500" dirty="0">
                <a:latin typeface="微软雅黑" panose="020B0503020204020204" pitchFamily="34" charset="-122"/>
              </a:rPr>
              <a:t>协议</a:t>
            </a:r>
            <a:r>
              <a:rPr lang="zh-CN" altLang="en-US" sz="1500" dirty="0">
                <a:latin typeface="微软雅黑" panose="020B0503020204020204" pitchFamily="34" charset="-122"/>
              </a:rPr>
              <a:t>、</a:t>
            </a:r>
            <a:r>
              <a:rPr lang="en-US" altLang="zh-CN" sz="1500" dirty="0">
                <a:latin typeface="微软雅黑" panose="020B0503020204020204" pitchFamily="34" charset="-122"/>
              </a:rPr>
              <a:t>HDLC</a:t>
            </a:r>
            <a:r>
              <a:rPr lang="zh-CN" altLang="zh-CN" sz="1500" dirty="0">
                <a:latin typeface="微软雅黑" panose="020B0503020204020204" pitchFamily="34" charset="-122"/>
              </a:rPr>
              <a:t>协议</a:t>
            </a:r>
            <a:endParaRPr lang="en-US" altLang="zh-CN" sz="1500" dirty="0">
              <a:latin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SzPct val="100000"/>
            </a:pPr>
            <a:r>
              <a:rPr lang="zh-CN" altLang="zh-CN" sz="2000" dirty="0">
                <a:latin typeface="微软雅黑" panose="020B0503020204020204" pitchFamily="34" charset="-122"/>
              </a:rPr>
              <a:t>局域网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局域网的基本概念与体系结构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以太网与</a:t>
            </a:r>
            <a:r>
              <a:rPr lang="en-US" altLang="zh-CN" sz="1500" dirty="0">
                <a:latin typeface="微软雅黑" panose="020B0503020204020204" pitchFamily="34" charset="-122"/>
              </a:rPr>
              <a:t>IEEE 802.3</a:t>
            </a:r>
          </a:p>
          <a:p>
            <a:pPr eaLnBrk="1" hangingPunct="1">
              <a:spcBef>
                <a:spcPct val="0"/>
              </a:spcBef>
              <a:buSzPct val="100000"/>
            </a:pPr>
            <a:r>
              <a:rPr lang="zh-CN" altLang="zh-CN" sz="2000" dirty="0">
                <a:latin typeface="微软雅黑" panose="020B0503020204020204" pitchFamily="34" charset="-122"/>
              </a:rPr>
              <a:t>数据链路层设备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网桥</a:t>
            </a:r>
            <a:r>
              <a:rPr lang="zh-CN" altLang="en-US" sz="1500" dirty="0">
                <a:latin typeface="微软雅黑" panose="020B0503020204020204" pitchFamily="34" charset="-122"/>
              </a:rPr>
              <a:t>：</a:t>
            </a:r>
            <a:r>
              <a:rPr lang="zh-CN" altLang="zh-CN" sz="1500" dirty="0">
                <a:latin typeface="微软雅黑" panose="020B0503020204020204" pitchFamily="34" charset="-122"/>
              </a:rPr>
              <a:t>网桥的概念；透明网桥与生成树算饭；源选径网桥与源选径算法</a:t>
            </a:r>
          </a:p>
          <a:p>
            <a:pPr lvl="1" eaLnBrk="1" hangingPunct="1">
              <a:spcBef>
                <a:spcPct val="0"/>
              </a:spcBef>
              <a:buClr>
                <a:srgbClr val="FF0000"/>
              </a:buClr>
              <a:buSzPct val="60000"/>
            </a:pPr>
            <a:r>
              <a:rPr lang="zh-CN" altLang="zh-CN" sz="1500" dirty="0">
                <a:latin typeface="微软雅黑" panose="020B0503020204020204" pitchFamily="34" charset="-122"/>
              </a:rPr>
              <a:t>局域网交换机及其工作原理</a:t>
            </a:r>
            <a:endParaRPr lang="en-US" altLang="zh-CN" sz="1500" dirty="0">
              <a:latin typeface="微软雅黑" panose="020B0503020204020204" pitchFamily="34" charset="-122"/>
            </a:endParaRPr>
          </a:p>
          <a:p>
            <a:endParaRPr kumimoji="1" lang="zh-CN" altLang="en-US" dirty="0"/>
          </a:p>
        </p:txBody>
      </p:sp>
      <p:sp>
        <p:nvSpPr>
          <p:cNvPr id="24577" name="幻灯片编号占位符 1">
            <a:extLst>
              <a:ext uri="{FF2B5EF4-FFF2-40B4-BE49-F238E27FC236}">
                <a16:creationId xmlns:a16="http://schemas.microsoft.com/office/drawing/2014/main" id="{AD4DC692-C00B-834C-B2C3-61A356560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4B07E1-1367-8741-8B69-933E92F6AF54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0DC77E1-6ABF-5844-844E-2C538B4B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三、数据链路层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40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3">
            <a:extLst>
              <a:ext uri="{FF2B5EF4-FFF2-40B4-BE49-F238E27FC236}">
                <a16:creationId xmlns:a16="http://schemas.microsoft.com/office/drawing/2014/main" id="{250E8B8A-AE96-3F4B-83F1-D67192DAB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E97DA9-03F4-E749-962C-1260A467182C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微软雅黑" panose="020B0503020204020204" pitchFamily="34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  <a:ea typeface="宋体" panose="02010600030101010101" pitchFamily="2" charset="-122"/>
              <a:cs typeface="微软雅黑" panose="020B0503020204020204" pitchFamily="34" charset="-122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5CAE270D-5391-BB4C-A37C-4209EABF3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四、网络层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3BCC360-95BC-424F-B7BD-218C7D6C1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563" y="965598"/>
            <a:ext cx="8804953" cy="4177903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网络层的定义、功能和设计方法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分组交换：虚电路和数据报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路由算法的分类和基本原理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网络互联：</a:t>
            </a:r>
            <a:r>
              <a:rPr lang="en-US" altLang="zh-CN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 的网络层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en-US" altLang="zh-CN" sz="1800" dirty="0">
                <a:latin typeface="微软雅黑" panose="020B0503020204020204" pitchFamily="34" charset="-122"/>
              </a:rPr>
              <a:t>IP</a:t>
            </a:r>
            <a:r>
              <a:rPr lang="zh-CN" altLang="en-US" sz="1800" dirty="0">
                <a:latin typeface="微软雅黑" panose="020B0503020204020204" pitchFamily="34" charset="-122"/>
              </a:rPr>
              <a:t>协议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子网划分、无类域间路由（超网，</a:t>
            </a:r>
            <a:r>
              <a:rPr lang="en-US" altLang="zh-CN" sz="1800" dirty="0">
                <a:latin typeface="微软雅黑" panose="020B0503020204020204" pitchFamily="34" charset="-122"/>
              </a:rPr>
              <a:t>CIDR</a:t>
            </a:r>
            <a:r>
              <a:rPr lang="zh-CN" altLang="en-US" sz="1800" dirty="0">
                <a:latin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en-US" altLang="zh-CN" sz="1800" dirty="0">
                <a:latin typeface="微软雅黑" panose="020B0503020204020204" pitchFamily="34" charset="-122"/>
              </a:rPr>
              <a:t>RIP</a:t>
            </a:r>
            <a:r>
              <a:rPr lang="zh-CN" altLang="en-US" sz="1800" dirty="0">
                <a:latin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</a:rPr>
              <a:t>OSPF</a:t>
            </a:r>
            <a:r>
              <a:rPr lang="zh-CN" altLang="en-US" sz="1800" dirty="0">
                <a:latin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</a:rPr>
              <a:t>BGP</a:t>
            </a: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网络地址转换</a:t>
            </a:r>
            <a:r>
              <a:rPr lang="en-US" altLang="zh-CN" sz="1800" dirty="0">
                <a:latin typeface="微软雅黑" panose="020B0503020204020204" pitchFamily="34" charset="-122"/>
              </a:rPr>
              <a:t>NAT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zh-CN" sz="1800" dirty="0">
                <a:latin typeface="微软雅黑" panose="020B0503020204020204" pitchFamily="34" charset="-122"/>
              </a:rPr>
              <a:t>IPv6</a:t>
            </a:r>
          </a:p>
          <a:p>
            <a:pPr eaLnBrk="1" hangingPunct="1">
              <a:spcBef>
                <a:spcPts val="300"/>
              </a:spcBef>
            </a:pPr>
            <a:r>
              <a:rPr lang="zh-CN" altLang="en-US" sz="2100" dirty="0">
                <a:latin typeface="微软雅黑" panose="020B0503020204020204" pitchFamily="34" charset="-122"/>
                <a:cs typeface="黑体" panose="02010609060101010101" pitchFamily="49" charset="-122"/>
              </a:rPr>
              <a:t>路由器的基本原理</a:t>
            </a:r>
            <a:endParaRPr lang="en-US" altLang="zh-CN" sz="21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典型的体系结构</a:t>
            </a:r>
            <a:endParaRPr lang="en-US" altLang="zh-CN" sz="1800" dirty="0">
              <a:latin typeface="微软雅黑" panose="020B0503020204020204" pitchFamily="34" charset="-12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en-US" sz="1800" dirty="0">
                <a:latin typeface="微软雅黑" panose="020B0503020204020204" pitchFamily="34" charset="-122"/>
              </a:rPr>
              <a:t>分组处理过程</a:t>
            </a:r>
            <a:endParaRPr lang="en-US" altLang="zh-CN" sz="1800" dirty="0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6946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8C9CC2C4-F189-F34D-86EC-2D2F12BE5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1450" y="160735"/>
            <a:ext cx="7775973" cy="736997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五、传输层</a:t>
            </a:r>
          </a:p>
        </p:txBody>
      </p:sp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6E95C942-F486-4F4D-B406-F63DBD59D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1450" y="1059657"/>
            <a:ext cx="8778235" cy="1350169"/>
          </a:xfrm>
        </p:spPr>
        <p:txBody>
          <a:bodyPr/>
          <a:lstStyle/>
          <a:p>
            <a:pPr eaLnBrk="1" hangingPunct="1"/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传输层的定义、功能和设计方法</a:t>
            </a:r>
            <a:endParaRPr lang="en-US" altLang="zh-CN" sz="20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的传输层协议：</a:t>
            </a:r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UDP</a:t>
            </a:r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TCP</a:t>
            </a:r>
          </a:p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TCP</a:t>
            </a:r>
            <a:r>
              <a:rPr lang="zh-CN" altLang="en-US" sz="2000" dirty="0">
                <a:latin typeface="微软雅黑" panose="020B0503020204020204" pitchFamily="34" charset="-122"/>
                <a:cs typeface="黑体" panose="02010609060101010101" pitchFamily="49" charset="-122"/>
              </a:rPr>
              <a:t>的拥塞控制机制</a:t>
            </a:r>
          </a:p>
        </p:txBody>
      </p:sp>
      <p:sp>
        <p:nvSpPr>
          <p:cNvPr id="27651" name="幻灯片编号占位符 3">
            <a:extLst>
              <a:ext uri="{FF2B5EF4-FFF2-40B4-BE49-F238E27FC236}">
                <a16:creationId xmlns:a16="http://schemas.microsoft.com/office/drawing/2014/main" id="{264A2449-D356-484F-A287-88DF1DA12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329488" y="4893469"/>
            <a:ext cx="617935" cy="14644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323156-FBF4-DA4C-98AD-9552B35A1BF7}" type="slidenum">
              <a:rPr kumimoji="0" lang="zh-CN" altLang="en-US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7652" name="Oval 55">
            <a:extLst>
              <a:ext uri="{FF2B5EF4-FFF2-40B4-BE49-F238E27FC236}">
                <a16:creationId xmlns:a16="http://schemas.microsoft.com/office/drawing/2014/main" id="{91A100F8-5A31-7B4F-84D0-18691863C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1" y="4149329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3" name="Oval 60">
            <a:extLst>
              <a:ext uri="{FF2B5EF4-FFF2-40B4-BE49-F238E27FC236}">
                <a16:creationId xmlns:a16="http://schemas.microsoft.com/office/drawing/2014/main" id="{4F0507A5-9410-C84A-ABC9-99976DF3E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569" y="340637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4" name="Oval 61">
            <a:extLst>
              <a:ext uri="{FF2B5EF4-FFF2-40B4-BE49-F238E27FC236}">
                <a16:creationId xmlns:a16="http://schemas.microsoft.com/office/drawing/2014/main" id="{0FB6C53C-F769-084B-9D9F-CF50B5557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354" y="3328988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5" name="Oval 62">
            <a:extLst>
              <a:ext uri="{FF2B5EF4-FFF2-40B4-BE49-F238E27FC236}">
                <a16:creationId xmlns:a16="http://schemas.microsoft.com/office/drawing/2014/main" id="{8ADF5F33-6ACD-6D4C-8179-D51FB6C82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303" y="3165872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6" name="Oval 63">
            <a:extLst>
              <a:ext uri="{FF2B5EF4-FFF2-40B4-BE49-F238E27FC236}">
                <a16:creationId xmlns:a16="http://schemas.microsoft.com/office/drawing/2014/main" id="{546FB33F-7DE3-FA49-98FB-4211939C0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6947" y="3248025"/>
            <a:ext cx="70247" cy="7501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7" name="Oval 64">
            <a:extLst>
              <a:ext uri="{FF2B5EF4-FFF2-40B4-BE49-F238E27FC236}">
                <a16:creationId xmlns:a16="http://schemas.microsoft.com/office/drawing/2014/main" id="{933330EE-F791-BC4E-8027-E99382B49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3083719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8" name="Oval 65">
            <a:extLst>
              <a:ext uri="{FF2B5EF4-FFF2-40B4-BE49-F238E27FC236}">
                <a16:creationId xmlns:a16="http://schemas.microsoft.com/office/drawing/2014/main" id="{A6670FB6-04B1-6346-B3C6-4248BD0E9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1" y="300632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59" name="Oval 67">
            <a:extLst>
              <a:ext uri="{FF2B5EF4-FFF2-40B4-BE49-F238E27FC236}">
                <a16:creationId xmlns:a16="http://schemas.microsoft.com/office/drawing/2014/main" id="{0AABA5DC-60BE-6A44-89EF-F185D27D4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894" y="2913460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13" name="Line 84">
            <a:extLst>
              <a:ext uri="{FF2B5EF4-FFF2-40B4-BE49-F238E27FC236}">
                <a16:creationId xmlns:a16="http://schemas.microsoft.com/office/drawing/2014/main" id="{134F4799-1B78-7F4F-9D1A-8CB542136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8469" y="3529013"/>
            <a:ext cx="65841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661" name="Oval 96">
            <a:extLst>
              <a:ext uri="{FF2B5EF4-FFF2-40B4-BE49-F238E27FC236}">
                <a16:creationId xmlns:a16="http://schemas.microsoft.com/office/drawing/2014/main" id="{ED06C64E-D180-3C4E-9133-684B53FD8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653" y="3814763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2" name="Oval 97">
            <a:extLst>
              <a:ext uri="{FF2B5EF4-FFF2-40B4-BE49-F238E27FC236}">
                <a16:creationId xmlns:a16="http://schemas.microsoft.com/office/drawing/2014/main" id="{AE087DE1-8E5E-2B4A-AEAB-B5811B34F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1" y="3738563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3" name="Oval 98">
            <a:extLst>
              <a:ext uri="{FF2B5EF4-FFF2-40B4-BE49-F238E27FC236}">
                <a16:creationId xmlns:a16="http://schemas.microsoft.com/office/drawing/2014/main" id="{8952350D-4696-6B4E-B36A-88F24299D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223" y="365402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4" name="Oval 99">
            <a:extLst>
              <a:ext uri="{FF2B5EF4-FFF2-40B4-BE49-F238E27FC236}">
                <a16:creationId xmlns:a16="http://schemas.microsoft.com/office/drawing/2014/main" id="{5D7B4A63-AF7A-6946-A9FA-72131E605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3816" y="3580210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5" name="Oval 100">
            <a:extLst>
              <a:ext uri="{FF2B5EF4-FFF2-40B4-BE49-F238E27FC236}">
                <a16:creationId xmlns:a16="http://schemas.microsoft.com/office/drawing/2014/main" id="{68A0AA55-0F9A-3842-AA17-47843DBBF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5982" y="3494485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6" name="Oval 101">
            <a:extLst>
              <a:ext uri="{FF2B5EF4-FFF2-40B4-BE49-F238E27FC236}">
                <a16:creationId xmlns:a16="http://schemas.microsoft.com/office/drawing/2014/main" id="{235CE0DE-AC19-5643-A5B5-BBF6D6930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766" y="3420666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7" name="Oval 102">
            <a:extLst>
              <a:ext uri="{FF2B5EF4-FFF2-40B4-BE49-F238E27FC236}">
                <a16:creationId xmlns:a16="http://schemas.microsoft.com/office/drawing/2014/main" id="{3D73660D-57C4-D54A-8446-AB491CDC0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1" y="3331369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8" name="Oval 103">
            <a:extLst>
              <a:ext uri="{FF2B5EF4-FFF2-40B4-BE49-F238E27FC236}">
                <a16:creationId xmlns:a16="http://schemas.microsoft.com/office/drawing/2014/main" id="{6C6BFD84-8EAE-804E-A688-3AF0B9872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335" y="3244454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669" name="Oval 104">
            <a:extLst>
              <a:ext uri="{FF2B5EF4-FFF2-40B4-BE49-F238E27FC236}">
                <a16:creationId xmlns:a16="http://schemas.microsoft.com/office/drawing/2014/main" id="{1F89957F-77AA-1B4B-A773-E48C2C3E1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357" y="3171825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3" name="Freeform 68">
            <a:extLst>
              <a:ext uri="{FF2B5EF4-FFF2-40B4-BE49-F238E27FC236}">
                <a16:creationId xmlns:a16="http://schemas.microsoft.com/office/drawing/2014/main" id="{1474F827-99DD-2E4D-80BD-86DB6C828579}"/>
              </a:ext>
            </a:extLst>
          </p:cNvPr>
          <p:cNvSpPr>
            <a:spLocks/>
          </p:cNvSpPr>
          <p:nvPr/>
        </p:nvSpPr>
        <p:spPr bwMode="auto">
          <a:xfrm>
            <a:off x="2868217" y="2876550"/>
            <a:ext cx="2210990" cy="1862138"/>
          </a:xfrm>
          <a:custGeom>
            <a:avLst/>
            <a:gdLst>
              <a:gd name="T0" fmla="*/ 2947987 w 1773"/>
              <a:gd name="T1" fmla="*/ 0 h 1370"/>
              <a:gd name="T2" fmla="*/ 1027556 w 1773"/>
              <a:gd name="T3" fmla="*/ 882590 h 1370"/>
              <a:gd name="T4" fmla="*/ 798101 w 1773"/>
              <a:gd name="T5" fmla="*/ 1741620 h 1370"/>
              <a:gd name="T6" fmla="*/ 550357 w 1773"/>
              <a:gd name="T7" fmla="*/ 2176571 h 1370"/>
              <a:gd name="T8" fmla="*/ 310927 w 1773"/>
              <a:gd name="T9" fmla="*/ 2394047 h 1370"/>
              <a:gd name="T10" fmla="*/ 91449 w 1773"/>
              <a:gd name="T11" fmla="*/ 2481038 h 13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773" h="1370">
                <a:moveTo>
                  <a:pt x="1773" y="0"/>
                </a:moveTo>
                <a:lnTo>
                  <a:pt x="618" y="487"/>
                </a:lnTo>
                <a:lnTo>
                  <a:pt x="480" y="961"/>
                </a:lnTo>
                <a:lnTo>
                  <a:pt x="331" y="1201"/>
                </a:lnTo>
                <a:lnTo>
                  <a:pt x="187" y="1321"/>
                </a:lnTo>
                <a:cubicBezTo>
                  <a:pt x="47" y="1370"/>
                  <a:pt x="0" y="1369"/>
                  <a:pt x="55" y="1369"/>
                </a:cubicBezTo>
              </a:path>
            </a:pathLst>
          </a:custGeom>
          <a:noFill/>
          <a:ln w="28575" cmpd="sng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cs typeface="+mn-cs"/>
            </a:endParaRPr>
          </a:p>
        </p:txBody>
      </p:sp>
      <p:sp>
        <p:nvSpPr>
          <p:cNvPr id="24" name="Text Box 54">
            <a:extLst>
              <a:ext uri="{FF2B5EF4-FFF2-40B4-BE49-F238E27FC236}">
                <a16:creationId xmlns:a16="http://schemas.microsoft.com/office/drawing/2014/main" id="{16F1A3CC-7A86-3C45-BAB9-769796C2C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2714625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24</a:t>
            </a:r>
          </a:p>
        </p:txBody>
      </p:sp>
      <p:sp>
        <p:nvSpPr>
          <p:cNvPr id="25" name="Line 5">
            <a:extLst>
              <a:ext uri="{FF2B5EF4-FFF2-40B4-BE49-F238E27FC236}">
                <a16:creationId xmlns:a16="http://schemas.microsoft.com/office/drawing/2014/main" id="{6F77B0E7-289E-2E4B-8D67-C3D2BE3D7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8" y="4833938"/>
            <a:ext cx="424934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6" name="Line 6">
            <a:extLst>
              <a:ext uri="{FF2B5EF4-FFF2-40B4-BE49-F238E27FC236}">
                <a16:creationId xmlns:a16="http://schemas.microsoft.com/office/drawing/2014/main" id="{8F528C1E-841A-874F-B91A-48BB2F95E9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2550319"/>
            <a:ext cx="0" cy="2283619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 type="triangle" w="sm" len="lg"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" name="Line 7">
            <a:extLst>
              <a:ext uri="{FF2B5EF4-FFF2-40B4-BE49-F238E27FC236}">
                <a16:creationId xmlns:a16="http://schemas.microsoft.com/office/drawing/2014/main" id="{8F77A966-DBE9-AE4C-9C59-6E456D6D3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7531" y="4768454"/>
            <a:ext cx="0" cy="65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8" name="Line 8">
            <a:extLst>
              <a:ext uri="{FF2B5EF4-FFF2-40B4-BE49-F238E27FC236}">
                <a16:creationId xmlns:a16="http://schemas.microsoft.com/office/drawing/2014/main" id="{50DD76D7-E681-8149-B812-C9E2764BA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316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9" name="Line 9">
            <a:extLst>
              <a:ext uri="{FF2B5EF4-FFF2-40B4-BE49-F238E27FC236}">
                <a16:creationId xmlns:a16="http://schemas.microsoft.com/office/drawing/2014/main" id="{37E24600-79FA-E143-8934-345488380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0" name="Line 10">
            <a:extLst>
              <a:ext uri="{FF2B5EF4-FFF2-40B4-BE49-F238E27FC236}">
                <a16:creationId xmlns:a16="http://schemas.microsoft.com/office/drawing/2014/main" id="{1A1C6182-E47F-9B46-AE16-D31FD1124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6885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1" name="Line 11">
            <a:extLst>
              <a:ext uri="{FF2B5EF4-FFF2-40B4-BE49-F238E27FC236}">
                <a16:creationId xmlns:a16="http://schemas.microsoft.com/office/drawing/2014/main" id="{AF550BED-C7AD-8740-9C83-346FC5279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479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2" name="Line 12">
            <a:extLst>
              <a:ext uri="{FF2B5EF4-FFF2-40B4-BE49-F238E27FC236}">
                <a16:creationId xmlns:a16="http://schemas.microsoft.com/office/drawing/2014/main" id="{1C0266C9-EE47-2848-B84F-3FC862867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5263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3" name="Line 13">
            <a:extLst>
              <a:ext uri="{FF2B5EF4-FFF2-40B4-BE49-F238E27FC236}">
                <a16:creationId xmlns:a16="http://schemas.microsoft.com/office/drawing/2014/main" id="{5DB9B984-EDC6-D844-8E3A-E0A2E7697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5047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4" name="Line 14">
            <a:extLst>
              <a:ext uri="{FF2B5EF4-FFF2-40B4-BE49-F238E27FC236}">
                <a16:creationId xmlns:a16="http://schemas.microsoft.com/office/drawing/2014/main" id="{13461905-E0A3-B746-AC62-05F1C1934A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4831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5" name="Line 15">
            <a:extLst>
              <a:ext uri="{FF2B5EF4-FFF2-40B4-BE49-F238E27FC236}">
                <a16:creationId xmlns:a16="http://schemas.microsoft.com/office/drawing/2014/main" id="{1EB02AD2-4DB6-F246-A230-DFF176C6BD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3425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6" name="Line 16">
            <a:extLst>
              <a:ext uri="{FF2B5EF4-FFF2-40B4-BE49-F238E27FC236}">
                <a16:creationId xmlns:a16="http://schemas.microsoft.com/office/drawing/2014/main" id="{01866FD8-D7CF-0745-864C-ED352182E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321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7" name="Line 17">
            <a:extLst>
              <a:ext uri="{FF2B5EF4-FFF2-40B4-BE49-F238E27FC236}">
                <a16:creationId xmlns:a16="http://schemas.microsoft.com/office/drawing/2014/main" id="{0A94F60F-218C-2148-A524-3B492987CB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2994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8" name="Line 18">
            <a:extLst>
              <a:ext uri="{FF2B5EF4-FFF2-40B4-BE49-F238E27FC236}">
                <a16:creationId xmlns:a16="http://schemas.microsoft.com/office/drawing/2014/main" id="{5E6D3C4E-B5B2-7C45-9600-F72466323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2779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39" name="Line 19">
            <a:extLst>
              <a:ext uri="{FF2B5EF4-FFF2-40B4-BE49-F238E27FC236}">
                <a16:creationId xmlns:a16="http://schemas.microsoft.com/office/drawing/2014/main" id="{8354B877-12B6-B24A-BB85-AF1AB763E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1372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0" name="Line 20">
            <a:extLst>
              <a:ext uri="{FF2B5EF4-FFF2-40B4-BE49-F238E27FC236}">
                <a16:creationId xmlns:a16="http://schemas.microsoft.com/office/drawing/2014/main" id="{A34E226E-8E11-9445-A4EE-9EF9E03BD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1156" y="4768454"/>
            <a:ext cx="0" cy="654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1" name="Line 21">
            <a:extLst>
              <a:ext uri="{FF2B5EF4-FFF2-40B4-BE49-F238E27FC236}">
                <a16:creationId xmlns:a16="http://schemas.microsoft.com/office/drawing/2014/main" id="{54BF4852-5339-384D-AF8B-30E7E9CD8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0941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2" name="Line 22">
            <a:extLst>
              <a:ext uri="{FF2B5EF4-FFF2-40B4-BE49-F238E27FC236}">
                <a16:creationId xmlns:a16="http://schemas.microsoft.com/office/drawing/2014/main" id="{7D30BAD5-93E0-1244-A69E-7ECD9BFEC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0725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3" name="Line 23">
            <a:extLst>
              <a:ext uri="{FF2B5EF4-FFF2-40B4-BE49-F238E27FC236}">
                <a16:creationId xmlns:a16="http://schemas.microsoft.com/office/drawing/2014/main" id="{5549A121-001A-8045-98E9-2226EA519C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051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4" name="Line 24">
            <a:extLst>
              <a:ext uri="{FF2B5EF4-FFF2-40B4-BE49-F238E27FC236}">
                <a16:creationId xmlns:a16="http://schemas.microsoft.com/office/drawing/2014/main" id="{06B63FCE-8A41-114E-A1E8-6E3CBBF26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9104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5" name="Line 25">
            <a:extLst>
              <a:ext uri="{FF2B5EF4-FFF2-40B4-BE49-F238E27FC236}">
                <a16:creationId xmlns:a16="http://schemas.microsoft.com/office/drawing/2014/main" id="{4F29BAEF-0D95-344D-957A-A530F392B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8888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6" name="Line 26">
            <a:extLst>
              <a:ext uri="{FF2B5EF4-FFF2-40B4-BE49-F238E27FC236}">
                <a16:creationId xmlns:a16="http://schemas.microsoft.com/office/drawing/2014/main" id="{EB83EBE9-9EF3-7F4C-B263-982C3238E2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8672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7" name="Line 27">
            <a:extLst>
              <a:ext uri="{FF2B5EF4-FFF2-40B4-BE49-F238E27FC236}">
                <a16:creationId xmlns:a16="http://schemas.microsoft.com/office/drawing/2014/main" id="{8E871894-BA84-F042-A0C3-68348DF15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8456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8" name="Line 28">
            <a:extLst>
              <a:ext uri="{FF2B5EF4-FFF2-40B4-BE49-F238E27FC236}">
                <a16:creationId xmlns:a16="http://schemas.microsoft.com/office/drawing/2014/main" id="{B7B76795-AEC5-C347-BFD8-DE29F647A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4704160"/>
            <a:ext cx="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49" name="Line 30">
            <a:extLst>
              <a:ext uri="{FF2B5EF4-FFF2-40B4-BE49-F238E27FC236}">
                <a16:creationId xmlns:a16="http://schemas.microsoft.com/office/drawing/2014/main" id="{0CF505E0-155B-E04A-8380-514D09E62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4507706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0" name="Line 31">
            <a:extLst>
              <a:ext uri="{FF2B5EF4-FFF2-40B4-BE49-F238E27FC236}">
                <a16:creationId xmlns:a16="http://schemas.microsoft.com/office/drawing/2014/main" id="{D3227382-C89A-E64B-9A2C-3196A0BB8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4181475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1" name="Line 32">
            <a:extLst>
              <a:ext uri="{FF2B5EF4-FFF2-40B4-BE49-F238E27FC236}">
                <a16:creationId xmlns:a16="http://schemas.microsoft.com/office/drawing/2014/main" id="{E4CB54E9-5F61-CD4B-8D41-EB831571F7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3855244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2" name="Line 33">
            <a:extLst>
              <a:ext uri="{FF2B5EF4-FFF2-40B4-BE49-F238E27FC236}">
                <a16:creationId xmlns:a16="http://schemas.microsoft.com/office/drawing/2014/main" id="{AB085B7C-3B78-DF4A-8E5D-1D7A9DE4A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3529013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3" name="Line 34">
            <a:extLst>
              <a:ext uri="{FF2B5EF4-FFF2-40B4-BE49-F238E27FC236}">
                <a16:creationId xmlns:a16="http://schemas.microsoft.com/office/drawing/2014/main" id="{B1F04D7C-8CD7-3848-95C0-B75A2D85E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3202781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4" name="Line 35">
            <a:extLst>
              <a:ext uri="{FF2B5EF4-FFF2-40B4-BE49-F238E27FC236}">
                <a16:creationId xmlns:a16="http://schemas.microsoft.com/office/drawing/2014/main" id="{96E620B3-4043-494A-BB12-88DCCEAA8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747" y="2876550"/>
            <a:ext cx="179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55" name="Text Box 36">
            <a:extLst>
              <a:ext uri="{FF2B5EF4-FFF2-40B4-BE49-F238E27FC236}">
                <a16:creationId xmlns:a16="http://schemas.microsoft.com/office/drawing/2014/main" id="{7B4E6C9B-4786-7548-BC59-59FF46C44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2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</a:t>
            </a:r>
          </a:p>
        </p:txBody>
      </p:sp>
      <p:sp>
        <p:nvSpPr>
          <p:cNvPr id="56" name="Text Box 37">
            <a:extLst>
              <a:ext uri="{FF2B5EF4-FFF2-40B4-BE49-F238E27FC236}">
                <a16:creationId xmlns:a16="http://schemas.microsoft.com/office/drawing/2014/main" id="{0E133AB4-23DF-564F-9EEA-0D1B4AB8E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6631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4</a:t>
            </a:r>
          </a:p>
        </p:txBody>
      </p:sp>
      <p:sp>
        <p:nvSpPr>
          <p:cNvPr id="57" name="Text Box 38">
            <a:extLst>
              <a:ext uri="{FF2B5EF4-FFF2-40B4-BE49-F238E27FC236}">
                <a16:creationId xmlns:a16="http://schemas.microsoft.com/office/drawing/2014/main" id="{5590BCAB-D1A6-F34C-9035-64DE09534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6</a:t>
            </a:r>
          </a:p>
        </p:txBody>
      </p:sp>
      <p:sp>
        <p:nvSpPr>
          <p:cNvPr id="58" name="Text Box 39">
            <a:extLst>
              <a:ext uri="{FF2B5EF4-FFF2-40B4-BE49-F238E27FC236}">
                <a16:creationId xmlns:a16="http://schemas.microsoft.com/office/drawing/2014/main" id="{9A2BBA84-B685-F846-97E9-E3ACBB8E4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103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8</a:t>
            </a:r>
          </a:p>
        </p:txBody>
      </p:sp>
      <p:sp>
        <p:nvSpPr>
          <p:cNvPr id="59" name="Text Box 40">
            <a:extLst>
              <a:ext uri="{FF2B5EF4-FFF2-40B4-BE49-F238E27FC236}">
                <a16:creationId xmlns:a16="http://schemas.microsoft.com/office/drawing/2014/main" id="{335DBEB4-3937-2941-91DD-B1CC0BC1B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141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10</a:t>
            </a:r>
          </a:p>
        </p:txBody>
      </p:sp>
      <p:sp>
        <p:nvSpPr>
          <p:cNvPr id="60" name="Text Box 41">
            <a:extLst>
              <a:ext uri="{FF2B5EF4-FFF2-40B4-BE49-F238E27FC236}">
                <a16:creationId xmlns:a16="http://schemas.microsoft.com/office/drawing/2014/main" id="{87E63E00-2D8F-7E42-A063-C698C747F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2285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12</a:t>
            </a:r>
          </a:p>
        </p:txBody>
      </p:sp>
      <p:sp>
        <p:nvSpPr>
          <p:cNvPr id="61" name="Text Box 42">
            <a:extLst>
              <a:ext uri="{FF2B5EF4-FFF2-40B4-BE49-F238E27FC236}">
                <a16:creationId xmlns:a16="http://schemas.microsoft.com/office/drawing/2014/main" id="{A1AF8312-F1D3-B74B-80FA-33108898C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612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14</a:t>
            </a:r>
          </a:p>
        </p:txBody>
      </p:sp>
      <p:sp>
        <p:nvSpPr>
          <p:cNvPr id="62" name="Text Box 43">
            <a:extLst>
              <a:ext uri="{FF2B5EF4-FFF2-40B4-BE49-F238E27FC236}">
                <a16:creationId xmlns:a16="http://schemas.microsoft.com/office/drawing/2014/main" id="{87CE112D-02D1-F547-82C4-677613B09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1181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16</a:t>
            </a:r>
          </a:p>
        </p:txBody>
      </p:sp>
      <p:sp>
        <p:nvSpPr>
          <p:cNvPr id="63" name="Text Box 44">
            <a:extLst>
              <a:ext uri="{FF2B5EF4-FFF2-40B4-BE49-F238E27FC236}">
                <a16:creationId xmlns:a16="http://schemas.microsoft.com/office/drawing/2014/main" id="{8F96A0FB-1F15-504D-9589-B41330FF6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18</a:t>
            </a:r>
          </a:p>
        </p:txBody>
      </p:sp>
      <p:sp>
        <p:nvSpPr>
          <p:cNvPr id="64" name="Text Box 45">
            <a:extLst>
              <a:ext uri="{FF2B5EF4-FFF2-40B4-BE49-F238E27FC236}">
                <a16:creationId xmlns:a16="http://schemas.microsoft.com/office/drawing/2014/main" id="{1B60D03A-8A24-9941-AA00-3D2E98F0B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9369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20</a:t>
            </a:r>
          </a:p>
        </p:txBody>
      </p:sp>
      <p:sp>
        <p:nvSpPr>
          <p:cNvPr id="65" name="Text Box 46">
            <a:extLst>
              <a:ext uri="{FF2B5EF4-FFF2-40B4-BE49-F238E27FC236}">
                <a16:creationId xmlns:a16="http://schemas.microsoft.com/office/drawing/2014/main" id="{903FAB90-8899-BB48-866F-D6570F697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8222" y="4835128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22</a:t>
            </a:r>
          </a:p>
        </p:txBody>
      </p:sp>
      <p:sp>
        <p:nvSpPr>
          <p:cNvPr id="66" name="Text Box 47">
            <a:extLst>
              <a:ext uri="{FF2B5EF4-FFF2-40B4-BE49-F238E27FC236}">
                <a16:creationId xmlns:a16="http://schemas.microsoft.com/office/drawing/2014/main" id="{C513CAC1-38E7-934A-8070-2B55765BC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4835128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0</a:t>
            </a:r>
          </a:p>
        </p:txBody>
      </p:sp>
      <p:sp>
        <p:nvSpPr>
          <p:cNvPr id="67" name="Text Box 48">
            <a:extLst>
              <a:ext uri="{FF2B5EF4-FFF2-40B4-BE49-F238E27FC236}">
                <a16:creationId xmlns:a16="http://schemas.microsoft.com/office/drawing/2014/main" id="{73D3D739-547E-9246-8DCE-80B0CD907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387" y="4639866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0</a:t>
            </a:r>
          </a:p>
        </p:txBody>
      </p:sp>
      <p:sp>
        <p:nvSpPr>
          <p:cNvPr id="68" name="Text Box 49">
            <a:extLst>
              <a:ext uri="{FF2B5EF4-FFF2-40B4-BE49-F238E27FC236}">
                <a16:creationId xmlns:a16="http://schemas.microsoft.com/office/drawing/2014/main" id="{D3C48407-73C6-E748-B4B9-E4EBF6EA6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387" y="4313635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4</a:t>
            </a:r>
          </a:p>
        </p:txBody>
      </p:sp>
      <p:sp>
        <p:nvSpPr>
          <p:cNvPr id="69" name="Text Box 50">
            <a:extLst>
              <a:ext uri="{FF2B5EF4-FFF2-40B4-BE49-F238E27FC236}">
                <a16:creationId xmlns:a16="http://schemas.microsoft.com/office/drawing/2014/main" id="{5E07BF2A-6747-7D49-B321-2549BC52A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387" y="3998119"/>
            <a:ext cx="28084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8</a:t>
            </a:r>
          </a:p>
        </p:txBody>
      </p:sp>
      <p:sp>
        <p:nvSpPr>
          <p:cNvPr id="70" name="Text Box 51">
            <a:extLst>
              <a:ext uri="{FF2B5EF4-FFF2-40B4-BE49-F238E27FC236}">
                <a16:creationId xmlns:a16="http://schemas.microsoft.com/office/drawing/2014/main" id="{A057B1AF-9D11-AD46-9883-6EE49E60F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682603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12</a:t>
            </a:r>
          </a:p>
        </p:txBody>
      </p:sp>
      <p:sp>
        <p:nvSpPr>
          <p:cNvPr id="71" name="Text Box 52">
            <a:extLst>
              <a:ext uri="{FF2B5EF4-FFF2-40B4-BE49-F238E27FC236}">
                <a16:creationId xmlns:a16="http://schemas.microsoft.com/office/drawing/2014/main" id="{F6D9CAE3-1B89-624C-A6C8-63910D4CB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367087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16</a:t>
            </a:r>
          </a:p>
        </p:txBody>
      </p:sp>
      <p:sp>
        <p:nvSpPr>
          <p:cNvPr id="72" name="Text Box 53">
            <a:extLst>
              <a:ext uri="{FF2B5EF4-FFF2-40B4-BE49-F238E27FC236}">
                <a16:creationId xmlns:a16="http://schemas.microsoft.com/office/drawing/2014/main" id="{D7DD09BD-71FE-4344-B8D4-4D50D4531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040856"/>
            <a:ext cx="377026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350">
                <a:solidFill>
                  <a:schemeClr val="folHlink"/>
                </a:solidFill>
                <a:latin typeface="Arial" charset="0"/>
                <a:ea typeface="黑体" charset="-122"/>
              </a:rPr>
              <a:t>20</a:t>
            </a:r>
          </a:p>
        </p:txBody>
      </p:sp>
      <p:sp>
        <p:nvSpPr>
          <p:cNvPr id="27720" name="Oval 56">
            <a:extLst>
              <a:ext uri="{FF2B5EF4-FFF2-40B4-BE49-F238E27FC236}">
                <a16:creationId xmlns:a16="http://schemas.microsoft.com/office/drawing/2014/main" id="{987EC1BF-C0F4-CB4C-9E11-1F94D1E83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407" y="4475560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1" name="Oval 57">
            <a:extLst>
              <a:ext uri="{FF2B5EF4-FFF2-40B4-BE49-F238E27FC236}">
                <a16:creationId xmlns:a16="http://schemas.microsoft.com/office/drawing/2014/main" id="{B0BA2436-BA1E-7844-B340-EE48B0A81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982" y="4687491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2" name="Oval 58">
            <a:extLst>
              <a:ext uri="{FF2B5EF4-FFF2-40B4-BE49-F238E27FC236}">
                <a16:creationId xmlns:a16="http://schemas.microsoft.com/office/drawing/2014/main" id="{F9D3E623-A556-6A45-9E0C-0EEB4601B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479" y="4630341"/>
            <a:ext cx="69056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3" name="Oval 59">
            <a:extLst>
              <a:ext uri="{FF2B5EF4-FFF2-40B4-BE49-F238E27FC236}">
                <a16:creationId xmlns:a16="http://schemas.microsoft.com/office/drawing/2014/main" id="{D924A2C0-2F96-ED46-9BBC-457CEEC83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8785" y="3493294"/>
            <a:ext cx="70247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4" name="Oval 66">
            <a:extLst>
              <a:ext uri="{FF2B5EF4-FFF2-40B4-BE49-F238E27FC236}">
                <a16:creationId xmlns:a16="http://schemas.microsoft.com/office/drawing/2014/main" id="{3DCDFDA7-FEEA-EB4B-8B3E-195B98956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107" y="2831306"/>
            <a:ext cx="70247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5" name="Oval 69">
            <a:extLst>
              <a:ext uri="{FF2B5EF4-FFF2-40B4-BE49-F238E27FC236}">
                <a16:creationId xmlns:a16="http://schemas.microsoft.com/office/drawing/2014/main" id="{E7AB0F8A-D49A-7642-A450-EB84C9CF0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9553" y="3814763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6" name="Oval 70">
            <a:extLst>
              <a:ext uri="{FF2B5EF4-FFF2-40B4-BE49-F238E27FC236}">
                <a16:creationId xmlns:a16="http://schemas.microsoft.com/office/drawing/2014/main" id="{2EDCCC78-7CAE-B14F-99DB-04094E689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248" y="4622006"/>
            <a:ext cx="69056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7" name="Oval 71">
            <a:extLst>
              <a:ext uri="{FF2B5EF4-FFF2-40B4-BE49-F238E27FC236}">
                <a16:creationId xmlns:a16="http://schemas.microsoft.com/office/drawing/2014/main" id="{420FDA5E-3F38-454D-B768-E6398C5A4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7604" y="4462463"/>
            <a:ext cx="69056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8" name="Oval 72">
            <a:extLst>
              <a:ext uri="{FF2B5EF4-FFF2-40B4-BE49-F238E27FC236}">
                <a16:creationId xmlns:a16="http://schemas.microsoft.com/office/drawing/2014/main" id="{D95A034D-DDA9-9240-9F00-B0E3AB716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0891" y="4687491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29" name="Oval 73">
            <a:extLst>
              <a:ext uri="{FF2B5EF4-FFF2-40B4-BE49-F238E27FC236}">
                <a16:creationId xmlns:a16="http://schemas.microsoft.com/office/drawing/2014/main" id="{6596DA9D-1197-C443-B387-C70C4EB1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053" y="4140994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0" name="Oval 74">
            <a:extLst>
              <a:ext uri="{FF2B5EF4-FFF2-40B4-BE49-F238E27FC236}">
                <a16:creationId xmlns:a16="http://schemas.microsoft.com/office/drawing/2014/main" id="{40DAD833-158D-EA41-A0F8-8AF451AEE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766" y="3729038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1" name="Oval 75">
            <a:extLst>
              <a:ext uri="{FF2B5EF4-FFF2-40B4-BE49-F238E27FC236}">
                <a16:creationId xmlns:a16="http://schemas.microsoft.com/office/drawing/2014/main" id="{F1DD1038-5FE2-914B-BD95-60D97B1B4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357" y="3483769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2" name="Oval 76">
            <a:extLst>
              <a:ext uri="{FF2B5EF4-FFF2-40B4-BE49-F238E27FC236}">
                <a16:creationId xmlns:a16="http://schemas.microsoft.com/office/drawing/2014/main" id="{BF8B18C9-62BF-2841-8E0C-71322C156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979" y="3643313"/>
            <a:ext cx="69056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3" name="Oval 77">
            <a:extLst>
              <a:ext uri="{FF2B5EF4-FFF2-40B4-BE49-F238E27FC236}">
                <a16:creationId xmlns:a16="http://schemas.microsoft.com/office/drawing/2014/main" id="{A07FB8AF-CD71-A14F-84AF-F7B528EE5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572" y="3565922"/>
            <a:ext cx="70247" cy="76200"/>
          </a:xfrm>
          <a:prstGeom prst="ellipse">
            <a:avLst/>
          </a:prstGeom>
          <a:solidFill>
            <a:srgbClr val="808080"/>
          </a:solid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34" name="Text Box 78">
            <a:extLst>
              <a:ext uri="{FF2B5EF4-FFF2-40B4-BE49-F238E27FC236}">
                <a16:creationId xmlns:a16="http://schemas.microsoft.com/office/drawing/2014/main" id="{77FA199C-8B25-C943-94C2-D6CF1F1C6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1" y="4510087"/>
            <a:ext cx="87716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传输轮次</a:t>
            </a:r>
          </a:p>
        </p:txBody>
      </p:sp>
      <p:sp>
        <p:nvSpPr>
          <p:cNvPr id="27735" name="Text Box 79">
            <a:extLst>
              <a:ext uri="{FF2B5EF4-FFF2-40B4-BE49-F238E27FC236}">
                <a16:creationId xmlns:a16="http://schemas.microsoft.com/office/drawing/2014/main" id="{7B90BFED-B6EA-344A-B719-2ED32A365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660" y="2301478"/>
            <a:ext cx="13292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拥塞窗口 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cwnd</a:t>
            </a:r>
          </a:p>
        </p:txBody>
      </p:sp>
      <p:sp>
        <p:nvSpPr>
          <p:cNvPr id="27736" name="Text Box 80">
            <a:extLst>
              <a:ext uri="{FF2B5EF4-FFF2-40B4-BE49-F238E27FC236}">
                <a16:creationId xmlns:a16="http://schemas.microsoft.com/office/drawing/2014/main" id="{0CCBA47C-31E0-2C40-83B4-F56ADD1E4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4520" y="2362201"/>
            <a:ext cx="17620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收到 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3 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个重复的确认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执行快重传算法</a:t>
            </a:r>
          </a:p>
        </p:txBody>
      </p:sp>
      <p:sp>
        <p:nvSpPr>
          <p:cNvPr id="90" name="Line 81">
            <a:extLst>
              <a:ext uri="{FF2B5EF4-FFF2-40B4-BE49-F238E27FC236}">
                <a16:creationId xmlns:a16="http://schemas.microsoft.com/office/drawing/2014/main" id="{7CCADC45-A42F-B540-9A24-ADA75A8233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8256" y="2689623"/>
            <a:ext cx="381000" cy="178594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91" name="Line 82">
            <a:extLst>
              <a:ext uri="{FF2B5EF4-FFF2-40B4-BE49-F238E27FC236}">
                <a16:creationId xmlns:a16="http://schemas.microsoft.com/office/drawing/2014/main" id="{5D92738D-F49E-094B-BC6A-6557C57E5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9766" y="3059907"/>
            <a:ext cx="451247" cy="18454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39" name="Rectangle 83">
            <a:extLst>
              <a:ext uri="{FF2B5EF4-FFF2-40B4-BE49-F238E27FC236}">
                <a16:creationId xmlns:a16="http://schemas.microsoft.com/office/drawing/2014/main" id="{A3A73230-04D2-704C-8AB1-A3A235E7A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8469" y="2811066"/>
            <a:ext cx="148829" cy="174069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93" name="Line 86">
            <a:extLst>
              <a:ext uri="{FF2B5EF4-FFF2-40B4-BE49-F238E27FC236}">
                <a16:creationId xmlns:a16="http://schemas.microsoft.com/office/drawing/2014/main" id="{2C35C294-2492-A743-98D3-DD19E4E9EB28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988469" y="3855244"/>
            <a:ext cx="2272904" cy="714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41" name="Rectangle 87">
            <a:extLst>
              <a:ext uri="{FF2B5EF4-FFF2-40B4-BE49-F238E27FC236}">
                <a16:creationId xmlns:a16="http://schemas.microsoft.com/office/drawing/2014/main" id="{4AF80D4D-275A-E64E-8ADC-668DFEF41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785" y="4638675"/>
            <a:ext cx="1914525" cy="12977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27742" name="Rectangle 88">
            <a:extLst>
              <a:ext uri="{FF2B5EF4-FFF2-40B4-BE49-F238E27FC236}">
                <a16:creationId xmlns:a16="http://schemas.microsoft.com/office/drawing/2014/main" id="{11A23C49-BE9B-584D-9DBC-88F23D2B5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1410" y="4638675"/>
            <a:ext cx="1376363" cy="12977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700"/>
          </a:p>
        </p:txBody>
      </p:sp>
      <p:sp>
        <p:nvSpPr>
          <p:cNvPr id="96" name="Line 89">
            <a:extLst>
              <a:ext uri="{FF2B5EF4-FFF2-40B4-BE49-F238E27FC236}">
                <a16:creationId xmlns:a16="http://schemas.microsoft.com/office/drawing/2014/main" id="{8BFD6BD2-B8F1-0A49-A293-D149901CCD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2975" y="2884885"/>
            <a:ext cx="0" cy="9786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44" name="Text Box 90">
            <a:extLst>
              <a:ext uri="{FF2B5EF4-FFF2-40B4-BE49-F238E27FC236}">
                <a16:creationId xmlns:a16="http://schemas.microsoft.com/office/drawing/2014/main" id="{7FF495C5-5FFB-DC4D-92DC-3778FC506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475" y="4401741"/>
            <a:ext cx="67389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慢开始</a:t>
            </a:r>
          </a:p>
        </p:txBody>
      </p:sp>
      <p:sp>
        <p:nvSpPr>
          <p:cNvPr id="98" name="Line 91">
            <a:extLst>
              <a:ext uri="{FF2B5EF4-FFF2-40B4-BE49-F238E27FC236}">
                <a16:creationId xmlns:a16="http://schemas.microsoft.com/office/drawing/2014/main" id="{31A921E6-EA3C-B34E-A2D1-3E68FBFDF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8881" y="4589860"/>
            <a:ext cx="419100" cy="1297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46" name="Text Box 92">
            <a:extLst>
              <a:ext uri="{FF2B5EF4-FFF2-40B4-BE49-F238E27FC236}">
                <a16:creationId xmlns:a16="http://schemas.microsoft.com/office/drawing/2014/main" id="{5844DBCA-7654-E647-8399-F02AAB7AF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538" y="3264694"/>
            <a:ext cx="941785" cy="30008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乘法减小”</a:t>
            </a:r>
          </a:p>
        </p:txBody>
      </p:sp>
      <p:sp>
        <p:nvSpPr>
          <p:cNvPr id="27747" name="Text Box 93">
            <a:extLst>
              <a:ext uri="{FF2B5EF4-FFF2-40B4-BE49-F238E27FC236}">
                <a16:creationId xmlns:a16="http://schemas.microsoft.com/office/drawing/2014/main" id="{DA008A0B-87E8-B845-93E4-503F681A4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444" y="2974182"/>
            <a:ext cx="122341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拥塞避免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“加法增大”</a:t>
            </a:r>
          </a:p>
        </p:txBody>
      </p:sp>
      <p:sp>
        <p:nvSpPr>
          <p:cNvPr id="101" name="Freeform 94">
            <a:extLst>
              <a:ext uri="{FF2B5EF4-FFF2-40B4-BE49-F238E27FC236}">
                <a16:creationId xmlns:a16="http://schemas.microsoft.com/office/drawing/2014/main" id="{9B492DF0-BA9A-7D47-B2B0-16B4E3BFCC87}"/>
              </a:ext>
            </a:extLst>
          </p:cNvPr>
          <p:cNvSpPr>
            <a:spLocks/>
          </p:cNvSpPr>
          <p:nvPr/>
        </p:nvSpPr>
        <p:spPr bwMode="auto">
          <a:xfrm>
            <a:off x="5072063" y="2887266"/>
            <a:ext cx="1735931" cy="1843088"/>
          </a:xfrm>
          <a:custGeom>
            <a:avLst/>
            <a:gdLst>
              <a:gd name="T0" fmla="*/ 0 w 1392"/>
              <a:gd name="T1" fmla="*/ 0 h 1356"/>
              <a:gd name="T2" fmla="*/ 252741 w 1392"/>
              <a:gd name="T3" fmla="*/ 2457450 h 1356"/>
              <a:gd name="T4" fmla="*/ 498831 w 1392"/>
              <a:gd name="T5" fmla="*/ 2355962 h 1356"/>
              <a:gd name="T6" fmla="*/ 744921 w 1392"/>
              <a:gd name="T7" fmla="*/ 2152987 h 1356"/>
              <a:gd name="T8" fmla="*/ 957755 w 1392"/>
              <a:gd name="T9" fmla="*/ 1725289 h 1356"/>
              <a:gd name="T10" fmla="*/ 1210496 w 1392"/>
              <a:gd name="T11" fmla="*/ 1283093 h 1356"/>
              <a:gd name="T12" fmla="*/ 2314575 w 1392"/>
              <a:gd name="T13" fmla="*/ 775655 h 13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92" h="1356">
                <a:moveTo>
                  <a:pt x="0" y="0"/>
                </a:moveTo>
                <a:lnTo>
                  <a:pt x="152" y="1356"/>
                </a:lnTo>
                <a:lnTo>
                  <a:pt x="300" y="1300"/>
                </a:lnTo>
                <a:lnTo>
                  <a:pt x="448" y="1188"/>
                </a:lnTo>
                <a:lnTo>
                  <a:pt x="576" y="952"/>
                </a:lnTo>
                <a:lnTo>
                  <a:pt x="728" y="708"/>
                </a:lnTo>
                <a:lnTo>
                  <a:pt x="1392" y="428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cs typeface="+mn-cs"/>
            </a:endParaRPr>
          </a:p>
        </p:txBody>
      </p:sp>
      <p:sp>
        <p:nvSpPr>
          <p:cNvPr id="102" name="Text Box 105">
            <a:extLst>
              <a:ext uri="{FF2B5EF4-FFF2-40B4-BE49-F238E27FC236}">
                <a16:creationId xmlns:a16="http://schemas.microsoft.com/office/drawing/2014/main" id="{4C2DAD1C-5859-5947-9F93-D9C07A3A9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288" y="2911079"/>
            <a:ext cx="989438" cy="507831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TCP Reno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版本</a:t>
            </a:r>
          </a:p>
        </p:txBody>
      </p:sp>
      <p:sp>
        <p:nvSpPr>
          <p:cNvPr id="103" name="Text Box 106">
            <a:extLst>
              <a:ext uri="{FF2B5EF4-FFF2-40B4-BE49-F238E27FC236}">
                <a16:creationId xmlns:a16="http://schemas.microsoft.com/office/drawing/2014/main" id="{841FFDFC-BA9E-474C-9A54-FB4C53139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316" y="3838576"/>
            <a:ext cx="1665684" cy="507831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blurRad="63500" dist="46662" dir="2115817" algn="ctr" rotWithShape="0">
              <a:schemeClr val="bg2">
                <a:alpha val="74997"/>
              </a:schemeClr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TCP Tahoe</a:t>
            </a:r>
            <a:endParaRPr lang="zh-CN" altLang="en-US" sz="135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早期拥塞控制版本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)</a:t>
            </a:r>
            <a:endParaRPr lang="zh-CN" altLang="en-US" sz="135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27751" name="Text Box 107">
            <a:extLst>
              <a:ext uri="{FF2B5EF4-FFF2-40B4-BE49-F238E27FC236}">
                <a16:creationId xmlns:a16="http://schemas.microsoft.com/office/drawing/2014/main" id="{0761057E-8EF6-A843-A0EF-99921B1A0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395" y="3380185"/>
            <a:ext cx="157927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ssthresh 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的初始值</a:t>
            </a:r>
          </a:p>
        </p:txBody>
      </p:sp>
      <p:sp>
        <p:nvSpPr>
          <p:cNvPr id="27752" name="Text Box 108">
            <a:extLst>
              <a:ext uri="{FF2B5EF4-FFF2-40B4-BE49-F238E27FC236}">
                <a16:creationId xmlns:a16="http://schemas.microsoft.com/office/drawing/2014/main" id="{045E85AF-70B3-E245-B86F-79C68332C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9447" y="2850357"/>
            <a:ext cx="122341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拥塞避免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hlink"/>
                </a:solidFill>
                <a:latin typeface="Arial" panose="020B0604020202020204" pitchFamily="34" charset="0"/>
              </a:rPr>
              <a:t>“加法增大”</a:t>
            </a:r>
          </a:p>
        </p:txBody>
      </p:sp>
      <p:sp>
        <p:nvSpPr>
          <p:cNvPr id="27753" name="Text Box 109">
            <a:extLst>
              <a:ext uri="{FF2B5EF4-FFF2-40B4-BE49-F238E27FC236}">
                <a16:creationId xmlns:a16="http://schemas.microsoft.com/office/drawing/2014/main" id="{DD190B09-746E-BC48-A1FB-6CE4CA7DA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29" y="3689747"/>
            <a:ext cx="145424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新的 </a:t>
            </a:r>
            <a:r>
              <a:rPr lang="en-US" altLang="zh-CN" sz="1350">
                <a:solidFill>
                  <a:schemeClr val="folHlink"/>
                </a:solidFill>
                <a:latin typeface="Arial" panose="020B0604020202020204" pitchFamily="34" charset="0"/>
              </a:rPr>
              <a:t>ssthresh </a:t>
            </a: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值</a:t>
            </a:r>
          </a:p>
        </p:txBody>
      </p:sp>
      <p:sp>
        <p:nvSpPr>
          <p:cNvPr id="107" name="Line 110">
            <a:extLst>
              <a:ext uri="{FF2B5EF4-FFF2-40B4-BE49-F238E27FC236}">
                <a16:creationId xmlns:a16="http://schemas.microsoft.com/office/drawing/2014/main" id="{39E46059-F9E0-ED44-8888-F6662CB84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5735" y="4046935"/>
            <a:ext cx="451247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108" name="Line 111">
            <a:extLst>
              <a:ext uri="{FF2B5EF4-FFF2-40B4-BE49-F238E27FC236}">
                <a16:creationId xmlns:a16="http://schemas.microsoft.com/office/drawing/2014/main" id="{E1D87B30-D428-914D-BC05-AF9763433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6788" y="4594623"/>
            <a:ext cx="419100" cy="130969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27756" name="Text Box 112">
            <a:extLst>
              <a:ext uri="{FF2B5EF4-FFF2-40B4-BE49-F238E27FC236}">
                <a16:creationId xmlns:a16="http://schemas.microsoft.com/office/drawing/2014/main" id="{3F5EB97B-20CD-B341-A35C-E2418511D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804" y="4418410"/>
            <a:ext cx="78700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慢开始</a:t>
            </a:r>
          </a:p>
        </p:txBody>
      </p:sp>
      <p:sp>
        <p:nvSpPr>
          <p:cNvPr id="27757" name="Text Box 113">
            <a:extLst>
              <a:ext uri="{FF2B5EF4-FFF2-40B4-BE49-F238E27FC236}">
                <a16:creationId xmlns:a16="http://schemas.microsoft.com/office/drawing/2014/main" id="{08078F31-DBCD-3946-8D63-9B695C96B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054" y="3882628"/>
            <a:ext cx="67270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350">
                <a:solidFill>
                  <a:schemeClr val="folHlink"/>
                </a:solidFill>
                <a:latin typeface="Arial" panose="020B0604020202020204" pitchFamily="34" charset="0"/>
              </a:rPr>
              <a:t>快恢复</a:t>
            </a:r>
          </a:p>
        </p:txBody>
      </p:sp>
      <p:sp>
        <p:nvSpPr>
          <p:cNvPr id="111" name="Line 114">
            <a:extLst>
              <a:ext uri="{FF2B5EF4-FFF2-40B4-BE49-F238E27FC236}">
                <a16:creationId xmlns:a16="http://schemas.microsoft.com/office/drawing/2014/main" id="{9971C327-389F-944A-94E8-A3180ADCBC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3883819"/>
            <a:ext cx="439341" cy="1631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  <p:sp>
        <p:nvSpPr>
          <p:cNvPr id="112" name="Freeform 95">
            <a:extLst>
              <a:ext uri="{FF2B5EF4-FFF2-40B4-BE49-F238E27FC236}">
                <a16:creationId xmlns:a16="http://schemas.microsoft.com/office/drawing/2014/main" id="{4AACE826-0772-8249-94D1-6A70B7B10D70}"/>
              </a:ext>
            </a:extLst>
          </p:cNvPr>
          <p:cNvSpPr>
            <a:spLocks/>
          </p:cNvSpPr>
          <p:nvPr/>
        </p:nvSpPr>
        <p:spPr bwMode="auto">
          <a:xfrm>
            <a:off x="5082779" y="2868216"/>
            <a:ext cx="1668065" cy="995363"/>
          </a:xfrm>
          <a:custGeom>
            <a:avLst/>
            <a:gdLst>
              <a:gd name="T0" fmla="*/ 0 w 1338"/>
              <a:gd name="T1" fmla="*/ 0 h 732"/>
              <a:gd name="T2" fmla="*/ 229390 w 1338"/>
              <a:gd name="T3" fmla="*/ 1327150 h 732"/>
              <a:gd name="T4" fmla="*/ 2224087 w 1338"/>
              <a:gd name="T5" fmla="*/ 424253 h 7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38" h="732">
                <a:moveTo>
                  <a:pt x="0" y="0"/>
                </a:moveTo>
                <a:lnTo>
                  <a:pt x="138" y="732"/>
                </a:lnTo>
                <a:lnTo>
                  <a:pt x="1338" y="234"/>
                </a:lnTo>
              </a:path>
            </a:pathLst>
          </a:custGeom>
          <a:noFill/>
          <a:ln w="28575" cmpd="sng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cs typeface="+mn-cs"/>
            </a:endParaRPr>
          </a:p>
        </p:txBody>
      </p:sp>
      <p:sp>
        <p:nvSpPr>
          <p:cNvPr id="113" name="Line 85">
            <a:extLst>
              <a:ext uri="{FF2B5EF4-FFF2-40B4-BE49-F238E27FC236}">
                <a16:creationId xmlns:a16="http://schemas.microsoft.com/office/drawing/2014/main" id="{2520A3FD-F4AB-6948-8B72-7022683DC4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8469" y="2876550"/>
            <a:ext cx="32908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Comic Sans MS" charset="0"/>
              <a:ea typeface="黑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85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repeatCount="4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1000" fill="hold"/>
                                        <p:tgtEl>
                                          <p:spTgt spid="10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3">
            <a:extLst>
              <a:ext uri="{FF2B5EF4-FFF2-40B4-BE49-F238E27FC236}">
                <a16:creationId xmlns:a16="http://schemas.microsoft.com/office/drawing/2014/main" id="{20F3E742-5839-8A4E-8383-5AD7D47CAC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5DFA04-B0B7-FE4E-9B88-D2D99D0DE6E3}" type="slidenum">
              <a:rPr kumimoji="0" lang="en-US" altLang="zh-CN" sz="1050">
                <a:solidFill>
                  <a:schemeClr val="tx1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CN" sz="105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AE0BBC9-6E72-1F48-948C-9F9653B4D2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六、应用层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FF6ACDC-B7D1-A340-8F19-579258458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>
                <a:latin typeface="微软雅黑" panose="020B0503020204020204" pitchFamily="34" charset="-122"/>
                <a:cs typeface="黑体" panose="02010609060101010101" pitchFamily="49" charset="-122"/>
              </a:rPr>
              <a:t>Internet</a:t>
            </a:r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上的传统应用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电子邮件相关协议</a:t>
            </a:r>
            <a:endParaRPr lang="en-US" altLang="zh-CN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远程登录和文件传输</a:t>
            </a:r>
            <a:endParaRPr lang="en-US" altLang="zh-CN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万维网</a:t>
            </a:r>
            <a:endParaRPr lang="en-US" altLang="zh-CN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</a:rPr>
              <a:t>域名服务</a:t>
            </a:r>
            <a:endParaRPr lang="en-US" altLang="zh-CN">
              <a:latin typeface="微软雅黑" panose="020B0503020204020204" pitchFamily="34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网络管理</a:t>
            </a:r>
            <a:r>
              <a:rPr lang="en-US" altLang="zh-CN">
                <a:latin typeface="微软雅黑" panose="020B0503020204020204" pitchFamily="34" charset="-122"/>
                <a:cs typeface="黑体" panose="02010609060101010101" pitchFamily="49" charset="-122"/>
              </a:rPr>
              <a:t>SNMP</a:t>
            </a:r>
          </a:p>
        </p:txBody>
      </p:sp>
    </p:spTree>
    <p:extLst>
      <p:ext uri="{BB962C8B-B14F-4D97-AF65-F5344CB8AC3E}">
        <p14:creationId xmlns:p14="http://schemas.microsoft.com/office/powerpoint/2010/main" val="2053170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EE1652CE-1D8A-D044-A83C-A9CDB306F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</a:rPr>
              <a:t>七、网络安全</a:t>
            </a:r>
          </a:p>
        </p:txBody>
      </p:sp>
      <p:sp>
        <p:nvSpPr>
          <p:cNvPr id="30722" name="内容占位符 2">
            <a:extLst>
              <a:ext uri="{FF2B5EF4-FFF2-40B4-BE49-F238E27FC236}">
                <a16:creationId xmlns:a16="http://schemas.microsoft.com/office/drawing/2014/main" id="{185E9E7E-D419-3146-AE18-8463FE56FF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数据加密模型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对称密钥密码体制和公钥密码体制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鉴别与数字签名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通信安全机制</a:t>
            </a:r>
            <a:endParaRPr lang="en-US" altLang="zh-CN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/>
            <a:r>
              <a:rPr lang="zh-CN" altLang="en-US">
                <a:latin typeface="微软雅黑" panose="020B0503020204020204" pitchFamily="34" charset="-122"/>
              </a:rPr>
              <a:t>防火墙和虚拟私有网络（</a:t>
            </a:r>
            <a:r>
              <a:rPr lang="en-US" altLang="zh-CN">
                <a:latin typeface="微软雅黑" panose="020B0503020204020204" pitchFamily="34" charset="-122"/>
              </a:rPr>
              <a:t>VPN</a:t>
            </a:r>
            <a:r>
              <a:rPr lang="zh-CN" altLang="en-US">
                <a:latin typeface="微软雅黑" panose="020B0503020204020204" pitchFamily="34" charset="-122"/>
              </a:rPr>
              <a:t>）</a:t>
            </a:r>
            <a:endParaRPr lang="en-US" altLang="zh-CN">
              <a:latin typeface="微软雅黑" panose="020B0503020204020204" pitchFamily="34" charset="-122"/>
            </a:endParaRPr>
          </a:p>
          <a:p>
            <a:pPr eaLnBrk="1" hangingPunct="1"/>
            <a:r>
              <a:rPr lang="zh-CN" altLang="en-US">
                <a:latin typeface="微软雅黑" panose="020B0503020204020204" pitchFamily="34" charset="-122"/>
                <a:cs typeface="黑体" panose="02010609060101010101" pitchFamily="49" charset="-122"/>
              </a:rPr>
              <a:t>计算机网络病毒</a:t>
            </a:r>
          </a:p>
        </p:txBody>
      </p:sp>
      <p:sp>
        <p:nvSpPr>
          <p:cNvPr id="30723" name="幻灯片编号占位符 3">
            <a:extLst>
              <a:ext uri="{FF2B5EF4-FFF2-40B4-BE49-F238E27FC236}">
                <a16:creationId xmlns:a16="http://schemas.microsoft.com/office/drawing/2014/main" id="{7FF16E47-0404-AE42-856F-A32DC7F50C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CF49EE-4E2D-E44B-BCE2-277E24ED853D}" type="slidenum">
              <a:rPr kumimoji="0" lang="zh-CN" altLang="en-US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27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47C3125A-654B-4641-B709-81982F0298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微软雅黑" panose="020B0503020204020204" pitchFamily="34" charset="-122"/>
              </a:rPr>
              <a:t>考试题型（国考</a:t>
            </a:r>
            <a:r>
              <a:rPr lang="en-US" altLang="zh-CN">
                <a:latin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</a:rPr>
              <a:t>题库）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1CF3A881-0276-E540-BB1F-668A63351F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单项选择题（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/30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填空题（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/10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名词解释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简答题（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/30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  <a:endParaRPr lang="en-US" altLang="zh-CN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问答及计算题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应用及综合题（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15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</a:t>
            </a:r>
            <a:r>
              <a:rPr lang="en-US" altLang="zh-CN" dirty="0">
                <a:latin typeface="微软雅黑" panose="020B0503020204020204" pitchFamily="34" charset="-122"/>
                <a:cs typeface="黑体" panose="02010609060101010101" pitchFamily="49" charset="-122"/>
              </a:rPr>
              <a:t>/30</a:t>
            </a:r>
            <a:r>
              <a:rPr lang="zh-CN" altLang="en-US" dirty="0">
                <a:latin typeface="微软雅黑" panose="020B0503020204020204" pitchFamily="34" charset="-122"/>
                <a:cs typeface="黑体" panose="02010609060101010101" pitchFamily="49" charset="-122"/>
              </a:rPr>
              <a:t>分）</a:t>
            </a:r>
          </a:p>
        </p:txBody>
      </p:sp>
      <p:sp>
        <p:nvSpPr>
          <p:cNvPr id="31747" name="幻灯片编号占位符 3">
            <a:extLst>
              <a:ext uri="{FF2B5EF4-FFF2-40B4-BE49-F238E27FC236}">
                <a16:creationId xmlns:a16="http://schemas.microsoft.com/office/drawing/2014/main" id="{3F3356D2-711D-304F-9251-33FB68CAC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553860-9E35-BF43-8693-3E15D4661CB4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011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3">
            <a:extLst>
              <a:ext uri="{FF2B5EF4-FFF2-40B4-BE49-F238E27FC236}">
                <a16:creationId xmlns:a16="http://schemas.microsoft.com/office/drawing/2014/main" id="{09A5D35B-2622-2A40-82BD-996DA47A8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2400">
                <a:solidFill>
                  <a:srgbClr val="333399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黑体" panose="02010609060101010101" pitchFamily="49" charset="-122"/>
                <a:cs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7EF68A-1ECD-E242-AE13-798333E13448}" type="slidenum">
              <a:rPr kumimoji="0" lang="en-US" altLang="zh-CN" sz="1050">
                <a:solidFill>
                  <a:schemeClr val="bg2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CN" sz="105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C94A1596-6972-CE47-ACFA-7868F96FA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000">
                <a:latin typeface="微软雅黑" panose="020B0503020204020204" pitchFamily="34" charset="-122"/>
              </a:rPr>
              <a:t>教材及参考书目</a:t>
            </a:r>
            <a:endParaRPr kumimoji="0" lang="zh-CN" altLang="en-US">
              <a:latin typeface="微软雅黑" panose="020B0503020204020204" pitchFamily="34" charset="-122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B030FA2-B258-8B4B-B189-4BC30EA7A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563" y="1028700"/>
            <a:ext cx="8804953" cy="189904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《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》(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第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5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版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)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 （第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6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版）（第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7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版）</a:t>
            </a:r>
            <a:endParaRPr lang="en-US" altLang="zh-CN" sz="15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谢希仁，电子工业出版社，</a:t>
            </a:r>
            <a:r>
              <a:rPr lang="en-US" altLang="zh-CN" sz="1350" b="1" dirty="0">
                <a:latin typeface="微软雅黑" panose="020B0503020204020204" pitchFamily="34" charset="-122"/>
              </a:rPr>
              <a:t>2008</a:t>
            </a: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新编计算机网络习题与解忻</a:t>
            </a:r>
            <a:endParaRPr lang="en-US" altLang="zh-CN" sz="1500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鲁士文编  清华大学出版社</a:t>
            </a:r>
            <a:endParaRPr lang="en-US" altLang="zh-CN" sz="1350" b="1" dirty="0">
              <a:latin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《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》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释疑与习题解答 </a:t>
            </a: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谢希仁著 电子工业出版社</a:t>
            </a:r>
            <a:endParaRPr lang="en-US" altLang="zh-CN" sz="1350" b="1" dirty="0">
              <a:latin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v"/>
            </a:pP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中译本：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《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计算机网络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》(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第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5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版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) </a:t>
            </a:r>
            <a:r>
              <a:rPr lang="zh-CN" altLang="en-US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 </a:t>
            </a:r>
            <a:r>
              <a:rPr lang="en-US" altLang="zh-CN" sz="1500" dirty="0">
                <a:latin typeface="微软雅黑" panose="020B0503020204020204" pitchFamily="34" charset="-122"/>
                <a:cs typeface="黑体" panose="02010609060101010101" pitchFamily="49" charset="-122"/>
              </a:rPr>
              <a:t>Andrew S. Tenenbaum</a:t>
            </a: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r>
              <a:rPr lang="zh-CN" altLang="en-US" sz="1350" b="1" dirty="0">
                <a:latin typeface="微软雅黑" panose="020B0503020204020204" pitchFamily="34" charset="-122"/>
              </a:rPr>
              <a:t>严伟 潘爱民 译      清华大学出版社  </a:t>
            </a:r>
            <a:r>
              <a:rPr lang="en-US" altLang="zh-CN" sz="1350" b="1" dirty="0">
                <a:latin typeface="微软雅黑" panose="020B0503020204020204" pitchFamily="34" charset="-122"/>
              </a:rPr>
              <a:t>2012</a:t>
            </a:r>
            <a:r>
              <a:rPr lang="zh-CN" altLang="en-US" sz="1350" b="1" dirty="0">
                <a:latin typeface="微软雅黑" panose="020B0503020204020204" pitchFamily="34" charset="-122"/>
              </a:rPr>
              <a:t>年</a:t>
            </a:r>
          </a:p>
          <a:p>
            <a:pPr eaLnBrk="1" hangingPunct="1">
              <a:spcBef>
                <a:spcPts val="300"/>
              </a:spcBef>
            </a:pPr>
            <a:endParaRPr lang="en-US" altLang="zh-CN" sz="1800" b="1" dirty="0">
              <a:latin typeface="微软雅黑" panose="020B0503020204020204" pitchFamily="34" charset="-122"/>
              <a:cs typeface="黑体" panose="02010609060101010101" pitchFamily="49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endParaRPr lang="en-US" altLang="zh-CN" sz="1350" b="1" dirty="0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endParaRPr lang="en-US" altLang="zh-CN" sz="1350" b="1" dirty="0">
              <a:latin typeface="微软雅黑" panose="020B0503020204020204" pitchFamily="34" charset="-122"/>
            </a:endParaRPr>
          </a:p>
          <a:p>
            <a:pPr lvl="1" eaLnBrk="1" hangingPunct="1">
              <a:lnSpc>
                <a:spcPct val="105000"/>
              </a:lnSpc>
              <a:spcBef>
                <a:spcPts val="300"/>
              </a:spcBef>
              <a:buFont typeface="Wingdings" pitchFamily="2" charset="2"/>
              <a:buNone/>
            </a:pPr>
            <a:endParaRPr lang="zh-CN" altLang="en-US" sz="1800" dirty="0">
              <a:solidFill>
                <a:schemeClr val="hlink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2772" name="图片 6" descr="计算机网络（第5版）-谢希仁.jpg">
            <a:extLst>
              <a:ext uri="{FF2B5EF4-FFF2-40B4-BE49-F238E27FC236}">
                <a16:creationId xmlns:a16="http://schemas.microsoft.com/office/drawing/2014/main" id="{FBEF7776-DFE9-A444-903B-B708BF443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5" r="15224"/>
          <a:stretch>
            <a:fillRect/>
          </a:stretch>
        </p:blipFill>
        <p:spPr bwMode="auto">
          <a:xfrm>
            <a:off x="1463278" y="3101578"/>
            <a:ext cx="1308497" cy="1879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图片 7" descr="《计算机网络》释疑与习题解答.jpg">
            <a:extLst>
              <a:ext uri="{FF2B5EF4-FFF2-40B4-BE49-F238E27FC236}">
                <a16:creationId xmlns:a16="http://schemas.microsoft.com/office/drawing/2014/main" id="{CD1B9F59-BDBA-F646-BA91-DE6D12FD1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2" r="15350"/>
          <a:stretch>
            <a:fillRect/>
          </a:stretch>
        </p:blipFill>
        <p:spPr bwMode="auto">
          <a:xfrm>
            <a:off x="4895851" y="3101578"/>
            <a:ext cx="1297781" cy="189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图片 1">
            <a:extLst>
              <a:ext uri="{FF2B5EF4-FFF2-40B4-BE49-F238E27FC236}">
                <a16:creationId xmlns:a16="http://schemas.microsoft.com/office/drawing/2014/main" id="{A0617D28-5AAC-B44B-AD2B-DB570547C5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429" y="3101578"/>
            <a:ext cx="1372790" cy="1879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图片 8" descr="计算机网络第5版中文翻译版.jpg">
            <a:extLst>
              <a:ext uri="{FF2B5EF4-FFF2-40B4-BE49-F238E27FC236}">
                <a16:creationId xmlns:a16="http://schemas.microsoft.com/office/drawing/2014/main" id="{4AC9DC2E-365A-A448-AA52-F9B9805E35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4" r="14420"/>
          <a:stretch>
            <a:fillRect/>
          </a:stretch>
        </p:blipFill>
        <p:spPr bwMode="auto">
          <a:xfrm>
            <a:off x="3175398" y="3101578"/>
            <a:ext cx="1354931" cy="1870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图片 1">
            <a:extLst>
              <a:ext uri="{FF2B5EF4-FFF2-40B4-BE49-F238E27FC236}">
                <a16:creationId xmlns:a16="http://schemas.microsoft.com/office/drawing/2014/main" id="{BD51B674-3176-DE40-847D-2F6BE99479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030" y="220980"/>
            <a:ext cx="1776794" cy="2502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399AAC9-6820-E54E-8B18-9F2BB7E4E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643" y="230712"/>
            <a:ext cx="1776794" cy="249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437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FA18A-713B-8F46-801E-6DE0D861A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" y="582930"/>
            <a:ext cx="8949690" cy="4183380"/>
          </a:xfrm>
        </p:spPr>
        <p:txBody>
          <a:bodyPr/>
          <a:lstStyle/>
          <a:p>
            <a:pPr marL="11113" indent="-11113">
              <a:defRPr/>
            </a:pPr>
            <a:r>
              <a:rPr lang="en-US" altLang="zh-CN" sz="2800" dirty="0">
                <a:latin typeface="Courier New" panose="02070309020205020404" pitchFamily="49" charset="0"/>
              </a:rPr>
              <a:t>《</a:t>
            </a:r>
            <a:r>
              <a:rPr lang="zh-CN" altLang="en-US" sz="2800" dirty="0">
                <a:latin typeface="Courier New" panose="02070309020205020404" pitchFamily="49" charset="0"/>
              </a:rPr>
              <a:t>网络与通讯</a:t>
            </a:r>
            <a:r>
              <a:rPr lang="en-US" altLang="zh-CN" sz="2800" dirty="0">
                <a:latin typeface="Courier New" panose="02070309020205020404" pitchFamily="49" charset="0"/>
              </a:rPr>
              <a:t>》</a:t>
            </a:r>
            <a:r>
              <a:rPr lang="zh-CN" altLang="en-US" sz="2800" dirty="0">
                <a:latin typeface="Courier New" panose="02070309020205020404" pitchFamily="49" charset="0"/>
              </a:rPr>
              <a:t>课程课件的下载地址为：</a:t>
            </a:r>
            <a:br>
              <a:rPr lang="zh-CN" altLang="en-US" sz="2800" dirty="0">
                <a:latin typeface="Courier New" panose="02070309020205020404" pitchFamily="49" charset="0"/>
              </a:rPr>
            </a:br>
            <a:r>
              <a:rPr lang="en-US" altLang="zh-CN" sz="2800" dirty="0">
                <a:latin typeface="Courier New" panose="02070309020205020404" pitchFamily="49" charset="0"/>
              </a:rPr>
              <a:t>https://</a:t>
            </a:r>
            <a:r>
              <a:rPr lang="en-US" altLang="zh-CN" sz="2800" dirty="0" err="1">
                <a:latin typeface="Courier New" panose="02070309020205020404" pitchFamily="49" charset="0"/>
              </a:rPr>
              <a:t>pan.baidu.com</a:t>
            </a:r>
            <a:r>
              <a:rPr lang="en-US" altLang="zh-CN" sz="2800" dirty="0">
                <a:latin typeface="Courier New" panose="02070309020205020404" pitchFamily="49" charset="0"/>
              </a:rPr>
              <a:t>/s/1_up7UGA6D88TKcBzRU8w2g  </a:t>
            </a:r>
            <a:br>
              <a:rPr lang="en-US" altLang="zh-CN" sz="2800" dirty="0">
                <a:latin typeface="Courier New" panose="02070309020205020404" pitchFamily="49" charset="0"/>
              </a:rPr>
            </a:br>
            <a:r>
              <a:rPr lang="zh-CN" altLang="en-US" sz="2800" dirty="0">
                <a:latin typeface="Courier New" panose="02070309020205020404" pitchFamily="49" charset="0"/>
              </a:rPr>
              <a:t>密码</a:t>
            </a:r>
            <a:r>
              <a:rPr lang="en-US" altLang="zh-CN" sz="2800" dirty="0">
                <a:latin typeface="Courier New" panose="02070309020205020404" pitchFamily="49" charset="0"/>
              </a:rPr>
              <a:t>:h9p2</a:t>
            </a:r>
            <a:br>
              <a:rPr lang="en-US" altLang="zh-CN" sz="2800" dirty="0">
                <a:latin typeface="Courier New" panose="02070309020205020404" pitchFamily="49" charset="0"/>
              </a:rPr>
            </a:br>
            <a:br>
              <a:rPr lang="en-US" altLang="zh-CN" sz="2800" dirty="0">
                <a:latin typeface="Courier New" panose="02070309020205020404" pitchFamily="49" charset="0"/>
              </a:rPr>
            </a:br>
            <a:r>
              <a:rPr lang="zh-CN" altLang="en-US" sz="2800" dirty="0">
                <a:latin typeface="Courier New" panose="02070309020205020404" pitchFamily="49" charset="0"/>
              </a:rPr>
              <a:t>进入腾讯课堂的二维码链接地址为：</a:t>
            </a:r>
            <a:r>
              <a:rPr lang="en-US" altLang="zh-CN" sz="2800" dirty="0">
                <a:latin typeface="Courier New" panose="02070309020205020404" pitchFamily="49" charset="0"/>
              </a:rPr>
              <a:t>https://</a:t>
            </a:r>
            <a:r>
              <a:rPr lang="en-US" altLang="zh-CN" sz="2800" dirty="0" err="1">
                <a:latin typeface="Courier New" panose="02070309020205020404" pitchFamily="49" charset="0"/>
              </a:rPr>
              <a:t>ke.qq.com</a:t>
            </a:r>
            <a:r>
              <a:rPr lang="en-US" altLang="zh-CN" sz="2800" dirty="0">
                <a:latin typeface="Courier New" panose="02070309020205020404" pitchFamily="49" charset="0"/>
              </a:rPr>
              <a:t>/</a:t>
            </a:r>
            <a:r>
              <a:rPr lang="en-US" altLang="zh-CN" sz="2800" dirty="0" err="1">
                <a:latin typeface="Courier New" panose="02070309020205020404" pitchFamily="49" charset="0"/>
              </a:rPr>
              <a:t>webcourse</a:t>
            </a:r>
            <a:r>
              <a:rPr lang="en-US" altLang="zh-CN" sz="2800" dirty="0">
                <a:latin typeface="Courier New" panose="02070309020205020404" pitchFamily="49" charset="0"/>
              </a:rPr>
              <a:t>/</a:t>
            </a:r>
            <a:r>
              <a:rPr lang="en-US" altLang="zh-CN" sz="2800" dirty="0" err="1">
                <a:latin typeface="Courier New" panose="02070309020205020404" pitchFamily="49" charset="0"/>
              </a:rPr>
              <a:t>index.html?cid</a:t>
            </a:r>
            <a:r>
              <a:rPr lang="en-US" altLang="zh-CN" sz="2800" dirty="0">
                <a:latin typeface="Courier New" panose="02070309020205020404" pitchFamily="49" charset="0"/>
              </a:rPr>
              <a:t>=1983341&amp;term_id=102084433&amp;lite=1&amp;from=800021724#cid=1983341&amp;term_id=102084433&amp;taid=8245117439591277&amp;lite=1</a:t>
            </a:r>
            <a:endParaRPr lang="zh-CN" altLang="en-US" sz="28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598295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绿色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FFFFFF"/>
      </a:accent3>
      <a:accent4>
        <a:srgbClr val="000000"/>
      </a:accent4>
      <a:accent5>
        <a:srgbClr val="B3CCAE"/>
      </a:accent5>
      <a:accent6>
        <a:srgbClr val="7DA62D"/>
      </a:accent6>
      <a:hlink>
        <a:srgbClr val="6B9F25"/>
      </a:hlink>
      <a:folHlink>
        <a:srgbClr val="BA6906"/>
      </a:folHlink>
    </a:clrScheme>
    <a:fontScheme name="微软雅黑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43559</TotalTime>
  <Pages>0</Pages>
  <Words>1022</Words>
  <Characters>0</Characters>
  <Application>Microsoft Macintosh PowerPoint</Application>
  <DocSecurity>0</DocSecurity>
  <PresentationFormat>全屏显示(16:9)</PresentationFormat>
  <Lines>0</Lines>
  <Paragraphs>174</Paragraphs>
  <Slides>14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Tahoma</vt:lpstr>
      <vt:lpstr>Courier New</vt:lpstr>
      <vt:lpstr>Calibri Light</vt:lpstr>
      <vt:lpstr>Comic Sans MS</vt:lpstr>
      <vt:lpstr>KaiTi</vt:lpstr>
      <vt:lpstr>Times New Roman</vt:lpstr>
      <vt:lpstr>Calibri</vt:lpstr>
      <vt:lpstr>Arial</vt:lpstr>
      <vt:lpstr>宋体</vt:lpstr>
      <vt:lpstr>Wingdings</vt:lpstr>
      <vt:lpstr>微软雅黑</vt:lpstr>
      <vt:lpstr>自定义设计方案</vt:lpstr>
      <vt:lpstr>《网络与通信》课程说明及应试内容要求</vt:lpstr>
      <vt:lpstr>课程的任务、目的和基本要求</vt:lpstr>
      <vt:lpstr>同等学力人员申请硕士学位学科综合水平全国统一考试</vt:lpstr>
      <vt:lpstr>《计算机网络》考试大纲</vt:lpstr>
      <vt:lpstr>一、计算机网络的基本概念和网络体系结构</vt:lpstr>
      <vt:lpstr>二. 物理层及数据通信的基础知识</vt:lpstr>
      <vt:lpstr>三、数据链路层</vt:lpstr>
      <vt:lpstr>四、网络层</vt:lpstr>
      <vt:lpstr>五、传输层</vt:lpstr>
      <vt:lpstr>六、应用层</vt:lpstr>
      <vt:lpstr>七、网络安全</vt:lpstr>
      <vt:lpstr>考试题型（国考/题库）</vt:lpstr>
      <vt:lpstr>教材及参考书目</vt:lpstr>
      <vt:lpstr>《网络与通讯》课程课件的下载地址为： https://pan.baidu.com/s/1_up7UGA6D88TKcBzRU8w2g   密码:h9p2  进入腾讯课堂的二维码链接地址为：https://ke.qq.com/webcourse/index.html?cid=1983341&amp;term_id=102084433&amp;lite=1&amp;from=800021724#cid=1983341&amp;term_id=102084433&amp;taid=8245117439591277&amp;lite=1</vt:lpstr>
    </vt:vector>
  </TitlesOfParts>
  <Company>Microsoft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Mcx</dc:creator>
  <cp:lastModifiedBy>Jun He</cp:lastModifiedBy>
  <cp:revision>907</cp:revision>
  <cp:lastPrinted>2015-10-13T11:51:46Z</cp:lastPrinted>
  <dcterms:created xsi:type="dcterms:W3CDTF">2014-11-23T16:31:00Z</dcterms:created>
  <dcterms:modified xsi:type="dcterms:W3CDTF">2021-02-25T08:46:37Z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2052-9.1.0.4866</vt:lpwstr>
  </property>
</Properties>
</file>